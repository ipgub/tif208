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48"/>
  </p:notesMasterIdLst>
  <p:handoutMasterIdLst>
    <p:handoutMasterId r:id="rId49"/>
  </p:handoutMasterIdLst>
  <p:sldIdLst>
    <p:sldId id="456" r:id="rId2"/>
    <p:sldId id="457" r:id="rId3"/>
    <p:sldId id="458" r:id="rId4"/>
    <p:sldId id="459" r:id="rId5"/>
    <p:sldId id="460" r:id="rId6"/>
    <p:sldId id="461" r:id="rId7"/>
    <p:sldId id="462" r:id="rId8"/>
    <p:sldId id="463" r:id="rId9"/>
    <p:sldId id="464" r:id="rId10"/>
    <p:sldId id="484" r:id="rId11"/>
    <p:sldId id="485" r:id="rId12"/>
    <p:sldId id="486" r:id="rId13"/>
    <p:sldId id="465" r:id="rId14"/>
    <p:sldId id="466" r:id="rId15"/>
    <p:sldId id="467" r:id="rId16"/>
    <p:sldId id="468" r:id="rId17"/>
    <p:sldId id="469" r:id="rId18"/>
    <p:sldId id="470" r:id="rId19"/>
    <p:sldId id="489" r:id="rId20"/>
    <p:sldId id="490" r:id="rId21"/>
    <p:sldId id="471" r:id="rId22"/>
    <p:sldId id="491" r:id="rId23"/>
    <p:sldId id="492" r:id="rId24"/>
    <p:sldId id="493" r:id="rId25"/>
    <p:sldId id="494" r:id="rId26"/>
    <p:sldId id="495" r:id="rId27"/>
    <p:sldId id="496" r:id="rId28"/>
    <p:sldId id="497" r:id="rId29"/>
    <p:sldId id="498" r:id="rId30"/>
    <p:sldId id="499" r:id="rId31"/>
    <p:sldId id="472" r:id="rId32"/>
    <p:sldId id="473" r:id="rId33"/>
    <p:sldId id="474" r:id="rId34"/>
    <p:sldId id="475" r:id="rId35"/>
    <p:sldId id="476" r:id="rId36"/>
    <p:sldId id="477" r:id="rId37"/>
    <p:sldId id="478" r:id="rId38"/>
    <p:sldId id="487" r:id="rId39"/>
    <p:sldId id="488" r:id="rId40"/>
    <p:sldId id="479" r:id="rId41"/>
    <p:sldId id="480" r:id="rId42"/>
    <p:sldId id="481" r:id="rId43"/>
    <p:sldId id="482" r:id="rId44"/>
    <p:sldId id="483" r:id="rId45"/>
    <p:sldId id="500" r:id="rId46"/>
    <p:sldId id="501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95" autoAdjust="0"/>
    <p:restoredTop sz="94660"/>
  </p:normalViewPr>
  <p:slideViewPr>
    <p:cSldViewPr>
      <p:cViewPr varScale="1">
        <p:scale>
          <a:sx n="119" d="100"/>
          <a:sy n="119" d="100"/>
        </p:scale>
        <p:origin x="3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97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6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11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7.wmf"/><Relationship Id="rId1" Type="http://schemas.openxmlformats.org/officeDocument/2006/relationships/image" Target="../media/image18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0:45:08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211 628 4777,'-27'33'449,"0"0"1,0 1 0,-3 0-1,-3 1 1,0 1 0,2-3-1272,28-30 745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0:51:31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20458 3878 7353,'6'-4'2698,"-2"1"-2428,1 0-90,-3 1-90,0 1 0,0 1 0,-1 0 180,4-6-180,-2 3 90,2-7-91,-4 6 361,2-4-270,-1 6 90,2-3-180,-3 5 540,0 2-540,-1-1 359,-2 3-269,0 0 0,0-1-90,0 1 630,-1 17-630,1-6 89,1 9 1,1 1-180,2 0 90,2 20-90,1-25 90,5 15-90,-4-20 90,4 6-90,-5-13 90,0-2-90,1-2 0,0-2 0,7-4 0,-3-2 90,6-6-90,-5-1 0,12-21 0,-9 11-555,6-15 555,-12 16 0,3-17 90,-4 14 0,2-11 0,-6 20 270,0-1-91,-2 7-1013,0-1 924,-2 7-90,0-1 90,-2 0 412,2 1-502,1 1 0,2 3-90,1 2 977,2 6-977,-1 2-3277,4 29 3252,-3-10 25,-2-6 0,0 2-315,-3-2 1,0 0 314,-2 13 44,1-13 1,-1 0 45,-2 9 180,-6 9 0,2-12 90,-4 7-90,1-17-368,-1-1 368,0-2 0,-1-3-90,1-1-90,0-4 0,1 0-90,2-4-180,0 0 2672,2-2-2762,0-2 207,2 0-3214,-17-31 0,13 17 2457,-13-20 1,18 26 0,1 2 0</inkml:trace>
  <inkml:trace contextRef="#ctx0" brushRef="#br0" timeOffset="962">20978 4003 8342,'-4'-5'1799,"0"1"-1619,2 0-90,0 2-90,1 0-1093,1 1 1,0 1 0</inkml:trace>
  <inkml:trace contextRef="#ctx0" brushRef="#br0" timeOffset="1902">21018 3973 7623,'4'-3'2968,"-1"1"-2338,0-1-181,-2 2 541,4 0-720,-5 2-90,5-1-1,-4 2 1,1-2 90,1 3-180,-2-3 0,2 2 90,-1-1 90,1 1-180,2-1 90,-1-1 179,6 2-179,-2 0-180,4 0 90,-5 0 0,2-1-90,0-1 90,1 2-90,1-2 0,0 2 0,3-2 90,0 0-90,2-2 0,-1 1 0,8-5 0,-6 3-90,4-4 90,-6 3-180,5-3 0,-6 1 0,1 0-89,-7 3-181,-2 0 0,-2 1-90,-2-1-269,-1 1-270,-3-1-1440,-12 4 1260,0 1-24,-12 4 1283,7 0 0,-2 3 0,2 0 0</inkml:trace>
  <inkml:trace contextRef="#ctx0" brushRef="#br0" timeOffset="2311">20998 4170 7263,'2'-5'3276,"1"0"-1965,-2-1-861,1 3-90,0 0 90,1 3-271,0-2 1,2 1 0,1-3 0,1 3 0,1-1 270,10 2-270,-7 0 0,14 0-91,-13 0 1,5 0 0,-3 0-90,-2 0 0,4 0-90,2 0 0,-4 0 1,5 0-181,-6 0-630,7-2-2377,-5 1 2005,4-3 103,-9 2-180,-1-2-1,-5 3 960,-2 0 1,-2 1-1</inkml:trace>
  <inkml:trace contextRef="#ctx0" brushRef="#br0" timeOffset="2984">21793 3625 7443,'-14'-1'3276,"-1"0"-2505,5 2 129,-14 6-540,9-1-590,-10 6 499,13-2 46,2 2-135,0 2 270,-1 11-180,3-5 68,-3 9 381,-4 15-359,5-11-1317,2 2 1,0 0 1316,2 8-225,3-14 0,0 3-533,2 5 0,1 1 533,0-7 0,0 0 0,0 10 0,1 3 44,2-3 1,1 3 0,0-4-90,-1 0 0,0 1-592,1-6 0,0 5 0,1-1 0,-1-5 547,0-1 0,0-2-747,3 15 0,0-1 613,0-1 318,-2-18 0,0-3-319,-1 2 99,-2-2-639,-3-9 1902,-3-2-3521,-5-18 810,-1-3-270,-5-10 180,0-3 89,-3-2 91,-2-5 1333,1-1 0,0-1 1,3-2-1</inkml:trace>
  <inkml:trace contextRef="#ctx0" brushRef="#br0" timeOffset="3182">21503 4140 7803,'38'-27'3276,"-16"13"-1965,18-12-3923,-21 16 2612,-1-1-217,2 2 38,0 0-645,9-4-255,-9 4-91,5-4-2107,-8 5 2899,-5 2 0,2 3 1,-6 4-1</inkml:trace>
  <inkml:trace contextRef="#ctx0" brushRef="#br0" timeOffset="3479">21920 3963 9422,'-11'3'2518,"0"1"-2158,-4 5 0,1 1-90,0 2-1,-1 2 1,2 2-90,-1 2-3457,1 2 2752,2 1 615,0 3 970,2 1-970,2 1-90,0 2 90,2 12-90,3-8-1004,2 9 1004,2-12-90,9 7-90,-2-9-90,5 4-89,-1-15-181,2-4-360,2-7-269,2-7-1439,7-11 1348,-7-2 2570,5-8-1310,-5-1 0,2-1 0,2-2 0</inkml:trace>
  <inkml:trace contextRef="#ctx0" brushRef="#br0" timeOffset="3725">22088 3963 6993,'-7'-11'3276,"1"3"-1425,-1 0-861,0 3-631,1 4-89,0 0 180,2 6-270,3 2 0,1 6-90,4 7 0,0-2-90,3 9 90,5 6-90,-1-6 0,5 9 89,2-1-1166,-4-9 1077,4 7-769,-2-4 589,-4-9-180,3 3-500,-3-7 230,-2-7-359,1-1-1350,-5-7 2009,-5-2-749,-6 1 1216,-2-1 0,-3 3 0,2 1 1</inkml:trace>
  <inkml:trace contextRef="#ctx0" brushRef="#br0" timeOffset="3918">22018 4385 7083,'2'-15'3276,"1"-1"-2055,1 1-861,1-1 0,8-12-270,-1 6 0,8-8 90,5-4-2575,-4 9 2215,7-10 0,0 2-310,-6 8 130,5-6-1633,-5 3 914,-9 9 0,1-6-810,-12 6 1889,1 6 0,-2-1 0,2 7 0</inkml:trace>
  <inkml:trace contextRef="#ctx0" brushRef="#br0" timeOffset="4158">22411 3868 7443,'6'0'3276,"0"0"-2055,-1 1-861,0 1 0,0 3 359,6 14-539,-4-4 0,8 22-90,-5-13-90,1 11 90,1 7-1223,-5-8 1133,1 12 0,-4 0 0,-4-9-350,-1 8-190,-7-2 1,0-14-541,-4 6-2197,-19-3 0,9-15 2931,-15 7 0,15-15 0,3-1 0</inkml:trace>
  <inkml:trace contextRef="#ctx0" brushRef="#br0" timeOffset="117773">8090 9563 7623,'0'5'1979,"0"-2"-1620,0 0-179,0-2-90,1 2 0,-1-2 90,1 0-90,0 0 90,0 1-90,0-1 539,-1 1-89,-2 0-360,1-1 360,-1 0-360,2 0 0,0 1-91,0 0 91,0-1-90,-1 2 0,-1-2 180,-5 8-180,3-2 0,-6 5 0,4-4 90,-11 11-90,7-5-90,-8 6 90,5-1-90,3-4-3277,-8 18 3252,8-10-1709,-4 8 1734,4-7-263,-2 11 353,2-8 0,-3 4 0,0 0 0,0 6-45,2-9 0,1 0 45,4 9 0,0 9-1458,2-12 1413,-1-6 0,1 0 1220,-2 6-1175,-1 12 0,3-12 0,0 1-45,3-9 0,1 0 45,-1 17 214,1-15 0,1 0-214,0 13-46,1-13 1,0 1-45,2 13 45,-2-15 0,0 0 326,1 8-371,0-11 0,0 0 0,0 12 1898,4 8-1898,-3-16 0,5 8 90,-2-11 193,2 8-283,-1-15 1447,4 8-1537,-3-8-539,18 16 89,-11-18-809,21 13 269,-15-17-1708,19 3 1439,-17-8-680,4 0 950,-13-1 1276,-2 3 0,-2 1 0,-1 3 0</inkml:trace>
  <inkml:trace contextRef="#ctx0" brushRef="#br0" timeOffset="119102">19625 9310 7263,'5'-2'2518,"0"0"-2158,0 1-90,0 1 0,-1 0-180,1 1 90,-2 2 0,4 3 0,0 3 89,9 13-89,-2-2 60,4 9 0,6 9 0,-4-5-1791,-6-10 1,-1 0 1580,7 10 0,2 4 0,-4-5 60,0 5-321,-8-8 0,1 4 0,-1-3 276,-1-3 0,-1 1-15,1 3 0,1 4 0,-2-4 60,-2 14-2047,-1 3 2002,-4-24 0,0 0-45,1 24-320,-3-23 1,0 0 319,0 22 486,-1-22 0,0-1-486,-1 24 0,-4-2 0,1-1 0,-1-3-90,-1-2-90,2-1-90,1-14 0,1 1-360,-1 12 135,1-14 1,-1 1-441,-2-2 0,-1-1-235,-6 13 585,3-13 1,0-1 584,-4 7 0,1-2 0,3-1 0</inkml:trace>
  <inkml:trace contextRef="#ctx0" brushRef="#br0" timeOffset="127993">20678 9883 9332,'-3'-6'1619,"1"2"-1349,-1 1 539,-2-1-629,2 2 630,-2-1-631,2 2 271,-5 5-360,2 2 494,-13 31 1,-1 9-405,2-5-1081,3-4 0,-4 8 1,4-6 990,5-15 0,0-1 0,-4 13 0,-2 4 0,2-3-46,1-6 1,0 0-610,0 2 1,-3 7 0,0-1 0,2-5 564,0-2 0,1-1 0,-4 7 0,-1 5 0,2-6-101,5-11 1,0-1 70,-2 6 0,-2 4 0,2-5-15,3-7 0,1 0-285,-4 7 0,-1 4 1,1-6-301,-3 8-11,5-10 0,0-2-618,2-5-1120,-8-10 1120,6-7 2002,-5-8 1,9-5-1,3-2 1</inkml:trace>
  <inkml:trace contextRef="#ctx0" brushRef="#br0" timeOffset="128954">21045 10308 10501,'-6'6'810,"-1"1"-541,-1 1-3546,-6 6 1614,1 0 1843,-5 4 1360,4-2-1360,-2 0 90,0 3 0,-3 0-90,0 1 270,-11 11-271,8-7 892,-8 9-846,12-14 0,1 1-349,-10 12 169,11-13 0,0-1 135,-7 12-90,11-15 3100,-2 3-3100,6-5-90,2-4 366,0 0-366,5-4 90,0-1-90,1 0 696,1-2-606,0-1-90,2 1 180,1-1-90,3-1 90,9 1-91,1-1-89,7-1 90,-1 0-90,1-2-852,2 1 852,0-1-482,14-1 482,-11 2 0,0-1 0,0 1 0,-3 0-1460,1 1 0,-1 0 1460,-7 1-90,8 0 687,-17 0-687,-3 0-4,0 0-176,-4 0-90,1 0-1169,-5-2 4471,-1 0-4561,2-3 810,-1 3-181,2-3-179,-3 0-990,-5-7 1260,0 2 899,-4-4 0,3 4 0,1 0 0</inkml:trace>
  <inkml:trace contextRef="#ctx0" brushRef="#br0" timeOffset="129231">21010 10390 7443,'3'-5'3148,"-2"1"-2788,-1 1-90,0 1-1,-2 1-89,0 2 0,0 2 0,-1 2 90,0 3-90,0 4 90,-1 4-90,2 4 89,-1 4-1307,2 3 1218,0 4 0,1 3-817,0 4 817,0 1-135,1-10 0,0 2 45,1 15-990,0-16 0,0 0 900,1 10 0,0-14 0,0 0-1104,0 11 1014,3 9-257,-1-9-13,0-11 114,2 2-2183,-1-11 2709,-2-9-1539,-7 0 1626,-2-10-367,-7 0 0,-2-3 0,-3-1 0</inkml:trace>
  <inkml:trace contextRef="#ctx0" brushRef="#br0" timeOffset="150842">14161 8670 8072,'4'-2'1709,"0"0"-1439,-2 1-90,0 1 180,0 0 360,3 0-541,-3 1 541,0 3-540,-3-2 540,-2 3-631,3-4 91,0 3-90,1-2 360,14 0-360,-6 0 90,21-6 0,-16 2-90,7-2-90,-10 2 90,-1 1 90,11 2-180,-6 1 90,25 0-1,-20-1-89,13 1 0,-14-2 90,19 0-90,-15-2 45,3 2 0,1-1-45,-4 0 0,4-2 0,0 0 90,-5 0-90,21-6 0,-26 5 0,7 1 0,2 0 0,0 2 0,20-1 90,-24 3-90,11 0 0,-8 1 0,7 0-1684,-9-1 1684,-1-2 0,2 1-714,0-1 714,1-1 0,12 0 90,-9 0-90,9-1-57,-12 2 57,9-3 0,-9 2 0,6 0 0,-11 2 0,0 0 0,2 0 0,-1 0 0,12 0 0,-8 0-307,8 0 307,-9-1 90,14 0-90,-8-1 45,2 0 0,0 1-45,2-1 736,-9 0 1,2 1-692,-2-2 0,-1 1-45,8-1 14,-7 1 0,0 0 76,1 1-90,2 1 90,-1-1-90,0 0 90,-1-2-90,-1 1-351,13-1 351,-9 1-2504,11-1 2504,1-1 0,-9 2-401,10-2 401,-12 2 0,12-3 0,-10 1 0,-5 0 0,-1-1 0,5 0 0,9-1-90,-14 3 90,0 2 0,-1 1 0,0-2 0,0 0 347,0-1-347,0 1 0,0 1 40,0 0-40,0 0 2885,0-2-2885,13-3 0,-9 3-3,8-3 3,-10 4 0,10-2 0,-8 1 0,7 0 0,-11 0 0,0 1 206,0-1-206,0 1-2672,13 0 2672,-8 1-1111,9 1 1111,-11 0-99,1-1 99,1 0 0,1-3-51,3 1 51,13 0 90,-10 1 2204,10 1-2294,-1 1-1362,-11 1 1362,9 1 377,-14 0-377,-1-1 0,0 2 90,-2-3-90,-1 2 0,1-1 0,20 4 0,-17-2-249,-5-1 1,-1 0 248,2-1 184,2-1-184,14 0 0,-10 0 1532,12 0-1532,-12 0 90,0 0-256,1-1 166,-1 0 0,1-2 0,-1 1 0,1-1 0,-1 2 0,1-2 90,-2 3-73,0-2-17,-1 2 0,1-1 105,14 1-105,-9 0 0,10 0-1367,1 2 1367,-11-1 0,11 3-594,0 0 594,-10-2 0,-13 1 0,0-1 0,12 2 0,1 0 273,0 0-273,1-2 0,0-1 0,-9 1 0,-1 0 0,17-1-959,-16 1 0,0 0 959,13 1 0,0-1 1412,1-1-1412,-1 1 0,-10-2 0,0 0-463,-8 0 0,1 1 463,8-1 0,-1 1 0,13 0-384,0 1 384,1-2 0,-1 0 0,3-2 0,-3 1 0,2-1 0,-2-1 1069,2 1-1069,-1-1 0,-1-1-89,1 1 89,-15 0 0,1 1-45,-7 0 0,-1 0 45,8-1 0,-1 1 0,15-2-107,1 0 62,-13 2 0,1-1 45,-8 1 0,1 1 171,7-1 0,1 0-171,-11-1 0,0 1 0,11 0 0,0 0 0,-8 0 0,-1 0 0,8 1 0,3 0 0,10 0 0,-1 1 0,-16-1 0,1 2 0,7-1 0,5 0 0,-5 0 0,-7 0 0,-3 0 45,12 0 0,0 0-45,-10 0 0,-2 0 0,3-1 0,-1 0-69,1 1 1,0-1 68,-1 0 0,3 0-334,6-1 1,4 1 0,-3 0 333,-1 0 0,1 0-366,0 0 1,3 1 0,-4-1 410,-5 1 0,-4 0-146,2 0 0,-1 0 101,0 0 0,0 0-51,0 0 1,-1 0 50,-1 0 0,0 0 0,-1 0 0,1-1 0,-2 0 0,0 1 0,0-2 0,0 1 0,0 0 0,-1 0 0,0-1 0,0 1 0,-1 0 0,2 0 0,8-2 0,1 1 0,-9 0 0,0 0 0,7-1 0,-2 0 842,11-2-842,-4 0 0,-2 1 0,-5 0 0,10 0 0,-15 1 0,5-1 1467,-8-1-1377,-8 3 1987,5 0-2077,-11 2 0,0 0 1434,-1 0-1524,-1 0-733,3-1-706,-10 0 430,-3-3-520,-17-1 89,-15-3-23,10 4 0,-3 1 1553,-7-2 0,-2 0 0,-7 0 0,-3 1 0,13 1 0,0-1 0,-1 1 0</inkml:trace>
  <inkml:trace contextRef="#ctx0" brushRef="#br0" timeOffset="152198">16912 7845 9602,'0'-5'1529,"1"1"-630,3 4-719,-1 0 90,1 3-90,-1-3 0,-1 1 0,1 0 179,2-1-179,-2 3-90,0-2 90,-2 2 0,0 0-90,0 1 180,0 1-180,-1 2 90,-1 1-90,-1 3 0,1 2-1,-1 3 1,1 3-90,0 14 90,1-6-90,0 9 0,0-11-430,0 0 430,0 0 90,0 1-90,0 13 90,0-10-90,0 10 0,0-14 90,0 0-90,0-2 0,0 0 0,0-2 0,1 5 0,1-8-3250,1 11 3250,0-17-90,0 4 1,-2-11-1,0-1 108,0-2-288,2 0-180,-1-1-989,2-8 3571,-1-2-3481,-1-11 0,-1-3-1928,-1-2 823,0-1 1887,-1 4 0,1 2 0,-1 2 0</inkml:trace>
  <inkml:trace contextRef="#ctx0" brushRef="#br0" timeOffset="153029">17422 7383 7533,'9'-2'2338,"-1"1"-1888,-2 1-180,-2 0 0,-1 1-90,-1 1 90,1 1 179,1 4-269,-2 1 0,2 4 90,-2-1-90,1 1 90,-2 3-180,2 3 269,-3 13-269,2-6-594,-1 11 684,1-8-91,-1 2 91,-1 2-90,1 3 45,0-8 0,-1 1-45,2 17-30,-2-14 0,1 5 0,-1-3-15,0-5 0,0-1-856,0 16 0,0-1 901,-1 5-90,-2-2-231,1 0 275,0-7 1,0 1-45,1-15 0,1 0 0,-1 11 0,0 1 0,1-5 0,0-3 0,0 8-258,0-5 1,0-1 257,0-7 90,0 4 1279,0-9-1369,0-5 259,2 0-528,-1-6 89,0-3-90,0 0 1233,-1-4-2132,0-6 179,0-1-179,0-4-78,-1 0 77,-1 1 1,-2 0 1169,-5 0 0,2 5 0,-2 1 0</inkml:trace>
  <inkml:trace contextRef="#ctx0" brushRef="#br0" timeOffset="153898">17967 7823 8792,'3'-2'2249,"0"2"-1979,-1 2 269,0 2-269,1 2-90,-1 1 90,1 2 180,-2 6-1,0 19-1506,-1-5 1237,0 13-90,0-15 269,-1 21-179,0-9-135,0-3 0,0 0 45,0 8-45,1-16 0,0 0-45,0 10 45,1-13 0,0 0-45,1 13 0,0 6 0,0-18-888,-1-4 888,-1-4 0,1-3-90,-1 3 0,0-6-180,0 1 396,0-8-1025,0-5 650,-1-4-2360,-5-16 180,-5-6 1609,-3-2 1,-1 3 0,2 12 0</inkml:trace>
  <inkml:trace contextRef="#ctx0" brushRef="#br0" timeOffset="155388">16324 7938 8252,'2'5'1529,"-1"0"-1259,-1-3-90,0 0-90,0 1 90,0 0-90,0-1 90,0 2 90,0 3-180,0 1 90,1 4-91,0 0 181,3 9-90,-3-3-90,2 9 90,-3-5 90,0 15-180,0-6-1276,0 10 1276,0-11 0,0 1-192,0 1 192,0 13 0,0-10-1675,0 10 1675,0-17-2441,0 20 2441,0-20 246,0 17-426,0-30 202,0 2-202,0-7 1160,0-5-1249,0 2 3146,0-4-3866,0-1 1097,1-7-1098,0-1-89,1-5-722,-1 0 632,-4 1 179,1-3 900,-2-2 0,-1 0 0,1-2 0</inkml:trace>
  <inkml:trace contextRef="#ctx0" brushRef="#br0" timeOffset="157692">18707 7423 7533,'6'0'2158,"-2"0"-1798,-1 0-180,-1 0 0,1-2 180,-1-1-180,0 1 180,0-1-271,-1 3 271,2-2-180,-1 2 0,1-1 450,-2 1-540,0 2 90,-1 0-90,0 0 89,0 1-89,0-2 540,0 16-450,0-6 180,0 22-180,0-13-1,0 7 1,0 2-90,0 4-998,0 4 1,0 0 1087,0 3-135,0-11 0,0 0-400,0 15 444,-1-9 1,0 0-45,0-8 0,0 0-846,-1 20 0,0 1 846,0-20 0,1-1 0,-1 9 0,0-1-174,0 12 174,1-17 0,-1 0-45,0 13 277,1-17 0,0 0-277,0 5-113,2 4 113,1-10 0,0 2 1786,1-12-2146,0 2 271,0-6-810,4 5 269,-4-12-137,5-2-582,-6-8 732,1-6-1992,-8-7 2609,0 4 0,-1-2 0,3 8 0</inkml:trace>
  <inkml:trace contextRef="#ctx0" brushRef="#br0" timeOffset="160784">17009 8868 8162,'4'-3'1709,"0"2"-1349,-1 1-270,-1 1 360,3 3-360,-5-2 180,2 2-90,-2-1-1,0-1 1171,1 4-1260,0-4 0,0 3 0,-1-5-1,-3 1-89,-1 0 0,-1 1 90,-4 7-90,4-4 90,-6 5-90,5-5 90,-6 10-90,7-5 0,-4 13 0,6-11 0,1 10 0,1-13 0,3 5 0,0-10 0,2 2 0,0-3-90,7-4 90,-4-2 0,5-5 0,-5 0 0,-1-1 0,1-7 0,-1 5 0,0-4 0,-3 6 0,0 0 0,-1 1 0,1 1 0,-2 1 0,0 0 0,-1 1 0,0-2 0,0 3 0,0 0 0,0 1 0,0 2 0,-1 0 0,0 1-180,-3 1 1,1-1-1,0 1-270,0-1-90,1 0-359,-2-1-181,-1 0-89,-2-2 349,-12-1 1,6 2 0,-7-2 0</inkml:trace>
  <inkml:trace contextRef="#ctx0" brushRef="#br0" timeOffset="162338">16354 8923 7803,'4'2'2428,"0"2"-2158,-2-3-90,1 2-90,-2-5 180,0 0-180,-1-1 90,0 2-1,-3 2-89,1 1 0,-2 0 270,3 1-360,0-1 180,-1 3-180,-1-2 90,-1-1-90,2 1 90,-2 2-90,0-1 0,-1 3 90,0-3-90,0 5 0,2-3 180,0 8-180,2-7 90,-2 4-90,2-2 90,0 0-90,1 1 0,0 0 0,0-2 90,-1 4-90,0-3 0,0 3 0,2-5 0,1 2 0,1-3 0,0 1 0,2-4 0,-1 1 0,1-1 0,0-2 0,0 0 0,3-3 0,-1 0 0,3-3 0,11-5 0,-9 3 0,10-4 0,-8 3 0,-3 3 0,4-2-90,-6 2 90,-1-2 0,0 2 0,-2-2 0,0 1 0,3-6 0,-5 4 0,3-2 0,-5 5 0,-1 0 0,-2 1 0,-1 0 0,0 0 0,-1 2 0,1-3 0,-2 1 0,0-1 0,-1 1 0,0 1 0,0 0-90,0 1 0,1-1-90,0 1 0,0-1-720,-1-2 1,1 1-180,-2 0-1,0 1-989,-10 3 2069,4-3 0,-4 2 0,6-1 0</inkml:trace>
  <inkml:trace contextRef="#ctx0" brushRef="#br0" timeOffset="163221">17017 8913 7982,'6'-5'2699,"-2"2"-2429,0-2-90,-3 3 539,-1 0-539,1 1 0,0 0-90,2 1 630,-2-1-720,0 3 90,-1 1-1,1 2-89,1 1 180,0 4-90,0 0 180,0 19-270,-1-12 90,1 13 0,2 2-90,-1-8-3277,1 6 3162,-2-13 115,-2-9 0,0 1 0,0-4 90,0 0-90,0-4 0,0-6 0,0-2 3276,0-6-3160,0 2-116,0 1 0,0 0 0,0-1 0,-1 0 0,0-2 0,-2-1 0,3-6 0,-1 3 0,3-4 0,-2 0 0,0 7 0,-1-3 0,1 10 0,0 2 0,-1 1 0,1 2 0,-1-1 0,1 2 0,0 6 0,0 10 0,0 0-90,-1 4-270,-3 5 90,1-9-179,-3 11-1530,-1-11 720,-1-4-1,-3 0 91,1-5 90,1-3 1079,1 1 0,5-3 0,0 0 0</inkml:trace>
  <inkml:trace contextRef="#ctx0" brushRef="#br0" timeOffset="163892">17354 9015 8522,'6'-7'2429,"-2"2"-2249,-1 2 449,2-2-449,-2 2 0,3-1 90,0 0-180,0 1 360,13-3-360,-8 3 0,9-1 89,-5 2-89,-3 2 0,1 3 90,-1 3-90,-4-1 0,1 3 0,-3 0-90,-2-1 0,0 4 90,-4 2-90,-3-1 0,-1 5 0,-2-3 0,-1 1 0,-2 1 0,-1-1 0,1 2 0,0-4 0,1 4 0,2-6 0,-1 1 0,5-5 0,-2-2 0,8 1 0,0-3-90,5 0 90,0-4-90,0 0-90,2-2-90,0-1-89,1-1-181,-1-2-1439,2-9 810,-3 1-91,1-5 181,-6 3 90,-3 2 989,-2 4 0,-2 2 0,-2 3 0</inkml:trace>
  <inkml:trace contextRef="#ctx0" brushRef="#br0" timeOffset="164593">17960 8973 7982,'3'1'3276,"1"0"-2144,0-1-772,-2-1-90,2 0-1,2-4-179,-1 1 0,4-4 90,3 0-90,-3 1 90,7-5-90,-10 7 0,4-1 0,-8 3 90,-1 2 0,1 0-90,-6 6 0,1 0 0,-5 10-90,0 2 0,0 0 0,1 1 89,3-5-89,1-3 0,0-2 0,2-1 0,0-2 0,1-2 0,0 2 0,1-2 0,1 4 90,1-3-90,2 2 0,-1-1 0,1-1 0,0 1 0,0-1 90,0 0-90,0-2 0,0 2 0,1 2 90,-2-2-90,1 2 0,-4-2 0,-1-2 90,-1 2-90,-4 0-90,1-2 0,-4 2-90,2-1-179,-1 0-91,-2 1-90,0 1-1439,-6 1 630,0-1 0,-5 2-990,-5 0 1519,9-4 1,-4 0 0,11-4 0</inkml:trace>
  <inkml:trace contextRef="#ctx0" brushRef="#br0" timeOffset="165383">18582 8895 8342,'5'0'2159,"0"0"-1799,-3 0 359,-1 0-539,0 1 180,-1 4-180,1 0 0,-1 4 270,0 2-360,-3-2 89,0 4 91,-3-1-180,6-3-90,1 2 180,10 0-180,-6-4 0,4 1 0,-5-4 90,0-1-90,0-2 0,2 0 0,0-2 0,1 0 90,3-4-90,-2 2 0,4-2 0,7-1 0,-7 3 0,12-3 0,-14 6 90,3 1 0,-5 10 0,-5 0 90,-2 7-180,-6-1 90,0 0-90,5 1 0,-1-1 0,4 1 0,-2-1-90,-1-1-90,-1-1 0,-1-1-270,0-3-269,-1-3-541,-1-2-89,-3-7-1349,-10-5 1438,6-2 1260,-6-4 0,9 0 0,2 1 0</inkml:trace>
  <inkml:trace contextRef="#ctx0" brushRef="#br0" timeOffset="167174">19407 7465 7713,'4'-4'2518,"0"0"-2158,-2-1 0,1 2-90,-1-1-1,0 2 181,0-2-180,-2 1-90,1 1 90,1 1 719,-1 1-809,0 2 0,0-1-90,-1 4 450,0 5-360,0-2 269,3 13-179,-2-5-90,2 7 0,-2-4 90,0 13 0,0-7-136,1-1 1,0 1-435,1 7 390,0 13 179,0-10-89,-1 3-90,1 1 90,-1-10 0,0 2-1179,0 15 1044,0-16 0,-1 0 135,1 11-135,-1-14 0,1 0-45,0 14 0,0-17 0,0 1 0,3 14 0,-1-12-2842,4 12 2842,-3-19 282,0 4-282,-2-11 757,2 9-757,-2-10 70,1 6-70,-2-8 3276,-1 0-3070,-1 1-206,0-2 0,0-3 90,0 2-90,0-3-90,1 1 0,-1-5-1619,1 0-269,-5-7 718,3 0-359,-5-8-1439,4-11 1709,-2 6 1349,-4-11 0,2 17 0,-3-1 0</inkml:trace>
  <inkml:trace contextRef="#ctx0" brushRef="#br0" timeOffset="167996">20038 7575 7263,'5'-5'2878,"0"0"-2248,-2 1-180,1 1 269,-3-1-449,1 2 1169,-2 0-1259,0 8 90,0-3 0,0 8-90,0-2 90,0 4-1,0 4 1,0 3 270,0 18-1384,-2-13 0,1 1 979,1 1 0,0 0-45,-1 3 0,0-1-1025,2 16 1115,0 3-90,0-24 0,-1 2-45,1 0 0,0 0 0,-1 1 0,0 0 0,-1 0 0,2 0-1,-1-1 1,1 0-45,-1 0 0,1-2 0,3 24-2255,0-2 2300,0-17 0,0 0-135,2 13-23,-2-17 0,0-1-157,0 2-89,0-3-181,-3-5-32,0 1-957,-1-10 819,-3-2-2528,-9-16 1799,-1 1 1439,-5-8 0,4 4 0,2-1 0</inkml:trace>
  <inkml:trace contextRef="#ctx0" brushRef="#br0" timeOffset="168801">20533 7645 7803,'5'-3'2608,"0"1"-1798,-3 2-451,0 1-179,-1 1 540,-1 10-360,0-1-180,0 10-1,0-2-198,1 4 199,-1 3 89,1 4 1,-1-5 0,0 3-988,0 16 853,0-13 0,0 0 45,0 15 0,0-22 0,0 1-1575,0-1 1,0 1 1529,0 9 0,0 1-90,0-8 0,0-1-166,0 7 1,0 0 165,0-2 0,0-2-45,0 14-106,0-16 1,0-2 105,0 7-90,0-4 536,0-4-536,0-3-180,0-2-630,0 2 1,1-7 2651,1-2-4810,-2-10 2133,-3-6-424,-4 0 1349,-6-5 0,-3 0 0,-3-4 0</inkml:trace>
  <inkml:trace contextRef="#ctx0" brushRef="#br0" timeOffset="170432">16412 7953 10771,'-6'0'450,"2"1"-271,0 4-89,2-1 0,-1 4 0,3-6 0,-1 0 540,1-1-540,-2-4-90,0 1 90,-2-4 0,1-1-90,0 1 90,-1-1-90,2 2 0,-1 0 90,2 0-90,-1 0 0,0-1 0,0 2 90,0-1-90,0 3 90,2-2 0,-1 1-90,1 0 89,0 0 1,0 1-90,0-1 180,0 2-180,2 3 0,-1 0 0,1 4 0,-2-2 0,1 2 0,0-2 0,2 1 90,-2-3-90,0 1 180,-1 0-90,0 0 0,-1 1 0,0-2-90,-2-1 90,1 1-90,-2-2 0,1 0 0,-1 0 0,1 0 90,-1 0-90,2 0 0,-1 0 0,1-2 0,0 1 90,0-6 0,2 2-90,-1-3 0,1-1 0,0 1 0,1-2 0,1 1 0,1 2 0,1 1 0,-2 3 0,1 1 0,-2 1 0,1 1 0,0 1 0,-1 1 0,1 0 90,-1 1-90,1 0 0,-1 0 0,2 2 90,-1-3-90,1 2 0,-2-1 90,0-1 0,-1-1 0,-1 2-90,0-3 89,-2 1 1,1-1 0,0 0 0,0 0-90,1 0 90,-2 0-90,1 0-539,0 0-451,1-1-1438,6-5 988,-2-1 1,4-4 90,-3 1 270,2-1 1079,-1 0 0,3-2 0,-1 1 0</inkml:trace>
  <inkml:trace contextRef="#ctx0" brushRef="#br0" timeOffset="171360">16909 7893 8882,'5'-4'1439,"0"0"-1259,0 2 90,5-2-90,-1-1-90,2 0 0,-3 0 0,-3 1 0,0 2-90,0-1 0,-1 3 89,-1-1-89,0 2 180,-1-2-90,0 1 90,-1 1-90,-1 1 0,0 4 0,-1-1 90,-2 4-180,2-2 90,-2 4 0,1 0-90,2-4 90,-4 3 0,4-5 0,-1-2-90,1 1 90,0-1 0,0-1 90,0-1-91,-2-3-89,0-1 0,-2-3 90,2 1-90,-1 0 0,2-3 0,0 3 0,1-2 0,0 5 0,0-1 0,1 2 0,0-2 0,2 2 0,0-1 0,1 0 0,0 1-90,0 1 180,-1 0-90,0 0 0,1 0 0,-3 6 0,-1-1 90,-1 5-90,-3-3 0,1-6 90,0-1-90,0-4 0,0 3 0,0 0 0,-1 1 90,1 0-90,0-2 0,-1 2-90,2-2-2968,-6-7 1799,2 1-1,-4-6 91,4 2 1169,3 0 0,2-2 0,2-1 0</inkml:trace>
  <inkml:trace contextRef="#ctx0" brushRef="#br0" timeOffset="172166">17319 7405 7982,'2'-5'2339,"0"1"-2159,1 2 180,5-2-180,-2 1 90,8-4-91,-6 5 1,10-1-90,-9 2-90,4 1 90,-6-1 90,2 2-90,-2 0 180,2 6-180,-4-1 0,-1 4 0,-3-3-90,-1 2-625,0 0 715,0 1-90,0 0 0,-1-2 0,1 1 0,-1-1 0,1 0 0,0-2 625,0 0-535,0-4-90,0 1 0,0-2 0,-1-4 90,-1-4-90,1-2 0,2-2 0,4 0 0,1 2 0,0 0 0,-1 4 0,-2 0-90,2 1 90,0 2 0,0 1 0,0 2-90,-1-1-180,0 2-823,-4-2 1,0 2 0</inkml:trace>
  <inkml:trace contextRef="#ctx0" brushRef="#br0" timeOffset="172966">17997 7828 8072,'4'-6'2699,"1"0"-2609,-1 4 0,1-2 90,2-2 0,-2 2-91,3-2 271,-3 1-180,-2 3 0,1 0 360,0 2-450,-4 1 0,2 1-90,-4 0 0,2 1 0,-1 0 0,-1 1 0,1 1 90,-3 2-90,2-2 0,-2-1 0,3-2 0,0-2 0,-1 1 90,2 0-90,-1 0 0,1 2 0,0-2 90,-1 0-90,5-1 0,-3 0 0,4-1 0,-3 2 0,-2 1-90,3 0 90,-3-1-720,1 1 0,2-4-359,-2 1 0,3 0-181,-6-4 181,1 1 0,1-3 1079,1-1 0,5 1 0,2-1 0</inkml:trace>
  <inkml:trace contextRef="#ctx0" brushRef="#br0" timeOffset="173870">18707 7423 7803,'3'-4'2428,"0"0"-2068,1 2-90,0-1 90,1-1-181,-2 2-89,1-2 180,1 3-90,0 0-90,-1 1 0,-1 0-90,-1 0 90,2 2 0,-2-1-90,1 3 90,-2-1-90,2-1 90,-1 1-90,0-1 90,-1 1 90,-1-1-90,0-1 0,-1 2 90,-1-2-91,0 0 1,-1 1 0,1-2 90,-1 0-180,1 0 90,-1-2-90,1 1 90,-2-3-90,1 2 0,0-2 0,0 2 0,2-1 0,0 1 0,1-1 0,-1-1 0,0 2 0,0-1 0,1 1 0,0 2 0,0-3 90,1 14-90,-1-7 90,-1 6-90,-1-15 0,-1 2-360,-1 2 90,0 5-359,0 3-451,0-6-179,0-2 0,0-3-90,0-2 179,2-1 1170,1 2 0,4 2 0,3 0 0</inkml:trace>
  <inkml:trace contextRef="#ctx0" brushRef="#br0" timeOffset="174590">19377 7428 7713,'-1'-6'3238,"1"0"-3058,-1 5 449,1-1-629,2 2 180,0 0-90,0 0-90,1 1 180,-1 0-180,0 2 180,-1-2-180,-3 2 180,1 2-90,0-4 90,1 2 0,-1-8-180,1 4 359,-2-1-359,2 8 0,0-2 0,0 4 90,2-7-90,-4-6-449,3 3-721,4 2 91,1 3-90,5-1-91,-5-4 91,0-3 90,-1 1 1079,2 1 0,-1 2 0,1 1 0</inkml:trace>
  <inkml:trace contextRef="#ctx0" brushRef="#br0" timeOffset="175335">19988 7578 6993,'5'-3'2069,"0"1"-1350,0 0-629,-2 2 90,1 2-90,-1-1-90,-1 1 90,1 0 90,-2 1 0,0 0-90,-1-1 180,0 1-180,0-3 359,0 2-269,-2 0 90,1 0-90,-1-1 1079,2 1-1169,3-6-90,-2 3 90,3-2-270,-4 3-89,1 0-181,1 0-1619,8-2 810,-4-1-1,3-2 1,-6 2 1259,0 0 0,1 2 0,3-2 0</inkml:trace>
  <inkml:trace contextRef="#ctx0" brushRef="#br0" timeOffset="175917">20483 7683 9332,'-2'-3'2428,"1"1"-2338,0 3 180,0-1-90,-1 2-90,1 0 0,1 0 90,-1 1-180,1-2-90,-1 0-90,3 1-630,3-2-89,-1 1-180,1-7-1,-4 0-89,-3-2 89,0 0 1080,-2 3 0,-1-1 0,-2 2 0</inkml:trace>
  <inkml:trace contextRef="#ctx0" brushRef="#br0" timeOffset="195190">15709 7868 8342,'-2'-4'1529,"-1"1"-1349,2 1 270,-2 1-90,3-1 90,0 15-361,0-6 541,5 19-450,-3-18 90,1 5 0,-1-10-180,-2 1 449,0 2-449,-4-2 180,-1 6-180,-2-5 540,8 20-540,-1-11 224,3 14 1,1 1-135,-3-2 0,0 4 0,0 1 0,-1-2-45,-1-3 0,2 1 45,0 5-1741,0 1 0,1 1 1561,1 0-229,0-8 0,-1-1 229,1-1-230,-2 12 230,1-15 0,-2 8 0,2-19 90,-2 7 2872,0-7-2962,0 6 777,0-9-777,0 2 520,1-3-520,-2 3 0,2-3 0,-4 2 0,3-4 0,0 0 0,3 0 0,-1-2 0,3 1-90,-2-1-179,-1-2-91,0 0-1529,2-8 540,-1-1-181,2-7-1747,-10-20 2972,-2 11 0,-9-17 0,2 16 0</inkml:trace>
  <inkml:trace contextRef="#ctx0" brushRef="#br0" timeOffset="195955">15251 7555 8162,'-1'-8'2969,"-1"1"-2700,0 7 91,0 2 0,-1 1 360,0 10-361,0-2 1,-2 9 270,1 7 0,-1 7-1266,2-10 0,0 1 906,-1 17-1,-1 3-689,4-19 1,0-1 689,0 15-90,0-13 0,0 0 89,1 12 1,0 2-927,0 2 927,0 1 0,0 0-91,0 0-692,2 0 513,-2-1 0,2-1 135,-1-12 0,1-1-45,0 16-45,0-18 0,0 1 45,0-2 0,0-2 0,0 13-90,2 8 90,0-8-90,-2-11 929,2 3-840,-2-13 1170,1-2-1259,-2-3 0,0-1 0,2 2-563,-3-5 563,2 1 787,-2-4-877,2-3-1174,-2 1 95,-1-6-2108,-1-9 1337,-3-5 141,0-11 180,-3 0-1168,-3-1 2787,-1 2 0,-2 1 0,0 2 0</inkml:trace>
  <inkml:trace contextRef="#ctx0" brushRef="#br0" timeOffset="196627">14716 8110 5710,'5'-11'3276,"-2"2"-1477,-2 0-1259,-2 3 560,-1 2-650,1 2 12,0 1 617,-1 1-497,0 0 138,0 3-270,2 2 0,0 5 1079,0 23-1080,0-9-224,-1 4 0,0 2 225,0 3-486,-1 13 305,2-21 1,1-1-1401,0 14 1221,1-13 0,-1 1 90,1 7 0,0 1-90,-1-3-1888,-1-1 1888,0-2 0,1-4 77,-1-3-167,2-4 1036,1 3-1036,-1-7 0,0 2 0,-2-8 2200,1 1-2200,-1-3 12,4 1-192,-3-3-90,3-2-1079,-1-2 629,-2-1-539,0 0-360,-3-1-360,0-3 0,-1-3 90,-3-4 180,-3-4 1709,-8-10 0,3 4 0,-6-5 0</inkml:trace>
  <inkml:trace contextRef="#ctx0" brushRef="#br0" timeOffset="197109">14281 8128 6993,'5'-3'3058,"0"1"-2338,0 0-180,-1 2-91,-1 2-89,-2 0-90,-1 1 629,-1 2-539,-1 2 90,1 5 1259,0 24-1079,1-9-650,0 19 650,0-16 0,0 3-316,0-8 1,0 0 45,0 17-180,0-16 0,0 2 90,0 0 0,0 0-952,0 13 727,0-15 0,0 0 45,0 6 0,0-2-198,0-4 108,0-4 0,1-5-180,0 2-90,2-6 144,-2 0-594,-1-3 271,-1-2-1440,-2-4-235,2-4-1153,-1-19 618,-1 4 1400,-3-13 1099,-3 10 1,-3-4 0,-2 1 0</inkml:trace>
  <inkml:trace contextRef="#ctx0" brushRef="#br0" timeOffset="200306">15672 9038 11131,'-5'1'1349,"2"0"-1169,3-1-90,-1 0 270,0 1-271,-1-1 271,9 5-360,-3-4 0,11 2 90,-7-2-90,20 2-90,-13-2 90,12 2-180,-13-5-2158,15-7 1078,-13 4 91,9-8 0,-21 7 1169,-2-4 0,-2 5 0,0 0 0</inkml:trace>
  <inkml:trace contextRef="#ctx0" brushRef="#br0" timeOffset="200548">15947 8925 7623,'3'9'2968,"0"-3"-2698,0 2-90,-1-2 269,0 9-359,0-3 0,0 13-90,-2-10 0,0 4-90,0-4-90,0 0-1079,-2 3 270,1-6-91,-2-1 1,1-6 1079,-7-1 0,1-1 0,-4-1 0</inkml:trace>
  <inkml:trace contextRef="#ctx0" brushRef="#br0" timeOffset="201631">15011 9168 7443,'3'3'2428,"-2"1"-2068,0-1-90,-1-1 0,0 1-90,2-1 90,-2 1-91,1-2 1,-1 1 180,0 0-270,1 0 0,0-1 0,2 1 0,-1-2 0,5 0-90,-1 0 0,4-2 0,-3 1 0,14-5-90,-9 3 90,10-3-180,-10 4-3097,5-4 2442,-2 1 277,4-2-252,-6 2-179,-3 1-1080,-4-1 1170,-5 1 899,0-2 0,-2 1 0,1-1 0</inkml:trace>
  <inkml:trace contextRef="#ctx0" brushRef="#br0" timeOffset="201981">15256 9040 7533,'7'1'3276,"-1"1"-1875,-4-2-771,2 0-450,-1 0 89,4 0-179,-3 0-90,3 0 0,1 0 0,-2 0 90,10 1-90,-7 0 0,4 3 0,-4 2 90,-3 0-90,2 3 0,-2-1 0,-1-1 90,-2 2-90,1 0 0,0 4 0,-3-2 0,2 2 0,-3-2 0,0-4-360,2 1 91,1-5-361,4-1-360,2-3-269,1-3 0,1-3 90,0-3-1,-1-1 1170,4-3 0,-1 0 0,2-1 0</inkml:trace>
  <inkml:trace contextRef="#ctx0" brushRef="#br0" timeOffset="202653">14644 9095 8882,'0'5'1979,"0"0"-1709,0-2-1,1-2-89,0 1 0,2-2 0,0 2-90,1-2 0,2 0 90,14-6-90,-8 3-180,15-5 0,-17 6 0,3-2-809,-1-2 89,-4 1-269,1-4-1,-6 0 1,-4 2 89,0-3 990,-1 0 0,1 0 0,1-1 0</inkml:trace>
  <inkml:trace contextRef="#ctx0" brushRef="#br0" timeOffset="202955">14811 8908 7533,'20'0'2878,"-8"0"-2788,6 0 0,-10 0-90,-2 0 90,0 0 0,-2 1 180,0 2-90,-3 3-90,0 1 269,-3 6-269,-1-3 0,-2 5 0,-1-5 0,0 0 0,-2 0-90,2 0 0,0 0 90,1 2-90,1-3 0,1 1 0,2-4 0,2-1 0,1-1-90,0-2 90,1 0 0,-1-2 0,1 1-90,-1 0 0,1 2-360,3 0-89,-2 0-361,1 1-1169,-13 1 1080,-2 0 0,-11 2 989,5-3 0,-2 1 0,3-1 0</inkml:trace>
  <inkml:trace contextRef="#ctx0" brushRef="#br0" timeOffset="-213285.73">16232 8040 10591,'0'6'899,"0"-2"-629,0-1-180,0-3 90,3 4-180,-3-3 90,2 4-90,-4-5 0,2 1 0,4-1 0,-2 1 0,3-1 0,-3 1 0,2 2 0,-2-1 0,2 1 0,-1-1 0,0-2 0,-1 2 0,-1-1-2249,-1 0 1080,-1-5 90,-2 1-1,-2-4 1080,1 0 0,-1 1 0,3-4 0</inkml:trace>
  <inkml:trace contextRef="#ctx0" brushRef="#br0" timeOffset="-212346.73">15684 7913 8072,'0'5'2789,"0"1"-2250,1-2-89,1-1 720,2 5-811,-2-3 271,2 2-270,-4-4 1259,0-2-1889,0 0-90,-2 1-809,2-1 179,0-4-449,-1-3 0,1-6 0,-4-2 90,-1-2 89,-2-2 1260,-2 1 0,-1 0 0,0 1 0</inkml:trace>
  <inkml:trace contextRef="#ctx0" brushRef="#br0" timeOffset="-211893.73">15204 7598 7533,'13'11'2788,"-1"0"-2608,-7-4-90,0-1-90,0 0-90,0-2-90,0-2-360,0-1-2068,-2 1 1708,-9-7 900,2 1 0,-7-4 0,6 2 0</inkml:trace>
  <inkml:trace contextRef="#ctx0" brushRef="#br0" timeOffset="-202676.73">14749 9440 8882,'2'-4'1619,"1"1"-1439,-1 0 0,0 1 449,-1-11-629,-2 7 90,-1-9-90,0 12 0,0-2 0,1 5 90,1-1 1080,-2 1-900,-1 2-181,1-1 181,-1 1-180,2-2 360,-1 3-360,-1 0 0,0 4 270,2-2-270,2-2 269,1 3-179,0-2 90,2 7-180,-1-4 90,1 7-90,0-5 0,1 0 0,-1-2 0,1-2 90,1 2 0,0-2-180,1 4 90,-1-3 0,4 4-90,-3-3 89,2 1-89,-4-4 0,5 1 90,-3-3-90,4 2 0,-4-1 90,10 0 0,-6-1-90,8 0 180,4-2-90,-6 0-90,9-1 0,-6-2 90,-4 1-90,3-3 0,-5 2 0,13-5 0,-9 3 0,10-3 0,-14 3 180,4-2-180,-6 1 180,2-1-90,-7 2 0,1 1-823,-1 1 912,1 0-89,-1 1 0,1 0-90,-2 0 0,0 2 90,1-1-90,-1 1 913,1 0-823,5 0-90,-2 0 0,2-2 0,-2 2 0,3-1 90,-1 1 0,2 1-90,0 1 0,-1-1 0,6 0 90,-6-1-90,3 0 0,2 0 0,-4 0 0,4 0-3277,-5 0 3162,0 0 115,1 0 0,1 0 0,1 0 0,6 0 0,-4 0 0,4 0 180,-7 0-180,0 0 0,-2-1 0,2 0 0,-1-1 3276,0 1-3160,1 1-494,-1 0 468,7 0-90,-4 0 0,5 0 0,-7 0 0,-2 0 0,3 0 0,5 1 0,-3 1 0,1 0 0,-5-1 0,-4 2 468,2-2-468,0 2 0,-1-1 0,5 1 0,-5-1 0,3 1 0,-4-2 0,0 1 0,0 0 0,0 0 0,0 1 0,0-1 0,-1 1 0,0-1 0,14 5 0,-12-5 0,13 5 0,-15-5-90,1 0 180,0 1-90,0-1 0,0 1 0,0-1 0,-1 0 0,0 1 0,-2 0 0,1-2 0,-2 1-90,0-2 90,-1 2 0,0-2 0,0 0 0,4 0 0,-3 0 0,4 0 0,-1 0 0,0 0 0,1 0 0,1-2 0,0 1 0,2-1 90,-1-1-90,5 1 0,-4-1 0,1 1 0,-5 0 0,-2 0 0,1 2 0,-1-1 0,2 1 0,-2 0 0,-1 0 0,2 0 0,-5 0 0,8 0 0,-7-2 0,3 1 0,-1-1 0,-1 0 0,-1 1 0,-1 1 0,0 0 0,0 0 0,1 0 0,-3 0 0,1-1 0,0 0 0,0-1-90,4-1 90,0 1 0,2 0 90,0 1-90,-1-1 0,1 1 0,-1-3 0,1 2 0,-1-2 0,1 3 0,-2-2-90,0 2 180,-1-1-90,-1-1 0,0 1 0,-3-1 0,0 1 0,-1 0 0,0 0 0,0 1 0,0-1 0,0 0 0,0 1 0,0-4 0,0 2 0,0-2 0,0 1 0,1 1 0,1-1 0,-1 0 0,0 2 0,-1-2 0,0 1 0,0-4 0,0 3 0,0-2 0,0 1 0,0 1 0,-1-1 0,1 0 0,-1-1 0,1 0 0,0-2 0,0 1 0,0-1 0,0 1 0,0-1 0,1 1 0,0-1 0,2-2 0,-2 2 0,1-1 0,0-1 0,0 1 0,0-2 0,-1-1 0,-2 1 0,0-1 0,0-1 0,1 2 0,0 0 0,0-4 0,0 5 90,0-3 0,0 7 0,0 0 0,0 2 0,0 0 0,0 2-90,0-1 0,0 2-270,2 1-360,0 0 91,1 3-2700,-3 0 1081,-3-2-1,0-4-1118,-2-8 1787,0 2 1490,-3-1 0,0 3 0,-2 1 0</inkml:trace>
  <inkml:trace contextRef="#ctx0" brushRef="#br0" timeOffset="-194066.73">5882 11455 7533,'2'-5'2338,"0"0"-1888,-1 0-180,-1 0 360,-1-13-451,-1 8 721,0-22-720,-1 24 539,1-12-629,-1 17 450,-1 2-450,1 6 180,-5 9-90,3-2-90,0 13 0,2 1 0,1-3-90,1 4 0,1-1 0,3-12 0,5 9 0,-5-14 0,5 3 0,-4-10 0,17-8 0,-9-1-90,21-10 90,-18 5 0,7-2 0,-7 3 0,8-8 0,-9 7 0,9-7 0,-14 12 0,2 0 0,-6 4 0,-1 1 0,-3 2 90,-1 3 0,0 2-90,0 4 90,0 3 89,0 19-179,0-8 0,-1 4 0,-1 1 90,-1-2-571,-1 13 481,0-19 0,0 7 0,-2-6 0,-4 6 0,1-10-270,-13 14-315,8-13 316,-8 9-979,8-13 79,7-8-181,-2-4 1,5-9-1080,-1-14 2429,3 4 0,1-8 0,4 7 0</inkml:trace>
  <inkml:trace contextRef="#ctx0" brushRef="#br0" timeOffset="-193690.73">6414 11335 7892,'3'-1'3149,"0"2"-2879,-5 0 269,0 4-359,-2-1 90,-1 1-90,0 2 90,-1 1-90,-1 4 0,0 1 89,-1 3 91,0 9-3637,2-4 3432,0 7-2333,4-8 2268,1 0-245,-1-1 245,2 0 0,2-2-90,0 1 0,5 5 0,0-7 2191,3 3-2191,-1-9 3276,-1-1-3634,17-4 178,-8-2-180,13-5-179,-11-1-361,1-4 77,-2-1-1786,1-11 1440,-9 2 90,-2-7 1079,-10 7 0,0 2 0,-2 2 0</inkml:trace>
  <inkml:trace contextRef="#ctx0" brushRef="#br0" timeOffset="-193495.73">6329 11335 7263,'6'-2'3276,"0"-1"-3134,-3-1-322,4 1-1169,2-5 449,0 2 1,1-3 899,4-3 0,-3 3 0,5-2 0</inkml:trace>
  <inkml:trace contextRef="#ctx0" brushRef="#br0" timeOffset="-193156.73">6747 11368 9332,'3'-3'2248,"-2"2"-1978,-4 0 0,1 1 0,-2 1 0,0 1 0,1 4-90,-2 3-1,0 4 1,0 2-90,0 2 90,0 3-90,1 2-671,0 0 671,3 1-90,1-1-56,1-1 56,2-1 0,-1-1 0,2 4 0,0-5-180,2 7 1,-2-13 486,1 1-2286,2-3 810,-5-7-1200,4 1 1289,-11-11 1080,4-2 0,-3-3 0,4 2 0</inkml:trace>
  <inkml:trace contextRef="#ctx0" brushRef="#br0" timeOffset="-192717.73">6842 11308 7083,'9'3'3058,"-2"0"-1978,2-2-721,-3-2-89,3-2-90,-1 0 0,0-2 180,12-10-270,-6 5-375,8-7 285,-11 9 90,-2 0-90,-1 1 0,1-2 90,-3 2-90,1 1 90,-3 1 0,-2 4 914,0-1-914,-3 6 90,1-1-90,-4 6 0,3-3 90,-3 3-90,2 1-90,1-1 90,2 2-90,1-2 0,1 2 90,-1 2-90,1 1 0,-1 4 0,1-2 0,-2 10 0,0-5-612,-1 7 701,0-8-89,-1 0 0,0 0 0,-2-1 0,-4 6-3189,1-7 3189,-3 4 0,2-8 0,0-3-90,-4 7-90,4-7 320,-4 5-1219,6-5-91,0-7-179,1 1-90,0-8-1170,-4-5 2609,2 1 0,-2-5 0,3 3 0</inkml:trace>
  <inkml:trace contextRef="#ctx0" brushRef="#br0" timeOffset="-192078.73">7662 11393 7623,'-7'-3'3276,"-1"1"-1785,1-1-1041,-1 1 539,-1-4-719,4 2-90,-1-1 0,10 1-90,1 1-90,5 0 90,10-3-90,8-2-1025,3-1 1025,1-1-90,-8 3-179,0 0-1,-3 1-90,-1 1-180,-2 0-1439,2 0 810,-9 0-90,-1 0-1,-12 0 1260,-9 1 0,0 4 0,-5 1 0</inkml:trace>
  <inkml:trace contextRef="#ctx0" brushRef="#br0" timeOffset="-191895.73">7680 11478 7892,'-5'6'3276,"0"-1"-2144,-2-1-502,0-2-181,-1 1-89,2-1 180,11 1-360,1-2-90,9 0 0,8-1-90,-2 0 0,7 0-1125,1 2 1,1 0-225,3 0 331,-3 0 0,-1 0-512,-6-3 271,-2 1 1259,-3-1 0,-4 2 0,-4 0 0</inkml:trace>
  <inkml:trace contextRef="#ctx0" brushRef="#br0" timeOffset="-183772.73">8410 11373 8612,'-3'-11'2159,"1"2"-1799,1 2 269,-1-1-269,2 2 540,3-5-631,-2 6 1261,6-6-1351,-3 10 181,4 4-180,-3 3 0,4 5-45,9 6 0,4 1-135,0 1 45,5 4 0,1-1-45,-5-7-135,2 1 0,1 0-45,-4-4-3097,15 9 2532,-26-16-606,-2 0 182,1 0 449,-5-2-180,1 1-269,-3-3-1458,-4 1 1458,-4-5 179,-3 3 990,-2-2 0,1 4 0,2 1 0</inkml:trace>
  <inkml:trace contextRef="#ctx0" brushRef="#br0" timeOffset="-183582.73">8557 11663 7623,'5'-7'2698,"0"0"-2338,-1-3 0,0-3-180,0-2 89,3-12-179,0 4-459,2-9 369,-1 8 90,-1-1-90,2 0 0,0 1-90,1 1 0,0 0-90,0 2-3097,4-8 1425,-5 9 863,3-6-397,-8 10 397,0-1 989,-1 1 0,0 3 0,1 1 0</inkml:trace>
  <inkml:trace contextRef="#ctx0" brushRef="#br0" timeOffset="-183291.73">8948 11260 7353,'0'14'3276,"-2"-5"-2594,-1 6-503,-2-7 91,-2 2-90,1 1 90,-3 6-180,4-3 0,-1 3-90,4-4 90,0-1 90,2 7-90,2-4-90,1 6 90,4-2-90,-1-4 0,4 4 0,-4-7 0,2-1-360,6 7 180,-4-9-180,6 2-359,-5-11-271,-1-4-89,1-3-1080,0-12 1170,-3 1 989,-1-7 0,-2 7 0,-1 0 0</inkml:trace>
  <inkml:trace contextRef="#ctx0" brushRef="#br0" timeOffset="-183073.73">8858 11243 8522,'2'-7'3276,"1"0"-2684,3 1-592,1 0 0,6-1-360,5 2 90,-4 2-179,5 2-361,-6 3-1169,2 0 900,-3-1 1079,3 2 0,-8-2 0,1 2 0</inkml:trace>
  <inkml:trace contextRef="#ctx0" brushRef="#br0" timeOffset="-182853.73">9153 11253 7083,'2'6'3276,"4"0"-2414,-3-1 127,5 6-719,-6-3 90,3 7-180,-5-3-90,1 2-1,-1 1 1,0 1 0,0 1-90,0 0 0,1-1 0,3 14-90,-1-13 0,1 9-89,-3-15-91,-1-2-90,0 0-180,0-3-1349,1-1 1079,-1-3 1,-3-7-1,-3-3 1</inkml:trace>
  <inkml:trace contextRef="#ctx0" brushRef="#br0" timeOffset="-182379.73">9385 11288 7713,'11'-5'3276,"-4"3"-2865,5-6-321,-5 3-90,1-3 0,0 1 0,0-1 0,0 1 0,1-1 0,-2 2 90,0 0-90,-1 1 0,-1 1 90,0-1 0,-1 2 90,0 0-90,-1 1 180,0 0 90,-2 2-270,0-2 0,0 4 0,2-1 0,0 2 89,1 3-89,-1 1 0,-1 5 0,-2-1 90,5 8-3457,-3-3 3252,4 8 25,-4-7 0,1 0 0,-2 2 90,0 0-90,-1 1 0,-1 0 0,0 0 0,-3-1 0,-2 7 0,-1-7 90,-1 5-90,-3-3 0,3-5 0,-2 4-90,4-9 0,1 1 0,0-2 3212,0-2-3571,1 1-361,1-4-269,1-1-181,0-5 1,-1-3-1080,-3-9 2339,4 3 0,-2-7 0,2 6 0</inkml:trace>
  <inkml:trace contextRef="#ctx0" brushRef="#br0" timeOffset="-180652.73">9878 11570 8072,'4'-2'2699,"-1"-1"-2159,0 1-181,-1-1 1,1 0 0,0 1 0,1 0 269,15-5-539,-9 4 0,19-2-90,-14 3 0,8 2 0,-4-2 0,2 1 0,1-2-3277,0-1 3162,11-2 25,-9 1-321,6-2 231,-12 2-565,3-5 115,-7 3-179,1-3-271,-9 5-1168,-7-1 1168,-5 2 1080,-5-1 0,-2 2 0,1 0 0</inkml:trace>
  <inkml:trace contextRef="#ctx0" brushRef="#br0" timeOffset="-180413.73">10053 11338 6813,'-2'7'2699,"1"1"-2160,0-1-89,0 2 90,-2 7-360,2-2 179,1 16-269,1-12 0,2 9 0,-1-8 0,2 1-90,0 0-90,1 1-180,0 7-269,-1-6-271,-1 2-1259,-1-5 1080,-1-9-1,-1 1 990,0-9 0,2-3 0,1 0 0</inkml:trace>
  <inkml:trace contextRef="#ctx0" brushRef="#br0" timeOffset="-179962.73">10468 11323 11850,'1'-5'900,"0"2"-630,3 3-180,-1 0 89,0 0 1,3 1-90,-1 2 0,2 2 90,3 7-90,0-1-90,5 5 90,5 4-90,-4-5 0,5 7 0,3-1 0,-6-6-90,5 3-90,-1-4 0,-6-4-90,3 2 1,-9-4-811,-3 0-1108,-3-3-61,-2-1 1080,-7-8 1169,-5 0 0,-4-1 0,-2 3 0</inkml:trace>
  <inkml:trace contextRef="#ctx0" brushRef="#br0" timeOffset="-179762.73">10485 11565 7173,'-1'-11'3276,"3"-6"-2594,1 4-502,5-5-1,1-2-89,1 2-90,3-5 0,7-2-90,3 1-3187,1 0 2533,-2 6 24,-8 8-179,-3 2-181,-1 2 91,-5 1 89,0 1 900,-4 2 0,2 2 0,-2 1 0</inkml:trace>
  <inkml:trace contextRef="#ctx0" brushRef="#br0" timeOffset="-179436.73">10916 11348 7892,'15'1'3276,"-3"-1"-2054,-9-1-592,-1-1-271,-1 1-179,1 4 0,-2 2 0,0 3-3212,0 11 3122,1-5-60,0 7 60,2-8-90,0-1 0,1 2 0,1 0 0,-1 1 0,1 0 0,-1 0 90,2 0-90,0-2-90,5 7 0,-3-8 3182,3 5-3362,-3-7 0,-1-1-179,1-2-361,-1-2-1619,1-5 1170,-4-5 90,-2-6 89,-3-3 1080,-1-3 0,0-2 0,1-1 0</inkml:trace>
  <inkml:trace contextRef="#ctx0" brushRef="#br0" timeOffset="-179245.73">10880 11243 6993,'12'4'3276,"5"-1"-2684,-7-3-502,5 1-360,4-1-180,-2 2-269,4-4-1170,-3 0 989,-7-1 900,3 1 0,-5 1 0,1 1 0</inkml:trace>
  <inkml:trace contextRef="#ctx0" brushRef="#br0" timeOffset="-178910.73">11263 11343 7083,'3'6'3276,"-1"0"-2504,-1-1-413,1 0-179,-2 0-2043,-2 0 2043,1 1 488,-1 2-489,-1 1 1,1 2-90,-1 1 0,1 2 0,0 2 0,1 1 1556,2 0-1556,2 8-90,1-6 0,1 3 0,0-9 0,1-3 0,0-3 0,3-2 0,0-3 0,2-4 0,0-4 0,3-3 0,0-3 0,7-11 0,-4 3 0,4-8 0,-3-7-90,-7 9 90,3-17 0,-10 19 0,-1-5-90,-6 12-360,-4-3 180,-1 8-270,-2-1-359,0 7-1260,-8 1 990,2 1 179,-8 0 990,7 3 0,2 0 0,1 1 0</inkml:trace>
  <inkml:trace contextRef="#ctx0" brushRef="#br0" timeOffset="-178532.73">11451 11263 7533,'21'1'3276,"-1"-1"-2145,-7 1-951,-2-1 0,4 0-90,-4 0 0,0 1-90,1-1 90,-1 2 0,-1 1-90,0 0 0,-1 2 90,-1-1 0,-1-5 0,-1-1 0,-2-3 0,-1 1 89,0 1-89,-1 0 0,1 2 0,-2-2 90,0 3-180,1 3 90,0 2-90,2 5 0,-3 0 0,0 1 90,-1 3-90,0 1 90,0 1-90,-1 2 90,-1 9 0,-1-5-422,-1 9 332,1-8 0,-1 1 0,-2 2 90,-1 1-90,-5 10-3277,-2 2 3005,5-11 0,-1-1-178,-3 9-1557,2 4 748,9-30-90,1 0 89,2-13 1313,3-6 1,2-2 0,3-4 0</inkml:trace>
  <inkml:trace contextRef="#ctx0" brushRef="#br0" timeOffset="-178139.73">12256 11538 8162,'2'7'3238,"1"-1"-2698,-1-2-180,1-4 180,4-1-450,1-3 90,7 0-91,11-3-89,-2 3 0,8-3-612,6-1 612,-9 3 0,7-2 0,-2 0-90,-12 3 0,8 0-450,-8 1 90,-5 1-359,-2-1-181,-10 2 434,-3-4-614,-4 0 91,-3-4 1079,-3 0 0,-4 2 0,-1 1 0</inkml:trace>
  <inkml:trace contextRef="#ctx0" brushRef="#br0" timeOffset="-177926.73">12363 11248 7083,'-3'7'3276,"0"-1"-2055,-2 10-951,1-4 0,-1 9 0,0-2-90,0 3 0,0 3-90,1 2 0,1 1-90,0 9-45,0-8 0,1 0-495,7 15-2737,-1-13 1723,6 6-695,-1-11 1080,-3-9 179,1 0 990,0-11 0,0-5 0,3-1 0</inkml:trace>
  <inkml:trace contextRef="#ctx0" brushRef="#br0" timeOffset="-177526.73">12868 11318 7982,'6'-3'2879,"-2"1"-2340,-2-1-89,-1 1-90,-1-1-90,0 1 90,1 0-90,0 2-1,3 1 1,0 3-90,2 1 0,2 0 0,2 3 90,1-1-180,9 9 0,-3-2-90,6 5 90,4 2-90,-5-6-90,4 4 0,-2-2-90,-7-5-90,4 3-180,-7-6-89,0-3-361,-3 0-269,-1-2-91,-4-2-1168,-6-2 1348,-6-1 1080,-1-1 0,-2-1 0,2 1 0</inkml:trace>
  <inkml:trace contextRef="#ctx0" brushRef="#br0" timeOffset="-177345.73">12926 11545 7982,'2'-22'3276,"5"-6"-2774,-2 10-412,5-8 0,3-2-90,0 5-90,7-7-360,5 4 1,-5 7-451,4-2-1169,-10 5 1080,-6 5 90,-5 0 899,-3 7 0,-2 2 0,2 2 0</inkml:trace>
  <inkml:trace contextRef="#ctx0" brushRef="#br0" timeOffset="-176757.73">13356 11290 6993,'3'-5'3276,"-2"-4"-2684,0 1 217,-3-6-629,1 7 90,-3-2-90,3 6-90,-1 2 90,2 5-90,1 3 0,-1 4 0,3 2 90,-3 9-180,1-2 90,-1 18-90,0-14-334,1 8 334,-1-9-3277,3-1 3272,-1-1 5,3 6-90,0-8 0,2 3 1,-1-10-361,3 3 180,1-7-180,3 1-179,0-8-271,1-4 44,-2-3-224,-1-3 91,-2-3 90,-1-3 899,-1-1 0,1-2 0,-1 1 0</inkml:trace>
  <inkml:trace contextRef="#ctx0" brushRef="#br0" timeOffset="-176359.73">13656 11405 6813,'24'-1'3276,"-3"0"-1785,-12-3-1311,0 0-90,2-1 0,0 0 0,11-2-90,-6 0-3277,26-5 2802,-20 5-508,14-1 263,-20 3-269,-2 2-91,-4-3 1080,-4-1 0,-3 2 0,-2 0 0</inkml:trace>
  <inkml:trace contextRef="#ctx0" brushRef="#br0" timeOffset="-176129.73">14054 11272 6903,'2'7'2878,"1"-2"-2338,-2 2-90,0 0-90,-2 0-91,1 2 1,-1 0 180,5 14-360,-2-6-90,5 10 0,-3-9-90,1-1-90,1 1-629,4 7-91,-3-8-89,0 6-91,-5-13 1,-5-2 90,-1-3 989,1-2 0,1-2 0,2-1 0</inkml:trace>
  <inkml:trace contextRef="#ctx0" brushRef="#br0" timeOffset="-175262.73">14281 11167 7713,'3'6'2698,"0"-3"-2428,1-1-180,1-4 0,1 0 0,1-2 0,1-1 0,1-1 0,3-4 0,-2 2-1,1-2 1,-5 3 90,0 1-90,-1-1 90,-1 1 0,0 2 90,-3-1-180,0 3 180,-2-1-90,0 3-90,-2 2 0,1 1 89,-1 1-89,0 2 0,0 2 0,-2 7 0,3-1-3367,0 7 3162,3-5 115,1 0 18,0 1-18,2-2 0,3 6 0,0-4 90,3 6-90,1 1 0,-3-5 90,2 8-90,-4-8 90,3 22-527,-3-14 437,4 17 0,-4-19 0,0-1 0,1-2 2756,1 5-2756,-4-9 97,2 2-97,-4-8 0,-5 0 0,-2-3 634,-4 1-814,-8-3 324,2-4-593,-4 1-1350,2-8 539,5-3 1,-3-5 0,5-4 179,1-2 1080,2 2 0,1-1 0,1 2 0</inkml:trace>
  <inkml:trace contextRef="#ctx0" brushRef="#br0" timeOffset="-174740.73">14921 11498 8162,'-3'-5'3238,"-1"0"-2518,1 0-180,1 0-90,-1 0 269,1-2-449,1 4 90,3-2-270,2 2-90,6-2 90,11-2 0,-1 1-90,10-1 0,16-2 0,-14 2-1639,-4 2 1,1 0 1253,9 0-2243,-2 0 2358,-5 1-605,-11 3 336,-1 0-271,-3 1-179,-1-2 1877,-3 1-2057,-4-3 3167,-4-1-3077,-3 0 1316,-3-2 0,-3 2 1,-2-1-1</inkml:trace>
  <inkml:trace contextRef="#ctx0" brushRef="#br0" timeOffset="-174491.73">15094 11255 6903,'2'6'2878,"1"1"-2248,-1-2-180,0 1-90,-1 0 449,-1 14-4021,-2-6 3392,-1 11-90,-2-8 90,1 3-90,4 12-90,1-7-273,4 7 183,0-11 0,2 1-90,-1-4-90,1 0-269,2-3-271,-1-3 2084,-2 0-3523,-2-7 1169,-3-1 1080,1-6 0,1 0 0,2-3 0</inkml:trace>
  <inkml:trace contextRef="#ctx0" brushRef="#br0" timeOffset="-173812.73">15742 11283 10231,'1'-7'1979,"0"2"-1619,2 2-90,-1 0-90,1 2 89,0 1-179,2 2 270,8 5-270,-1 1 0,5 5 90,3 7-90,-3-2-1696,1 3 0,2 0 1606,3 2-884,-6-5 0,-1 0 794,3-1-454,-2-1 364,0 1-89,-1-4-631,4 3 1,-5-5 2155,2-1-2425,-10-7 1119,-4-1 50,-17-6 0,3 2 0,-11-2 0</inkml:trace>
  <inkml:trace contextRef="#ctx0" brushRef="#br0" timeOffset="-173652.73">15764 11520 7713,'10'-12'2428,"0"-2"-1978,8-9-360,-3 5-90,8-7-270,6 1-692,-5 7 243,7-6-2558,-9 7 904,-1-2 2064,-2 1 309,-1 0 0,-1 1 0,-1 1 0</inkml:trace>
  <inkml:trace contextRef="#ctx0" brushRef="#br0" timeOffset="-173388.73">16194 11235 7353,'2'8'2878,"-2"-1"-1888,-3 4-541,0-2-179,-1 4 450,0 2-181,-1 6-269,2 2-90,0 4-255,2-5 255,0 2 0,1 12-90,1-8 0,2 7-90,5-3 0,-1-8 0,5 5-270,6-2 90,-5-11-360,12 5 181,-12-16-2070,8-8 1260,-13-2-1,3-9-899,-9-5 2069,-1 3 0,-2-6 0,-1 6 0</inkml:trace>
  <inkml:trace contextRef="#ctx0" brushRef="#br0" timeOffset="-173175.73">16139 11243 8072,'19'-10'3239,"2"1"-3150,-12 4-89,5-1 0,-3 1-89,0 1-1,2 0-270,-1 2-360,1-1-269,-3 1-1,-1-1 1,-6 2 989,0 0 0,-3 1 0,0 0 0</inkml:trace>
  <inkml:trace contextRef="#ctx0" brushRef="#br0" timeOffset="-172244.73">16382 11450 8522,'0'5'2789,"0"1"-2340,2-1-359,0-1 90,1-1-90,1-3-90,0-2 90,1 1-90,1 1 0,0-1 0,7 0 0,-2-1 0,19 0-3277,-13 1 2532,14-3-382,-15 1 227,3-2-223,-7 2 44,-1-4-1,-2 1 181,1-1 899,0-1 0,0 2 0,1 0 0</inkml:trace>
  <inkml:trace contextRef="#ctx0" brushRef="#br0" timeOffset="-171751.73">16689 11330 7982,'-2'2'3276,"3"-5"-2054,2-3-1042,3-1-90,3-5-90,-3 7 0,12-5 0,-10 6 0,15-2 0,-14 4 180,17 2-90,-18 2 89,7 3-89,-10 0 180,1 8-180,-3-1 0,0 7 90,-6 4-90,0-4-391,1 6 391,1-9-90,1 1 90,3 9-90,-1-11 0,6 12-90,-3-19 90,3 3-90,-2-7 1,3 0-181,-1-3 210,0 0-389,0-2-451,-1 0-179,1-3-180,0-2-1,1-3-988,8-11 2248,-4 4 0,5-7 0,-6 8 0</inkml:trace>
  <inkml:trace contextRef="#ctx0" brushRef="#br0" timeOffset="-171333.73">17107 11145 7353,'5'-2'3276,"0"-2"-2415,-1 0-591,-1-1 270,1-4-450,-1 4 0,3-6 90,-3 9-90,3-2-90,-4 4 90,1-3 0,-1 3 0,-2 0 0,3 2-1,-2 0 1,1 2 180,3 3-180,-1 1 180,5 11-180,-4-4 90,4 8 0,-3-3 0,6 15-3457,-2-6 3342,3 12 25,-3-8-681,0 1 681,0 2-1,0-1 91,1 1-45,-4-12 0,1-1-45,3 12 0,1 6-90,-6-18 90,-2-3-90,-2-1 90,-2-3-90,-1-2-1194,-4-1 1194,-1-5 0,-5 1 2175,-3 0-2355,-4-2-270,-3 1-89,-2-3-451,-3-3-359,-1-2-90,-3-3 118,-3-4-119,-3-3-776,-1-1 2216,-2 1 0,0 0 0,-1 3 0</inkml:trace>
  <inkml:trace contextRef="#ctx0" brushRef="#br0" timeOffset="-158902.73">15049 7515 9242,'1'-5'899,"2"1"-809,-3 3 180,3-6-180,0 2 0,0-4 270,-1-4-270,-2 7 90,0-4-1,-1 4-89,-1 2 180,0-6-180,1 5 180,-1-9-180,2 7 0,0-4 0,0 6-90,0-2 360,0-2-360,2 1 90,-1-2-90,1 5 0,1-3 90,1-1-90,-2-1 0,4-12 0,-3 8 90,3-11-90,-3 13 89,2-5 1,-4 9 0,1-1 270,3 0-360,-5 5 0,3-5 90,-4 7-90,1-3 0,0 3 0,1-5 0,-1 3 270,0-4-180,0 6 180,0-1-180,0 2 90,0 0-90,0-2-90,1 1 89,0-1-89,2 1 90,-1-2-90,1 0 0,-1-1 90,1 0-90,2-2 0,-2 2 90,3 0-90,-4 2 0,3 1 0,-1-1 0,1 1 0,0-1 0,1 1 0,0-1 0,2 1 0,-1-1 0,4 2 90,-2 0-90,1-1 0,-2 1 90,1-1-90,-1-1 90,2 2 0,5-2 0,-3 2-90,10-3 0,-7 2 90,4-2-90,3 2 0,-6-1-3277,13-1 3252,-13 2-191,6-2 306,-7 2-90,-1-1 0,0 0 90,-2 1-90,-1 0 3276,1 0-3267,3 1 314,-4 1-323,5 1 0,0 2 90,-5-1-90,5 2 0,-2 0 0,-3 0 0,4 1 90,-5 0-90,1-1 0,0 2 0,2-3 0,-1 1 0,1 0 0,-1-2 0,1 2 0,-1-3 0,6 1 0,-4-2 0,4 2 0,-2 1 0,1 0 0,-2 1 0,-2-3 0,-5 2 0,-2-2 0,-1 2 0,2 0 0,-1 0 0,1 1 0,-2-2 0,0 1 0,0-1 0,0 1 0,0-1 0,2 2 0,-1-2 0,1 2 0,-2-1 0,1-1 0,0 1 0,1-1 0,-1-1 0,2 1 90,-1-2-90,4 0 0,-4 0 90,3 0-90,-5 0 0,0 0 90,0-2-90,0 2 0,2-1 90,-2 0-90,3 0 0,-4-2 0,-1 2 0,0 1 0,-1 1 0,1 0 0,-1 1 0,1-2 0,-1 0 0,2 1 0,0-1 0,1 1 0,2 0 0,-3 0 0,3 2 0,-4 0 0,2-2 90,-2 0-90,1-2 0,-1 1 0,1-1 0,-2 1 89,1 0-89,0 0 0,1 0 0,0 0 0,3 0 0,-3 1 0,4-1 0,-3 1 0,-1-1 0,-1 0 0,0 0 0,-1 0 90,0 0 0,-1-1 720,-1 0-720,0-2-90,1 1 0,0-1 0,2 1 0,-2 1 90,0 0 0,1 4-90,0-3 0,2 1 0,-3 0 0,2-1 0,-1 2 0,3-2 0,-2 0 0,0 1 0,0 0 0,0 0 0,0 1 0,1-2 0,-2 0 0,1 0 0,-2 0 90,0 1-90,0-1 0,1 1 0,0-1 180,0 0-180,0 0 0,-2-1 0,2 0 0,-1-2 90,1 2-90,-2 0 0,2 1 0,0 0 0,0 0 0,0 0 0,0 1 0,-2-1 0,2 1 0,0-1 0,-1 0 0,1 0 0,-1 3 0,0-2 359,-1 3-269,1-9-90,0 4 0,2-3 0,-1 4 0,1 0 0,-2 0 0,0-2 0,0 0 0,0-2 0,1 1 0,-2 2 0,2 4 90,0-2-90,-1 2 0,1-6 0,-1 1 0,0-1 0,-1 2 0,1 5 0,-1-1 0,1 1 0,-1-4 0,4-1 0,0 1 0,1-1 0,1 1 0,-3-2 0,0 2 0,-1-1 0,-1 1 180,0-1-180,0 1 0,2-1 0,-1 1 0,1 0 0,-1 0 270,0 0-270,0 1 90,-2-1 0,2 1-90,1-1 0,0-1 0,-1 0 90,-1-1-90,-3 0 0,1 1 0,-1 0 0,2 4 0,0-1 0,0 1 0,0-2 180,0 1-270,-3-2 180,2 1-90,2-5 0,-1 4 270,4-2-180,-5 0 89,1 2-89,4-1-90,-7 4 0,6-2 270,-7 3-270,2-4 0,1 0 0,3 2 0,-1-2 0,3 3 0,-3-3 0,0 0 0,2 0 0,0 0 0,0 0 90,-1 0-90,0 0 0,-1 0 0,2 0 0,-1 0 0,0 1 0,-1-1 0,0 2 0,0-2 0,3 3 0,-1-2 0,-1 0 0,0 1 0,0-1-90,1-1 90,0 2 0,1 0 0,-1 1 0,0 0 90,1-1-90,-1 1 0,1-3 0,1 1 0,0-1-90,0 1 90,2 2 0,-1-2 0,1 2 0,-3-2 0,0 0 0,-2 0 0,1 1 0,3-2 0,-2 1 0,3 0 0,-2 2 0,0-1 0,0 2 0,0 0 0,9 6 0,-6-5 0,8 5 0,-10-8 0,2 4 0,-2-3 0,1 3 0,3-1 0,-4-2 0,5 3 0,-5-2 0,1 1 0,-2 0 0,3 2 0,-2-2 0,2 1 0,-1-2 0,-1 0 0,5-1 0,-4 1 0,4 0 0,-5-1 0,1-1 0,-1-1 0,-1 1 0,0-2 0,4 0 0,-2 1 0,4 0 0,0 0 0,-4 1 0,4-2 0,-2 0 0,-3 0 0,3 0 0,-4 0 0,-1 0 0,-1 0 0,0 0 0,0 0 0,0 0 0,1 0 0,2-2 0,-2 1 0,3-1 0,-1-1 0,5-4 0,-4 3 0,3-1 0,-7 4 0,0 1 0,1-3 0,-2 2 0,1-2 0,-2 2 0,2 1 0,0 0 0,1 0 0,0 0 0,1 0 0,-3 0 0,1-1 0,-2 0 0,3-1 0,0 1 0,1 1 0,0 0 0,0 0 0,-1 0 0,3 0 0,-3 0 0,3 0 0,-2 0 0,0-1 0,0 1 0,-1-1 0,1 1 0,-2 0 0,1 0 0,-1 0 0,1 0 0,-1 0 0,0 0 0,1-2 0,1 1 0,-2-1 0,1 0 0,-1 1 0,-1 1 0,1 0 0,-1 0 0,1 1 0,2 1 0,-2-2 0,2-2 0,-2 0 0,1-1 0,-2 2 0,1 1 0,-1 0 0,6-1 0,-1 0 0,3-2 0,-4 2 0,-4 0 0,-1 1 0,-3-3 0,0 3 0,1-2 0,-1 2 90,1 0-90,0 2 0,1-1 90,0 2-90,0-1 90,0-2-90,3 4 90,-2-1 0,3 2 0,-2 2-90,0-3 90,-1 2-90,-1-5 0,0 1 90,0 0-90,0-1 0,0 4 0,0 2 0,1 0-90,0 4 90,2-2 90,2 9-90,-1-4 90,1 7 0,-1 1 0,-1-4 0,1 7-90,-2-8 90,1 8-1,-1-5-89,0 4 0,0-7 0,-2 0 90,4 12-90,-3-9 0,3 7 0,-2-10 0,0-5 0,-1 1 90,-1-4-90,0-3 0,0 1 360,0 1-270,0-5 90,0 3 0,0-6-450,0 0-539,-2 1-2468,0-2 0,2-1 0,-3-5 0,-2-1 1183,-9-6 2094,-7 0 0,-7-2 0,-2 0 0</inkml:trace>
  <inkml:trace contextRef="#ctx0" brushRef="#br0" timeOffset="-141938.73">21703 6833 7083,'2'-5'2788,"1"0"-2158,-2 0-270,0 1 269,-1-1-359,0 2 1529,-1 1-989,5 9-540,0-1 269,19 17-449,-9-10-1651,6 4 0,0 1 1561,-2 1-1375,10 13 1375,-11-13-487,-1 2 487,0-2 90,19 7-180,-16-11 90,13 6-90,-20-12-540,6 6 271,-8-5-181,5 4 2380,-8-11-2650,-1 0-1004,-9-3 555,-2-1 1259,-14-2 0,4 2 0,-6 0 0</inkml:trace>
  <inkml:trace contextRef="#ctx0" brushRef="#br0" timeOffset="-141703.73">21793 7173 6903,'-1'-7'3276,"1"-1"-1965,1-1-951,1-4 180,4-10-270,0 2-90,11-16-90,-4 15 0,17-14 0,-12 13-1642,7-5 1552,-7 5 0,6-4 11,-6 6-191,4 0-180,-9 8-719,4-1 89,-5 4-89,1-1-90,-8 5 89,-3 3 181,-1 1 1187,1 1 0,-2 1 0,1-1 0</inkml:trace>
  <inkml:trace contextRef="#ctx0" brushRef="#br0" timeOffset="-141426.73">22248 6783 7533,'4'5'2608,"0"0"-2248,-3 1 0,-1 1-180,-1 3 179,-3 8-179,1-3-90,0 6 0,1 3 0,3 2-792,1 0 702,5 5 0,-2-16 0,4 6-125,-1-10 125,-1-1 0,1-3 0,2 0-90,-1-5 0,3 1 333,1-6-602,-2 1-901,6-6 495,-10 3-224,1-5 89,-5 3 900,-2-8 0,-1 5 0,-1-3 0</inkml:trace>
  <inkml:trace contextRef="#ctx0" brushRef="#br0" timeOffset="-141247.73">22251 6718 6813,'14'-4'2609,"-3"1"-2609,4-2-450,-5 2-180,-2 0-989,1-2 900,-4 4 719,1-3 0,-2 4 0,1 0 0</inkml:trace>
  <inkml:trace contextRef="#ctx0" brushRef="#br0" timeOffset="-140838.73">22511 6740 7083,'7'4'2698,"-1"0"-2158,1-1-180,-2 1-90,0 2 179,2 5-269,-2-1 0,3 4 0,-3-2 0,-3 0 180,2 8-180,-3-3 0,2 6-90,-1-5 0,1-1 0,-1 1-1,1-2-3366,0 3 3342,0-6 205,2 2-180,-5-8 90,2-1-90,-4-4 270,3-2-270,0-5-90,3-8 3276,1-1-3070,0-2-206,2-1 0,-1 4 0,1-4 0,0 2 0,-1 1 0,0-2 0,-1 5 0,-1 1 0,1 1 0,0 1 0,1 1 0,-2 3 0,1 1 0,-3 3 0,2-3 0,0 5 0,1 1 0,0 4 0,0 1-90,4 8 0,-2-2 0,4 4-90,-3-4 0,-1-1-90,1 0-359,1 5-1,-2-6-1439,3 4 810,-7-10 869,0-2 0,-3-4 0</inkml:trace>
  <inkml:trace contextRef="#ctx0" brushRef="#br0" timeOffset="-140382.73">22926 6640 7533,'6'1'3276,"0"1"-2505,-2-2-231,1-2-180,-2 2 270,1 0-451,-1 2 1,2-1-90,-1 1-90,1-2 90,3 0-90,-1-1 0,3-3 0,-2 1 0,0-2 0,3-2 0,-4 3 90,1 0 0,-3 2 0,-1 2 0,-1 2 90,-5 1 0,2-1-90,-2 1 0,3 0 0,0 2 0,2 1 0,-1 3-1,2 1 1,0 2-90,1 3 90,1 2-90,-1 1 90,2 2-90,-1 3-337,0 1 427,-1 1 0,2 11 90,-1-10-90,0 9 0,-3-14-3011,-1 5 3101,-1-9 90,-1 0-90,-1-9 135,0-2 45,-1-1-270,0-1 0,-7 0 3186,2-3-3250,-4 0-296,4-1-89,-1 1-181,0 1 0,-1 0-269,-1 0-1441,0 0 1170,1-2-359,-1-1 0,0-3 0,-1 0-900,-6-2 2339,5 3 0,-2 0 0,7 3 0</inkml:trace>
  <inkml:trace contextRef="#ctx0" brushRef="#br0" timeOffset="-118040.73">22583 9463 7713,'4'-7'2428,"0"2"-2068,-3 2-90,1 0 0,-2 1 0,2-1-91,-2 2 631,-5 4-630,3 1 314,-4 22 1,1 6-405,2-1 60,1 9 0,0 12 0,1-8-150,2-19 0,0 0-644,1 11 0,0 6 1,0-8 643,2 4-622,1-4 0,2 1 622,0-1 44,1-4 1,2-1-45,1-6-553,20 12 553,-12-22-109,13 1 19,-13-13 90,1-5-720,17-14 271,-12 2-1126,-2-7 1,-3-2 405,-8-2 636,-2-15-546,-17 19 1079,-2 1 0,-3 2 0,0-1 0</inkml:trace>
  <inkml:trace contextRef="#ctx0" brushRef="#br0" timeOffset="-117344.73">22791 9628 6993,'2'-8'2878,"1"-1"-2248,-2 2-180,0-2-90,-1 2-1,0 0-89,0 1 0,0 2 0,-1 1 0,1 1 359,-1 1-449,1 7 90,0 1 360,1 19-450,0-2-1708,2 15 1798,0-4 0,1 4-1346,2 5 1256,1 2-90,-4-21 0,1 1-45,0 1 0,0-1 0,-1 0 0,1 2 90,1 9 0,-1 0-90,-1-11 0,-1 1 0,1 6 0,-1-1 135,0 8-90,-1-3-44,-1-4 134,-2-3-90,-3-3 0,0-4-90,-2-3 89,-1-2-178,0-3-181,-7 0-90,3-7 0,-5-2-270,4-9-89,1-4-1,0-6-269,3-4-1800,1-17 18,3 5 1512,1 3 0,1 0 952,1-9 0,2-9 0,5 10 1</inkml:trace>
  <inkml:trace contextRef="#ctx0" brushRef="#br0" timeOffset="-116897.73">23126 9460 8522,'5'1'2609,"-1"-1"-1890,-3 3-179,-1-3-90,-2 5-270,1-1-1,-1 3-89,1-2 90,0-3 90,0 0-90,-1-2-90,-1 1 90,-1 3 90,1 1-90,1 2 89,2 3 1,1 3 0,0 2 270,-1 12-360,0-3-914,1 9 824,0-7 0,2 0-380,-1 2 380,1-1-90,0 1 0,1-2 0,1 0 0,0-2-90,-2-2-450,-1 7 181,-1-9-271,1 4-1619,5-7 990,-1-9-90,0 1-1,-3-13 91,-3-1 180,0-4 1298,2-2 0,1 0 0,2-2 0</inkml:trace>
  <inkml:trace contextRef="#ctx0" brushRef="#br0" timeOffset="-116513.73">23353 9628 7533,'-4'21'3276,"1"-1"-1425,-3-2-1671,3-3-90,-4 7 179,3 4-179,1-5-3367,1 17 2483,3-17 852,1 12-58,1-16-25,1 2 25,-1-10 90,2-2-90,6-6 2894,-1-3-2804,4-7-90,-2-3 0,0-3 1307,1-4-1307,4-11 0,-6 5 0,3-9 0,-5-2-252,-4 9 252,2-6-90,-5 7 0,-1 8-89,-3-1-91,-2 9-1080,-2 0 271,-1 4-90,0-1-1260,-7 3 1799,2 2 630,-5 5 0,6 2 0,0 2 0</inkml:trace>
  <inkml:trace contextRef="#ctx0" brushRef="#br0" timeOffset="-116123.73">23643 9475 6903,'10'-4'3276,"-1"2"-1245,-5 0-1491,0 1-360,-3 1 0,0-1 89,-1 0-179,1 0 0,-1-2 270,3-1-270,-2 2 360,2-2 89,-2 4-359,-2 4 90,-1 1 0,1 5-90,0-3 0,2 4 90,4 12-180,0-2 0,4 8-90,1 6 0,-3-9-3277,0 13 3162,-4 0 115,0-8-403,-2 8 403,-1-14 0,-1-1 0,-3-3 0,0 0-191,-4 5 101,2-8-180,-2 2-900,-2-3 631,5-8-1080,0 2 269,5-10 3099,0-3-4448,-1-9 2345,-1 3 354,4-7 0,4 3 0,4-2 0</inkml:trace>
  <inkml:trace contextRef="#ctx0" brushRef="#br0" timeOffset="-115850.73">24051 9698 9152,'5'-3'3276,"-1"1"-2055,-3 0-681,-1 1-90,5 1-360,1 0-90,7 0 90,5 0-90,-3 0 0,5 0-90,-5-1 0,0 0-90,0-2-90,0 1-540,4-2 181,-6 0-361,2-1-1438,-8 0 1258,-7 2 1,-6 2 1169,-12 6 0,2 2 0,-5 3 0</inkml:trace>
  <inkml:trace contextRef="#ctx0" brushRef="#br0" timeOffset="-115705.73">24121 9853 7083,'5'9'3276,"-1"-2"-1155,-2-3-1671,-1-3 89,4-1-449,2-1 0,3-3-270,12-3-179,-2-1-1007,9-6 287,-7 1-90,0-4-180,-2 1 89,-3 0 1260,3 3 0,-5 6 0,2 2 0</inkml:trace>
  <inkml:trace contextRef="#ctx0" brushRef="#br0" timeOffset="-115359.73">24666 9278 7713,'-4'-25'3276,"0"9"0,-4-12-2722,5 16-195,0-1 1,4 4-90,1 0 0,2 1-90,3-2 449,8-3-359,-1 4 0,5-1 270,3 4-180,-6 3-181,6 2 91,-8 4-180,-2 2-90,0 2 360,-4 3 0,1 10-180,-5-3-180,0 9 180,-6-7-180,1 2 0,-1 0-180,-1 0-990,-3 18-932,3-15-867,-3 15 900,2-24 271,-1 1-1,-1-7 269,-3-1 271,3 0 1259,0 3 0,2-1 0,2 2 0</inkml:trace>
  <inkml:trace contextRef="#ctx0" brushRef="#br0" timeOffset="-115241.73">24841 9670 7083,'4'0'3276,"-1"-1"-2324,-2-3-1222,-1-2-450,-1-3-2338,-8-19 1978,3 11 1080,-7-11 0,3 20 0,-1 2 0</inkml:trace>
  <inkml:trace contextRef="#ctx0" brushRef="#br0" timeOffset="-114288.73">22698 10610 6903,'3'-10'3276,"-2"-3"-1875,0 3-231,-1-6-900,0 9 179,0-3-269,0 9 90,0 1 270,0 8-270,0-1-1,0 6 361,0 6-180,0 6-3482,1 0 3212,1 0-91,1-7 91,1-1 0,1-1-90,1-1 0,1-1 0,0-3 90,5 3-90,-1-6 0,4-1 0,-3-6 0,2-4 0,0-4 0,7-9 2810,0-7-2811,0-1 91,-1-8-73,-10 15 73,1-3 0,-4 7 0,-3 6 0,0 1 359,-3 5 130,-1 7-579,0 4 77,0 7-78,1 2 1,2 29 0,0-16-296,0-5 0,-1 1 206,2 17 90,-3-10-90,2 12 0,-7-2 90,-2-2-1673,0-16 0,-2-1 1583,-4 8-293,-2-6 293,4-13 0,0-3-90,0-2 264,-5-4-444,4-6-180,-3-6 3061,4-5-4320,-5-11-1568,4-10 0,2-1 510,4-2 798,6 10 440,-2 1 1529,6-10 0,2 10 0,6-7 0</inkml:trace>
  <inkml:trace contextRef="#ctx0" brushRef="#br0" timeOffset="-113991.73">23193 10623 7713,'10'1'3276,"-3"0"-1515,-6-3-862,-3 0-539,0 3 90,-2 3-180,2 6-1,-1 3 181,2 8-180,1-3-90,1 8 360,2 4-360,-1-6-1,1 9 1,1 0-3392,1-7 3212,4 15 0,-1-18 0,4 4 0,0-12-360,6 0 91,-3-7-181,3-1-720,2-12 451,-4-3-91,4-10-269,-4-1-270,-1-3-674,-4-3 764,-5-3 1328,-9-14-69,-1 9 0,-6-9 0,2 13 0</inkml:trace>
  <inkml:trace contextRef="#ctx0" brushRef="#br0" timeOffset="-113835.73">23163 10480 7353,'4'5'3276,"0"0"-2415,-2-4-501,3 2-360,0-3 0,4 1-90,1-2-629,8-5-91,-4 0-179,3-2-91,-7 2-899,-2 1 1979,1 2 0,1 2 0,0 2 0</inkml:trace>
  <inkml:trace contextRef="#ctx0" brushRef="#br0" timeOffset="-113424.73">23588 10628 8792,'4'-3'2878,"0"-1"-2518,-4 2 0,0-2 0,0 2-90,0-1-91,0 2 1,0-2 90,1 1-90,0-1-90,2 0 270,-1-3-90,1 1-90,-1-1 449,2 1-269,-1 3 0,0-1 449,-1 2-449,-1 2 630,-1 8-811,0 0 91,0 8-90,1-1-3457,-1 12 3162,1-3 115,-1 8-2268,1-10 2268,1 1-147,0-3 147,2 1 0,1 5-270,-1-7-270,0 4 1,-3-12 1925,-2-2-2286,-1-2 3194,1-3-5571,2-5 0,-8-11 2824,8 1 0,-6-8 1,9 8-1</inkml:trace>
  <inkml:trace contextRef="#ctx0" brushRef="#br0" timeOffset="-113022.73">23781 10555 10771,'4'-1'1619,"-1"0"-1079,0-2-360,-2 1-91,4-1 1,0 1 0,1-2 90,7 0-90,-3 0 0,5 1 0,-6 0 90,-1 1-90,-1-1 0,-2 1 90,-2 0 0,0 1 0,-1 1-1,1 1 91,1 2 0,-1 2 0,2 2 0,2 3 270,0 10-271,1-2-583,-1 9 494,-1-4 89,2 13-269,-3-7 90,1 11-90,-2 0 0,-3-10 0,0 9 0,-3-7-113,1-8 113,-3 3 0,1-12 0,0 2 90,-1-6 304,-4 6-484,1-9-90,-4 3 0,1-5-595,-7 2 145,4-5-179,-2-1-2468,7-18 0,3 6 1825,3-13 1452,4 11 0,3-1 0,4 1 0</inkml:trace>
  <inkml:trace contextRef="#ctx0" brushRef="#br0" timeOffset="-112775.73">24221 10740 8072,'16'-5'3276,"-5"2"0,11 0-2542,-8 2-104,5 1 179,5 1-629,-4-1 90,8 1-180,-8-1 0,1 0-180,7 0-3187,-8 0 354,3 0 2563,-11 0 1139,-4 0-1678,-1 0 769,-4-1-1129,0 0-2018,-19 0 797,2 3 2480,-15 4 0,5 4 0,1 3 0</inkml:trace>
  <inkml:trace contextRef="#ctx0" brushRef="#br0" timeOffset="-112610.73">24251 10938 9242,'-7'-2'3276,"8"-1"-2774,5 0-233,8-3-89,9-5-180,-2 0-90,10-3-1169,4-6 90,-10 6-91,6-5-1348,-10 2 1529,-6 5 1079,2-3 0,-6 7 0,0 0 0</inkml:trace>
  <inkml:trace contextRef="#ctx0" brushRef="#br0" timeOffset="-112319.73">24656 10563 8252,'1'-13'3276,"-1"1"-255,0-10-2482,1 7 361,7-9-450,0 11-91,5-1 361,7 2-360,-3 2 0,9 1 179,-1 3-449,-4 3-90,3 2 180,-8 3-90,-2 4 0,-1 3 0,-3 4 0,-3 3 0,-3 3-90,-3 2-2237,-3 3 2057,-3 1-90,-2 2-698,-1 2 428,-2 2-285,-3-1-165,2-7 1,0-1-271,-5 11-345,-3 9-1453,4-6 3584,5-13-2864,-10 10 1863,11-18 1,-3 3-1,9-6 1</inkml:trace>
  <inkml:trace contextRef="#ctx0" brushRef="#br0" timeOffset="-112191.73">24839 11138 7803,'5'0'2968,"-1"0"-2698,-1-3-270,0-1-630,-1-1-269,-3 0-91,-1-2-89,-6 1 89,-2-1 990,0 0 0,-3 1 0,2-2 0</inkml:trace>
  <inkml:trace contextRef="#ctx0" brushRef="#br0" timeOffset="-108590.73">2539 10053 8792,'2'-4'2069,"1"1"-1709,-3 2 2428,1 0-2428,0 5 269,2 6-359,-1 5-1336,0 22 0,-1 4 1156,0-4-90,0 5 0,-1-2-543,0-14 543,0 1 45,3-2 0,0 1 45,-1-2-90,5 17 359,-3-34-269,-3-5 180,2-11 2899,-2-2-3079,0-11-2536,2 5 2446,-1-4-42,2-2 42,2-16 0,-1 8 0,2-1 0,-1-1 0,1 1-735,3-15 735,-5 28-26,2-1 26,-1 7 2994,1 1-2994,-2 9 55,0 3-55,5 14 1101,-4-1-1101,5 22 0,-5-11-325,2 8 325,-1-6-90,0 0-180,4 12-2537,-3-7 2268,4 7-1350,3-5-72,-4-12 162,5 3 179,-9-14 1,-2-1 1701,-5 0 0,-3-2 1,-4 2-1</inkml:trace>
  <inkml:trace contextRef="#ctx0" brushRef="#br0" timeOffset="-107167.73">2091 10075 5708,'18'-11'2878,"-5"4"-2248,6-6-450,-10 6 489,2-2-489,-2 1 0,-2 2-90,2 0 291,-1 1-202,-1 0 193,2-2-102,-4 3 90,0-2 313,-4 5-493,-2 5 0,0 0-1,-2 6 1,-1-7 0,1 2 0,-4 0 0,0 3 180,-10 11-180,2-1 0,-8 10-923,8-9 1,0 0 921,-9 12-89,7-10 0,0 1-809,-6 11 899,-1 1 0,-1-1-90,2 1 89,8-12 1,0 0-90,-6 10 90,-3 6-90,12-17 0,2-2 0,2-4 0,2-1 90,2-3-90,3 2 0,2-3 0,4 1 90,8-2-90,0-2 1568,6 0-1568,-3-3-90,3-1 0,0-1 90,12-1-90,-7 1 396,10-1-396,-12 0-90,11 2 90,-9-2 0,4 0 0,-9-1-3048,-3 1 2689,-1 1-91,-3 0-270,-4 1-866,2-1-33,-5-1 0,0 0 0,-6 1 3255,-5 0-2986,-2 2 1350,-4 1 0,1 0 0,-2 0 0</inkml:trace>
  <inkml:trace contextRef="#ctx0" brushRef="#br0" timeOffset="-106443.73">3274 9955 7803,'6'-9'3276,"0"-3"-2325,-1 4-591,-1-1-90,-1 6 0,-2 4-90,-1 3-1,-1 4 1,-1 5 0,-1 3 0,-6 15-90,1-4 0,-5 10 45,4-14 0,1 0-3347,-6 13 3257,5-11 0,0 1 45,-4 13-619,1 1 709,0 2-90,2-3 179,2 6-89,4-11-90,0 2-408,8-4 408,-1-9-90,4 4 0,6-5 90,-2-8-90,7 3 0,-3-11 0,13-3 0,-6-5 2838,10-1-3017,0-7-181,-8 2 899,7-5-2517,-5-4 448,-11 4 1,0-5 0,-16 5 861,-6 4 668,-3-2 0,-4 4 0,0-2 0</inkml:trace>
  <inkml:trace contextRef="#ctx0" brushRef="#br0" timeOffset="-105539.73">648 10508 7982,'4'3'3059,"0"1"-2430,-3-2 1980,0 0-2249,-1-1-91,2-1 1,1 0 90,3 0-90,2 1 0,1 1 0,0 0 359,10 2-449,-4-2-380,9 1 200,-5-1 90,0-2 0,10 2-90,-7-2-90,7 0 0,-10 0-180,-1 0 0,-1 0-180,-2 0-719,2 1 539,-5-1-269,2 1-180,-3-1-181,-1 0-1348,-4 0 2023,-5 0 0,-8 1 1,-4 1-1</inkml:trace>
  <inkml:trace contextRef="#ctx0" brushRef="#br0" timeOffset="-104769.73">1176 10575 6903,'5'-5'3276,"-1"-1"-2414,-3 1-503,-2-3-89,-1 2 90,0 0-90,-1-2 0,1 2 0,-2-1 179,-2-4-269,1 2 90,-2-1 90,3-1-90,2 2-90,0-3 179,3-1-269,0 2 90,3-5 90,2-1-180,1 2 0,1-3 0,0 5-3302,3-8 3302,-3 7 90,7-11-731,-6 14 731,3-3-90,-5 7 90,1 1-90,-1 2 90,1 2 3096,-1 2-2937,3 5 888,-2 4-1137,2 4 90,1 11 0,0 8-3457,0 2 3162,-2 4 115,-4-9-187,0-1 277,1 12-90,-1-12 0,-1 7 0,0-15 0,0 1 0,0-8 0,-1 2 0,2-8 3276,-2-3-3162,3 0 164,0-8-278,1-1-89,1-5 89,3-9-90,-4 2-90,3-6-900,-4-11 541,-3 11-271,0-12-1529,1 2 720,-2 9 0,1-8 180,-3 12 1439,1-3 0,-2 12 0,2-1 0</inkml:trace>
  <inkml:trace contextRef="#ctx0" brushRef="#br0" timeOffset="-103449.73">3639 10493 6993,'-3'-9'2788,"0"-1"-2248,-1 0-90,-1-3-270,0 2 90,1 0-91,0-2-1892,2 2 1983,-2-7-90,1 4-110,1-4 20,1 4 90,1 2 90,0-2 89,0-4-269,0 5 1870,1-3-1780,0 6 133,1 0-43,2-8-180,-1 7 0,3-5-90,-1 8 90,0 1 90,0 0-180,0 2 90,0 2 0,-1 1-90,0 1 90,-1 1 0,4 2 0,-1 1-90,3 2 0,-2 1 0,1 1 89,-1 0-89,1 2 0,5 5 0,-3 0 0,4 4 0,-4-2 0,3 8 0,-5-3 0,3 6 0,5 1 0,-2-5-675,9 4 675,-10-9 0,-1-3 0,-4-1-68,-1-4 68,10 2 0,-6-6 90,11-2-90,-12-5 0,3-4 670,-6-4-670,3-10 90,-3 1-17,0-7-73,-3-7 0,-3 9 0,-2-18-318,-2 19 318,-2-3-90,0 10 0,0 4-90,0 1-180,0 2-989,-1 1 90,2 3-181,-1-3 410,3 2-1489,-2-1 2519,3 3 0,-2 2 0,3 1 0</inkml:trace>
  <inkml:trace contextRef="#ctx0" brushRef="#br0" timeOffset="-101823.73">4126 9680 8252,'6'-3'3276,"-3"1"-2324,-4 2-233,-6 3-449,0-1 0,-5 3-90,0-6 0,-1 0 90,-2-3-90,-3 0 0,-3 3-240,-5 0 240,-5 1 0,-7 1 89,5 1 1,-2 0-135,6 1 0,0 0 0,-11 1 0,-4 0-761,10 1 0,-4 0 1,0 1-1,3-1 686,1 0 0,2 0 0,-3 1-569,-5 0 0,-4 1 0,1-1 1,2 1 597,5-1 1,2 0 0,-1 1-554,-2-1 0,0 1 1,-1 0 493,-1 0 0,0 0 0,-1 0-315,-1 1 1,0-1 0,-1 1 344,0-1 0,0 0 0,0 0 62,0-1 0,1 1 1,-4-1-101,1-1 1,-2 1-1,-1-1 1,2-1 75,0 1 0,1-1 0,-3 0-98,5-1 0,-4 0 0,-1 0 0,1 0 0,5-1 0,-2 0 0,5-1 0,-4 0 36,5 0 0,-3-1 0,-2-1 0,2 1 0,5-1-36,-2 0 0,4-1 0,-2 0 0,-8-2 0,-2 1 0,4-2 0,0-1 0,3-1 25,1-1 0,1 1-25,3-2 0,0 0 197,3 0 0,1 1-197,2-1 0,1 0 0,1 1 0,2 0 0,-18-8 1096,3 2-1096,7 1 0,2 2 0,-7-1 0,11 3 0,-7 0 1692,4 5-1692,7 2 0,-5 1 0,9 1 1611,-3 2-1611,6-2 1681,-2 4-1681,6-2 747,3 1-747,-2-1 479,3-1-479,3-1 50,0 0-140,3 2 90,-1-1 0,0 2 0,-1 0 0,2 1-90,-1 1 90,1 4 0,0-2 0,0 2 90,-1-2-90,-1-1 0,0 1 90,-1-3-90,2 1 0,0-3 0,1 3 0,0-2 0,-1 2 0,-1-1 0,0 2 0,-1 0 0,1 2 0,-1 0 0,0 4 90,-1-1-90,-1 1 0,0-3 0,0-1 0,0-1 0,0 1 0,0-1 180,0 1 0,0-1-180,0 2 180,0 0-90,0 2 0,-1 1-90,-1 3 180,-4 13-180,3-4-1328,-3 12 1418,4-5 0,0 3-1101,1 3 1101,2 3-1,2 2-44,2-11 0,2 2 0,0-8 0,0 2 15,3 15 0,2 9 0,0-7-1324,-1-10 0,0 0 1294,1 4 0,1 5 0,-1-7-30,-1-10 0,0-4 247,7 23-247,-1-3 90,1-2-90,-1-2 90,0-2-90,-1-2 90,3 8-90,-4-11 45,-1-8 0,0 0 45,-2-5 450,3 5-450,-7-17 90,2-1-90,-2-1 3052,3 0-2962,-3-3 1104,0 1-1104,0-2 283,-1 2-283,1-2-90,-1 0 0,1 0-90,-1 0 90,1 0 0,-1 0 0,2 0 0,0 0 0,3 0 180,1 1 179,10-1-179,-3 1 90,9-1-180,-3 0-565,5 0 565,3-1-90,4 0 0,3-1 0,3 1 0,3 1-90,-15 0 0,4 0 0,9 0 0,9-1 0,2 0 0,-7 1-1462,-1-1 0,2 0 1462,-9 0 0,5 0 0,3 0 0,-2 0 0,-6-1 0,12 0 0,-2-1-736,-5 1 1,3-1 0,-3 0 735,7-1 0,-1 0 0,-14 0 0,1 1 0,-1-1-462,2 0 0,0 0 0,0-1 462,2 0 0,-1-1 0,1 0-284,1 0 0,1 0 1,-1 0 253,2-1 0,0 0 0,0 0 249,2-1 0,-1 1 0,1-1-279,0 1 0,0-1 0,3-1-66,-9 3 0,3-2 0,0 1 0,1-1 0,-3 1 36,0 0 0,-1 1 0,0-1 0,2 1 0,8-3 0,3 1 0,0-1 1,-4 1-61,0 1 0,-3 0 0,0 1 0,-1 0 0,0 0 0,0 1 30,-3-1 0,0 2 0,2-1-222,-4 0 1,3 1-1,-1 0 1,-2 0 251,0 0 0,-2 0 0,1 1 0,8-2 0,1 1 0,-4 1 0,-1-1 0,-4 2 226,-2-1 0,-1 2-226,-3-1 0,-2 0 0,21 1 90,-8 0 778,1 1-778,-15 0 1669,0 0-1669,-12 0 2495,-7 0-2495,0 0 1693,-5 2-1693,-1-1 1105,-2 3-1105,0-3 0,-4 1 0,1-2 90,-1 0-90,0 0 90,-1 0 360,-17-8-360,10 2 89,-17-10-89,19 5 0,-5-5 0,5 1-90,-8-13 0,4 3-1593,-7-13 1593,6 7 0,-3-5-1174,0-4 1174,9 18 0,0-1 0,0-2 0,0 0-1238,0-2 0,0-1 1238,0-1 0,0-1-828,0-2 1,0 0 827,0-1 0,1 0 45,0-2 0,1 0-45,-1-1 0,1 1 9,1 0 1,1-2-40,0 5 0,0-2 0,1 1 30,-1-3 0,1 0-306,-2-10 1,2 2 305,2 16 0,1 2 0,0 1 0,1 1 1129,0-18-1129,1 5 0,0 6 0,1 0 0,0 10 0,2 0 1832,2 10-1922,-1 5 1029,2 3-1299,-1 4 2561,0 4-3460,-1 1-270,-1 4-810,-4 6-269,-4 3 89,-7 6 53,-6 3 667,-9-1 1282,-8 4 1,14-15 0,0 1-1,-3 0 1,1 1 0</inkml:trace>
  <inkml:trace contextRef="#ctx0" brushRef="#br0" timeOffset="-84279.73">19182 14875 8162,'4'1'2789,"-1"1"-1890,-2-2 271,-1-5-811,1 4 1260,5-5-1349,-3 6 1349,4-1-1259,-4 1-90,-1 0 1079,3 3-1349,-2-2 540,5 5-270,-3-5 269,11 4-359,-7-2-90,8 1 270,6 0-270,-6 0-90,10 3 90,-8-4-90,1 2 90,25 1 0,-14-1-937,2-2 0,0 0 847,3-3 45,-2-1 0,2-1 45,8-1-90,-1 0 0,0 0 0,-16 2 0,2 0 30,13-1 0,6 0 0,-4 0-30,-7 0 0,2 1 0,-4-1 0,5 1 0,3-1 0,-2 0 0,-5 1 45,11-1 0,1-1-588,-8 1 1,8 0 0,3-1 0,-3 1 0,-6 0 542,-4-1 0,-5 2 0,4-2 0,2 1 0,5 0 0,1 0 0,-1 0 0,-6 0-309,-2 1 0,-4 0 0,5 0 309,4 0 0,6 0 0,2 0 0,-1 1 0,-6 0-512,0-1 0,-3 1 0,2 1 530,-4-1 0,3 0 0,1 0 0,-1 0 0,-4 0-103,2 0 0,-4 0 0,3 0 85,2-1 0,3 0 0,0 0 0,-1 0 0,1 0 0,-1 0 0,2 0 0,-2 0 0,2-1 0,0 0 0,-4 0-30,1 0 0,-3 0 0,0 0 30,1-1 0,0 0 0,-1 0-176,-1 0 1,1 0 0,-1 0 145,-1-1 0,0 1 0,0-1 255,-2 0 0,0 0 0,1 1-285,8-3 0,2 1 0,-2 0 8,5-2 0,-2 1 22,-9 2 0,2-1 0,-4 1 30,-3 0 0,-2 1-90,5-1 0,-2 2 1331,12-2-1421,-16 2 0,-1 1-179,-4-1-91,1 2-360,-13-1 1373,-3 4-1822,-6 1-1160,-4 7 530,-6-4 2865,-4 4-2595,-4-4 600,-3 2 1019,-6 3 0,-4 1 0,-4 2 0</inkml:trace>
  <inkml:trace contextRef="#ctx0" brushRef="#br0" timeOffset="-80380.73">21238 15325 7982,'6'-2'1799,"0"-1"-1529,-3 1 0,-2-2-90,0 1 630,-2-4-541,0 4 1261,-16-2-1261,7 6 1081,-27 8-991,21 0 406,-5 12 0,0 3-406,6 2-89,0 5 0,1 0 0,5-1-45,4 5 0,2 1-225,3-6-1639,3 0 1,2-2 1613,4-13 25,5 2 0,-1-11 89,17-9-89,-8-3 0,3-11 0,-1-4 0,-4-5-393,-5 2 0,-2 0 393,-4-7-1154,-9-7 0,-3 0 974,-1-3-45,-2 4 1,-1 3 1811,-5 10-3745,-12-6 1168,10 12-485,-7-4 36,14 14-1838,-6-12 3061,6 7 1,-3-7 0,9 10 0</inkml:trace>
  <inkml:trace contextRef="#ctx0" brushRef="#br0" timeOffset="-79774.73">21210 14870 6903,'4'6'3276,"-1"-2"-2414,-1 0-503,-1-3 1710,-1-1-1619,-3 0 90,1 0-1,-3 0 1,3 0 0,-1-1 1079,2-2-1169,0 1-1,0-3-179,-1 0-270,0-3 270,-1-3 0,1-4-90,-1-5 360,0-20-361,-1 3-666,1 10 0,1-1 621,-2-11 1,1-1-768,0 7 0,0-1 663,1 3 0,-1-2 0,1-2-854,-1-7 1,0-1 0,0 0 823,1 7 0,0 1 0,1-3 0,-1-2 0,0-3 0,1-3 0,-1 1 0,1 4-571,1-8 0,-1 4 1,1-3 570,0 12 0,0-3 0,1 0 0,-1 0 0,2-1-171,-1 1 1,1-2 0,0 1 0,0 1 0,0 2 147,1-1 1,-1 2-1,0 0 1,1-2-118,0-8 1,1-2 0,-1 1-1,0 4 140,0 3 0,0 3 0,0 0 247,0 4 1,0-1 0,0 0-218,-1-6 0,1-1 0,-1 3 15,1-2 0,0 0-15,-2 4 0,0-1 0,0 4 1049,0-15-1034,-1 21 0,0 1 1663,0-10-1708,0 12 90,-1-2-90,0 14 700,-3 3-700,0 4 2931,-1 5-3021,0 3 834,0 3-924,3 2-629,-1 11-1,1 1-89,-2 8 37,-2-3-487,-2 1-450,3-1-1478,-2 0 0,2-5 944,-4 0 804,-1-2 1529,-5 2 0,2-4 0,-3 3 0</inkml:trace>
  <inkml:trace contextRef="#ctx0" brushRef="#br0" timeOffset="-78863.73">20465 13348 7443,'3'-8'2968,"-2"2"-2428,0 0-91,-1 2-89,0 0 540,-1 3-630,-3 7 269,0 12-269,-1 5-1144,3 9 1234,1 1-3073,1 7 2982,-1 6-646,0-20 0,0 1 512,0 1 0,0 1-45,-1 2 0,1 0-549,-1 1 1,1 2 548,-1 0 0,0 1-45,-1 1 0,1 1-273,-1 1 0,0 1 228,0 0 0,0 1 269,0 0 0,0 1-224,1-1 0,-1 0 0,1 0 0,-1 1-280,0-4 1,0 3 0,0-3 279,-1 7 0,0-1-45,1-6 0,0 1 0,0-3 240,-1 1 0,2 0-240,-1 10 0,2 1 0,-1-14 0,1 1-45,0 7 1,1-2-46,1 7-90,1-5-180,0-6-720,3 4 181,0-14 719,4 0-2878,1-18 3207,-1-10-1588,0-7 1439,0-9 0,-1-5 0,3-3 0</inkml:trace>
  <inkml:trace contextRef="#ctx0" brushRef="#br0" timeOffset="-77976.73">21938 13478 6813,'-5'-3'2878,"-1"1"-2158,1-1-180,-2 1-91,2-1 181,-1 1-270,1 0 0,0 1-90,0 1-91,3 0 361,-3 0-360,2 0 630,-3 9-631,3 2 181,-2 11 0,3 4 360,-2 21-3753,3-3 3213,-1-14 0,1 2-45,2-5 0,0 0-634,-1 2 0,1 2 589,0 0 0,2 3 60,-1-2 0,0 2 0,1 0-105,0 5 0,0 1-15,-1-6 0,1 1 0,0-2 15,0 3 0,0-2-45,1 14 0,1 0-910,-1-13 1,0 1 954,0 8 0,0 0-45,1-3 0,0-3-289,-2-9 0,0-1 289,0 7 0,1-2-90,-2 7 0,-2-4 1035,-1-3-1305,-3-3-90,-1-4 703,-2-2-1062,-2-4-1,-1-1-179,0-3-270,1 0-270,-2-2 89,0-2 1,-4-2 90,-3-1 270,1-3 1721,-2 2 1,3-2 0,-1 2 0</inkml:trace>
  <inkml:trace contextRef="#ctx0" brushRef="#br0" timeOffset="-77045.73">20118 15440 7533,'-5'4'3276,"-5"1"-2954,4-3-53,-3 1 1,4-2 0,1-2 0,0 0 0,2-2 90,-1 1-90,1-1 449,-1-2-539,3 2 0,0-1 0,3 1 0,3-1-180,1 1 0,6-2 0,-1-2 0,3 1 0,3 0 0,1 0-90,1 2 0,0 0-270,-2 2-539,11 0 89,-7 1-359,7 1-1350,-6 0 1350,-9-1 89,1-2 1080,-6-2 0,1 0 0,1-1 0</inkml:trace>
  <inkml:trace contextRef="#ctx0" brushRef="#br0" timeOffset="-76841.73">20495 15258 7623,'-1'15'3276,"1"-6"-1785,-5 11-1221,1-6 90,-3 14-270,1-6-1,0 11-89,2 4-89,2-8-1,1 11-900,7-4-647,-2-9 378,5 2-1012,-5-16 1192,0-5 1079,0-3 0,1-3 0,0 1 0</inkml:trace>
  <inkml:trace contextRef="#ctx0" brushRef="#br0" timeOffset="-76291.73">21790 15398 7982,'-3'-9'3276,"-1"3"-1424,0 13-1673,0 2-89,1 3 0,-1 3-90,3 3 0,-1 1-180,4 11-89,-1-8-2610,4 15 1620,-3-25-1170,-7 1 2429,-1-15 0,-9-5 0,4 2 0</inkml:trace>
  <inkml:trace contextRef="#ctx0" brushRef="#br0" timeOffset="-75303.73">19725 14420 7623,'5'-7'3276,"4"-15"-6553,-4 9 3141,3-10 1583,-6 14-1177,-1 1 853,-1-1-943,0 2-90,0 1 90,0 3 2693,0 2-2603,0 7-90,0 4 180,0 8-180,0 3 89,1 7-440,-1 4 261,1-5 0,-1 2-968,0 15 878,0-13 0,0 0 90,2 13-150,-2-14 0,-1 5 0,1-3 15,-1-6 0,1 0-405,1 11 0,1 3 1,0-6-1260,2-4 270,4 13-1141,-1-28 1230,-5-7 1585,3-6 1,-1-9 0,4-4 0</inkml:trace>
  <inkml:trace contextRef="#ctx0" brushRef="#br0" timeOffset="-74013.73">22561 14385 9602,'0'-5'1619,"0"0"-1260,0 3-89,0-1 270,-2-1-180,2 2-90,-1-2-91,2 2 361,-1 1-270,3 3-90,-3 3 180,2 2-1,-2 12-179,2-2 0,-4 10-90,2-4 90,-1 3-180,1 2 90,0 1-90,0 1-90,2 13-484,0-9 259,-1-6 0,0-1-315,-1 4-359,-1 7-1889,-8-6 1438,0-11 91,-5 4 529,2-8 1,3-6 0,2 2 0</inkml:trace>
  <inkml:trace contextRef="#ctx0" brushRef="#br0" timeOffset="-73030.73">22431 15405 9062,'0'-10'3276,"3"-14"-2415,0 11-411,6-14-270,-1 15 540,17-9-540,-10 11-1,13-4 181,-4 6-180,-4 5 180,14 2-885,-15 4 615,5 2 90,-9 1 90,5 5-270,-8 0 90,3 5-90,-10-1 90,-4 1-90,-2 3 0,-10 10 0,1-7 337,-7 8-337,3-10 0,0-2 0,1-1 0,1-3 0,2-2-90,1 3 90,3-7 0,1 3 0,6-7 0,9 1 457,1-4-457,8 0-179,11-4-1,-3-2-270,9-3-90,-8-1-1957,-2 1-471,8-8-309,-12 3 1590,5-5 248,-16 5 1410,-1-2 1,-4 1 0,0 0-1</inkml:trace>
  <inkml:trace contextRef="#ctx0" brushRef="#br0" timeOffset="-71998.73">19407 15383 10681,'-2'-6'1259,"-1"2"-899,1 0 90,-1 1-180,1 0-1,-1 0-89,2 1 0,0-1 90,1 2-180,2 0 0,1 1 90,7 0-90,-1 0 0,11 0-90,-7 0 0,6 0 0,-5 0 0,1-2 0,0 2-360,4-1 90,-4 1-90,2 0-179,-6 0-1350,5-2 629,-6 0 91,4-4-90,-7 0 269,-1-3 990,1-1 0,0 1 0,1 1 0</inkml:trace>
  <inkml:trace contextRef="#ctx0" brushRef="#br0" timeOffset="-71581.73">19805 15225 7623,'4'1'2968,"-1"-1"-1979,1-2-629,-2-1 270,0-3-360,-1 3-90,0-1 89,4 0-269,-1 1 90,4 0 0,4 1-90,-1 1 0,3 1 0,3 1 90,-6 1-90,4 0 0,-6 2 90,-3 0-90,0 2 90,-2 1 0,0 8-90,-4-2-3277,-5 13 3252,-1-8-4,-3 7 29,0-8 90,1 1-90,0-1 0,-3 7 0,3-7 90,-1 3-90,4-5 0,2-5 0,1 2 0,2-6 3276,1-1-3174,1-1-59,0-2-43,5-1-90,-1 1-90,5-4-90,-1 1-179,1-3-631,3-1-89,-3-2-180,2-4-1,-3-3 1350,4-11 0,-3 6 0,4-6 0</inkml:trace>
  <inkml:trace contextRef="#ctx0" brushRef="#br0" timeOffset="-67354.73">19337 14953 8792,'-5'-2'1079,"1"1"-719,0-1-360,2 0-180,-5 2 180,5 2 0,-1-1 0,3 0 360,-3-1-270,2 0-90,-4 0 90,4 0 270,-1 0-360,0 0 270,-1 0-180,0 0 179,-5-2-179,4 0 90,-5-4-180,6 4 90,-3-2 180,2 3-180,1-2 360,-2 6-360,3-2 0,-3 5 90,4-7-91,-2 1 91,0-5 0,0 2 630,-3-2-630,3 4 90,-4-1-91,2 2 91,-7-3-90,2 2 90,-10-2-180,6 2 90,-5 1 0,-5 0-90,6 0 90,-9 0-180,7-1 90,-11-2 0,5 1-610,-9-3 610,8 1 0,-1-1 0,-15-2 0,9 1 89,-10-2 46,15 3 0,1 0-45,-9-1 0,1 2 0,0 1 0,-2 2-865,13 1 1,0 1 863,-17 2-1412,-3 1 0,-2 1 1323,15-1 0,-1 1-505,-1-1 1,-3 0 0,3 1 594,1 1 0,2-1-190,-1 0 0,-4 2 190,-3 0 0,-5 1 0,3 0-135,1-1 0,1 0-20,0 0 1,-2 1 0,3-2 19,-3 1 0,5-2 940,9 0 1,-1 0-1286,-3 0 0,-4 1 0,5-1-1010,-11 3 635,10-2 0,3-1-728,4-3-846,3-1-89,1-1 359,5-1 1093,8-4-283,8 1 1169,9-4 0,8-1 0,5-2 0</inkml:trace>
  <inkml:trace contextRef="#ctx0" brushRef="#br0" timeOffset="-66263.73">23143 14790 7173,'-1'4'2608,"0"0"-2068,1-2 1979,0-1-2339,3-2-1,-1 0 181,5-3-180,-2 2 0,5-2 0,2 0 90,6-1-90,6-1 0,4 0-3393,7-2 3393,7-1-951,4 1 816,-21 3 0,3 1 134,14-3 1,2 2-180,-9 2 0,1 2-443,-5-2 0,3 1 0,-3 0 488,6 3 0,0 0-15,-1-2 0,4-1 0,-3 1 15,8 0 0,-1-1-45,-4 1 0,1-1 0,-2 0 45,2 0 0,1 1-45,-1-1 0,2 1 0,-2 0-436,-8 0 0,-1 0 0,1 0 436,8 0 0,2-1 0,-1 0-120,1 1 0,0 0 0,-2 0-60,6-1 1,-1 0-1,-6 0 0,1 0 0,-4 1-270,1-1 0,-2 0-989,7-2 0,-1-1 1147,-13 1 0,-1 0-428,4-1 1,-4 1 861,-5-1 0,-16 4 1,-7 3-1</inkml:trace>
  <inkml:trace contextRef="#ctx0" brushRef="#br0" timeOffset="-64957.73">19032 14810 6723,'8'-1'2429,"-1"0"-1890,0-2-269,-1-1-90,-1 2 90,4-9-270,-4 7 0,3-5 0,-5 7 90,-1-1-90,1 1 90,-2 0 0,0 1-90,0 1 0,0 2 0,0 0 0,-1 2 0,0-2 0,0 1 0,0-1 0,0 1 0,0-1 0,0 1 90,0-1-90,0-1 90,0 2 0,-1-2 90,-1 2-90,0-1 0,-1 1-1,1-1 1,-1 1 90,2 0-90,0 0 90,1 4-90,0-3-90,0 4 90,0-2 0,0 1 90,0 1-90,0 1 540,0 12-451,2-7 1,0 11 90,2-9-90,-1-3 0,1 4-90,-2-5 90,0 2-90,-1 2 90,-1-1-90,0 0-90,0-1 179,1 1 1,0-6-90,1 1 180,-1-6-90,-1-3 630,0 0-630,0-7-91,0 1-89,0-6 90,0-1-90,0 0 180,0-9 0,-1 5 0,-1-5-90,0 9 90,-1 2 0,2 1-90,0 3 0,1 0-90,1 3 90,0 1-90,2 3 180,0 7-180,-1 0 90,1 14-90,-2-7-360,2 28-593,-2-27 233,0 16-269,-3-29-631,0-1-1657,-7-6 1158,-1-2 589,-8-4 271,1-3 1259,-5 2 0,-1-2 0,-3 2 0</inkml:trace>
  <inkml:trace contextRef="#ctx0" brushRef="#br0" timeOffset="-64056.73">18340 14838 7803,'12'2'3276,"-3"1"-2505,-8-5 578,-1 2-1079,0 5-180,0-3-1370,0 6 1370,0-4 414,0 1-414,0 1 270,-1 4-180,1-1 0,-2 4 0,0-2 1135,0 0-1045,-1 3 0,1 0-90,-1 1 0,1 0 90,-1 0-180,1-2 179,-3 11-179,3-10 0,-2 6 180,3-10-90,0-5 0,1 1 270,0-5-180,0 1 269,0-7-539,-1 1 90,0-6-90,-2 0 0,0-8 0,0 3 0,-1-6 0,2 5 0,-2-7 0,1 6 0,-3-12 0,2 17 0,0-3 0,2 12 0,2 4 0,0 6 0,0 0 0,0 7 0,0-3-90,0 2-359,-1-1-991,-1 5 451,0-6-540,1 2-270,-1-6 0,0-4 90,-4 0 180,-3-2 269,1-3 1260,-2 0 0,0-3 0,-2 2 0</inkml:trace>
  <inkml:trace contextRef="#ctx0" brushRef="#br0" timeOffset="-63543.73">17625 14920 7982,'16'-8'3276,"2"1"-1694,-9 4-1312,-1 2-1,-4 3 1,-3 2-90,0 3 0,-2 3 180,-5 9-270,0-4 0,-3 7-90,1 0 0,2-6-90,1 6-360,0-1 90,2-6-179,0 5-631,0-7-89,-3 1-90,-1-2 89,-1-1 1,-1-1 1259,4-2 0,1-4 0,3-2 0</inkml:trace>
  <inkml:trace contextRef="#ctx0" brushRef="#br0" timeOffset="-61882.73">23298 14733 8072,'0'-8'2159,"0"1"-1799,0-2-90,0 0 449,0-13-539,1 10 0,0-9 90,2 12-180,-1 4 0,1-1 0,-1 4 90,-1-1-90,0 2 0,0 1 180,2 3-181,-1 1 91,1 6-90,-1-3 360,3 24-360,-2-14 90,2 25 0,-3-24-180,0 6 90,-1-10 0,-1-2-90,0-2 0,0-1 90,0-3-90,0 1 0,0-2 90,0-2-90,0 1-90,0-1-180,0-2-989,5-3-1,-1-2-89,4-6-90,-2 0 90,0-3 89,1 2 1260,-1 1 0,2 1 0,-1 2 0</inkml:trace>
  <inkml:trace contextRef="#ctx0" brushRef="#br0" timeOffset="-60856.73">23948 14723 8162,'0'4'2069,"0"0"-1619,0-4 449,2 2-629,0-2 90,1 0-90,0-2 90,0 1-90,-1-1-1,1-1-89,-1 1 720,0 2-810,-1 3 0,-1 5 90,0 2-91,-1 1 1,-1 3 0,1 0-90,-1 0 90,0 3-90,0 16-3277,2-12 3072,0 14-64,1-19-1,0 0-270,-1-2-270,0-2-359,0-3-270,-2-1 90,-1-5 3391,-2-1-3301,0-3 1259,3-3 0,-1-2 0,3-1 0</inkml:trace>
  <inkml:trace contextRef="#ctx0" brushRef="#br0" timeOffset="-60190.73">24654 14695 7713,'-3'-28'3276,"1"4"-1335,0 17-1582,2 1 271,0 1 0,2 2-1,-6 12-269,2 2-90,-2 11 270,3 19-1305,2-13 765,1 17-180,2-8 0,-2-9-675,1 0 1,-1 1-495,0-2-180,-4 15-1530,-13-18 1122,-1-6 1937,-8 2 0,4-10 0,2-1 0</inkml:trace>
  <inkml:trace contextRef="#ctx0" brushRef="#br0" timeOffset="-48003.73">18550 16295 8702,'4'0'2968,"-2"0"-2338,-1-4 449,-1-3-539,0 0 2698,-2-10-2878,1 10 450,0-5-541,2 12 1,17 23 0,-6-7-180,15 20 180,0 1-180,-4-6-90,3 1 0,1 1-663,2 2 438,-2-3 0,-1-2-45,-3-3-1369,-2-1 1,-1 0-1639,-10-9 0,-8 11 425,-16-28 2852,-13-2 0,11-2 0,-2 0 0</inkml:trace>
  <inkml:trace contextRef="#ctx0" brushRef="#br0" timeOffset="-47830.73">18585 16633 7533,'-2'-20'3276,"5"-7"-2595,2 8-2150,6-9 1469,4 5 45,1 5 0,1-1-135,13-10 90,-9 9 0,0 0-90,12-6-1035,3-4 1,0 0 629,-16 14 1,-1-1-433,6-5 0,2-2 0,-5 3 927,0-3 0,1-4 0,-11 14 0</inkml:trace>
  <inkml:trace contextRef="#ctx0" brushRef="#br0" timeOffset="-47599.73">19112 16215 7803,'0'12'2788,"0"2"-2248,0 0-1,-1 10-359,0-5-90,-1 8 90,2 4-90,2-7-90,1 9 0,2-11 90,7 7-90,0-7 0,3 3 0,-1-10-180,17 5 0,-12-10-449,19 3-181,-21-12-179,2-2-91,-8-5-899,-2-9 1979,-4 3 0,-1-5 0,-3 6 0</inkml:trace>
  <inkml:trace contextRef="#ctx0" brushRef="#br0" timeOffset="-47406.73">19177 16048 7173,'8'-4'3148,"-3"1"-2878,8 1-450,-2 1-360,5 1-269,-3 1-91,-1-1-89,-2 0 989,5 0 0,-1 0 0,4 1 0</inkml:trace>
  <inkml:trace contextRef="#ctx0" brushRef="#br0" timeOffset="-46999.73">19457 16475 7263,'2'4'3276,"-1"0"-1515,-1-2-502,0-1-809,2 1-360,1-1 0,3 0-90,5 2 0,0-3-90,3 0-810,13-3 181,-8 2-361,9-2-1528,-9 2 1349,-7-3 179,1 1 1080,-4-5 0,-2 2 0,2-3 0</inkml:trace>
  <inkml:trace contextRef="#ctx0" brushRef="#br0" timeOffset="-46572.73">19685 16270 8342,'2'-4'3276,"2"-1"-2234,-1 2-862,2-2 90,13-7-270,-3 4 0,24-8 0,-15 8-733,8 0 823,-9 5-90,-2 1 0,-1 2 90,-2 2-8,0 2 97,-7 0 1,0 4 180,-12 4 0,-6 4-270,-4 3 0,-4 0 0,3-4-90,-1 0 90,1-1-90,0 0 90,-6 6-90,9-8 538,-4 4-538,11-9 382,0-2-382,5 0 90,4 2-90,2-2 90,5 3-90,14 1 90,-10-3-90,11 4 0,-15-5 0,0 1 90,-3 0-90,-1 0 90,-3 2-90,0-1 0,-4 1-90,-3 6-90,-6-5-1349,-28 13 720,13-15-451,-5 1 1,0-3-609,2-6 519,-10-3 179,10-2 1170,5-4 0,3-2 0,5-1 0</inkml:trace>
  <inkml:trace contextRef="#ctx0" brushRef="#br0" timeOffset="-46175.73">20190 16110 7443,'21'-8'3276,"-8"3"-1785,3-4-1131,-8 2-90,0 1 89,10-5-359,-6 3-1543,7-3 1543,-4 0 90,-4 2 292,2-2-292,-4 1 90,-3 2 0,0 1 360,-2-1-360,-1 4 1341,-3 0-1342,-2 2 91,0 2-180,-1 4 90,1 2-180,-1 5 90,0 4 0,-1 4-90,0 4-272,0 2 362,3 1-90,1 3 0,1 0 0,2 1 0,-1 1 0,0 1-1142,-1 2 1232,-1 0-90,-4 9 0,0-11 0,-6 7 90,0-16-593,-2 1 503,-1-3 0,1-1-359,-9 10 89,8-14-90,-5 7-42,11-17-498,3-1 657,2-3-1196,2-6 493,0-4-403,0-3 529,3-6 1,1 3 0,4-2 0</inkml:trace>
  <inkml:trace contextRef="#ctx0" brushRef="#br0" timeOffset="-45153.73">20700 16293 7892,'2'6'2969,"-1"-1"-2340,-1-4 1620,0-1-2159,2 1 90,5 1-90,1 0 0,6-1 90,-3 1-180,9-2 90,-3 0-90,6 0-90,-5 0-180,7 0-319,-7 1 230,6-1-91,-9 2-270,-1-2-179,-1 2-271,-4-2 1,-3-2-1170,-4 2 2339,-7-1 0,-3 2 0,-5 1 0</inkml:trace>
  <inkml:trace contextRef="#ctx0" brushRef="#br0" timeOffset="-44981.73">20773 16450 7713,'0'6'3276,"0"-2"-1785,1-4-1311,1 0-180,4 0 0,4-1-360,13-2 0,-1 1-1619,18-4-359,-10-2 579,0 0 1759,-5-3 0,-7 1 0,2-1 0</inkml:trace>
  <inkml:trace contextRef="#ctx0" brushRef="#br0" timeOffset="-44637.73">21280 16235 8612,'-2'-4'2699,"-1"2"-2250,0 2-89,-1 2-90,-2 3 0,-1 4 359,-7 21-539,5-8 90,-5 17-90,7-14-3367,2 2 3342,3 0-65,3-1-104,3-1 194,3-1-90,3-4 90,3-1-90,2-5 0,1-3 90,3-5-90,0-3 0,2-7 0,0-4 0,2-5-446,-2-4 446,-1-3 0,-3-2 2773,-2-14-2773,-7 7 0,-3-10 0,-8 13 0,-4 1 262,-3 2-442,-9-1 0,4 7-90,-7 2-449,7 9-541,-4 4 1,-1 4-90,-5 0 663,-2 4 686,-9 6 0,8 2 0,-5 6 0</inkml:trace>
  <inkml:trace contextRef="#ctx0" brushRef="#br0" timeOffset="-43115.73">18562 16965 9422,'3'1'3276,"-4"1"-1965,9 1-951,-4 2 90,4 8-181,0 0-89,5 6 0,-2-2 90,15 22-180,-8-12-992,2 1 1,0 1 901,1 0-45,-2-3 0,0 0-45,2 1-90,5 9-90,-10-17-90,-1-2-89,0 0-811,4 0 451,-6-6 58,2-1-508,-10-7-1170,-5-8 1350,-3 0 1079,-3-8 0,1 3 0,0-1 0</inkml:trace>
  <inkml:trace contextRef="#ctx0" brushRef="#br0" timeOffset="-42947.73">18775 17220 7173,'-4'-22'3276,"1"0"-6553,3-2 2925,3 5 621,2-8-1256,3 9 1077,5-2 720,4 0-810,5 0-90,4 0 0,3 0-630,0 3 1,2 0-270,8-4-181,-5 3 1,-2 0 90,-5 3 103,2-4 976,-10 6 0,-1 3 0,0 0 0</inkml:trace>
  <inkml:trace contextRef="#ctx0" brushRef="#br0" timeOffset="-42732.73">19320 16845 7623,'4'6'2968,"-2"2"-2338,0-2 179,-2 8-449,-2 1 0,-2 6 539,-7 20-719,3-14 0,0 0 0,1 0-774,0 0 684,-1 9 0,5 0 0,1 2-3056,1-2 2876,2-5-47,1-13 47,4-2-90,0-3-89,4-2-1,0-4 248,1-3-1597,6-8 360,-4-4-90,4-11 90,-8-1 89,-2-4 1170,-1-2 0,-2 1 0,0-1 0</inkml:trace>
  <inkml:trace contextRef="#ctx0" brushRef="#br0" timeOffset="-42477.73">19297 16833 10051,'6'-2'2069,"-2"1"-1799,-1-1 0,0-1-90,1 1 0,7-3-180,-2 1-3277,5-2 3072,-3 1-65,2 0-180,-1 0-449,1 0-181,-4 1-179,-1 0-1080,-5 3 3158,1-3 0,-4 4 0,1-2 0</inkml:trace>
  <inkml:trace contextRef="#ctx0" brushRef="#br0" timeOffset="-41951.73">19610 17008 8972,'-3'-4'3276,"1"-2"-2594,1 2-413,6-7-269,1 5 0,6-3 90,6 1-90,-2 3 90,7-2 0,-6 3-90,1 0 90,-2 2 0,-2 0 0,-1 1 90,4 1-90,-5 1 0,1 1 180,-9 2-90,-3 2 0,-3 2-1,-1 1-89,-1 2 90,-2 5-90,2-4 0,0 7-90,4-9 0,1 2 0,2-4 0,1-1 0,1 1 0,1-1 0,3-1 0,4 3-3277,2-1 3162,0-2 115,-3 1 0,-6-4 0,-1 1 0,-1-2 0,0 1 0,-2-1 0,1 2 3276,-2 0-3430,0 3-26,0-3 1,-1 2-361,2-2 180,-4-3-180,1 0-449,-1-3-1620,-5-10 1260,0 0 90,-4-9 1259,0-8 0,5 7 0,0-8 0</inkml:trace>
  <inkml:trace contextRef="#ctx0" brushRef="#br0" timeOffset="-41560.73">20055 16805 7443,'14'3'3276,"-5"-2"-1245,7 0-1492,-2-1-359,-5 0-90,4 0 90,-2 0-180,-4 0 0,3 0 90,-5 0-90,-2 0 0,0 0 0,-2 0 0,-1 2 90,-1 1-90,0 2 90,-1 3 0,2-1-90,2 4 0,0-1 90,12 27-3212,-6-14 3122,10 22 0,-8-20-581,1 3 581,-1 1 0,2 1 0,-2 0 0,-2 0 0,1-2 0,-3 1 0,1-3 0,-2-1 0,-2-2 0,0 4-90,-3-9 90,-1 2 2687,-5-7-2777,0-6 656,-4 2-836,0-8-179,-1-2-361,-1-3-269,-3-5-91,-2-3-89,-4-5 90,-3-1-467,-1-1 1636,-1 2 0,3 3 0,1 1 0</inkml:trace>
  <inkml:trace contextRef="#ctx0" brushRef="#br0" timeOffset="-40783.73">19802 17178 7173,'10'1'3276,"-4"0"-1785,1-1-1221,-6 0 1349,0 0-1439,1-1-90,-1 1 0,1-1-90,2 1 180,0 0-180,2 0 90,6-2-90,-2 1 0,6 0 0,-5 0 90,5 1-90,-4 0 0,1 0 0,-2 2 0,-4-1 0,2 3 90,-6-1-90,1 0 90,-1 1-90,-1 1 90,-1 0-1,1 0 1,-4 1 0,0 1 0,-2 0 90,-7 6-90,3-3 0,-5 5-90,3-5-1777,0 0 1687,-5 2 0,4-3-389,-3 1 209,4-4-90,-1-2-179,3 0-1530,-2-6 720,0 0 1624,0-6-1624,-3 2 1439,4-8 1,3 1-1,2-5 1</inkml:trace>
  <inkml:trace contextRef="#ctx0" brushRef="#br0" timeOffset="-40236.73">20645 17043 8432,'-5'5'3276,"0"0"-1155,4-5-1941,10-5-180,-1 2 90,10-3-90,-3 2 0,2 2 0,2-1 0,1 1-90,8-2 0,-7 1-989,15-3 269,-19 3-269,4-1-1350,-20 1 1260,-7 2 89,-8 0 1080,-1-1 0,-1 2 0,1-1 0</inkml:trace>
  <inkml:trace contextRef="#ctx0" brushRef="#br0" timeOffset="-40068.73">20635 17118 9152,'0'7'2518,"0"-1"-2158,0-2-90,1-3 90,5 1-270,1-2-90,14 0-180,-4 0-90,10-2-2249,12-6 1350,-14 1-999,11-8 1088,-20 4 1069,-2 1 0,0 1 0,-2 3 0</inkml:trace>
  <inkml:trace contextRef="#ctx0" brushRef="#br0" timeOffset="-39443.73">21285 16965 8432,'-1'-7'2699,"0"2"-2250,-3 2-89,0 1 0,-1-1-90,0 1 0,0 0-90,0 1 89,0 1-89,0 0 270,-4 3-270,2 0 90,-4 4 90,-1 3-91,2 0-89,-2 6 270,-1 4-180,4-3 270,-4 21-450,9-18-554,-1 14 554,5-17 0,1 1-90,2-1 90,2-1-90,1 1 90,3-2-90,1-2 0,2 0 90,3-3 0,23-3-90,-12-5-3119,18-4 3119,-18-5 0,2-4 0,-2-3 0,-2-3 0,-1-2 0,4-7 0,-6 6 0,-2-2 90,-4-13 11,-8 10-101,-4-7 0,-7 13-450,-23-13 180,6 14-270,-19-7-179,13 17-430,-2 2-200,2 1-360,-3 1 143,-1 2 37,-4 1-438,-2 1 1967,3 0 0,1 1 0,3 0 0</inkml:trace>
  <inkml:trace contextRef="#ctx0" brushRef="#br0" timeOffset="72299.27">19592 14065 9242,'2'-3'2158,"-7"8"-2068,3-1 0,-5 5 0,3-1-90,2-1 90,-3 14-90,3-9 0,0 8-449,6-4-1,1-6-360,2 4-2467,-2-12 3084,-2 1 1,-2-3-1,-1 0 1</inkml:trace>
  <inkml:trace contextRef="#ctx0" brushRef="#br0" timeOffset="73321.27">20173 13040 8432,'3'-5'2519,"1"1"-1980,-1 1-179,-1-1 0,-1 1 90,-1 0-90,-2 0-91,-1 2-89,0-2 90,0 5-90,2 0-90,0 3 270,1-1-270,3-8 629,21-12-629,-10 3 90,16-5-90,-20 13 90,4-2-180,-4 3 0,1 1 0,-5 5 0,1 5 0,-1 1 90,1-1-90,-3-3 0,0-1 0,-2 3 0,1 2 0,2 5 0,0-2 0,2 4 0,-1-2 0,-2-3-90,2 2 0,-3-6-90,1 0-90,-1-2 0,1-2-89,2-2-721,7-3 1,-1-4-90,5-3-181,-5-3 1,0-4 90,0 0 179,0-2 1080,3 3 0,3 0 0,1 1 0</inkml:trace>
  <inkml:trace contextRef="#ctx0" brushRef="#br0" timeOffset="74051.27">21043 11960 7623,'-2'-5'3276,"1"0"-1965,1 3-1041,1-1 0,0 1-90,0-1-90,-1 1 0,1 0-1,0 0-89,0 1 0,0-2 0,1 1 0,3-1 90,6 1-90,2-1 0,3 1 0,-1-1 90,-2 2-90,-3 0 180,-1 1-180,-3 0 90,0 1 0,-5 0 90,0 6-90,-1-1 0,0 5 180,-1 4-270,1-2 0,0 5 0,2-5 0,6 2 0,-1-4 0,3 3 0,4-6 0,-2-2 0,4-2-90,-4-2 90,4-2 0,-4 0 0,2 0-90,-7 1 90,-1 0 0,-1 2 0,-1-2-90,1 1 0,-3 0 0,0 0 0,-2 1-540,0 2-89,0 0-271,0 2-269,-4-2 0,-1 0 0,-4 0 89,-1 1 1170,6-1 0,1 3 0,5-2 0</inkml:trace>
  <inkml:trace contextRef="#ctx0" brushRef="#br0" timeOffset="75038.27">21750 13192 7443,'3'-4'3058,"1"-4"-2518,-1 1-181,2-3-179,0 0 0,2 0-90,-1 1 0,3-1 90,6-3-180,-1 1-3277,5-1 3342,-4 5 25,6-3 0,-6 3-90,3 0 180,-5 5-90,-8 1 90,0 4 0,-7 3 3096,0 4-2981,-2 2-115,-4 10-180,1-5 90,-7 12-90,6-13 0,0 3 0,4-3 0,3-5 0,2 0-90,3-3 0,2-4 0,3 1-179,1-3-1,3 1-1169,8-8 359,-4 1-89,6-7-1,-8 3 1170,4-5 0,-4 6 0,3-1 0</inkml:trace>
  <inkml:trace contextRef="#ctx0" brushRef="#br0" timeOffset="75580.27">22546 13800 8702,'5'1'2429,"0"2"-2070,-3 2 1,-1 3 90,1 11-270,-2 1-3457,0 7 2482,0-4-524,1 2 1319,0 0-34,3 2-56,0-4-179,1 1-1,-2-3-1169,1 4 359,-3-13 1083,-2 0-1082,-3-12 1898,-3 0 0,-3-2 0,-1-1 0</inkml:trace>
  <inkml:trace contextRef="#ctx0" brushRef="#br0" timeOffset="94601.27">5947 14295 7263,'4'3'2069,"1"-2"-1710,-3 0-89,2-1-90,-2 0 0,0 0-90,0 0 360,-2-4-450,1 0 180,-1-10-180,0 7 90,-1-5 359,-5 1-359,4 5 630,-5-12-630,7 13-90,-2-6 180,2 11-180,-2 0 270,2 4-180,2 0 179,1 19-179,0-7 0,3 12 0,-2-10-90,1 1 90,8 20-90,-5-15 0,3 1 0,2-2 0,-3-8 90,7 5-90,-9-17 0,8-11 90,-5 0-90,14-14 0,-15 9 0,5-6 0,-8 3 0,1-15 90,-3 9-90,0-7 0,-3 19 0,-1-1 0,-1 5-90,1 0 90,4 6 0,-1 3 0,5 4 0,0 7 90,0-3-90,5 14 0,-7-10 0,1 8 0,-5-6 0,-5 16 0,-1-13-222,-4 12 222,1-17 0,0-2 0,-2 1 0,1-3 0,-1 1-90,1-4 0,-3 3-90,4-5-90,-1 1-179,5-7-229,-1-2-401,1-5-180,-2-5-1170,-2-10 1350,2 3 1018,-2-4 1,5 8 0,-1 3-1</inkml:trace>
  <inkml:trace contextRef="#ctx0" brushRef="#br0" timeOffset="95040.27">6460 14203 7892,'2'-2'3276,"1"3"-2864,-3 1-232,0 2 0,0-1 0,-2 1-90,1 2 90,-1 2-90,-1 2 180,2 2-180,0 2 0,1 2 0,0 1 0,1 0-1,-4 8-89,3-5 0,-3 4 0,7-8 0,0-1 0,5-1 0,2 5 0,-3-6 0,3 4 0,-3-9-89,-1 1 89,-1-1-90,2-1-270,0-1-90,0-3-180,3-4-359,-2-6-1260,0-6 1080,-4 1 179,-3-5 170,-1 2 1,0-1 0,1-2 0</inkml:trace>
  <inkml:trace contextRef="#ctx0" brushRef="#br0" timeOffset="95281.27">6497 14158 10951,'-2'-3'1799,"0"1"-1170,1 2-539,3-2-90,0 2-90,2-1-90,-1 0-809,11-3 0,-1 0-2288,10 2 1786,-12 4 671,0 5 1,-8 1 0,1 1 0</inkml:trace>
  <inkml:trace contextRef="#ctx0" brushRef="#br0" timeOffset="95569.27">6727 14420 8432,'5'1'3276,"2"2"-2504,-4-3 127,2 1-809,-2-1 0,-1 0 0,1 1-90,-1-1 0,7 5 0,-1-2 0,5 3-270,4-5 90,-4-3-89,3-3-3008,-3-3 1902,-3 2 296,0-1-90,0-2-1,-4 1 1,0 1 180,-3 1 989,-4 2 0,0 1 0,-1 2 0</inkml:trace>
  <inkml:trace contextRef="#ctx0" brushRef="#br0" timeOffset="95851.27">7117 14175 8882,'7'-1'2429,"-2"1"-1980,-4 1-179,-2 3-90,-1 1 0,1 2 90,0 3 90,1 16-360,0-7-351,0 11 351,0-10 90,1 8-90,0-6-90,2 7 0,0-3-90,-1-8-179,0 2-181,-2-11-1349,0-3 720,0-4-1,-2-3 1170,-4-5 0,1 0 0,-2-2 0</inkml:trace>
  <inkml:trace contextRef="#ctx0" brushRef="#br0" timeOffset="96317.27">7215 14108 6903,'4'1'3276,"-1"0"-1875,-1-1-1041,0 0-90,-1 0 270,6 1-360,0-1 0,6-4-91,-3-1 1,0-4 90,-4 2-90,-2 2 90,-2 2 90,-1 1-90,-1 1 180,2 4-270,2 0 0,3 5-90,0-2 90,1 3-90,-2 1 0,5 10 0,-3-3 0,4 7 89,0 4-89,-2-7 0,0 8 90,-3 1-90,-3-8 0,0 8 0,-3-11 0,-4 7 0,2-6 0,-4 4 0,-3-1 0,1-7 0,-5 6-179,-3 1-1,3-6 0,-5 4-180,4-8-540,-3 0 91,5-6-270,-1 0-1440,1-7 1260,3-2 89,-2-2 1170,9-4 0,5-3 0,4-2 0</inkml:trace>
  <inkml:trace contextRef="#ctx0" brushRef="#br0" timeOffset="96797.27">7850 14315 11580,'0'5'2339,"0"-1"-1889,0-3 89,0 1-179,2 1-270,1 1 90,2 1-90,5 1 0,0-1-90,11 3 0,-7-5-90,4 1 0,-6-1-180,0-2 0,2 1-89,-1-2-1530,5-2 719,-9-2-1528,-1-6 1439,-11 3 179,-4-1 1080,-2 4 0,-2 2 0,-1 1 0</inkml:trace>
  <inkml:trace contextRef="#ctx0" brushRef="#br0" timeOffset="96999.27">7875 14445 7385,'13'13'3276,"-5"-6"-362,3 3-2644,-6-7 294,5 0-384,-3-1 12,6 0-102,4-2-53,-1-1 53,6 0-180,-3-2-269,9-3-386,-6 1-64,7-5-1980,-6-5 1350,-5 4 0,-1-3 270,-7 5 1169,-2 4 0,0 1 0,-2 3 0</inkml:trace>
  <inkml:trace contextRef="#ctx0" brushRef="#br0" timeOffset="100239.27">8315 14295 9422,'-3'-4'2158,"3"2"-2068,2 2 540,5 18-540,-1-6 90,3 19 0,0 4-180,0-5 0,2 13 0,1-2 0,-5-16 0,5 18 90,-9-33 180,2 4 89,-4-9-359,-2-15 0,-2-9 0,-2-9 0,0-20 0,4 22-1639,0-3 1,2 1 1523,0 4 115,3-8 0,-2 19 0,1 2 0,2-2 0,-2 7 0,5 3 0,-3 7 3276,4 5-3160,-2 1-206,1 2 90,4 8 0,-5-5 0,4 3 0,-7-7 0,-1-2 0,1 1 0,-1-5 90,3 3-90,-3-5 90,1 1-90,-1-3 90,-2-2-90,2-5 0,-2-1 0,3-4 0,-1 1 0,7-4 0,-2 2 0,11-8 0,-7 12 0,13 1-90,-12 12 90,5 5 0,-8 3 0,0 3 0,6 12 0,-3-4-1631,4 9 1541,-5-8-829,6 7 649,-4-8-809,7 8 90,-10-19-126,1 1-54,-8-12-990,1-3 2159,-2-4 0,2-4 0,0-1 0</inkml:trace>
  <inkml:trace contextRef="#ctx0" brushRef="#br0" timeOffset="100779.27">8965 14365 7083,'-8'14'3058,"1"-1"-2788,-3 4 90,-1 4-270,3-3 180,-6 21-270,8-19 90,-1 15-90,6-21 0,1 1 0,1-7 0,1-1 0,1-4 90,1-1-90,-2-4 0,4-8 0,-2 0 89,4-6-89,-3-1 90,0 1-90,0-1 270,0-8-180,-2 8 0,2-3 0,-2 10 0,1 3 0,-2 1 0,1 2-90,-1 1 90,3 3-90,3 6 0,2 0 0,2 4 0,-2-3 0,0 2 0,0-2 0,0 2-90,0-1 90,1-1-270,4 2 180,-4-4-180,2 0 90,-5-4-89,-1-2-1,-1-2 0,1-2 0,-2-1 90,-2-1 0,0-1 90,-2-1 90,-1 1 90,0-2 0,0 0 90,-1 0 90,-2-5-90,1 4 0,-1-2-90,2 4 90,1 2-1,0 0 1,0 0 0,1 4-90,1 1 90,0 4-90,2 2 90,1 2 90,6 3-180,-2 0 0,6 2 0,-4-1-90,2 1 0,-1 1 0,2 0 0,0 1 0,1-1-450,6 9 180,-6-8-270,5 3-269,-10-11-271,-1-2 1,-4-2 786,-3 0 1,-10 1 0,-1 1 0</inkml:trace>
  <inkml:trace contextRef="#ctx0" brushRef="#br0" timeOffset="100938.27">9170 14593 7892,'3'-9'2969,"-1"-1"-2070,13-20-899,-4 10-2291,13-15 2111,-5 15-315,-2 3 1,0-1-496,9-9 450,-7 8 1,-2 0-541,3-6 91,-1 1 989,-2 2 0,-1 4 0,0 1 0</inkml:trace>
  <inkml:trace contextRef="#ctx0" brushRef="#br0" timeOffset="101426.27">9840 14025 7892,'7'-1'3149,"-2"1"-2790,-2-1-89,0 1 450,-2 0-540,-1 2 0,-1-1 0,-2 4 89,2-1-89,0 2 0,0 2 90,-1 3-90,0 3 90,-1 4 0,1 3-488,-1 3 398,1 3 90,-2 16-180,1-8-1586,2 5 1,1 2 1495,0 2-529,1-8 0,1-1 529,1-5-342,5 7 342,0-14 0,2 4 0,-2-12-87,4 1-3,-2-6 2567,2-1-3376,6-5 805,-7-4-446,5-1 369,-6-5-728,2-3-181,1-2-179,2-4 90,-2 0-1,-8-2 271,-2 1 899,-6 3 0,-2 1 0,-2 2 0</inkml:trace>
  <inkml:trace contextRef="#ctx0" brushRef="#br0" timeOffset="103420.27">9755 14135 9062,'4'-1'1349,"0"0"-1169,-2-1-90,1 1 90,7-6-180,-4 2 0,7-5 0,-7 5-2519,3-4 1530,-6 6 989,-1-3 0,-4 5 0,0 0 0</inkml:trace>
  <inkml:trace contextRef="#ctx0" brushRef="#br0" timeOffset="103813.27">10233 14310 11400,'2'-3'2249,"0"1"-1889,-1 5-90,-1-2 0,0 4-90,0-5 89,2 3-89,1-1 0,5 4-90,0-2 0,13 10-90,-7-5 0,18 15-180,-16-11-518,6 6 428,-11-9-269,2 2-1,-5-4 0,1 0 1,-4-5-1530,2-2-270,-4-1 788,-15-1 1551,4 1 0,-12 0 0,10 1 0</inkml:trace>
  <inkml:trace contextRef="#ctx0" brushRef="#br0" timeOffset="103999.27">10225 14488 8072,'-8'-8'3276,"2"-1"-1425,9 3-1671,6-10-90,2 1-90,6-9 0,9-6-90,-5 5-864,6-7 595,-8 10-901,10-8 233,-10 9-1312,8-15 1170,-17 18 179,-1-3 990,-8 14 0,0 4 0,-1 3 0</inkml:trace>
  <inkml:trace contextRef="#ctx0" brushRef="#br0" timeOffset="104749.27">10663 14088 8432,'4'-5'2789,"-3"2"-1980,-1 0-89,1 3-630,-2 4 90,3-1 89,-2 6 1,0-1-90,-1 5 540,-2 15-360,-3 3-3573,1 7 3393,0-3-90,4-8-867,0 0 867,2-1-219,0 1 129,2-4-53,2 9 53,-4-10-360,5 14-269,4-18 1006,0 1-1006,7-14-181,-6-8-200,-1-4-1689,-1-7 1503,-6 2 1196,-1-8 0,-4 7 0,2-3 0</inkml:trace>
  <inkml:trace contextRef="#ctx0" brushRef="#br0" timeOffset="104999.27">10838 14343 7353,'5'3'3276,"0"2"-2415,-1-2-411,-1 1-90,1-2 0,-1-1 0,3 1-270,-2-2-1,2 1-89,-1-1 90,1 1-90,0-1 0,3 0-90,0 0 90,1-1-179,0 1-1,0-3-270,-1 2 0,0-3-359,-2 1-181,-1-2-179,-2 2-990,-3-2 1260,-2 3 899,1-5 0,0 2 0,3-1 0</inkml:trace>
  <inkml:trace contextRef="#ctx0" brushRef="#br0" timeOffset="105237.27">11116 14230 8702,'5'0'2698,"1"1"-2248,-6 1-90,1 0 90,0 2-180,1 1-90,-1 2 179,1 10-269,-2-2 0,3 7 0,-3-3-90,1 1 0,0 0 0,1 1-90,1 8 0,-1-7-90,0 5 0,-2-11-629,-1 0 269,1-7-179,-1 0-1440,1-7 1079,-2-4 1,1-2 1079,0-10 0,1 1 0,1-6 0</inkml:trace>
  <inkml:trace contextRef="#ctx0" brushRef="#br0" timeOffset="105737.27">11286 14115 8342,'2'1'2339,"1"1"-2159,-3-1 0,0 0-90,0 2 90,1-1-1,-1-2 271,1 2-180,-2 0-90,0-1 90,-1 3-90,1-3 0,2 2-1,1-1-89,0 2 90,2 0 0,0 2-90,1 1 0,-2 3 180,3 10-180,-3-2 90,2 8 0,-4 5-180,1-7-1015,-2 9 1015,0-11-551,0 8 551,-2-6 0,1 3 0,-1-8 0,-2 5-90,1-7-180,-2 7 0,3-13-539,-1 1 1128,3-8-2568,2-3 1517,-3-6-437,-1-2-1,-3-3 1170,3 0 0,2-1 0,2-1 0</inkml:trace>
  <inkml:trace contextRef="#ctx0" brushRef="#br0" timeOffset="106334.27">11616 14298 10771,'4'-3'989,"-2"2"720,-1 0-1529,-2 5 180,1-1-180,-1 3 90,2-1 90,5 9-271,-1-4-89,5 8 90,-1-10-90,0 1 0,2-1 0,0-1 0,2 1 0,-2-1-90,0 1 1,-1-1-1,0-1-450,2 3 90,-2-5-2518,6-1 1799,-10-3-1170,-4-5 1259,-8 3 1080,-5-3 0,2 4 0,2 0 0</inkml:trace>
  <inkml:trace contextRef="#ctx0" brushRef="#br0" timeOffset="106512.27">11653 14460 7173,'3'-7'2968,"-1"-1"-2428,2-3-270,1-2-90,1-2 0,4-2-91,1-4-89,4-2 0,12-13-1806,-6 9 1806,8-7-270,-3 8-765,-6 7 316,3 0-1170,-14 4-90,-11 4 1979,-5 2 0,-7 7 0,1 5 0</inkml:trace>
  <inkml:trace contextRef="#ctx0" brushRef="#br0" timeOffset="106809.27">11436 14673 8792,'2'2'3276,"1"2"-2594,-4 5-412,0 0-91,0 12-89,0-7-180,0 13 1,-1-10-91,2 3-270,2-7-270,1-4-359,-1-3-90,0-4-1260,-1-3 1350,2-3 1079,0-2 0,0-3 0,0 1 0</inkml:trace>
  <inkml:trace contextRef="#ctx0" brushRef="#br0" timeOffset="107960.27">11988 14150 8612,'3'-4'2339,"-2"1"-1890,-1 1-179,-2 1 0,0 2 0,0 1 0,-1 1 0,1 2-90,-1 4 179,0 9-790,1-2 611,0 10 0,2-6 90,2 14 0,0-8-903,2 10 723,0-9-90,1-1-260,0-1 260,0-3 0,1-2 0,1-1-2471,0-3 2381,1 1 90,-2-4-90,0 0-180,-1-3 90,0-3-180,0-2 494,1-3-674,2-5-90,1-4-1708,0-11 1168,-6 1 3393,-4-7-2223,-7-6 0,1 5 0,-2-9 0</inkml:trace>
  <inkml:trace contextRef="#ctx0" brushRef="#br0" timeOffset="108155.27">12011 14115 7713,'9'-4'3276,"1"-1"-2954,-4 3-233,2-1-89,-1 1 0,1 1 0,2-2-269,11-2-271,-4 1-180,6-2-2248,-9 4 2069,-6 3 899,-1 3 0,-3 2 0,1 0 0</inkml:trace>
  <inkml:trace contextRef="#ctx0" brushRef="#br0" timeOffset="108426.27">12303 14348 7173,'4'7'3276,"-2"-3"-1965,0 2-501,-2-3-450,0-1-180,0 1 179,2-1-269,1-1 0,8-1 0,-3 0-90,5-1-90,-5 0 90,0 0-180,1-2-179,1-1-181,1 1-450,2-4-1528,1-5 1259,-4 2 89,-1-4 1170,-3 3 0,-2 1 0,2-1 0</inkml:trace>
  <inkml:trace contextRef="#ctx0" brushRef="#br0" timeOffset="109698.27">12608 14308 8162,'2'3'3276,"-2"0"-2774,-2-2-142,0-1 180,0 0-270,1-1-91,1 0-89,0-2 90,0 1-90,1-1 90,1 1 0,1-2 0,0 1 0,2 0-90,-2 0 180,1 2-91,-1 1 1,1 1-90,-2 2 270,2 0-270,-1 0 0,0 1 0,0-1-1273,-1 1 1183,1 2 0,-1 1 90,1 0-90,-1 1 0,1 0 0,-1 5 0,1-3 0,-2 4 1273,0-6-1273,1 4 0,-1-2 0,6 8 0,-4-11 0,9 8-90,-6-9 90,3 3-180,-1-4-360,4-2 181,-2-1-271,4-4 0,-1-4-269,0-4-361,2-4-89,-2-2 90,-1-1-1080,0-8 2339,-3 7 0,-1-2 0,-2 8 0</inkml:trace>
  <inkml:trace contextRef="#ctx0" brushRef="#br0" timeOffset="110367.27">12941 14048 10861,'-4'-2'1079,"2"2"-809,0 2-90,2 0 360,0 1-271,0-2-89,2 0-180,-1-3 0,1 0 90,2-4-90,0 2 0,1-2 90,0 1-90,0 0 0,0 0 0,-1 0 0,-1-2 0,-1 2 0,-1 0 0,-1 2 90,0 1 0,0-1 0,0 1 0,0 0 0,0 0 0,-1 2 0,-1-1 90,0 1-180,-1 1 90,1-1-90,1 1 0,3 2 0,1 4 0,2 1 0,-2 3 0,-1-2 0,2 29 0,-1-21 0,3 20 0,-1-24 0,-1-2 0,0 6 0,0 5 0,-2-4 0,2 7 0,-3-6 0,0 1 0,-1 1 0,0 1 0,0 0 0,-3 21 0,0-17-45,0-1 0,-1 0 45,0-4 0,-1 5 0,2-11 0,1 1 0,1-5 0,-1 14 0,2-13 0,0 9 0,0-18 0,0-2-180,-1-6 0,1 1-180,-1-1-269,2 2-541,-1-4-89,-1 1-90,-3-3-1,-3 1 91,-2-2 1259,1-2 0,0 1 0,1-1 0</inkml:trace>
  <inkml:trace contextRef="#ctx0" brushRef="#br0" timeOffset="110928.27">13274 14510 9062,'-2'10'2608,"1"1"-2428,-1-2 0,-1 2-3457,-1 6 2483,3-4 1653,-1 4-859,2-7-90,0-2-90,0 1-809,2-3 89,-1-3 3213,3-4-3393,-1-7 1,-1-1 180,1-3 899,-1 1 0,2-1 0,0 1 0</inkml:trace>
  <inkml:trace contextRef="#ctx0" brushRef="#br0" timeOffset="111285.27">13541 14210 9062,'4'-4'2788,"-2"2"-1798,0 2-631,-1 1 1,0 0-90,2 2 0,-1-2 90,2 3-90,-4 2-1,2 2 271,-2 8-270,6-3-90,2 6 0,5-5 0,-1 1 0,15 13-180,-10-10 0,12 10-270,-9-10 90,-5-4-90,5 3 0,-9-7-180,0-2-89,-2 0-91,-1-3-899,-1-4-1748,-6-4 1697,-2-1 500,-8-1 1080,0 2 0,-3 3 0,1 0 0</inkml:trace>
  <inkml:trace contextRef="#ctx0" brushRef="#br0" timeOffset="111449.27">13606 14465 8072,'-2'-6'3276,"-1"-4"-2594,2 2-322,1-9-270,2 5 90,2-6-90,10-4-90,0 4 0,9-6-90,10 1-180,-9 5-90,7-3-1169,-8 1 360,-9 7-2108,5-5 0,-11 9 3156,3-3 0,-2 5 0,1-2 1</inkml:trace>
  <inkml:trace contextRef="#ctx0" brushRef="#br0" timeOffset="111726.27">14009 14155 7533,'5'6'3058,"-1"1"-2338,-1-1-271,-1 1 1,-1 2 270,-4 9-451,2-3 1,-3 8 90,1 8-180,-1-4 0,-1 9 90,-1 6-3547,4-10 3309,1-4 1,2 0-2185,8 13 2152,0-2-517,4-8 517,-1-13-57,0-3 57,0-3 1773,3 1-2043,-4-8-90,5 0-872,1-15 332,-3-2-1763,2-9 1404,-9 4 151,-3-3-61,-5 1 179,-2-1 990,-1 0 0,-1 1 0,1 0 0</inkml:trace>
  <inkml:trace contextRef="#ctx0" brushRef="#br0" timeOffset="111930.27">14004 14135 7533,'8'0'3276,"0"0"-2685,1-1-411,-1-2-90,2 0 0,3-2-90,11-2-180,7 2-1078,0 1 539,1 2-271,-12 2 1,-3 0-91,-3 0 1,-3 1 1079,-2 1 0,-3 2 0,0 2 0</inkml:trace>
  <inkml:trace contextRef="#ctx0" brushRef="#br0" timeOffset="112335.27">14231 14400 7083,'-3'4'3276,"1"0"-1425,2-3-1401,0 0 359,1 2-629,1-1 90,5 2-180,3-3 90,16-4-658,-5 0 478,7-3 0,-10 2-90,-2 0 1,0 2-91,-2-1-180,-1 1-90,-3-1-1979,4-5 1170,-7 2 90,3-5 89,-9 4 658,0 0 422,0 0 0,0 4 0,0 0 0</inkml:trace>
  <inkml:trace contextRef="#ctx0" brushRef="#br0" timeOffset="112843.27">14514 14213 9062,'8'0'3276,"-1"0"-2684,0 1-323,-2-1 1,0 1-90,1-1-90,1-1 90,0-2-90,2 0 0,0-2-90,1 0 90,-1 0 90,0 0-180,-1 1 90,1 0 0,1 2 0,-3-1 0,0 2 89,-4 2-89,-1 2 90,-1 4-90,-2 1 180,-5 10-270,-1-2 0,-4 7 0,-4 2 0,4-5-357,-3 4 357,5-8 0,0-2 0,0 11 0,3-12 0,0 9 0,5-16 0,2 0 0,1-1 0,6-1 0,0 0 357,7 1-357,-4-3 0,8 3 0,-8-2 0,3 1 0,-2 0 0,-5 0 0,2 3 0,-5-2 0,-1 1 0,-4 0 0,-3 2 0,-3 0 0,-6 5 0,3-1 0,-4 1-180,4-4-180,-5-1 91,5-2-361,-2-2-180,6-4-539,2-3 0,-1-1-1529,-4-7 1708,2 4 1170,1-6 0,6 3 0,4-3 0</inkml:trace>
  <inkml:trace contextRef="#ctx0" brushRef="#br0" timeOffset="113378.27">14829 14160 8252,'6'0'3148,"-1"1"-2518,-1 1-180,-2 0 449,3 2-719,-2-3 0,3 2-90,-2-3 0,1-2 0,0 1 0,5-3-90,-1 1 0,4-2 0,-3 0 0,0 0 0,0 0 90,0 0-90,0 0 0,-1 0 90,0 1 0,-3 1-90,-2 2 90,-2 0 0,-2 0 0,0-3 0,2 1 89,-1 1 271,0 2-270,-2 3-90,1 1 0,-3 4-90,2-1 90,0 3 0,-3 8-90,3-1 90,-2 12 0,3-8-90,0 8 90,2-6 0,-1 3-290,0 1 289,0 1-699,-1 2 700,0-3-3064,0 2 3064,0-1-90,0-2-186,-1 16 276,0-19-90,-2 11 227,2-23-227,0 2 316,0-4-406,-1-1 2791,-2-7-3151,0-2-1709,-10-15 810,4 1 0,-6-10-581,4 2 581,0 1 90,-1-3 482,3 0 0,0 1 0,3 0 0</inkml:trace>
  <inkml:trace contextRef="#ctx0" brushRef="#br0" timeOffset="114065.27">15239 13975 9152,'5'0'2159,"0"0"-1800,-1 0-89,-2 0-90,3 0 0,-1 1-90,1 1 90,0 0-90,1-1 0,2 1-90,0-4 90,4 1-90,-1-1 0,1-2 270,8-3-181,-8 3 91,3-1 180,-8 5-90,-3 0-90,0 1 450,-4 4-361,-3 4 1,-2 4 0,-1 2 90,-5 12-180,3-5 0,-3 8-90,3-9 0,2 1 0,1-4-1,1 9 1,3-8-90,1 5 90,1-7-3018,2-2 2928,2 6 0,-1-5 0,2 4 0,3 0 0,0-4 0,4 6 0,-1-6 0,4 9 0,-3-3-2422,3 7 2422,-4 7 0,-3-8-535,2 11 535,-5-12 1375,2 12-1195,-4-10-90,-1 9 0,-3-11 0,-2-1-90,-2 0 90,-2-3-208,0-2 118,-2-4-90,2-2-89,0-1 2104,-1 0-2554,2-5 835,-1-1-2275,0-5 1293,1-3-664,-1-3 215,-1 0-34,0 0 90,-2-1 1169,0 4 0,0-1 0,2 1 0</inkml:trace>
  <inkml:trace contextRef="#ctx0" brushRef="#br0" timeOffset="114199.27">15714 14943 6903,'-6'-11'-90,"-4"2"0,-5-2 0,-4-1 0</inkml:trace>
  <inkml:trace contextRef="#ctx0" brushRef="#br0" timeOffset="169198.27">5052 16310 7353,'-3'-7'2698,"1"-1"-2158,-2 1-180,0-2-90,-1 1 539,-3-7-629,3 6 0,-3-4 90,5 6 449,-5-4-449,6 4-270,-4-2 90,5 7-90,1 2 270,-5 15-180,5-4 180,1 25-180,2-13 0,4 15 0,0 2 0,1 0-870,0 4 0,0-1 780,-1-9 0,-1 1 0,-1-1 0,-2-6-261,-1-1 1,0-1 349,0-13 631,5 5-540,-4-15 450,1-15-451,-5-1 1,-1-11 0,-2-1 0,1-4-1793,-1-19 1703,2 19-626,1-1 626,2-1-822,3-14 822,1 12-90,2 3 0,0 1 0,3 2-367,4-10 367,-6 21 2141,10-6-2141,-6 10 1137,14-4-1137,-13 14 0,8 4 0,-8 4 0,7 10 0,-8-2 0,8 18 0,-9-8-943,1 5 1,0 2 942,-2 5 0,-1-9 0,-1 3-665,-1 16 305,-1-9-225,-4-7 1,-1 0-226,1 3-269,1 8-1890,-1-8 1521,-4-12 99,-3 4 89,-4-11 779,1-5 1,2-1-1,3-3 1</inkml:trace>
  <inkml:trace contextRef="#ctx0" brushRef="#br0" timeOffset="169521.27">5544 16698 7443,'5'5'3058,"-1"-1"-2428,-1 3-1,-3 3-359,-2 1 0,-1 11-180,1-7 0,0 7-90,2-6 180,0 0-180,0 1-3277,0-4 3342,0 0-65,1-2 90,0-2-90,2-2 90,-1-2 89,4-2-179,-1-3 3276,3-4-2980,-2-3-296,2-6 90,2-3-90,-1-4 0,2-3-345,-2 0 345,-3-4 0,-2 1 90,-3-1-90,-2 0 0,-2-6 0,-2 11 0,-1-3 0,-3 13-180,-5-3-90,2 7-3007,-25-2 0,18 8 3180,-15 2 1,20 2 0,3 2 0</inkml:trace>
  <inkml:trace contextRef="#ctx0" brushRef="#br0" timeOffset="170766.27">5812 16198 12300,'-2'-5'2249,"1"2"-1170,0 5-809,1 0 0,1 5-90,2-3-90,3 5 0,0-3 89,10 7-179,-4-3 90,8 5 0,-5-5-90,1 0 0,0 0-3277,3 0 3252,0 0-174,1-2 199,1 1 0,10 2 90,-6-4-90,7 3 90,-12-5-90,-2-1 0,0 2 0,6 1 0,-7-1-32,3 2 32,-9-3 0,-3 0 0,-1-1 3276,-3 1-3274,-1 1 294,-3 1-296,-3 3 49,-3 4 41,-3 1-90,-10 15 0,3-7 0,-8 9 0,-1 1 0,6-10-3277,-5 7 3252,9-12 25,2-3-90,3-3 0,-3 4-180,5-8 1,-2 2-91,5-7-900,0 0 2764,3-1-2944,7-3 1,2-5 0,4-2 180,-2-2 89,-2 1 1170,1 1 0,-1 4 0,1 2 0</inkml:trace>
  <inkml:trace contextRef="#ctx0" brushRef="#br0" timeOffset="171210.27">6505 16418 8072,'4'0'3276,"-5"2"-1604,-3 1-1223,-10 9-269,7-1-90,-5 6 0,6-4 90,1 8-90,1-4-90,1 7 90,3-1-90,2-6 0,0 5 0,2-8 0,1-2 90,5 1 0,1-8-90,4-1 0,-1-9 0,0-5 0,2-4 0,6-14 0,-6 5-797,3-10 887,-10 9-318,-3-6 408,-4 9 90,-4-3 180,-7 7-360,-1 7-1441,-4-1 1351,1 7 523,1 1-882,-1 3 5,3 2-1085,-3 0-180,2-1 0,-2 2 1665,-1-1-46,4 6 0,5 1 0,6 3 0</inkml:trace>
  <inkml:trace contextRef="#ctx0" brushRef="#br0" timeOffset="172051.27">7565 16773 9062,'-8'-3'3276,"1"1"-2145,2-1-591,0 1 449,0-1-629,1 2 270,1 0-360,10 1-2583,39 2 2673,-10-2-225,-3 1 0,2 1-1151,7-2 1196,4-2-90,-21 2 0,-1 0-45,2 0 0,-1-1 0,1 0 0,-1 1-45,0-1 0,1 1 0,22-3-318,-2 1 318,-17 0 0,-1 1-180,11 0-495,-9 0 1,-1 1-46,-7 0-989,5 1 3317,-25 0-2777,-3 0-2108,-28-1 1067,8-2 2276,-17-3-66,17-4 0,1-1 0,2-2 0</inkml:trace>
  <inkml:trace contextRef="#ctx0" brushRef="#br0" timeOffset="172266.27">8072 16565 7353,'19'-3'3276,"-2"1"-1875,-9 3-4678,6 2 2577,-4-1 2250,5 2-1280,-4 0 787,0 0-877,1 2 90,-1 1 0,-2 3-90,-1 3 0,-1 2 0,-2 3 2940,-3 4-2760,-4 17-3614,-2-7 3344,-4 13-90,1-12-468,-1-1 468,2-1-90,0 1-540,1 5 0,2-9-629,2 1-270,1-13-1619,8-7 1709,-1-4 269,10-9 1170,1-4 0,3-6 0,2 1 0</inkml:trace>
  <inkml:trace contextRef="#ctx0" brushRef="#br0" timeOffset="173365.27">8940 16693 6813,'5'-5'3058,"0"0"-2428,-1 0-90,0 0-181,-2 0-89,1 0-90,-2 1 90,0 0-90,-1 0 0,-1 1 0,0-2 0,-2 1-90,1 0 0,-2 2 89,-1-1-89,-1 1 90,-3-1-90,-1 2 90,-3 1 90,-8 5-90,3 2-615,-8 6 615,8-2-90,-2 3-202,1 0 202,0 1 90,3 0 0,-3 6-180,7-5 90,1 5-90,9 1 90,3-4-90,4 6 0,3-6-3092,7 5 3092,-1-6-1711,6 5 1711,-5-8 31,0 0-31,0-2 0,-2 1 0,5 5 0,-6-5 2215,2 4-2215,-8-5 3276,1-2-3150,-4 0 115,0 0-241,-3 4 0,-3-3 0,-3 7 0,1-8 0,-2 0 0,0-3-90,2-4-90,-1 1-270,0-3 91,2-1-181,-1-1-719,3-7 179,1-1-89,2-8-90,2-2-1080,4-16 2339,0 4 0,3-9 0,-2 12 0</inkml:trace>
  <inkml:trace contextRef="#ctx0" brushRef="#br0" timeOffset="173926.27">9038 16580 7803,'7'-2'3276,"-3"0"-2505,2 2-141,-3 6-360,-1 1-90,1 6-3213,-1 10 3123,1-1-624,0 23 623,0-13 91,1 13-90,-2-11-45,1-8 0,0 0-45,1 15 45,0-14 0,0-1-45,1 8 0,0-2-488,0-3 578,0-3-90,-2-2 90,2 0-90,-3-7 2752,0-1-2752,-2-7 1106,1-5-1106,2-2 827,1-5-827,1-4 0,0-4 0,0-3 0,1-3 0,3-12 0,0 5 0,1-6-3277,-4 9 3162,-1-6-69,-1 8 184,-1-4 0,1 5 0,-1 7 0,-1-2-90,0 7 3366,0 2-3251,0 2 250,0 4-275,0 3 90,5 24-90,-2-10 0,4 20 0,-1-9 0,-2-6 0,3 6 0,-4-11 0,0-2 0,0-2-90,0-2 90,0-3-90,0-1 90,0-3 0,0-1-90,2-6 90,-2-2-90,3-7-90,-3-9 0,0 2 0,2-17 90,-3 13-291,2-7 291,-3 11 90,-1 3 0,0 3 0,-1 3 0,-1 2 0,0 2 0,0 4 381,0 7-381,-1 3 0,-1 6 0,0 0-179,-2 9-91,1-3-90,-1 3-180,1-11-449,-2-4-91,1-2-179,-1-4 90,-1-2 179,-1-2 990,-1-2 0,-1-1 0,2-2 0</inkml:trace>
  <inkml:trace contextRef="#ctx0" brushRef="#br0" timeOffset="174061.27">9278 16608 7263,'2'-10'2788,"3"-5"-3058,-1 7-1259,1-2 720,-2 9-91,-2 0 900,-1 4 0,2 0 0,1 3 0</inkml:trace>
  <inkml:trace contextRef="#ctx0" brushRef="#br0" timeOffset="174348.27">9475 16643 7443,'9'0'3276,"0"0"-2415,-3 0 219,-2-2-720,-2 2 269,-2 0-359,0 4-90,-1 2 180,-1 11-270,-1-1 0,-1 10 179,-1 12-179,2-5-267,1-10 0,0 3 312,1 15 0,1 2-1017,0-14 1,1 1 881,0 18 0,1 0 45,0-19 0,0-2-45,1 2 0,0 0 45,1-1 0,0 0-45,0 0 0,1-1-232,0-1 0,1 0 232,2 8 0,0-1 0,-2-9 0,0-1-45,2 5 0,0-1-45,1 4-360,0 4 304,-3-13-304,0-1 1679,-5-15-3028,-3-12 1219,-3-4-770,-4-13 91,-4-2-380,3 3 1,0-1 1582,-8-14 0,5 13 0,1 0 0,-7-9 0</inkml:trace>
  <inkml:trace contextRef="#ctx0" brushRef="#br0" timeOffset="174488.27">9375 17078 7353,'20'-6'3276,"-4"1"-1875,13-4-1311,-9 2-180,5-1-629,6-6-181,-9 3-179,7-6-2159,-6-8 2418,-7 12 1,5-7 0,-10 15 0</inkml:trace>
  <inkml:trace contextRef="#ctx0" brushRef="#br0" timeOffset="174986.27">9675 16700 6993,'1'-9'3276,"0"3"-2055,1 0-501,0 3-270,1 4-90,1 3 179,-4 13-269,0-1 90,-4 26-180,1-10 0,1 14-90,2-12 0,1 1-3367,2 11 3219,-1-10 1,1-1-2212,2 1 2269,0-1-623,0-2 533,0-3 0,-1-3-540,-1 4 90,-1-10-359,-2-2 1689,-4-12-2139,-2-7 2930,-4-3-2840,-3-3 1259,-7-6 0,3 2 0,-5-3 0</inkml:trace>
  <inkml:trace contextRef="#ctx0" brushRef="#br0" timeOffset="175140.27">9550 17035 7713,'8'-2'3276,"-2"-2"-2415,1 0-501,1-2-90,3 0-90,5-3-180,17-6-180,-4 3-542,12-5-1257,0-1 809,-10 5 1,6-3 1169,-6 4 0,-7 5 0,6 1 0</inkml:trace>
  <inkml:trace contextRef="#ctx0" brushRef="#br0" timeOffset="176511.27">10150 17188 8522,'7'2'2699,"-1"-1"-2340,-1-3 181,3-8-360,-1 1-3457,10-14 2662,-6 5 705,7-6 362,-4 3-452,1-2 0,0-2 89,0-1-89,7-15 0,-7 9-850,4-10 940,-9 12-1941,-1-11 1851,-4 8 1387,-1-6-1387,-4 12 93,-3 3-93,-1 1 0,-2 0 0,0 2 0,-5-6 90,3 10 704,-3-2-524,-3 14 2708,3 4-2888,-4 6 813,6 4-813,-1 3 436,2 3-436,-3 13 0,2-5-90,-1 11 90,4 8-1048,2-8 1048,2 13-90,1-15 0,2 2 90,0-3-90,3-1-430,0-1 520,2-4-2962,1 3 2872,2-3-1922,8 8 1922,-3-16 363,4 1-363,-3-15 344,-1-4-344,1-3 0,0-4 0,0-2 0,0-1 0,-1-3 0,-1 1 2226,3-11-2226,-5 5 0,6-19 0,-11 18 0,1-8 3276,-6 14-3223,-1-1 137,0 6-190,0-1 0,0 7 0,0 0 0,0 2 0,0 6-90,0 7 180,0 3-90,0 2 0,0-5 0,2 6 0,0-4 0,1 3 0,0-6-90,2 0 90,-2-3 0,1-1 0,-1-4 0,-1-3 0,1-1 0,-1-3-90,1-16 90,-2 8 0,0-18 0,-1 16 0,0-3 0,0 7 0,0 3 0,0 3-90,0 2 90,0 2 0,0 5-90,2 0 90,-1 5-90,3-3-90,-1-1-90,2 1 0,0-2-89,0 0-901,6-2 271,-2 0-180,3-2-1,-5-2 1,-1 0 179,-1-3 990,3-2 0,-1-1 0,3-1 0</inkml:trace>
  <inkml:trace contextRef="#ctx0" brushRef="#br0" timeOffset="177144.27">10455 17090 6813,'5'6'3058,"0"-1"-2428,0-1-180,0-3-180,0 1-91,0-2 1,0 0-90,0-2 0,2 1 0,-1-3 0,1-1 0,2-1 0,0-3 0,1-1-957,2-7 1047,-2 4 0,-1-7 90,0-5-270,-6 10 90,1-8-90,-4 13 90,0 0-90,-1 0 0,0 0 90,-3 0 956,0 0-1046,-1 1 0,0 0 90,-1 2-90,0 0 0,-2 1 90,0 2-90,-1 2 90,0 2 0,0 2 90,-1 5 0,1 1-90,-2 5 0,4 2 180,1 3-180,-1 5 0,4 0 90,-1-5-1,3 6-89,1-7 180,10 27-180,-2-23-45,6 2 0,2-2 45,1-8-789,11 6 699,-10-13 0,-2 0-90,2-3 0,-2-2-720,14-11 270,-12 0 1,9-8-361,-16 2-2377,2-25 1133,-8 11 2144,0-2 0,-2-1 0,0 0 0,2-13 0</inkml:trace>
  <inkml:trace contextRef="#ctx0" brushRef="#br0" timeOffset="177516.27">10798 16385 7263,'-6'-12'3276,"-4"3"-346,3 7-2480,-4 4 0,4 4-90,-2 4-3393,1 5 3483,2 5-90,0 5-1191,2 6 1281,0 5 90,3 8-315,1-20 0,0 1-1,1 2 1,-1 2 0,2 1 0,0 1-135,0 3 0,1 0 0,0 0 0,0 3 60,2-3 0,0 3 0,1-2-784,0 6 1,2-1 663,-2-6 0,1 2 0,0-3-30,3 2 0,-1-2 0,0-1 0,0-1-334,0-2 1,0 0 333,0-2 0,0-1 0,-1-3 0,0 0-90,7 18 974,-2-7-1154,-3-5 1081,-3-7-2340,-3-1 2311,-4-11-1951,-2-4 1167,-5-14-3147,-8-18 1620,1 1 180,-9-15 1342,4 6 7,0-5 0,0-1 0,2-2 0</inkml:trace>
  <inkml:trace contextRef="#ctx0" brushRef="#br0" timeOffset="177632.27">10690 16993 7353,'27'-25'3276,"-2"1"-2774,-8 10-502,3-1-270,13-9-270,-7 6-968,8-9 519,-13 10-900,5-13 1889,-9 7 0,5-8 0,-7 9 0</inkml:trace>
  <inkml:trace contextRef="#ctx0" brushRef="#br0" timeOffset="177823.27">11043 16575 7713,'0'-4'3276,"0"1"-166,-2 18-2660,1-3-91,-1 15 1,2-3 90,1 5-180,1 6 89,2 2 1,1 2-1265,-2-13 0,1 0 949,2 15 1,0-1-45,4 4-45,-4-16 1,-1-1-46,4 14-270,-4-12 0,0-1-270,-1 0-89,0 3-2558,-10-18 1506,-2-9 422,-8-7 90,-2-6 1259,-2-1 0,0 0 0,-1 0 0</inkml:trace>
  <inkml:trace contextRef="#ctx0" brushRef="#br0" timeOffset="177959.27">10890 17013 7892,'25'5'3276,"0"-2"-1604,-8-5-1492,4-3-90,1-1-90,5-3-315,-4 2 0,1-1-1704,12-5 1434,-12 5 1,-2-1-1935,7-11 1260,-13 8 439,-3-5 1,-11 8 0,-2 1 0</inkml:trace>
  <inkml:trace contextRef="#ctx0" brushRef="#br0" timeOffset="181300.27">5092 17965 6993,'0'-9'3238,"0"2"-2518,-1-2-181,-1 2 811,-6-5-1170,3 5 719,-11-5-809,10 9 720,4 15-721,5-2 1,4 17 0,2 3-90,-2-2-1639,0 13 1,-1 1 1523,-1-4 115,-3-12 0,1-1 0,-2-2 90,-1 0-90,0-12 0,0 5 90,0-13-90,-4-9 90,2 0 3186,-3-7-3160,-3-16-26,4 7-411,-3-13 410,5 12-89,2 1 0,4-23 0,0 17 0,2-5 0,0 1 0,1 5-727,6-15 727,-4 22-334,17-12 334,-13 19 0,24 14 0,-26 13 0,2 10 0,-1 4 0,-3-3 0,2 17 0,-5-18 287,3 15-467,-4-15-450,1 3 1,1-2-452,-3-8-88,5 11-917,-9-22 736,-1-1 452,-7 1 898,1-1 0,1 3 0,3-2 0</inkml:trace>
  <inkml:trace contextRef="#ctx0" brushRef="#br0" timeOffset="181656.27">5502 18118 7083,'-1'11'3276,"-1"-2"-1605,-3 6-1401,0-4-90,-1 0 90,0 3 0,-4 10-180,3-5-496,0 9 495,3-8-89,3 8 90,0-8-90,2 5 0,0-12 100,4 1-10,-1-5-90,3-3 0,0-5 0,0-4 0,1-4 306,-1-3-306,2-2 90,0-3-90,0-3 0,-1-2 0,0-13 0,-4 6-1015,-2-9 1015,-4 11 0,-2 1 0,-1 3 0,-5-3-3056,4 8 3056,-4 0 0,3 11-90,1 5-90,0 4 410,0-3-860,3-1-359,-2-4-2288,-4-1 5358,2 3-2081,-3 2 0,5 4 0,2 2 0</inkml:trace>
  <inkml:trace contextRef="#ctx0" brushRef="#br0" timeOffset="183059.27">6129 17770 7443,'12'-10'3058,"-2"0"-1889,0-3-719,-5 3-90,1-1 359,-5 5-449,-1 3 720,-4 7-810,-1 0 0,-3 8-1,0 0 181,-8 12-180,0-4-825,-7 12 735,3-6-45,4-4 0,-1 2-45,-11 12-763,9-11 1,0 1 762,-9 9 0,0 1-2613,0-1 2703,2 0-462,10-11 1,1-1 461,-8 11 344,-2 6-254,7 1-180,9-18 0,-1 9 0,9-21 1069,3-2-1069,1-2 2947,7 4-2857,0-5-90,5 3 90,-2-1-90,1-1 90,2 1-90,2 0 90,1 1 1525,1 1-1615,0 0 0,1-1-231,0-1 231,2-1 90,-1-2-90,1-1 0,8-2-90,-8-1-90,5 1 0,-11-2-90,-2 0-179,-4 0-1,-2 0-1169,-1-3 449,-1-1-1798,-3-8 1619,-2 1 0,-6-2 269,2 3 1080,-2 5 0,3 1 0,-1 3 0</inkml:trace>
  <inkml:trace contextRef="#ctx0" brushRef="#br0" timeOffset="184194.27">6404 18140 7173,'9'-3'2878,"-3"1"-2158,-3 0-270,-4-1 269,-1 2 1,1 0-450,0-1 449,-5 2-539,4-1 0,-5 1 180,3 1-180,0 1-90,-1 1 90,0 1-91,0 2 1,0 2 0,-1 2 90,0 1 90,-5 9-180,4-4 0,-3 6 90,4 1-180,2-4 90,1 7-90,1-8 0,5 17-3277,-1-12 3252,8 19 25,-2-22 0,4 1 0,11-6 0,-8-10 0,10-1 0,-9-10 0,1-4 0,0-4 0,1-4 0,-1-2 0,7-14-2179,-2-8 2179,-2 0 0,-12 0 0,-7 15-220,-7-1 220,-2 3 2119,2 3-2119,-3 3-90,2 3 1,-9-2-91,2 6-90,-5-1-90,4 8-180,1 2-179,2 0 2758,1-1-3478,-1 1-1529,-7-4 1619,3 4 1349,-4 1 0,6 5 0,4 1 0</inkml:trace>
  <inkml:trace contextRef="#ctx0" brushRef="#br0" timeOffset="185552.27">7512 18183 8432,'4'-3'2789,"0"2"-2340,-2 0-179,2 1 90,3 0-270,0 0 180,4 0-180,-1 0 90,2 0-90,4 4 89,3 0 1,5 4-681,2-3 591,4-6-1,4-1-89,2-4 45,-7 1 0,0 1-45,17-5-1261,-16 3 1,0-1 1260,13-4 0,-1-3-427,0 0 427,-13 4 0,0 1 0,11-6-428,-13 6 1,-2 2 337,5-3 0,-4 4 257,-3 0-437,-6 1 2159,-3 1-2428,-4 0 435,0 0-1965,-4 1 900,-2-4-654,-6 2 834,-6-1 1022,-2 1 1,-2 1 0,2 1 0</inkml:trace>
  <inkml:trace contextRef="#ctx0" brushRef="#br0" timeOffset="185797.27">8167 17928 7173,'11'-3'3276,"-2"1"-2504,0-1-503,0 1 361,6 0-360,-2 1 90,4 2-180,-5 2 359,4 6-359,-4 1 90,3 6 0,-6-1-3212,1 11 3122,-6-4-2179,-3 21 2089,-5-17-255,-4 11 75,1-12 0,2 0-124,0-2-326,2-1-1979,-1 2 990,0-9 0,-4 2 2259,0-8-1989,-3-5 1259,-1-1 0,2-3 0,0 0 0</inkml:trace>
  <inkml:trace contextRef="#ctx0" brushRef="#br0" timeOffset="186486.27">8750 18090 8972,'0'-5'2339,"1"2"-2160,1 5 271,0 8-270,1 1-90,-1 7 90,1-2 0,1 10-90,-1-4 0,3 8 0,-1 1-90,-1-9 90,1 4 0,-2-9 0,-1-5-1,1-1 1,-1-2 90,1-3 270,-1-6-360,-1-6 0,1-16 0,-2 2 90,1-9-90,0 6 90,5-13-602,-1 7 512,4-8-90,-1 11 90,-1 1-90,1 1 0,-1 0-3223,-1 3 3223,1 2-357,-1 2 267,0 4-90,3 1-270,0 3 90,-1 1-180,1 3 59,-1 2-688,-1 0 3162,-1 3-3252,1-1 511,-2 3 748,2 1 0,-2 2 0,3 1 0</inkml:trace>
  <inkml:trace contextRef="#ctx0" brushRef="#br0" timeOffset="186689.27">9105 18025 7623,'6'13'3276,"-2"0"-2235,-4-3-771,0 3-90,0 2 180,0 11-360,0-4 90,0 9-3367,0 1 3162,1-7-1712,1 6 1737,0-9-41,1-4-49,-2 0-90,0-3 0,-1-4 2063,-1-2-2692,0-5 2479,-3-2-3829,-4-8 1527,2 1 722,-3-10 0,7 1 0,1-3 0</inkml:trace>
  <inkml:trace contextRef="#ctx0" brushRef="#br0" timeOffset="187311.27">9428 18083 9602,'-11'6'1709,"1"1"-1530,-2 5 1,2-1 0,-4 7-3217,-1 6 3037,3 0 0,3 0 290,8-8-290,0-2-214,2 0 214,1-2 0,2-1 0,1-2 2231,1-3-2231,4-6 0,-1-2 0,7-10 0,-6 1 610,2-6-610,-4-9 90,-2 3-90,0-7 0,-4 8 50,0-1-50,-2 2 0,-2 1 0,0 2 0,-1 2 0,1 3 0,0 2 90,0 4 90,2 4-90,1 10 179,4 14-179,2 4 0,2 11-745,-2-11 1,1 0 744,4 17-90,-3-13 0,0 1 0,5 15 45,-4-10 0,1 1-45,-3-10 0,-1 4 44,0 6 1,0 8 0,0 0 0,-2-6-1083,-1-3 1,-1-1 1067,2 10 0,-1 4 0,-3-9-30,-6-4-214,-1-5 214,-4-5 0,-5 3 0,3-11-90,-3 0-360,0-23 180,7-3-89,-5-13-1,9-1 815,1-6-1265,1 3 1,0-2 994,-1-16-680,1 13 1,1 0-1420,-2-16 1914,2 22 0,0-1 0,0-1 0,0-1 0,1-1 0,-1 1 0</inkml:trace>
  <inkml:trace contextRef="#ctx0" brushRef="#br0" timeOffset="187675.27">9570 17863 8162,'19'13'3276,"-3"3"-2414,-8 2-547,-1 6 0,0 2-225,2 10-208,-2-7 0,0 1 163,-1-4 0,-1 0 35,3 13-80,-2-15 0,-1 1 45,2 2 0,-1-3-45,2 6 0,4 16 0,-8-32 0,-1 1 90,0-10-90,-1-2 245,1-3-245,-1-4 0,2-2 0,2-11 0,1 2 0,1-7 0,3-4 0,-1 5-559,2-8 559,-2 6 89,4-9-89,-4 7-89,3-5 89,-5 13 0,-1 4 0,1 4 89,0 4-89,1 4 0,1 4-89,7 17 89,-6-4 559,4 11-649,-8-9-89,0-1-91,-1-1-90,-1-1-90,0-2-1349,0-3 630,-2-5-990,-1-1 1170,-1-12 989,1-1 0,3-8 0,2 1 0</inkml:trace>
  <inkml:trace contextRef="#ctx0" brushRef="#br0" timeOffset="187877.27">10003 17818 8432,'0'-7'3276,"0"3"-2954,2 15 128,2 10-180,2 4-90,2 7 0,3 10-3457,-3-7 2930,-3-12 0,1 1 347,1 11 46,1 0-46,2-1-587,-1-2 587,2-1-90,-2-3-89,-3-2-2649,-3 1 1929,-4-9-317,-5 0 47,-2-11 538,-6-1-538,-3-2 1169,1-1 0,0-2 0,1-1 0</inkml:trace>
  <inkml:trace contextRef="#ctx0" brushRef="#br0" timeOffset="188040.27">10018 18195 7353,'23'-9'3058,"1"1"-2248,14-7-631,-10 4-314,-6 2 1,1-1-2922,0-2 2156,4-3 672,-16 3-1841,-7-2 2069,-7 5 0,-7 0 0,-3 7 0</inkml:trace>
  <inkml:trace contextRef="#ctx0" brushRef="#br0" timeOffset="188342.27">9033 17848 8612,'5'-3'3276,"1"-1"-1965,-4 3-1131,3-1-270,0 2-179,3-2-721,1 0-179,2-2-1440,5-2 1260,-4 3 1349,2 1 0,-4 3 0,-1 2 0</inkml:trace>
  <inkml:trace contextRef="#ctx0" brushRef="#br0" timeOffset="190105.27">10718 18133 7263,'8'0'1619,"-1"0"-1259,-2 0 0,0 0 179,3 0-449,-2 0 0,1 0 90,-3 0 0,0 0-90,-2 0 0,2 0 90,-3 0 359,0 0-449,-1-3 0,0 2 270,-1-5-180,1 3-90,-2-2 90,0 3 270,-3-2-360,0 2-1,-2 0 1,1 2 0,-4 0 0,2 0-90,-3 0 90,3 0-90,-2 2 90,1 1-90,-2 2 0,4 0 90,-4 2-90,4 0 90,-3 2 0,7-2 0,-2 6-90,2-3 90,1 5 0,0-2-90,2-2 90,0 2 0,2-4-90,0 0 0,2-2 0,1 1 90,1-2-90,0 1 0,2 0 0,-1-1 90,4 2-90,-3-2 0,1 1 0,-4-2 90,6 6-90,-6-4 0,4 8 90,-9-6-90,-1 2 0,-9 3 0,3-5 0,-5 5-90,2-4 0,3-4-360,-3 1 180,4-5-90,-1-1-179,3-1-554,0-2 194,2-4-181,1-2-89,-3-2-1,1-2-808,1-9 1978,4 2 0,5-6 0,4 5 0</inkml:trace>
  <inkml:trace contextRef="#ctx0" brushRef="#br0" timeOffset="190802.27">10855 17955 7982,'6'-4'3239,"-2"1"-2970,-2 4 271,-1 4-270,-1 2 90,0 6-90,0-2-1,-1 3-89,-1 1 0,0 1 0,-1 3 90,0 11-180,1-5 90,-4 4 0,0 2-90,2 3-511,2 0 0,1 0 511,4 0-90,5 10 0,-3-14-469,1 9 469,-1-13-76,5 13 76,-6-21 0,2 1 0,-4-9 0,1-2 90,-2-4 862,0-3-952,3-10 0,0 0 0,4-7 0,-2 1 0,4-11 90,-3 3 525,3-7-615,0-2-90,-2 8-423,3-7 513,-3 12-100,-2 0 190,0 3-90,-1 1 0,0 2-90,0-1 90,-2 4 0,-1 0 0,-2 7 0,0 2 596,0 9-596,0 5 0,1 4 106,1 0-106,0 11 0,-1-10 0,2 14-90,1-6 90,1-7 0,2 3 0,-2-10 0,-1-3 0,0-2 0,-1-2 0,0-1 0,1-3 0,-2-1 0,2-2 0,1-8-89,1-4 89,0-2-3277,-1 0 3072,-1 2 205,-1 0-90,0-5 90,0 4 0,2-7 0,-3 11 0,2-4 0,-3 9 0,1 0 0,-2 6 0,0 8 596,1 6-596,0 4-239,2 1 239,-1-3 0,2 1 0,0 0 0,1-1 0,0 1-90,0-4 0,-2 0 0,1-2 2612,-1-2-2882,-2-2-206,0-3-334,-1-4-269,-1-4-90,-3-1 89,-2-3-89,-3 0 269,0-2 990,2-1 0,3 0 0,2-2 0</inkml:trace>
  <inkml:trace contextRef="#ctx0" brushRef="#br0" timeOffset="190968.27">11096 17958 7713,'10'-9'3276,"0"3"-2145,-7 4-1311,0 2-90,2 2-1169,0 2 450,-2 2-91,0 1-899,-5 5 1979,1-1 0,-1 4 0,2-3 0</inkml:trace>
  <inkml:trace contextRef="#ctx0" brushRef="#br0" timeOffset="191371.27">11348 17943 8522,'-2'-8'2159,"-2"2"-1799,0 2-90,-2 3-91,0 0 181,-5 3-270,2 1 270,-3 6-180,6-1 0,-1 6 0,2-2 269,-2 10-269,3-3 0,1 8-498,2-4 497,1 4-89,0 3 90,1 3-90,0 4-45,1-8 0,1 1-1143,1 16 1098,-1-16 0,0 1 0,3 12 0,1-2-1432,-2-12 1,0 0 1431,4 13-958,-4-16 1,1 0 957,1 7-65,1-4 65,-2-3 381,1 1-471,-3-9 1891,1 2-2071,-5-13 3098,0-2-3188,-2-6 376,-2-3-825,0-3-271,-2-3-2197,-15-18 2391,7 9 886,-11-14 0,11 16 0,2 0 0</inkml:trace>
  <inkml:trace contextRef="#ctx0" brushRef="#br0" timeOffset="191596.27">11213 18363 7623,'15'-4'3276,"-5"1"-2864,4 0-143,-5 0 1,1 2-90,0 0 180,16 1-3637,-12 0 3072,12 0-65,-17-2-180,-2 1-359,-1-1-1440,-3-1 1170,-3 1-1,-4-1 1899,0-1 0,2 3 0,1-1 0</inkml:trace>
  <inkml:trace contextRef="#ctx0" brushRef="#br0" timeOffset="192163.27">11451 17975 8702,'4'0'2519,"-1"0"-1980,-3 0-89,0 4-180,0 0 0,0 4 90,0 5-181,-1 0 1,0 6 90,-3 9-866,1-6 776,0 11 0,1 4-1,2-7-89,2 12 90,3-1-180,1-10 90,3 8-460,1-3 370,-1-11 0,3 8 0,-3-15 90,5 7-90,-4-9-265,3 3 265,-6-9 0,-1-2 0,0-3 640,0-1-1000,12-6 574,-7-1-484,8-6-90,-9-1 198,0-3-287,-1 0-181,-1-2-90,1-2-269,-1 0-180,-1-1 349,-2-26 1,-4 21 0,-1-18 0</inkml:trace>
  <inkml:trace contextRef="#ctx0" brushRef="#br0" timeOffset="192436.27">11418 18225 7623,'10'7'3276,"-1"-1"-2055,-5-8-951,5 1-180,-1 1-90,6 0 0,-2 1-270,9 1-180,-3-4-449,4 0-2378,-6-5 2146,-8 3 1131,0-5 0,-7 5 0,2-3 0</inkml:trace>
  <inkml:trace contextRef="#ctx0" brushRef="#br0" timeOffset="193432.27">9555 18703 6903,'31'0'2699,"2"0"-4320,2-2 1831,-4 0 0,6-1 0,-3 0-1675,-3 0 1,1 0 1464,5-1 0,5 0 0,-4 0-45,-6 0 0,0 1-459,2-1 1,4 0 0,-2 1 188,7-2 0,2 0-451,-7 2 0,5-1 0,1 1 0,-4 0 636,-4 0 1,-3 0 0,4 1 129,-2 0 0,5-1 0,1 1 0,-1-1 0,-3 1 0,5 0 0,-3 0 0,1-1 0,1 1 0,-1-1 0,1 1 0,-1 0 0</inkml:trace>
  <inkml:trace contextRef="#ctx0" brushRef="#br0" timeOffset="-89564.46">10840 11953 7533,'0'-8'1889,"0"3"-1620,0 3 181,0 2 0,2-5-360,-2 4-90,1-3 180,-1 2-90,0 2 539,2-1-629,-1 3 0,2 0 90,-2 2-90,3-2 0,6 3 0,-3-1 0,13 6 0,-10-3 0,17 6 0,-14-6 0,7 2-90,-9-4 90,0 0 0,14 4 0,-10-2 0,17 6 0,-21-6 0,4 2 0,-9-5-2664,0 0 2754,2-1-90,-1 1 0,1 1 0,-1 0 0,6 4 0,-5-2 90,10 6-90,-10-6 2664,5 2-2664,-5-4 0,2 2 0,-1-1 90,2 0-90,-4-2 0,2-1 0,4 2 0,-2-1 0,12 3 0,-10-4 0,6 2 0,-9-2 0,5 0 0,-2 0 90,4 1-90,5 0 0,-7-1 0,7 2 0,-10-4 0,5 3 90,-2-3-90,4 3 0,-5-1-3277,7 0 3162,-5-1 115,11 2 0,-13-2 0,5 2 0,-2-1 0,-3 0 0,4 1 0,-6-2 0,0 1 3276,-2-1-3160,11 1-116,-7-2 0,18 0-527,-16-1 527,7 1 0,-10 0 0,0 1-67,7-1 67,-4-1 0,11-1 0,-10 0 90,5-2-90,-1-1 0,-4 2 0,5-2 0,-1-1 0,-4 3 0,5-2 524,-7 4-524,5-4 0,-3 3 70,3-3-70,2 0-1313,-4 2 1313,5-3 0,-6 3 0,20-3 0,-14 1 0,6-3 0,0-1 0,-3-1 0,15-4 0,-11 5-531,-9 3 531,6-2-132,-10 4 132,1-2-1835,5-2 1835,-4 3-318,3 0 318,-5 1 325,-2 1-325,2-1 101,8-2-101,-6 1 0,6-2 3194,-6 2-3194,9-3 0,-6 3-79,7-3 79,-9 2 0,-1 1 86,1-1-86,-3 2 0,2-2 0,-2 3 0,1-2 0,-2 2 0,0-1 0,6-1 0,-4 2 0,5-1 0,-6 2 0,1 2 0,-1 1 0,11 0 0,-7 1 0,8-1 0,-9 1 0,9 0 0,-7-1 0,6 1 0,0 2-90,-2-2 90,21 6 0,-18-3 592,-7-2-592,14-1 0,-15-1 0,22-2 0,-22 0 0,11 0 0,-10 0 0,-8 0 0,5 1 0,-8 1 0,-4 0 0,1 0 0,-4-1 0,0-1 0,-2 2 0,1-2 0,-2 0 0,1 0 0,-6-3 0,3 2 0,-5-3 0,4 2 0,-1-2 90,1 0-90,-1-1 0,1 0 0,-1 0 0,2-2 0,0 1 0,1-1 0,0 2 0,1-2 0,-1 1 0,2-1 0,0 2 0,0 0 0,-1 0 0,1 1 0,-2 1 0,0 0 0,0 1 0,0-2 0,0 1 0,0 0 0,1 1 0,0 1 0,4 0 0,-2 0 0,2-1 0,-3 0 0,1 2 0,-1-3 0,1 3 0,0-1 0,4 1 0,-1 0 0,3 0 0,-4-1 0,0 0 0,1-1 0,-1 0 0,1 2 0,-2-3 0,1 2 0,-1-1 0,1-2 0,1 2 0,-2-1 0,0 3 0,-3-1 0,0 1 0,-5 0 0,2 1 0,-6 1 0,4 2-90,-2 1 90,2 0-90,-3 6 0,4-6 90,-2 4-90,3-5 90,1-2 0,-4 4 0,2-3 0,-2 2 0,3-1 0,-1-2 0,1 2-90,0-1 90,1-2 0,1 0 90,1 1-90,-2 0 0,1 0 0,-9 1 0,4-2 0,-8 0 0,7 2 0,-1-3 0,3 1 0,-1-1 0,4 0 90,-3 0-90,3 0 0,-1 0 90,-2-1 0,0 0 0,-1-1 0,-3 1 0,2 1 0,-4 0 90,4 0-90,-1 0 0,0-1-90,1 1 90,1-3 0,0 3-90,1-1 90,-1 1-1,3-1 1,-2 1 0,3-1 180,0-1-180,1 1-90,0-1 90,0-1 0,0 1 0,0-1 0,2-1-90,-1 2 0,3-2 0,-1 0 90,-1 1-90,1-2 0,2-3 0,0 3 0,2-2 0,3-2 0,-4 4 0,3-1 0,-5 3 0,0 1 0,-2 0 0,1 0 0,0 1 0,1-1 0,2 0 0,1 1 0,1-1 0,6 0 0,-3 2 0,8-1 0,-8 2 0,3 0 0,1 4 0,-4-1 0,3 3 0,-4 0 0,-1 1 0,0 1 0,-1 1 0,1 1 0,3 6 0,-3-2 0,0 5-90,-4-4 90,2 8 0,-2-4 0,2 14 0,-4-14 0,-1 6 0,1 0 0,-1-10 0,1 5 0,-2-12 0,-1-1 0,0-2 0,0 0 90,0-1-90,0-1 360,0-2-270,-3-8 0,2-4-90,-3-4 90,2 1-90,-3-4 89,2 3-89,-2-4 0,3 4 0,-1 2 90,2-7-90,0 6 0,1-4 0,1 6 0,0 1 90,2 0-90,-1 1 0,1 0 0,1-2 0,1 4 0,3-4 0,-3 7 0,3 0 0,1-1 0,-2 2 0,4-2 0,-3 3 0,-1-1 0,5 1 0,-2 0 0,3 1 0,-3 1-90,10 3 90,-6-2 0,14 3 0,-14-4 0,5 0 0,-6 0 0,-1 0 0,1 0 0,-1 0 0,1 0 0,3 0 0,-3 0 0,10 0 0,-6 0 0,6 0 0,-1 0 0,-4-2 0,2 1 0,-5-1 0,7-1 0,-5 1 0,4 0 0,-6 0 0,0 1 0,0-2 0,7 5-90,-5 1 90,14-1 0,2 0-1193,-6 2 1193,4-4 0,-2 1 0,-8 0-339,0 2 339,0-1 0,0-1 0,-1 2 0,12 0 0,-7 1 0,9 3 0,-9-3 0,-1 0-924,8 2 924,-7-2 0,-1 0 0,4 2 824,-1 1-824,2 0 90,13 4-90,-8-3 0,9 3 0,0 0-720,-9-3 720,9 3 0,-13-5-331,1 1 331,0-2 0,2 0 0,-1 0 0,1 0 323,1 0-323,0 0 0,-8-2 0,0 1 0,15 2 0,-7 0 0,0 0 0,7 3 0,-17-4 0,2-1 0,0 1 0,0-1 90,14 1-90,-13-1 0,-1 0 185,12-1-185,-4-1 0,7 0 0,-3-1 0,-9 0 0,1 0-232,9 0 0,3 0 1,-5-1 231,8-1 0,-1 0 0,-1-2 0,0 1 0,-2-1 0,0 1 0,-2-1-723,0 1 723,-2-1-211,1 0 211,-2 1 0,1 0 0,-1 0 0,0 1 0,-4 1 0,0 0 0,8-1 0,-9 0 0,-1 1-45,-1-3 45,8-2 0,-10 1 0,4-1 1539,-14 0-1539,5-1 0,-8 1 0,4-1 0,-9 2 1248,-1 2-1248,0 0 991,3-1-991,-3 0 71,3-2-71,-4 0 0,0 1-90,-1 1 0,-1 0-179,-1 1-1710,-7-1 540,-5 1-91,-10-1 1,-8 1-862,-5-1 2391,-13 3 0,19 0 0,-2 1 0,-3 1 0,0 0 0</inkml:trace>
  <inkml:trace contextRef="#ctx0" brushRef="#br0" timeOffset="127898.54">12621 9560 8432,'1'-5'1799,"0"1"-1529,-1 1-90,0 0 899,-5 6-899,1-3 360,-21 1-360,12-3-135,-25-5 0,-3-2-45,7 2 0,-2-1 0,-4 0-45,-4-3 0,1 2-300,18 4 1,-3-1 344,-16-2 0,-8-2 0,6 2 0,15 3 0,1 1-1025,-8-2 1,-4-1-1,4 1 1025,9 2 0,2-1 0,-8 0 0,-1-1-686,-4-3 1,1 0 685,15 3 0,-1 1-184,-7-1 1,-4-1 0,4 2 183,-6 0 0,9 2 0,1 0 0,0 2 316,1-1-316,0 5 0,-1 2 0,-6 3 0,-6 4 0,1 1 1720,4 0-1720,7-2 0,1 0 0,-5 1 0,0 2 0,-1 1 0,-10 3-426,3 1 0,0-1 426,4-2 0,14-5 0,1-1 310,-6 3-310,0 2 0,4-1 0,-17 13 0,16-9-558,-11 9 558,16-12 0,0 1 0,-1-1 0,2 2 290,1-2-290,1 1 0,-4 8 0,3-4 0,-5 7 0,9-7-101,-1 1 101,1 1 239,1 1-239,-1 2 0,0 3 0,-1 3-45,4-5 0,0 2 45,-5 16 36,7-11 0,-3 10 0,1 4 0,-1-1 0,3-9-915,0 6 1,1-1 878,0-7 0,-2 6 0,0 2 0,2-3 0,4-5 0,5 4 0,4-5 298,-1-6 0,1 0-253,3 7 0,3-1-45,8-1 0,3-4 0,-5-6 0,3-1 0,9 5 0,2-1 0,-6-8 0,3-3-32,1-1 1,3 0 0,0-1 31,4 2 0,5-1-280,-8-4 0,5 0 0,3 1 1,-1-2-1,-5-1 280,2 0 0,-4-2 0,3 0-23,5 1 1,4 0-1,0-1 1,-5-1 22,-5-3 0,-4-1 0,3-1-149,2-1 1,3-1 0,1-2 0,-3 1 118,4-1 0,-3-1 0,3 0 7,-3 0 1,3-2-1,-1 1 1,-2-2-8,0 0 0,-3-1 0,2-1-172,0-1 1,4-2 0,-1 0 0,-2 1 171,2-2 0,-3 0 0,2 0 30,-4 1 0,2-1 0,0 0 0,0-2-68,3-3 1,0-3 0,-1 1-1,-3 1 34,-4 1 0,-3 2 1,1-1-102,3-2 0,2-1 0,-1 0 0,-5-1-469,3-10 0,-5 0 64,-8 8 1,-3 0 129,2-6 0,-6-1 410,-10 5 0,-5 0 0,-4-9 0,-6-7 0</inkml:trace>
  <inkml:trace contextRef="#ctx0" brushRef="#br0" timeOffset="130246.54">15867 9690 6903,'-25'-1'2339,"-2"-2"-3978,4 0 1,-1-1-26,-15-3 1717,10 2 0,1 1 37,-16-4 456,-2 1-456,-2-1 0,13 4 0,0-1-90,10 2 0,-3 1 60,-14 1 0,-8 1 0,6 2-60,11-1 0,-1 2 0,-3 2 0,-8 1 0,0 0 0,8 1 0,4-1 0,-1 3 18,-1 1 0,-8 2 0,-3 2 0,2 0 0,8-2-801,-6 2 0,2 0 783,4-1 0,-4 0 0,-2 2 0,2 3 22,-2 4 1,1 5 0,1 0-1,4-4-22,7-5 0,3-1 0,-3 3 15,-2 2 0,-6 5 0,-2 3 0,0-1 0,4-1 0,6-4 42,-7 7 1,4-1-58,-2 2 0,-2 2 0,5-3 45,7-4 0,4-2 350,0-2 0,1 4-335,4 1 0,0 3 0,3 1-579,3 8 1,2 1 548,1-9 0,1 1 0,3-2 15,8 7 0,4-3 150,2-9 0,1-1-150,2 1 0,0 1 639,3-2 0,3 2-654,9 5 0,7 2 0,-2-3-833,0 0 0,2-2 803,-8-6 0,3 2 0,0-1 0,-1-4-45,7 2 0,4-4 45,-2-2 0,6 0 0,2-1 0,-4-1-30,-3-2 0,-3-1 0,4 1 30,-5-3 0,5 1 0,3 0 0,-1-1 0,-2 0 0,-4-3 0,7 1 0,-4-3 0,1 0 0,-1 0 0,3-1 0,0 1 0,-3-3-173,1-1 0,-2-1 0,-1-1 173,1-1 0,0 0 0,2-1-163,0-3 0,2-1 0,1-1 0,-3 0 163,2-1 0,-2-1 0,2-1-5,-3 1 1,2-2 0,0-1 0,-4 0 4,-2-1 0,-2 0 0,-1-1 201,0-1 0,0-1 0,-2 0-201,0 0 0,-2-1 0,0 0 0,-2-1 0,-1 0 0,-1-1 0,11-10 0,-3-2 0,-4 0 0,-2-2 404,-3 3 1,-4-6-405,-5-5 0,-3-7 0,-3 4 0,0 2 0,-4 0 0,0-1 0,-2-4 0,-3 6-45,-5 10 0,-2 1-351,-5-8 0,-1 0 36,3 13 1,-2-1-661,-3-3 1,-3-2 0,2 4 787,-8-7 232,6 10 0,0 3 0,7 12 0,3 3 0</inkml:trace>
  <inkml:trace contextRef="#ctx0" brushRef="#br0" timeOffset="131214.54">19432 9815 7263,'-25'-12'899,"0"-1"1,0 1-1,2 2-809,-10-2 0,8 4 0,-1 1-1398,-17-5 1353,4 3 0,-1 1-394,14 3 0,0 0 439,-21-3 0,0 1-1,17 3 1,0 0-45,-9 0 0,-3-1-883,-3 2 1,1 0 882,8 1 0,0 0 45,-12 0 0,1 0 0,11 1 0,1 1-45,-1 0 0,0 1-747,0 0 1,0 1 746,-1 0 0,1 1-74,0 0 1,-1 1 28,1 1 0,-2 0 0,2 1 45,-6 0 0,-1 2-364,6-2 0,-2 1 1,3 0 363,-3 2 0,2 0-99,-1 0 1,1 2 98,0 0 0,0 0-191,1 1 1,1 1 145,-1 1 0,0 0-293,2 0 1,0 1 337,0-1 0,0 2 192,1-1 1,1 1-193,1 0 0,0 0-45,1 0 0,1 2 45,-10 8 0,0 1 0,11-7 0,1 0 28,-8 8 0,3 0-28,11-9 0,2 1 45,-6 8 0,2 2 624,7-7 1,0 0-671,-3 6 1,3 3 196,3 10 1,5 1-197,3-14 0,2-1-1,-1 17 1,4 0-150,4-19 0,2-2 150,0 1 0,2 0 621,0-1 1,3 1-532,7 11 0,2 0-135,-4-9 0,1 0-342,7 9 1,3 0 371,-6-11 0,1 0 0,0-2 15,3 4 0,3 0-45,4 3 0,4 3 0,-3-4 261,0-2 0,0-2-261,-4-3 0,1 2 0,0-3 0,5 1 0,0-1-45,1 0 0,2-1 45,1-1 0,2-2-413,1 0 1,1-1 412,2-2 0,1-2-30,-14-4 0,0-1 0,0-1-338,2 0 0,0-2 0,1 0 368,1 0 0,0-1 0,0-1-248,2-1 1,0-1-1,0 0 248,2-1 0,-1 0 0,1-2 65,1 0 0,0-1 0,0-1-95,0-1 0,0 0 0,1-1 30,-1-1 0,1-1 0,0 0-30,-1-1 0,1-1 0,-1 0 0,0-1 0,0 0 0,-1-1 0,-1 0 0,0-1 0,2-2-15,-1 0 0,1-3 0,1 0 0,-3 0 45,1 0 0,-2-1 0,1-1-128,-3 1 1,2-1 0,-1-1 0,-4 1 127,-2-1 0,-3 1 0,-1-1 168,-1 0 1,-1 0-1,-1-3-168,7-10 0,-1-2 0,-2 0 0,-8 8 0,-1 1 0,-1-2 0,4-7 0,0-2 0,-3 0 0,-6-1 0,-3 0 0,-1 1 0,0-6 0,-2 0 0,-2 7 0,-1-2 0,-2 3-45,-4-3 0,-1 2-45,-3 1 0,-2 0 323,-2 2 0,-1 0-503,-2 2 0,-3 0-480,-3 4 1,-4-2-1,1 3-305,-5-4 1,-2 1 604,2 5 0,-2-1 0,-4 3 450,-6 4 0,-3 4 0,0 1 0,6 3 0,1 2 0,-3 0 0,0 2 0,0 0 0,0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1:06:54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13691 14175 7353,'5'-11'2788,"-1"4"-2518,-1-2 0,-1 4-180,-1 1 90,1-1 0,0 2 0,-1 0-91,1 0 271,0-1-180,-2 2 720,0-4-630,-1 4-91,-2-1 1,1 3 450,-4 3-540,4 2 270,-3 12-180,5-2 179,2 29-359,0-18 90,3 15 0,2-17 0,2-3 0,-1-1 0,10 16 0,-1-38-90,-6-1 90,8-8-90,-9-3 0,1-1 0,6-14 0,-3 8-686,4-10 596,-7 11 13,9-23 77,-11 25 0,6-14 90,-8 32 0,-2 4 0,5 6 180,4 23-90,-4-9 282,4 19-372,-7-15-45,0 6 0,-2 3 45,0 2-90,0-4 0,-3 0 90,-7 0-90,-1-9 90,-5 4-90,-6-5 0,3-7 0,-4 4 79,-3-5-258,-1-3-1,-1-1-180,1-5 0,8-4-2248,-3-9 1168,8 0-1837,2-27 1068,10 13 2209,6-13 0,2 19 0,3 2 0</inkml:trace>
  <inkml:trace contextRef="#ctx0" brushRef="#br0" timeOffset="419">14271 14145 7982,'-2'-4'2879,"-1"1"-1890,0 2-719,-1 2 0,-1 2 0,0 5 0,0 4 89,-2 13-269,1-7 90,0 8 90,1-3-180,3-3 0,0 7 90,6 4-180,-1-8 90,3 9 0,1-4-90,-1-6-326,2 6 326,-2-12 0,2 0-89,-1-3-1,1-4-270,3-3 0,-3-5-180,4-2-1529,1-12 810,-3-1 0,1-9-990,-10-5 2249,-2 8 0,-4-3 0,0 10 0</inkml:trace>
  <inkml:trace contextRef="#ctx0" brushRef="#br0" timeOffset="609">14259 14145 7443,'15'-14'3276,"0"1"-2954,-5 4-142,1 0-180,0-1-180,11-6-180,-5 5-270,7-4-1259,-2 2 900,-7 5-1,2 0 990,-8 4 0,-1 5 0,1 1 0</inkml:trace>
  <inkml:trace contextRef="#ctx0" brushRef="#br0" timeOffset="1043">14584 14165 11490,'1'6'1260,"-1"1"-1080,2-1 0,0 2-91,-1 3 91,1 10-90,0-3 90,0 8 0,1 2-90,-2-5 0,0 6 0,-1-4 0,0-7 90,0 2-90,0-5 0,0-4 0,0 1 269,0-3-269,0-5 90,0-2 180,0-8-270,1-1-90,1-6 90,3-9 0,-1 3-90,2-8 90,3-1-90,-1 6 0,2-5 0,5-12-1807,-9 14 1807,7-13 0,-9 20 0,1 1 0,2 3 0,5 1 0,-1 6 90,3 1 0,-1 11-90,-5 0 1897,4 9-1717,-1 8-3457,-2-1 3252,1 9-875,-3-8 900,0 1 0,-2-1 0,1 1-360,2 9-515,-4-7 515,2 7 1291,-3-2-2100,1-11-270,-1 4-363,-1-13 453,-2-3 269,1-2 1080,1 0 0,1-2 0,1 1 0</inkml:trace>
  <inkml:trace contextRef="#ctx0" brushRef="#br0" timeOffset="1582">15134 14100 7083,'0'-7'3276,"0"2"-975,1 2-2121,0 1 0,2-1-90,1 1-1,1-1-89,7-1 0,-1 2 90,16-4-90,-12 3 0,7-1 90,-6 4 180,-1 4-270,-1-1 90,-4 2 180,-4-1-180,-3 0 0,3 3 180,0 3-180,0 0 90,1 6-1,0 10-89,-1-3 0,1 13 90,-2 7-1086,-1-8 996,-1 11 0,-2 0-90,-3-11 90,-2 0 0,-1-1-90,-4 0 0,3-9 0,-1-1 0,-10 8 90,3-10-90,-4 4-3152,-1-6 2972,5-8-450,-7 1-1762,8-11 1583,0-5-540,6-7-1,-1-4-89,3-4 0,0-4 180,3 0 1259,4-2 0,3 3 0,4 0 0</inkml:trace>
  <inkml:trace contextRef="#ctx0" brushRef="#br0" timeOffset="1832">15807 14353 7803,'11'-2'3276,"2"1"0,-4 1-2902,1 0-15,-1 0-89,0 0 0,1 0 0,7 2-180,-3 0-90,5 0 90,-1 0-180,-3-2 0,3 0-270,-3 0-90,-5-2-629,1 1 269,-8-1-359,0-2-180,-6 1-1260,-8-5 1350,0 6 1259,-6-4 0,2 8 0,0 1 0</inkml:trace>
  <inkml:trace contextRef="#ctx0" brushRef="#br0" timeOffset="2000">15807 14510 7173,'1'9'3276,"0"-2"-1425,2 1-322,0-2-899,0-1-91,1 0 271,3-1-630,-1-3 0,7 2-180,18-7-180,-10 1-270,17-3-449,-17 0-451,1-2-1927,13-8 258,-14 7 2906,9-3 0,-19 13 0,-2 2 0</inkml:trace>
  <inkml:trace contextRef="#ctx0" brushRef="#br0" timeOffset="3138">16414 14323 8972,'2'-7'2698,"0"1"-2158,2 4 90,-2-1 269,0-1-449,-1 3 0,-1-3 629,0 4-539,3 5-180,1-2-91,5 7 271,8 0-360,-3 1 0,7 5 0,15 12-1287,-11-8 1107,-4-4 0,-1 0 0,4 3 0,-1 0-90,-1 0-360,5 6-89,-7-6-1,3 5-282,-10-9 13,-2-2-271,-3-3-179,-4-4-180,-5-1 0,-5-5 1094,-7 0-915,-4-1 1260,-3 1 0,-1 2 0,1 2 0</inkml:trace>
  <inkml:trace contextRef="#ctx0" brushRef="#br0" timeOffset="3322">16492 14655 7713,'4'-18'3276,"2"2"-2235,7-19-861,-2 10-1819,5-3 1,2-2-206,2-1 1844,-3 6 0,1-1 62,0 8 1,-1 1-63,11-10 396,-9 10 0,0 0-845,17-12 179,-10 8-720,-3 3 1,-1 1 0,-2 3-91,5-7-809,-15 14 2581,-3 1 0,0 4 0,-2 2 0</inkml:trace>
  <inkml:trace contextRef="#ctx0" brushRef="#br0" timeOffset="3599">17039 14235 8072,'4'-1'3059,"0"0"-2430,-3 2 361,0 2-630,-2 3 989,-12 27-1079,5-13-1106,-10 23 1106,11-18-1,0 2-12,1 2 13,1 14-180,3-10-435,2 9 435,6-6-1,2-9-89,4 6-179,5-6 89,-3-9-180,5 2-540,2-9 271,-5-7-181,6-2-180,-7-9-359,0-3 972,-2-5-2990,0-24 3174,-7 13 0,-1-16 1,-5 20-1</inkml:trace>
  <inkml:trace contextRef="#ctx0" brushRef="#br0" timeOffset="3783">16942 14208 7803,'8'-8'3276,"-1"2"-2865,4-3-321,-2 2 0,2-1 0,0 0-90,4 2 0,0 0-180,3 2-449,7-1-91,-5 3-269,3 0-91,-9 1 91,-2 5-1,-1 0 990,-1 2 0,0 3 0,0 0 0</inkml:trace>
  <inkml:trace contextRef="#ctx0" brushRef="#br0" timeOffset="4182">17344 14348 7713,'4'14'3276,"-1"0"-1965,-2-1-951,-1 0 269,-2 16-539,0-11 90,-2 12 0,2-1-3457,1-6 3252,-1 6-34,2-9 59,0-4 0,0-1 180,-1 3-180,1-7 180,-1 0 0,0-7 3096,1-3-2964,-2-5-222,4-6-1,-1-5 134,3-3-223,2-8 0,0 3 90,3-7-338,0 6 248,-1 0 0,2 0 0,9-20 0,-5 15-167,-1 4 0,0 1 167,-1 3 0,5-3-3199,2 7 3289,-7 9 90,9 6-1819,-11 11 1819,-1 7 0,-3 2-90,-2 4 0,0 3 163,-2 2-163,2 18-90,0-10 2424,1 9-2604,0-18 0,-1-1-829,3 6 244,-2-6 1,1-1-675,0-7-90,-1-3 90,-1-12 0,0-5 179,4 0 1260,3-2 0,3-2 0,2 1 0</inkml:trace>
  <inkml:trace contextRef="#ctx0" brushRef="#br0" timeOffset="4947">17910 14565 13919,'-6'0'1889,"3"0"180,2 0-1889,12 0 0,-3 0-180,12 0 90,-4-1-90,12-2 89,-5 1-89,9-2 0,3 2 0,-7 0 0,8 0 0,1-1-932,-9 1 842,9-2-90,-15 2 0,-3-1-180,-3 2-90,-2-1-719,0 2 449,-3 0-89,0-1-1800,-3-2 1170,-5-2 843,-1-3 596,-17 1 0,5 5 0,-9 1 0</inkml:trace>
  <inkml:trace contextRef="#ctx0" brushRef="#br0" timeOffset="6385">18567 14453 7083,'5'-3'2608,"0"2"-2068,0-2-180,-1 2-90,0-1-90,-2-2-1901,1 0 1901,-1-1 349,1 0-439,-1 0 0,1-1 0,-1 0 0,2-2 0,0 1 1461,1-1-1191,4-6-180,-3 5 0,3-5 0,-6 6 179,1-1-179,-2 4 90,0-1-90,-2 4 809,0 0-809,1 10-90,0-1 450,4 19-450,-2-10 0,2 9 180,-3 0-270,1-6 90,-1 17-3367,1-9 3252,-1 0-2244,1-5 2179,-1-8 0,1-3-1709,6 1 1080,-4-9-1,6-3 740,-4-17-3297,-5-7 1967,1 2 1310,-3-1 0,-1 12 0,2 2 0</inkml:trace>
  <inkml:trace contextRef="#ctx0" brushRef="#br0" timeOffset="6615">18615 14600 7083,'0'13'3276,"0"-5"-795,2 7-2211,0-10-1,1 2-89,0-5 0,-1 1-90,0-2 0,1 0 0,0-1-90,4-1 0,2 0 0,2-3-90,2 0-450,5-3 181,-4 0-2918,9-7 103,-11 5 1915,3-5 90,-8 6 89,-1 0 1080,0-1 0,0 1 0,2 0 0</inkml:trace>
  <inkml:trace contextRef="#ctx0" brushRef="#br0" timeOffset="7412">18910 14118 7083,'1'5'3276,"0"0"-1605,3-3-1581,0 1 0,1-2 0,1 0 0,1 0-90,2 1 0,2 0 0,6 1 90,-2-2-90,4-1 0,0 0 90,-6-1 0,3 1 90,-3-3 0,-5 2-90,0-3 89,-4 2 1,-3 0 360,0 1-360,-1 4 0,-1 0 0,0 5-90,-2-2 90,2 2-1,0 0 91,1 13-90,0-5-90,0 10 0,1-10-90,0 2 90,2 0-90,-1 1 90,1 1 0,-1 1-90,1 1 90,0 11 0,0-6-340,1 9 340,-2-10-90,1 0 90,-1 1-3367,1-4 3335,-1 1 32,1-3-90,-1-1 180,0 10-90,-2-12 89,-2 7-89,-2-14 90,-3-2 77,-3 0-77,-17 2-180,9-3 3276,-12 3-3160,8-4-116,7-3-90,-3 2-270,8-3-89,2-2-271,3 0-2557,2-15 258,3 2 1399,0-11 1620,6 1 0,-3 8 0,3-3 0</inkml:trace>
  <inkml:trace contextRef="#ctx0" brushRef="#br0" timeOffset="10654">12513 15398 7173,'0'-8'3148,"0"1"-1979,-1-4-359,1 2-450,-1 1 449,1 9-539,0 3 0,1 7 90,-1 1-180,1 0 1259,5 25-1259,-4-21 270,6 20-271,-6-31 271,0 1-270,-2-5 180,0 1-270,0-19 0,0 7-90,0-13 0,1 9 0,1 1-90,3-6 90,-1 5 0,2-3 0,-1 6 0,-1 2 0,5-3 0,-4 7 0,4-1 0,-4 7 0,4 4 0,-2 2 0,2 5 0,-1-1 90,8 17-180,-7-11 0,6 13-990,-5-5 451,-3-11-181,5 8-2467,4-11 1247,-7-6 591,7-3 1439,-6-13 0,-2 3 0,4-3 0</inkml:trace>
  <inkml:trace contextRef="#ctx0" brushRef="#br0" timeOffset="10895">12908 15433 7443,'7'2'3276,"1"2"-1965,-2-2-411,0 2-631,-3-3 91,0 1 90,4-5-270,0 2 0,5-3 0,7 2-90,-3 0-90,5 1 0,-1 1-90,-6 0-180,1 0-540,-3 0-989,0-2-1360,-3 0 1810,-2-4 90,-8 2 179,-4 0 1080,-3 3 0,-4 5 0,-1 1 0</inkml:trace>
  <inkml:trace contextRef="#ctx0" brushRef="#br0" timeOffset="11288">12966 15623 7443,'4'6'3276,"3"-1"-2415,-2-4-591,11-4-270,-6-3 0,7-4 0,-4 2-90,4-2 0,4-2-90,1 2-179,15-8 89,-10 6-90,10-6-270,-2-1-147,-9 6 508,6-5-1,-4 1 540,-2 0-1,-2 1 91,-8 3 0,-11 6 0,-2 0-90,-2 2 507,-1 3-598,2 1 91,0 1 180,-1 1-180,-1 1 90,-1 3 539,-10 15-629,6-5-2975,-7 13 2975,8-9-91,1 1 1,0 0 0,2 5-90,1-6 0,1 3 0,2-10-90,-1-2 90,1-3 90,0-4 2885,3-6-3065,0-2 0,1-7 90,-1-8-180,-2 2 90,0-9-90,-6-3-180,-1 7 90,-5-7-449,1 4 89,1 8-180,3-4-1708,5 6 989,1 4 89,2-1 1350,2 9 0,3 3 0,6 3 0</inkml:trace>
  <inkml:trace contextRef="#ctx0" brushRef="#br0" timeOffset="12479">13386 15473 11041,'-5'-2'1169,"0"1"-719,1 1-270,2 0 90,-1 0 89,0 1-179,1 1 90,-1 1-90,0-1 90,2 1 180,-2 5-271,1-1 1,-2 6 180,-1 2-180,2-2 0,1 5 90,2 2-90,0-3-90,1 6 90,2 1-180,1-7 0,-1 3 89,1-8-89,0-2 0,-2 0 90,3-2-90,1 3 90,1-4-90,2 2 270,7-4-180,-5-5-90,7-2 90,-7-5-90,0-3 90,2-1-90,5-11 0,-4 5-978,2-8 978,-4 6 0,-2-1 0,0 0 0,-2 0 0,3-7 270,-2-2-90,-2 5-90,-2 3 90,-5 12-90,-2 2 0,0 0 977,-3 0-977,-10-2-90,3 3-179,-22 2 89,17 5-270,-11 4 0,13 2-270,-2 1-179,1 1-181,1 1-2158,-4 2 1439,7-3 180,-1 0 90,7-4 180,7 0 1259,4 1 0,9-1 0,4 2 0</inkml:trace>
  <inkml:trace contextRef="#ctx0" brushRef="#br0" timeOffset="13440">14259 15308 4893,'2'-9'2788,"1"0"-1064,-1 2-1184,0 1 613,-1 2-793,-1 2 944,0 1-854,-4 3 437,4 1-527,-4 4 89,4 8-179,0 0 0,1 7 90,3 9-180,0-6-336,2 10 336,5 1-865,-3-9 685,7 8 90,2-6-511,-3-8 421,4 1 90,0-9-90,4-10-2914,3-10 2914,-3-6 0,-4-9-31,-6 2 31,3-1 0,-1-3 0,2 0 0,3-12 0,-7 9 0,1-6 0,-7 6 0,-3 9-1610,-1-2 1610,-2 10 0,0 2 203,0 3-203,1 4 0,2 9 0,0 2 2292,0 8-2292,1 10 0,-1-5 0,0 11 90,0-6-952,-2 1 952,1 1 0,-1 0 270,-1 14-180,-4-10-90,-2 10 180,-10-4-180,2-11 0,-6 6-90,3-14 1954,0-2-1954,-1-2 0,2-2-90,-6 1 90,8-6-180,-4-1-450,5-6 1494,3-4-2213,-3-9-450,11-9-1478,1-2 1829,8-6 9,1 5-173,1-1 353,1 0 1259,7-6 0,-3 9 0,5-4 0</inkml:trace>
  <inkml:trace contextRef="#ctx0" brushRef="#br0" timeOffset="13900">14669 15435 7533,'7'-2'3276,"-1"1"-2774,-2-1 127,0 3-359,-1-1 630,-1 2-631,-1-2 1,0 1 180,2 2-90,0 3-180,0 1 0,-1 2-1,-1 1 1,-1 2 360,-6 18-450,4-9 45,2 5 0,1 1-135,1-1 90,9 16-90,-1-12 0,-2-8 90,8 17-180,-7-22-3187,7 8 2892,-9-18 115,2-1-270,-3-7 91,2-3-361,0-6-179,1-4-2288,-2-26 1067,-4 13 932,-6-18 1278,-3 18 0,0 2 0,1-1 0</inkml:trace>
  <inkml:trace contextRef="#ctx0" brushRef="#br0" timeOffset="14088">14696 15375 8432,'11'-1'3148,"-2"0"-2698,2-5-360,-1 1 0,5-2-90,7 1-90,-5 2-540,19 2-1079,-13 4 720,3 2-90,-12 0-1,-8-1 1080,1 1 0,0 1 0,2 0 0</inkml:trace>
  <inkml:trace contextRef="#ctx0" brushRef="#br0" timeOffset="14357">15059 15510 6993,'1'10'3238,"0"-1"-2428,-2 0 449,-3 8-899,-1-5 269,-7 20-449,6-16 0,-3 11 0,4-1-90,2-5-90,1 4 0,3-10 90,2-1-90,0-3 0,4-1 0,3-4 0,1-3 0,5-6 0,12-19 0,-9 5-1652,9-15 1652,-15 9-90,-3 0-395,-3-15 485,-4 11-90,-2-7-599,-14 1 329,5 14-2917,-13-11 1252,9 20-858,-11-6 1804,9 9 1033,-4-2 0,8 6 0,1 1 0</inkml:trace>
  <inkml:trace contextRef="#ctx0" brushRef="#br0" timeOffset="14939">15206 15428 7623,'-2'3'3276,"-1"1"-2325,1-1-411,-1-1-90,2 1 89,0-1-179,2-1-270,7-2-90,1 1 0,7-4 0,7 0 0,-3-1 0,8-2 0,6-4-220,-12 5 220,8-4 0,-17 5 0,-3 0 90,1-5 0,-7 5 360,2-3-361,-6 7 181,-1 1 40,0 1-220,-3 3 0,1 0 0,0 2 0,0 1-90,1 3 90,-1 3-90,2 2 180,1 1-180,1 4 0,2 1 90,-1 3-90,-1 1-742,1 0 742,-2 0 90,0 1-90,0 1 90,-4 12-90,1-9 0,-3 7-201,-1-7 201,1-9 0,-1 4 0,2-11 0,0-2 0,0 0 0,1-4-90,-1 1-90,1-4-719,-3-2 545,2-6-635,-1-3-58,2-4-392,3-5 90,1-1-1,1-4 181,5 0 1082,-1 1 1,5 1 0,-1 2 0</inkml:trace>
  <inkml:trace contextRef="#ctx0" brushRef="#br0" timeOffset="15396">15839 15635 7982,'-2'5'3276,"-1"1"-1245,2-4-1221,1 1-720,0-3 180,8 2-180,-2-1-90,7 0-3277,6-1 3252,-3 0 25,6-1 0,-7 1 0,1-1-90,0-1-360,7 0 90,-6-1-90,2-2-2608,-6-4 1799,-8 1 0,0-2 179,-10 5 1080,-2 2 0,-1 5 0,-1 3 0</inkml:trace>
  <inkml:trace contextRef="#ctx0" brushRef="#br0" timeOffset="15614">15829 15808 8792,'4'1'3148,"1"0"-2608,-1-1 0,1 0-1,5 6-449,0-4-3367,5 4 2970,-2-8 656,2-2-349,2-4-360,16-3-270,-12 3-602,11-3-28,-18 4-89,-2-1 0,-4 2 90,0 1 1259,-5 2 0,2 3 0,-4 2 0</inkml:trace>
  <inkml:trace contextRef="#ctx0" brushRef="#br0" timeOffset="16409">16507 15460 6903,'-2'-5'3276,"1"-1"-1785,2 2-411,1-2-720,-1 3-1,0 0 181,-1 0-270,1 2 0,0 0 269,1 1-269,-1 0 0,2 2 180,4 4-90,-1 2 269,8 10-3391,0 3 3032,1 3-209,1 2 119,-3-5-90,-1 0 90,9 12-180,-6-10-1165,8 9 1255,-7-14-90,2 1-200,-1-1 200,0-2 2342,4 4-2611,-6-6-271,1 2-666,-5-5 397,-5-4 1738,1 0-2009,-6-6-68,0-2-291,-3-3 0,-1-3-1080,-4-7 2519,2 3 0,-2-2 0,4 6 0</inkml:trace>
  <inkml:trace contextRef="#ctx0" brushRef="#br0" timeOffset="16706">16579 15838 8612,'4'-8'3276,"1"-1"-2144,-1-1-323,5-8-539,-2 2-254,4-6 254,-2 3-59,1 1-32,1-2-89,3 0-1599,1 0 0,0 1 1509,6-6-1100,-5 6 1,1 0 1009,-1 2 20,0 1-200,-2 2 1,0 1-271,-3 2-65,-1 1-205,-1 0 1772,-3 0-2311,-2 2 3321,-2 0-3232,-2 5 1260,0 0 0,0 3 0</inkml:trace>
  <inkml:trace contextRef="#ctx0" brushRef="#br0" timeOffset="17976">17177 15400 8882,'0'-8'2518,"0"2"-2068,1 3 0,0 0 539,4-2-719,-2 2-90,2-1 90,-4 2 450,0 1-181,1 5-179,-2 1-90,2 5-3122,-2 5 3032,1-1-2269,-1 7 2269,0-5 0,0 3 0,0 1-90,0 2 180,0 14-181,0-7 1,0 11 0,0 2-748,0-8 748,0 8 0,0-13 1590,2-3-1680,-1 0 0,1-2 0,1 0 0,1-2 0,-1-1 0,2-1 0,0-2 2731,0-4-2731,0-2 0,0-3 0,3 2 1700,-3-4-1700,4 1 388,-4-3-388,2-1 0,-1 0 0,2-2 0,-1 1 0,1-2 0,-1 0 0,1-1-90,-1-1-90,6-2 0,-3 0-90,5-2-1889,5-13 1440,-9 8-1,8-10-1079,-8 6 630,-4 1-2108,1-1 643,-5 0-643,-2 2 2037,-2-2 1189,-1-1 0,0 2 0,-1 0 1</inkml:trace>
  <inkml:trace contextRef="#ctx0" brushRef="#br0" timeOffset="18231">17217 15368 6993,'8'-6'3276,"-2"1"-795,6-4-2211,-5 2-180,4-1 89,-1 0-179,2 1-3277,12-3 3072,-4 3 19,7 0-84,-8 3-359,0 2-1440,4 1 810,-6 0 89,2 4 1170,-4 1 0,-3 3 0,2 3 0</inkml:trace>
  <inkml:trace contextRef="#ctx0" brushRef="#br0" timeOffset="18500">17569 15690 7173,'2'6'3276,"-1"-1"-2145,1-1-501,1-1 0,-1-2-271,1 0 91,-1-1-180,1 0 90,-1 0-90,1 0-90,-1 0-1,1 0-89,1 0 90,1-1-90,1 0 0,3-2 90,12-1-180,-6 2-90,10-2-180,-4-1-89,-5 1-91,3-2-1619,3-1 720,-8 0-1928,10-14 3084,-14 10 0,2-8 1,-7 12-1</inkml:trace>
  <inkml:trace contextRef="#ctx0" brushRef="#br0" timeOffset="18829">18105 15443 12210,'10'1'1979,"0"0"-1170,-9 2-539,0 2 90,-1 3 180,0 9-270,0-2-90,0 8-1,0 6-89,0-5-90,0 6 0,2 1 0,0-8-90,2 7-359,-2-5-1,0-7-1889,0 7 900,-2-18-1529,-2-2 1529,-1-9 269,-3-2 1170,3-2 0,1 2 0,2-3 0</inkml:trace>
  <inkml:trace contextRef="#ctx0" brushRef="#br0" timeOffset="19366">18180 15353 7173,'8'1'3276,"-1"0"-975,-3-3-2211,3 0-90,3-1 90,11-1-90,-3 0 0,8 0 90,-1-2 0,-7 3 179,8-3-89,-13 4 90,0-2-90,-7 2 360,-1-1-360,-2 2 629,-1 0-719,-6 3 180,0 1-180,-4 0 90,3 2 180,-2 3-181,5 2 1,0 4 180,6 7-270,-1-4 0,3 8 90,0 5-180,0-6 90,1 9-90,0 2-737,-1-7 647,1 11-3058,-2-11 3148,0 0-2105,0 0 2105,0 12-995,-1-11 995,0 7 232,-2-14-232,1-2 0,-2-2 0,0-3 1683,-1-3-1593,-1 2-90,-1-6 2516,-2 2-2516,-7-5 0,3-2-244,-6 1 244,4-1-90,0-1-61,0 1-929,-8 0 271,8-2-360,-7-3-451,9-3-89,-1-4 0,-1 1 180,1-1 180,1 0 1349,3 2 0,2-2 0,0 0 0</inkml:trace>
  <inkml:trace contextRef="#ctx0" brushRef="#br0" timeOffset="33307">12568 16423 8072,'2'-4'2159,"-1"0"-1799,-1 0-90,0 1 809,-1-10-899,-1 7 360,-1-7-360,0 11 269,0-2-359,2 3 630,6 8-450,-3 1 90,6 17-270,-4-7 89,2 8 91,-1 2-180,-1-5 0,0 6 0,-2-11 270,2 18-270,-2-20 90,0 11-90,-2-23 90,0 1-90,0-4 89,0 2-179,0-9 0,0 1 0,0-6 0,0 3 0,0-2 0,0-6 0,1 3 0,1-3 0,2 2-89,7-13 89,-2 8 0,3-9-90,3 4 90,-7 9 0,5-5 0,-8 13-90,2 3 90,-1 4 0,1 4 0,-2 3 90,1 16-90,-1 2 0,-1 6-208,-2-6 208,-2-7 0,2-1 0,-1 1-270,4 10 1,-2-10-1,1 7-270,-1-14-1799,7 2 990,-2-5 207,3 1-1466,-5-9 1438,-4-1 350,4-3 1,1-2 0,3 0 0</inkml:trace>
  <inkml:trace contextRef="#ctx0" brushRef="#br0" timeOffset="33555">12958 16538 9062,'-4'-3'3276,"0"2"-2864,2 0 127,2 4-449,2-2-90,3 3 90,7-1-90,-2-1 0,4 3 0,-3-1 0,-1 1-2430,1-1 2070,4 1 90,-5-3-269,3 2-181,-4-1-1439,-4 1 990,-2-1 90,-6 2 1664,-4-4 0,1 1 0,0-2 0</inkml:trace>
  <inkml:trace contextRef="#ctx0" brushRef="#br0" timeOffset="33713">12983 16695 7353,'3'4'3276,"2"2"-2684,-1-4-502,3 1-90,2-3 89,2 0-268,12-2-91,-4 0-360,9-3-1169,0 0 720,-7 0 89,3-2 990,-9 1 0,-1 0 0,1 2 0</inkml:trace>
  <inkml:trace contextRef="#ctx0" brushRef="#br0" timeOffset="33937">13401 16505 6903,'5'3'3276,"-2"-1"-2234,-1 2-233,-2 6 1,-2 7-540,0 3-91,0 3 1,1-3-457,2 2 367,0 2-90,2 1 0,0 0 0,1-1-539,4 8-181,-1-9-269,3 4-2288,-2-14 1696,-4-5 761,-1-5 1,-1-4 0,1 0 0</inkml:trace>
  <inkml:trace contextRef="#ctx0" brushRef="#br0" timeOffset="34830">14421 16485 9242,'-3'-3'1979,"-1"2"-1440,-3 8-359,1 1 180,0 23-270,5-12-3367,1 14 2482,3-16 885,2 2 657,2-1-747,1-2 0,1-1 0,0-3 0,1-2 0,-2-3 0,6-2 3276,-4-5-3216,4-2-60,0-6 0,-1-5 169,-1-1-169,-1-2 0,-3 2 90,3-8-90,-4 7 180,7-8-90,-7 19 179,8 3-179,-5 8 90,3 5 90,6 21-180,-7-9-45,0 3 0,-1 0-467,-3 2 422,2 10 90,-9-1-90,-2-10 0,-4 8-3252,-13 5 3252,5-17 0,-11 10-339,7-19 249,0-5 0,-1-1-270,-6-1 0,7-4-2,-3-1-2915,4-26 707,10 8 2570,-1-20 0,11 15 0,2-1 0</inkml:trace>
  <inkml:trace contextRef="#ctx0" brushRef="#br0" timeOffset="35306">14779 16513 8702,'4'-3'3238,"-2"-1"-2518,-1 3-450,0 4-90,0 3-1,0 6 1,-1 0 0,-1 1-3302,0 9 3212,0-3 0,1 5-264,1-4 174,1-2 0,0 1 0,1-3 90,0-1-180,4 3 90,-2-7 0,2 4 3215,-1-9-3664,5 0-1,-1-4-9,4-3-620,-2-5-181,-2-3-89,-1-3-990,-3-10 2339,-1 4 0,0-6 0,0 7 0</inkml:trace>
  <inkml:trace contextRef="#ctx0" brushRef="#br0" timeOffset="35557">14729 16363 7353,'5'1'3276,"0"0"-1965,2-1-1041,-1 0 0,1 0 0,-2-1-180,0 0 90,4-3-90,-1 2-90,2 0 0,-1 2-180,4 1-90,-2-1-1259,7 2 449,-11-2-179,0 0 1259,-10 1 0,1 0 0,-3 2 0</inkml:trace>
  <inkml:trace contextRef="#ctx0" brushRef="#br0" timeOffset="36423">14734 16455 7623,'8'-1'1889,"-1"0"-1530,-2-2 181,2-1-360,-1 2-405,0-1 225,-4 2 1067,-1 1-977,-4 2 0,1 0 0,-3 0 0,3 0 0,-1-2 90,2 2 237,0 1-237,1 2 90,0-1-90,0 0-91,0 0 1,0 3 0,0-1 0,0 4-90,0 1 0,0-1-90,0 2 0,0-3-89,0-1-181,-1-2-270,-1-1-1439,-3 0 810,-1-4 90,-2-1 1169,3-6 0,5-1 0,2-2 0</inkml:trace>
  <inkml:trace contextRef="#ctx0" brushRef="#br0" timeOffset="37754">15124 16540 11041,'0'-4'1169,"0"1"-180,0 3-539,2 5-180,0-1 540,3 17-720,-3-9 89,2 11-89,-3-11 0,3 13-90,-4-9 90,4 11-90,-4-8-90,1-4 90,-2 2-90,-1-7-90,0-1 1,1-3-181,-1 0-180,2-1-269,0-2-1710,0-2 1080,-3-6 90,2-1 179,-1-6 1170,6-1 0,2-1 0,3-2 0</inkml:trace>
  <inkml:trace contextRef="#ctx0" brushRef="#br0" timeOffset="38481">15311 16420 9781,'-2'-3'1979,"-1"1"-1619,2 2-90,0 0-90,3-2 0,1-1-90,2-2 0,1 0 0,5 0-90,0 1 0,3 1 90,-1-1-90,1 0 0,-2-1 89,9-2-89,-7 2 0,5 0 90,-8 2 0,3-1 0,-6 2 90,3-2 0,-7 3-90,1 0 540,-2 2-450,-1 0-90,-1 2-1,-2-1 91,-2 1 0,2-1-90,0 1 90,1 1 0,1 2 0,-1 2-90,1 2 90,0 3-90,1 2 90,0 1-3457,1 3 3252,-1 0-1109,1 1 1134,0 0-534,1 0 534,2 0 0,1 0 0,2 8 2522,-2-5-2522,3 12 90,-6-14-90,-1 3 0,-4-2 0,-1-7 1656,-3 4-1656,-3-4 971,2-6-971,-3 2 0,-1-4 0,3-1 0,-1 1-89,4-3-361,-2 0 90,2-3-270,-2-1-1349,2-5 450,1 0 0,1-6 0,2 1 180,2-3 269,2-1 1080,4 3 0,2-1 0,3 2 0</inkml:trace>
  <inkml:trace contextRef="#ctx0" brushRef="#br0" timeOffset="38951">15867 16603 9691,'4'0'2429,"-1"1"-1889,0-2-1,-1 1 2700,-1 0-2340,1 2-629,-1-2 0,0 3 90,3-3-270,0 0-1,1 0 1,1 1 0,1-1-90,3 1 0,2 0 0,8 2 0,-5-1 0,6 2-3277,4 2 1993,-10-3 564,8 3-89,-13-3-181,-2-2 1,-1-1-1709,-2-3 1348,-3 2 1,-4-3 3482,-3 4-3213,-4-1 1080,0 0 0,0 1 0,2-1 0</inkml:trace>
  <inkml:trace contextRef="#ctx0" brushRef="#br0" timeOffset="39198">15867 16785 6903,'-5'11'3276,"2"-3"-705,1 1-2032,2-6-89,0 1 989,0 0-899,0-3 719,0 2-899,2-3 180,4 0-360,1 0 0,4-2-1,4 0-179,-2 0 0,6-1-719,8 0-2558,-9 1 1543,9 1 385,-14 1-360,-1 1-180,0-4 180,-2-5 90,-1-1 1051,6-9 1,-6 7 0,6-1 0</inkml:trace>
  <inkml:trace contextRef="#ctx0" brushRef="#br0" timeOffset="40731">16512 16475 10861,'-3'4'539,"1"-2"361,2 0-630,2-6 0,-1 1 449,1-3 181,-2 6-810,3 1 180,2 1-270,0 0 89,-1-2 2250,-4 0-2249,-1 2-90,8 2 90,-4 0-90,8 1 90,-3-1-90,0 0 270,6 5-180,-3-1 0,4 5 90,-3-2 0,8 6-180,-4-4 89,5 7-89,-6-6-3277,0 1 3162,7 6 115,-5-4-1499,4 3 1409,-6-6-180,13 4 90,-12-7-180,9 2-719,-11-6 359,-5-3-89,1-1-900,-3-3 3099,-4-2-2739,0-2 2242,-4-3-2243,-1-1 181,-3-1 1169,-2 1 0,0 1 0,-1 1 0</inkml:trace>
  <inkml:trace contextRef="#ctx0" brushRef="#br0" timeOffset="41397">16609 16893 7892,'3'1'3239,"0"-2"-2970,0-2 1,1-3 360,-1 2-270,-1 0-90,0-1 89,-2-1-179,1 1-90,1-4 90,5-9-90,-1 5-292,4-11 292,-1 9-90,1-1 0,1-3 180,6-8-180,-3 6 90,4-7-90,-3 6 0,-4 7-3236,2-6 3236,-5 11-1278,-1-1 1188,-2 5 199,-1 1-109,-3 0-90,0 1-90,-2 1 2746,1 0-2746,-2 1 1771,0-1-2040,0 1-811,-2-1 271,1 1-90,-2 1-1170,-4 0 1259,0 3 990,1-2 0,3 0 0,5 0 0</inkml:trace>
  <inkml:trace contextRef="#ctx0" brushRef="#br0" timeOffset="44076">17074 16485 7803,'4'-5'2248,"0"1"-1888,-3 1-90,0 0-90,0 1 539,1-8-629,0 7 90,2-4-90,-1 7 450,-1 0-360,-1 1-90,-1 0 0,0 2 0,-1-1 269,1 4-269,-1-2 0,1 5 0,0-3 0,0 3 0,0 0-90,0 2 90,0 0-90,0 3 90,0 0 90,-1 16-180,0-10-178,0 12 178,1-14 0,1 6 0,1-6 0,-1 3 0,1-7 0,0-3 0,3 8 0,-2-8 268,1 6-268,2-9 0,-1-1 0,2 0 0,-2-3-180,7 0 90,-4-4 0,7 0-180,-5-4-629,12-6 359,-8 4-90,10-4-2647,-4-9 1427,-9 9 1850,4-12 0,-12 14 0,-2-1 0</inkml:trace>
  <inkml:trace contextRef="#ctx0" brushRef="#br0" timeOffset="44407">17054 16473 7173,'-1'-6'3276,"0"2"-1515,2 2-1491,3 1-270,0-1 90,3 0-90,0 0 0,2 1-90,2-2-90,1 1-630,8-2-89,-5 1-90,4 1-181,-9 1 91,-3 1-1,-1 0 1080,1 0 0,0 0 0,2 0 0</inkml:trace>
  <inkml:trace contextRef="#ctx0" brushRef="#br0" timeOffset="45040">17462 16588 10591,'3'-3'899,"-1"1"-629,-3 0-90,-1 1 0,0 1 0,-1 0 0,0 1 0,-1 1 180,-3 2-270,1 0 89,-1 2 91,2 4-90,1-3 90,-2 14-180,3-8 90,0 16-90,1-13-90,2 6 90,2-7-90,-1-1 0,3 0 0,-1-3 90,7 4-90,-2-5 0,4 2 0,5-7 0,-3-3 0,5-4 0,-4-4 0,17-24-1348,-15 11 1348,11-18 0,-21 18 0,-2-1 0,-5-9 0,-4 8 0,-9-13 0,2 16 0,-5-4-90,4 9 90,-1 1 0,2 2-450,-3-1 180,4 4-270,-1 0-269,5 4-182,0 0-358,1 2 90,0 1 179,1 1 1080,4 2 0,1 0 0,3 1 0</inkml:trace>
  <inkml:trace contextRef="#ctx0" brushRef="#br0" timeOffset="45790">17747 16403 11760,'3'-3'360,"9"1"-270,-3 2-90,11 0 0,-5-2 90,2 1-90,2-1 0,1-1 0,0 1-3277,8-2 2302,-8 1 1835,3 0-860,-10 0 0,-3 1 0,1-2 90,-4 2-90,1 0 3276,-3 2-2710,-2 1-386,-1-1 359,-2 2-359,-2 0-90,1-1 0,-1 4 0,2 2 0,0 1-90,0 4 90,0 4-90,0-3 90,0 5 0,1 11-3367,1-9 3252,-4 14 25,0-14 0,-3 0 0,2 0 0,11 8 0,-1-5 0,6 6 0,-1-3 0,-5-6 0,3 4 0,-5-11 0,-2 0 0,1-3-398,0 1 398,-3-4 3150,2 1-3060,-5-4 0,-1 1 0,-2-3-90,-4 3 90,-8 1 729,3 0-819,-6 2 90,0 0-90,6-2 0,-1 2 0,4-4-90,4 0-89,0-1-631,3-2-89,3-2-451,-3 0-1528,-1-6 1529,0 1 89,-1-4 1260,3 6 0,2 1 0,1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1:14:29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9933 11608 7083,'-3'-8'2339,"1"1"-1890,-1-1-179,1 2-90,-1 0 0,0 2 0,-1 0 0,-2 2-90,-1-1 90,0 2-90,-1 0 0,1 1 89,-1 0-89,-1 0 0,2 0 0,-2 0 0,4 0 90,-9 0-180,6 0 0,-8 1 90,-11 4 0,10 0-90,-13 4 0,15-4 90,-1 0-3367,-31 4 3252,19-3-468,1-2 1,1 0 492,0 0-139,-3-1 229,0-1 0,-1-1 0,0 1 45,-4-1 0,-2 1-135,-5 0-390,5 0 0,1 1 390,2-1 0,1 2 1632,-1 0-1632,1 0 0,-7 3 0,-2-1 0,-5 1 0,5-1 0,0 0 45,13-3 0,2-1-45,-16 0 0,16 0 0,-2 0-607,1-1 0,1-1 607,-14 3 79,13-3 0,1 1-79,-11 3 0,0 0 45,5 0 0,0 1-45,-9 1 0,4 0 0,2 1 0,3-1 230,-9 2-230,15-4 45,-2-1 0,1 1-45,-5-1 0,6 0 0,0 0-1372,4 0 1372,0-1 1356,1 1-1266,-2-1 144,1 1-234,-1-1 0,0-1 0,-12 2 0,6-2 641,-9 2-641,-4-2 0,10 1 1642,-11 0-1642,13 0 90,0 1-45,1-1-45,0 1 0,-3-1 0,-2 1 0,-4 0 0,-2-1 0,1 0 90,7-2-90,-8 0 0,2 0 90,-3 1-90,0 1-722,4 0 722,9-1 0,1 1 0,-2-4 847,0 1-847,-2-1 0,-16-2 0,11 1-45,4 1 0,0 1 45,-4-1-35,-12 1 35,15 2-2539,-12 3 2539,11 0 0,-8 3 424,13 0-424,3-1 0,-12 3 0,12-3 0,-9 1 316,14-4-316,0-2 0,2-1 666,0-1-666,2 0 0,-1-2 0,-1 1-90,2-1 90,-3 1 3276,1 0-3226,-10 2-50,6 2 0,-8 0 0,9 1 0,-2 0 0,-1 0 0,-1 1-124,-3-2 124,-1-1 0,-2 1 0,7-2 0,-1 1-32,-13 0 32,2 1 0,0 1-1107,-1 0 1107,12-1 0,-3 1-45,-7 2 0,1 0 45,-5 0 0,4 1 0,0 0-510,-10-1 510,11-1 0,5-3 0,1 0 0,-4 1 0,-10-2 0,16 0 0,-10 0 0,9 0 0,-8 0 0,11-2 0,0 1 255,0-1-255,0-1 90,1 1-90,-10 0 0,9 1-169,-7 2 169,10 2 0,1 1 0,1 2 0,0 0 0,0 2 0,0-1 0,0 1 0,1-1 0,1 1 0,0-1 0,1 1 1053,-1-1-1053,1 1 0,-1-1 0,-6 6 0,6-3 90,-4 5-90,9-5 0,1 0 0,1 0-90,-2 4 90,4-2 9,-1 4-9,5-2 17,0 6 73,1-2-90,1 5-90,7 13 90,0-12 221,6 14-221,6-7 0,-1-7 0,7 9 0,6 2-408,-4-7 408,-3-4 0,1-1-709,4 5 709,-9-10 0,1-1 0,4 5-457,1-2 457,-1-1-89,8 2-1,-6-6 0,6 0-180,1-5 180,-6-3-180,19 1 0,-17-4-180,10 1-179,-9-4-361,1 2-179,2-4-1170,17-3 1350,-8-2 673,-13 0 1,-1 0-1,12-6 1,0-2-1</inkml:trace>
  <inkml:trace contextRef="#ctx0" brushRef="#br0" timeOffset="1344">8470 4403 7533,'-19'-5'2158,"0"1"-1618,-9 0-450,6 3 0,-5 0 90,5 3-180,6-1 90,-7 4-90,12-2 0,-4 2 0,8-3 0,-2 2 0,4-3 90,-2 3-90,3-3 0,-2 3 0,1 3 0,3-3-90,-1 3-90,4-3 90,0-1-630,4 1 361,-2-2-451,2 1 630,-4-1 0,0 2 180,-1-3 1440,0 0-1171,-1 1-89,1-1 0,-1 0 900,1 2-991,-2-2-89,1 2 0,-1-2 0,2 2 0,0-1 0,-1 2 0,1-3 90,-2 0 0,6-1-449,-3 0 89,2 0 0,-2 1-1799,0-1 1080,-5 4-720,-5-1 1709,-3-1 0,-3 1 0,5-3 0</inkml:trace>
  <inkml:trace contextRef="#ctx0" brushRef="#br0" timeOffset="2098">8487 4895 7353,'-7'-9'2338,"-2"1"-1978,0-2-180,-2 0 90,-9-5-180,3 4 0,-17-8 0,12 9 0,-9-3 90,-3 3-180,6 3-305,-11-1 305,-3 3-871,8 2 871,-12 2-1532,21 2 1,-1 2 1441,-3 0 0,0 1-994,0 0 0,0 0 994,-1 1 1,2 0-1002,-14 3 731,0-1-404,-1 1 224,0-1 1057,-1 1-1057,-1 0 180,12-1 0,0-1 270,7-1 0,1 0 0,-7 2 0,-2 0 45,2-2 1,1-1 44,-16 3 0,18-3 0,-2 1-90,2-2 0,2 0-58,-17 1 271,17-2 0,-1 1-123,-8-1 0,0 1 0,1-1 0</inkml:trace>
  <inkml:trace contextRef="#ctx0" brushRef="#br0" timeOffset="3759">6825 4918 6633,'-24'0'1439,"1"0"-899,2 0-180,1 0-90,0 0-90,-1-2-180,0 2 0,-14-3-90,8 1-90,-9-1 90,-2-2 0,8 2 180,-9-2 180,-3 1-2743,9 3 2742,-10-2 91,0 5-486,19-1 0,-1 0 171,-7 1 0,1-1-1215,5 0 0,1 0 1170,-22 2 0,15-2-257,-1 0 257,1 0 0,-1 1 0,-14-2 0,12 1 0,-10-1 0,0-1 0,12-1 0,-12 1 0,16 0 0,-11 2-726,9 0 726,-8 2 0,13 0 589,1-1-589,1 0 0,-1 0 1556,-7-1-1556,7 1 0,-1-1 0,-1-3 0,2 0 0,-9 0 0,9 1 0,-1-1 0,-13-2 0,11 4 262,-11-3-262,4 9 0,9-1 3045,-8 4-3045,-1 3 0,8-2-45,-3 2 0,0 1 45,-2 1 0,-2 2 0,1 1 0,5-2 0,-13 9 90,16-7-90,7-6-1672,-4 4 1672,6-7 0,4-1 0,-4 0 93,5-2-93,-1 1 0,-1 1 0,1 0 0,-4 6 0,2-2 0,-1 5 0,-3 2 0,4-3 0,-9 10 2168,10-10-2168,-3 5 0,3-9 0,-2 4 0,2-3 0,-11 9 0,11-11 0,-5 4 0,8-7 0,0-3 0,1 2 0,-7-3 90,7 0-90,-12 1 90,12-2 367,-6 3-457,6-4 0,-1 1 0,-1-2 90,-6 0-90,3 0 0,-4 0 0,7 0 0,-6 2 0,6-1-2774,-5 3 2774,5-1-2473,-1-1 2473,1 1 0,0-1 90,1 1-90,0-1 0,1 1 1855,0-1-1855,3 2 3276,0-2-3160,1 3-116,0-1 0,0 3 0,1-1 90,0 5-90,3-3 0,0 3 0,2-3 90,0 1-90,2 2 90,-1 1 0,4 7-90,0-3 90,4 7-90,-2-4 0,2 2 89,0 1-89,2 1-674,-1 1 674,1 0 0,2 0 0,0-2 0,1-1 0,9 8 0,-6-8 0,8 4 0,-9-8 0,1-4 0,0 1 0,1-3 0,1 2 0,0-3-366,0 2 366,0 0 0,0 0-3048,9 6 3048,-7-4-2037,7 4 2037,-9-5 185,0-1-185,0 1 0,0-1-90,0 1 90,0-2 0,0 0 0,0-1 0,0 0 0,0 0 0,10 2 0,-7-2 171,8 2-171,10 5 0,-13-4 0,15 4-90,-19-8 2146,2-1-2056,1-1-90,14 4 90,-10-4 2452,12 4-2452,-14-5 0,0 2 0,0-1 0,1 1 0,1-3 0,1 1 0,0-2 0,2 1 0,-10-2 0,1 1 0,15 1 0,-15-1 0,1 0-45,1-1 0,-1 1 45,13 1 0,-13-1 0,0 0 0,-1-1 0,-1 0 0,15 1 0,-15-2 0,0 1 0,24-1 0,-10-1 0,9 1-1414,-22-3 1,0-1 1413,13 1-1019,-13-2 0,0 1 929,10-1-630,2-2 630,0 3 90,2-2 0,1 3-399,1 0 399,0 2 0,1 0-45,-13 0 0,1 1 45,14 0 0,3 1 0,0 1 0,-23-2 0,0 1 0,14 1 0,-1 0 0,2 1 500,-2 0-500,-1-1 0,1 0 0,-12-3 0,0 1 0,14 2 0,-14-2 0,1 1 0,-1 0 0,0 0 0,14 2 0,-15-2 0,2 0 0,-2 1 0,0 0 0,12-1 0,1 0 0,0-1 0,2-2 0,-10 0 0,1 0 0,12-2 90,-10 1-90,9-1-90,-2-3 90,-8 1-360,0-1 1,2 0 359,13-3 484,-18 4 0,-1-1-574,12-2 1982,-13 2-1892,12-1 0,-10 2 78,11-1-78,-14 2 0,11 2 0,-8 0-89,8 2 89,-11 1 0,0 0-90,0 1 0,0-1 538,0-1-538,1 1 0,-1-2-180,3 0 180,-3-2 429,1 1-429,21-4 90,-16 2 3265,16-1-3265,-3 1 0,-16 2 0,4 0 0,-1-1 0,-4 1 0,5-2 0,-1 0 0,-4-1 0,6-2 0,0 0 0,-2 0-2,-7 1 0,2 1 2,16-4-3093,-9 3 3093,9-2 89,-13 2-1096,-1-2 1007,-1 1-316,-1-1 316,1-1 0,-2 1 0,0-2 0,-2-1-80,1-3 170,-3 0 0,2-2 0,-3 0 0,2 0 0,-1-2 0,9-7 0,-8 5-90,6-6 250,-10 6-250,-1 0 213,-1-1-213,-1-1 90,-1 1-90,-2-3 90,-1 2 0,1-14 0,-3 8-90,-1-11 90,-5 8 0,-4-2 0,-2-2 0,-2-12-121,0 10 1,-1-3 120,-3 7 0,-1 1 0,0 1 1028,1 0 1,-2-2-1029,-3-7 0,-2-5 0,1 5 0,2 8 0,0 2-45,-4-10 0,-3-1 105,2 9 0,-3-1 0,2 3-1051,-1 0 0,0 1 871,-1 0 0,-3-3 0,2 6-150,2 5 0,-1 3-429,-1 0 1,-1 1 113,-2 1 1,-3 2-721,-17-2 1,-3 3-148,8 5 1,-1 1 1361,5 2 0,-2 0 0,1 2 0,-7 4 0,1 1 0,0 0 0,-1 1 0</inkml:trace>
  <inkml:trace contextRef="#ctx0" brushRef="#br0" timeOffset="5018">10055 11493 9242,'0'5'1349,"1"-2"-629,0-3-541,9-1-179,-4 0 90,9 0-90,-4 1 90,1 0-90,3 0 0,2 1 45,6 1 0,2 1-45,4 2 0,4 0 0,1 1-1596,-2 0 1596,14 4 45,-18-3 0,-1-1 0,-4 0 0,1 0-45,19 3 0,1 0 0,-16-2 0,-1-1 45,9 1 0,1 2-534,-1 1 1,-2 1 488,-9-3 0,1 1 0,15 8 0,-1 1 0,-19-6 0,0 1-1270,5 3 0,-1 2 1270,6 12 0,-11-8 0,0 2-292,-5-5 0,-1 0 337,4 6 0,0 1-45,-2 3 0,-2 0 0,-2-7 0,0 1 0,2 8 0,1 0 0,-5-9 0,0 1 45,3 9 0,0 1-45,-3-9 0,0 1 0,2 6 0,0 0 45,-2-2 0,-2 0-517,-2 1 0,-2 0 472,1 0 0,-3-1 0,-4-1 0,-2-1 382,-10 10-382,-3-10 0,-3-1 0,3-4 0,-2-1 279,-7 6 0,-3 0-279,4-6 0,-1-1 0,-2 1 0,-1 0 0,-2-1 0,-2 2-364,0-2 0,-2 1 1,2-1 363,-7 3 0,0-1-30,7-3 0,-2 1 0,1-2-22,2-3 1,1-2 0,2 0-444,-4 3 1,0-2-435,0-2 0,-4-1 0,4-2 344,4-1 0,0-3 585,-11-3 0,1-4 0,8-5 0,2-2 0,-2-4 0,0 1 0</inkml:trace>
  <inkml:trace contextRef="#ctx0" brushRef="#br0" timeOffset="6989">15714 4815 7713,'-36'-10'2518,"-3"0"-2068,-2-1-2272,-5 0 2002,15 3 0,-4 0 0,2 1-1593,-1 0 0,1 0 1443,-2 0 0,-2 0 0,1 0 105,-11-1 0,2 2-78,10 0 0,-2 0-27,-3 0 0,-5 0 0,4 0 15,2 0 0,0 0-45,7 2 0,-2-1 0,-2 0 30,-11 0 0,-2-1 0,3 1-876,0 1 0,0-1 846,0 1 0,-3-1 0,1 2 0,11 1 0,1 1 0,2 0 0,-7-1 0,0 1-45,7 1 1,-1 0-1,-1 1 15,2 1 0,0 0 0,2 0 30,-4 1 0,-3 1-23,4 0 1,-6 1 0,0 0-1,5 0 23,-3 0 0,2 1 0,-3-1 0,-2 2 0,5-1 237,5-1 0,4 1-237,-2-1 0,1 1-45,-1 0 0,1-1 0,0 1 0,1 0 45,0-1 0,-1 1-60,-2 0 0,-4 1 1,3-1 59,1 0 0,1 0-45,-17 3 0,2 0 45,1-2-45,4-2 0,0 0 45,14-2 0,1 0 0,-13 0 0,-2-1-409,2-2 0,1-1 409,-11 0 597,10-1 1,2 0-598,-2 0 0,2 0-472,4 1 0,-1 0 472,-8 1 0,10-1 0,0 1 598,-12 0-598,11 1 0,-10-1 0,13 2 0,0 0 0,1 0 0,0-1 0,1 1 0,-15-2 0,10 0 1330,-12-2-1330,14 2-90,0-1 209,0 1-119,2 2 0,0 0 0,-10 3 859,8-1 1,2 2-860,-5 3-930,-7 4 1,-2 1 884,18-6 0,0 0-419,-9 4 0,-5 1 0,5-1 374,-11 2-124,14-3 1,1 0 124,-14 1 89,1 3-90,-2-1 90,0 1 0,-1 1 0,23-7 0,-1 0 0,1 0 0,-1 1 0,1-1 0,-2 2 273,-9 3 1,0 0-274,8-3 0,-1 1 85,-5 2 1,-5 3 0,5-2-41,7-2 0,1-1-45,-13 6 0,1 2 701,11-6 1,3 0-702,-11 9 0,-6 4 90,10 1-90,9-7 961,0 8-871,9 2-90,6-6 0,2 9 0,7 2-650,2-6 650,6 11 0,-4-16 0,1 0 0,5 17 0,-5-14 0,1 2 0,1 3 0,1 0 0,-3-7 0,0 0 0,5 8 0,2 2 0,4 0 0,0-1 0,-3-7 0,0-1 366,6 10 1,2-1-367,-7-12 0,3 0-553,0-1 0,2 1 1,0-2 552,5 3 0,3 0-23,-3-5 1,3 1-1,2-1 1,-3-3-8,-1-2 0,-3-2 0,5 0-394,9 1 1,6 1 0,1-1 0,-4-2 423,-3-2 0,-2-2 0,3-1-229,0 0 0,2 0 1,1 0-1,-2-2 229,4 0 0,-2-2 0,2-1-91,-10 0 0,2-1 0,-1 0 0,1-1 68,3 0 1,-1 0-1,1-1 1,1 0 22,2-1 0,0 0 0,0-1 0,1 0 0,-7 0 0,0-1 0,0 0 0,1 0 0,0 0 13,1-1 1,0 0-1,1 0 1,-1 0-1,1-1-103,2-1 0,-1 1 0,1-2 0,0 1 0,0 0-54,1-1 0,-1 0 0,1 0 1,0-1-1,-1 0-36,1 0 0,0 0 0,0-1 0,0 0 0,-1 0-8,0-1 1,0 1-1,-1 0 1,0-1 0,0 0 187,-2 0 0,0 0 0,-1 0 0,2 0 0,0-1 0,1-1 0,1 0 0,1 0 0,0-1 0,-1 1 0,-3 1 0,7-2 0,-3 0 0,-1 0 0,3 0 0,-3 0 0,1 1 0,0-1 0,0 0 0,0 0 0</inkml:trace>
  <inkml:trace contextRef="#ctx0" brushRef="#br0" timeOffset="8383">3836 13750 7443,'9'4'3276,"-1"-2"-2415,-2-2-321,-2-1 539,2-4-719,-3 2 270,4-1-360,-3 3 0,2 2-1,0 2 1,3 1 90,2 2 0,4 1 359,27 7-539,-14-6-90,-3-2 0,0 1 0,5-2-1696,-6-3 0,0 1 1606,15-2 0,-13 0 0,0-2-605,10-4 605,1-3-180,-2 0-90,-2-2-180,-1-2-179,-4 0-2059,5-8 979,-12 9 90,2-3 90,-17 11 90,-6 4 2191,-7 2 0,-6 3 0,-3 1 1</inkml:trace>
  <inkml:trace contextRef="#ctx0" brushRef="#br0" timeOffset="59239">8105 15038 7713,'-5'0'2068,"0"0"-1888,3 0 360,1 0-540,1 2 180,-1-2 180,1 3-90,-1-8-181,1 4-89,0-3 270,0 4-270,2 1 0,-1-1 90,2 7-90,-3-5 90,4 7-90,-4-5 90,2 3 0,-2 0-90,0-2 180,1 6-90,0-6-90,1 0 90,-1-3 0,2-2-90,-2 0 0,1 0 180,0-3-180,-1 2 90,0-3-90,-2 0 90,-5-12-90,2 5 0,-5-10 0,3 2 0,2 6 90,-1-5-90,2-1 90,0 6-90,-1-4 0,2 6 0,-2-4 0,3 5 0,-2-6 0,3 8 0,0-3 0,0 5 0,0 0 0,1 4 0,0 3 90,1 2-90,-1 2 89,2 0-89,-1 0 180,2 3-180,-1-1 90,0 4 0,0-2 0,2 5-90,-1-3 90,3 7-90,-4-7 0,1 2 0,-3-3 0,0-1 0,-1 0 0,0-2 90,0-1-90,0-1 0,0-1 90,0-1-90,0-1 90,0 1-90,0-1 90,0 1 0,0-1 90,0-1-180,-3-3 0,1 0 0,-2-6 0,3 3 0,0-4 0,-1 2 0,0-1 0,-2-3 0,1 4 0,0-2 0,0 4 0,1 0 0,-1 0 0,2 1 0,-1 0 0,1 0 0,0 3-90,1-1 0,3 8-90,-2 0-1889,4 14 720,-3-8 0,0 5-1,-2-10 91,0 1 1259,0-2 0,-1 4 0,-1 0 0</inkml:trace>
  <inkml:trace contextRef="#ctx0" brushRef="#br0" timeOffset="73337">7135 16355 10051,'4'3'630,"1"-1"-540,-3 0 180,2 0-180,-4-1 359,0 0 181,5 4-540,-2-2 90,4 3 0,-6-5 90,0 1-180,0-2-90,1 1 90,-1 0-1,0 0 1,-1 3 0,0-3-90,0 4 90,1-2 0,3 3 0,-1-2-90,2 2 0,-2 0 90,6 9-90,-2-4 90,5 8-90,-4-7 90,10 14 0,-7-8-90,8 10 90,6 3-90,-11-14-401,11 13 401,-14-18 0,4 4 90,-4-4-90,3 1 0,4 3 0,-6-8 90,18 12-90,-19-14 90,8 6 311,-9-10-311,-4-1-90,2 1 0,-4-4 0,-1 2 90,6-3-90,-3 1 0,3-1 0,-4 0 0,0-1-1959,0 2 1959,0-3 0,0 1 0,0-1 0,0 0 0,0 0 0,0 0 0,2-2 1959,-1 1-1959,1-1 0,-2 2 0,4-3 0,-2 1 0,2-3 0,8-5 0,-9 6 0,8-6 0,-6 7 0,-3 1 0,3-1 0,-3 0 0,-1 3 0,1-1 0,0 1 0,-1 3 0,2 0 0,2 2 0,-2-1-226,3 0 316,2-2-90,-4 2 0,4 1 0,-5 1 0,14 7 90,-11-2 90,20 15-3257,-20-9 3077,8 10-1570,-10-8 1660,0 0 0,-2 2 0,0-3 90,-1 1-180,-1-3 2659,-1-1-2569,-1-1 2573,1 0-2573,-2-4 0,1 1 270,-3-3 89,1-2-449,-3-7 90,-2-9-90,0-1 0,-1-7 90,3 7-90,0-2 0,1 1 0,1-1 0,3-4 0,-1 6 0,4-2 0,5 0 0,-1 5 0,3-4 90,-2 7-90,2 3-3277,1 3 3162,2 2 115,0 3 0,2 1 90,0 2-90,1 2 0,1 2 45,13 4 0,2 0 45,4 0-318,-2 0 0,3-3 273,-10-7 0,-2-2-2163,19-2 2163,-4-3 0,0-2-45,-15 1 0,-2-1 723,9-3 0,1-2-678,0-2 0,-3 0-45,-7 3 0,0-1-425,6-4 0,-1 0 425,9-7 45,-12 5 0,-1-1-45,11-8 0,-14 9 0,-2 1 0,4-6 0,-4 3 135,-5 4-135,-3 3 2434,-2 1-2614,-5 5-364,-2-3-536,-5 4-853,-11-7 314,0 7 0,-11-3 1619,-11 16 0,6 1 0,-9 11 0</inkml:trace>
  <inkml:trace contextRef="#ctx0" brushRef="#br0" timeOffset="78732">8100 16158 7982,'5'0'1889,"0"0"-1619,-4 0 90,0 0-360,3 0 0,-3 0 90,2-4-90,-3 3 0,3 0 0,0 2 90,1 1 0,1-2-90,-5-1 0,2 0 0,-2-2 0,0 1 0,0-3 0,0 0 90,0-1-90,0 2 0,0 1 180,-1-2-180,1 2 0,-2 0 90,1 2-90,-1 1 90,2-2-90,-2 2 0,0-2 90,1-3-90,0 2 0,1-2 89,0 4 1,0 1 1080,0-2-1080,-3 5 0,-1-1 0,-1 4 0,2-1-90,0 0 269,1 0-179,-1-1 0,1 2 0,-1-4 90,0 10-180,0-4 90,-1 14 0,3-11 0,0 4-90,1-10 180,0 0-180,0-3 180,0 1 90,0-2-180,-1-5-90,0 0 0,-1-3 0,2 2 0,-1 0 0,0-1 0,0 0 0,0-3 0,1-3 0,0 2 0,0-1 0,-1 1 90,1 5-90,-2-2 0,0 6 0,0 1 89,0 1-89,0 0 0,1 6 90,-2 0-90,1 4 0,-2 3 0,3-4 0,-3 4 0,3-8 0,-1 0 90,1-1-90,1-1 90,0 2 0,0-3-90,0 2 90,0-4 180,0 0-270,-2-1 90,0 0-90,-2-1 0,1 1 0,-1-3 0,3 2 0,0-4 0,1-10 0,0 5 0,0-7 0,-1 10 90,0 1-180,-1 1 90,2 0 0,-2 1 0,0 2 0,1 1 0,0 1 0,1 3 90,0-1-90,0 4 0,2 3 0,0 0 0,0 5 0,-1-2 0,-1 7 0,0-4 0,0 4 0,0 11 0,0-16 0,0 11 0,1-16 90,0-3-90,0 2 0,0-3-90,0 0 90,2 0-90,-1 0 0,0-4-2788,-1 1 1349,-7-6-1530,-4-4 1710,-3 1 529,-5-2 1,1 6 0,-2 1 0</inkml:trace>
  <inkml:trace contextRef="#ctx0" brushRef="#br0" timeOffset="88048">15306 15415 9332,'2'4'989,"-1"2"-899,-1-3 450,0 13-450,-1-8 0,-1 10 0,1-7 0,0 2-1,1 1 181,0 18-180,0-10 180,0 18 0,1 2-90,0-5-1565,1 9 1,0 0 1474,1-7 0,1 5 0,0 2-1775,2 1 1730,-2-8 0,1-2-45,3 3 90,-1 0-90,4 1 0,0 1-444,-4-18 0,0-1 444,5 16 0,-1-2 0,1-9 840,5 10-1290,-6-15 1162,6 6-1882,-12-19-2107,1-4 3219,-2-5 0,1-3 1,0-4-1</inkml:trace>
  <inkml:trace contextRef="#ctx0" brushRef="#br0" timeOffset="89144">18900 15355 11760,'5'-4'1080,"0"1"-451,0 1-359,-1 1 0,3 2 360,3 3-450,-1 0 89,3 3 181,4 3 0,0 5-180,0 2-287,-1 6 286,-5 0-754,1 5 755,-1 5-967,1 3 967,-2 5-90,-1 3-45,-5-8 0,-1 1-90,-1-8 0,-1 1 45,0 9 0,-2 3-45,-4 2 0,0-1-45,0-8 0,-1-1 0,-2 11 0,-1 0-1298,2-13 0,-1-1 1343,1-1 0,-1 2-517,-4 11 0,1 1 472,2-11 0,1-1-45,-3 9 0,0-1 45,5-14 0,0-2 270,-6 22-585,5-17 0,0-1-225,-3 12-179,-2 6-1260,4-17 450,2-13 2367,2-1-3987,-2-18 3976,3-2-827,-4-6 0,3-2 0,0 1 0</inkml:trace>
  <inkml:trace contextRef="#ctx0" brushRef="#br0" timeOffset="90080">15402 15300 7982,'3'-4'1889,"1"1"-1529,-3 0-180,1 2 360,-2 0-540,-2 6 0,1 0 0,-3 11 0,2-3 0,-2 6-270,3 18-360,0-13-764,-2 9 0,0 0 494,-2 0 559,1-5 0,1-1 0,-2 9 0,2 2 1</inkml:trace>
  <inkml:trace contextRef="#ctx0" brushRef="#br0" timeOffset="92151">5479 14643 8342,'4'-4'2069,"-1"0"-1799,-2 3 809,-1 0-809,3 4-90,0 0 809,20 34-899,-11-15 90,0 5 0,2 9 0,-3-5-90,2 11-1597,0 4 0,-1 0 1597,-4-9-247,0-4 1,0-1 156,0-4 180,5 10-91,-2-26-89,1-7-1292,15-13 1292,-6-8 0,10-11-264,-11 6 1,0-1 173,11-14 0,-9 11 0,-1-2-180,-1-2 0,-1 1 45,-4 6 0,0 0-180,3-6 1,-1-1-1235,2-1 1,-3 2 147,2-6 906,-6 11 1,-2 2 584,-5 8 0,-3 7 0,0 3 0</inkml:trace>
  <inkml:trace contextRef="#ctx0" brushRef="#br0" timeOffset="92846">5512 15770 7803,'12'-28'3276,"-4"9"-2505,4-10-501,-8 17 450,7-5-271,-2 16-179,3 0-90,0 10 90,-2 4-90,0 4 90,0 5-90,-1 4-613,-1 3 613,-1 3-45,-4-6 0,1 1-1632,1 14 1587,-2-14 0,-1 0-2574,4 20 2484,-3-15-1691,2 6 1691,-3-19 260,1-3-260,0-3 993,9-4-993,-2-9 2269,8-5-2179,10-25-90,-4 1 1141,-7 7 1,3-3-1187,6-9 0,-1-1 45,-4 7 0,2-2-248,1 0 1,3-5 0,2-1-1,-4 5-1054,3-5 1,0 2 881,1-1 0,2-2 1,-4 4-391,-6 8 1,-3 3 44,-2 2 1,0 1-766,6-12 1530,-15 17 0,-14 16 0,-11 14 0</inkml:trace>
  <inkml:trace contextRef="#ctx0" brushRef="#br0" timeOffset="94412">11658 8448 7083,'-2'-5'2788,"-1"0"-2248,2-2-180,-1 1-90,0 0 0,1-1 539,-5-5-629,5 6 0,-3-5 0,4 9 90,2 0-90,2 2 89,12 0-89,2 0-90,13 1 0,3-1-871,-2-1 1,9-2-1,3 1 1,-5-1 780,-3 1 0,-3 0 0,4-1-294,0 1 1,4-1-1,2 0 1,1 0-1,-2 0 294,-2 0 0,-1-1 0,0 1 0,0 0 0,-2-1-446,3 1 1,-1 0-1,-1 0 1,3 0 445,0-1 0,2 0 0,0 1 0,1-1 0,0 1-275,1-1 1,0 1 0,0 0 0,-1 0-1,-1 0 230,0-1 0,-2 1 0,0 0 0,2 0-9,0 1 0,1-1 0,1 0 0,-1 1 1,-3-1-37,8 0 0,-4 0 0,3-1-247,-1 1 0,2 0 0,1 0 0,-4 0 67,2 0 0,-2 0 1,1-1-1,-4 2 0,2-1 0,-1 0 0,-3 1-120,-4-1 1,-4 1-1,1-1-45,13 1 0,-1-1 435,-4 1 0,-2 0 0,-4 1 0,0 1 0,-4 2 0,-2 0 0,0 0 0,-1 1 0</inkml:trace>
  <inkml:trace contextRef="#ctx0" brushRef="#br0" timeOffset="100865">21643 5495 7353,'6'-4'2428,"-1"1"-1438,1-8-720,-3 3 1619,7-9-1709,-7 14 269,3 4-179,-8 11-1382,-7 21 1,-2 4 1291,3-6 0,-4 7 0,1-1 0,7-18 360,8 21-360,4-27-90,11 11 0,4-26 44,13-12 1,3-3-135,-11 5 0,1-3-567,1 0 0,4-3 0,0-2 0,-3 3 567,6-5 0,1-1-72,-8 5 0,4-4 0,1 0 0,0 0 0,-5 2-584,0 1 1,-4 2 0,3-1 542,3-3 1,2-2-1,0 1 1,-5 2 440,2 0 0,-2 0-1421,-1-1 1,0-1 0,-5 3-2185,1-5 2824,7-7 0,-63 46 1,-2 7-1</inkml:trace>
  <inkml:trace contextRef="#ctx0" brushRef="#br0" timeOffset="101668">15819 7930 7353,'6'0'3058,"-1"0"-2428,-1 1 179,-3 12-539,1-3-90,-1 12 0,0-7 90,3 2 359,13 9-359,-1-11-90,13 7 270,14-13-270,-7-6-135,-8-1 0,0-1 45,18-4-1729,-5-3 1,1-2 1625,-8-1 1,0-2-713,-2 1 1,2-1 0,-2-1 724,6-5 0,-1-1-655,3 0 0,0 0 565,1-1 0,1 1-90,-1-1 0,3-1-180,-3 2 0,4-2 1,-2 1-393,-10 4 1,-1 1 0,2-1 301,7-4 1,3-1-1,-1 0-420,-4 2 1,-1 0 0,-2 1 857,4-1 0,-1 0 12,-8 5 0,1 0 0,-4 2 0,18-1 0,-7 6 0</inkml:trace>
  <inkml:trace contextRef="#ctx0" brushRef="#br0" timeOffset="102670">2354 4315 7083,'7'-1'2608,"-1"0"-2068,1-2-270,-2 0 0,0 1-90,0 0 0,0-1 0,1 1-1,1-1 1,4-1 0,3 1 0,5-2 0,4 0-817,7 0 817,8 0 0,8 0-52,-15 1 1,11-1-1,6-1 1,3-1-1,1 1 1,-3-1-1,-6 2-871,3-1 0,-6 2 0,1-1 1,8-1 758,-13 1 0,5 0 1,4 0-1,2-1 0,3 0 1,-1 0-1,1 0 1,-2 1-1,-1-1 0,-4 1 1,-5 1-439,13-2 1,-6 1-1,-2 0 1,0 0-1,4 1 422,-5-1 0,3 0 0,0 1 0,1-1 0,1 0 0,0 1 0,0-1-177,-3 1 1,1 0 0,1-1 0,0 1 0,0 0 0,-1 0 0,-1 0 0,0 1 176,5-2 0,-2 1 0,-1 0 0,0 0 0,2 0 0,2 0-100,-5 0 0,3 0 1,1-1-1,0 1 1,1 0-1,-1 0 1,-2 0-1,-2 0 100,3 0 0,-3 0 0,-1 0 0,0 0 0,2 1 0,2-2 0,-6 2 0,2-1 0,1 0 0,1 0 0,0 1 0,1-1 0,-1 0 0,-2 0 0,-1 1-13,2-1 0,-1 0 0,-1 0 1,-1 1-1,1-1 0,1 1 0,1-1 3,-3 1 0,-1-1 0,2 1 0,0-1 0,0 1 0,2-1 0,0 1 0,1-1 0,2 1-230,-4 0 0,3 1 0,1-1 0,1 0 1,1 1-1,0 0 0,0-1 0,0 1 0,-2 0 1,-2 0-1,-1-1 0,-4 2 47,7-2 0,-4 1 0,-3 0 1,0 0-1,1 0 0,2 0 1,5 0 192,-8 0 0,2 1 0,4-1 0,2 0 0,2 0 0,1 0 0,0 0 0,0 1 0,-1-1 0,-2 0 0,-2 1 0,-4-1 0,-3 1 0,-5 0 0,21 0 0,-10 0 0,-3 1 0,5-1 0,-2 0 0,1 0 0,-1 1 0,0-1 0,1 0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1:16:40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7342 4045 7982,'1'-5'1350,"1"1"-1080,-1 3-1,0 1-269,-6 0 0,2 0 180,-3 0-90,5 0 90,0 0-180,0 0 270,-5 0-270,3 0 0,-2 0 90,3 0 450,1 0-91,-1 0-359,1 1 0,-1-1 0,1 3-90,0 0 0,0-1 0,-2 2 0,1-4 0,-1 1-90,-6 8 0,5-4-180,-8 8 91,9-9-1,-1 1 0,1-2-270,0-2 180,0 0-359,-3-2 269,2 0-90,-1-2-90,1 2-719,-2-3 719,1 3 540,-4-4 0,3 0 0,0-1 0</inkml:trace>
  <inkml:trace contextRef="#ctx0" brushRef="#br0" timeOffset="1535">7160 4083 7263,'-3'3'2428,"1"1"-2068,0-1-90,1-2 1259,1 0-1259,3-1-90,-1 0-90,2 0 0,-2 0 90,0-1-90,0 1 270,4-1-181,-2 1 181,9 0-270,-5 0 0,4 0 90,-1 0-90,-3 0-246,6 0 246,-6 1 0,3 0 0,3 5 0,-6-2 0,10 5 0,-11-7-90,5 0 90,-4-4 0,6 1 0,-4 0 245,9 0-245,-8-2-90,2 2 90,-1 0-90,-4 1 90,3 0-90,-3 0 0,1 2 0,0-1 180,4 4-180,-5-2 0,2 1 90,2 0-90,-4-1 90,10 3-90,-10-4 0,8 2 0,-8-2 90,3 2-90,1-1 0,-5 0 0,6 2 0,-7-3 0,2 1 0,2-2 90,-3-1-90,2 0 0,-4 0 0,0 1 90,0 1-90,0 0 0,0-1 0,0 1 0,1-2 0,4 0 0,-2 1 0,3 0 0,-4 2 0,0-2 0,3 2 0,-2-2 0,4 2 90,-3-3-90,1 2 0,0-2 0,0 1 0,10-1 0,-9 1 0,8-1 0,-8 0 0,-2 0 0,3 0 0,3 0 0,-3 0 0,3 0 90,0 1-90,-4 1 0,4-1 0,-1-1 0,-1-1 0,2-2 0,3 2 0,1 0-904,-1-2 904,-3 1 0,-5-2 0,1 2 0,0 3 0,0 1 0,-1-1 0,-1-1 904,-1-1-904,0-1 0,-1-1 0,2 1 0,4-2 0,-2 1 0,4 1-213,0-1 213,-2 2 0,4-1 90,1-1-90,-4 2 0,4-2 90,2 1-90,-4 0 0,5 0 0,1 1 90,-5 1-90,4-1 213,1 1-213,-5 0 0,4 0 0,2 0 0,-6 0 0,6 0 90,0-2-90,-5 2 0,24-4 0,-19 2 90,14-3-90,-9 1 0,-5 2 0,6-2 0,-9 2 0,15-4-515,-4 1 515,5-1 90,-11 3-90,-7 1 0,-1 1 0,1 1 0,11 0 0,-9 0 0,8 0 0,-6 2-3222,-6 0 3222,6 0 344,-7 0-344,0-2 0,0 0 0,0 1 0,8 0 0,-6 0 0,7 1 0,0-2 0,-5 0 3276,7 0-3160,1 0-116,-6-2 0,3-1 0,1-1 0,2-1 45,5-1 0,-1-1-45,-2 0 0,2 1 0,-1 0 0,-4 2-1639,3 1 1,-1 1 1523,-2-1 115,13 2-1974,-17-3 1974,2 2-157,0 0 157,2 1 0,15 2 0,-7 1 0,5-1 0,2 0 0,2 0 0,-9 0 0,0 0 0,-6-1 0,-3 0 0,16 0 0,-14-1 0,0 0 1314,10 1-1314,1-1 0,-1 1-472,1 0 472,-1 0 0,2 1 0,0 1 0,1 0-750,1 1 750,0-2 0,2 0-45,-2-2 0,2-1 45,-16 1 0,1 0 0,6-1 0,3 0 0,-3 1 0,-8 0 0,-1 1 0,7-1 0,0 1 0,-1 0 0,-1 1 0,15 0 0,-17 0 0,2 1-45,2 2 0,-1 1 2122,8 1-2077,-5 1 0,-2 1 0,-4 1 0,5 2 680,-6-3-680,-1 0 189,0-2-189,-5-1 1041,-8-1-1041,-1-2 390,3 3-390,-5-3 0,3-1 0,-6-2 862,-1-2-952,-2 1 13,-1-1-373,-1 2-270,-2-2-629,-5 0-270,-4-2-90,-7-4 70,-16 3 1,-5 1 1228,9 1 0,-2 1 1,-3 0-1,-4 0 1,2 1-1,-5 0 0,0 1 1</inkml:trace>
  <inkml:trace contextRef="#ctx0" brushRef="#br0" timeOffset="97171">13561 5363 7173,'1'-13'2429,"1"2"-1980,-4 0-179,1 2 180,-3-2-180,3 4 0,-1-2-91,2 6 181,0-1-180,0 3 450,-4 0-540,1 1 270,-2 4-271,3-1 1,-3 19 0,1-6 0,-7 26 0,3-16-45,0 7 0,1-1-45,1-2 0,2 0 0,1-2 0,3-8 0,0 7 0,1-15 90,3 6-90,1-12 90,8 1-90,-4-7 0,7-3 90,0-3-90,12-10 0,-3-2-1352,10-9 1352,-5 2 0,-5 7 0,5-2 0,-2 0 0,-2 1 0,2 0-90,8-6 0,6-3 0,-3 2-1549,1 0 1,-2 0 905,0 0 0,2-2 733,-7 7 0,3-2 0,-1 0 0,-5 3 0,-2 1 0,-1 1 0,6-3 0,0-1 0,0 1 0</inkml:trace>
  <inkml:trace contextRef="#ctx0" brushRef="#br0" timeOffset="98040">17752 4983 6993,'4'1'2339,"0"0"-1980,-2-1 91,1 2-360,-2 1 90,0 2 90,-1 7-180,0-2 0,0 7 0,1-2 0,1 2 90,0 2-1427,-1 2 1337,1 1 90,-2 0-91,0 2 1,0-2-632,1 11 632,0-9 0,2 6 0,0-6 0,1-6 0,0 1-90,1-8-1778,-3 0 1868,2-1 535,0 0-535,0-1-90,1-3 0,1-1 90,18-8-90,-2-4-535,7-7 1,3-3 534,-9 2 0,0-1 354,10-8 0,2-1-354,-6 3 0,-1-1 0,3 0 0,0-1 0,1-2 0,1 2-846,-1-1 1,1 1 845,0 0 0,0 0-90,-1 1 0,0 1-45,-1 0 0,1 1-45,-2 0 0,1 0-225,-2 1 1,1 0-444,-3 2 1,0 1 307,-2 0 1,0 2-46,-4 1 0,0 1-584,15-8 1169,-3 5 0,-8 8 0,-2 4 0</inkml:trace>
  <inkml:trace contextRef="#ctx0" brushRef="#br0" timeOffset="136166">1786 16360 10321,'-3'-4'810,"2"1"-451,0 0-269,1 2 270,2-3-270,0 3 180,4-2-180,-3 3 1349,28 19-1169,-17-5-679,20 19 589,-20-9 0,0 4-90,2 1 90,0 1-90,1-3 0,0 0-90,4 7 0,-1-4 0,1-1 0,-2-5-230,0-4 1,-1-1 49,-1-3-90,7 6-180,-15-14-2827,1-10 0,-11-1 3274,-8-14 0,-4 7 0,-5-4 0</inkml:trace>
  <inkml:trace contextRef="#ctx0" brushRef="#br0" timeOffset="136451">1903 16945 8972,'-1'-13'3276,"0"-1"-2774,1 0-232,1-4 179,5-14-359,0 6-1419,5-13 1419,-3 10 0,9-15-220,-4 10 130,7-8 0,1-1 0,-1 6-791,-2 3 1,0 2 700,-6 9-2719,18-12 1729,-15 18-89,10-7-237,-21 22 1181,-4 2 0,2 1 1,1 0-1</inkml:trace>
  <inkml:trace contextRef="#ctx0" brushRef="#br0" timeOffset="136891">2416 16358 7803,'3'1'2428,"-1"0"-1708,-3 0-450,0 2-91,-2 1 91,1 2 180,-2 9-270,1-1 0,0 10 180,0 9-270,2-5 0,1 9 179,2 3-269,2-11-296,1 10 296,0-14 90,1-2-90,1 0 0,0-2 0,1-2-163,2 4 73,-1-8 90,2 2-360,-2-7 0,-2-5-269,3 0-1440,-3-7 900,-2-5-1,-2-3 1265,-8-9 0,1 6 0,-3-5 0</inkml:trace>
  <inkml:trace contextRef="#ctx0" brushRef="#br0" timeOffset="137086">2364 16378 6903,'14'-11'3238,"-3"2"-2788,8-5-360,-7 7-90,4-2 90,2 5-180,-3 2 0,5 4-720,0 6 91,-7 0-181,5 3-989,-9 2 1889,0-3 0,-2 6 0,-1-3 0</inkml:trace>
  <inkml:trace contextRef="#ctx0" brushRef="#br0" timeOffset="137469">2694 16625 7443,'5'11'3276,"-3"-4"-2235,1 4-771,-3-5 360,0 7-360,0-2-90,0 5 89,1 4-179,0-4 0,2 6 90,0-4-180,0-6 90,1 3 180,-1-8-180,0-2 90,0-1 90,-1-9-270,-1 0 90,1-9-90,1-8 0,0 2 0,3-9-3277,4-15 3162,-3 15-1065,-1 1 1,1 1 1179,-1 1-399,3-5 399,-3 12 0,-1 3 0,-1 3 2070,0 3-2070,2 3 3097,-2 5-3097,3 5 893,0 16-893,-2-1 0,1 22-2212,-5-12 2212,1 8 0,0-9-116,1 8 26,0-9 0,1 6-449,-1-5 179,0-9-1799,6 9 990,-6-19-90,5 1-990,-8-19 2793,2-3 1,-1-5 0,0 2 0</inkml:trace>
  <inkml:trace contextRef="#ctx0" brushRef="#br0" timeOffset="137850">3016 16398 7443,'13'-2'2698,"-2"1"-2158,-1-1-270,-1-1-90,-2 1 89,1-2-89,0 0-90,1-1 90,0 0 0,4-2-90,-4 1 0,3-1 90,-1 2-90,-4 1 180,3 2-180,-5 2 90,-1 2-1,0 5 91,0 10-180,0 1 90,-1 9-90,1-3-90,0 3 90,3 19-1136,-1-9 1046,-3-12 0,1 1 0,1 1 0,-1 0 0,2 15 0,-1-16 0,1 0 0,3 20 0,-3-14-273,2 13 363,-6-23 90,-1 1-90,-2-10 1180,-1-3-1180,-4-3 0,-3-2-90,-3-2 409,-1-2-409,-1-2 0,-1-2-180,0-2-90,0-3-180,1-4-180,1-1-539,3-4-90,0 1-180,-1-1 89,-1-1 1350,-5-5 0,5 7 0,-2-2 0</inkml:trace>
  <inkml:trace contextRef="#ctx0" brushRef="#br0" timeOffset="138752">1926 17818 7263,'5'-6'3276,"3"-2"-1965,-3 3-1041,2 0-90,-4 4 90,0 2-90,1 1 0,2 3 0,1 3-91,1 2 1,1 2 0,7 11 0,-4-5-90,6 8 0,-3-9-3277,7 8 3252,-4-6-65,4 5 90,-7-11-180,-2 2-269,5 3-91,-5-4-90,3 1-1438,-6-7 898,-5-5 91,-3 1 3391,-6-4-2312,-1 0 0,-1 0 0,1 0 0</inkml:trace>
  <inkml:trace contextRef="#ctx0" brushRef="#br0" timeOffset="138969">2074 18170 8432,'1'-11'3276,"0"0"-2864,3-2-142,1-1 180,7-15-180,5-10-3547,2-2 2915,3-1 362,-6 12-99,0 3 1,1 1 8,5-8 336,-6 10 1,-1 0-787,5-5 90,-6 11-359,1-4-1531,-6 9 1171,-4 7 1831,-1-1-662,-7 9 0,2 1 0,-3 2 0</inkml:trace>
  <inkml:trace contextRef="#ctx0" brushRef="#br0" timeOffset="139311">2549 17673 6813,'7'-3'2968,"0"2"-2248,-2 0-270,-2 1-180,-1 1-1,-1 1 181,-2 8-180,-1-2-90,0 7 270,-2 6-270,1-2-1,0 11 1,-1 6 0,2-6-748,0 11 568,2-9 90,1 0 0,1 1-90,0-1 0,2 13 90,0-12-90,1 8 0,4-6 0,-3-10 0,4 5-90,-3-4 90,-2-7 0,3 3-270,-1-9 90,0-6-851,4-6 312,-1-5-271,2-6-179,-4 0 0,-3-4 636,-4 0 533,-5-9 0,0 6 0,-2-5 0</inkml:trace>
  <inkml:trace contextRef="#ctx0" brushRef="#br0" timeOffset="139527">2471 17728 7083,'29'-23'3276,"-11"11"-2504,13-8-772,-16 13 0,1 0-180,1 2-180,2 0-1349,8 2 719,-10 3 1,3 4 989,-8 10 0,-4 1 0,3 9 0</inkml:trace>
  <inkml:trace contextRef="#ctx0" brushRef="#br0" timeOffset="139903">2741 18073 7713,'3'-9'2878,"-1"-1"-2338,1-1 359,3-12-629,-1 8-90,5-9 90,-1 11-180,2-1 90,0 0-1,3 3-89,0 1 0,2 2 90,8 3-180,-6 3 90,7 2-90,-8 2 90,0 2-90,0 2-3277,-2 2 3252,-3 2 8,-2 2 17,-2 3 90,-3 3-90,-5 12 0,-3-5-273,-5 10 273,-3-9 0,-2 0 0,0-1 0,-1-1 0,3-4 0,0-1 90,3-4 3113,0 1-3113,5-5-65,-1-1-25,5-2 544,1-4-544,1 1 0,7-3 0,-1-1-90,6-1 0,-1-2-3187,18-10 1273,-10 3 67,15-8 767,-18 6-1416,3-11 1506,-8 5 1080,2-6 0,-4 10 0,0 1 0</inkml:trace>
  <inkml:trace contextRef="#ctx0" brushRef="#br0" timeOffset="140333">3216 17975 7533,'0'-11'2788,"-1"0"-2248,0-2-180,-2 2-1,1 0 271,-2-2-360,1 5 0,0-1 90,1 5-1,1 2 1,1 15-270,0 2 90,0 14-90,0 1-404,0 8 404,1 1 0,1 3 0,1 1-3228,0-12 3138,1 1-2159,-2-13 2159,1-3 220,-1-1-220,1-3 90,-1 2 0,0-6 2268,-1 0-1998,-1-6 2916,0-8-2980,0-2-296,1-26-1072,0 12 1072,3-17 0,1 16-273,7-12 273,-2 10 0,4-7 0,-5 12 0,0 2 0,-2 4 0,2 3-90,0 4 90,5 5 0,-3 5 0,4 6 0,-6 3 0,-1 3-90,0 3 90,-2 2 0,0 2 535,-1 1-625,-1 1 35,1 7-125,-2-9-179,0 6-181,0-13 90,0-3-269,1-2-271,1-3-269,-2-4 0,-2-4-1,-3-3 91,-3-3 456,1-3 1,0-1 0,3-2 0</inkml:trace>
  <inkml:trace contextRef="#ctx0" brushRef="#br0" timeOffset="140825">3461 17688 8342,'5'-2'3148,"-1"1"-2968,-3 1 90,4 0-180,0 0 0,17-2 0,-5-1-90,12-2 0,0-2-3277,-1 0 3162,0 0 205,-7 2-90,-8 1 90,-3 2 270,-2-1-180,-2 2 0,-3 0 179,-3 3 2917,-1-1-2620,-4 7-476,1 1 90,-2 4-3547,1 2 3342,0 3 25,0 3 0,1 2-46,2 3 1,1 1-45,1 10-163,1-8 0,1 2 163,1-4 0,0-2 0,3 16 0,1 3 0,2 2 0,0 0 0,-2-14 0,0 4 0,-1-4 0,2 7 0,-2 0 0,-1-2 0,-2-11 90,1 10 0,-3-24 0,-1-2 90,-1-1 3096,-2-1-3052,-8 0-134,-1 0-3320,-7-1 3230,2 0-90,0-4 77,-1 1-347,2-3-89,0 1-361,3-4-359,1-1-360,0-2-1440,-4-9 1710,3 4 1259,4-5 0,10 4 0,5-2 0</inkml:trace>
  <inkml:trace contextRef="#ctx0" brushRef="#br0" timeOffset="159797">4197 13518 7623,'5'-3'2878,"-2"1"-2338,0-1-181,-2 1 271,0-2-360,1 1 989,2-5-989,-2 6 450,2-4 449,-4 6-1079,0 4 180,2 0-270,1 2 540,28 1-540,-16-6 89,27 1 1,-27-5-90,16 0 0,-14 1 0,9 1 90,10 1-90,-18 0 0,23 0 0,-29 0 0,12 1 0,-11 1 0,6 0 0,-9 1 0,21-2 0,-14 0-257,17-1 257,-18 0 0,0 0 0,0-1 90,6-2-90,-4 1 0,7-2 0,-8 2 0,1-1 0,22-3 0,-15 2 0,11-3 0,0 0 0,-7 0-708,-3 1 1,-1 1 707,-2 1 0,-2 0 0,17-1 0,-15 3 0,12-1 0,-17 3 0,0 0 0,27 0-35,-19 0-55,20 0 90,-26-1 0,10 1 0,-8-1 0,8 1 0,-10 0 0,8 0 0,-7 0-54,6-2 54,-8 1 0,1-1 0,0-1 0,1 1 0,1-1 0,1 1 0,11-4-90,-6 1 90,6-1 0,-11 3 978,0 0-978,-1 1 0,1 0 0,-2 1 0,1 1 0,0-1 0,0 0-106,11-2 106,-7 2 0,17 0 0,-17 1-357,8 0 357,-12 0-500,14 0 500,-9 0 0,9 0 0,-10 0 0,0 1 0,3-1 0,0 1-2566,1 0 2566,0 1-339,13 1 339,-9 0 0,9 1 0,-13-2-90,0 1 90,11-2 0,-8 0-107,8-1 197,-11 0-90,1-1 0,1 0 0,16-3 0,-11 1 0,-13 1 0,2 1 0,-1-1 0,0 0 0,14-1 0,-13 2 0,-1 0 0,9 0 45,-10 0 0,1 2-45,12-1 0,-11 0 0,-1 0 0,11 0 0,2 0 0,0 1 0,1-1 0,2 2 0,-11-1 0,1 1 0,16 0 0,-7 1 0,1 0 45,-16-1 0,-1-1-852,7 2 0,1-1 807,11 1 0,1-1 0,-13 0 0,1 0 0,-8-1 0,0 0 42,7 1 0,1 0-42,-2-1 0,-1-1 0,15 2-150,-16-2 1,0 1 149,8-1 0,-2 1 1791,-2-1-1791,8 0 0,-11 0 2697,4 1-2787,-8 1-2515,-8 0 2335,2-1-270,-8 1 932,-2-2-1562,-1-3-427,-6 2-1641,-11-6 1709,-9 4 179,-9 0 1173,-4 8 0,-3 3 1,-4 3-1</inkml:trace>
  <inkml:trace contextRef="#ctx0" brushRef="#br0" timeOffset="176068">4559 16908 7173,'5'13'2249,"-1"0"-1890,0-3-89,-2-3 0,-1 0 360,-2-1-540,0-4 0,-3-2 179,-1-7-89,1 0-90,-2-2 0,1 1 0,1-1 0,-1 1 90,-5-37-180,7 23 0,1-14 0,4 0 90,5 14-90,0-1 0,2 0 0,0 5 0,11-15 0,-9 16 0,7-7 0,-13 16-90,0-3 90,-4 8 0,1 5 0,1 3 0,2 15 90,0-6 0,2 18-90,-1-11 90,6 19 0,-5-16 0,0 1 0,0 0 0,0 0-597,3 11 507,-5-21 144,2 9-54,-4-12 359,2 8-359,-5-16 0,-1 0 0,-1-5 410,-3-3-500,1-1 223,-1-8-223,3 2 0,3-6 0,2 3-3277,2-1 3162,1-1 115,0 0 0,3-2-90,5-7 90,-2 5 0,3-4 0,-4 8 0,12-11 0,-10 13-90,8-7 90,-11 14 0,-1 5 0,2 2 0,-1 11 0,-2 1 0,1 7 3276,-5-2-3160,0 0-116,-2 2-3277,0 26 3162,-1-18 115,-1 20-451,-4-13 91,2-14-1169,0 9 359,-1-21-1258,-2-4 1258,-2-4 1989,0-5 0,5-2 0,4-1 0</inkml:trace>
  <inkml:trace contextRef="#ctx0" brushRef="#br0" timeOffset="176797">5049 16828 8612,'4'-6'1979,"-1"2"-1619,-2 1 809,-1 2-989,0 5-90,0 1 0,0 6 90,1 5-90,-1-2 0,2 7-3302,0 1 3302,0-6-2269,0 6 2179,-1-8 90,-1 0-90,0-3 90,0 0 0,0 0 2268,0-3-2358,0 1 3276,0-4-2890,0-2-386,0 1 180,0-3 0,0 1-180,0-9 0,0-4 0,1-3 0,0-2 90,2 2-90,-1 1 0,2-2 0,-1-2 0,1 2-90,12-20-184,-8 19 274,10-13 0,-13 24 0,2 3 0,-2 2 0,3 2 0,-1 6 0,-2 1 0,3 4 0,-3 0 0,5 14 0,-3-8 0,3 11 0,-6-12-90,-1-1 0,-1 6-90,-1-6-90,2 2 95,0-9-1355,3-1 361,-2-5 0,1-4-1170,-4-9 2339,1-1 0,-1-3 0,2 3 0</inkml:trace>
  <inkml:trace contextRef="#ctx0" brushRef="#br0" timeOffset="177040">5444 16948 7443,'11'5'3276,"-4"-2"-2684,3 1-323,-5-1-89,0-2 90,3 0-180,-1-1 0,4 0-90,-2 0 0,1 0 90,0 0-90,0 0-90,0 0 90,0 1-180,0-1 0,0 2-90,0-2-1169,4-2 450,-7 2-91,2-1 91,-11 0 0,-2 0 989,-2-2 0,-1 2 0,1 0 0</inkml:trace>
  <inkml:trace contextRef="#ctx0" brushRef="#br0" timeOffset="177252">5479 17090 7263,'3'6'3058,"-1"-1"-2428,0-1-181,-1-1-89,-1-1-90,1 2 0,0 0 180,4 2-270,-1-2-90,2 1 0,3-2-90,-4 0 0,5 1-270,1-1-180,0-1-180,4-1-449,-3-4-90,-1-3-1,-3 0 1,-4-3 1169,-2 2 0,-2 2 0,0 2 0</inkml:trace>
  <inkml:trace contextRef="#ctx0" brushRef="#br0" timeOffset="178612">5889 17040 7533,'8'3'2428,"-2"-1"-1978,0-1-270,-1 1 0,0-4-90,14-8 0,-6 2-90,10-9 90,-9 6-90,0-3 180,4-6-90,-4 2-1,3-5 1,-2-1 0,-5 6 0,3-5 0,-6 7-3367,-1 0 3252,-1-2 114,-1 1-89,-1-1 90,-1 1-90,-1-1 90,-1 1-90,-1-1 90,-1 2 0,-1 0 0,-1 1 3186,-1 1-3070,-1 1-25,-1 2-181,0 1 90,-1 0 0,1 1-90,-2 1 0,0 0 90,-1 2-90,2 0 0,-1 2 90,1 0-90,-2 3 0,1 0 0,-2 2 90,5 0-90,0 3 0,2 0 89,0 1 1,1 1 90,-3 4-90,0 1 0,-1 4 0,2-1 90,1 0-3457,0 2 3342,2 1-470,-1 2 495,1 1-35,-1 1 35,2 1-90,0 0 90,1 2-346,1 0 256,0 2 0,3 0 90,1 2-90,1-2 0,2 0 90,-1-1-90,0-1 90,-2 0-90,-2-3-1577,0-1 1666,-1-3-64,1-2 155,-1 2-1,1-6 1,-2 3 161,0-7-161,1-1 2178,-2 1-2178,1-1 3096,-1-2-2980,0 1-116,0-3 719,0-1-719,-1-4 0,1 0-180,-2-4 0,1 0 90,1 0-90,-1-6 0,2 0 0,0-1 0,2 1 0,3-4 0,-2 4 0,8-12 0,-5 11 0,4-5 0,-2 6 0,-1 1 0,2-1 0,7-4-90,-4 5 90,4-4 0,-3 5 0,-4 3 0,1 0 0,-5 4 0,2 0-90,-3 4 90,3 0 90,-3 16-90,-2-7 0,-1 10 0,-5-8 0,-3-3 90,-1 2-90,-1-4 0,1 0 0,-1-1 0,1 0 0,-6 2 90,3-1-90,-8 1 90,8-3 90,-2-2-1,0 1 1,5-3-90,-2 1 0,5-1 0,1 0-90,1 1 0,1 1 0,1 0 0,3 4 180,2-2-180,3 5 90,-1-4 0,2 2-90,-1 0 0,2 0 0,4 4 0,-2-4 90,7 1-540,17-3-989,-10-5-1838,11-1 374,-16-5 1014,-11-2-90,0-3 270,-5-1-1170,-5-6 2879,-2 7 0,-4 0 0,0 6 0</inkml:trace>
  <inkml:trace contextRef="#ctx0" brushRef="#br0" timeOffset="181147">21070 13155 8072,'-2'-6'2429,"-2"0"-1979,1 1 1349,-11-6-1619,8 7 179,-7-4-89,10 8 90,0 8-180,1-3 809,4 0-899,-1-2 0,4-5 0,-4 3 90,0 3-90,3 1 90,0 1 180,10 12-90,-5-7-90,12 13-91,-9-11 91,15 15-180,-11-13 90,7 9-90,-5-6-3277,-4-6 3162,3 5-501,-6-7 616,-2 0-90,1-1-539,4 5 179,-4-6-90,2 4 3087,-7-7-3896,4 1 1551,-2-2-1192,2 1-89,-1-3-90,-4-1 359,-1 1 0,-10-6 1,-3 0-1</inkml:trace>
  <inkml:trace contextRef="#ctx0" brushRef="#br0" timeOffset="181371">21168 13475 10231,'-12'-4'1979,"1"1"-1259,4-7-540,2 2-3457,0-20 2932,5 10 525,8-25 51,2 18-141,4-8-241,0 8 151,8-10 0,-4 8-522,5-5 432,-7 12-179,-1 2-91,0 2 2612,0 2-4230,5-2-1299,-8 7 1902,1-3 450,-12 6-154,-2-1 1200,1 1 1,-1 3 0,2 1 0</inkml:trace>
  <inkml:trace contextRef="#ctx0" brushRef="#br0" timeOffset="181731">21560 12935 6813,'8'-5'3276,"-1"0"-1965,-5 3-591,-2-1-540,-2 3 0,-1 1 270,-2 9-270,1-1-1,-1 6 271,1 6-270,1-3 0,1 9 180,1 6-270,1-7 0,1 9 0,3 1-90,0-8 45,2-1 0,1 1-45,0-1 0,6 15-90,-2-18 90,-2-6-180,0 1-270,-1-7 180,-4-4-2157,4-1 1258,-4-6-90,1-4-1,-4-7 1,-2-1 90,-3-6 1169,3 0 0,-3-1 0,3 0 0</inkml:trace>
  <inkml:trace contextRef="#ctx0" brushRef="#br0" timeOffset="181947">21615 12920 7803,'8'-11'3276,"-3"3"-1875,2-6-1221,-3 6-90,10-7-180,-4 9-270,9-3-1169,4 5-1748,-5 2 791,10 1 770,-14 4 1716,0 4 0,-6 5 0,-2 2 0</inkml:trace>
  <inkml:trace contextRef="#ctx0" brushRef="#br0" timeOffset="183461">21655 12983 8432,'5'2'2249,"-1"-1"-1979,0 1-90,-3-2 179,0 0-179,-1 2 0,0 1 180,-1 5-90,0 0 0,-2 3-90,1 0 0,-1 2-1,1 0 181,-1 14 0,1 2-270,0 0-45,0 0 0,1 1 135,1 4-90,0-9-343,0 6 253,0-9 90,0-2 0,1-2 90,-1 8-90,0-8 0,1 13-90,1-16 90,1 5-90,4-12 0,0 0 0,0-2 342,0 1-252,-2-3-90,0 0 90,10-1-90,-6-1 0,8-1 0,-5-4 0,-2 0-539,5-8 269,-8 5-1439,7-9 629,-8 8-2197,3-8 1607,-9 9 1670,-2-4 0,-4 6 0,0 0 0</inkml:trace>
  <inkml:trace contextRef="#ctx0" brushRef="#br0" timeOffset="184232">21983 13225 6993,'5'4'3276,"-1"-2"-1695,-1 0-771,-1 2-271,-1 0 1,0 4-180,0-2 180,2-7 539,7-5-809,-1-3-2943,26-20 2763,-17 13-90,16-14-526,-19 12 526,2 0 0,-2-4 0,3-9 0,-5 6 90,2-7-90,-8 8 0,-2 0 3087,-1-12-3087,-4 8-2381,-2-18 2471,-2 21-90,-4-6-1260,2 13 1260,-3 3 0,1 2 90,-2 1-90,0 2 0,0 3 2768,0 1-2768,-2 2 1884,1 2-1974,-6 7 90,3 2 0,-1 6 90,2 1-90,2 4 90,0 3-1696,0 18 0,3 3 1606,0 4 45,1 0 0,2 0-1080,6-7 1125,0 0-293,2 2 203,0-14 0,0 1 0,2 14 45,-1-16 0,1-1-45,5 18 0,-3-14 0,1 4 700,-2-11-610,-2-8 415,1 2-325,-1-9 0,-2-2-1,2-1 3097,-2-5-3264,2-3 575,0-4-587,1 0 0,1-4 0,1 0 0,0-2-3277,1-1 3162,0-1 115,1 0 0,1-1 0,1 1 0,6-5 0,-3 6 0,5-3 0,-5 7 0,0 2 0,1 2 0,5-1 0,-4 5 3276,3 0-3160,-9 4-116,-3 1 0,0 0 0,-4 2 0,1 0 0,-4 6 0,-1-1 0,-4 5 0,-3-2 0,0 0 0,-2 2 0,0 0 0,1 1 0,0-2 0,3 1 0,0-3 0,1-1 0,0 2 0,2-2 0,1 0 0,3-3 0,1-2 0,6 1-90,1-2-359,3 1-1,-1-4-270,1 1-179,1-4-91,3 1-269,3-3-270,3-1 0,-2-1-1530,5-9 2440,0-4 0,-1 0 1,-1 0-1</inkml:trace>
  <inkml:trace contextRef="#ctx0" brushRef="#br0" timeOffset="184629">22681 13318 8522,'-7'-3'3276,"1"2"-1155,2 0 218,3 1-2069,4 3-91,2-2-89,2 2-90,-1-2 0,7 2 0,0-1-90,21 2-89,-14-1-271,12-2-90,-15-1-179,0-1-541,-1-3-269,-4 0 0,0-2 0,-5 0 90,-3-1 179,-2 3 1260,-2 2 0,0 2 0</inkml:trace>
  <inkml:trace contextRef="#ctx0" brushRef="#br0" timeOffset="185419">23126 13115 7803,'-2'-6'3276,"1"2"-1425,1 4-1492,-1 0-269,0 3 0,-2 2 90,1 11 0,0 7-2303,1 3 2213,1 5 0,0-6 0,1 1 0,1 0 0,0 0-90,1 6-65,-1-6 1,1-1 64,-1-1 0,1-2 90,-1-2-90,2 1 90,-1-7 0,-1-1 90,-1-5 2152,0-3-2152,0-1 180,0-2-270,-2-8 279,0 0-369,0-6 90,1-1-90,0-2 90,0-2-90,1-2 0,1-2 90,1 1-90,3-11-386,0 8 386,2-7 0,-1 10 0,0 0 0,2 0 0,13-18 0,-9 18 0,11-11 0,-12 23-90,-3 3 90,3 4 0,-5 4 0,0 3 0,-1 2 0,2 8 0,-3-2 0,2 8 132,-3-4-132,1 2 0,0 1 0,-1 3 0,3 8 0,-2-5-90,2 4-179,0-2-91,-1-9-90,-1 5-1079,-3-6 433,-2-6-253,0 2-90,0-11 90,0 0 89,0-4 1260,3-2 0,1 1 0,4-1 0</inkml:trace>
  <inkml:trace contextRef="#ctx0" brushRef="#br0" timeOffset="185827">23598 13508 9512,'0'4'3276,"-1"-3"-2954,0 8 37,-5-6-269,2-1 0,-4 4 0,3 2 0,0 2-90,1 2 90,1 0-90,1 1 0,1-1 0,2-1 0,1 1 0,1 2 0,1-4 90,1 2-90,4-9 0,0-4 0,3-4 0,22-27-838,-16 13 838,-1-1 0,-2-1 90,-5 0-90,-2-2 0,-3 1 0,-6-11 0,-2 9-385,-6-6 295,-1 13 0,-1 2-180,-2 2-539,-2 1-91,3 4 625,-1 0-2244,3-1 1350,1 3 90,1-1 1183,4 5 1,3 1 0,1 1 0</inkml:trace>
  <inkml:trace contextRef="#ctx0" brushRef="#br0" timeOffset="186367">23838 12790 7713,'10'5'3276,"-2"-2"-2775,2-1-231,4-2-180,0 0-90,5-1 0,12-2-3277,6 0 3162,2 0 115,-2 0-49,-11 5 49,-2-1 0,9 3 0,-12-2 0,5 2 0,-10 0 0,-6-3 90,0 2 3186,-5-3-3095,-1 0 179,1 0-270,-3 1 254,0 0-74,-2 3-91,-1 0 1,-1 2 0,0 0 0,-2 3 0,0 1-90,-1 2 270,-1 12-270,2-3 0,-1 9 90,1 6-90,1-5-266,-2 10 356,2 6-1472,2-9 1336,0-12 1,0-1 45,1 13-90,-2-1 0,4 1 90,-1-1-90,1-1-184,1-1 184,-2 10 0,0-14-873,-1 6 873,0-18-2839,-4 6 2389,0-14 420,-6 3-2669,-11-19 1260,1-3 44,-3-2 1,-1 0 1394,-10-8 0,10 7 0,-1 0 0,-13-6 0</inkml:trace>
  <inkml:trace contextRef="#ctx0" brushRef="#br0" timeOffset="187779">21625 12983 6993,'8'-2'2609,"-1"1"-2160,1-1 91,3-4-360,-3 1 0,6-5-90,-5 3 0,0-3 0,0 1-90,-5 3 0,3-1 90,-4 3-90,0 0 89,0 2-89,-1 0 90,2 1 0,-1 1-90,0 0 0,1-1 0,-2 1 90,0-1-90,-2 4 90,0-1-90,0 4 90,-1-4-90,-1 2 90,0-2 0,-1 0 0,1-1 90,-4-1-90,2 0 0,-4 1 90,-1-1-90,3 2 0,-4-2 180,3 0-181,1 0 1,-2 0 90,2 0-90,1 0 0,-5 0 90,1 0 0,-8 0-90,10 0 0,0 0 180,8 0-180,0 1 0,-2 1 0,1 1-90,-2 1 179,-1-1 1,1-1-90,-2 0 270,3-2-180,-1 0 0,1 1-90,0-1 0,0 3 450,-2 4-451,2-2 1,-2 3 90,1-3 0,-2 2-90,1 0 90,-1 6-180,1-4 90,-1 4 0,3-2 90,-1 0-90,0 2 0,1 0 90,0 1 449,2 30-629,0-21 90,2 23-90,0-20 0,0-5 0,0 7 270,-2 0-180,-1-5 0,1 5 90,0-1-180,1-6 90,-1 17-90,-1-19 90,0 9-90,0-15 0,1-1 0,-1-1 0,1-1 0,0 1 0,1-4 0,0 2 0,1-6 0,-1 1 0,1-1 0,-2-1 90,0-1 180,-1 1-270,4-4 90,-2 2-90,4-1 0,-1 2 0,2-1 0,3 2 89,8-6-89,-2 2 0,6-2 0,-4 1 0,-1 1 0,1-1 0,-1 1 0,1 0 0,4 0 0,-7 2 0,2-3 0,-10 3 0,-1-1 0,-2 1-269,0-2-1,-3 0-90,0-1-629,-4-3 89,-1 1-89,-5-2-181,0 2-179,1-1-270,-2 0-1619,-7-10 1889,3 5 89,-7-7 440,8 6 1,-1 1 0,1 1 0</inkml:trace>
  <inkml:trace contextRef="#ctx0" brushRef="#br0" timeOffset="188197">21645 12953 7533,'7'-3'2788,"-2"1"-1798,0-2-631,-4 1-89,1 0 270,-2 0 90,0 2-451,-1 4 1,0 0-90,-2 6 270,0 4-270,0-1 90,-1 8 90,3 4-180,0-5-90,1 7 90,2-1-90,0-7-180,3 15 90,-4-19-540,3 7 180,-3-16-89,1 0-2520,1-11 1800,-3-1-344,-1-8 614,-3 0 989,-1-1 0,0-1 0,0-1 0</inkml:trace>
  <inkml:trace contextRef="#ctx0" brushRef="#br0" timeOffset="188405">21530 12860 8072,'6'2'3239,"-1"-1"-2880,2-6-359,-3 2 90,2-3-90,-1 2 0,1-1 0,0 0-90,3 1-269,5-1-361,-1 3-180,2-2-2338,1-2 3238,-5 3 0,8-2 0,-6 4 0</inkml:trace>
  <inkml:trace contextRef="#ctx0" brushRef="#br0" timeOffset="196803">20990 12143 6993,'4'-6'2698,"0"2"-1798,-2-1-630,0 1 0,-1 0-90,-2 3 629,-3-3-629,2 3 630,-5 4-721,5 0 271,0 16-270,2-8 135,7 14 0,2 3-225,0-7 0,3 7 0,1-1 0,-1-10 0,18 18-3277,-9-15 2892,6 6 115,-12-13-1413,4-2 694,-8-4-2288,-3 8 1967,-12-9 1310,-9 4 0,2-5 0,1-2 0</inkml:trace>
  <inkml:trace contextRef="#ctx0" brushRef="#br0" timeOffset="197016">20933 12490 6813,'9'-11'3276,"-2"3"-2414,8-11-682,-7 5 0,4-4-1,-3 2-3456,2 0 2483,0-2-525,3 1 1319,1-2-247,1 0 247,2-1 0,-1 1 0,2 1-90,-1 1-369,7-3 99,-8 6-360,4-3-179,-10 8 927,-2-3-928,-5 7 1684,0-4 0,-4 9 0,0-2 0</inkml:trace>
  <inkml:trace contextRef="#ctx0" brushRef="#br0" timeOffset="-209818.73">11363 16075 9512,'-4'-4'1259,"-1"1"-1079,2 0 0,-2-1-90,0 1 89,-2-2 271,-2-5-270,2 4 720,-5-8-631,7 9 361,-3-5-450,5 7 450,-3-1-540,5 3 0,12 7-90,-4-4 179,28 8-89,-19-6-3367,16 2 3252,-12-4 25,4 1-459,3-2 0,2 1 459,11 0-432,-8-2 1,8 0 0,2 0 0,-7 0 431,-3-1 0,0 0 0,10 0 0,5 0 0,-7 0-72,-15-1 1,0 1 71,20 0 0,2 1 0,-18-1 0,1 1 0,7-1 0,3 1 0,-5 1 0,-7-2 0,-3 2 0,10-2 0,0 2 0,-10-1 0,-1 0 0,0 0 0,3 0-211,6-1 0,7 0 1,1-1-1,-5 1 211,3-1 0,1 1 224,-5-1 1,6 1 0,0-1 0,-6 0-225,7-2 0,-5 0 0,-8 2 0,0 0 0,3-1 0,3 1 0,-4 0-254,-2 0 1,-2 1 253,9-1 0,-1 1 0,-10-1 0,0 1-45,11-2 0,1 0 45,-8 1 0,0 0 0,11-2 0,-1 1-45,-10 0 0,-1 1 45,0-1 0,3 0 0,14 0 0,6-1 0,-4 1 0,-6 0 0,-1 1 0,6-2 0,3 1 0,-1 1 0,-12 1 0,-2 0 0,-2 1 0,-1 0 0,0 0-126,17 1 1,-2 0 215,-3 1-90,-2 1 134,-3-1-134,-4 1 1121,8 0-1121,-13 0 1726,13 2-1815,-21-3-181,4 2-1921,-4-1 1112,-5-3 201,4 2-561,-7-4 658,-2 2-568,-3-3 1444,-1-2 0,-1 2 1,0-1-1</inkml:trace>
  <inkml:trace contextRef="#ctx0" brushRef="#br0" timeOffset="-208402.73">12206 16330 6993,'-5'-12'3276,"-7"-12"-2684,4 10-232,-7-11-181,8 17 1,-1-1 90,2 4 0,1 1-180,2 1 180,2 2 899,1 1-989,-1 2 180,-2 7-1576,0 0 1396,0 7 90,0-1-90,1 2 0,-1 1 0,2 1 0,0 2-90,1 1 0,0 1 179,2 13-269,0-7 90,0-3 0,1-1-690,2 6 690,1 9 90,4-1-90,-2-8 0,5 7 0,-5-13-90,0-2 1533,1-2-1444,4 7 1,-2-9 180,15 15-3269,-13-20 3088,8 5-74,-11-13-15,0-1 693,5 0-693,-1-1 90,4-2-90,-3 0 0,8-5 0,-5 2 0,6-3 90,-6 2-180,13-7 0,-13 4-90,9-4-7,-16 5-173,-2 1-899,1-1 539,-4 1-89,0-2-271,-2 0 3123,0-1-3482,-1-3 0,-3-1 90,-3-1 1349,-4-7 0,0 5 0,-3-3 0</inkml:trace>
  <inkml:trace contextRef="#ctx0" brushRef="#br0" timeOffset="-208145.73">12466 16700 7533,'10'7'3276,"1"-3"-1245,1-2-1761,-1-2-1,6 0 271,4 2-360,-6 1-3122,14 8 3122,-16-3-1,6 11-89,-13-8 0,-1 5 180,-11 13-270,0-9 0,-7 13 0,-4-5-90,3-6-180,-4 4-89,6-8-271,2-3-180,3-4-449,2-2-1529,0-3 4831,4-3-3303,-1-2 1260,7-5 0,4-2 0,4-3 0</inkml:trace>
  <inkml:trace contextRef="#ctx0" brushRef="#br0" timeOffset="-207279.73">13091 16895 7803,'-3'-5'3276,"1"0"-2235,-2 4-771,2 0 90,-2 2 539,-2 14-719,3-3 0,-1 12 270,6 1-360,1-4 90,2 8 179,3 4-179,-3-10 180,4 16-270,-5-19 90,-1 5 90,0-3 0,-3-10-1,1 4-179,-1-13 270,2-4-270,0-3-90,0-5 0,1-1 90,-2-1-90,1-3 0,2-1 0,0-3 0,2-2-213,2-1 213,1-1 0,1-1 0,3-9 0,-2 8-478,2-7 478,-3 12-168,0 1 168,0 3 0,0 3 0,0 1 200,17-4-200,-14 10 0,12-2 0,-17 12 0,-2 2 0,6 11 0,-7-4-90,5 16 90,-7-12 479,1 7-479,-1 1 0,0-6 0,1 6 0,-2-3-180,-1-6-989,-1 11 449,0-16 91,-1 4-1170,4-12 540,2-3-91,-1-1-1168,0-8 1438,-4 3 1080,4-7 0,-1 6 0,2-1 0</inkml:trace>
  <inkml:trace contextRef="#ctx0" brushRef="#br0" timeOffset="-206940.73">13496 16675 10951,'-6'1'1889,"0"1"-1440,1 7-269,1-1-90,0 7 0,0 5-90,3-3 0,-1 6-180,2 5 0,0-7-179,0 6-1171,2-1 361,-4-8-90,2 3-1170,-10-4 2429,6-7 0,-2 2 0,6-7 0</inkml:trace>
  <inkml:trace contextRef="#ctx0" brushRef="#br0" timeOffset="-206387.73">13789 17070 6903,'-7'-10'3276,"-2"-3"-1965,3 5-591,-5-2-90,4 5-450,0 0-90,1 2-1,4 1-89,-1 2 90,2 0-90,6 0 0,3 0 0,5-1 0,1-1 0,1 0-269,17-2-3008,-10 1 2532,12-1 205,-15 0-359,-1-1-181,-2 0-1168,0-6 1168,-7 5 1080,-2-1 0,-9 6 0,0 2 0</inkml:trace>
  <inkml:trace contextRef="#ctx0" brushRef="#br0" timeOffset="-206152.73">13759 17218 8702,'6'2'2788,"0"-1"-2518,-2-2-90,1-1-90,1-2 0,3 0 0,1-1-90,1 0-1289,3 0 1289,-1 0 0,1 0-90,0 0-719,13-4 89,-10 4-269,7-2-91,-15 4 91,-6 3-1,0-1 990,-3 1 0,0 0 0</inkml:trace>
  <inkml:trace contextRef="#ctx0" brushRef="#br0" timeOffset="-205320.73">14169 16943 7443,'0'-18'3276,"0"10"-2954,0-5-142,0 12-90,0 1 89,0 3-89,0 0 90,0 4 0,0 1-90,0 2 90,0 1 0,0 3-90,1 0 90,-1 2-90,2 1 0,-1 2-90,0 1 90,-1 0-90,0 0 0,1 0 0,-1-1 0,2 0 90,0-3-90,1 4 0,0-6 0,1 2 0,-3-7 0,0-4 0,-1 1 0,1-4 0,0 1 0,0-2 0,-1-8 0,0 2 90,1-29-90,0 19 0,4-32 0,-2 30 0,2-10 0,-2 12 0,1 0 0,1-2-3277,7-10 3162,-4 10 115,5-7-263,-2 10 263,-3 6 0,2-3 0,-3 7 0,-1 1 0,2 1 3262,-1 1-3172,3 3 302,-3 1-392,1 3 0,-3 2 90,0 1-90,0 2 90,0 1-90,0 3 0,-1 2 90,0 1-90,-3 0 0,0 2-90,0-3 90,1 2 0,0 4-90,1-6-89,-1 3-1,1-7-270,0-2-1079,4 3-788,-4-4-22,0 0 1260,-4-4 1079,-1-5 0,2 5 0,2-2 0</inkml:trace>
  <inkml:trace contextRef="#ctx0" brushRef="#br0" timeOffset="-204845.73">14686 17198 9512,'-6'0'1888,"0"0"-1528,2 0 270,-3 0-360,4 0 269,-4 0-449,5 1 0,2 0-90,2 0 90,2 1-90,4-2 0,0 0 0,3-2 0,0 1 0,0-1 0,3-1 0,1 1 0,2-2 0,3-1 0,2-1-90,0 2-269,9 0-1,-9 4-496,5-8 226,-10-1-359,-2-5-1,-4 0-179,-2 2 90,-5-1 89,-3 2 990,-3 1 0,-1 3 0,-1 3 0</inkml:trace>
  <inkml:trace contextRef="#ctx0" brushRef="#br0" timeOffset="-204292.73">15009 16940 8792,'-3'5'2519,"1"1"-2340,-1-2 1,1 2 0,-1 2 0,1 1 0,-1 7 0,2-2-2128,1 12 2128,1-8-180,2 5 90,-2 2-90,0-6 90,-1 5-90,0-11 0,0 13 0,0-9 0,0 8 0,0-17 0,0-2 2038,0-6-2038,-1-6 0,1 0 0,-4-16 0,2 8 0,-2-15 90,3 12-90,1-4 0,2-5 0,0 7-287,3-6 287,-3 6 0,5-8 0,5-8-938,-3 8 938,3 1 0,-8 17 0,2 2 0,0 0 0,5 0 260,-2 3-170,3 0 875,0 6-875,-3 1-1,3 5 1,-5-2-90,-1 4 90,-1 1 0,0 4 0,0 3-90,0 1 90,0 1-90,-1 1 0,1 11 0,-3-5-683,2 8 593,-2-12 0,0 1-180,0-3 0,-1-2-360,2-4-179,1-4-271,-1-3-1258,0 1 1168,-1-3 271,-2 0 1070,4-3 0,0-2 0,3 0 0</inkml:trace>
  <inkml:trace contextRef="#ctx0" brushRef="#br0" timeOffset="-203869.73">15454 17260 7353,'0'-5'3148,"0"0"-2788,-1 3-180,0 0 179,-4 2-179,1 3 90,-2 2-90,1 1 0,0 2 0,0 0 90,0 1 90,-3 7-270,3-4 89,-2 5-89,3-3 0,1 4-90,2-3 0,4 5 0,2-9-1183,3 0 1183,7-7 0,-2-4 0,6-5 0,2-9 0,-4 1 0,5-5 0,-9 4 0,0-1 0,-3 2 0,-3 0 90,-2 1-90,-2 1 0,-9-6 0,1 8 0,-7-4 1093,4 10-1452,-6 0 89,4 1-450,0-2-359,2 0-1350,-5-4 1260,1 3 89,-6-1 1080,5 8 0,2 1 0,2 4 0</inkml:trace>
  <inkml:trace contextRef="#ctx0" brushRef="#br0" timeOffset="-200178.73">18055 16755 11490,'2'26'1170,"-1"-5"-1080,3 1 180,4 14-180,-2-11-46,1 0 1,0 0-45,2-1 0,2 5 0,0 0 0,-2-7 0,8 18 0,-7-30 90,-3-6-90,14-6 0,-10-5 0,12-16-414,-12 5 414,4-7-167,-3-5 167,-4 7 0,4-15 0,-8 17 90,3-22-90,-5 27 0,1-10 0,-2 23 0,1 2 0,-1 3 0,2 4-2837,2 13 2927,0-1-859,2 12 859,-2-3 45,1 11 0,0 3-135,0 5-526,0-2 1,-1-2 525,-1-3 0,-3-2-405,0-2 405,-1-2 1689,-1-3-1689,-1-3 0,-3-2 0,-2-2 0,0-4 999,-1-2-1089,-5-1 0,3-6 1170,-11-5-1530,8-10-179,-5-6-451,6-4-89,-1-4-90,0-3 976,0-3 283,-2-13 0,7 8 0,0-8 0</inkml:trace>
  <inkml:trace contextRef="#ctx0" brushRef="#br0" timeOffset="-199744.73">18562 16805 7083,'11'1'3276,"-3"1"-1965,-6 2-1041,-1 3-90,-3 3 0,1 2 180,-4 10-270,5-3 0,-1 8 90,4 5-90,0-5-1,1 8 1,-2-12 0,4 11-805,-2-10 715,4 7-241,1-4 241,-2-8 0,8 9 0,-7-14-90,3 2 0,-4-9-90,1-2-89,-1-3-181,0-5 517,-1-4-3344,-9-38 2853,0 18 0,-1 1 0,-2 0 0,-3 2 0</inkml:trace>
  <inkml:trace contextRef="#ctx0" brushRef="#br0" timeOffset="-199578.73">18477 16808 7533,'9'-3'2698,"-1"1"-2338,0-2-90,1 1-180,0-2-90,1 2-90,0-2-3187,1 1 2576,0 0-108,1 3-181,-4-2 1,0 3 89,-3-1 900,1 2 0,1 2 0,2 1 0</inkml:trace>
  <inkml:trace contextRef="#ctx0" brushRef="#br0" timeOffset="-199194.73">18785 16943 7533,'6'6'2788,"0"0"-2338,-2 0-90,0 1-91,-2 1-89,2 2 180,0 7-90,1 6-3547,-2-1 3342,0 3 25,-3-8 90,2-1-90,1 6 0,0-8-90,0 4 90,-1-7 0,-1-3-90,-1-1 3276,2-5-2981,0-4-295,2-7 0,0-1 0,2-4 90,9-16-90,-5 11 0,6-12 0,-4 6 0,-4 8 0,3-3 0,-3 6 0,-1 5 0,-1-1 0,1 5 0,-2 2 0,6 4 0,-5 3 0,4 4 0,-2 6 0,-2-2 0,2 8 0,-3 4 0,-1-5 0,1 7 0,-1-1-269,0 1-3008,-2-1 2622,-1-6 205,-1-11-359,0-4-181,-1-3-179,0-4 89,-2-2 1,0-3 90,0-1 989,-3 2 0,2-3 0,-2 1 0</inkml:trace>
  <inkml:trace contextRef="#ctx0" brushRef="#br0" timeOffset="-198894.73">19095 16728 7353,'1'12'3276,"0"-3"-2594,-1 3-323,0 1-269,0-1-90,0 2-1071,1-4 1071,1 0-90,0 0 367,1 0-637,3 4 1,-2-4-361,3 2-1259,-3-6 900,-1-3 179,-2 0 900,-1-3 0,0 0 0</inkml:trace>
  <inkml:trace contextRef="#ctx0" brushRef="#br0" timeOffset="-198364.73">19305 16798 9781,'3'2'1979,"-1"1"-1619,-1-1 0,1 11-90,1-4-180,1 8 0,2-16-90,-2-1 0,3-10 90,4 1-90,1 2 0,4-2 0,6-1 0,-8 3 0,9-3 0,-13 5 0,1 0 90,-6 1-1,-3 2-89,0 0 450,-2 2-450,-1 4 90,-1 0-90,0 4 0,1 0 0,-1 2 90,2 2-90,0 3 0,2 2 90,-1 1 0,3 11-90,-2-4-675,2 8 765,-2-8-3258,2 11 3168,-1-1 0,-1 1-206,-1-6 206,-1-12 90,0-1-90,0-3 0,-1-2 436,0 0-436,-3-4 3276,0 1-3269,-1-3 323,-1 1-330,0-4 0,0 1-180,-1-3 0,2-1-180,0-2-1169,-1-9 360,2 0-90,-1-7-1260,2-5 1530,1 6 989,0-2 0,3 9 0,0 3 0</inkml:trace>
  <inkml:trace contextRef="#ctx0" brushRef="#br0" timeOffset="-198087.73">19910 16975 8612,'7'0'2968,"-1"0"-2428,-6 0 809,1 0-1439,13 0 0,-4 0 0,11-1-179,-10 0-1,-2-2-180,0 1 90,-3-1-989,0 2-1619,-7 1 2068,-6 2 900,-4 1 0,-4 1 0,4-2 0</inkml:trace>
  <inkml:trace contextRef="#ctx0" brushRef="#br0" timeOffset="-197929.73">19880 17078 7263,'6'3'3276,"-2"0"-2684,1-2-233,1-3-269,-2 0 0,5-3 0,-2 2-90,3-2 0,2 0 0,0 0-270,6-3-179,-4 3-361,4-2-1259,-5-2 1080,-7 2-1,0-2 990,-4 0 0,1 2 0,2 0 0</inkml:trace>
  <inkml:trace contextRef="#ctx0" brushRef="#br0" timeOffset="-197393.73">20238 16788 9871,'-5'-3'2339,"1"2"-1979,1 0-90,2 1 89,-1 2-179,0 2-90,-1 3 90,1 3-90,1 2 90,2 8-90,1-4 0,0 8 0,4 1-90,-2-7 0,4 6 0,-2-9 0,0 3 90,0-5-693,-1 1 603,1-8 0,-2-1 90,3-3-90,-2-4 0,3-7 0,-1-1 0,5-20 0,-6 11 0,1-11 0,-5 13 0,1 1 0,-1 2 603,1 2-603,-1 2 0,1 2 0,-2 3 0,1 2 0,0 2 0,0 3 0,2 4 90,-1 3-90,0 4 90,0 5 0,0 4-3367,2 7 3342,3 4-65,1 5 89,0 4-1593,-1 2 1594,0 1-45,-3-15 0,0 1-820,3 15 820,-3-17 0,-1-2 2309,0 8-2264,-4-7 0,-1-1-90,-1 4-90,-5 13-90,-4-25 0,0-8-90,-3-2-720,-6-10-1723,7-4 1903,-3-8 714,8-5-1164,1-8 1,2-6 0,-1-3 550,2-1 709,2 0 0,3 2 0,1 0 0</inkml:trace>
  <inkml:trace contextRef="#ctx0" brushRef="#br0" timeOffset="-197109.73">20708 16723 6903,'9'-3'3276,"-2"1"-2144,-3 2-773,-4 1 1,-1 2-180,-4 4-3032,-5 9 3032,2-2-597,-2 8 597,5-4-90,1 1 90,2 12-90,0-7-90,2 7 90,5 0-90,1-8 2878,3 5-2878,-1-10 0,2-2-90,-2-2 0,0-2 646,0-2-826,-1-2-89,1-4-991,5-6 271,-4-4-90,4-6-1,-8-2 91,-1-2 1079,-4-3 0,-3 1 0,-1 0 0</inkml:trace>
  <inkml:trace contextRef="#ctx0" brushRef="#br0" timeOffset="-196963.73">20678 16725 6723,'5'-2'2159,"0"-2"-1979,0 1-540,0 0-270,-3 1-89,1 1 516,-3 1 1,2 0 0,1 0-1</inkml:trace>
  <inkml:trace contextRef="#ctx0" brushRef="#br0" timeOffset="-196564.73">20883 16868 6813,'4'6'3058,"-1"0"-1529,-2 8-1259,-2-4 0,-1 9-90,0-6 0,1 3 180,3 11-270,0-5 0,2 6-90,-3-4 90,1-7-90,0 2 90,1-7-90,-1-4 0,0-1 90,-2-3-90,0-3 89,0 1-89,-2-7 0,0 0 0,0-7 0,1-8 0,3 2 0,1-7 0,2 5 0,1 0 0,-1 0 0,1 1 0,-1 1-89,1-1 89,-1 6 0,0-1 0,-2 8 0,1 1 0,-1 1 0,0 3 0,4 3 0,-2 3 0,2 5 0,-3 3 0,-1 2 0,0 1 0,-1 2-3277,4 8 3162,-1-6-2244,6 12 2269,-4-16-90,4 3-179,-3-9-721,3-2 91,-4-5 2178,0-1-2359,-7-5 3483,-4 1-3212,-1-3 899,2-4 0,3-1 0,4-2 0</inkml:trace>
  <inkml:trace contextRef="#ctx0" brushRef="#br0" timeOffset="-196252.73">21270 16963 8072,'-1'5'3059,"0"0"-2520,-1-3-179,1 1-90,1-1 180,0-1-270,0 2-90,1-3 0,6 0-90,-1-1 0,6-2 0,-2 1 0,2 0-270,11 0-90,-7 1 90,7-2-809,-5-3 179,-4 1-179,2-4-990,-4-4 1080,-5 2 989,2-5 0,-2 5 0,0 0 0</inkml:trace>
  <inkml:trace contextRef="#ctx0" brushRef="#br0" timeOffset="-195547.73">21458 16758 8972,'-2'3'1799,"1"1"-1529,0 0-90,0 0-1,-2 2 1,1 1-90,-1 3 270,1 9-270,0-2 90,0 6 270,-1 13-1723,0-12 1363,-2 14-794,2-20 794,1 1 0,0-3 0,1 4 0,1-7-90,0 2 1321,0-6-1231,1-4 835,0-2-835,0-3-90,-1-3 0,0-2 0,0-3 0,1-1 0,0 1 0,5-10 0,-1 4 0,2-8 0,1-2 0,-2 4 0,3-4 0,-2 9 0,7-8 0,-6 10 0,6-6 0,-9 13 0,1 2 0,-1 2 0,0 1 0,1 2 90,0 0-90,0 3 0,-1 2 180,7 20-180,-7-9 0,5 22-2496,-8-23 2406,-1 6 90,0-7-90,0 0 90,2 0-90,-1-1-90,1-2-179,4 2 89,-1-6 2316,5 0-2406,-1-5-449,6-5 269,-2-2-719,9-7 449,-12 1 1,3-2-541,-3-2 991,-2 2 269,1-1 809,1 2-89,-2 4 89,1 0 91,-2 4-180,-2 0-91,0 1-89,-2 0-180,0 1-90,-2 1 90,1 1 89,-2 6-89,-1 0-90,-2 6 0,-2-3-3392,-3 7 3302,2-3-292,-1 7 292,2-5 0,0-1 0,-7 12-90,7-14 0,1 6 0,10-15 90,4-5-90,4-6 0,-5-4 0,1-5 0,-4 2 0,0-2 3276,-1 0-3260,-2-1-16,-2 1 302,-1 2-302,-1 1 0,-1 1-90,-2-2 0,-1 4-180,-3-2-450,1 1 1,1 4-271,-1-2 1,-1 5-91,-1 0 1,-2 2 180,0 0 899,3 0 0,3 2 0,2-1 0</inkml:trace>
  <inkml:trace contextRef="#ctx0" brushRef="#br0" timeOffset="-195091.73">21950 16705 8162,'6'-2'2879,"-2"-1"-2430,-2 2 91,-1 0-180,1 1-270,0 0 90,3 0 0,7 1-180,-1-1 90,14 1-90,-11-1 90,4 0 0,-7-1-90,-2 1 89,-1-3 1,-1 3 90,0 0-90,-2 0 0,0 2 180,-3-2-180,-4 2-90,0-1 90,-1 3 180,0 0-90,1 0-90,0 3 179,0 8-179,2 1 180,3 23-831,-2-15 561,4 15 90,1-5 0,0-9-90,1 8-331,0-6 331,-2-7 0,1 4 0,-5-9 90,-1-1-90,-3-1 0,0-2 0,-4 0 628,1-1-628,-3-1 264,-4 2-444,3-4-90,-3 1-89,7-4-451,1-2-449,1-3-180,1-6-91,1-3-1348,-1-11 2878,3 8 0,0-5 0,3 10 0</inkml:trace>
  <inkml:trace contextRef="#ctx0" brushRef="#br0" timeOffset="-194170.73">19883 17723 10321,'-5'2'1709,"1"0"-1259,4 1 1079,-1-3-1259,1-3 0,1-1-180,0-3 90,3 4-180,1-4 89,2 2 1,8-3-90,-3 2 0,6-1 0,-4 2-3277,1 1 2983,0 1-2155,0 0 2179,0 1-89,-1-1-91,0 1-1619,5-4 990,-8 2 2178,1 0-3258,-12 3 4562,-12 5-2403,0 0 0,-10 7 0,6 0 0</inkml:trace>
  <inkml:trace contextRef="#ctx0" brushRef="#br0" timeOffset="-194000.73">19875 17808 9422,'4'0'1889,"0"0"-1440,1-4-359,1 1-3367,11-4 1164,-1 2 2113,7-4 1319,-2 2-1679,14-4-180,-6 2-269,10-1-1350,-5 3 1939,-9 3-680,2 2 900,-7 1 0,0-2 0,3 0 0</inkml:trace>
  <inkml:trace contextRef="#ctx0" brushRef="#br0" timeOffset="-193541.73">20495 17605 8252,'-7'4'3276,"3"0"-2504,3-3-412,1 0 269,0 3-269,0-2-180,0 2 360,1 2-270,0-1-90,3 4 269,2 4-179,-1-2-180,4 6 270,8 11-3637,-4-8 3309,1 1 1,0 0-2302,1 2 2269,5 8-379,-7-8 379,0-1-267,-1-2 87,0 0-539,3 2 179,-4-6-180,4 2-885,-2-9 166,-8-5 1990,-4-4-551,-6-4 0,-4 0 0,4 1 0</inkml:trace>
  <inkml:trace contextRef="#ctx0" brushRef="#br0" timeOffset="-193326.73">20465 18088 7173,'-3'-10'3276,"1"-2"-2055,3 0-861,2-2-90,1-2-727,3-3 637,2-2-90,4-5 0,4-3-45,-2 7 0,1-1-45,9-12-330,-8 14 1,1-1 194,0 1 0,-1 0-224,10-10 179,-10 11 0,-1 1-3097,7-7 2041,-2 1-1968,-2 2 2125,-3 2 64,-3 4 181,-3 5 865,-1 2 0,-1 4 1,1 0-1</inkml:trace>
  <inkml:trace contextRef="#ctx0" brushRef="#br0" timeOffset="-191944.73">21003 17440 7173,'4'5'2518,"-2"2"-2068,-1 2-90,-2 5-90,0 2 0,-2 3 0,1 2-1,-1 2-89,1 2 90,-1 2 225,2 16 0,1 3-405,-1 1-538,1 0 1,1-2 537,0-12 0,2-2 0,0 7 0,1-11-544,1 3 544,1-14-90,2-4 0,1-2 0,1-2 1111,1-3-1111,1-1 0,15-5-90,-7-3-267,5-2 177,-10-1 404,-5 1-584,1-2-360,0-2-1349,3-10 900,-6 1 0,-2-8 89,-7 6 1080,-3 0 0,-2 3 0,-1 1 0</inkml:trace>
  <inkml:trace contextRef="#ctx0" brushRef="#br0" timeOffset="-191756.73">20948 17403 6813,'12'-4'2609,"1"0"-2250,1-1-89,3 0-270,3 0-809,12-3-2468,-9 3 894,7-2 1738,-10 8 645,-5 1 0,3 5 0,-5 1 0</inkml:trace>
  <inkml:trace contextRef="#ctx0" brushRef="#br0" timeOffset="-190899.73">21320 17665 6813,'6'-6'3276,"-3"3"-2234,1-2-862,-5 4 449,0 1-539,-2 2 90,1 0 180,-1 6 0,1 3-270,1 2 89,0 2-89,0-2 0,-2 1 90,2 9-90,1-5 0,0 6 0,1-4-90,-1-5 90,1 8-90,1-12 0,-1 1 0,0-6 0,-1-2 90,0-2-90,0 0 90,-1-8-90,1 1 0,-2-6 0,3 3 0,-2-5 0,2-6 0,-1 1-90,0-5 90,0 4 0,2-8 0,0 4 0,1-5 0,0 9 0,-1 0 0,1 3 0,0 1 0,0 1 0,6-7 0,-5 10 0,4-4 0,-4 14 0,-1 2 0,1 2 0,0 1 90,4 4-90,-3 0 90,2 5 0,-2-1 0,-1 2 0,0 1-90,-2 0 90,1-1 0,-1 1 0,2 3-90,-1-4 0,0 3 0,0-9 90,-1 3-90,1-5 89,-2 0-89,0-5 0,-1-1 90,1-2 0,1-1-90,0-2 0,1-1 0,0-6-90,0 2 90,2-8 0,-2 8 0,0-1 0,2 0 0,-1 3 0,2-1 0,2 4 0,-3 1 0,3 3 0,2 3 0,-1 2 0,1 4 0,-1-1 90,15 23-90,-12-12-809,11 16 809,-18-19-179,0 0-1351,4 7 721,-3-11-360,4 1-1350,-7-16 1260,-1-4 179,-1 0 291,4-4 1,1 1 0,4-1 0</inkml:trace>
  <inkml:trace contextRef="#ctx0" brushRef="#br0" timeOffset="-190531.73">21998 17373 8072,'-8'1'2969,"0"0"-2610,-2 3 271,-7 3-3173,3 1 2903,-4 4-223,4 1 133,0 1 735,-2 2-735,0 0 0,0 3 450,-3 10-361,8-6-528,1 9 438,6-9-89,3 0 1080,1 2-991,2-1-179,7 9 0,1-8-90,5 7 0,5-6 0,-4-6 655,5 4-1194,0-6 89,-6-6-90,4 1-899,-3-9 1296,-2-4-1116,0-4 248,-4-3-248,-3-1 90,-4 0-1,-2 0 1170,-1 1 0,2-1 0,-1 0 0</inkml:trace>
  <inkml:trace contextRef="#ctx0" brushRef="#br0" timeOffset="-189941.73">22038 17610 10051,'0'5'1439,"-1"2"-1169,-1-3 0,0 4-90,-1-1 0,1 3 90,-1 2-180,1 1 0,-1 1 0,1 1 90,-4 8-180,1-6 0,-3 6 89,4-4-3366,4 0 3252,2-2 25,1-2 90,0-9-90,-2-1 0,0 2 0,-1-4 90,0 3-90,0-5 3276,0 1-3160,-1-6-116,1 1 0,-2-4 0,0 1 0,0-2 0,-1-1 0,1-1 0,1-1 0,-1-3 0,2 1 0,2-2 0,0 0 0,2 1 0,1 0 0,0 2-90,0-1 90,6-3 0,-3 8 0,5 0 0,-4 6 0,0 2 0,-2-5 0,9-5 0,-8 4 90,6-1-90,-9 10 0,0 2 90,-1 2 0,1 2 0,-3 2-90,2 2 90,-1 2 0,-1 2-90,1 0 0,-1 1 90,1-1-90,-1 1 0,2 6-357,-2-6 267,2 3-283,0-5 13,-2-5-1259,5-1 450,-4-7-1,1-5-89,-4-3 357,0-4 902,2-2 0,2 2 0,3-1 0</inkml:trace>
  <inkml:trace contextRef="#ctx0" brushRef="#br0" timeOffset="-189545.73">22296 17850 11221,'-2'3'809,"3"-1"-809,5-2 0,2 0 90,4 0-90,-1 1 0,0-1 0,2 2 0,-1-2-90,8-3 90,-5 2-180,6-3-539,0-2-91,-5 0-2467,4-3 1093,-9-2 1105,-4 1 179,0-2 900,-1 0 0,0 3 0,2-1 0</inkml:trace>
  <inkml:trace contextRef="#ctx0" brushRef="#br0" timeOffset="-188811.73">22573 17623 10951,'-3'3'989,"1"-1"-809,5 4 0,-2-2 0,1 2 0,0 1 0,0 3-90,1 2 90,-1 1-91,1 1 91,-1 10-90,-1-6 0,1 8 0,-2-8-90,1 1 90,0 14-90,0-13 0,1 10 0,-2-18 0,0 4 0,0-6 0,0 0 0,1-6 0,0-3 90,1 1-90,-1-7 0,-1 1 0,0-5-90,0 2 90,0-8 0,0 4 0,0-7 0,0 4 0,5-24 0,-1 15-219,5-17 219,-2 21 0,0 2-90,1-1 90,-1 2 0,6-8 0,-3 7-2517,2-2 2517,-4 11 0,-3 5 0,0 1 0,-1 2 165,-1 3-165,1 1 0,0 7 0,0-2 2661,-1 7-2661,2 1 0,-2-4 0,2 6 0,-1 1 0,1-5 0,1 8 0,0-1-90,-2-4 0,1 4-90,-3-9-179,1 0-1,0-3-360,1-3-1259,4-2 810,-1-3 0,3-4 1169,2-4 0,-2 2 0,3-2 0</inkml:trace>
  <inkml:trace contextRef="#ctx0" brushRef="#br0" timeOffset="-188495.73">22956 17828 11041,'-2'9'809,"0"-1"-539,-5 6 90,-1 5 0,-1 4-2152,1 2 1882,1-2 0,4-7 345,1-1-345,-1 4-90,1-5 0,-2 2 0,9-6 0,-2-5 1446,7-1-1446,3-9 0,-2-3 0,6-6 0,-5 1 0,-1-4-89,-2 1 89,-1-12 0,-5 7-90,-2-6 0,-8 1-90,0 8 0,-4-3-360,-2 1-2737,1 1 284,-2-2 1913,5 5 91,2 8 989,-2 2 0,4 5 0,-2 1 0</inkml:trace>
  <inkml:trace contextRef="#ctx0" brushRef="#br0" timeOffset="-188010.73">23123 17355 7263,'9'0'2518,"0"0"-2068,-2 1-180,1 1 0,0 1-90,2 2 90,2 3-91,1 2 271,7 12-180,-5-2-389,4 10 569,-2 8-1778,-5-7 1508,2 12 0,-7 0-90,-3-10-90,-1 9-720,-6-14 720,-2-2-167,-1-2 167,-3-2 0,0 0-90,-7 5-2348,3-7 2258,-5 5-133,5-11-137,1-2 451,0-2-1979,-3 0 898,5-4 37,-3 0 1043,5-4 0,4-1 0,1 1 0</inkml:trace>
  <inkml:trace contextRef="#ctx0" brushRef="#br0" timeOffset="-187194.73">23373 17250 6903,'18'4'3276,"0"-2"-3044,-1 0-232,10-4 0,-3 1 0,17-1 0,-16 0 0,8 1 90,-4 2-90,-8 1 0,3 0 90,-12 1 90,0-2 0,-3 1 180,-1 1-91,-6-1-89,-2 2 450,-3 2-450,0-3 270,-3 6-360,3-4 179,-3 8-179,2-5 90,-1 7-90,0-4 90,-2 12-3457,2-5 3342,-2 10 115,4-6 0,0 3-90,2 2 90,0 16-731,2-10 641,0 14-90,3-13 45,1 5 0,1 3 0,-2-13 0,0 0-45,3 12 0,-1-2 0,1 5 90,-2-18-90,0-1 90,-1-4-90,-1-2 90,0-3-90,-2-1 550,-1-1-460,-6 4-90,-1-7 0,-4 4-90,-5-6 90,3-2-90,-5 2 3212,5-4-3391,1-2-271,-1 1-1259,-5-4 450,2 0 0,-5-4-91,4-1 181,-2 0 1259,1-1 0,0 2 0,0 1 0</inkml:trace>
  <inkml:trace contextRef="#ctx0" brushRef="#br0" timeOffset="-180343.73">9160 18095 8252,'-1'-8'1439,"0"1"-1169,0 1 450,-1-18-540,1 10 180,0-20-181,1 20 541,0-12-450,0 13 1439,1-18-1259,0 21 899,0-9-899,1 17-91,-3 1 361,-1 4-360,0 1 629,0 15-899,1-5-90,3 23 90,1-15-45,4 8 0,2 0-45,0-4-287,-1-2 0,1-3 287,-3-11 0,3 2 0,-3-6-3202,8-2 3202,-7-8 0,4-6 0,-3-3 0,9-24 0,-8 16 190,7-16-190,-11 25 0,-1 2 0,0 2 0,-2 3 3276,0 2-3256,0 2-20,-1 3 0,3 4 0,10 37 0,-7-15 0,1-1 0,-1 3 0,-3-1 0,-2-1-1019,1 9 1064,-1-7 0,-1-2-45,-3 1 0,-1 0 0,-2-3 90,-14 16-727,5-17 637,-10 10 0,9-20-360,-13 9 0,12-13-133,-14 3-586,20-16-271,-2-5-359,7-5-1568,-1-12 1787,5 2 871,1-10 619,8 7 0,3 0 0,3-1 0</inkml:trace>
  <inkml:trace contextRef="#ctx0" brushRef="#br0" timeOffset="-180017.73">9495 17978 7623,'14'-18'3276,"-4"4"-1695,-9 13-1311,-1 2 0,-1 2-91,0 3 1,-2 3 0,1 3 0,-1 4 0,2 3 0,0 3 0,0 1 90,1 14-2952,1-5 2772,1 11 0,1-11-518,0 1 518,2-1-90,2 1 0,0-2 0,1-1 0,0-3 0,1-2-90,1-2-450,6 7 91,-7-15-991,6 2 271,-11-20 2516,1-6-3865,-7-14 1438,-2 5 1048,-3-12 0,0 8 0,1-1 0</inkml:trace>
  <inkml:trace contextRef="#ctx0" brushRef="#br0" timeOffset="-179850.73">9500 17965 7083,'19'-9'3276,"-7"4"-3224,8-3-412,-8 5-269,-1 1-1080,0 2 719,-3 1 990,-1 4 0,-1-1 0,1 1 0</inkml:trace>
  <inkml:trace contextRef="#ctx0" brushRef="#br0" timeOffset="-179474.73">9780 18123 7623,'14'14'3276,"-6"-4"-2685,3 7-141,-5 1-270,-2-3 0,1 4-90,-3-5 180,1 0-180,-1 0 90,1 1 0,-2 5-2845,0-6 2755,0 3-2432,0-8 2431,0-3 1,-1 0 0,0-1 90,0-2-180,1-14 1909,0 1-1909,3-13 0,2-2 0,0 4 3276,2-6-3184,2 2-92,-3 8 0,2-3 0,-4 10 0,-1 1 0,0 3 0,-3 1 0,1 5 90,-1 4 0,1 4-90,-1 2 90,1-1 90,-1 7 0,-1 10 0,0 2-1538,-1 3 1313,0 0 0,0 0 45,-1-9-1224,-1 18 774,2-19-2698,-1 7 629,0-34 1440,1-4 1079,1-9 0,1 4 0,2-1 0</inkml:trace>
  <inkml:trace contextRef="#ctx0" brushRef="#br0" timeOffset="-179225.73">9980 17970 7173,'11'-4'3276,"-3"2"-2235,-4 1-771,-2 1 90,2 2-270,-2 1 0,0 3-346,-2 10 346,1-3-90,0 10-180,3-2 0,-1-4-180,0 4-1259,0-3 450,-3-6 89,0-1 1144,-3-6 0,2 0 0,0 2 1</inkml:trace>
  <inkml:trace contextRef="#ctx0" brushRef="#br0" timeOffset="-178615.73">10288 17998 7533,'8'-3'3276,"1"2"-1965,-4 0-951,3-2-180,-4 4-90,3-3 0,13-6-90,-6 0-3277,11-6 3162,-11 3 115,-2 2 90,-3 1 179,1 0-179,-5 3 0,2 1 180,-2 5-180,0 2 3186,3 7-2890,-3 0-386,2 5 90,3 8-90,-3-4-270,4 10 360,-2-7-90,2 15 180,-3-7-135,-3-3 0,-1 0-723,-1 5 768,-2 12 0,-5-2-90,-2-11 0,-4 8 0,-3-4 0,2-10 0,-4 6 0,1-3-3078,5-13 2988,-1 5 168,6-15-1247,3-3 645,3-13-735,-1 0-91,1-13 1,-2 3-989,0-12 2338,2 8 0,3-6 0,1 11 0</inkml:trace>
  <inkml:trace contextRef="#ctx0" brushRef="#br0" timeOffset="-178408.73">10815 18193 8162,'10'1'3276,"-1"0"-2234,3 3-4319,-3-3 2460,1 2 2154,-1-3-1157,0 0 634,2-2-814,-3 1 0,2 0 0,-4-2 2572,2 3-2931,8-1-1,-5 1-180,4 0-1349,-9-1 720,-4-2 0,-6 1 89,-4 0 1080,-4 4 0,-3 4 0,-1 2 0</inkml:trace>
  <inkml:trace contextRef="#ctx0" brushRef="#br0" timeOffset="-178250.73">10758 18390 7713,'4'5'3276,"-1"-1"-1515,5 1-1401,-3-4 179,6 0-449,-3-3 0,4-2 0,8-5-180,-3 1-180,9-2-90,-9 2-539,2 1-1530,3-8 1080,-6 4 90,2-6 179,-6 6 1080,-2 2 0,0 2 0,0 2 0</inkml:trace>
  <inkml:trace contextRef="#ctx0" brushRef="#br0" timeOffset="-177641.73">11291 18123 7263,'-2'-25'3276,"-1"2"0,1 16-1553,0-1-1273,1 5 899,5 2-899,-1 4-2258,6 2 2257,-3 2-359,3 2 698,1 1-519,2 1-89,3 2-180,2 2 90,1 2-90,1 1 0,1 1 0,6 4-45,-6-5 0,1 1-674,6 5 269,-7-6-1439,7 8 630,-13-14-90,1 1-1928,-10-4 437,-6-5 3293,-12 2 1,0-3-1,-5-1 1</inkml:trace>
  <inkml:trace contextRef="#ctx0" brushRef="#br0" timeOffset="-177468.73">11353 18410 7443,'-4'-5'3276,"1"0"-2055,1-4-4498,2-1 2899,2-2 648,2-3 1248,3-4-1338,3-2 0,12-16-1471,-2 6 1291,-5 11 0,0 0 0,9-8-458,-6 9 0,1 1 188,9-8-360,-5 5 1,-1 2-361,2-2-269,2-4 158,-10 3 22,-7 8 1079,-1-3 0,-7 12 0,0 2 0</inkml:trace>
  <inkml:trace contextRef="#ctx0" brushRef="#br0" timeOffset="-176925.73">11743 17883 7892,'7'0'3059,"-2"0"-2520,-3 0 361,3 2-630,-4-1 0,3 3-1,-2-1 721,2 8-540,-1-2-1,2 10 91,-3-1 0,1 3-1,-1 4 451,2 17-2071,-1-8 1351,0 12-45,1-15 0,-1-1-225,2 9 0,0-4 0,0 0 0,0-6-372,2 4 372,-4-14-144,1 0 144,-1-6 0,1 1 90,-3-8 1266,0 1-1356,-1-1 426,0-2-426,0 1 174,-1-4-174,-6 0 0,2-1 0,-4-1 0,4 1 0,0-1 0,1 1 0,0 0 0,2 0 0,-1 0 0,1 0 0,-1 0 0,-5-2 0,5 2 0,-3-2 0,6 2-90,0-3 90,0 2 0,-1-1-180,-1-1 180,0 1-90,-1-1-89,0-2 179,0 2-90,-2-1 90,-1-2 0,0 0 0,0-2 0,2-4 0,1 3 0,-4-9 0,4 11 0,-3-4-360,4 6 0,1 4-719,1-1 269,0 0-89,0 0-181,1-3-1708,2-7 1349,0 1 89,0-5 91,0 5 1259,0 0 0,0 2 0,1 0 0</inkml:trace>
  <inkml:trace contextRef="#ctx0" brushRef="#br0" timeOffset="-176558.73">11693 17905 8702,'4'-1'2968,"0"0"-2338,-2 1 180,1 0-451,-1 0-89,1 0 90,0 0-270,1 0-90,2 0 0,6 0-90,-1 0-90,5 0-629,2 1-91,-4-1-269,3 1-1440,-2-2 1440,-7 2 1169,3 6 0,-9 1 0,1 7 0</inkml:trace>
  <inkml:trace contextRef="#ctx0" brushRef="#br0" timeOffset="-175929.73">11696 17825 9871,'2'3'1979,"1"6"-1709,-3-1 180,2 16-270,0-7 0,1 8 179,3 6-179,-2-4-1011,4 10 1101,-3-7-90,-1 2-53,-1 0 53,-1-8 0,-1 1 0,0 12-489,0-12 0,-1-1 399,0 9 0,0-2-90,0-1 0,0-4 90,0-2-250,1-4 160,1-3 0,0 0 0,1-4 659,-2 3-659,0-6 373,-1-1-373,0-5 0,0 0 0,0-3 972,1 2-882,-3-1 197,2-2-287,-4 4 90,6-2-90,1 0 0,5 0 90,0-2-90,1 0 0,1 0 0,0-1-90,1 0 0,1-3-450,6-4 91,-4-1-181,4-3-180,-6 1-359,0 0-180,-3-2-90,-4-1 179,-4 2 1,-4-1 1259,0 2 0,0 3 0,0 1 0</inkml:trace>
  <inkml:trace contextRef="#ctx0" brushRef="#br0" timeOffset="-174981.73">11968 18105 6903,'8'-8'3276,"-1"1"-2055,-2 3-681,0-1-270,-1 4-90,-1-1 360,-2 2-360,0 1-1,0 0 271,5 6-180,-1-1 270,4 11-270,-3-4-1,-1 8 361,-3 5-360,-1-4 90,2 7-90,2-7-1,1-2 1,-1 0-90,-1-2 0,-1 1 90,0-1-90,-2-2-90,1-1 269,1 5-269,-1-9 0,1 5 0,-3-12 0,1 1 0,-1-5-90,0-3 0,0-4 0,-1-4 0,1 0 0,-1-3 0,3-8 0,-1 4 0,1-14 0,-2 12 0,1-7 0,0 7-3277,5-10 3162,-1 6-2153,3-7 2268,-2 10 0,2 0 0,-1 2 0,1 1 0,1-2 0,-2 7 2268,2-2-2268,-5 8 3276,5 11-3160,-5 1-116,4 10 0,-5 5 0,0-4 0,3 19 0,-3-18 0,2 9 0,-2-12 0,-1-5 0,0 2 0,-1-6 0,0-2 0,1-3 0,-1-3 0,5-12 0,0 3 0,2-6 0,0 3 0,3-6 0,-3 6 0,2-3 0,-4 7 0,-2 2 0,-1 1 0,1 1 0,-1 3 0,0 0 0,1 4 0,0 3 0,1 3 0,0 3 0,-1 2 0,0 10 0,-1-3 0,1 8 0,-2-6 0,1 1-180,-2-1-719,-2 12 269,-1-10-678,-1 7 409,1-12-1260,4 2 630,-1-8 90,2-2-1350,-2-6 1710,1-5 1079,3-1 0,3-4 0,2-1 0</inkml:trace>
  <inkml:trace contextRef="#ctx0" brushRef="#br0" timeOffset="-174406.73">12503 18170 7982,'6'-5'3276,"-2"1"-2594,-2 3-142,-1 1-90,-1 4-181,1 0-89,-1 5-1698,2-1 1788,-1 10-270,0-4 180,-1 15-180,0-10 180,1 18-180,-1-20 0,1 8 90,-1-14-90,0-4 90,0 1 1608,0-4-1698,0-2 0,0 0 90,-1-9-90,1 1 0,-1-7 0,1-3 0,0 2 0,1-13 0,0 9 0,2-6 0,-1 6 0,4-6 0,-1 9 0,2-3 0,1 8 0,-2 0 0,2-2 0,-3 2 0,0 3 0,0 2 90,3 3 0,-3 4 0,2 4 89,1 7-89,-4 1 90,5 25-90,-4-12-180,1 11-539,1-3 89,-5-20-90,4 7-1798,-4-22 1079,0-4-1,0-6 91,-2 0 180,2-1 1079,2 1 0,2 0 0,2 0 0</inkml:trace>
  <inkml:trace contextRef="#ctx0" brushRef="#br0" timeOffset="-174167.73">12791 17970 7623,'1'5'3276,"0"0"-2235,-1 1-681,0 1-3637,2 17 3112,-2-10 255,1 14 293,0-14-383,0 1-141,2 0-39,1 0-90,-2-2-269,3 0-181,0-4-1529,3-4 4211,-3-5-3132,1-3 505,-2-3 1,-2 1-1,2-1 1</inkml:trace>
  <inkml:trace contextRef="#ctx0" brushRef="#br0" timeOffset="-173584.73">12996 17763 10771,'1'3'1529,"2"0"-1259,-3-2-90,2-1 90,8-4-270,0 0 0,6-3 0,4 0 0,-6 1 0,4-1 90,-4 1-1,-5 2 1,0 0 360,-4 5-270,-2 2 450,-1 14-450,-2-5 89,-2 23-179,0-17-90,1 17 90,4-10-3367,-1 1 3162,2 2-381,0-6 496,0 1 180,3 13-90,-2-5-90,3 9 90,-3-10-90,3 11 0,-2-10 0,2 8-211,-3-13 211,3 18 0,-3-21 0,1 13 0,-5-28 0,-2 4 0,-2-4 2996,-5 5-2996,0-5 847,-4 3-847,-7 0 0,8-4 166,-9 3-436,13-8-179,-2 0-361,6-4-1978,-5-7 1259,2 0-1,-6-5 181,1 4 1349,-3 3 0,-2 2 0,-1 1 0</inkml:trace>
  <inkml:trace contextRef="#ctx0" brushRef="#br0" timeOffset="-150629.73">11563 14835 10861,'-4'-1'1169,"2"0"-899,3-2 809,4-2-809,-2 2 0,2-1 0,-4 1 90,0 2 1798,-1 0-1618,6 8-450,-2-3 270,11 9-270,-6-7 90,5 1 269,9 2-269,-7-4 90,15 6-270,-15-8 270,15 4-180,-13-4 90,9 1-3457,-10-1 3342,-1 0 25,-1 0 0,12 3-90,-10-1 90,17 3 0,-19-5-90,17 3 0,-13-4 90,28-1-90,-21-2 2565,14-1-2565,-16 1-3028,9-2 3028,-7 2 0,6-3-520,0 2 1,-1-1 519,-1 0-245,1 1 0,-2 1 335,-12 0 52,13-1-142,-10 1 2477,15 1-2477,-18-1-1333,6 2 1333,-4-2 0,1 0 407,1-2-407,2 1 0,10-1 0,-6 2 0,7 0 348,-11 1-348,5 1 0,0 1 0,0 0 0,5 1 0,-1 1 0,-14-1 0,10 2 0,-13-3 0,0 1 0,0-1 0,2-1 3276,-1 1-3269,3-2-7,1 0 329,1 0-329,11 0 0,-7 0 0,8 1 0,-11 0-3277,1 2 3162,1-1-2153,11-2 2268,-8 0-284,10-2 284,-12-1-88,11 2 88,-9 0 0,11 1 0,-12 0 0,2 0 0,-1 0 0,13 0-90,-10 0 2174,10 1-2084,-12-1 45,-3 2 0,0 0-45,9-1 0,-2 1 0,0 1 0,-1-2 45,-5 2 0,1 0 2257,2 0-2302,10 3 90,-14-2-90,0-2 0,0 2-46,1-1 46,0-1 0,16 2 0,-11-2 90,11 2-90,-13-1 0,-1-1 0,1-1 0,0 2 0,1-3 90,0 2-90,0 0 0,14 1 0,-11 0-1024,10 1 1024,-14-2 0,0 1-283,-3-1 283,1 1 0,0-2 0,1 0 0,14 0 0,2-1-72,2 0 72,0 1 0,-1 0 0,-9-1 45,7 0 0,2 0-45,-20 0 0,0 0 0,19 0 0,1 0 0,-16-2 0,-2 1 0,18 0 0,2-4 0,0 0-643,-22 3 1,-1-1 642,14-1 0,1-1 0,-10 2 0,-1 0 371,15-2-371,-16 2 0,2 1-45,0-1 0,-1 0 45,17-1 0,-16 0 0,2 0 0,0 0 0,-1-1 0,16-3-261,-16 4 0,0-1 261,10 0 0,0 0 0,-1 0 473,0 0-473,-3 0 1236,1 1-1236,0 1-250,-1 0 250,0 1 0,-1-1 0,0 1 0,-10 0 0,1 0 0,14-1 0,-14 1 0,0-1 0,11 0 0,0-2-90,-1 0 90,-1 1 0,0 1-870,-11 2 1,1 1 869,13 0-1729,9 0 1729,-16 0-381,-2 1 381,2 1 417,-2-1-417,1 0 0,6 0 1124,-10-1-1124,5 3 0,-12-2 2420,0 2-2420,-2-1 1557,8 2-1557,-7-2 90,18 3 0,-22-3-55,8-1 55,-17-2 1254,-1-1-1344,0 0 90,-3 2-90,0-3-90,1 2-1799,-2 0-1388,0-2 0,-3 2 0,-1-4 2609,2 0 0,4-5 0,3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15:34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17757 2078 7173,'4'-18'1638,"-1"-12"0,-1-2 1638,0 9-3623,0-7 1,-1 4 706,0 21 478,-1 0-208,0 2-111,-1 2 1550,-3 34-1529,0-8-271,0 7 1,0 8 0,-1-3-180,2-7 0,-1 4 154,0 1 0,0 10 0,0 6 0,0 3 1,0-2-1,0-3 0,1-9-1082,0 1 0,1-6 1,0 6 867,-1 1 0,0 8 0,-1 3 0,1-2 0,1-5 0,0-11 15,2-4 0,0-7-419,0 1 1,0 2 732,1 8 1,1 4 0,-1-5-90,2 14 404,0 3 1,3-8-315,1-33 314,21-7 1,6-5-585,-3-3-45,4-2 0,2 1 1470,5 1-1425,-10 3-37,11-2-188,1 0 0,-1 0-135,-2 0-45,1 0 1,-3 0-496,-20 2-1888,1-1 899,-7 1-1478,-18-11 0,0 9 2457,-15-7 1,13 10 0,1 0 0</inkml:trace>
  <inkml:trace contextRef="#ctx0" brushRef="#br0" timeOffset="458">19080 1973 6993,'2'-23'3276,"0"2"-346,-5-14-3973,2 16 1763,-4-7 225,1 18-315,0 2-181,-1 2 302,1 2-301,1 3 0,0 5 90,2 6 269,0 29-1468,0-8 1,1 3 838,-1 2 0,0 1-45,0 7 0,0 0 0,0-8 0,-1-1-1205,1 2 0,0 1 1160,0 1 0,-1 0-45,1 0 0,0 0-700,-1-3 0,1 5 691,1-6 0,0 7 0,-1 2 0,1-2 0,0-6-604,-1 10 1,1-2 544,0-1 1,0 7-1,0-3 1,0-12-68,0-4 890,0-6-1070,0-6-180,-1-6-1189,-15-28 1,-4-10-1639,3 2 2621,-4-9 1,2-3-1,8-2 1,3-3 0</inkml:trace>
  <inkml:trace contextRef="#ctx0" brushRef="#br0" timeOffset="805">18517 2010 7173,'-9'-11'3276,"1"-2"-1515,-4-7-1131,2 4 539,-7-8-539,8 12-91,-3-2 91,5 8 0,2 0 449,3-1-449,3 2-3303,12-3 3213,3 2-563,15-1 563,4 2-270,9 1-963,-19 2 1,2 1 782,2-1 0,1 1-842,1 0 0,3 0 812,10-1 0,7 1 0,-4 0-60,1-1 0,0 1 0,-12 0 0,4 0 0,0 0 0,-5 1-155,7-2 1,-1 1 64,-5-1 0,2 0 0,-2 0 0,4 0 0,0 0 20,-7-1 1,1 1 0,-2 0-291,-2-1 1,-3 1-46,-1-1 0,0 1-1234,8-2 1,-3 0-1639,0 0 867,7 0 881,-39 6 1731,-5 4 0,-3 3 1,-1 2-1</inkml:trace>
  <inkml:trace contextRef="#ctx0" brushRef="#br0" timeOffset="1213">20428 1980 7443,'-1'-30'3276,"0"4"-526,-1 3-6027,1 7 3650,-3 0 167,0 8 413,-1 4-413,0 4 1337,-2 13-1337,1 3-136,1 8 1,1 2-135,-3 17-283,3-8 1,0 10 0,-1 1-1,1-5 58,-1 6 0,0 0-23,1-6 1,0 4 0,0 2-1,0-4-519,0 2 1,0-3 0,1-1 496,0-8 0,0-1 0,0 0-506,0 9 1,0 2-1,0-4 506,0 2 0,1-3-195,0-2 1,0-1 59,1-2 0,0 0-450,-1 6 1,0-1 134,0-11 1,1-2-316,1 5 0,-1-3-2512,-2 2 1717,3-15-1717,-4-7 3241,2-25 1,-5-2 0,1-10 0</inkml:trace>
  <inkml:trace contextRef="#ctx0" brushRef="#br0" timeOffset="5660">21090 1685 8342,'-4'-8'2069,"-2"1"-1799,-2 2 90,-2 0-180,-3 0 179,-1 0 540,-14-5 1,-2-1-720,3 1-547,-3-1 0,1 1 456,13 2 91,1 2-90,0-2 0,-1 3 180,-24-13 0,-5-3-270,5 4 60,5 1 0,-5-3 0,6 4 30,-3-1 134,1 3 1,-12-3 0,-2 0 0,8 3-787,6 3 0,0 0 580,2 1 0,-8-2 0,-1 0 0,3 1 0,8 4-18,6 3 0,0 2-400,-8 0 0,-9 0 1,-4 0-1,1 0 0,9 1 400,-3 0 0,0 0 22,-4 0 1,-7 0-1,1 1 1,11 0-23,-5 1 90,3-1-60,9 1 0,-5 0 0,4 0-553,7 0 0,0-1 523,-23 2 0,2 0 0,15 1 386,1 0 0,-1 0-386,-8 1 60,2 0 0,-7 2 0,7-2 2004,-9 1-2064,1 0 0,2-2 90,13-2-45,4-2 0,0 0 44,-8 0 1,-3-2 0,-7-1 0,6 1 1515,-4-1-1605,-5-1 0,3 1 90,22 2-90,1 1 0,-16 3 0,-1 2 307,-1-1-262,-8 2 0,1 0-1596,12-1 1551,-12 1 0,13 0-1324,10-1 1,-2 0 1323,-3 1 0,1 0-294,0-1 0,0 1 294,1 0 0,0 0 45,-1 1 0,0-1-45,-15 6-138,15-5 0,1 0 138,-12 3 90,3 0-90,1 1 45,6-1 0,0 0-45,-7 5 0,10-5 0,-1 2-443,2 2 1,1 1 442,-8 5 0,6-3 0,0 0 1737,-3 6-1737,-2 2-215,8-4 1,-4 5-1,3-3 215,3-2 0,0 0 0,-3 4 0,-3 2 0,5-2 0,-7 10 366,3-1 1,1 2-367,10-13 0,-1 1 0,-4 12 0,-2 5 0,3-2 0,4 0 0,2-2-400,1-6 1,1 0-1,0-1 400,2 5 0,0-1 236,1 1 1,1-1-237,2-7 0,0 0 0,-2 9 0,1 0-749,2-13 1,0 4 808,-3 16 0,-1 9 0,0-5-15,2-10 0,-1 0-45,1-3 0,-1 5 0,0 0 0,1-7 339,-1-5 1,1-2-340,1 1 0,-1-1 0,0 1 0,1-2 305,0 0 1,0 0-216,-4 21 0,3-7 0,1 0-90,0 9 0,2-12 0,1 1 417,3-10 0,1-2-327,2 15-365,0-14 0,1 1 275,4 9 0,2-2 0,0 1 0,0-11 0,0 0 90,6 12-45,-5-13 0,1 0 737,7 7-782,2-2 90,-3-8 0,1-1-90,12 8 90,-10-9 0,0-2 0,13 7 45,3-4 0,4 1-510,-3-2 0,2 0 375,-9-4 0,1 1 0,-1 0-425,10 2 1,-3-2 424,-8-2 0,-2-1 408,2-1 0,1 1-408,0 0 0,1-1 45,0 0 0,1-1 150,0 0 1,1 1-196,-1-2 0,3 1 0,1-1 0,7 1 0,1 0 0,-6-1 0,-6-1 0,-4-2 0,3 2 0,7 0 0,5 1 0,-1-1 0,-3-1-188,-5-1 0,-2-3 0,-2 1 188,6 1 0,0-1-267,-5-1 1,2 1 0,-3-1 266,2 0 0,-1 0-482,-2 0 0,3 0 482,11-1 0,0 1 0,-12-1 0,1 0 0,1 0 0,4 0 0,-1-1 0,8-1 0,-2 0 0,1 0 0,0 0 0,-2-1 0,-2-1 202,-12 2 1,-1-1-203,0-1 0,0-1 0,-2 2 0,3-2-30,13-3 0,6-2 0,-3 1-22,-5 0 1,-1 1 51,7-2 0,5-1 0,-7 1 352,-10 0 0,-2 1-322,-1 1 0,3-2 0,-3 1-326,6-1 0,1 0 326,3-1 0,4-2 0,-4 2-30,-4 2 0,0-1 0,8-2 0,2 0 45,-2 0 0,-3 2-45,-10 2 0,-1-1-27,9-1 1,-1 0 26,-13 3 0,-2 0 0,0-1 0,0 1 0,21-6 636,-15 2 1,1-1-637,-9 4 0,2-1 30,16-9 0,7-3 0,-5 2-30,-13 5 0,-1 0 0,8-3 0,4-3 0,-6 3 777,6-3-777,-1 1 295,0 0-295,-3 1-1628,-1 0 1628,2-3 0,1 0 0,4-3 814,-7 3 0,1-2-724,2-5-90,-10 3 0,-4 0 0,5-7 0,-5 4-48,-8 8 1,0 0 47,5-6 0,2-2 0,-3 2 0,-3 4 0,-2 2 0,10-12 0,-10 11 0,0 1 0,6-10 0,-1 0 0,-2 4 0,4-5 0,-3 4-423,-4 5 0,0 0 423,4-5 0,1-2 0,-3 4 0,1-2 1053,-4 1-1053,0 1 0,0-10 0,-6 9 0,-3-11 0,-3-2 240,-2 5-240,0-1 0,-1 1 0,-3 7 1359,0-3-1359,-1 1 0,2-4 0,-1 1 30,1 0 0,0-7 0,1 5-30,0 8 0,0 1 0,-1-9 0,1-3 0,-1 5-90,-1-8 90,2 11 0,-2 2 0,-1 0-1389,-1-8 1389,-3-6 90,-2 6-90,4 15 1193,-7-18-1103,4 16 45,-4-5 0,-2 0-6,1 2-84,1 4 0,0 1 45,1 3-90,1 1 3160,-8-14-3071,7 12-89,-4-7-3159,9 13 3159,1 1 90,-4-3-90,3 4 0,-3-2 469,3 4-379,1 0 0,-6-1 0,3 2 179,-10-5 1,2-1-90,-1-1-90,1 0 90,0-1-90,6 3 90,-11-4-180,12 5 90,-20-13 0,18 13-90,-15-11 0,20 14 0,-3 1 0,4 3 0,-1 0 270,-27-16-270,19 11 90,-20-11-90,26 14 0,1 2 180,-13-4-180,11 4 0,-10-3 3276,10 5-3160,4-1-116,-2 2 89,4-1-89,0 0 0,-5 0 0,4 0 0,-3 1 0,5 0 0,-1-2 0,2 1 0,1 0-179,0 0-181,0 1-2917,-5 3 1067,-3-1-1067,-10 4 0,-5-2 437,-10 1 771,-4 0 540,-8 1 1529,21-4 0,-2 0 0,-1-1 0,-2 0 0,-2-1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1:22:48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12271 9198 8972,'2'-4'1169,"1"0"-989,-1 3-90,0 0 360,-1 1-360,-1 4 0,0-1 0,0 6 359,1 29-359,0-18 0,2 26 90,0-18 0,1-2-180,-1-1 0,1 2 0,-1-2 90,0-13 90,5 8-180,-3-12 0,5 6 90,-3-16-90,0 0 0,2-3 0,1-4 90,2-2-90,3-5-45,8-13 0,1-2 45,5-5-314,-3 1 1,1-1 178,-5 11 0,-2 1-838,-3 5 0,0-1 658,5-5 1,0 0-676,9-9 546,-2-3 1,1 1 0,2 1 0,-5 3 0,-1 1 0</inkml:trace>
  <inkml:trace contextRef="#ctx0" brushRef="#br0" timeOffset="1290">15036 9198 7803,'4'-3'2698,"-1"1"-2428,-2-1 1439,-1 2-1529,0 5-90,1 0 0,0 4 90,2-2-90,-1 1 89,2 6 1,-1-3-90,0 4 90,1 0-90,-1-2 0,0 6 0,-1-8-90,-1 4 90,0-5 0,0-3-90,1 1 180,0-4-180,-1-1 0,1 1 90,1-1-90,-1 3 90,1-1 0,7-1-90,-5-6 90,15-11-90,-4-2 0,13-8 0,0 2 0,2-2-356,-10 9 0,1-2 356,10-8 0,5-4 0,-4 3 0,-10 8 0,0-1-90,10-6 0,5-5 0,-4 4-1549,-2 4 1,-2 1 979,7-6 0,-1 2-980,-9 7 1,-4 3 285,6-4 307,-5 3-303,-5 5 179,-4 3 1170,-2 4 0,-7 4 0,0 2 0</inkml:trace>
  <inkml:trace contextRef="#ctx0" brushRef="#br0" timeOffset="20164">10203 14083 9062,'1'5'1349,"0"-2"-989,-1-1 0,0-8-270,-1 3 0,0-3 89,-2 3-89,1 2 450,-1 0-450,2 1-90,0-2 0,1 0 0,0-2-90,-1-30 90,0 19 0,0-23 0,-2 14 0,1 10 0,-4-13 0,3 16 0,-2-10 0,2 10 0,-1-7 0,3 12 0,0-2 0,-1 5 0,-1 1 0,1 0 90,0 2 0,4 6 90,3 4 0,1 3-90,1 2 90,1 3-90,-2-4 0,2 4-1,1-1 1,-2-5-90,1 3 0,-3-6 270,1 4-270,-3-7 270,5 1-180,-4-8-90,6-13 0,-3 1 0,4-9 0,6-7 0,-5 5-359,6-7 359,-6 7 0,6-11 0,-6 8-90,7-9 45,0 6 0,1 1-45,0 0-315,4-5 0,0 2-584,-8 13-226,-1 0 1,-1-1-45,3-2-831,5-7 2090,-4 5 0,1 3 0,2-1 0</inkml:trace>
  <inkml:trace contextRef="#ctx0" brushRef="#br0" timeOffset="21295">16097 13583 10231,'2'5'540,"1"1"-450,-1 0 90,1 3 0,-1 1-90,1 2 89,-1 3-1116,2 2 1386,2 11-3290,-1-5 3020,3 9 91,-2-8-623,0 2 533,1-1-130,-1 2 129,-1-2 181,0 0 0,1 1-180,1 3 378,0 0 0,0-2-468,-3-12 2387,2 5-2297,-1-13 723,-1-4-723,3-1 133,1-5-223,3-5 0,13-16-90,-3 1-233,-6 5 1,1-2 232,2-3 0,-1 0-763,10-14 763,-9 13 0,0-1-45,0-1 0,-1 1-45,11-14-45,-11 14 0,2 0-135,-1 0 0,0 1-180,10-13 135,-11 14 1,1 0-721,-2 0 1,-1 2-225,4-10-91,3-10-1467,-14 12 2817,-3 7 0,-3 0 0,-1 10 0</inkml:trace>
  <inkml:trace contextRef="#ctx0" brushRef="#br0" timeOffset="25263">12621 14053 6993,'6'-7'2609,"-1"0"-2070,1-2-269,-1-2 0,0 0-180,0-2-2853,9-19 2853,-8 15 0,8-14-90,-11 21 180,6-9-180,-4 7 90,22-26 0,-17 25 90,19-19-180,-21 25 0,4-3 90,-6 7 3186,6-6-3070,-6 5-206,5-4 90,-6 7 540,11 6-451,-6 0-89,10 6 0,-9-2 180,17 16-180,-10-10-1729,1 3 1,-1 0 1703,-1-3-1010,4 5 945,-4-7 90,-2-2 0,13 8 89,-11-8-179,5 4 180,6-10-180,-14-5 0,31-15 0,-26 2 0,9-12 0,-11 0 0,-6 4 2387,4-6-2387,-9 7 1369,2-24-1369,-4 22 89,0-16-89,-5 24 0,-2 4 90,2 0-90,-1 4 0,2 2 575,0 3-485,0 0 8,1 5-98,8 12 0,-1-4 179,22 19-3456,-12-17 3252,14 11-264,-9-10 379,2 3 90,2-1-90,3-1 0,-6-5 0,1-1-90,16 4 45,-15-6 0,2 1-45,10-2 0,-1-1 0,9 0 0,-11-1 0,1-2-90,-4-3 0,-3-1 0,2 1-270,17-1-450,-40 1-719,-5-2-1079,-28 2 1259,1 0 2067,0 0 0,-2 0-718,-2 1 0,-1 0 0,-16-3 0,15 2 0,1-1 0</inkml:trace>
  <inkml:trace contextRef="#ctx0" brushRef="#br0" timeOffset="26968">12961 13165 7533,'6'-5'3276,"-1"2"-2595,-1 1-141,-2 2-180,2 0 360,-6-3-451,3 1 1,-6-3-90,6 4 90,0 0 0,4 1 0,2 1-90,0 0 89,2 3 1,3 1 180,10 5-270,-3 1-90,8 5 90,2 6-90,-7-4 0,7 6-90,-6-4 0,0 0 0,2 2 0,-3-4 0,-1 1-450,2 0 180,-7-6-270,5 4-2737,-4-5 914,-5-5-545,1 1 1469,-7-7 90,-5 1 90,-6-2 89,-5 1 1170,-2-2 0,-3 2 0,2-2 0</inkml:trace>
  <inkml:trace contextRef="#ctx0" brushRef="#br0" timeOffset="27220">13068 13513 7173,'-3'-17'3276,"-2"-1"-1335,3 6-1581,0-3-90,3 0 179,5-12-3726,0 2 2753,5-10 703,-3 5 91,4-3 671,-1 1-807,-1 8 1,0 0-45,6-11-205,-6 12 1,2-1 114,0 1 0,-1 1-756,8-13 666,-7 13 0,0 0-900,11-18 91,-7 9-492,-5 7 1,-1 1-49,-1-3 180,-5-2 1310,-8 13 1,-6 10 0,-3 2-1</inkml:trace>
  <inkml:trace contextRef="#ctx0" brushRef="#br0" timeOffset="31750">12181 15435 6903,'-5'1'2878,"0"-1"-2248,0-1-180,0-1-90,0-1-91,0 2 181,-2 1-180,1 1 989,-3 13-1079,5-7-838,0 12 928,3-9-1,0 5 585,3 25 1,0 6-2560,0-1 1795,-1-14 0,1 4 0,1 2 239,2 10 1,1 4 0,0-7-1385,-3-10 1,1 0 1054,2 10 0,0 6 0,0-3 44,-1 4 1,-1-8-134,-2 0 300,2-2 0,-5-1-1381,-14-9 541,3-12-181,-11 7-89,6-20-740,-16-14 1,-2-6-1639,-2 0 2842,0-3 0,2-1 0,9-1 0,2-1 0</inkml:trace>
  <inkml:trace contextRef="#ctx0" brushRef="#br0" timeOffset="32358">11886 16028 7443,'30'-20'3276,"4"-2"-2684,-17 9-413,5-3 91,0-2-90,-4 5-90,4-5 180,-3 3-180,-5 4 180,3 0 269,-1 7-269,-5 4 450,10 14-450,-13-2 269,7 29-359,-10-10-3457,4 8 3252,-5-10-61,-1-11 86,0 1 90,0 5-90,0-7 90,1 5-90,2-6 0,-2-3 0,3 1 0,1-4 0,-2-4-1407,3-2 1407,-2-4 0,2-3 2608,0-4-2608,2-3 0,-1-3 90,5-10-90,-7 3 207,2-3-207,-7 9 0,1-2 0,-1 6 2160,0-2-2160,-1 7 90,-1 1-90,0 2 0,0 2 0,10 15 0,-5-4 0,7 12 90,-2-5-90,-3-5-3277,7 12 3162,-7-11-90,3 6 205,-4-8-90,0-1 0,0 2-90,-3-6 90,1 0 3155,-2-7-3155,0-2 83,1-4-263,-2-10-3007,1-12 2712,-2-2-6,0-3 571,-1 8-90,0 1 90,0 1-234,0-4 234,0 9 0,0-2 90,0 8 2947,0 5-2947,0 1 694,3 15-694,-2-1 286,4 17-376,-1-10 0,1 7 0,1-3 0,-2-4 0,1 4 0,0-1-90,-2-6-90,1 5-360,-1-6-989,-2-4 360,-1-1-1350,-4-7 1350,-2-2 90,-2-3 1079,2 0 0,2-2 0,1 1 0</inkml:trace>
  <inkml:trace contextRef="#ctx0" brushRef="#br0" timeOffset="33025">12531 15728 7533,'10'-16'3276,"-3"6"-1605,0-2-772,-4 9-539,-1 5-90,0 3 270,0 11-360,1 1-1,2 11 91,1 14-180,1-6 0,-3-12 0,0 3-1131,2 4 1,0 3-1,-1-3 1041,-1-4 0,0 1 0,1 4 0,1 2 0,-2-4-804,1 8 714,0-3-184,0-4-86,2 7 180,-3-14 0,0 3-89,-2-16-91,-1-3-360,-2-7-89,-5-19 449,1 2 1567,-8-24-1387,8 16 90,-4-7 322,6 8-232,0 0-50,-3-11 50,3 9 180,-2-16 0,5 23-90,1-3 180,4 12-180,0 5 1366,3-1-1186,5 3 798,-2 2-978,5 0 646,2 4-646,-5 0 90,3 1 0,-6 0 270,4 4-180,-5-1-3213,6 9 3213,-7-5 180,3 10-414,-5-9 54,0 7 0,-2-8-90,-2 2 90,1 5-90,-2-5 90,0 6-90,-1-4 90,0-3 3186,0 2-3232,2 0-44,0-3 0,1 1 216,0-5-216,0-4 90,5-2-90,-2-3 0,5-3-90,-1-10 90,-3 0 0,1-8 0,-1-8 0,-1 6 0,1-8 0,0-9 0,-2 16 90,3-23-180,-5 33 90,1-5 90,0 14-90,-1 4 0,2 3 179,1 9 91,1 9-3482,1 1 3302,-1 6 0,-2-7-90,0 2 90,3 9-90,-3-6 0,2 4-180,2 4-180,-4-13 1,0 9-2918,-5-14 1857,-2-6 486,-8-4-685,0-7 180,-7-5 90,2-1 1349,3-1 0,1-1 0,2-1 0</inkml:trace>
  <inkml:trace contextRef="#ctx0" brushRef="#br0" timeOffset="35085">13106 16195 7083,'-3'-7'2519,"1"-2"-1980,-1-1-89,1-1-90,1-2-90,-1 1-1,2-1 1,0 0 90,0 2 180,0-2-270,0 4 179,0 1-179,0 6 180,0 2 359,5 14-539,-2-2 90,4 13-90,0-5-90,-2 4 90,4 15 0,1 2-270,0 1-1639,0 4 1,1-2 1613,-5-18 204,2 2-709,-5-14 890,1-5-90,-3-3 450,1-4-361,-6-6 361,-13-36-540,6 13 1452,0 2 1,1-2-1453,4 2 0,1 2-90,-1-6-1,-1-17 1,9 15 837,2 7-1017,5 1 1,2 0-271,4 1 0,11-11-809,-1 15-414,-7 8 414,6-1-2108,5 3 0,-12 4 0,7 0 1457,-18 7 1820,-3 9 0,-1 1 0,0 5 0</inkml:trace>
  <inkml:trace contextRef="#ctx0" brushRef="#br0" timeOffset="35407">13381 16400 7173,'17'7'3276,"-1"-3"-1605,-2-2-1401,-3-2 90,4 0 89,-1-4-359,-3-1 0,4-5 90,-1-8-90,-3 1 0,2-4 180,-4-3 90,-5 8-180,-2-5-2583,-13 2 2763,2 9 0,-11-5 397,-3 11-398,3 3 91,-7 4 360,0 10-720,7 1 269,-5 7 451,5 9-630,8-5 0,-1 9 90,8 1-180,7 2-90,1-2-172,7-4 172,1-14-90,3-4-270,13-4-90,-3-6-625,9-5 355,-8-5-449,1-3-361,0-4-448,2-2 89,-3-5-1388,5-13 1696,-9 7 1751,4-7 1,-8 13 0,2 2-1</inkml:trace>
  <inkml:trace contextRef="#ctx0" brushRef="#br0" timeOffset="35843">14331 15960 7803,'-7'-16'3276,"0"6"-1425,-13-3-1492,4 10 91,-9 4 809,-16 15-899,14-4 359,-6 7 1,1 1-1810,2-2 1360,8-2 0,1-1 539,-6 6-247,9-6-562,-1 4-2709,8-1 2799,7-4-948,0 4 948,7-5 594,2-1-594,3 1-90,4-1 0,11 6 0,-5-4 2847,7 3-2847,0-2 0,-6-3 0,4 1-1772,-5 1 1772,-7-5 0,3 7 24,-8-7-24,-3 2 0,-3-4-630,-7 6 540,1-5-449,-5 3-1170,-1-2 719,4-4-89,-2 0 1502,5-9-1862,3 0 0,-1-4-990,4-1 2429,4 0 0,5-3 0,4 2 0</inkml:trace>
  <inkml:trace contextRef="#ctx0" brushRef="#br0" timeOffset="37023">14531 16140 7173,'4'-6'3276,"-1"1"-1875,-3 0-771,-3 1 0,-2 3-271,-2 0 1,-3 2 0,-3 0 180,-7 3-361,3 0 91,-6 1 90,1 4-180,4-1-3302,-9 10 3302,12-4-90,-3 4 0,8-3 90,-1 7-180,5-6 90,-1 6-1,6 2 1,0-6-90,2 8 90,0-9-90,3 1 90,0-2-90,2 0 0,0-2 90,3 2 3186,-1-7-3070,0 1-206,3-10 0,0-3 0,1-5 0,4-11 0,-7 2 90,2-9-90,-6-1-3277,-1-4 3252,-1-1-344,-2 4 369,-1 9 0,0 0 90,-1 3-123,-1 0 123,0 2-90,0 1 90,1 2 3148,2 0-3238,-1 3 683,0 1-593,-1 3-37,1 4 37,1 9-90,1 0 90,0 9-90,2-3 180,0 3-180,1 1 0,0 1 0,4 8 0,-2-5-253,4 4 343,-3-9-90,-2-3 0,1-3 0,-1-2 0,0-2 0,-1-2 0,0-2 0,0-3 0,0-3 0,2-10 253,-1-1-253,0-6 0,-2-6 0,-1 4 0,1-7 0,-3 1 0,-1 8 0,-1-4 0,-1 5 0,1 8 0,1-3 0,-2 8 0,2 6 0,-3 1 0,4 5 0,1 3 0,0 0 0,2 11 0,-1-4 0,1 9 0,3 1 0,-1-5 0,3 5 0,5 3-3277,-6-13 3162,7 10-42,-9-20 157,2-2 0,2-8 0,-3-4 0,2-5 0,-4-3 90,1-10-90,-1 4 3276,-2-7-3238,-2-1-38,-1 7 234,0-6-234,3 7 0,-2 7 0,2-1 0,-3 7 0,-1 3 0,0 3 90,2 10-90,1 0 0,0 6 0,2-2 90,0 0-90,3 6-90,0-5 90,2 7 0,-2-10 0,0 0-90,-2-3 1,0-4-181,3-1-180,2-6 180,-1-1-90,2-4-359,0-4 359,-3 2 90,2-5 0,-4 4 90,0-2 0,0 0 90,1-1 90,-1 0 0,-1 1 0,0 1 0,-7-3 0,0 5 0,-6-2 90,10 5 0,0 4 90,6 2 180,-2 10-180,-2 1 90,2 9 359,3 22-449,-1-10 45,4 11 0,0 3-2330,1 1 2150,-2-9 0,2 2 89,-3-7 1,0-2-135,7 16 45,-7-17 0,0 0-45,0-5 0,-2-1 0,4 10 0,1 1 90,-8-12-90,-4-11 0,-2-2 90,-12-24-90,4 1 0,-7-20 0,0-3-1318,4 0 1318,0 2 0,1 1 0,5 3 1412,1-1-1412,2 2 0,3-14 0,3 13 0,2-10 0,5 6 0,0 9 0,3-4 0,-1 14 0,-1 2 0,1 2 0,5 1 0,-3 5 0,3 2 0,-6 6 90,0 2 0,1 4 1504,-6 0-1594,1 3 508,-6 3-508,-3-3 0,-3 6-180,-8-1 0,2-2-270,-7 3-539,-3-5 269,5-4-179,-6-4-1080,4-12 539,5-4 1,-2-8-1838,-2-22 3194,9 14 1,1 4 0,1 1 0,5-3 0</inkml:trace>
  <inkml:trace contextRef="#ctx0" brushRef="#br0" timeOffset="37393">15104 15703 7892,'9'-10'3276,"-1"2"-2414,-1 3-232,-1 5-180,-1 5 449,0 14-449,-1-1-90,-1 11-1,0-4-3301,-1 3 3212,1 2-572,-1 2 572,2 2 0,0 2-90,0 0 0,1 2-45,-3-12 0,2 1-45,2 12-90,-1-14 0,0-1 90,6 12 0,-1-12-90,0 1 90,2-10-90,-2-7 90,2-2-90,3-13 0,-4-2 0,6-9-180,5-22 180,-7 12-45,-1-7 0,-2 1 45,-4 4 45,-4 2 0,-2 1-45,-4 9 3109,-4-6-2839,-11 20-91,6 6-1679,-8 5 1769,9 5-769,1 3 500,3 2 360,2 2 180,4 9-270,4-6-91,4 6 1,7 4-90,-1-8 2270,5 7-2630,15-3-2626,-13-14 2086,12 3-179,-19-15-900,-2-4-360,-5-3-1028,-2-16 528,-8 2 1309,0-10 1354,-4 8 1,1 1 0,-3 1 0</inkml:trace>
  <inkml:trace contextRef="#ctx0" brushRef="#br0" timeOffset="37827">11741 16750 8162,'22'9'3276,"10"3"-4386,11-6 2099,5 0-525,-18-6 1,2-2-15,-4 1 0,1-1-225,4-1 0,3 1 224,4-1 1,5 1 0,-1-1-300,-7 1 0,-1 0 0,2 0-241,1-1 1,2 1-1,1-1 1,-3 1 180,4-1 0,-1 0 0,3-1-18,-5 1 0,3-1 0,2 0 0,-1 0 0,-1 1-335,1-1 1,-1 0 0,1 0 0,1 1 262,-7-1 0,2 1 0,1-1 0,0 1 0,1-1 0,-1 1-45,4 0 0,0 0 0,0 0 0,1 0 0,-2 0 0,-1 1-27,-1-1 0,-2 1 0,-1-1 0,2 1 1,3 0-163,-5-1 0,4 1 0,1 0 0,2 0 0,-1 0 0,-1 0 1,-2 0-1,-3 0-81,12 0 0,-5 1 0,-1-1 0,2 1 99,-1 0 0,2-1 0,1 0 1,-2 1-1,-4 0-294,6 1 0,-4 0 1,2 0-311,-4 0 1,1 0 0,0 0 0,-3-1-38,0 1 1,-3 0-1,2-1 447,6 0 0,1 0 0,-3-1 20,-10 0 0,-1-1 1,-3 0 389,3 0 0,-1 0 0,5-2 0,-2 0 0,4-1 0</inkml:trace>
  <inkml:trace contextRef="#ctx0" brushRef="#br0" timeOffset="38004">15777 16425 8522,'-5'13'3276,"-2"-1"0,-1-7-563,-1-1-2533,0-1-360,0 0-360,1 1-2338,-8-2 809,4 0 0,-5-5-1208,-6-4 3241,5 0 1,-11 0 0,6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1:24:30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21550 3263 8342,'3'1'2249,"-1"0"-1529,-9-1-541,4 0 1,-7 0 90,7 0-90,0 0 540,-7-6-630,6 5 359,-13-8-359,10 7 180,-11-4-180,9 3 450,-15-8-360,11 3 90,-14-8-91,13 6 1,-4-3 360,0-1-360,5 2 90,-6-2 0,7 5 719,-15-7-719,13 7-90,-10-4 719,0 4-809,12 6-90,-12-3 90,16 6 90,0 0 180,-5 0-270,3 0 0,-4 0 180,3 0-180,-1-1 89,1 0-89,0-1 0,1 1 0,-1 1 90,-1 0-90,0 0 90,-6-2-90,4 0 0,-4-1 0,5 0 0,1 1 0,-1 2 0,1 1 90,-6 1-90,5-5 0,-4-1 89,1-8-89,4 3 0,-5-1 90,7 2-90,-1 2 270,-17-4-360,11 5-3277,-12-1 3252,17 3 25,0 1 0,0-1 0,-3 1 90,3 0-90,-2 0 0,3 1 90,-4-2-90,3 2 3276,-3-2-2980,5 2-206,0-1 0,0-1 0,0 1 359,-30-7-359,22 4 0,-24-3 0,24 2-90,5 3 0,-3-1 90,0 0-90,5 2 0,-5 0 90,2 1-90,1 1 90,-2-1-90,-3 2 90,4 0 0,-4 2 90,0-2-90,4 0 0,-4-1 269,-5 0-1120,9 0 851,-8 0 0,11 0 0,-2 1 0,1-1 0,-1 2 90,1-1-180,-1 0 269,-11 3-179,10-3 0,-9 3 852,13-4-762,-8 2-180,0 1 90,-2-1-90,2 3 0,7-1 90,-7 3-90,5-1 89,-4 1-268,2 0 269,3-1-1,-2 1 1,5-3 0,-1 0 0,3-1 0,-3 1 0,1 0 0,-1 1 90,-1-1-90,1-1 0,-2 2 0,2 0 0,0 0-90,-1 3 90,0-3 0,0 1-90,-1-1 90,-2 2 0,3 0-90,-9 5 0,9-3 0,-5 4 0,6-3 0,-4 5 0,2-2 0,-2 4 0,-5 9 0,7-8 0,-8 10 0,3-6 0,3-6-1245,-10 14 1245,12-12 0,-6 6 0,8-6 0,-6 7 0,6-6 0,-3 7 0,2-3 0,4-6 0,-3 5 0,5 0 0,2-7 0,0 7 1245,2-8-1245,1 8 0,0-4 0,0 7 0,0-9 0,0 0 0,0-1 0,0 0 0,0 1 0,0 1 0,0 1 0,0 1 0,0 9 0,0-7 0,0 5 0,0-3-2566,0-5 2566,1 10 0,0-12 0,2 4 0,2-2 0,-1-5 0,7 12 0,-3-12 0,5 6 0,0-3 0,4 4-457,0 0 457,1 1 0,-4-6 2412,2 0-2412,8 9 0,-3-6-621,5 8 621,-4-9 0,9 8 0,-6-5 0,7 5 0,1-2 0,-8-5 0,6 4 0,-1-2 0,-7-5 0,6 5 0,-2-5 0,-5-2 226,5 1-226,-7-4 0,-1 0 0,1-1 0,0 0 0,0-2 0,1 1 0,0-1 0,2-1-3059,9 3 3059,3-1-333,0-1 333,-2 1-5,-10-3 5,12-1 0,-7 0 218,8 0-218,11 1 0,-16-3 2999,16 1-2999,-1-3-2213,-17 0 2213,17 0 0,-23 0-468,2-1 468,-1 0-243,12-4 243,-7 1 0,7-2-384,-9 1 384,0-2 0,0 1 0,1-2 0,-1 0 0,1-1 0,-1-1 0,1 1 0,-1-1 0,1 2 0,-1-2 0,1-2 0,-1 1 0,1 0 0,-2 0 0,11-5 0,-9 3 0,8-5 0,-12 5 0,0-2 0,-2-2 0,2 1 0,0-1 0,0-2 2846,0 0-2846,-1-1 0,3-3 0,1-1-1045,1-3 1045,-2 2 0,-2 2 0,-5 0-282,0 1 282,-2-1 0,0 1 0,-1-1 0,-1 1 0,0-1 0,0 1 0,0-1 229,0 1-229,-1 0 0,-1 1 0,0 1 0,-2 1-2482,5-7 2482,-5 6 0,2-5 1118,-4 8-1118,0-7 0,-3 7 0,1-5 0,1 0 0,-3 7 491,2-5-491,-2-1 0,-1 6 0,0-7 0,-3-7 0,0 9 227,-2-11-227,-1 5 0,-1 5 0,-4-17 0,3 14 2824,-4-7-2824,2 9 0,-3-10 0,0 7 0,-3-6 0,3 9 0,-2-1 0,0 2 0,-2 0-3204,-7-7 3204,3 7 0,-16-12-2142,10 16 2142,-10-4-412,6 8 412,-4 2 0,-4 2-1349,-6 4-290,6 5 1,0 3-1,6 0 1,-1 1-1,-9 1 1,-2 3 545,10-1 1,-1 2 0,1-1-547,-8 2 1,0 1 1228,5 0 0,-3 1 1,2 0-1,-6 4 1,1 1-1,-2 1 0,0 1 1</inkml:trace>
  <inkml:trace contextRef="#ctx0" brushRef="#br0" timeOffset="21759">11511 6972 8522,'-4'-3'1889,"0"-1"-1529,2 2-180,0-1 90,1 1-91,1-1 1,0 1 90,0-1 180,0 2-270,0-2 270,0 2-360,1 0 89,2 0-89,1 1 0,1 0 270,11-2-270,-3 1 0,23-3 0,-10 2-45,5-2 0,2 1-897,0-1 852,-5 1 0,-1 1 0,0-1 0,15 2 0,3 0 0,-1-1-120,-9 1 0,5 0 0,-7 0-149,-3-1-181,13-1-270,-23-1-2557,5-16 464,-15 10 2813,-1-9 0,-19 15 0,-1 3 0</inkml:trace>
  <inkml:trace contextRef="#ctx0" brushRef="#br0" timeOffset="187499">15021 16098 10411,'-5'0'90,"-1"0"-90,2 0-90,-3 0 90,4 0-90,-2 0-2069,5 0 1260,-5 0 899,-10 0 0,2 0 0,-6 0 0</inkml:trace>
  <inkml:trace contextRef="#ctx0" brushRef="#br0" timeOffset="191906">14796 16355 7803,'-5'-6'2608,"0"-2"-2158,0 3-90,0-1 359,-3-3-539,3 4 90,-3-6-180,7 8 270,-2-1-180,3 2 539,-1 1 1,-5-1-540,2 0 89,-8-3-179,5 3 270,-13-4-90,9 3-1038,-8-2 948,9 3 0,0-1 540,-25-7-630,15 3 135,-8-1 0,0 0-136,5-1 271,-23-4-270,23 5 135,-4 1 0,-1 0-135,-2 0-734,-16-5 734,23 6 0,0-2 0,2 1-90,0-1 0,1 1-431,-7-4 431,7 2 180,-6-1-180,10 2 0,0 1 180,-19-7-180,15 7 90,-15-5 0,20 7 652,0 0-652,0 1-90,0-1 90,0 3 854,-1-2-944,0 0 90,0 2 606,1-2-516,-7-1-3457,7 2 3341,-5-1 26,7 1 0,-16-4-90,12 2 0,-12-2 0,17 2 90,-1 2-90,1-2 0,0 0 90,-3 0 3186,4 1-3070,-4 0-116,1 0 0,3 3-90,-4-3 90,5 4-90,0-1 0,0 1 90,-3 0-90,3 0 0,-2 0 90,5 0-90,0-1 90,1 1-90,0-1 0,0 1 90,-3 0-90,-1 1 0,-1 0 90,-2 2-90,1 0 0,-5 1 90,4 1-90,-4 0 90,7 0 0,-5 0 0,3-1-1,-2 0-89,4-1 180,-4 3-180,2 0 90,-2 1 0,4-2 270,-17 9-360,13-7 90,-12 6 0,16-9-90,1-2 90,-1 2 0,1-1 0,-1 3 90,0 0-90,0-1 0,-1 2 90,-1-2-1,-6 5-89,5-4 0,-6 3-90,6-1 90,-8 8-90,5-2 90,-6 7-90,3 1 0,4-5-337,-4 7 337,8-7 90,-4 7-90,3-6 90,-1 5-90,4-9 90,3 0-90,0-2 90,1-1 0,-1 1-90,1-2 90,-3 0 89,0 4-179,1-4 90,-2 3 518,2-2-608,2-2 90,-3 4-1,5-3 1,-1 0 0,1 1-3302,-2 11 3302,1-7-512,-2 10 511,4-11-231,-1 1 142,1 0 180,-1 7-180,2-5 90,-1 7-90,0-7 90,-1 8 0,1-5-90,0 5 90,2-7 90,-1 15 2978,1-11-2978,0 23-270,1-22 360,1 20-1264,0-18 1174,-1 9-168,0-3 78,0-7 0,2 6-90,-1-12 90,0 1 0,-1-3-90,0 1 90,-1-2 0,4 6 0,-2-4 0,3 5 1567,0-7-1477,3 7-180,-2-5 0,3 7 0,-2-7 0,2 0-2819,4 8 2819,-2-6 0,8 12-551,-6-14 551,2 6 0,2-1 0,-4-6 0,7 13 0,-7-13 0,4 5 0,5-2-2086,3 1 2086,-2-1 1567,0-1-1567,-8-5 152,7 3-152,-6-3 0,6 3 0,-3-4 0,-4-2 2937,5 1-2937,0 1 0,-3-3 796,5 2-796,1-1 0,-3-1 577,7 2-577,1-1 0,-4-1-310,6 2 310,-7-3-729,10 4 729,-6-2 0,8 2 0,-10-4 0,8 1 0,2 1-1559,1 0 1559,-1-1 0,-2 0 0,-8-4-289,10 2 289,-7-2 0,7 1 0,-10-4 0,0 1 0,0-2 230,0 0-230,22-1 0,-17 0-588,-1 0 1,0-1 587,-3 0 0,8-2-111,8-2 111,-15 2 247,15-1-247,-12-2 0,-5 1-141,6-2 141,-8 2 0,-1 0 0,1-1 0,0 0 0,1-2 0,0 1 0,0-1 0,8-3 0,-7 4 1774,8-2-1774,-1 0 0,-8 2 1842,7-1-1842,-3-2 0,-7 4 0,5-3-3277,0-1 3235,-7 2 42,14-9-243,-13 7 243,4-4 0,-8 4 0,6-3 0,-7 2 0,5-2 0,-7 1 0,-1 1 3199,1-1-3199,-2-1 0,0 1 0,8-10 350,-6 7-350,4-6 0,-8 9 0,-2-1 0,1 1 0,3-7 0,-3 6 0,3-5 0,-4 4 0,1 0 0,-1-1 0,0 0 0,-1-1 0,3-8 0,-2 4-322,3-5 322,-5 8 0,1-1 227,-1 1-227,3-7 0,-3 7 0,2-5 0,-2 7 0,2-7 0,-2 6 0,0-6 0,1 0 0,-3 7 0,5-22 0,-5 20 329,3-12-329,-4 15 0,3-13 0,-2 9 0,2-12 0,-3 14 0,0 0 0,-1 0 0,0 1 0,-1-2 0,3-5 0,-3 5 0,1-5 0,-1 8 0,0 1 0,-1 0 0,-1-1 0,0 1 0,-1-2 0,-2-7 0,0 5 0,-2-6 0,1 7 0,-1-3 0,0 1 0,-1-2 0,1 0 0,-1 1 0,1 0 0,-4-6 0,3 6 0,-3-6 0,2 10 0,-4-9 0,2 7 0,-5-5 0,-1 0 0,3 5 0,-4-3 0,6 6 0,-6-2 0,3 4-450,-6-1-2698,-8 4 629,3 5-758,-12 2 0,9 4 44,-3 4 3233,-3 15 0,-1 4 0,-2 4 0,4 1 0,0 1 0</inkml:trace>
  <inkml:trace contextRef="#ctx0" brushRef="#br0" timeOffset="203530">16877 16713 7892,'5'0'1889,"0"0"-1529,-3-3-90,1 1 540,-1-5-720,0 3 179,-1-5-179,-1 6 180,0-4-180,0 4 630,-1-3-540,-1 4 539,1 0-539,-1 5 450,1 0-540,0 1 90,1 1 179,0 0-179,0-1 900,-2-5-721,5 7-89,-3-7 450,7 22-540,-4-9 539,6 25-539,-3-17-651,2 12 471,-2-11 315,0 5 0,0 1-225,1 4-504,-2-3 1,0-1 503,-1-2 0,-1-1-332,1-2 331,1 0 1,4 12-90,-5-14 90,3 11-90,-4-20 90,-1 3-90,0-5 579,-1 0-579,-1-5 1112,0-1-1112,0-1 569,-1-2-569,-2-2 0,0-2 0,0-2 0,-1 1 90,1-2-90,-2-21 0,2 11-408,-2-18 408,3 19 0,1-1 0,1-2 0,0-9 0,1 6 0,1-7 0,1 0-209,0 7 209,1-6 0,-1 10 0,1 0-90,1 2 90,6-24 0,-5 20-45,2-3 0,-1 1 45,-1 9 0,4-5 0,-4 8 0,-2 4 222,1-1-222,-3 5 0,1-1 0,-1 1 215,1-1-215,-1 1 0,1-1 0,-1 2 0,2-2 0,-1 3 90,8 9-90,-5-2 90,5 10-90,-6-5 0,0 3 270,6 30-270,-6-18 45,0-2 0,-1 1 135,0 9-2880,-1-8 2790,0 8 90,-1-11-90,-1-1-459,0-1 459,-1 3 0,1-1 90,-1 11-90,0-13-90,2 5 15,-1-16 75,0-1-90,0-1 0,-1-2 2509,0-1-2509,2-1 616,-1-1-526,1-1 18,0-1-108,-1 1-270,-1-2 1,2-2-181,1-4-270,3-4-359,-1-4 89,-1 0-719,-2-4-1568,-6-10 0,0 4 0,-7-8 939,0 10 1169,0-2 1075,-1 4 0,2 1 0,-2 2 0</inkml:trace>
  <inkml:trace contextRef="#ctx0" brushRef="#br0" timeOffset="-208160.73">17469 13065 7803,'7'-6'2968,"-2"0"-2339,-3 1-179,-1 1 360,2-1-450,-2 2 1259,7-5-1350,-5 6 1081,6-4-901,-7 6 1171,10 1-1081,-2 3-179,5-1-90,-3 2 629,14 3-719,-10-5 45,8 0 0,1-1-135,-1-2 45,2-2 0,0 0-45,3 2 0,1 0 0,1 1 0,4 1-45,5 0 0,0 0-438,-2-1 438,-1 0 0,0-1 45,1-1-30,-4-3 0,5 0 0,-3 0-1209,-8 1 1,0-1 1148,4 0 0,2-1 0,1 0 90,4 0 0,0 1 0,-3 0-90,-3 0 0,0 0 0,5 0 0,4 0 0,-6 1-202,-9 0 1,-1 1 231,8-2 0,4 1 0,-3 0-30,0 0 0,2 0-23,3 0 1,7 0-1,1 0 1,-6 0-1017,1 1 0,-1 1 1039,3 0 0,3-1 0,-3 2-221,-6 0 0,3 1 236,-5-1 0,9 1 0,4 0 0,1-1 0,-3 0 0,-5 1-121,-4-2 1,-4 1 0,1-1 0,4 1 105,-2-1 0,4 1 0,3 0 0,0-1 0,1 1 0,-2-1 0,-4-1-288,11-1 0,-2-1 0,-3 0 1,-1 0 287,-6 0 0,-2 1 0,0 0 0,3-1 18,-1 0 0,3 0 0,1 0 0,-2 0 0,-1 1-18,-1-1 0,-2 0 0,-1 1 0,1 0-172,1-1 1,0 1 0,0-1 0,0 1 171,0 0 0,-1 0 0,1 0 0,2 1 0,2-1 0,2 0 0,1 0 0,-1 0 0,-2 0-23,0 1 1,-2-1 0,-1 1-1,3-1 5,-2 1 0,3 0 0,-1 0 0,0 0 0,-3 0 66,7-1 0,-4 1 0,3 1-93,-1-1 0,2 0 0,0 0 0,-2 0-15,1 0 0,-1 1 0,0-1 15,-2 0 0,1 0 0,0 0 0,-4 1 240,-2-1 0,-2 0 0,1-1-315,11 0 0,2 0 1,-3 0 131,-10 0 1,-2 0-1,2 0-72,7 0 0,3 0 0,-4 0-30,1-1 0,-3 2 0,0-1 1,-1 1-1,-2-1 0,0 2-45,9-1 0,-1 1 90,-12 1 0,-1 0 0,7 1 0,-3 0 802,9 1-937,-18 0 0,-1 1-90,13 0 1,6 3 89,-19-2-2789,16 7 1710,-19-6-450,11 4 443,-28-14-263,-7 2 816,-6-4 713,-6 2 0,-7 0 0,-3 0 0</inkml:trace>
  <inkml:trace contextRef="#ctx0" brushRef="#br0" timeOffset="-207016.73">18947 9643 4478,'0'-14'2698,"-1"0"-730,0 0-1518,-2 1 358,1 1-449,-1 1 552,0 0-551,1 3-180,0 1 90,2 3 807,0 2-717,0 0-270,1 11 90,0 2 0,2 14-3392,0 3 3302,1 9 90,2 9-633,-2-20 0,-1 2 543,1 3 0,0 1-633,1 5 1,-1 0 632,1 2 0,0 6-36,-1-10 0,0 7 0,0 1 0,0 0 0,-1-3-551,2 7 1,-1-3-1,1 4 515,-1-4 0,0 3 0,1 2 0,-1-1 0,0-5 12,0 5 0,1-4 0,-1 0-30,0 3 0,0-1 0,0 1-176,0 0 0,0-1 0,-1 4 176,0-11 0,-1 3 0,0 1 0,0-1 0,0-1-63,0 0 0,0-2 0,0 0 0,-1 2 63,1-1 0,0 2 0,-1 1 0,0-1 0,0-2 246,0 8 0,-1-2 1,1 2-175,-1-9 0,0 3 0,1 0 0,-1 0 0,0-2-28,0 0 1,0-2 0,0 0 0,0 2 27,0-1 0,0 2 0,0 0 0,0-1 0,0-2 100,0 8 1,-1-3 0,1 2-16,-1 0 0,1 2 1,0 0-1,-1-2-67,1 2 0,-1-2 0,1 2-23,0-4 1,-1 1-1,1 2 1,0-2-1,0-1 1,0 0-1,1-1 1,-1-1-304,0 1 0,1-1 0,-1 2 280,1-4 1,0 2 0,0 0 0,0-1 22,1-2 1,0 0 0,0-1-1,0-1-37,1 1 0,0-2 0,0 1 11,0 10 0,2 0 0,-1-2-41,1-1 0,0-2 0,0-2 0,0-1 0,0-2 0,0-2 0,0-2 0,0 0 0,0-4 0,0 1 0,2 8 0,-1-1 0,-1-9 0,0-1 0,1 7 0,0-1 630,1 12-630,0-1 877,-1-1-877,-2 1 90,-2 1 90,-1 2-90,-1 1 0,0-1-90,0-1 0,0-2 90,-1-4-90,0-3 0,-2-4 0,1-2 0,-2 5 0,1-12-90,0 2 1168,0-14-1527,1-2-162,-3-6-1188,0-6 625,-7-6-985,0-6-1118,-13-18 1157,9 2 2471,3 9 1,1-2-1,-4-13 1,-3-3-1</inkml:trace>
  <inkml:trace contextRef="#ctx0" brushRef="#br0" timeOffset="-204846.73">20390 12930 7982,'3'-5'3276,"-1"-7"-2774,-2 6-52,0-8-270,0 7 180,0 0-180,0 1 179,2-2-179,0 6 90,1-1 0,-2 7-90,-1-7 270,0 1-270,0-4-91,-1 3 1,-1 3 0,0 0 0,-1 0 270,2 0-270,0 1 0,2 2-90,0-1 180,1 2-90,0 0 0,-1 0 180,3 4-180,-3-1 0,3 3 0,-3-4-1,2 0-89,-1-1 90,1-1-90,-1 0 180,1 2-90,-2-2 0,0 2-90,-1-5 720,0-1-720,-2-7 90,1 2-90,-1-5 0,1 2 0,0 1 0,-1-1 0,0-3 90,2 4-90,-1-2 0,1 5 0,0 0 0,-1 2 90,0-2 0,0 1-90,1 0 0,0 1 269,0 1-179,0 7 90,0-3-90,-1 7-90,0 2 180,-2-1 0,1 5 90,0 0-270,1-3 90,1 1-90,0-5 0,0 0 0,0-3 0,0 0 90,0-2-90,0-1 90,0-2 270,-1 0-360,0-7 0,-1 2 0,1-7-3277,1-11 3162,1 6 115,2-14-190,-2 16 190,3-2 0,-2 6 0,0 5 0,-1 0 90,-1 16 3186,1 7-3164,1 5-22,1 2 193,0-7-283,-1 0 0,1 1 0,-1-2 0,1-1 90,-1 1-90,1-4-180,0 1-89,0-5-271,0 0-90,-5-4-539,-1 0-720,-6 0-270,-5 2-90,-3-1 271,-7 3-209,-4-1 748,-1-3 1193,-2 1 1,1-4-1,0 2 1</inkml:trace>
  <inkml:trace contextRef="#ctx0" brushRef="#br0" timeOffset="-202870.73">20783 13340 7803,'6'-7'2788,"0"-1"-2338,-2-1-91,0 2 181,-1-5-360,0 3 90,0-1-90,-1 2 0,-2 2 0,1 0 89,-1 1-89,-3 1-90,0 1 90,-3 2 90,2 3 1079,16 23-899,-6-5 0,12 19 179,-7 3-1652,-3-8 1203,3 13-90,-3-14-1527,-2-8 0,1-1 1437,2 12-1982,4 8 1802,-6-15-226,0-3-44,-1-1-180,-2-2-269,-1-3-2378,-8 6 0,0-13 3789,-6 2-512,2-17 0,3-3 0,0-1 0</inkml:trace>
  <inkml:trace contextRef="#ctx0" brushRef="#br0" timeOffset="-201301.73">19162 14905 8342,'4'-4'1709,"-1"1"-1349,-2 0-180,-1 1 450,3-3-451,-1 2 1,3-2-90,-3 3 630,1-2-540,-2 2 90,0 1 269,2 9-269,-2 1 180,4 18-180,-2-6-958,0 12 868,1-6-1005,0 2 0,1 6 0,0-3 870,-1-6 0,0 0-707,2 8 0,0 3 0,-1-4 662,2 9-719,0 2 809,-1-2 14,-1 2-104,-2-15 0,1 0 0,2 14 507,-3-16 1,1-1-688,0 5 1448,0 7-1628,-2-14 1073,0 2-1703,-2-16 118,-2-5-477,-3-5-165,-9-11 344,2-1 1170,-5-9 0,7 1 0,0-1 0</inkml:trace>
  <inkml:trace contextRef="#ctx0" brushRef="#br0" timeOffset="-196535.73">19517 15483 6903,'5'3'2429,"0"1"-1890,0-1-179,-1-2-90,0 1-90,-3-2 90,0 2-180,2-2 90,-2 0 179,4 0-89,-2 0-90,0-2 90,1 1 90,-1 0-180,0 0 719,2 1-719,-3 0-90,1 0 90,-1-2 0,-1 1-180,0-3 90,0-3-90,-1-1 0,2-4 90,-1 1 0,3-8-90,-2 6 90,2-5 0,-2 5-1,1-1 1,-1 1 90,4-8-3457,-2 5 3342,1-5-2243,-2 5 2268,-2 0 0,2-2 0,-1-1 0,1 1-90,2-2 90,-2 0 0,5-7-90,-3 6 0,1-3 89,-2 8-89,-2 2 2359,1 1-2359,1 1 90,-1 1 0,4-8 3186,-2 8-3070,7-13-116,-6 15 0,4-5-1,-1 0 1,-3 3 0,2-4 180,-3 3 0,2-3-180,-2 5 180,0-3 0,-1 4-90,-1 2-90,-1 0 89,-1 1-89,-1 0 0,0-2 0,0 2-90,0 0 90,2-4-90,-1 3 0,0-4 0,2 4 0,0-11 0,1 8 0,1-6 0,0 7 0,-2 4 0,0-2 90,0 0 0,2-2-90,-1 0 0,2-1 0,1-2 90,-2 3-90,0-3 0,-2 5 0,-1 0 90,1 1-90,1 0 0,-3 1 0,3-1 0,-4 1 0,4-3 90,-1 3-90,2-2 0,-1 2 90,-1 0-90,-1-2 0,1 1 90,-1 0 0,2-3-90,-3 4 90,3-2 0,-3-1-90,2 3 0,-2-2 0,1 2 90,1-3 0,-1 3-90,1-2 90,0-1-90,-1 2 0,4-9 0,-3 7 0,3-5 0,-4 5 0,3 1 90,-1-1-90,0 1 0,0-1 0,-2 2 0,1 0 89,-1 1-89,2-3 0,-2 3 0,2-2 0,-1 0 0,0-2 0,0 1 0,1-1 0,-1 0 0,0 1 0,1-1 90,-2 2-90,1 3 0,-1-1 0,1 0 0,-1-2 0,1 1 0,-2-1 90,2-4-90,-1 1 0,3-4 90,-3 4-90,1 1 90,-2 0 0,-1 3-90,1-3 90,2-2 0,-1 3-90,2-3 90,-1 4-90,-1-1 0,1 1 0,-2-1 0,0 2 0,0-2 0,3-1 0,-1 0 90,3-3-90,-2 4 0,-1-2 0,4-5 0,-3 5 0,3-4 0,-2 2 0,0 2 0,1-2 0,1 1 0,-2 3 0,1-3 0,-4 4 0,-1 0 0,2 1 90,0-5-90,1 3 90,3-7 0,-4 5 0,1 0-90,-1 2 90,-2 1 0,0 1-90,0 1 90,1 0-90,0 0 0,1-1 90,0-2-90,0 2 0,1-1 0,-2 2 90,1 0-90,-1 0 0,2-2 0,-2 2 0,2-1 0,-3 2 0,1-1 0,-1 2 0,1-5 0,1 3 0,1-3 0,-2 4 0,2-3 0,0 1 89,-1-1-89,1-1 0,-1 1 0,-1 0 0,6-7 0,-4 7 0,4-6 0,-5 9 0,0-4 0,0 3 90,2-5-90,-3 5 0,2-2 0,3-10 0,-3 10 90,4-8-90,-7 11 0,3 2 90,-2-11-90,1 6 0,1-8 0,0 3 0,-1 3 0,2-4 0,-2 2 0,-1 0 0,1-1 0,-1 2 0,1-3 0,-2 3 0,0-4 0,-1 7 0,0-1 0,0 0 0,0 3 0,1-2 90,1-1-90,-1 1 0,1-1 0,-2 1 0,2 2 0,-1 0 0,1-3 0,1 3 90,-1-2-180,0-1 90,-2 3 0,0-2 0,0 2 0,0 0 0,0 0 0,1-3 0,0 1 0,0-1 0,1 2 0,-1 1 0,-1 2 0,1 0 0,0-1 0,1 1 0,-1 0 0,1-1 0,0 0 0,0-1 0,-1 0 0,1 0 0,-2 1 0,0 1 0,1-3 90,-1 1-90,2-2-90,0 2 90,0 1 0,1-1 0,-1 3 90,1-3-90,-2 2 0,0-2 0,-1 2 0,0-1-90,2-2 90,0 3 90,2-3-90,-2 2 0,1-1 0,-1-1 0,1 0 0,-1-1 0,2 1 90,0 0-90,1 0 0,-3-2 0,1 1 0,-3-4 0,0 2 0,1-1 0,0 2 0,2 0 0,-1 1 0,2-1 0,-1 1 0,1-2 0,0-2 90,1 1-90,-1-2 90,1 2 0,1-5-90,-1 4 0,3-3 90,-3 4-90,0 0 90,0-2-90,0 2 90,0-1 0,0 1-90,0 0 90,2-2-90,-2 5 90,3-3-90,-1 2 0,-2-1 0,3-5 90,-3 2 0,2-12 0,-3 11 179,5-18-269,-5 20 90,3-7 0,-1 4-90,-2 4 90,3-4 0,-3 0-90,1 4 90,1-8 0,-2 9 0,1-4 0,-1 7-90,0-1 90,1 1 0,0-1 0,0-1-90,0-1 0,0 1 90,2-7 0,-2 4-90,3-3 90,-3 4-90,0 0 90,0 1-90,0 0 90,0 2 0,-1-1-90,0 1 89,0-1 1,1 1 0,1-4 0,0 1-90,0-1 90,-1 1-90,0 2 0,0-2 0,0 0 0,0 0 90,4-5-90,-2 4 0,4-3 0,0-2 90,-4 5 0,5-9-90,-7 8 90,3-2 0,-3 4-90,0 0 90,1 0 0,-1 0 0,1 0 90,10-17-180,-7 13 0,9-12 90,-7 11-90,-3 4 0,3-3 90,0-1 0,-3 4-90,3-3 0,0-1 90,-4 4-1,2-3 1,0-1 0,-2 4 90,9-12-180,-7 10 90,5-5 0,-4 3-90,-3 4 90,2-3-90,1-3 90,-2 5-3367,7-9 3342,-7 10-65,3-3 0,-4 4 0,1 0 90,-1 0-90,1 0 0,3-5 0,-3 4 90,3-3-90,1-1 0,-3 4 0,7-8 0,-8 9 3276,2-3-3070,-5 6-206,0-1 90,4-4-90,-2 2 0,4-3 0,-3 3 0,0-1 0,1 0 90,2-2-90,2 1 0,1-2 0,8-6 0,-6 4 0,6-4 90,-8 5-90,5-6 0,-5 6 0,4-4 0,-6 6 0,0 1 0,-1-1 0,-1 1 0,5-7 0,-3 6 0,4-5 0,-5 4 0,10-11-772,-8 7 772,9-8 0,-10 11 0,9-6 0,-6 6-188,7-4 188,-8 7 0,1-2 0,-3 0 0,6-4 0,2-2 0,8-8-1285,-7 7 1,-1 0 1284,4-2 0,-6 4 0,-1 2 0,8-8 0,-7 7 137,4-4-137,-1 1 0,-5 6 0,4-6 0,1 2 0,-6 4 0,5-4 0,-2 0 0,-4 6 0,4-5 0,0-1 0,-4 7 3276,4-5-3160,-2 3-116,-3 4 0,3-3 0,8-6 0,-1 2-3277,3-4 3162,-4 4 115,-7 7 0,-1-3 0,0 3 0,-3-1 0,0 1 0,-1 0 0,1 0 0,-1 0 0,2 0 0,2-2 0,-3 1 0,11-9 3276,-10 8-3160,15-12-116,-15 13 0,12-7 0,-13 8 0,4-2 0,-3 2 0,6-4 0,-4 2 0,4-3 0,1-2 0,-5 3 0,5-3 0,-6 6 0,-1 1 0,1 0 0,-1 0 0,1 1 0,2-3 0,-2 3 0,1-2 0,-4 2 0,0 2 0,0-1 0,0 1 0,0-1 0,0 1 0,0-1 0,5-3 0,-4 3 0,3-3 0,-4 4 0,4-4 0,-4 2 0,4-1 0,0-1-3277,-2 2 3162,4-1-150,-3 2 265,-1-1 0,1 1 0,0-2 0,0 0 0,1 0 0,-2 0 0,6-5 0,-4 4 0,4-3 0,-5 4 0,-1 1 3261,0 0-3261,-1 2 396,-1-1-396,5-4 0,-2 2 0,4-3 0,1-1 0,-3 2 0,4-2 0,4 0 0,-7 2 0,5-1 0,-8 3 0,-1 2 0,1-2 0,-1 0 0,1 1 0,0-1-3277,2 1 3162,2-1-824,0 0 939,-1 0 0,-1 0 0,6-6 0,-4 4-139,4-5 139,-6 5 0,9-7 0,-5 6 0,7-7 2858,-7 7-2858,12-9-1941,-7 5 1941,8-3 0,-8 5 0,0 1 0,10-7 0,-7 6-708,7-5 708,-9 6 0,11-7 0,-7 5 0,8-6 0,-8 6 0,0-1 0,2-1-186,-1 2 186,-8 4 0,1 0 0,9-5 0,-5 3 0,-1-1 0,3 0 0,6-3 0,-14 7 0,-2 2 0,-1 1 0,-1 0 0,1 1 2870,5-4-2870,-5 2 0,6-1 0,1-1 0,-7 2 0,5-1 0,0 0 0,-2 1 0,15-7 0,-24 11 1258,3-3-1258,-5 4 319,3-3-319,-8 4 0,1 0 0,-5 0-3277,-43-1 0,10 5 1638,-3 0 1,-3 1-1,9 2 1,1 2-1,-2 0 1,-3 3 1310,-3 2 0,-4 1 0,1 1 1,8-1-1,1-1 0,-2 1 1,-12 5-1,1 0 0,-1 1 1</inkml:trace>
  <inkml:trace contextRef="#ctx0" brushRef="#br0" timeOffset="-193566.73">22703 10628 7083,'4'-13'2878,"0"2"-2338,-3 0-90,0 2-180,-2 0 899,-5-4-899,4 7 0,-4-4-90,6 9 449,0 0-539,-2 3 720,-1 5-630,0 2 899,2 15-719,2-8-3033,2 24 3033,-1-14-90,2 10-130,2 2 40,0-6-90,-1-5 0,0 0 0,2 7-45,3 11 0,0 1-45,-1-8-425,-1 0 0,0-4 245,-3-14-1190,0 7 651,-2-10-900,0 9-180,1-17 3348,1-3-2899,2-8-869,0-13 1050,-3 3 1169,2-8 0,-3 8 0,0 0 0</inkml:trace>
  <inkml:trace contextRef="#ctx0" brushRef="#br0" timeOffset="-193176.73">23018 10885 8612,'8'0'2699,"-1"0"-2340,-5 1 271,-2 3-270,-2 0-180,-1 4 90,-1 0 89,-4 9-179,3-5 0,-2 7 0,2-5 180,0 9-180,1-2 0,1 12-90,2-12-90,1 3 89,0-9-89,1-1 90,1-3-90,1 1 90,1-4-90,1-1 0,2-4 0,0-4 0,2-3 0,-2-4 0,4-23 0,-6 12-90,-2-7 0,-2-1-89,-2 6-211,-4-12 210,2 18-180,0 1-90,0 3-629,0-4 90,1 5-181,-1-1 1,0 3 0,-2 2 1169,-4 1 0,3 5 0,-3 4 0</inkml:trace>
  <inkml:trace contextRef="#ctx0" brushRef="#br0" timeOffset="-192569.73">23326 10948 7982,'-40'-2'3276,"5"2"-2414,21 3-592,0 2 0,2 2-90,0 3-90,1 3 179,-3 8-179,4-3 90,-2 20-180,9-18 0,6 16 0,2-21 0,4 4 0,7-6 0,-6-9 90,7-2-180,-8-8 90,2-5 0,1-3 0,0-4 0,4-13 0,-4 6 0,2-10 90,-2 0 0,-5 9 180,3-15 0,-5 17 0,-1 1-90,-1 9 269,1 13-269,0 5 90,0 8 0,2 18-180,-1-3-427,0 1 1,1 3 426,1 9-90,-1-11 0,0 0 90,3 16-3110,0 2 3065,-4-24 0,-1 1 45,2 24-249,0-1 384,-3-15 0,-1 0 45,1 14 89,-3-11 1,-2-1-947,-4-1 857,-6 6-180,-3-16 491,-17 2-491,4-8 90,-13 0-90,9-12 0,0-5 0,0-4 0,2-5 0,3-1-90,2-4 90,3-1-180,6-2-90,5-4 90,6-3-720,7-17 181,5 10-361,5-10-359,6 14-290,-4 7 1,2 0-662,9-11 2736,-8 12 1,1 0-1876,6-4 1439,-2 10 0,1 1 0,10-2 0,-8 5 0,-1 0 0</inkml:trace>
  <inkml:trace contextRef="#ctx0" brushRef="#br0" timeOffset="-191694.73">23678 10863 7353,'2'-7'3276,"-2"-1"-2684,-2 1-233,0-1 451,0 3-90,-1 1-361,1 1-89,-1 2 0,1 2 90,1 1 269,5 4-269,0 0 0,3 5 180,8 7-270,-3-3-91,5 6 1,2 0-90,3 4 0,4 3 0,1 0-882,-2-4 792,-7-6 0,1 1 0,9 6-180,-8-7-810,13 15 361,-20-19-1,6 4-1169,-8-13-899,-5-3-1,-11 0 1530,-5-2 1169,-11 1 0,6 2 0,1-2 0</inkml:trace>
  <inkml:trace contextRef="#ctx0" brushRef="#br0" timeOffset="-191459.73">23716 11303 8612,'0'-12'2968,"0"-1"-2338,1 0-180,0-4-3727,10-22 3382,-5 10 226,1 6 1,0 0-242,3-6 0,2-2-90,1 0-90,-1 7 0,-1 1-1464,9-14 1419,-7 13 0,0 0-314,7-9-991,0-2 271,-2 1 2258,-1-1-2349,-4 3 1,-3 3 1168,-4 0 0,-4 14 0,-3-1 0</inkml:trace>
  <inkml:trace contextRef="#ctx0" brushRef="#br0" timeOffset="-190374.73">23563 12833 7083,'4'-8'2968,"-1"1"-2338,-2 0-180,-1 2-91,-1 0 271,-2 2-360,2-1 0,-2 1 1079,3 2-1259,5 1 180,-1 0 0,9 0-90,-2 1-91,4 1-3211,6 1 3212,-4 0-894,8 1 894,-5-2-186,3 1 186,2-1-90,2-1 0,3 1 89,2 1-89,0 0 0,-7 0 0,0 0 0,12-2-234,-12-1 1,0-1 323,8-3 2580,0-1-2670,-2 3 0,0-2 61,-2 0-61,0 1 0,-3-2-246,-2 0 246,-2-1 653,4 2-653,-8 0 0,2 0-90,-10 3 90,-1 0 1062,-3 1-1152,1 0 704,-4 0-793,1 0 124,-1 0-215,0-2 1,-1 2-1,1-1-1349,1-1 449,-1-1-89,0 0-1349,-6-2 1438,-1 3 1170,-4-3 0,2 3 0,1-1 0</inkml:trace>
  <inkml:trace contextRef="#ctx0" brushRef="#br0" timeOffset="-190075.73">24243 12715 10141,'-2'-6'2969,"-1"1"-2430,1 1 181,-1 2-270,5 0-361,1 1 91,6 2-90,0 1 0,2 0 90,6 4-90,-3-1-90,4 4 90,-2 3-90,-5-1-3277,1 12 3162,-9-6 115,-5 8-305,-4-8 305,-3 2 0,-2 0-180,-1 1-90,0 0-89,-1-2-91,1 0-450,1-3-359,-2-3-1619,-9 4 1438,2-6 181,-8 2 1259,9-8 0,3-3 0,2-2 0</inkml:trace>
  <inkml:trace contextRef="#ctx0" brushRef="#br0" timeOffset="-188990.73">18962 9823 7982,'9'-2'3276,"1"-3"-2594,-6 1-412,1-5-90,-2 4 90,1-5 0,6-8-180,-2 1 0,4-6-1,-2 4 1,0 1 0,0-1 0,0 0 90,-1 4 180,4-4-180,-6 8 0,2 0 0,-7 8 0,1 3-90,-1 4 89,2 2 91,3 13-180,0-3 0,4 9 0,3 3-90,-2-6 0,4 7-360,-2-3 90,-3-8-989,2 5-90,-9-13 0,0 1-1620,-12-8 1710,-1 0 1259,-7-2 0,1-2 0,-1 0 0</inkml:trace>
  <inkml:trace contextRef="#ctx0" brushRef="#br0" timeOffset="-188124.73">18865 9880 9152,'0'-44'2159,"1"0"-2070,3 28-89,1-4-179,2 1-3098,-4 5 1583,2-3-105,-9 2 1579,0 5-770,-4-1 990,-1 8 0,-2 7 0,-1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16:21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9873 4255 6543,'-9'-4'0,"0"1"0</inkml:trace>
  <inkml:trace contextRef="#ctx0" brushRef="#br0" timeOffset="917">9840 4273 6813,'0'9'2968,"0"-2"-2518,0 3-270,0-6 0,0 1 540,0 13-541,0-12 361,1 13-270,1-16 0,1 2 0,1-3 0,1 2-91,0-1 361,10-2-360,-5 0 90,12-1-90,-11 0-90,4 0 0,-4 0 0,0 0 0,3-1 224,21-3 1,4-1-315,-5 0-206,7 0 0,-1 1 206,-15 2 0,0 1 0,8-2 0,2 0-1757,0-1 1802,-1 1 0,-1 1-45,-11 0 0,21 1 0,-14 1 45,8-2 0,1 0-1003,-6-1 958,-3 0 0,0 1 0,-4-1 140,2 0-140,-3 4 1578,12 1-1578,-11 2-2895,10-3 2895,-11-1-1404,1-1 1404,0 0-11,13 3 11,-8-1 0,10 3-333,-13-1 333,2-1 0,0-1 0,1 1 0,6-4 0,3 0 0,6-1 45,-5 0 0,0 0-45,-2-2 288,0-1 0,2 0-288,-15 2 0,1 1 21,11-3 0,7-1 1,-1 0 1,7-1-1,0 0 1,-7 2-676,-2 0 0,0 0 653,4 0 0,7-2 0,0 0 0,-12 3 0,7 0 0,1 1 0,-14 2 0,6 0 0,-3 0 358,-6 1 0,1 0-358,4 1 0,7 0 0,-1 0 0,-7 0 0,-4 1 0,-3-1-576,19 2 1,-1 1 575,2-2 90,-1 2-90,-14-2 0,3 1 0,-3-1 385,-4 0 0,-1 0-385,3 0 0,4 0 0,-5 1 0,-3-1 0,-3 0 0,15-1 0,9 3-233,-16-3 233,-1-2 0,5 0 0,-3 0 65,-8 0 1,1 0-66,7 0 0,4-1 0,-5 0 0,7-2 1194,-2 0-1194,2 0 926,-1 1-926,-2-1 0,10 0 0,1 1 0,-2 1 139,-11 0 1,4 1 0,-7 1-140,-4 2 2317,10 0-2317,-22-1 0,2 1-2238,-1 2 2238,-2-1 0,-2 2 0,-5-1 497,1-1-497,-1 1 0,1-1 0,-2 1 3276,0 0-3160,10 7-116,-8-4 0,8 3 0,-11-5 0,-1-1-90,0-1 0,-2-1-90,1 1 180,-26-10 0,8 4 0,-22-7 0</inkml:trace>
  <inkml:trace contextRef="#ctx0" brushRef="#br0" timeOffset="2145">14874 4378 7803,'-14'-4'3276,"-15"-4"-2055,10 1-681,-11-2-91,17 5 1,3 1 0,0 0 0,3 2-91,2-2 991,0 6-1170,3-2-90,-2 4 179,4-5 1,7 1-180,-2-2 1259,38 1-1169,-20 0-135,8 0 0,1 0-2808,-1 0 2943,11-1-180,-9 0-2237,2-2 2327,-6 1 0,6-1 0,-3 1-609,-4 0 0,1-1 519,5 1 0,4-1 0,-5 0 0,-7 0 0,-2 1 0,4-1 0,-1 1-310,1-1 0,0 1 355,0 0 0,1 0 604,0 0 1,0 1-650,-2-1 0,4 1 0,6 0 0,8 1 0,1 0 0,-6 0 326,5-1 1,1 2-327,-9-1 0,7 0 0,1 1 0,-1-1 0,-8 1 0,4 0 0,-2 1 0,7-1 0,4 1 0,-4 0 0,-4-1 0,3-1 0,-10 0 0,8-1 0,4 0 0,2 0 0,-1 0 0,-3 0 0,-6 0-260,6-1 0,-5 0 0,5 0 245,-4 0 0,7 0 0,3 0 0,-1 0 0,-5-1 0,-8 1 15,7-2 0,-7 1-129,3-1 0,0 0 129,-2 0 0,1-1-148,-2 2 0,0-1 148,-1-1 0,0 0-248,-1 1 1,1 0 247,12-2 0,0 0 0,-11 2 0,0 0-45,10-2 0,0 1 78,-15 2 1,-1 0-34,1-1 0,-1 2-45,0-1 0,0 1 0,0-1 0,0 2 0,0-1 0,0 0-474,-2 1 1,3 0 458,9 0 0,6 1 0,-4 0 380,-7 1 1,1 0-381,3-1 0,4 1 0,-4 2 60,-4 0 0,-5 2 0,18 2 0,-19-2 0,0 0 1539,8 2-1629,-2 1 90,0 1 0,1 1 320,4 1-320,-6-1 0,-2 0 0,-7-4 2061,-1 0-2061,-3-1 0,-1-1 0,-2 0 0,-3-2 0,-3 1-776,2 0 776,-5-1 0,1 0 0,-4-1 1014,1-1-1014,-1 2 412,0-2-412,-3 0 2564,1 2-2744,-2-2 180,1 4-269,-2-3-91,3 3 0,-1-2-2249,0 8 1440,-1-8-360,-5 6-90,-2-8 90,-4 0 90,-3-1-1838,-1-3 2910,-5 2 1,-3-2 0,-5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1:32:05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18647 5763 8162,'6'0'1709,"-2"0"-1439,-2 0 270,-1 0-450,-1 2 90,0 1-180,0 0 539,0 5-449,0-3 270,0 6-180,0-6 630,8 9-630,-3-6 89,10 8-179,-5-6 360,17 15-360,-12-11-90,12 9 90,-14-13 180,10 5 0,3 1-180,-2-2-494,2 2 0,0-2 404,-8-8-409,19 3 409,-11-5-2809,13 2 2809,-16-5-881,1-1 881,1-1 157,9-5-157,-8 3 160,8-4-160,-10 4 0,23-3 0,-17 3 1989,16-1-1989,-22 1 0,1 1 0,2-1 0,-1 2 0,1 0 0,13-1 0,-8 1 383,9-1-383,-10-1-45,15-1 0,2 0 90,-23 2 0,0 0-45,11-1 0,5 0 0,-6 0 0,6 0-281,-14 1 1,-1-1 370,14 0-90,0-1 0,2-1 0,-2 1-1081,-6-1 1,2 1 1080,8-3-190,-11 3 0,0-1 190,-2 0 45,8-4 0,1-1-45,-1 1 0,-2-1 0,-2 2 0,-15 4 90,-1 2 435,-3 0-435,0 0-90,-1 2 0,0-1 90,6 2-90,-6 0 929,4 5-929,-6-1 2981,-1 5-2891,4 2-1,-4-2 1,3 3 1515,-5-3-1155,15 30-271,-14-23 1,10 19 90,-18-34-90,-1-2 90,1-3-90,-2-4 180,2-9-181,-1 0 1,2-7 0,-3-5-90,1 5-90,0-8 0,2 0-3277,1 4 3162,9-15-284,-4 16 399,8-6 90,-4 11-90,9-5 90,-5 8-90,6-2 0,4 9 90,-3 5 0,10 4-90,-6 6-978,-5 3 0,0 1 1068,15 5-453,-12-2 0,0-1 363,17 6 661,-20-8 1,0 1-617,0 0 0,3 0-45,15 5 0,1 0-712,-9-2 1,1-1 711,-4-1 0,1 0 0,1 1 0,3 0 0,1 0 0,-1 0 98,7 2 0,1-1-98,-7 0 0,3-1 0,0 0-53,1-1 1,2-1 0,-2-1 52,-9-1 0,-1-1 0,4 0-18,4-1 0,6 0 0,2 0 0,-2-1 0,-5 0-299,0-2 0,-4 0 1,3 0 316,4-1 0,3 1 0,1-2 0,-3 0 0,3-3 0,-2-2 0,-2 1 54,-8 0 1,-1 1 0,1-2-85,8 0 0,2-1 0,-1 1-19,-1-1 1,-1-1 0,-1 1 48,4 0 0,3-1-45,-7 0 0,5 0 0,0 0 0,-6 1-33,2-1 1,-2 0 17,0 0 0,2 0 0,-5 1 15,-10 1 0,-3 0-135,5-1 1,-1 0-91,11-3-124,2 1-56,-23 5 1192,-6 1-1372,-5 1-416,-8 1 327,-7 1 2196,-1 1-2646,-6 0 2702,2 2-2792,-3-2-2018,-2 3 823,-2 0 1887,-2 0 0,-1 4 0,-1-1 0</inkml:trace>
  <inkml:trace contextRef="#ctx0" brushRef="#br0" timeOffset="1266">20618 6358 7713,'1'-6'2878,"0"3"-2069,-1-2-539,0 3 540,0 0-540,0 9-90,0-3-90,0 4 89,0-4 181,1 4-90,1 0-90,0 7 0,1 0 270,0 13-270,0 1-1022,2 10 1112,-1-4-90,1 0 90,3 9-180,-1-9-1,2 6 1,-3-11-90,-1 11 0,-1-10 0,-1 6-90,0-15-89,-1-2-1,1-2-540,0 1 180,0-7-89,1 1-1350,-1-12-630,-1 1 2282,-6-7 327,-8 0 0,-2-2 0,-1 1 0</inkml:trace>
  <inkml:trace contextRef="#ctx0" brushRef="#br0" timeOffset="1518">20528 7045 7353,'3'12'3276,"0"-2"-2055,1-1-861,-1-2 360,3 0-451,1-2 271,17 0-360,-7-5-90,22-8 0,-17-1-498,7-4 318,-10 3 0,0-1 0,-3 0-180,-1-2-539,3-7-91,-6 3-179,-1-7-1350,-14-2 1260,-3 7 179,-8-5 853,0 9 1,-2 0-1,-1 0 1</inkml:trace>
  <inkml:trace contextRef="#ctx0" brushRef="#br0" timeOffset="1693">20423 6483 7982,'1'-14'3276,"0"4"-2144,0-1-862,2 3-90,3 1-90,2-1 0,11-4-180,-4 3-90,9-2-900,4 1 1,-7 4-90,6-1-1170,-8 10 1350,-5 2 989,1 8 0,-5 3 0,0 5 0</inkml:trace>
  <inkml:trace contextRef="#ctx0" brushRef="#br0" timeOffset="1912">21040 7168 8162,'-2'8'3276,"-1"-2"-1065,-4-2-1851,-1-2 0,1-2-180,0 0-90,0 0-540,0-3 0,1-1-90,1-3-1798,4-9 989,0 2 89,0-4 1260,-4-4 0,2 9 0,-2-5 0</inkml:trace>
  <inkml:trace contextRef="#ctx0" brushRef="#br0" timeOffset="2259">21175 6628 7443,'-3'-28'3276,"0"8"-2325,-1-6-591,2 10 0,-1 2 0,1 0 269,-2 0-359,1 5-90,0 1 720,0 10-541,2 4 1,0 10 0,1 6 0,1 5-749,1 6 749,3 3-90,2 4-1,0 3-954,1 1 865,-1 1-90,-1-14 0,-1 0-1,2 17-134,0-11 1,-1 0-46,0 3 0,-2-15 0,0-2-360,0 5 0,-1-5-2827,-1 2 1418,-2-10 690,2-2-271,-1-12 415,-4-5-504,-2-5 180,-5-4 179,0-6 1170,-1-3 0,2-3 0,0-3 0</inkml:trace>
  <inkml:trace contextRef="#ctx0" brushRef="#br0" timeOffset="2594">21113 6648 6993,'10'-39'3276,"0"3"-1605,-3 11-1131,1 1 539,7-10-539,-1 10 90,8-7 449,9 8-449,-5 6-181,12 1 451,3 7-540,-8 5-91,8 2 181,-3 7-450,-13 2 0,5 6 360,-13 7-90,-15 22-1263,-4-5 993,-5-12 0,-3 0 0,-11 6 0,2-8 0,-2-1 0,-11 13-859,9-11 1,0-2 858,-9 8 0,2-1 0,3-2 0,2-2-2494,-1 6 2494,10-10-926,3 10 1016,14-13 393,7 4-303,8-6-1,5-2-89,7-2 90,3-2-90,5-1-45,-7-5 0,1 0-45,-6-2 0,1 0 279,7-1 1,1 0-505,1-3 0,-2-2 0,-7 1 1,-1 0-136,6-1 0,0-1-1349,15-4 270,-16 2-270,3-1 170,-22-3-170,-8 1 2158,-12-2-449,-17 5 0,1 3 0,-9 2 0</inkml:trace>
  <inkml:trace contextRef="#ctx0" brushRef="#br0" timeOffset="3233">22090 7055 7353,'-1'8'3276,"-2"-1"0,-3-2-743,-4 0-1634,1-2-179,0-1-91,4-2-449,1 0-180,1-1 0,2 0-360,-1-2-359,-1 1-361,-1-2-2197,2-6 1068,-2 0 410,2-6-1260,-9-6 3059,2 6 0,-5-4 0,4 8 0</inkml:trace>
  <inkml:trace contextRef="#ctx0" brushRef="#br0" timeOffset="56848">19622 7358 7443,'-3'-8'3058,"-2"1"-2518,-2-2-181,0 1-89,-1 2 0,2 2-90,0 2 0,1 1 0,0 1 629,-2 14-539,3 0 180,1 29-90,4-11-1316,2 11 1,-1 2 1045,0-20 0,-1 0-45,1 16 0,1 2 224,1 0 1,0-1-225,-2-16 0,1 1 285,2 16 0,1 7 0,-1-9-240,2 0-45,-1-1 0,-1-5 45,-1-25 270,-1 0-271,-3-9-89,-2-7 0,2-13 0,0-2 0,7-20 0,-2 18 2239,5-14-2239,-4 18 0,1 1 0,3-6-90,-3 9 90,1-4 0,0 7 0,-3 2 0,7 1 0,-5 6 302,10 6-302,-7 6 0,8 13 0,-8-4-1639,1 6 1,-2 0 1433,0 3-912,1-1 1,-1 1 936,-2 0-275,4 8-444,-7 0 269,-1-10-1079,1 9 360,-1-19-90,-2 1 2283,-2-11-2193,-4-1 89,-3-2 1260,2-2 0,0-3 0,2 0 0</inkml:trace>
  <inkml:trace contextRef="#ctx0" brushRef="#br0" timeOffset="57096">20058 8020 8882,'2'4'2608,"1"1"-2248,-5 0-90,1 2-90,-1 3 180,-2 9-3637,2-2 3342,0 6-65,2-5 0,0-1 0,0 1 0,0-1-90,0-1 0,1-1-180,1-2-90,0-2-359,2-2-361,-3-4 2223,2-1-2312,-7-12 1169,2 0 0,-2-6 0,1 1 0</inkml:trace>
  <inkml:trace contextRef="#ctx0" brushRef="#br0" timeOffset="57846">20195 7675 7803,'0'-10'2878,"-1"0"-2428,0 0 359,-1-4-539,1 6-90,1-1 90,0 10-90,1 4 359,4 20-359,-1-4-1102,2 16 1102,-1-10-90,-1 1 0,2 3 0,1-1 89,5 13-179,-3-12 0,2-1 0,0 0 0,1-3 0,6 14-614,-4-15 524,-3-10-90,5 5-180,-5-16 0,-1-2-180,-3-9-449,-2-5 848,-2-4-1118,-3-5-91,-4-4 349,-5-3 1001,0-1 0,-3 1 0,1 1 0</inkml:trace>
  <inkml:trace contextRef="#ctx0" brushRef="#br0" timeOffset="58031">20198 7635 7803,'12'-9'3276,"-3"2"-2595,7-5-591,-7 6-90,6-1-180,5 4 0,-2 2-179,8 1-2070,8 3-848,-14-1 1273,10 3 1105,-19-4 835,-1 1 0,0-2 0,0 0 0</inkml:trace>
  <inkml:trace contextRef="#ctx0" brushRef="#br0" timeOffset="58313">20520 7653 7173,'11'22'3276,"-2"-1"-2325,-6-8-771,-2 2 180,2 11-180,-1-5-90,2 8 270,0 3-270,-1-12 90,4 18-90,-4-25 0,2 5 0,-2-10-1,-2-4 1,0-1-90,-2-8 0,1-1 0,-1-14 0,2 4 90,1-5-90,5-5 0,0 8 0,3-5-3277,1 5 3072,-3 8 205,2-2-711,-3 10 711,0 3 0,0 3 0,1 4 0,-1 4 0,-2 3 0,1 1-89,-3 2-1,1-1-270,2 6 0,-1-6-180,4 3 1781,-2-4-3490,-2-6 1170,-3-2 1344,-2-6 1,-4-5 0,1 0 0</inkml:trace>
  <inkml:trace contextRef="#ctx0" brushRef="#br0" timeOffset="58656">20873 7563 7623,'9'-8'3276,"-2"3"-2235,4-9-861,-7 7 0,2-3-90,-3 6 0,-1 2 0,1 1 90,3 4-180,-2 1 90,4 0 90,2 1-180,-2 1 90,4 4-1,-3 2 1,6 13-3367,-4-3 3309,-2 0 1,0 1 57,0 8-90,3 10 45,-6-11 0,-1-1-45,1 9-202,-2-8 1,-1 1 201,-5 17-598,-1-12 643,0-12 0,-1 0-45,-9 22-90,1-13 90,-5 11-90,5-18 0,-1-2 2568,2-4-2838,0-5-539,2-5-181,-1-6 449,3-7-718,0-6 179,3-6 91,4-4 1079,3-3 0,7-3 0,1-1 0</inkml:trace>
  <inkml:trace contextRef="#ctx0" brushRef="#br0" timeOffset="59359">22203 7410 6993,'-4'-11'3276,"1"1"-2504,-1 0-323,1 1-89,0 4-180,1 1 180,2 10-90,2 2-90,1 9 0,4 17-90,0-5-354,3 15 354,-4-19 0,-1 0-2075,3 15 2030,-2-14 0,-1 0-45,1 0 0,-1-1-1106,3 11 1106,2 9-141,-4-20 141,-2-4 90,0-4 232,-2-2-52,1 5-1,-2-10 964,-1 1-1233,-1-12 1505,-2-4-1505,1-1 334,0-3-334,1-1 0,1-1 0,0-1 0,2-9 0,0 7 552,2-6-552,-1 3 0,0 4 0,1-1 0,4-2 0,-3 7 0,4-4 0,-4 7 0,0 2 0,0 2 90,3 3-90,-1 3 0,2 3 0,2 10 90,-5-1-90,4 9 0,-1 8-90,-3-5-528,1 9 528,-5-9-269,3 10 89,-1-12-90,3 5-815,1-10 365,-2-8-269,0 1-2198,-3-7 2056,-1-6 1221,2-4 0,1-5 0,3-2 0</inkml:trace>
  <inkml:trace contextRef="#ctx0" brushRef="#br0" timeOffset="59661">22616 7838 8792,'5'-8'2698,"0"1"-2518,-3 3 0,1 0-90,-1 0 0,2 2 0,5-3 0,0 2-90,5 1 90,5 4 0,-5 1 270,11 13-180,-11-1-3457,2 6 3342,-6-4-6,-4-5 31,-1 1-90,2 2 0,0-2-90,2 0 0,-1-6-90,1-2 3197,1-1-3557,1-4-1213,6-3 584,-3-4-2108,9-11 2686,-10 3 0,3-7 0,-5 5 0</inkml:trace>
  <inkml:trace contextRef="#ctx0" brushRef="#br0" timeOffset="59963">23051 7425 8882,'-5'-1'2698,"0"1"-2338,0 2 270,-1 10-360,1-1 89,3 31-359,2-16 0,4 20 90,2-6-3367,1-9 3174,-1-5 1,1 0 102,2 2-174,5 8 84,-5-15-90,1 6 90,-3-9-90,2 2-449,-3-8 179,-3-6-270,-1-1-179,-4-6 3125,-3-2-3305,-2-4 350,-1-3-170,-1-4 899,0-4 0,-1 0 0,1-2 0</inkml:trace>
  <inkml:trace contextRef="#ctx0" brushRef="#br0" timeOffset="60146">22923 7393 6993,'10'-11'3276,"1"0"-1605,-4 5-1491,0 0 0,-1 2-90,2 2-90,1-1 0,2 2-90,7-2 0,-3 3-90,6 0-809,0 6 89,-5 0-89,3 4-91,-8-4 1,-1 0 180,0-1 899,0 0 0,-1 0 0,0 0 0</inkml:trace>
  <inkml:trace contextRef="#ctx0" brushRef="#br0" timeOffset="60486">23246 7488 7353,'9'8'3276,"-2"-1"-1695,4 10-1311,-7-6 449,4 26-539,-4-16 0,0 15 0,0-1-3457,-1-9 2573,-1 19 1429,-1-20-635,-1 5 90,0-12 89,-6 1-179,2-3 90,-6 1 0,9-3-90,-1-10 3186,2-3-3091,-1-22-3242,0 6 3057,2-13-180,1 8 180,1-1 0,1-1 0,9-21 0,-4 17 0,7-14 0,-2 17 0,-3 7 0,9-4 0,-9 14 0,3 2 0,-3 14 0,-3 3 3276,3 8-3340,-3 10 64,-2-5 180,0 9-450,-4-10 1,1-1-1,1 4-765,1-2 1,2-3-135,1-10-181,5 0-1168,-3-19 1438,-2-2 1080,1-7 0,-1 0 0,0-1 0</inkml:trace>
  <inkml:trace contextRef="#ctx0" brushRef="#br0" timeOffset="60865">23681 7300 8612,'4'-2'3058,"-1"-1"-2518,0 1 360,4 1-721,-2 2-89,3 0 90,-1 1-90,-1 0-90,1 0 90,0-1 0,-2 2 0,0-2 180,-1 2 0,-1-1-90,0 1 449,-1 1-269,-1 0 0,-2 4 0,-1-1 179,-1 12-269,0-2-432,0 10 252,2-5-90,2 3 90,2 2-90,2 1 0,1 1 90,3 2-90,0 1-391,-1-9 1,2 0 480,5 15-590,-4-14 1,0 0 589,5 11 0,-1 0 0,-2-1 0,-3-1 0,-3-1 135,-5-1 0,-3 1-225,-1 2 0,-1-5 0,-3-3-344,-3-8 344,-1-3 259,-5 1-348,2-7 653,-4 2-1824,-2-4 361,5-2 923,-4-2-1643,8-5 268,-1-7-268,2-4 0,-2-4 180,1-2 1439,2-7 0,3 7 0,3-3 0</inkml:trace>
  <inkml:trace contextRef="#ctx0" brushRef="#br0" timeOffset="62086">22913 7465 7803,'3'-7'2698,"-1"-1"-2158,1 1-181,-1 0-89,1 1-90,-1 2 90,1 1-90,-1 0 0,1 2 90,0 1-90,1 1 0,1 3-1,0 1-89,0 2 90,0 3-90,0 2 90,5 8-90,-4-4-90,3 8 270,1 13-90,-4-12-381,3 16 291,-5-18 0,0 2 0,-2-3 180,2 12-180,-1-9 0,0 8 0,-1-11 90,1 8-90,-1-7-3296,2 11 3206,-1-17 90,1 4-90,-3-10 0,0-1 90,-1-1-90,0-3 284,1 1-284,0-4 3276,1 1-3070,-1-1-116,1-2 360,-1 0-360,1-3-1,0 1-89,1-1 90,0 2 0,-1 0-90,1-1 90,-1 1-90,0-1 90,0 1 0,-1 0-90,2 0 0,-1 0 0,1 0 0,-1 0 0,2-2-1980,2-1 1980,0-1-180,1-2 0,-2 0 0,-1 2-89,-1-1-91,0 1-90,-1-1-899,4-5 629,-1 1-269,1-7 1800,-3 3-2161,-2 0 91,-2 0 0,-2 1 179,-1 0 1080,1 1 0,1 2 0,2 1 0</inkml:trace>
  <inkml:trace contextRef="#ctx0" brushRef="#br0" timeOffset="90353">18265 6318 8162,'5'0'1440,"-1"0"-901,-3 0-359,-1-2 270,-5-1-360,3 0 90,-5-3-90,4 3 0,-1 0 179,-4-1-179,0 1 720,-35-10-630,20 6 45,-11-2 0,-2 0-135,9 4 44,-1-1 1,-1 1-45,1 0 45,-5 1 0,0-1-45,-3-1 0,-8-1 0,1-2-884,3-1 794,3 0 0,0-1 90,4 0-90,-1 5 0,-1 1 0,0 0 0,-1 3 0,1 1 0,0 2 0,3 0 0,0 1 0,-6 2 0,-2 0 0,-1 0 0,-3 2-737,10-2 1,2 0 736,-5 1 0,7 0 0,0-1 0,-8 1 0,3 0 0,2 0-704,4-3 704,-7 2 0,13-3 0,3 1-252,2-2 252,-6 0-402,6 0 402,-5 0 0,8 0 641,-5 0-641,5 0 0,-3 0 0,5 0 0,-1 1 0,-1 0 0,0 2 0,-1-1 0,-9 2 0,6-2-1731,-6 2 1731,7-3 0,2 1 1369,-1-2-1369,0 0 0,1 1 0,0 0 0,-6 3 0,5-2 0,-4 2 0,6-1 0,-1-1 0,0 1 0,0-1 3276,1 2-3182,-4 0-94,5-1 0,-3 1 66,7-1-66,1-1 0,1 1 0,0-1 0,1 1 0,-1-1 0,1 1 0,-1-1 0,2 0 0,-1 1 0,0 0 0,0-1 90,-1 1-90,1-1 90,-28 6-90,21-3 0,-21 3 0,26-4 0,-1-1 0,0 0 0,1 1 90,1 1-90,0-1 0,-4 2 0,4-2 0,-4 2 0,2 1 0,2-1 0,-2 1 0,4-2 0,-1 1 0,0 1 90,-1 4-90,0-1 0,0 5 0,2-3 0,1 1 0,0 1 90,0-3-90,0 0 0,0-1 0,0 0 90,0 0-90,0 0 0,0 1 90,0 1-90,0 1 89,0 1 1,0 2 0,-1 2-90,0 2 90,-1 2 180,-2 15-1176,3-6 996,-1 11 0,3-10-90,3 0 90,1-1-3152,1 1 3152,2-2-2138,0 0 2048,1 0-1279,1 0 1279,0-1 80,0 0 10,0 1 1106,0-2-1106,0 1-45,0-4 0,0 1 45,0 7-90,-1-8 0,0 1 89,-1 9-89,0-9 0,1 8 90,-2-12 1356,2 9-1446,-3-6 298,2 7-208,-3-10-90,0 2 0,-1 0 90,-2 13-90,0-8 45,0-4 0,0 0-45,0 4 0,-1 7 90,2-14-90,0 0 90,1-4-90,-1 1 304,0-3-214,1 1 0,-1-2 2926,1 0-3016,1 0 90,1 1 833,1-1-833,0 2 0,1-2-90,-1 2 90,1-2-90,-1 0-2910,2 12 2910,-3-10 90,2 8-90,-3-13 90,1 1-90,0-4 0,0 0 90,1-2-90,-2-2 3276,0 1-3160,0-3-116,1 0 0,0 1 0,1-1 0,-1 1 0,-1-1 180,0-1-180,2-5 0,0 1 0,1-2 90,0 3-90,-1 1 0,2 0 89,0-1-89,5 0 90,-1-2-90,6 2 90,4-2-90,-2 3 0,7-1 90,8 1-90,-4 0-394,11-1 439,-13 0 0,0-1-885,16 1 840,-14-1 0,3 2-1492,13 1 1,0 2 1491,-15-2 0,1 1-442,16 2 0,0 1 442,-19-2 0,-1 0 0,1 1 0,-1 0 0,1-1 0,1 1 0,11 3 0,1 0 0,-10-2 0,0 0 0,10 4 0,-1-1 0,-11-3 0,-1 0 0,0 1 0,0 0 0,1-1 0,-1 0 0,0 0 0,0 0 0,1-1 0,-1 0 0,0 1 0,0-1 0,0 0 0,0-1 102,10 2 0,1-1-102,1 0 0,1-1-719,-1 0 1,0 0 718,-2-2 0,-3 0 1576,12 1-1576,-2-4-45,-5 0 0,0 0 45,10-3 0,-12 2 0,0-1-89,11-3-310,-13 0 399,10-1-495,-6-3 495,-10 2 0,8-1 2121,-6-1-2121,-7 2-90,4 0 90,-1-2-90,-5 4 336,6-4-336,1 1 90,-9 3-668,5 0 1,0-1 667,-4 2 0,16-6 509,-23 8-509,-2 1 269,0 0-269,1-1 0,-2 2 0,0-2 3276,-3 0-3160,-3 2-116,0-1 0,-3 2 0,-1 0 90,0-2-180,1 1 90,-1-2 90,1 2-90,-1-1 0,0-1 0,0 0-90,0-2 90,0-12 0,0 4 0,1-12 0,1 7-452,0-5 452,1-2 0,-2-4 0,0-5 0,-1-4-1287,-1-6 1287,1 21 0,-1-2 0,-2-15 0,0-2 0,1 9 0,-1 0-715,0-12 1,-1-2 714,2 14 0,-1-1 0,1 2 0,0-6 0,0-1 0,-1 7 0,1-2 0,0 1 0,-2-14 0,1 2 0,1 11 0,-1 1-45,-1-10 0,1 1-1126,1 15 0,0 1 1171,-1 1 0,1 0 0,0 1 0,0 0-107,-1-9 1,-1 1 61,1 9 1,0-1 88,-2-24 1,0 2-134,-1-1 89,3 16 0,-1-4 0,2 5 0,-3-8 0,3 10 0,0 1 684,-1 3-684,0 3 654,0 4-654,-1-2 2811,3 8-2901,0-1 834,1 8-1014,0 1-179,-1 3-181,-1 1 559,1 2-828,0 3-271,3 3-269,0-1-1529,-1 4 1619,-4-3 179,-2 5 1170,-3 1 0,-2 5 0,-2 3 0</inkml:trace>
  <inkml:trace contextRef="#ctx0" brushRef="#br0" timeOffset="40456.35">12938 14928 7533,'7'-3'1709,"-1"1"-1260,-2-1-179,-1 2-90,0 0 0,-2 1 0,3 0-90,-4 0 450,4 1-450,-4-1 179,1 1 91,5-1-270,-4 0 180,5 0-270,-6 0 720,2 0-540,-6 2-91,3-1 721,-4 1-270,3-1-91,1-1-269,5 2-180,-2-2 90,7-2 0,-4 1 180,7-4-180,-5 2 0,3-1 90,-3 1-180,-3 2 90,2 0 0,-3 1 0,0 0-90,-2 0 270,5-2-180,-1 1-90,4-1 179,7-1-89,-7 2-90,8 0 90,-9 1 0,0 0 0,1 0 0,0 0-90,0 0 90,0 0 0,0-2-90,0 1 180,4-1-90,-3 0 0,5 1 0,-5 0 0,3 0 0,0-2 180,7-1-1308,-5 2 1127,4-2 1,-9 2 0,3-2 0,-5 1-90,2 1 0,-3 1 0,-1-1 1218,1 2-1218,2-2 0,-1 2 0,12-1 0,-10 2 0,8 0 0,-1 4 0,-5-2 0,7 0 0,-9-1 180,17 0-180,-13-1 90,12 3 0,-15 0-90,-2-3 0,1 1 90,-1-2-90,-1 0 90,2 0 0,-1 0-90,-1 0 90,2 0-90,2-1 0,-2 0 90,5 0 0,-5 0 90,0-1 0,1 2-91,-2-2-89,1 1 90,-4-3 0,1 0 0,2-1-90,-1 1 0,2 2 90,-4 1-90,0 1 0,-1 0 0,0 0 0,0 0 0,2 0 0,-1 0 90,2 0-90,0 0 0,1 1 0,0-3 0,0-2 0,0-4 0,0-1 0,0 5 90,0 4-90,4 7 0,-3-1 0,4 2 0,-5-5 0,0 1 0,-1-1 90,-1-1-90,1-1 0,0 1 0,1-2 90,4 0-90,-3 0 0,5 0 0,-5 0 0,2 0 0,-1 1 90,0-1-90,-1 1 0,-1-1 0,-1 0-787,-2 1 787,1-1 90,-3 6-90,1-2 0,-4 4 0,1-2 89,-1-4-89,2-1 788,0-4-788,2 1 0,0 0 0,2 1 90,3 1-90,-3 0 0,3 0 0,-4 0 0,1 0 90,-2 0-90,0 0 90,-1 0 0,1 0 0,-1 0 0,0 0 0,-1 0-1,2 0 1,1 0-90,-1 1 90,0-1 0,-1 2 0,1-2-90,6 0 90,-2 0-90,5 0 90,-5 1-90,0 0 0,-1 2 0,-1-1 0,0-1 0,-1 1 90,1-2-90,-1 1 0,2-1 0,4 3 0,-2-2 0,3 1 90,-6-2 0,15 4-90,-11-2 90,11 2-90,-16-3 90,4-1-90,-2 3 90,1-2-90,-2 0 0,0 2 0,1-2 90,1 0-90,0 2 0,3-1 0,-3 1 0,1-1 0,-2 1 0,2-2 0,-2 0 0,3 1 0,1-1 0,-4-1 0,2 2 90,-3 0-90,1-1 0,1 0 0,0-1 0,-1 0 0,3 0 0,-3 0 0,2 0 0,4 0 0,-3 0 0,4 0 0,-5 0 90,-1 0-90,0 0 0,0 0 0,0-1 0,0 1 0,0-3 90,0 2-90,0 0 90,4 0-90,-3-1 0,2 1 90,-3-1-90,0 0 0,-1 1 90,2 1-90,-3 0-90,1 0 90,-1 0 0,-1 0 0,8 0 0,-6 0 0,5 0 90,3 0-90,-5 0 0,6 0 0,-3 1 0,-4 1 0,3 0 0,1-1 0,-3 1 0,4-2 89,-4 0-89,1 0 0,-1 0 0,9-2 0,-7 2 0,7-1 0,-3 1 0,-5 0 90,6 0-180,-7 0 90,7 0 90,3 0-876,7 0 786,-6 0 0,0-1-17,-6 0 17,0-2 0,1 1 0,7-2 90,-6 1-90,5 0 0,-1-1-2601,-6 2 2601,5 0-692,-7 1 692,0 1-63,0-1 63,1 1 0,8 0 0,-5 0 0,8 0 90,1 1-90,-7-1 0,6 1 90,-2-1-90,-6 0 0,5 0 90,-6 0-90,-6 0 3012,3 0-3012,-5 0 1043,-2 1-1043,1 1 104,-4 0-104,0 1 90,1-1-90,0 1 0,0-1 90,-1 1-90,0-1-802,0 1 802,0-1 90,0 1-90,0-1 0,0 1 0,1 0 0,-2 0 0,1 1 802,-4-2-802,0-1-180,-1 2-90,-1-2-269,-1 1-451,-3 1-449,-4 0-720,-2-2-359,-6 2-271,-5-1 91,-4-1-357,-8 1 1256,-2-5 1799,-2 3 0,-1-3 0,2 2 0</inkml:trace>
  <inkml:trace contextRef="#ctx0" brushRef="#br0" timeOffset="61566.35">20535 18110 7892,'5'4'1889,"-1"0"-1619,-3-3-180,-1 1 270,2 0-270,0-1 270,5 0-270,-4-1 180,4 0-181,-5 0 271,0-1-180,-1 1 90,1-3-90,-1 3 629,0-1-539,-1-1-90,-1 0-90,1-1 90,-1 1 1259,1 0-899,4 2-450,-2-1 90,5-1 0,-3 1 179,7-5-179,-3 2 180,15-7-270,-9 6 0,10-1 0,-6 2 45,8 1 0,2 0-135,4-1-447,-2 2 1,0 0 446,0 2 0,2 0 90,2 0-90,-8 0 0,2 0-1548,2 0 0,1 0 1548,0 1 0,1-1-1036,-2 0 1,0 0 1035,13 3-514,1-2 514,0 2 0,0-1 0,-4 2-45,-1 2 0,1 3 45,1 1 0,-6-1 0,-1 1-1070,-2 3 980,-9-3 90,4 2 1256,-11-5-1346,-2-1 2042,-1 1-1952,2-2 0,-4-2 0,4 1 827,-5-1-827,-1-1 3276,-1-1-3223,0 1 137,-1-2-280,1-2 90,3 2-90,-3-2-90,4 1-90,-5-1 90,0 0-89,-2 2-181,0-1 0,-1-1-180,-1 2-179,-1-1-360,-2 0-361,-6 1 91,-4-1-90,-7-1 180,-4 2 529,1-2 1,-3 1 0,3-2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10:12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1188 8110 6183,'11'6'3276,"-2"-2"-2594,-6-2-682,-1-1 90,-2 1 450,3-2-540,-3 0 809,1 2-719,-2-1 540,-6 1-540,3-2 809,-15-3-719,12 2-90,-9-2 180,0 1-180,7 2 540,-34 2-540,28 1 134,-11 6 1,1 1-45,12-1 135,-6 8 0,2 1-225,9-6 270,-7 25-270,16-26 0,17 20-90,-5-21 0,8 4 0,2 1 0,-4-4 45,11 7 0,-1 0-45,-8-6 134,3 5 1,-1-2-45,-12-6 540,7 7-450,-15-12 270,-15 3-450,1-5 0,-14 1 0,-9-1 0,17-1-630,-20 0 180,27-1-179,-5 0-91,7-1-1978,3-7 1618,6 0-2197,10-16 1517,-2 11 1760,10-12 0,-9 15 0,6-3 0</inkml:trace>
  <inkml:trace contextRef="#ctx0" brushRef="#br0" timeOffset="396">1433 8195 6813,'-5'6'3276,"-9"1"0,7-4-2722,-13 17-554,13-8 180,-8 23-180,10-18 90,-1 24-90,6-23 90,5 21-180,0-23-90,10 12-90,-5-19-1439,25-3 630,-15-10 1079,5-10 0,0-1 0,-4 1 0,10-13 0</inkml:trace>
  <inkml:trace contextRef="#ctx0" brushRef="#br0" timeOffset="861">1653 8205 6993,'-5'-16'3276,"-10"1"-1335,10 12-1401,-12 0-360,13 5-90,-5 0 359,-2 18-359,4-8 0,-6 13 0,8-10 90,-3 9-90,2 3-90,1 6 0,3-9 0,2 4 90,0-17-90,0 6 0,1-12 90,0-3-90,2 1 180,-1-5-90,2-15-90,-1 7 0,0-14 0,0 0 0,-2 9 0,0-7 0,-1 7 0,0 7 0,0-3 0,0 7 0,0 1 0,3 1 0,-2 3 0,11 15 0,-7-5 90,12 22-90,-9-19-90,12 19 0,-11-21-630,13 13 360,-12-19-1259,18-3 720,-13-9 899,3-17 0,-1-4 0,0 0 0,-5 0 0,-1 0 0</inkml:trace>
  <inkml:trace contextRef="#ctx0" brushRef="#br0" timeOffset="1246">1848 7890 7353,'5'-2'3276,"-4"2"-1515,0 4-1491,-4 2 0,-1 2 269,0 19-359,1-7-45,0 10 0,1 1-45,1 2-1591,0-7 0,0 1 1501,1 4 0,0 1 0,0-1 0,0-3 0,0-1 0,0 7-353,0-8 0,0-1 353,2-3-522,-1 5 342,1-9 878,14 9-1507,-8-20-2340,12-5 2160,-15-10 1232,-1-6 0,-3 3 0,0 0 0</inkml:trace>
  <inkml:trace contextRef="#ctx0" brushRef="#br0" timeOffset="1462">1956 8220 7173,'9'6'3276,"2"13"-975,-9-5-2121,2 11 0,1 7-180,-1-12 0,6 20-90,-6-22-900,6 12 271,-6-18-2558,-4 0 2056,-3-12 1221,-5-7 0,2 2 0,3-1 0</inkml:trace>
  <inkml:trace contextRef="#ctx0" brushRef="#br0" timeOffset="1607">1969 8050 6813,'-2'-6'2968,"1"0"-2338,1 1-180,1-3-540,1 4-2789,3-2 1980,-2 8 899,4 5 0,-4 4 0,4 4 0</inkml:trace>
  <inkml:trace contextRef="#ctx0" brushRef="#br0" timeOffset="1974">2126 8288 7623,'7'22'3276,"-1"-1"-2685,-6-3-231,2 11-1820,-1-6 1550,2 4 0,-2-16 434,-1 3-434,0-4 0,0 1 0,0-5 180,0-1 90,0-1-270,-1-13 1025,2 3-1115,3-26 0,1 15 0,10-29 0,-7 25 90,11-23-90,-13 29 90,3-8 0,-7 20 0,-1 1 90,9 25-180,-5-10-90,6 18-180,-5-9 1,-1-5-91,4 5-2917,10 3 1876,-10-15 322,6 7 1079,-6-18 0,-3-1 0,6-3 0</inkml:trace>
  <inkml:trace contextRef="#ctx0" brushRef="#br0" timeOffset="2360">2479 8260 7173,'-6'-2'3276,"1"3"-795,-9 28-2391,5-9-1555,-7 21 1465,9-19 230,0 11-140,3-9-90,0 14 0,3-21 334,6 2-244,-2-20-90,9-16 0,-5-1 0,4-10 0,-2-6 0,-2 11 786,2-8-427,2 8-179,-3 13 720,20 21-720,-16 9 224,4 13 1,-1 5-180,-8-11 0,-3 3-581,-1 8 0,-1 6 1,-1-5 490,-1-5 0,-3-1-15,-5 6 0,-4 3 0,0-7-120,-8 3-45,-3-4 0,-1-1-1252,-2-8 937,-11 6-1279,6-17 1,-1-5-931,-7 2 930,-7-6 1,1-3 1393,13-6 1,7 1 0,1-1 0,6 1 0</inkml:trace>
  <inkml:trace contextRef="#ctx0" brushRef="#br0" timeOffset="20479">946 11463 6903,'3'8'3276,"0"-1"-2774,-4-6-322,2 0 539,-4-1-629,2 1 90,-2 1-90,1 1 630,-5 18-630,5-9 90,-4 16 89,10 13 1,2 1-270,-2-4-45,0-5 0,0 10 0,1-1 0,-1-9-45,-1 2-1549,1 13 1,-2-6 418,-5-33 1220,-10-6 0,5-13 0,-5-11 0</inkml:trace>
  <inkml:trace contextRef="#ctx0" brushRef="#br0" timeOffset="20736">863 11715 7083,'13'-7'3276,"-5"3"-2324,4-2-503,3 4-359,-6 2-90,30 8-90,-21-4-439,15 6 349,-15-8-2810,13-1 2001,-15 1 989,7-2 0,-23 0 0,0 0 0</inkml:trace>
  <inkml:trace contextRef="#ctx0" brushRef="#br0" timeOffset="20936">1153 11705 8072,'-1'14'3276,"1"-3"-2414,-7 28-772,5-21-225,-1 9 0,2 0-764,6-7-1,-2 5-2158,-6-17 2068,-1-9 990,-5-6 0,4 2 0,2-1 0</inkml:trace>
  <inkml:trace contextRef="#ctx0" brushRef="#br0" timeOffset="21856">1253 11828 7083,'8'32'1092,"-1"1"0,0-5 0,-2-1-230,-1 2-772,-3-15 89,3 10-179,-3-22 90,0-16-90,-1 4 90,1-25-90,-1 18 0,2-10 0,2-1 0,1 1 0,-1 1 0,0-2 0,1 2 90,1 6-90,-2 11 180,13 5-180,-9 10 0,7 7 0,-10-2 90,4 23-90,-4-15 45,1 7 0,-1 0-45,-3-10 180,2 12-90,-4-24-90,10-24 0,-5 6 90,6-18-90,-1 7-90,-5 9 180,3-5 180,-1 11-180,-5 8-90,4 2 270,-3 16-181,-1-3-89,3 10 90,3 20-90,-3-18 0,1 6 0,2-2 0,2-4-45,4-4 0,1-2 45,0-6 0,10-1 0,-2-36 0,-8 10 0,7-17 0,-1-1 0,-7 7 0,2-12 0,-1 1 0,-9 13 45,-4-5 0,-3 1-45,-2 11 0,-16-9 0,10 23 0,-7 4 270,-5 26-180,11-10 180,0 25 0,5 4-180,6-11-45,0 2 0,5 0-180,9-16 0,2-4-3142,2 1 2532,18 8 26,-18-27-361,-1-5-2197,0-17 1517,-9 5 1760,-1-13 0,-12 14 0,1-1 0</inkml:trace>
  <inkml:trace contextRef="#ctx0" brushRef="#br0" timeOffset="22108">978 11385 8072,'-13'-30'3276,"7"5"-6553,35 19 1659,-8 6 798,15 2 1,-17 9 0,0 5 0</inkml:trace>
  <inkml:trace contextRef="#ctx0" brushRef="#br0" timeOffset="23425">1253 12285 7083,'-25'-37'1638,"-2"26"0,0 8 1202,4 13-2750,-1 1 0,0 3 360,-9 21-360,17-14 0,1 8 0,3 1-90,10-9 0,1 15 0,5-22 0,7 4 0,-3-5 0,7 4 0,15-1 0,-16-6 90,13 6-90,-27-11-90,-14 9 0,1-6-1079,-25 6 719,26-12-2827,-8-12 2146,20-2 1131,7-25 0,-1 19 0,3-13 0</inkml:trace>
  <inkml:trace contextRef="#ctx0" brushRef="#br0" timeOffset="23893">1256 12173 7623,'6'-19'3276,"-7"15"-1875,-2 13-1041,-9 37-270,9-21 90,-1 18 0,1 2-91,1-7-44,1-6 0,1 5 0,5 12 0,0-3-45,-1-7 0,3 10 0,1-8 0,-4-32 0,17-10 0,-13-8 0,10-13 0,-2-19 0,-7 17 0,2-9 0,-1 2 0,-3 12 0,5-17 0,-7 29 90,4-2-90,-6 12 90,3 3 0,2 31-90,-4-16-45,2 16 0,0 0-45,-2-12-450,2 5 1,0-4 89,-1-17-90,6 2-2737,1-32 1697,-5 6 1580,3-14 0,-6 11 0,-1 1 0</inkml:trace>
  <inkml:trace contextRef="#ctx0" brushRef="#br0" timeOffset="24009">1531 12493 7173,'10'40'652,"-13"-5"0,0-34 0,-9 0 0</inkml:trace>
  <inkml:trace contextRef="#ctx0" brushRef="#br0" timeOffset="24155">1488 12330 6993,'4'-12'2878,"-1"6"-5216,-2-13 1348,-1 13 990,-1-4 0,-1 8 0,2 2 0</inkml:trace>
  <inkml:trace contextRef="#ctx0" brushRef="#br0" timeOffset="25145">1728 12230 6993,'-2'-29'3276,"-9"1"-885,5 24-2211,-6-2 90,3 8-181,4 1 1,-5 2 90,-1 10-180,4-7 90,-10 21 0,10-15 0,-10 11-90,9-16 180,7 2-90,0-10-90,10 4 0,-7-4 90,-1 2 0,-1-2 360,-2 0-360,0 1 719,-9 19-629,6-12 270,-4 26-180,8-22-180,1 9 539,4 9 1,2 3-540,0-1 119,3 5 1,3 11 0,-1-9-120,2 3-1729,0 0 1,0-2 1523,-3-12 115,0 0-559,6 16 559,-7-18-8,-1 0 1,-3-1-353,-6-5-1079,-11 12 720,-1-20-1,-7-2-2557,-22-25 0,23 6 566,-20-16 2630,30 9 0,3 1 1,2-2-1</inkml:trace>
  <inkml:trace contextRef="#ctx0" brushRef="#br0" timeOffset="25333">1606 12550 7623,'19'-16'1638,"0"0"0,13-12-507,-3 9-2030,-12 10-2378,7-9 2949,-20 17 0,-7-1 1,-1 6-1</inkml:trace>
  <inkml:trace contextRef="#ctx0" brushRef="#br0" timeOffset="25722">1851 12285 7083,'-5'-27'3276,"-1"4"0,-2 24-2812,1 2 165,0 18 1,1 6-360,1-1-180,1 2 0,1 4 135,1-3 0,1 0-3502,2 14 3264,-1-12 1,0-2 12,3 3-664,2 3 484,-2-15-2248,5 18 1348,-6-29-2197,-9 1 1427,-1-13 2649,-11-8 0,11 5 1,-1-2-1</inkml:trace>
  <inkml:trace contextRef="#ctx0" brushRef="#br0" timeOffset="25900">1778 12535 7263,'36'-32'3276,"-20"20"-2801,3-5 1,0 0-2724,6 4 1168,-14 7 1080,7-1 0,-17 11 0,-1 4 0</inkml:trace>
  <inkml:trace contextRef="#ctx0" brushRef="#br0" timeOffset="26272">1941 12603 8792,'15'-3'3276,"11"-22"-1965,-18 13-1176,4-10 0,-2 0-135,-7 9 90,-1-24-90,-6 24 0,-3-9 180,-5 9-90,6 6 360,-13 6-360,13 5 359,-13 22-269,14-12-90,-6 10 90,11 2-180,0-12-225,11 8 0,3-1-44,-2-9-901,12 2 1,3-5 179,-8-10-716,17-6 536,-20 0 1170,17-21 0,-15 14 0,13-15 0</inkml:trace>
  <inkml:trace contextRef="#ctx0" brushRef="#br0" timeOffset="26684">2281 12393 7173,'-9'-36'3276,"-1"7"-76,-8 32-2930,1 7-45,-3 7 0,2 2-225,-2 8 45,5 3 0,2 0-45,7-9 0,4 22 0,6-34 0,5 3 0,9-26 0,-7 2 0,8-11 0,-11-1 0,-2-2 0,2-3 0,-6-5 0,-1-10 0,-2 7 0,-1-3 0,-2 5 0,-1-6 0,1 9 90,0 9-90,-1-10 90,5 31 449,-2 12-269,2 0 0,-1 9 45,3 8 0,2 2-225,0 5-90,3-1 0,1 6 0,-1-5-270,4 6-1035,3 8 1,0-4-135,-6-18-90,4 12 1529,-17-20 0,1-8 0,-5 6 0</inkml:trace>
  <inkml:trace contextRef="#ctx0" brushRef="#br0" timeOffset="27312">1323 12908 7892,'31'-5'3276,"-1"1"-2081,6-1 1,2 0-1106,-15 2 0,4 0 67,13-2 1,10-1-1,2 0 1,-7 1-1251,-10 1 1,-4 2 0,3-1 674,6-1 0,4-1 0,1 0 0,-4 1-92,0 1 0,-2 1 1,-4 1-31,-6-1 1,0 0-46,12-1 0,2 2 595,-8 3 1,-3 1 0,4 3 0,-8 0-1,0 0 1</inkml:trace>
  <inkml:trace contextRef="#ctx0" brushRef="#br0" timeOffset="27479">2966 12975 9062,'4'-19'-2069,"0"2"2069,0 1 0,-3 7 0,4-2 0</inkml:trace>
  <inkml:trace contextRef="#ctx0" brushRef="#br0" timeOffset="52452">22523 8398 8252,'-12'32'468,"0"1"0,1 0 0,9 6 0,4 7 0,3 2 0,1-4 0,2-10 817,0-7 1,8-6-1316,12-7 0,14-1 0,8-3 0,3-2 0,-5-4 0,-10-5-105,7-12 0,-1-11 135,-9 8 0,9-6 0,5-3 0,0 0 0,-3 1 0,-7 4 0,-11 6 0,7-4 0,-2-1 0,1-1 0</inkml:trace>
  <inkml:trace contextRef="#ctx0" brushRef="#br0" timeOffset="53138">22236 12235 7263,'-3'-9'3276,"-1"5"-2036,-4 25 1,-2 9-1062,0-1-134,-1 1 0,3 4 315,11 10 0,4-3-270,1-5-45,1 5 0,6-8 90,9-29 0,3-8-135,8-1-656,-6-6 1,8-7-1,4-3 1,-1 0 0,-7 4-33,4-4 1,0 0 491,0-2 1,5-2 0,2-1 0,-3 4-898,2 2 1,-2 4 0,-4 2 802,-5 3 0,0 2 0,2-2 0,2-1 0,-8 6 0,-6 10 0</inkml:trace>
  <inkml:trace contextRef="#ctx0" brushRef="#br0" timeOffset="58289">22396 7155 7892,'-14'-26'3276,"5"15"-705,-6-7-1537,-8 43 1,0 13-855,3-5-1000,4 2 1,-4 12 0,0 0 0,6-9 466,6-12 1,1-1 322,-2 11 0,-1 5 0,0-8-3247,-7-4 442,7-24 2835,-16-25 0,18-9 0,2 3 0,1 1 0</inkml:trace>
  <inkml:trace contextRef="#ctx0" brushRef="#br0" timeOffset="58490">22173 7103 6993,'22'-26'3276,"-12"17"0,11-7-2505,-10 38 1,-1 9-682,2-1-30,2 6 0,4 11 0,-2-7-150,-5-13 0,0 0-1003,4 11 1,2 4 0,-4-6-1297,-3-1 2389,-24 5 0,-3-42 0,-18-1 0</inkml:trace>
  <inkml:trace contextRef="#ctx0" brushRef="#br0" timeOffset="58627">22188 7375 7083,'39'-11'1638,"0"0"0,-3 2-546,-6 3 0,5-1 0,-1 2-1985,8 6 1,-5 1-997,5 1 989,-7-1 1,-2 4 899,-12 8 0,-11 2 0,0 9 0</inkml:trace>
  <inkml:trace contextRef="#ctx0" brushRef="#br0" timeOffset="59519">21920 11130 7623,'0'-15'3276,"0"36"0,0 1-2762,0 8 1,0 9-1,-1-7-424,1 5-390,-1-1 0,0 7 0,0-10-59,-1-10-181,-2 22 0,1-45-2737,-11-30 0,8 13 2457,-8-26 1,11 22 0,1-1 0</inkml:trace>
  <inkml:trace contextRef="#ctx0" brushRef="#br0" timeOffset="59842">21855 11135 8522,'6'-11'3276,"0"1"-2324,-3 7-682,4 0 269,15-1-449,-9 2 270,12 7 0,-1 2-360,-10 3 90,15 12 0,-29-7 180,-10 28-270,3-19 44,-3 10 1,0-1-45,5-15 0,8 29 0,5-38 90,11 10 990,12-3-540,-18-7-1,12 9 495,-44 4 1,-11 2-765,-1 0-720,4-4 0,-9 4 1,-1 0-1,6-6-495,8-5 1,-1-2 224,-5 4 1,-3 2-1,5-6-2557,2-9 2457,13-2 1,-1-1 0,13 1 0</inkml:trace>
  <inkml:trace contextRef="#ctx0" brushRef="#br0" timeOffset="61418">22323 14700 8162,'-11'2'3276,"2"2"-1964,7 0-233,-4 25-989,2-12 90,-1 20-45,-2-13 0,1 0-135,-1 4-180,0 16 0,1 0-90,3-20-2788,11 9 1889,-2-40 1169,4-18 0,-1-4 0,-1 4 0,-1 0 0,1 0 0</inkml:trace>
  <inkml:trace contextRef="#ctx0" brushRef="#br0" timeOffset="61658">22388 14515 7713,'27'31'1638,"-7"3"0,-5 1 393,-6-4-2091,4 9 0,2 10 0,-2-8-30,-1-6-1440,4 14 1,-7-8 360,-11-36 1169,-17-6 0,4-7 0,-10-3 0</inkml:trace>
  <inkml:trace contextRef="#ctx0" brushRef="#br0" timeOffset="61837">22271 14850 7263,'42'-13'3276,"-8"3"-4060,-8 0 1,-1-1-386,-4 0 1169,1-1 0,-2 0 0,-8 7 0,3-1 0</inkml:trace>
  <inkml:trace contextRef="#ctx0" brushRef="#br0" timeOffset="62442">22763 14618 8882,'2'33'3276,"0"-3"-1335,2 13-1851,0-18 0,0 7 0,2 7 0,-1-6-90,0 1-996,2 5 1,-1-4 905,-1-21 167,2 4-347,-2-11-124,2 1-326,-6-12-2557,-8-30 438,1 16 2707,-8-23 1,6 27-1,1 0 1</inkml:trace>
  <inkml:trace contextRef="#ctx0" brushRef="#br0" timeOffset="62592">22723 14768 7713,'39'9'1638,"-6"-5"0,-2-2-2396,-10-4-814,20 0 583,-28-3 989,3-2 0,-4 1 0,5-2 0</inkml:trace>
  <inkml:trace contextRef="#ctx0" brushRef="#br0" timeOffset="62870">23086 14635 7623,'15'-9'3276,"-2"3"-1335,0 27-1761,-7-8-90,7 16 134,-9-5 1,-1 1-135,0 0-90,4 21 0,-1 1 0,-2-23-477,0 6 0,0-4 477,-2-17-1041,6-5 411,-4-5-2647,0-28 1427,-6 9 1660,-4-18 0,2 18 1,0 0-1</inkml:trace>
  <inkml:trace contextRef="#ctx0" brushRef="#br0" timeOffset="63316">23101 14620 7713,'6'-11'3276,"0"1"-616,14 3-2480,-9 2 180,29-8-180,-26 10-180,13-3 360,-7 14-270,-12-3 359,-7 34-179,-14-15-270,-6 16 180,7-4-180,11-15 0,6 14 0,5-20 0,4-2 0,30-5 90,-23-4-746,23 3 656,-31-4 0,-8 21 0,-7-10 0,-9 18-90,-7-17-495,-9 2 1,-2-1-136,-4 1 213,3-2 1,2-2-753,5-9-1,1-1-179,2-6 1439,-11-7 0,14 2 0,-6-6 0</inkml:trace>
  <inkml:trace contextRef="#ctx0" brushRef="#br0" timeOffset="69619.62">20850 1593 6903,'-32'1'3276,"23"1"0,-16-3-2522,46-2 1,24-2-1,-5 2-844,3 0-566,-8 1 1,13-1-1,3-1 1,-3 1 0,-13 1-2622,4-1 2730,-2 1 1,4-1 0,-20 0 0,-32-1 0,-6 0 0</inkml:trace>
  <inkml:trace contextRef="#ctx0" brushRef="#br0" timeOffset="70289.62">20743 1605 7713,'-21'1'3276,"5"1"-346,23-1-2840,-2 0 135,21 18 0,3 5-225,-7-6 0,6 6 0,2 2 0,4 6-1497,-12-11 1497,12 13-206,-12-9 1,0-2 205,0-3 0,-1 2 0,-2-2 0,-8-15 0,3 8 0,-9-5 0,-14 16 90,-4-15-90,-15 9 179,1-5 1,0-2 0,-8 5 45,-2 6 0,2 0-135,12-6 775,-3 12-865,23-20 1204,9 11-1114,1-8 90,19 6 0,6-2-180,1-5-45,-2 1 0,6-2-1048,-2-8 1,3-3 0,-5 0-758,13-1 1850,-8-3 0,5-4 0,-10 0 0,-13-4 0,9-13 0</inkml:trace>
  <inkml:trace contextRef="#ctx0" brushRef="#br0" timeOffset="70989.62">21685 1530 7533,'-20'-28'1092,"0"0"0,-7 19 0,4 11 2184,13 18-3182,0 15 1,0 13 0,3-7-95,5-17 0,1 2-23,-3 8 1,0 8-1,0 0 1,2-7 22,4-8 0,1-1 150,-1 8 0,0 3 0,1-7 29,7-2 91,2 4 810,-11-52-900,1 4-46,10-28 1,3-4-135,-1 13 0,2 2 0,5-5 0,-3 9 0,1 11 0,16-13-89,-3 43 89,-16-3-450,3 27 0,-3 4 90,-12-10-1079,2 14 0,-1-3-900,-1-26 2339,17-6 0,-6-16 0,9-13 0</inkml:trace>
  <inkml:trace contextRef="#ctx0" brushRef="#br0" timeOffset="71299.62">22156 1695 7263,'-10'3'3276,"-11"35"-885,12-16-2361,4 9 0,0 9 0,3-7-30,2 3-60,7 3 0,3 8 0,0-10-30,1-11-1549,11-3 1,1-9-572,-14-25 1220,12-19 990,-22 8 0,-3 2 0,0-1 0</inkml:trace>
  <inkml:trace contextRef="#ctx0" brushRef="#br0" timeOffset="71489.62">22075 1705 6993,'23'-29'1079,"17"12"-2068,-28 21 989,18 9 0,-23-4 0,4 4 0</inkml:trace>
  <inkml:trace contextRef="#ctx0" brushRef="#br0" timeOffset="71889.62">22351 1850 8252,'0'-4'3276,"1"1"-1515,-5 14-1671,3-3 0,-3 11 90,-2 19-180,4-15 0,-2 18 90,6 4 90,-2-26 0,3 17 180,-1-46-270,-1 0-90,4-12 0,9-9 0,2-2 90,-2 3-120,3 1 0,3-6 0,-3 9 30,-1 7 0,13-15 0,-7 42 0,-12-1-270,6 29 0,-3 5 180,-8-12-45,2 8 0,-1 1-1394,-2-10 630,-1-15-91,5 4 990,0-36 0,-1 5 0,3-13 0</inkml:trace>
  <inkml:trace contextRef="#ctx0" brushRef="#br0" timeOffset="72319.62">22698 1708 7353,'43'-7'3276,"-6"1"-706,-24 4-2480,19-3-90,-15 2 180,24-5-180,-31 5 90,7-2 180,-11 4-180,-3 0 360,1 28-450,-3-11 45,3 21 0,1 2 45,1-9-734,-1 0 1,0-1 643,-2-8-179,-2 6 0,1 1 179,-2-2 0,2 0 0,-1-3 0,-2-9 0,-11 9-90,4-11-3187,-29 6 1247,22-19 680,-16-5 1350,19-11 0,2 2 0,1-4 0</inkml:trace>
  <inkml:trace contextRef="#ctx0" brushRef="#br0" timeOffset="77999.62">24081 1605 7713,'-4'-4'3276,"3"3"-2145,-14-1-1131,8 4 180,-5 3-180,7-1 720,-21 8-541,14-7 136,-28 10 0,-5 2-225,13-3 30,-4 3 0,-9 4 0,9-4-30,3 1 60,1 1 0,-5 3 0,8-4-1061,5 0 956,-1-1 0,1 2-70,5 2 25,10-11 90,3 20-90,10-21 45,14 9 0,5 1-45,6-1 0,0-4 0,5 2 0,-4-3-90,7 2-495,2-4 1,-2-2-316,-20-7 1170,8 0-1170,-12-2-2377,16-4 2724,-14 1 1,12-2 0,-19 2-1</inkml:trace>
  <inkml:trace contextRef="#ctx0" brushRef="#br0" timeOffset="78939.62">24364 2085 6813,'-11'-1'3276,"2"-2"-166,4 0-2480,-7-10-540,5 5 0,-3-8 270,7-13-270,3 13-45,7-16 0,3-1-45,-1 11 0,8-11 0,2 1 0,-6 18 0,18-9 0,-12 28 0,1 3 0,13 24 0,-18-13 0,9 12 0,0 0 0,-8-11 45,10 3 0,1-4-45,-10-17 90,15 0 179,-16-27 1,-4-6-180,-2 4-45,1-4 0,-4-4-1259,-10 0 0,-4 4-316,1 5 1530,-3-9 0,-1 8 0,5 24 0,-6-2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19:49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12456 2003 7982,'-15'-38'3276,"12"22"-3137,30-3 1,21-1 0,-5 6-140,-17 9 0,4 4-231,4 0 0,11 1 0,7 0 0,2 1 0,-1 1 0,-7 0 0,-9 0 6,2 3 0,-3 1-298,2-1 1,9 2 0,2 0 0,-9-2 0,-16-1-647,-17-3 1169,-35-14 0,7 5 0,-3-2 0,0 0 0</inkml:trace>
  <inkml:trace contextRef="#ctx0" brushRef="#br0" timeOffset="199">12961 1845 7623,'33'-28'3276,"-2"7"0,-3 15-2460,-4 9 1,-1 4-637,0 1-90,-1 19 0,-5 4-180,-12-6-45,-3 2 0,-4 0-3142,-16 6 0,-3-13 0,1 6 2660,8-19 1,11-7-1,2-1 1</inkml:trace>
  <inkml:trace contextRef="#ctx0" brushRef="#br0" timeOffset="634">13824 1718 7623,'10'-19'3276,"-6"11"-886,2-10-1580,-14 10-540,3 5 809,-35 27-989,24-9 0,-8 14 0,0 2-90,12-5-1547,0 14 1,2 1 1456,5-5 45,0-4 0,3 1-720,9-4 0,2-4 46,0 2 719,17-10 0,3-7 0,-6-13 0,0-6 0,1-1 0</inkml:trace>
  <inkml:trace contextRef="#ctx0" brushRef="#br0" timeOffset="1375">14144 1765 6723,'-4'-23'3276,"0"16"-435,-6-13-2392,-10 22-269,8 1 90,-18 17 0,-1 5-270,8-1 30,3 0 0,-3 6 0,5-4-30,4 6 0,3-9 0,3 3 0,8 21 90,2-23-90,38-6 90,-21-27-60,4-11 0,4-9 0,-5 3 60,-1-10-60,-5 4 0,3-7 0,-5 6 60,-4 1-90,-1 5 0,-1 0 90,-3-1 0,-2 15-90,-1 1 0,-2 17 0,0 9 44,0 9 1,0 7-45,2 7 0,1 2 0,-2-6 0,1 1 45,6 10 0,1-9-45,-1-25 90,8 5-90,-2-51 90,-5 12-1729,5-20 1,0-1 1433,-5 13 205,1 1 0,-1 2-67,-2 8 67,-3 14 0,2 1 45,0 39 0,-1 16-45,0-15 0,1 12 0,1 0 0,3-18 2144,6 2-2144,3-7 89,0-8-89,17-38-2896,-20 4 2896,4-24 0,-4-3-899,-9 9 854,-1 1 0,-2 0 310,-4-5-445,0 21-450,0-12-2647,-8 36 3378,4-3-101,-8 16 0,10-8 0,0 4 0</inkml:trace>
  <inkml:trace contextRef="#ctx0" brushRef="#br0" timeOffset="1679">14659 1748 7083,'26'-29'3276,"-6"-4"0,-28 22-2092,4-1-1005,-15 26-179,11 16-1070,-2 1 1070,9 4 173,8-5 0,2-1-173,-1 2 0,3 9 0,0-2-387,-7-17 387,1 12 90,-18-14-90,3-8-90,-17 8-3187,-6-6 1607,15-7 1670,3-13 0,24-3 0,7-11 0</inkml:trace>
  <inkml:trace contextRef="#ctx0" brushRef="#br0" timeOffset="2243">14854 1915 7173,'15'-21'1638,"0"0"0,-10 4 1638,-27 41-2774,9 0 0,1 4-502,0-2 0,3 0 0,8 14 0,5-25 0,12-18 0,-6 4 0,12-26 0,-13 10-90,4-6 0,2 1 90,-4 10 0,16-3 0,-20 27 0,16 22 0,5 2 0,-2-11-160,1 9 0,4-6 160,7-25 0,-8-6 0,1-15 0,6-10 0,-6 3 0,-10 6 0,-1-3 0,5-10 0,4-10 0,-1-1 0,-7 6 0,-8 7 0,-4-1-820,1-10 1,1-10 0,-1 0 0,-3 8 859,-3 7 1,-2 1-11,1-5 0,0-4 0,-2 4 284,-5-2 1,-2 7-225,-1 3 315,-17 38 0,-2 15-270,13 7 0,3 7-818,-5 0 0,-2 3 0,4-2 728,5 4 0,3-4 0,3-9 0,0 0-253,1-2 1,2 3-176,5 5 1,4 7 0,0 0 0,0-7 148,1-1 0,1-2-246,1 14 1,3 5-1,1-16-2797,7-23 1099,-14-7 2178,-1-13 0,-14-2 0,-2-6 0</inkml:trace>
  <inkml:trace contextRef="#ctx0" brushRef="#br0" timeOffset="2695">13339 2673 8162,'20'-5'1092,"8"3"0,8 0 0,-4 1 1749,15-2-2928,-10 2 0,9-1 0,2 0 0,-7 1 132,-4-1 0,3 1-514,-4 1 1,9 1 0,5 1 0,3 0 0,-1 0 0,-4 0 0,-7 0 346,5 0 0,-6 1 0,7 0 42,-10-1 0,6 1 0,5 0 0,2 0 0,1 1 0,0-1 0,-4 0 0,-5-1 0,-6 1-500,7-1 0,-8 0 0,6-1 111,-5 0 1,7-1 0,3-1 0,1 0 0,-2 0 0,-4 0 0,-7-1-1171,11-3 1,-3-2 1617,-4 1 0,6-2 1,-3 0-1,-8-1 0,4-7 1,-15 5-1,0 0 0</inkml:trace>
  <inkml:trace contextRef="#ctx0" brushRef="#br0" timeOffset="2879">15982 2760 7982,'18'12'3276,"-8"-6"-2504,5-3-772,-39-33 0,7 18 0,-6-4 0,1 0 0</inkml:trace>
  <inkml:trace contextRef="#ctx0" brushRef="#br0" timeOffset="68354">1866 4138 7173,'-11'-44'3276,"2"9"-4607,4 24 1601,0 2 1311,-3-3-232,-4-1-845,4 4-324,-2 2 89,7 8 91,-2 4-270,-2 2 450,-19 27-450,11-14 638,0-1 1,0 1-639,1 1 45,3 17 0,1 3-135,2-6 0,2 11 0,8 0 45,12-26 0,4-3-45,11 7 0,8-6 0,-19-30 90,-1-11-135,-9-9 0,-6-6 45,-7-5 0,-3-2-510,4 2 1,-4 0 509,-13-3 0,-3 6 0,1 8-30,3 6 0,-3-6 0,3 5 30,-6-8 0,2 0 0,2 2 0,12 13 0,2 0-90,5-7 90,13 6 0,5 0-45,2 3 0,3 3 0,1-4 0,3 4-225,2 9 0,-1 4-180,1 4 1,6 4-2828,10 6 887,-22-5-39,14 13 2429,-29-7 0,0 9 0,-3-2 0</inkml:trace>
  <inkml:trace contextRef="#ctx0" brushRef="#br0" timeOffset="68790">2049 4055 7623,'15'2'3276,"-6"7"-1335,-3 4-1761,-6 7-1,0-3 1,-2 3-90,1 3 90,2 17 0,2 5-135,0-19 0,1 1-762,1 19 1,2-1 716,5-7 0,-2-13 0,0-2 0,0-3-989,18 10 359,-15-20-359,17 3-1350,-17-34 1170,-2 1-1,-5-12 1170,-7 3 0,-5 0 0,0-2 0</inkml:trace>
  <inkml:trace contextRef="#ctx0" brushRef="#br0" timeOffset="68979">2026 3945 7173,'12'-3'3276,"1"-1"-2594,17-10-682,-11 7-90,10-5-180,-13 7-360,0-1-1259,3 1 900,-9 1 989,2 2 0,-9 3 0,3 0 0</inkml:trace>
  <inkml:trace contextRef="#ctx0" brushRef="#br0" timeOffset="69377">2371 4010 6993,'2'27'1092,"1"0"0,-1-1 0,0 2-415,0 11 0,0 5 0,-1-4-1727,0-8 1,0-2 1049,0 10 0,0-7 90,-1-15-90,0-3 852,1-1-312,-3-2-450,2-8 266,-2-5-356,2-11 0,0-3 0,1-12 0,1 4-45,1-3 0,2-5 45,0-3 0,1 0-1,0 5 1,-1 2 0,1-5 0,0 5 0,-1 12 0,-1 3 0,1 3 180,11 16-180,-7 2 90,13 26-90,-13-10-783,3 14 783,-4-8 166,-3-7 1,0 5-497,0 6 0,0 5 1,0-3 59,-1-4 0,1-1-390,-1 3 1,-1 3-1,-1-11-509,-3-14 0,-3-4 1169,-5-17 0,5-2 0,-3-7 0</inkml:trace>
  <inkml:trace contextRef="#ctx0" brushRef="#br0" timeOffset="69857">2626 3990 6993,'5'3'3276,"3"-2"-1875,-3 0-1221,3-1 0,-4 0-90,1 0 90,6-2-90,-3 0-90,7-1 270,21 1-270,-18 1 0,18 1 90,-25 0-90,-2 0 0,-1 0 180,1 4 89,-3 5-179,0 2 0,-4 4 0,-2-3 0,0 2 0,0 2 0,1 16 0,0 4-90,1-2-188,0 3 1,0 1 277,1 3-90,0-9 0,2 10 0,-1-6 0,1 3 0,0-11 0,-1 0 0,1 10 0,0-2 0,1 0 0,-5-24 90,0-2-90,-13 5 0,0-10 0,-6 4 0,4-8-3277,-16 6 768,10-4 1250,-13 2 151,16-7-151,1-1 89,-2 1 1170,-2 1 0,0 2 0,0 0 0</inkml:trace>
  <inkml:trace contextRef="#ctx0" brushRef="#br0" timeOffset="80441">22431 3565 6903,'-4'-5'2159,"0"-1"-1440,-5-16 1,-1-4-630,2 9 449,-5-13 1,1 3-270,8 20 270,-6-8-270,7 12 899,-6-3-989,5 5-90,-4 0 270,6 9-270,-1 0 179,3 35 1,2 7-180,-1-9-60,1 1 0,0 10 0,1-9-30,0 0 60,-2 0 0,0 9 0,0-8-388,1-1 417,-3 7 1,2-6 0,0-33 90,-1-1 360,-6-42-540,4 16 0,-2-12 0,1 0 0,2 7 0,4-8 0,2 0 0,0 7 0,4-6 0,0 3 0,-2 16 329,5-4-419,7 20 90,-10-1 0,12 27 0,-16-13 0,-2 13-225,0-2 0,-1-1-45,-2-2-180,3 6 1,1-4-1,0-17-270,3 4 1,-1-11-2558,7-6 2457,-5-4 1,6-6 0,-8-2 0</inkml:trace>
  <inkml:trace contextRef="#ctx0" brushRef="#br0" timeOffset="80751">22608 3728 7353,'-15'13'3276,"7"21"-1638,4-10 0,1 2-1496,3 0 0,1 1-52,3-2 0,0-1-180,6 13-774,3 8 774,-2-23 8,-3-14-98,0-4-180,2-2-2338,16-14 449,-12-8 1080,9-6 38,-21-3 1131,-3 7 0,-3 2 0,0 2 0</inkml:trace>
  <inkml:trace contextRef="#ctx0" brushRef="#br0" timeOffset="80940">22608 3735 8432,'1'-12'3276,"3"-12"-2594,-2 14-682,1-10 0,-2 17-180,2 1-180,2 3-2917,7 10 2927,-2 0 0,3 4 0,-4-4 0</inkml:trace>
  <inkml:trace contextRef="#ctx0" brushRef="#br0" timeOffset="81341">22803 3805 6813,'3'4'3238,"-2"-2"-359,0-2-2789,0 2 89,3 11-89,-2 19-90,1-5-460,-3 8 460,0-21 0,0-2 90,0-2-90,0-2 180,0 1-90,0-6 0,0 1-90,0-10 550,0 1-550,0-11 90,-1 4-90,1-13 0,1-3 0,-1 2 0,2-5 0,0 1 0,2 8 0,1-13 0,-1 17 90,6 1 0,-6 17 0,5 7 90,-5 17-180,-1-4 0,3 15 0,0 1-180,-1-8-360,3 10 1,1-4-181,-4-19-2557,4-11 2702,-5-12 0,0-15 0,-2 7 0</inkml:trace>
  <inkml:trace contextRef="#ctx0" brushRef="#br0" timeOffset="81738">23043 3672 7803,'12'-5'3276,"-1"0"-1695,0-1-1401,2 3-180,-3 1 0,4 1 90,12-1 0,-11 1-90,7-1 269,-15 4-89,-5 0 360,-4 13-360,-3 9 0,0 12-766,2 0 586,3-3 0,0-7 0,2 13 0,0 2 0,-1-3-1386,2 2 0,-1-3 1386,-2-20 0,0 3 0,0-8-1529,-19 7 449,9-17-1528,-27-4 1258,18-9 181,-8-5 599,13 4 0,3 0 0,5 1 0</inkml:trace>
  <inkml:trace contextRef="#ctx0" brushRef="#br0" timeOffset="82836">22558 4628 7803,'-4'-20'3276,"1"-2"-1335,-7-15-502,-2 8-1169,2-2-1,0 15-89,7 12 0,1 1 0,1 3-90,1 4 90,0 11 135,6 25 0,1 6-644,-3-22 1,-1 1 358,3 13 0,1 6 0,-1-7-3295,-1 6 2695,-2-8 1,0 6-1,-1-6-432,1 11 102,1 0 1,0-5-360,0-23-1349,2-2 1348,-5-11 823,0-2 0,-2-2 0,0 0 0</inkml:trace>
  <inkml:trace contextRef="#ctx0" brushRef="#br0" timeOffset="83003">22491 5223 7083,'-2'6'3276,"2"1"-1065,12-4-2031,4-7-90,6-4-180,-3-6 0,0-2-180,4-4-1369,0-20 1,-3-4 982,-9 9 1,-2-4-1,-5 3 1,-10 11 0</inkml:trace>
  <inkml:trace contextRef="#ctx0" brushRef="#br0" timeOffset="83180">22343 4550 7263,'3'-19'3276,"25"-11"-2036,-4 11 1,3 2-2126,-1 1 1,2 3 704,1 4 1,1 4-586,-4 5 0,-1 2 96,11 3-500,10 6 1169,-25 7 0,-3 4 0,6 10 0,-8-3 0,0 0 0</inkml:trace>
  <inkml:trace contextRef="#ctx0" brushRef="#br0" timeOffset="83354">23113 5303 8882,'-11'-7'3238,"0"1"-2698,1-1-180,-4-8-1999,1-6 1,0-2-213,-4-3 1851,4 0 0,2 1 0,9 12 0,2-3 0</inkml:trace>
  <inkml:trace contextRef="#ctx0" brushRef="#br0" timeOffset="83934">23386 4625 6903,'-10'-22'1638,"1"-1"0,-7-11 1638,5 76-3532,7-13 301,1 8 0,2 3-45,5 3 0,2-6 0,0 1 0,0 5 142,-2-17 0,1 2-727,4 4 1,-1-4 159,-4-5 245,10 13-270,-21-54 360,2 0 120,-5-14 0,-4-10 0,3 5 324,-1-8-144,2 4 0,-2-8 0,5 11-30,7 10 269,9-4 1,2 2-881,3 9 611,14-12 166,-3 24-256,-3 5 180,16 6-90,-14 4 0,1 29 0,-5 7-180,-8-9 155,-6-1 0,-3 7 0,-4-8-65,-14-3 450,-5 3 0,-1-1 370,8-11-326,2 6 1,5-2-315,13-10-180,8 12 0,13-10 0,3-4-298,2 0-242,8 0 0,-2-4-1319,-8-7 510,7-4-540,-14-2 1799,10-14 0,-19 12 0,5-9 0</inkml:trace>
  <inkml:trace contextRef="#ctx0" brushRef="#br0" timeOffset="84223">22816 5443 7982,'-5'-6'3276,"11"1"0,29-5 0,3 3-4047,-1 2 1,13 1 0,4-1 0,-4 0-50,-7 0 1,-2 1 0,1-1 0,1 1 163,-2 0 1,2 1-1,0 1 1,-1-1 0,-3 0 245,12-1 0,-3 0 1,-8 2-1,-12 2 1,-3 1-1,0-1 0,1 1 1</inkml:trace>
  <inkml:trace contextRef="#ctx0" brushRef="#br0" timeOffset="84346">24469 5423 8162,'23'17'3276,"-11"-8"0,3 1-6553,-14-10 0,-14-5 3120,-11-4 0,-10-2 0,-4 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29:16.1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14141 15263 6813,'-10'0'2519,"0"0"-1980,-1 0 271,-21-4-720,12 2 180,-15-2 0,0-1-91,7 0-44,-3 1 0,-3-1-1037,8 1 0,1 0 1082,-18-1-30,11 1 0,-5 1 0,5 0-150,-15-2 45,14 1 0,-7 0 0,-1 0 0,6 1-45,5 0 0,0 0 22,-7 0 1,-6-1-1,-1 0 1,6 2-23,5 0 0,-1 0 18,0 1 0,-8 0 0,-2 0 0,2-1 0,5 2 26,-7-1 1,-1 0-30,6 1 0,-8 1 0,-4-1 0,0 1 0,3 0 0,7-1-370,2 1 1,6 0-1,-6 1 385,-2-1 0,-8 1 0,-3-1 0,1 1 0,2 0 0,8-1-676,1 0 0,5 1 1,-2-1 667,-4 0 1,-4 0-1,0 0 1,3 0 36,-3-1 1,2-1 0,2 0-30,7 1 0,3-1 0,-3 1 0,-8-1 0,-2 1 0,3-1 15,-4 1 0,2 1-45,-1-1 0,1 0 90,1 1 0,-4 0-45,8-1 0,-4 0 0,0 0 0,3 0-45,4-1 0,3 1 0,-4-1 36,-5 1 0,-6-1 0,-1 0 0,2 0 0,6 0 9,-7-1 0,2-1-45,2 1 0,-4-1 0,1 0-451,6-1 1,0-1 0,4 0 450,0 0 0,0-1 44,1 0 1,-5-1 0,0 0 0,7 1 104,3-1 1,2 0-120,-6-2 0,-3 0 0,5 0 60,-12-5-390,3-2 1,-2 0 344,15 5 0,0 0 179,-5-3 1,0 0-225,-10-4 1153,14 5-1063,2 1 419,-1-1-509,1 2 0,-1 1 0,-11-2 0,8 3 0,-9-1 90,13 2 903,0 1-993,1-1 0,0 1 0,1-1 0,-12-1 0,10 3 0,-17-1 0,21 4 89,-7 1-89,10 3 0,0 0 0,0 2 0,1-1 0,0 1 0,3 0 663,0 1-663,2 1 59,-4 0-59,6-1 0,-2 0 0,7-2 3276,0 1-3230,0-2 164,3 1-210,-4 4 0,4 0 0,-5 10 0,5-3 0,-2 8 0,2-3-90,0 5 90,2-11 0,-2 1 0,2-8 0,-1 1 0,1 4 0,-1 0 0,1 5 0,-1 1 0,1 4 0,-1 3 0,1 2-1125,-1 1 1125,-1 3 0,2 1 0,-3 2 0,1 2-290,2-7 1,-1 0 289,-2 16 0,3-14 0,0 1-579,-1 4 1,-1 0 578,2-7 0,0 1 0,-2 9 0,1 2 45,-2 3 0,0 0-45,2-8 0,-1 1-834,-1 12 1,-1-1 878,2-10 0,1-2-543,-1 2 1,0 1 542,1-2 0,0 4-23,-1-3 1,-1 6-1,0 1 1,1-5-653,1 6 1,-1 0 651,0-7 1,-1 3 0,1 0-1,1-7 23,0-3 0,2-4 34,-1 1 1,0 0-35,1 0 0,1-1 0,-2-2 0,1 0 45,1 10 0,0 0 0,0-9 0,-1 0-45,2 6 0,-1-1 135,0 10 913,2-2-1003,-2-1-310,0 2 309,0 0 1411,0 1-1410,0-2 0,0 2 90,0-1-180,0 1 89,0 0-89,-2-1 90,2 0 0,-3-2 0,0 1-90,-1-2 0,1 0 90,2-2 0,2 0-90,1-2 0,1-2 0,-2 0 0,1-4 239,-2-2-239,3-3 0,-2-2 0,2-3 0,-1-1 2818,2 3-2818,-2-6 0,2 2 0,0-3 651,0 2-561,-1 0-90,1 1 786,-1-2-786,-1 0 0,2 1 0,0 0 0,1 1 0,4 5 0,-2-4 0,5 4 0,-2-7 0,8 6 0,-2-4 0,6 5 83,-3-5-83,4 1-606,2 0 606,2 0 0,-5-3 0,2 0 0,3 1 0,1 0-749,1 1 0,0-1 749,0 0 0,0-2 90,14 6-90,-11-7 0,1 1 45,-7-2 0,0-1-45,8 3 0,0 0 0,-9-4 0,-1-1 0,2 1 0,-1 0 0,1-1 0,1-1 0,0 1 0,1 0 0,0-1 0,1 0 0,15 1 0,1 0 0,-9-1 0,-1-1-972,13 1 1,-1 0 971,-11-2 0,-3 0 0,3 0 0,-1-1-948,1 1 0,0 0 948,1 0 0,-1-1 0,2 2 0,0-1-53,0-1 0,0-1 53,1 1 0,1 0-408,-1-1 1,0 1 407,1-1 0,0 0 0,1 0 0,-2-1-180,1 1 0,-1 0 180,1-2 0,0 0 263,0 1 0,-1-1-263,2 0 0,-1 0 0,1-1 0,0 1-45,0 0 1,0 0-339,0 0 1,1 0 382,-2 0 0,0 0 0,0 1 0,0 0 0,-2-1 0,0 1 0,0-1 0,0 2 390,0-1 0,-1 1-390,0 0 0,1 0 0,-2 1 0,2 0 0,-1 0 0,5 1 0,1 0-128,-6-1 1,1 1-1,-1-1 128,2 1 0,-1-1 166,1 1 1,0-1-167,0 0 0,0 1 0,1 0 0,-1 0 0,2 0 0,-1 1-329,2-1 0,-1 0 374,1 1 0,1-1-45,1 0 0,0-1 0,1 1 0,1 1 0,1-2 0,1 1 0,-16-2 0,1 0 0,1 0 29,0 1 1,0-1 0,1 0-30,1 0 0,0-1 0,0 0 0,1 1 0,1-1 0,-1 1 0,2-2 0,0 1 0,0-1 0,1 1 0,0 0 0,0-1 0,0 0 0,1 0 0,0 1 50,-1-2 1,0 1 0,3 0-51,0 0 0,2-1 0,1 0 0,-3 1-167,2-1 1,-1 0 0,1 0 166,-3 0 0,2 1 0,1-1 0,-4 0-33,-1 0 1,-2 1 0,0-1 2,0 0 0,0 1 0,0-1 30,-1 0 0,1 1 0,-1-1-30,0 0 0,0 1 0,0-1-48,0 0 0,-1 1 0,0-1 78,0 0 0,0 1 0,0-1 31,-1 0 0,1 1 0,-1-1-31,0 0 0,0 0 0,0 0 0,-1 0 0,0 1 0,2-1 0,-1-1 0,2 1 0,1-1 0,0 0 0,0 0 0,0 0 0,0 0 0,-1-1 0,1 1 0,1 0 0,-2-1 0,0 1 0,9-2 0,-2 0 0,-3 1 0,4-2 0,-3 0 29,-2 1 1,1-1-30,-2 0 0,1 0 0,-3-1 0,1 1 0,-2 0 0,0 0 0,-1-1 0,-1 1 238,-1 0 0,0 0-238,-1-1 0,-1 1 0,-2 0 0,1 1 0,-2-1 0,0 1 0,-2-1 0,0 2 0,-1-1 0,0 0 0,7-2 0,0 1 0,-7 2 0,-2-1 355,7-1 1,-2 0-356,11-3 1026,-2-1-1026,0 0 0,-11 3 0,-1 0 0,14-6 21,-13 5 0,-1-1-21,10-4 0,0-4 0,0 1 0,0-1 1871,0-1-1871,-1 2 0,-2 0 368,-2 2-368,-2 1 0,-3 2 762,-4 2-762,-1 2 0,-4 1 0,-1 2 1231,-2 0-1231,-3 2 461,1-1-461,-4 2 1068,0 0-1068,-3-1 24,-2 2-24,1-2 0,-4-2 0,-1-2 0,-3-5 0,-1-4 0,-2-5-871,-1-5 871,-2-5 0,-1-5 0,-3-6 0,6 17 0,0 0-1325,0-2 0,-2-2 1325,0-2 0,0-2 0,-1 0 0,-1-5-464,1 1 1,-2-7 0,-1-3 0,0 0 0,2 5 463,-1-1 0,2 3 0,-2-4-248,3 8 0,-2-5 0,0-1 0,0-1 0,1 4 0,1 4 248,-1-5 0,2 6 0,-1 0 0,0-2 0,0 0 0,0 1 0,0-1 0,0 1 0,-1 0-270,2 1 1,-1 0 0,0 0 269,0 1 0,0 1 0,0-1-74,-5-13 0,0 0 74,0 3 0,0 0 137,1 3 1,-1 0-138,1 2 0,0 0 224,1 2 0,-2 1-224,1 1 0,-1 0 0,1 2 0,-1 0 0,0 3 0,-2-1 0,0 1 0,-2-3 0,-1 0 0,2 5 0,0-1 0,-2 2 0,-2 0 0,-1 2 0,1 2 0,-5-4 0,-1 1 0,4 4 0,-2-1 0,1 3 45,-4 1 0,1 2-45,-2 0 0,-1 2 0,0 1 0,-1 2 0,-1 0 0,-1 2 87,0 1 1,-2 2-133,-1 0 0,-2 2 45,-1 1 0,0 2 0,-2 0 0,0 2-45,-1 1 0,-2 1-540,6 0 1,-3 3-1,-1-1 1,4 0 44,4-1 0,2-1 0,-1 2 48,-4 0 0,-4 1 0,1 0 0,5 0-498,-4-1 1,4 0 89,-2 1 1,1-1 89,-1-1 1,0 0 774,3-2 0,0-1 35,0-1 0,0-1 0,2-2 0,0-1 0,-1-1 0,1 1 0</inkml:trace>
  <inkml:trace contextRef="#ctx0" brushRef="#br0" timeOffset="1788">15464 17405 6813,'17'-23'2069,"-5"4"-1619,3-6 179,-4-7-449,-4 9-1363,0-10 1273,-3 11-143,-6-21 143,0 16-90,-3 1 0,0 1 0,-2 2 90,-8-17-90,4 16 0,-5-8-329,2 9 329,1 1 0,-7-2 0,-1-1 0,-4-1 0,-2 0 0,-2 3 0,2 9-135,1 6 0,-1 1-405,-9 1 135,11 3 1,-2 1-496,-6-1 1,1 1-544,6 1 0,0 0 1443,-9 0 0,0 1 0,10 1 0,1 1 0,-23 2 0</inkml:trace>
  <inkml:trace contextRef="#ctx0" brushRef="#br0" timeOffset="2635">13504 17023 7353,'-3'42'2878,"2"-13"-2698,0 15-626,1-18 536,1 1-814,0 2 724,3 2 90,0 1-90,2 1 90,0 1-90,3 1 0,0 0 90,2-1-90,1-2 0,2-2 0,2-2 0,2-3 90,1-4-90,2-2 0,0-4 0,3-4 0,1-2 0,2-5 0,4-4 0,3-6 0,3-6 0,0-5 0,-11 0 0,0-2 0,-6 3 0,0 0-540,5-6 0,0-1 585,-8 5 0,-2 0-2632,14-20 2587,-13 11 0,-1-2-818,-5-2 1,-1 0 817,-1 0 0,-2 0-79,-4 3 0,-3 1 79,-6-8 0,-5 4-90,-3 2 0,-4 5-180,-3 4-857,-1 10 0,-2 1 138,-15-3 675,10 5 0,-1 2 314,-14 0 0,1 1 0,2 3 0,2 0 0</inkml:trace>
  <inkml:trace contextRef="#ctx0" brushRef="#br0" timeOffset="4864">2699 5940 6993,'1'-5'3238,"0"0"-2428,-2 0-271,0 1 1,-2 1 360,-2-1-451,1 0 1350,-9-3-1259,7 5-90,-6-1 899,0 6-989,4 0 269,-15 7-449,9 0-90,-7 7 180,-5 13-180,5-5 45,4 0 0,0 1-1005,-2 6 870,-4 10 90,7-3-90,6-11 0,1 11 0,7-20 0,3 1 0,2-10 0,1-2 0,2-3 0,10-8 0,-3-4 0,7-9 960,-5-3-960,6-11 0,-6 4 0,-3 4 0,1 0-601,1-6 601,4-8 0,-7 12 0,0 2 0,0-4 0,-3 9 0,0 0 0,-3 5 0,-2 8 0,2 1 0,-2 10 0,0 14 0,0-2 0,1 10 0,-1-4 0,3 14-405,0-13 0,-1 1-225,0 0 1,0 0-32,0-2 0,0-2-688,1 7-582,-3-15 42,-1-5 180,-1-5-1349,-4 2 3058,1-1 0,-3 4 0,3 0 0</inkml:trace>
  <inkml:trace contextRef="#ctx0" brushRef="#br0" timeOffset="7103">2759 6685 8432,'8'3'2069,"-1"0"-1889,-4-3-90,0 3 0,1-3 0,-2 1 0,0-1 90,2 0-90,-2 0-1,3 1 91,-4-1 0,1 3-90,0-3 0,0 1-90,1-2 90,0 0 90,3-5 0,4-2-880,0-1 700,1-2 180,-4 2-180,1-2 90,-2 0-90,0-2 90,-1 2-90,0 0 790,0-1-790,-1 1 90,0-1-90,-2-1 90,2-4 0,-1 5-90,0-4 89,-1 7 1,-1 0 0,-1 2-90,-1 0 90,-1-1 0,0 2-90,-1 0 90,1 2-90,-1-1 90,2 2-90,-1 0 0,1 0 90,-1 2-90,0 0 0,-1 1 0,0 0 90,2 0-90,0 1 0,0 0 0,-3 3 0,0 1 90,-4 5-90,1 1 90,-3 4 0,4-1-90,1 1-3212,1 10 3302,3-4-316,0 7 226,2-10-29,0 1 29,3-1 0,1-2 0,1 0-180,3-1 0,1-2-179,1-2-1,2-4 2726,0-3-3445,-1-4 65,0-5-245,-2-5-2018,-1-2 778,1-3 2401,0 1 0,1 0 0,2 2 0</inkml:trace>
  <inkml:trace contextRef="#ctx0" brushRef="#br0" timeOffset="7706">3636 6093 7892,'-6'-4'3276,"2"1"-1424,0 0-1313,2 0 1,1 1-90,-2 0-91,2 1 91,-1 1 0,1-1-360,5 0 0,1 0-90,6 3 90,1 2-90,1 3 90,0 1-90,2 0 0,-1 1 0,-1-3 0,0 1 0,-2-2-90,2 0-90,2 0-90,-1 0-719,7 0-720,-2-4-435,-1 0 795,-6-6-91,-8 0 181,-3-1 180,-4 2 1079,-2 4 0,-2 4 0,-2 2 0</inkml:trace>
  <inkml:trace contextRef="#ctx0" brushRef="#br0" timeOffset="7876">3684 6308 7443,'9'0'3276,"1"-2"-2505,-4 1-591,3-1-90,1-2 0,10-4-180,-2 0-90,9-2-269,-5 2-361,2 1-1259,11-9 320,-10 6 760,7-6 989,-13 10 0,-1 2 0,-2 3 0</inkml:trace>
  <inkml:trace contextRef="#ctx0" brushRef="#br0" timeOffset="8547">4604 5958 7353,'-12'-12'3276,"1"4"-2864,-3-2-142,0 5-1,0 1 91,-2 1 90,-8 2 0,-3 3-3232,-7 4 2962,8 1-90,3 4-638,9-1 728,1 3-90,1 1 0,2 2 0,2 0-302,0 3 302,2 1 0,1 1 90,2 10-180,5 0 2430,1-2-2430,4-6 0,-1-11 0,0-2 845,3-2-845,0-3 551,2-4-551,0-2 0,3-4 0,0-3 0,1-3 0,-2-1 0,7-14 0,-8 8 27,5-10-27,-7 10 0,-1-2 0,0 0 0,-3 1 0,0 1 0,-2 3 0,0 3 0,-2 1 0,-1 2 90,1-2 138,-2 7-138,0 0 0,2 14 0,1 8-1983,2 11 1983,0 0-180,0 0-36,0-6 36,0 0-90,0 0-180,0-1-90,0-2-269,1-3-540,0-4-91,-2-1 1,1-4 0,-5 1 1349,6-1 0,-1-4 0,5-1 0</inkml:trace>
  <inkml:trace contextRef="#ctx0" brushRef="#br0" timeOffset="8986">4827 5772 6813,'2'-15'3276,"-2"9"-1695,3-5-1401,-3 11 450,0 0-450,3 0-90,-2 1 90,3 2-90,-2 2 89,0 2 1,1 2 0,-1 2 180,2 9-180,-3-3 90,2 9-180,-3-6 90,0 11-180,0-5-246,0 8 246,0-9 0,0 0 89,2 21-648,0-17 559,1 14 0,0-23 0,0-4-172,1 0 172,1-1 0,0 0 0,1-1 0,1 0 0,0-3 221,1 0-401,2 0-269,2-2 179,0-1 388,-1-6-657,-4-2-263,0-5-367,-1-1-90,-1-5-1,-1-3 91,-2-2 180,-1-1 989,-2 3 0,-1 2 0,-2 2 0</inkml:trace>
  <inkml:trace contextRef="#ctx0" brushRef="#br0" timeOffset="9191">4864 5743 7443,'14'-29'3276,"-6"15"-2774,6-10-502,-7 18-90,0 2-180,2 1-270,0 2-179,1 2-271,0 1 1,-1 2-1,-1 0 990,0 3 0,-2 4 0,0 3 0</inkml:trace>
  <inkml:trace contextRef="#ctx0" brushRef="#br0" timeOffset="9685">5124 5993 7083,'0'8'2519,"0"1"-2070,0 2-89,0 1-180,0 0 450,0 17-540,0-12-90,1 12 89,1-16 1,0-2-90,1 0 90,-1-2 0,1 0 0,-1-3 0,1 0 0,-1-2 0,2 0 0,-1-3 90,1 0-90,0-2 90,2 0 0,1-4-90,0-1 0,2-3 0,0-3 89,1-1-89,0-4 0,-1 0 0,-1-3 90,1-11-90,-4 6 90,1-7 0,-3 11-317,-2 1 406,-1 0-89,-2 0-90,-2 1 90,-2 1-90,-2 1-3227,-5-3 3227,2 6 0,-4-3-39,5 8-51,0 2 90,0 3 0,0 3 59,0 3-149,0 3 3276,0 1-3135,0 3 56,1 1-107,1 3-90,0 2 90,0 12-714,2-4 714,1 9-90,4-8 90,2 1-90,1 0 90,1 0-90,2 1 0,2-1 90,0 2-90,1-4 0,-1 0-90,2-3 0,-1-1-415,4 2 55,-3-5 0,2 0-180,-2-7-89,-2-3-271,1-2-1528,0-6 1789,-2-5-530,1-3 238,-3-1 1021,2 3 0,0 2 0,2 3 0</inkml:trace>
  <inkml:trace contextRef="#ctx0" brushRef="#br0" timeOffset="10520">5472 5715 11041,'5'-1'90,"0"0"0,-3-2-90,1 1 0,2-2 0,1-2 0,1 0 0,-1-1 0,-3 3 0,0 1 0,-1 0 0,1 1 90,-1-1-90,1 1 0,-1-1 0,0 1 0,-1-1 89,-1 1-89,0-2 0,1 2 0,-1-1 0,1 2 0,0-2 0,0 1 0,0-1 0,-1-1 90,1 1-90,-1-1 90,2 0 90,-1 2 810,0-7-810,-1 7-90,0-6 89,0 8-89,0-1 0,0 4 0,0 1 0,0 2-90,0 1 90,1-7-90,-1-4 0,1-1 0,0 0 0,1 4 0,0 1 0,2 0 0,0 1 0,2 0 0,0 2 0,2-1 0,0 0 0,1 1 0,2 0 0,0 0 0,0 0 0,-2 1 0,3-1 0,-5 0 90,2 1-90,-4-3 0,-1 0 0,-1-1 0,-2 0 90,-1 2-90,0 0 90,0 2 0,0-2-90,-6 1 90,-4 3 0,-1 5-90,2 2 90,7 3 0,5-1-90,-2 2 0,0 2 0,-1 2 0,0 1 90,0 1-90,0 2-1050,0 2 1050,0 0 0,0 2 0,0 13 0,0-9 0,0 9-365,-1-14 365,0-2 0,-2-1 0,1 0 90,-2-1-90,0-2 0,-1-2 0,0-1 0,1-3 90,1-1-180,-1 3 1088,1-6-1088,0 2 417,0-8-1047,0 2-89,0-5-361,-3 0-179,1-5 0,-4-1 0,-1-2 179,0 1 1170,-1 2 0,1 2 0,0 1 0</inkml:trace>
  <inkml:trace contextRef="#ctx0" brushRef="#br0" timeOffset="11887">2406 7205 7533,'-2'-15'3276,"-1"0"-2505,1 1 489,-3-5-721,2 7-359,0 1 0,4 11 0,2 6 0,1 3 90,2 3 90,7 13-91,4 7-179,3 4-45,-8-12 0,1 0-1323,3 7 1278,5 10 0,-5-14-986,8 14 896,-6-10 0,6 7-90,-9-11-1009,5 5 649,-5-8 0,2 3-359,-6-12-1440,-2 6 1080,-6-7-1,-4 5 181,-6-6 1079,-1-2 0,-2 0 0,1-1 0</inkml:trace>
  <inkml:trace contextRef="#ctx0" brushRef="#br0" timeOffset="12074">2546 7750 7173,'3'-14'3276,"-1"-1"-2504,1-2 37,2-14-629,1 6-769,4-12 679,-1 11 90,2-1-180,0 0 0,3 1 0,0 2 7,0 2-727,5-5-89,-7 9-271,2-1-89,-8 9-1080,-5 4 2249,1 0 0,-1 3 0,0 1 0</inkml:trace>
  <inkml:trace contextRef="#ctx0" brushRef="#br0" timeOffset="13608">2754 7888 7263,'5'-4'2518,"-1"1"-1978,-1 0-270,0 0 0,-2 2 90,0 0-181,0 9-89,1-1 0,0 9 0,0-5 90,-1 3-90,-1 0 0,1 1 90,2 13-699,0-11 609,2 10-90,-2-16 90,-2 3 0,1-6 0,-1 2 0,1-7 0,-1 1 609,1-3-519,-1-1-91,-1-3-89,0-2 0,2-7 0,0 2 0,3-10 0,0 7 0,1-4 0,0 6 0,0 1 0,2-1 0,-1 0 0,4-6 0,1 2 0,2-2 0,-3 6 0,-2 4 0,-3 5 0,-1 1 0,0 2 90,1 1-90,-1 3 0,1 1 0,-1 3 90,0 1-90,0 2 0,2 8 0,-1-4 0,1 6-90,-2-5 90,0-2-179,-1-2-1,0 1-90,-2-1-270,2-2-269,0 0-181,-1-2-179,-1-4 89,-2-1 690,0-4 1,0 0-1</inkml:trace>
  <inkml:trace contextRef="#ctx0" brushRef="#br0" timeOffset="13888">3214 8015 7173,'10'1'3276,"-4"1"-2325,2-2-681,-4 0 0,0 0-180,1 1 90,0 0-180,1 0 90,0 2 0,2-2-90,0 2 0,8 0-90,-4 0 0,5 0-540,-3-1 1,-2-1-361,3-1-89,-5-1-1080,-2 0 2159,-4-1 0,-2 1 0,-2 1 0</inkml:trace>
  <inkml:trace contextRef="#ctx0" brushRef="#br0" timeOffset="14574">3476 8145 9242,'5'-2'2158,"-2"-1"-1798,-2 1-90,0-2 0,2 0-90,-2-1 0,0 0-90,-1 1 0,1-1-90,2 1 0,3-5 90,2-4-90,2-4 0,-2 1 0,-1 0 0,-3 5 0,-1-1 90,0-2-90,-2 0 90,0-1-90,-1 0 89,-1 0-89,0-1 90,-3-6 0,-1-1-90,0 1 0,0 4 0,1 7 0,2 2 0,-1 0 0,1 3 0,-1 0 0,1 1 0,-1 1 0,1 0 0,-1 2 0,1 0 90,-2 1-90,3 1 90,-2 0-90,3 2 90,0 4-90,0 1 90,0 4-90,0-2 90,0 2-90,0 2 0,1 1 90,1 1 0,3 15 0,-1-2-214,2 14 304,-2-15-180,-1-2 0,1-9 0,-1 1 0,0-4 0,0 1 0,-1-3 0,1-1 0,-1-1 0,1-3 214,-2 1-124,0-4-90,-1 0 180,0-2-90,1-5-90,0-1 0,1-3 0,-1-1 0,2 0 0,0-8 0,1 5 0,1-5 0,0 6 0,0 1 0,0 1 0,-1 1 0,-2 2 0,-3 2 0,-1 1 0,-2 0 0,4 2 0,-1 0 0,6 4 0,0 9 0,-1-1-339,-1 13 339,-2-10 0,1 4 0,1-7 0,1 1-90,0-4 0,0 1-180,-1-1-89,1-2-112,1-1-699,0-3-2107,16-15 2769,-7 6 1,15-13 0,-10 12-1</inkml:trace>
  <inkml:trace contextRef="#ctx0" brushRef="#br0" timeOffset="15085">4049 7233 7803,'-5'-4'3276,"1"2"-2145,2 0-231,0 2-811,8 2-89,-1 1 90,6 2-90,-1 1 0,1 1 0,1 0 0,2 1-90,-1-2 1,2 0-91,-3-1-720,5 1 1,-6-2-271,0 2-1168,-8-2 1258,-5 1 1080,-2 0 0,-1 0 0,0 0 0</inkml:trace>
  <inkml:trace contextRef="#ctx0" brushRef="#br0" timeOffset="15264">4089 7448 7353,'15'1'3276,"-1"-1"-1965,-8 0-1221,3-3-90,1 2 0,1-3-90,3 1-90,-1-2-180,3 0-1349,2-4 630,-6 3-90,1-2 179,-6 4 990,-2-1 0,0 3 0,0-2 0</inkml:trace>
  <inkml:trace contextRef="#ctx0" brushRef="#br0" timeOffset="15820">4502 7095 8432,'0'-9'3238,"0"1"-2518,1 4-450,-1 2-90,1-1 0,0 3-90,1-1-90,0 2 0,1 0 0,0 3 0,2 1 89,10 13-89,1 3 0,3 4 0,-5-3 0,-4-7 0,0 0 0,7 7-89,-4-7-1,5 6-180,0-5 0,-4-3 0,3 1-719,-3-3 179,-4-4-179,1 2-91,-8-7 1,0 1 854,-3-3 0,-3 1 0,1 0 0</inkml:trace>
  <inkml:trace contextRef="#ctx0" brushRef="#br0" timeOffset="16024">4592 7403 6993,'0'-20'3276,"1"3"-2594,0-10-502,2 6 0,0-2-907,1-1 817,2 2-3367,5-12 2940,3 1 337,1 1 621,-1 6-801,-4 10-179,0 2-361,1 0-1169,4-5 810,-3 4 1079,8-12 0,-8 13 0,3-4 0</inkml:trace>
  <inkml:trace contextRef="#ctx0" brushRef="#br0" timeOffset="16401">5004 6923 7353,'3'7'3276,"-3"2"-2864,0 1-232,-3 2-1,1 1 1,-1 2 0,0 2-90,-1 3 0,-1 2 90,1 0 0,-1 13-180,3-9 90,0 11 0,3-12-3367,2 11 3342,2 0-65,0 2-562,1-7 562,-1-10-188,1-1 188,1-1 0,1-2 0,1 0-90,1-4 0,0 0 2931,-1-3-3021,0-3-90,-2-2-899,4-3 994,-4-4-904,3-5 306,-6-2-217,-2-5 990,-1-1 0,-2 0 0,0-1 0</inkml:trace>
  <inkml:trace contextRef="#ctx0" brushRef="#br0" timeOffset="16617">4964 7033 7803,'5'-9'3276,"-1"2"-2955,0-4-51,-1 1-180,0 2-90,2 0 0,-1 4 0,2 1-180,0 0-89,3 1-1081,4-1 361,-4 3-1,2 0-89,-8 4 180,0 1 899,0 1 0,2 3 0,2 0 0</inkml:trace>
  <inkml:trace contextRef="#ctx0" brushRef="#br0" timeOffset="17123">5189 7125 6813,'3'-5'2878,"-1"3"-2248,1 2-180,-1 2 0,2 2-271,-1 0 1,0 2-90,0 1 0,-1 3 0,1 3-90,-1 2 90,0 2-90,-1 3 0,0 2 90,-1 1-90,2 11 0,0-8 90,-1 6-90,1-14 90,0-1-90,-1-4 90,0 0 0,0-3 180,0-2-90,0-3-180,-1-2 180,1-4-180,0-6 0,2-1 0,-2-6 0,1 0 0,0 1-3277,5-17 3162,0 4-557,2-7 672,-1 6-303,-2 6 393,2-1-90,-1 1 0,1 2 0,-1 0 0,1 3 0,-1 1 0,0 2 0,-1 3 2910,-2 3-2910,-1 2 89,3 1 956,-1 4-955,2 1 502,-2 4-502,0 3 0,0 2 0,0 1 0,0 3 0,-1 0-90,-1 1 90,0 0-90,-1 0 0,1-2 0,0 1 0,2 2-90,0-4 0,-1 3-90,-1-7 0,-1 1-90,1-2-89,-1 1-271,0-2-269,-2 0-181,-2-2-89,1-1 419,0-2 1,1-1-1</inkml:trace>
  <inkml:trace contextRef="#ctx0" brushRef="#br0" timeOffset="17488">5624 7283 7353,'4'6'3276,"-1"-1"-1875,-1-1-1041,-2-2 989,1-1-1259,2-2 90,0 1-90,2-2-90,-1 2 0,-1 1 0,-1-1 0,1 2 0,0-2 0,1 3 0,2-3 0,1 2 0,0 0-90,1-1 0,-1 0-90,2-1-180,0-1-89,1 0-541,0-4-179,0 0-90,-1-5-1,-2 1 91,-1-2 90,-1 1 1079,0 2 0,0 2 0,0 2 0</inkml:trace>
  <inkml:trace contextRef="#ctx0" brushRef="#br0" timeOffset="18760">5977 7430 8252,'4'-6'2339,"-2"-2"-2069,1 2-90,-3-1-90,2-1-90,-1 1 90,3-7 0,0 3-90,1-4 0,1 2 0,3-5 0,-2 3 0,2-4 89,1-4-89,-3 5 90,2-6-90,-4 6 90,2-9 0,-3 5-528,0-5 438,-1 7 0,-1 2 0,0 0 0,-1 0 0,-1-5 0,0 1-557,-1 0 557,-1 4 413,0 6-413,-1-1 0,0 1 90,-1-1-90,-1 2 90,0 1 582,0 1-582,1 3 0,-1 0 0,1 2 90,-3 0-90,2 3 90,-3 1-90,3 1 0,0 2-90,0-1 90,0 1-90,0 0 90,0 1 0,2 2-1,-2 2 1,1 2 0,0 2 90,0 3-90,2 3 0,-1 1 90,1 2-90,1 0 270,-1 13-270,2-8-206,0 9 206,-1-10 90,1 0-90,-1 1 179,4 12-179,0-10-90,3 8 90,-1-15 0,2 0-90,-1-2-3277,5 4 3170,-3-7-162,6 9-181,-4-12 90,0 0-180,-3-8 108,-1-4-737,0-3 3302,1-1-4832,-1-10 1879,-2-1 1,-1-3 0,0 1 0</inkml:trace>
  <inkml:trace contextRef="#ctx0" brushRef="#br0" timeOffset="20030">6314 6978 8612,'3'3'1979,"-1"0"-1439,-2-2 629,2-1-1079,-1 1 0,0 1 90,0 0 899,-1 1-989,-1-1 0,1 3-90,-1-6 0,3-1 0,0-3 0,1-2 0,0 5 0,-1-1 0,2 1 0,0-1 0,2 1 0,4-4 0,-1 1 0,2-2 0,-2 2 0,-2 1 0,0 1 0,-1 0 0,-1 1 0,-1-1 0,-1 1 0,1-1 0,0 2 0,1-2 0,0 2 0,-1-1 0,0 0 0,-1 1 0,0 1 0,1 0 0,-2 0 0,1 0 0,-2 0 0,-2 3 0,0-1 90,-2 4-90,3-1 0,-1 2 0,1 0 0,0 1 0,0 0 0,1 2 0,0 2 0,3 7 0,-3 3 0,2 0 0,-2 0 0,0-7 0,2 0 0,-1 0 0,1 0 0,-1 0 0,1 0 0,-1 0 0,1 0 0,0 0 0,1 0 0,-3-2 0,-1 1 0,-3-3 0,0 1 0,5-2 0,1-2 0,5 1 0,-2-1 0,0-1 0,-1-1 0,-1 1 0,0-1 0,-2 0 0,1 2 0,-1-1 0,1 1 0,-2-1 0,0 5 90,-1-1-90,-1 0 90,-2-1-90,0-4 180,-2 2-180,-2-1 0,1 1 90,-3-1-90,1 1 0,-2-1 0,0 1 0,0-1-270,-10 4 90,9-5-180,-5 2-269,12-7-451,1-1-179,-3-1-90,-2-4-1,-2-1 181,-1-2 1169,2-2 0,-1 2 0,2-2 0</inkml:trace>
  <inkml:trace contextRef="#ctx0" brushRef="#br0" timeOffset="-172559.73">14709 10845 8432,'1'-4'1619,"0"-1"-1439,-1 5 90,0-1 360,4 0-630,-3 1 359,2-1 271,-3 3-360,0-1-180,0 2 180,-1-2-180,-1 0 180,-3 3-270,1-2 89,-6-1 1,5-3-90,-3 0 0,3 1 90,-2 1 0,1-2 0,0 2 90,-2-4-90,5 2 0,-4-3-90,4 3 90,-10-3 0,5 2-90,-10-3 90,10 3 180,-6-3-270,7 4 180,-5-2-180,7 4 180,-7-1-180,6 1 89,-3 0 1,-6 3-90,7-2 90,-13 3-90,15-2 90,-3 1 0,6-1 0,-3 1 90,2-3-180,-1 2 0,1-2 90,2 0-90,-1 1 0,0 0 90,-3 4-90,-1-2 90,-4 4-90,3-3 0,-1 2 0,2-1 90,-3 2-90,3-1 0,-4 5 0,5-4 0,-1 3 90,2-5-90,-2 4 0,1-4 90,-1 3 0,0 1 0,1-2 0,-3 7 0,3-5 0,-3 5-90,3-6 90,-1 3-90,3-3 0,-1 0 89,3-1-89,-1 1 0,2-1 0,-2 0 0,1 1 0,0-1 0,1 0 0,1 1 0,0 0 0,0 0 90,-1 5-90,0-1 0,-1 2 90,1-4-90,1 0 0,0 0 0,0-1 0,0-1 0,1 0 90,0 0-90,1 2 0,-1-1 0,2 2 0,-1-2 0,1-2 0,-2 2 0,0-4 0,1 0 0,0-2 0,2 2 0,-1-1 0,0 0 0,2 0 0,-1-1 0,1 1 0,-1 0 0,-1 1 0,-1-3 0,-1 3 0,-1-2 0,0 2 0,4 0 0,-2-1 0,4 1 0,-3-3 0,-1 1 0,1-1 0,0 1 0,0-1 0,1 0 0,-2 1 0,1 0 0,-1-1 0,1 1 0,-1-1 0,1 1 0,-1-1 0,1 1 0,-1-1 0,2 1 0,-1-1 0,0 1 0,0-1 0,3 2 0,-2-2 0,3 2 0,1 0 0,3 1 0,5 1 0,-2-1 0,3 1 0,-7-3 0,2-1 0,-3 0 0,-1-2 0,0 0 0,3 0 0,-3 0 0,3 0 0,-3 0 0,-1 0 0,0-2 0,-1 1-90,1-1 90,0-1 0,4-2 0,-1 1 0,1-2 0,-2 0 0,4-3 0,-4 2 0,3-1 0,-4 3 0,3-2 0,-4 2 0,2-1 0,-4 4 0,0 0 0,-1-1 0,0 1 0,-2-1 0,1 1 0,-1-1 0,1-1 0,-1 2 0,1-2 0,3-1 0,-2 2 0,6-5 0,-5 4 0,2-5 0,-2 4 0,3-5 0,-3 2 0,3-6 0,-2 6 0,0-3 0,-2 4 0,-1-1 0,1 0 0,-1 1 0,0 0 0,0 0 0,0 1 0,0 0 0,1 1 0,-2-1 0,0 1 0,-1 0 0,-1 0 0,0 0 90,0 1-90,0 2 0,0 0 0,0 2 0,0-8 0,0 2 0,0-5 0,-1 4 0,0-1 0,-1 1 0,1-1 0,-2-3 0,1 3 90,-1-3-90,1 2 0,-1 0 0,0 0 0,0-1 0,-3-5-90,0-7-539,-1 7-361,1-2-449,-2 12-270,-1 0-90,-7-1 0,-4 0 1799,-20 9 0,3 6 0,12-1 0,-1 0 0</inkml:trace>
  <inkml:trace contextRef="#ctx0" brushRef="#br0" timeOffset="-161890.73">10660 6125 7803,'-1'-7'2878,"0"2"-2159,-2 1-629,2 2 180,0-2-270,1 2 0,0-1-809,13 7 179,-4-1-269,10 9 899,2 29 0,-10-9 0,-3-3 0,1 0 0</inkml:trace>
  <inkml:trace contextRef="#ctx0" brushRef="#br0" timeOffset="-161448.73">10818 8720 8522,'4'-7'2249,"-1"2"-2159,-3 3 270,0 0 269,2 2-179,-2 4-270,1-1 450,-1 0-451,-1-8 91,1-2-180,-3 0 0,3 2-90,-1 3 0,1 0-629,-4-1-181,4 0-359,-4-3-91,8-3-1438,3-9 1619,2 0 1079,3-5 0,-1 3 0,-1 2 0</inkml:trace>
  <inkml:trace contextRef="#ctx0" brushRef="#br0" timeOffset="-157025.73">12826 5988 6723,'2'6'2968,"1"8"-2878,-2-4-2518,-4 20 1618,0-19 810,-5 10 0,6-18 0,-1-1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30:16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10355 8153 8342,'7'0'2249,"-1"0"-2069,-1 0-90,4 1 0,-1 0 0,1 0 90,-3 1-90,1-2-1,-1 0 1,7-2 0,-3 2-90,9-2 0,-8 2-449,12-1 269,-13 1-270,5-2-270,-12 1 720,-34-18 0,17 8 0,-25-14 0</inkml:trace>
  <inkml:trace contextRef="#ctx0" brushRef="#br0" timeOffset="526">8640 8360 6993,'8'7'2878,"-1"-1"-2608,-3-4-180,0 1 0,1 0-90,-1-1 0,4 0-90,-2-2 0,1 0-360,-2 0-179,-3 0-181,-4-3 1,-2-1 809,-7-10 0,2 6 0,-2-5 0</inkml:trace>
  <inkml:trace contextRef="#ctx0" brushRef="#br0" timeOffset="1244">6287 8573 6903,'15'-2'2339,"0"3"-1800,4 1-449,-4 0 0,3 2-90,-5-1 90,-1-1-90,0 1 0,7-1 0,-8-1 0,4 1 0,-9-4 0,-1 1-180,-1-3-359,0 1-181,-4-2-89,-2-3-1,-3-1-89,-2-2 899,-3-3 0,-4 2 0,-1-2 0</inkml:trace>
  <inkml:trace contextRef="#ctx0" brushRef="#br0" timeOffset="1461">4021 8035 7892,'10'-1'180,"-1"0"-180,12 6 0,-4 1 0,11 5 0</inkml:trace>
  <inkml:trace contextRef="#ctx0" brushRef="#br0" timeOffset="4458">15011 11290 7083,'-3'-9'3238,"-7"-5"-2878,2 3-90,-7-5 809,-17-6-809,13 9-690,-16-8 689,22 12 1,1 1 279,2 2-279,0 0 90,0 1 1349,-16-7-4725,16 8 3106,-11-5 305,23 10-35,30 8-360,-7-2-437,0-1 0,2 1 437,9 2-620,3-1 0,9 1 1,-4-1 619,-9-1 0,1-1 0,-2 0 0,4 2 0,1-2 0,-7 0-45,-2-3 0,-4 0-380,3 0 0,-1 0 290,-2-1 0,1 0-225,10-1 0,-1 0 90,-11 0 1,2-2-1216,21-4 1,-2-3 315,-13-2 494,-4 0 1,-9-3-1773,-40-16 2447,1 10 0,-2 3 0,-2 3 0,-11 0 0</inkml:trace>
  <inkml:trace contextRef="#ctx0" brushRef="#br0" timeOffset="4685">15196 10688 7892,'2'-15'3276,"-1"-4"-2234,-1 7-682,0-1 90,0 9-91,0 4 1,0 6 450,0 24-361,0 0-712,0-5 0,-1 2 578,0 9 0,-1 0-1182,1-5 1,0-1 911,-1 12 0,0 1 90,1 4 0,-1-1-180,1-10 0,0 0-90,0 10 0,1 2-315,-2-2 0,0-1-910,2-12 1,0 0 639,-2 9 0,-1-1-899,0-6 0,-2-3 90,-6 14 899,4-19 1,-1-2 462,-7 3 1,0-6-1,-1-2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32:36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10423 3935 8342,'-5'-5'1979,"0"0"-1709,0 0-180,0 1 0,0-1 0,0 2 0,1-1-90,0 0 90,2 3-90,-1 0-90,2 1-3187,5 6 1697,0-4 1580,2 5 0,-4-7 0,-2 0 0</inkml:trace>
  <inkml:trace contextRef="#ctx0" brushRef="#br0" timeOffset="1300">13559 5368 6813,'6'0'2249,"0"-2"-1889,-1 1-270,0-1-270,0-2-270,-1-1-270,0-4-89,-4-2-2468,-3-3 3045,-4 0 1,-8 2 0,-3 1 0</inkml:trace>
  <inkml:trace contextRef="#ctx0" brushRef="#br0" timeOffset="107686">7607 7863 8432,'-6'-3'1709,"-1"1"-1439,0-1-180,0-1 90,-1 1-90,1-2 0,-1 0 0,0 0 0,0 0 0,-2 0 449,-24-13-449,16 10 0,-19-9 90,19 10-180,4 1 180,-15-5-90,14 4 0,-10-2 0,-2-1 90,2 0-180,-16-5 90,16 4 0,10 4-90,-6-2 179,-3-2 1,0 1-90,0 0-45,-7-2 0,1 0 45,11 6 45,-13-1 0,-2 0-135,10 1 45,-6 1 0,0 1 45,14 0-90,-7 1 90,0 2 0,4 1-90,-4 0 90,7 0-90,1 1 180,0-1-180,0 2 135,-12 2 0,0 2-135,2-2 45,-2 2 0,0 2-45,1 5 90,9-4-90,-14 10 0,11-5-1131,0 2 1221,2-2-90,5-1 0,1-3 90,-4 5 0,3-3-90,-1 2 90,0 0 0,4-2-90,-4 1 90,4-1 0,1-4 0,-2 3 1040,5-4-860,-12 14-270,10-10 90,-10 10 0,12-10-90,1-3 0,-1 4 0,0 0 0,2-1 0,-1 3 90,-1 0-90,3-3-3277,-3 5 3162,3-6 115,1 1 0,-1-1 90,1 0-90,-1 1 0,1 1 0,1 0 0,-1-1 3276,2 7-3160,0-5-26,0 5-90,2-6-3277,-1 0 3237,1-1 40,1-1 0,-1 0 90,1 0-90,-1 0 0,1 0 90,2 4-90,-1-2 3276,2 2-3235,1 0-41,-1-4 0,2 4 90,1-4-90,-2-1 0,0 2 0,-2-1 0,-2-1 0,10 8 0,-5-8 0,6 7 90,-3-5-90,-2-2 0,3 3 0,-5-4 0,3 1-461,-1-1 461,1 0-2801,-1 2 2801,-1-3 0,1 3 0,1-1 0,3 0 89,1 1-89,2-3 0,0 2 0,10 3 0,-4-3 329,8 3-329,2-2-459,-7-1 459,8 3 0,-11-5 0,1 2 0,-1-2 0,2 1 0,12 2-406,-7-3 496,10 0-90,0-1 0,-8-3 0,9 2 0,-13-3 0,0 1 0,-1-1 0,-2 1 0,9 0 0,-8 0 0,8-1-126,0 0 126,-6-1 0,9-1 0,-10 1 0,3-1 0,1-1 0,4-1 0,1-1 2237,3 0-2237,-5 0 0,-2 0 0,-7 1 0,0-1 90,21-5-90,-16 2 0,14-5 0,-12 0 539,-8 4-539,6-4 0,0 1-467,-8 0 467,7-5 0,-2-2 0,-5 5 0,4-6 724,1 1-724,-5 2 0,15-13 0,-16 9-392,7-7 392,-11 7 0,6-11 0,-7 5 0,3-9 0,-7 7 0,-2-3 90,-2-1-836,-4-2 746,-2 1 0,-2-1 0,0 2 0,-5-13 0,0 13 0,-2-7 0,0 14 1,1 3-271,-1 1-24,1 3-2045,-4-9-938,-2-6 0,2 1 0,3-7 3117,6 20 1,2-3-1,0 8 1</inkml:trace>
  <inkml:trace contextRef="#ctx0" brushRef="#br0" timeOffset="109140">11466 6675 6813,'-4'-2'2789,"-1"-1"-2070,1 1-269,-2-2-180,0 1 179,-5-4-269,1 3 90,-2-3 90,-2-1-180,3 3 90,-4-2 90,-2-1-181,4 3-89,-8-2 180,-3-1-90,4 3-90,-5-2 180,-1 0-180,5 2 90,-8 0-90,8 2 0,-2 0-250,1 1 249,-2-1 91,-13-1-90,6 3 0,-11-1 0,-4 3 0,9 0 45,5 1 0,-1 0-45,5 0 0,1 0-1700,-1 0 1,1-1 1654,1 1 0,1-1-341,-10 1 386,0 0 45,10-2 0,-1 1-135,-11 0 44,12-1 1,0 0-45,-20 2 0,11 0 90,-9 2-90,-5 0 0,18-1 0,2 1 0,1-1 0,3 1 0,-7 3 0,2 2 0,6-2 0,-6 4-197,-3 2 197,8-3 0,-10 5 90,1-1-90,8-3 90,-6 4 180,-4 0-270,13-5 90,-11 5 0,19-7 302,0 1-302,1 1 90,-14 9-90,11-7 301,-13 11-391,17-11 90,-3 1-2190,-1 1 2100,4-3 1671,-5 5-1581,7-3 124,0-1-214,1 1 90,1-1-90,0 1 0,0 5 90,1-5 0,-3 17 0,6-15 2989,-1 9-3079,4-5 0,1-4 944,0 6-944,2 0 90,0-4 0,4 21-90,-2-16 0,3 11 0,3-7 0,-2-6 0,3 5 0,0 0 0,-3-5 0,4 5 0,-3-7 0,1-1 0,1-1 0,1 1 0,0-2 90,1 1-90,0-1 0,19 15 0,-10-11 0,13 11 0,-5-9 0,-6-4 0,7 5-3277,-8-7 3162,-1 0 115,2 0-468,-1-2 468,0 1-254,1-2 254,-1 0 0,13 3 0,-10-5 0,10 2 0,3-3 0,-9-4 0,11 1 0,-12-3 0,0-2 0,9 0 0,1 0 0,-1 0 0,2-3-414,-12 2 1,-1-1 413,13-3 0,-12 1 0,-1 0 0,16-2 0,-16 1 0,0 1 1048,0-1 0,0 0-1048,13-2 0,-6 0 0,0 0 0,6-4 271,-14 4 0,2 0-271,8-3 0,2-1-1176,-6 1 0,0-1 1176,8-1 0,-1 1 0,-10 0 0,-3 2 517,10-5-517,-9 3 0,-1-1 0,13-6-186,-12 4 1,-2 0 185,9-5 0,-10 2 0,-1 0 0,11-9-949,-7 3 0,0-1 949,2-5 305,-7 3 0,0 0-305,1-7-71,-9 12 0,-1-1 71,2-10 0,-6 8 0,0-1 0,3-14 0,-4 14 0,-1-1 0,-2-1 0,0 1 0,2-13 0,-2 13 0,-1 0-45,-1 1 0,-1 0-314,0-12-91,1-11-180,-3 16-179,0 0-361,1 1-449,1-2-1658,3-9 1427,-1 9 411,1-4 1531,1 8 0,-2 11 0,4-2 0</inkml:trace>
  <inkml:trace contextRef="#ctx0" brushRef="#br0" timeOffset="110328">14414 5765 7443,'-14'-20'3276,"-1"3"-2774,4 7-143,-10-6-89,5 3-90,-8-3 0,5 4 90,-1 1-514,0 0 424,0 1-3092,-10-6 3002,6 5-2198,-7-5 2198,8 6-300,0-1 300,-1 1 17,-15-4-18,9 2 1,-11-1 1186,10 5-1186,-2 1 0,0 1 0,-1 1 90,0 1-90,-1 0 1925,-1 3-1925,-1 0 0,10 1 0,-1 1 0,-15 1-45,15-1 0,-1 1 135,-9 4 0,2 0 0,-12 2-90,4 1 0,1 2 90,4-1-135,14-4 0,1 2 45,0 0 0,2 1 89,-13 5-89,-8 4-802,11-2 0,2-1 892,-5 2-90,4-1 0,2-1-23,6-3 203,-1 1 551,-6 6-731,6-4 90,-5 6-90,9-6 0,0 1-1,0 0 1,0 2-1563,-6 7 1473,-1 3 1604,2 0-1604,3-2 90,10-9 0,0 0-90,-1 6 90,5-7 331,-2 6-331,5 0-90,3-6 0,0 6 267,5 2-177,0-5-90,0 8 180,4 2-180,-1-7 3159,5 7-3069,10 9-90,-4-14 483,10 14-483,-7-18 0,3-1 90,2 0-1690,2-2 0,2 0 1690,9 5-1190,-7-3 1,0-2 1189,6 2-330,1 0 240,3-3 0,-10-5 0,1 1 0,-8-4 0,1-1 45,7 3 0,2-1-45,0 0 0,-1-2 0,-7-2 0,1 0 0,7 1 0,1 0 45,-1-2 0,1-2 150,3 0 1,1-1-196,-1 0 0,0-1 0,-1-1 0,-1-1 0,-11 1 0,0-1 0,-1-1 0,2-1 599,10-1 1,0 0-600,-8 0 0,-1 0 0,9-2 0,1-1 0,-1 0 0,-1-1-45,-7 2 0,-1-1 45,8-1 0,0-1 0,1-1 0,-2 0 0,-8 3 0,1-1 0,6-3 0,2 1 45,0-2 0,-1 0-45,-8 4 0,0-1 0,7-3 0,1-1 0,-2 0 0,0 1 0,-8 2 0,-1 1 0,7-4 0,0-1 45,-3 1 0,-2 0 45,13-8-45,-15 7 0,-1 0 135,15-16-370,-11 4 280,4-8-1796,-14 9 1976,1-16-579,-8 10 399,0-11-89,-9 11 89,-1 1 396,-3-1-576,-6-13 90,3 13-90,-4-8-540,-1 11-89,2 10-360,-5-3-2198,-3 10 0,3 6 2900,-7 2-1692,3 7 540,-4 1 1529,0 5 0,0-1 0,3 2 0</inkml:trace>
  <inkml:trace contextRef="#ctx0" brushRef="#br0" timeOffset="111892">18030 4765 8612,'-2'-6'1979,"0"0"-1619,-2 1-180,-1 0 89,0 0-89,-1 0 180,-3-4-180,1 2 360,-9-8-360,6 6-90,-7-4 0,6 5 89,-2 1-89,-2 1 0,0 0 0,-2 1-533,-11-4 623,7 2 0,-23-7 89,17 5-179,-12-2 180,-3-1-180,8 3-45,12 3 0,-1 0 45,-1 0 0,0 1-1211,-17-2 1166,15 2 0,-1 2 90,-3 0 0,0 2-90,7 0 0,-1 1 90,-19 0 0,-1 1-45,18-1 0,0 1 0,-8 1 0,-3 1 135,-8 1 0,1 0-180,16-1 0,0 1 44,-5-1 1,-4 1 0,5 0 0,-14 2-45,19-3 0,-2 1 90,-3 1 0,1-1-135,-6 3 63,8-3 1,2 1 26,4 1 90,-6 4-180,8-2 180,-4 3-90,8-3-1,1-1 361,-9 5-360,7-2-874,-7 3 874,7-3 180,-1 0 281,-1 1-371,-1 1-1837,-1 0 1927,-1 1-2056,-1 0 1876,0 1 402,0 1-402,0 0 89,1-1-89,1-2 180,-3 3-270,8-5 90,-3 2 0,8-1-90,3-1 195,0 4-195,1-4 90,-2 4-90,3-3 90,-2 4-90,5-5 2211,1 0-2121,1 1 3186,0 6-3066,2-4-120,0 7 258,1 0-258,0-3 0,0 5-90,0-7 180,-1 6-3457,-1-3 3364,0 4 3,-1-6-90,2-1 90,0 0 0,2 11-90,0-9 89,3 11 1,-1-17-90,0 2 90,0-4-90,-1 0 3276,2 5-2911,0-3-275,1 2 0,0-4 0,1 0 89,1 0 181,8 5-180,-2-3 180,13 8-180,-8-8 0,8 4 90,3-2-181,-6-3 1,9 2 0,0-2 0,-7-1-90,8 0 90,-3 0-90,-7-4 90,5 3-90,-2-1 0,-5-2 90,6 3-90,2-1 0,-6-4 0,7 3 90,18-5-3367,-15 2 3264,-7-2 1,1 0 102,7 2-888,2-2 798,4 0 45,-11-1 0,0 0-45,17-1 45,-18 0 0,1 1-45,0-2 0,-2 0 0,15-2 0,-16 2 0,0-1-1884,22-4 1884,-13 1-942,9-1 942,-17 3 1469,-1 0-1469,-1 1 0,-1-1 0,10-3 0,-9 2 659,7 0-569,1 1-90,-8 1 2517,7 0-2517,1-2 0,-8 1 2351,7-2-2351,3-2 0,-8 3 290,9-2-290,1-2 0,-9 3 0,10-2 0,-5 1-1374,-6 1 1374,5-1 0,7-4 90,-12 4-90,2-4 0,-1-1-2255,-2-1 2435,11-9 90,-18 8-160,-3-2 70,1-2 360,1-12-540,-4 5 0,0-8 0,-6-5 0,-5 10 1031,-1-9-1031,-4 12-2390,-1 0 2390,-1 0 833,-1 0-833,-1 1-415,-1 1 415,-2 0-227,-2 2-943,-4 1-269,-5 1-810,-5 3-449,-6 2 1059,-2 7 1,-3 3-1,5 1 1,0 3 545,0-1 1,-2 2 0,-2 1-1,-5 4 1,-2 1 0,1 1 847,5-1 0,2 1 1,-3 1-1,2-1 0,-3 1 1,1 1-1,1 0 0,-2 1 1,1 1-1,-1 0 1</inkml:trace>
  <inkml:trace contextRef="#ctx0" brushRef="#br0" timeOffset="125282">10993 9070 6993,'-7'-13'2788,"-1"1"-2158,1 5-270,-1-2-180,1 1 90,-1 0 719,-9-16-899,9 14 0,-8-11 0,13 17 180,1-1-180,1 3 539,-4-2-539,3 4 0,-4-2 0,1 4 0,1-2-90,-2 1 180,-17-1-90,12 2-90,-14-2-3212,6 2 3302,7-2 0,-8 0 0,7 0 0,1 0 179,-12-3-179,9 2 0,-9-3 90,4 0-90,6 2 180,-14-4-90,12 2 360,-27-9-360,22 6-90,-18-4 179,12 3-179,4 4 90,-6-2 0,10 4-90,1-1 360,-24-2-360,17 3 0,-18-1 90,14 3-90,7 0-1,-6 0 91,-1 1-90,8 1 90,-25 1-180,21 0 3276,-14 0-2980,8 1-116,6-1-180,-8 1 360,1-1-270,8 0 0,-7 1 224,0 1 1,0 0-225,0-1-494,-1 2 1,2 0 493,10-1-90,0 1 89,1 0 1,0 1 90,-3 1-90,7-1 90,-3 4 0,4 0 0,3-2 90,-13 10-180,12-10 807,-7 7-807,6-6 0,3 0-90,-2 3 0,6-1 90,-4 24 0,6-17-45,1 6 0,1-1-45,2-7 90,3 9 0,0-4 0,0-6 90,3 18-90,-3-17 0,2 9 0,-3-8-90,1-5 0,-1 4 90,2-7-90,0 0-3277,5 5 3252,-1-4 25,4 5 0,-3-5 90,0 1-90,8 3 0,-4-2 90,5 1-90,0 0 0,-4-2 90,17 11-90,-15-11 0,15 10-232,-17-12 232,5 2-90,9 2 90,-9-5 45,4 2 0,-1-1-45,0-1 0,11 6 90,-8-5-90,-6-2 0,7 1 0,0-1 0,-5-1 45,3 0 0,1 0-45,2 1 0,16 3 0,-9-4-209,-10-2 209,7 4 0,-11-4 0,1 1 90,9 0-1975,-5-2 1885,17 2-669,-15-4 669,8 0 26,-10-3-26,1 0 0,14-3 0,-8 0 0,10-1 0,3-4 1877,-8 1-1877,-13 3 0,1-2 181,2 1 1,-1-1-182,16-5 0,-16 5 0,1-1-641,-1-1 1,0 0 640,11-2 0,-12 2 0,0 1-552,20-6 552,-10 2-68,8-2 68,-1-3 0,-11 5 0,1-4 0,-1 0 0,0-2 728,-8 4 0,0-2-728,5-14 2294,-9 7-2384,4-11 90,-6-1 0,-6 7 0,-1-1 0,0 0 0,-2-1 0,5-14-89,-6 14-1,-2 7 1088,2-4-3157,1-11 262,-4 14 638,5-17-990,-3 16-269,0 1 179,2-3-938,0-7 998,-2 6 2279,0-5 0,-3 12 0,1 2 0</inkml:trace>
  <inkml:trace contextRef="#ctx0" brushRef="#br0" timeOffset="126682">14334 8010 6813,'2'-5'2878,"0"-1"-2248,-1 1-270,-1-1 90,0-4-270,0 3-1,0-4 1,-1 4 0,0-1 0,0 1 0,0-1 90,-1-3-1260,-1 3 1260,-4-5-496,1 5 406,-3-2-90,0 3 179,-9-4-179,4 3 90,-15-5 0,11 5-90,-6-2 90,7 2 0,-1 1 90,-9-4-180,6 2 90,-9-1-91,7 2 915,0 1-824,0-1 90,-8-1-180,7 3 90,-6-1-90,7 3 179,1 0-179,0 2 270,-14-2-270,13 2 90,-3 1 0,1 1-90,2 2 180,-20 1-180,22-1 436,-7 0-256,1 0-180,4 0 90,-5 3 180,-9 1-360,13-1-1584,-3 1 0,-2 0 1764,-7 2-355,-6 2 175,9-2 180,12-2-90,0 0 0,1 2 0,0-1 0,0 1 269,-9 2-269,6-1-255,-4 2 255,8-4 3000,1 1-3000,1 0-2576,-1 1 2576,1 1 0,-1 0 0,1 0 0,-1 0 0,-6 4-90,6-2 0,-5 3 90,2 1 0,3-2 0,-4 3 0,-2 2 0,8-5 367,-5 5-277,5-1-91,4-3 1,-3 5 0,1 1-90,4-5 90,-3 5 0,4 0-90,3-5 3276,-2 6-2980,2 4-296,2-9-3277,1 6 3162,0-10 115,3-2 90,2 10-90,1-6 0,3 7 0,-1-10 0,4 6 0,-2-4 90,2 4-90,-1-5 864,-1-1-864,6 6 0,-3-4-260,6 3 260,-3-6 90,10 3-90,-2-2 0,10 1 0,-5-4 0,3-2-508,3-1 508,3 1 0,-8-4 0,1 0 0,16 1-418,-15-2 1,1 1 417,11-1 0,2 1 0,0-1 0,1 1 90,0-1-90,1 1 0,-3-2 0,2 0 0,-14-1 0,0 0 0,16-1 0,-18 1 0,2-1 45,7-3 0,-2-1 1696,11-1-1741,-14 0 0,5-2 0,-4 0-1614,11-4 1614,-10 1 0,-1-1 0,2-1-182,0-2 182,1 0 0,-9 3 0,-1 0 90,16-7-90,-15 7 0,1-2 0,0 0 0,-1 0 0,-6 3 0,1-1 458,4-2 1,1-1-414,-1-1 0,-1 1-2186,13-9 2141,-14 8 0,-1-1 900,6-6-900,-4-2 541,-4 0-541,-2 1 0,-2-9-261,-6 9 261,-2-4 2344,-7 5-2974,-4 5 404,-3-1-3051,-11-2 168,-3 6 410,-10-5-578,-9 3 0,10 8 3248,-8 1 0,16 7 0,0 1 0</inkml:trace>
  <inkml:trace contextRef="#ctx0" brushRef="#br0" timeOffset="127900">17835 6673 8522,'9'0'2339,"-2"0"-2069,-6 0 89,0 0 1,1 0 0,0-2-180,1 2 450,-2-1-271,-3-1-269,0 0 0,-3-1 90,-2-1-90,1 1 0,-5-2 0,-3 2-90,1-1 0,-3 0 90,-5 0 0,6 2 90,-7-2 0,-3 0-90,5 2 89,-4-2 1,-1 1 0,-2-1-90,-17-1 270,6 4-180,8 0-90,-10 3 180,1-2-90,8 1 0,-9 0-3457,14 2 3431,-1-1-2332,0 1 2268,0-1-42,-2 1 42,0-1 90,-2 1-90,0-1 269,-16 3-269,10-1 45,13-1 0,-1 0 0,0 1 0,0-1-268,-14 4 223,13-3 0,1 1 0,-11 2-90,0 1 89,9-2 1,0 1 90,-14 3-297,15-3 1,0 0 296,-6 3 68,-9 4-158,13-4-90,-6 4 180,17-7-180,-5 5 90,8-2-90,-4 3 1919,4 1-1919,4-2 0,-3 3 3007,5-3-3007,1 0 0,-1 2 1103,1 0-1103,-1 1 90,1 1-90,0-1 431,0 10-431,3-7 90,0 8-3312,3 9 3222,2-11-875,3 24 875,1-23 0,3 8 0,0-11-56,1 1 56,2-2 0,1 0 0,1-1 0,1 0-293,2-1 293,2 1 0,2-3 0,3 0 0,1 1 0,8 3-31,-5-4 0,-1-1 31,6 2-117,1-1 117,-7-5 0,0 0 0,15 6-453,-14-7 1,1 0 542,11 3-90,1-3 1665,0-1-1665,1-3 45,-11-4 0,1-1-45,-6-1 0,-1 0 0,7-1 0,2-2 0,0-1 0,-1-2 0,-7 1 0,0 0 6,7-2 1,0 0-7,11-6 0,-1 0 0,-1-2 0,-2-1 0,-5-1 0,0-2 0,-12 7 0,0-1 0,19-13 0,-1-1 0,-3-2 0,-13 9 0,-1-2 45,2-1 0,-2-2-1055,-1-3 0,-1-1 1055,1 1 0,-3-2-45,-1-8 0,-4 0 275,-6-6-275,-3 15 0,-2 1 199,-3-9-289,-2 0-270,-2 1-1349,-6-12-180,-1 12-360,-7-7-1028,-7 5 0,7 13 761,-7-2 2516,11 16 0,2 4 0,3 3 0</inkml:trace>
  <inkml:trace contextRef="#ctx0" brushRef="#br0" timeOffset="128924">20713 6098 6903,'-4'-16'3276,"0"2"-2144,-1 6-593,-1-3-179,2 3 450,-3-10-541,3 9-89,-3-5 270,-5 3-180,1 3-321,-5-3 231,3 4 179,1-2-89,-2 0 720,-17-8-720,10 6-1,-13-6 271,4 3-270,5 1-630,-8-1 630,7 3-180,0 1 180,-3 1-90,1 0-90,-15-2-90,11 4-356,-13-2 535,14 4-89,-3 1 90,1 0-90,7 3 0,-1 0 0,-15-1-894,14 2 1,1 0 893,-15 2-1,12 1 1,-1 0-90,-17 4 90,17 0 0,-5 2 0,4 0-1059,8-2 1,0 1 1058,-21 8 0,2 1-1352,6 1 1307,15-7 0,0 1 545,-7 7-500,3 0-90,1 1 90,3 1-90,1-1 180,-3 11-90,8-7 0,-2 7-1024,7 15 1024,7-14 45,3-7 0,0-1 45,6 8 1294,3-1-1250,2-2 1,1 1-135,4 7-43,-2-9 1,0 1 131,15 8-89,-4-9-45,-8-11 0,3 1 0,3-2 0,1-1-45,16 9 45,-13-10 0,3 0-45,3 0 0,1-2 0,-7-3 0,0 0 0,9 2 0,1-1 0,2-1 0,-1-2 0,-8-2 0,0 0 367,10 1 0,0-1-367,-11-4 0,0 0 0,0 1 0,0-1 0,1-2 0,0-1 0,-1 1 0,2 0 0,14-4 0,0 0 45,-9 1 0,-1 0 266,12-3 0,0 0-311,-13 2 0,-1-1 0,0 0 0,1 0-872,14-4 0,0-1 872,-11 4 0,0-1-194,11-3 0,-1 0 194,-13 3 0,-2 0 0,0 0 0,-1 0 0,0-2 0,0 1 0,-1 0 0,0-1 0,-2 0 0,1 0 0,-1 0 0,-1-1 0,0 0 0,0 1 0,-1-2 0,0 1 0,-1-1 0,-1 0 0,0 1 0,-1-1 245,0-1 1,-1-1-246,-1 1 0,1 0 0,18-14 0,-2-2-507,-2 0 507,-7-2 0,-2-1 0,-10 11 0,0-1 208,1-6 0,1-5 0,-3 4-163,-6 5 0,-3 0 146,4-19 1,-3-1-102,-6 17 0,-2 1-82,0-9 1,-2 0 171,-9-11-1,-6 3 1,-5 5-90,-5 4 0,-6 3 1201,-2 4-1291,-4 4-180,-4 4-360,9 9 1,-2 1-136,7 4 1,-1 2-119,-9-1 0,-4 1-300,6 4 1,-1 1 0,1 1-547,-8 1 1,-1 0 545,4 0 1,-3 1 0,-1 1 272,10 0 1,-1 2 0,1 0 0,1 1 557,-6 0 1,3 0-1,-3 1 1,3 0 0,-2 0-1,-1 1 1,3 0 0,-1 0-1,0 1 1,0-1 0</inkml:trace>
  <inkml:trace contextRef="#ctx0" brushRef="#br0" timeOffset="163597">16689 4055 7353,'2'-11'2878,"-1"0"-2428,-1-1-90,0 2 359,0-1-449,0 5 540,-1-4-720,0 7 0,3-4-90,-1 4-3277,6 0 1426,-10 1 1851,-14 1 0,-8 2 0,-13 1 0</inkml:trace>
  <inkml:trace contextRef="#ctx0" brushRef="#br0" timeOffset="165100">17489 3875 11850,'2'3'2789,"0"-1"-1890,-3 1 1,1-2 2376,-1 0-2145,3-4-1041,-2 2-90,4-2-180,0 3-180,-1-2-359,0 2-1620,-2 0 180,-10 3-89,-4-3-1029,-13 1 0,-9-1 0,-9 0 3184,14 2 0,-2 1 0,-5 0 0,-2 0 1,-5 2-1,-1-1 0</inkml:trace>
  <inkml:trace contextRef="#ctx0" brushRef="#br0" timeOffset="166013">4669 7280 10411,'-5'-4'2069,"0"1"-1619,3-2 269,-3-4-449,1 2-2175,-4-5 1995,4 8 90,0-2 387,1 4-567,-2 0-359,0 1-271,2 2-360,7 1-449,7 1-1439,24 1 1439,-4-1 2237,16-3-798,-7-2 0,5-3 0,3 2 0</inkml:trace>
  <inkml:trace contextRef="#ctx0" brushRef="#br0" timeOffset="166918">17700 7265 10051,'1'-4'900,"0"1"-630,-1 1 89,0-1-179,0 1 0,0-1 0,0 0 450,-1 2-630,1-2 90,0 2-90,0 0-360,-1-2 90,0 3-450,0-2-1438,-1-1 988,1-2 1170,-2-11 0,1 2 0,2-9 0</inkml:trace>
  <inkml:trace contextRef="#ctx0" brushRef="#br0" timeOffset="168091">20690 3868 7173,'5'-4'3148,"-1"1"-2428,-1 1-181,-2 1-89,0 2-90,0-1 90,2 1 1079,-2-1-720,1 0-449,0 0-180,-1 0 270,1-1-90,-1 0-181,0-2 181,-1 2-180,1 0 0,-1-1 270,1 1-180,-2-1-180,0-1 0,-2 1-1,2 0-448,0 1-451,1 7 181,1-3-181,0 4-1799,3-5-668,-3-1 1697,-5-4 231,-2 4 1349,-5 0 0,1 3 0,1 2 0</inkml:trace>
  <inkml:trace contextRef="#ctx0" brushRef="#br0" timeOffset="168916">3539 6393 7083,'6'1'3276,"0"-1"-2414,4-4-593,4-1-1362,13 1 1,9-1 0,0 1-547,-3 0 1,4 0 1109,-2 1 0,6-1 0,3-1 1,0 1-1,-5 0 411,6 0 1,-4 1-1,3-1 1,2 1 0,3-1-1,1 0 1,-3 1-1,-7 0 1,-1 0 0,0 0-1,1 1 1</inkml:trace>
  <inkml:trace contextRef="#ctx0" brushRef="#br0" timeOffset="169675">19860 6048 7443,'-11'-14'3276,"-8"-6"-2055,3 5 38,-17-13-899,18 16 450,-10-13-720,18 18 180,2-6-270,7 10 90,2 0-90,3 3 0,1 1-90,7 2 0,-5 0-90,4 2-270,-9-2-90,-3 0-539,-2 0-270,-5 3-1,-6-2-1348,-22 8 2042,3-5 1,7 0-1,-2 0 1,-14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46:00.5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7042 4195 7173,'5'4'2429,"-1"0"-2070,0-2 811,-3 2-901,0-3 721,-1 4-720,0-5 269,-3 3-359,1-3 270,-4 0-360,3 0 0,1 0 3186,1 0-2594,8 1-592,-1-1 180,20 4-270,-10-2 89,30 7-89,-23-4 0,9 1 0,2 1 0,0-1-1093,1-1 1,8 1 0,-4-2 1079,-11-1 1,2-1 34,7 2 1,7-1 0,1 1-1,-6-1-588,-2-1 1,0 1 565,-2-1 0,5 0 0,1 1 0,-5-1 0,3 0 0,-1 0 0,7 0 0,3 0 0,-3 0-947,-2 0 0,-1-1 947,-5 0 0,1 0 0,1 1-30,1-2 0,1 1 0,-1-1 30,7 1 0,1-1 0,-7 0 0,3 0 0,-3 0-354,4 0 1,-1 0 353,0 0 0,2 0-30,-4 0 0,2 1 0,-2-1 30,-10 0 0,-1 1 0,3 0-45,5-1 0,3 1 0,1 0 0,-5 0 45,7 0 0,2 0-158,-5 0 1,7 1 0,-1-1 0,-5 0-170,3 0 1,-2-1 176,1 1 0,3 1 0,-5-1-165,-10-1 0,-4 0 0,1 0 0,-1 0 279,-2-1 0,-1 0-1494,19 0-109,-17-4 1,-1-1-1201,2-1 2839,2-7 0,-31 6 0,-6 1 0</inkml:trace>
  <inkml:trace contextRef="#ctx0" brushRef="#br0" timeOffset="3011">8012 2810 8342,'4'1'1979,"2"1"-1799,-4-2-90,1 0 90,-3 1 0,0 0 269,0 4-269,0-2 540,-2 4-540,2-5 629,-3 3-629,3-4 1259,0 2-1349,0-2 90,0 1 270,-2 0-360,2-2 450,-3 2 1978,2-2-2518,5 1 0,-4-1 0,5 1 0,-5 0 90,0-1-90,1 4 0,-1-4 0,2 3 0,0-3 0,0 0 90,2 1 0,0-1 0,5 2 0,0-2-90,7 4 0,-5-3 90,5 3 0,-5-1-90,3-1 90,0 1-90,1-1-3277,13 5 3162,-8-2-1180,8 3 1295,-12-4 0,-1-1 0,2 0 0,-1 0 90,1-1-90,1 1 90,9 0-90,-5 0-252,8-1 342,-9 0 0,3-2 0,11-2-90,-8 1 0,8-1 90,-11-1-90,-2 1 90,1-1 2250,7-1-2250,-6 2-90,6-2 0,-9 2 90,2-1 1802,-2 1-1892,4-2 0,-6 1 0,3 0 0,-7 1 0,4 1 623,-2 1-623,2 0 263,-5 0-263,0-1 0,-2 0 90,1-1-90,-1 1 0,1 1 0,-1 0 0,1 1 0,5-1 0,-4 1-3277,9-1 3162,-8 0-88,5 0 203,-5 0 0,0 0 0,0 0 0,0 0 0,0 0 0,-1 0 3276,0 0-3171,11 0-105,-7 0-913,8 0 913,-11 0 0,0 0 0,0 0 0,0 0 0,0 0 0,0 0 0,0 0 0,0 0 0,0 0 0,-1 0 1127,0 2-1127,-2-1 0,8 3 0,-4-2 0,6 2 0,-8-3 0,-1 1 0,0-2 0,-1 0 0,0 0 0,-1 0 90,-1 0-180,0 0 90,4 0 0,-4 0 0,3-2 0,-5 1 90,-1 0 0,2 1-90,-2 0-1693,0 1 1783,-2-1-90,-1 0 0,-1 0 90,0 0-90,-1 0 90,1 0-90,-1 0 1783,1 0-1783,-1 0 180,5 2-180,-2 0 0,4 0 0,-2 0 90,0-2-90,1 0 0,-2 0 0,2 1 90,-2 0-90,1 0 0,-2 0 0,-1-1 0,0 0 0,-2 0 90,0 0 180,-1 2-181,0-2-268,0-1-1,2-1-270,-1-1-270,2-1-359,1 1 90,1 0-2288,6 0 77,-3-1 1131,3 1 270,-7-2 1799,1-4 0,-8 4 0,0-1 0</inkml:trace>
  <inkml:trace contextRef="#ctx0" brushRef="#br0" timeOffset="7289">5984 3078 7623,'-7'0'2248,"-1"0"-1618,2 0-450,1 0 989,-18-7-989,13 3 720,-30-14-810,29 11 0,-15-5 89,1 4-89,7 3 0,-7-1 0,-1 0-90,-1 1 90,-17-1 0,12 2 0,0 2-1622,-12-1 1577,10 0 0,-4 1 44,-4 0 1,2 0-45,13 2 0,-1-1 45,-15-1 0,-5 0 0,4 0-45,14 1 0,-1 0-23,-4-1 1,-6 0 0,-1-1-1,6 1 23,2 0 0,-2-1-9,1 1 0,-8-2 0,-2 0 0,1 0 0,8 1-36,-4 0 0,1-1 0,0 0 0,-9 0 0,-1 0 0,2 0 0,9 0 0,2 1 0,1 0 0,0 0 0,-5 0 0,0-1 0,6 1 0,5 0 0,0 1 30,-10-2 0,-4 0 0,5 1-1472,7 1 0,1-1 1442,-17-1 0,1 0-590,3 1 590,-1-4 0,-3 2 0,-1 1 0,22 1 0,-1 1 0,-8-1 0,-3 0 0,6 2 0,-7 2 0,8 0 0,2 0 0,-5 0 0,2 0 0,0-1 0,1 0 0,1 0 0,1 0 501,1 0-411,-9 0-90,9 0 0,1 0 0,1 1 0,-1 0 90,-8 1-90,8 0 0,-1-1 90,-16 3 0,8-1-90,-11 2 90,12-1-1,10 0 1,-1 0 0,-13 2-45,6-2 0,0 1 45,-5 0-45,0 1 0,0 0 1454,0 2-1454,10-3 0,0 2-45,-1 0 285,2 1-285,0 0 0,-7 3 90,10-1-90,-6 1 0,11-4 0,0 1 0,2-1 0,-1 1 90,-8 2-90,5-1 29,-7 3 61,7-3-90,0 1 90,-2 2-90,1-1 90,-1 4-90,1-2 90,-10 4-90,7-4-1474,-14 10 1474,9-1-184,-5 4 184,10-4 0,4-4 0,6-5 0,3-1 0,-2 1 401,0-1-311,-4 7-90,3-4 3161,-3 7-3161,4-5 90,-1 5 0,0 3-2215,-3 2 2125,2-2 0,1-1 90,3-1-789,-6 7 789,4-6-481,-4 6 481,7-10-90,-1-2 89,2 2 91,-2 6-180,3-6-125,-1 4 125,4-7 90,-1 4-90,1-4 2644,0 5-2644,2-7 0,1-2 1034,0 2-944,-1-1 616,2 1-706,1 0 0,-1 0 0,4 1 375,-1-1-375,1 3-3277,2 6 3252,-1-5 25,3 14-305,-2-13 305,2 4 90,-1-8-90,0-1 0,2 7 89,-1-6-89,1 5 90,-2-7-90,2 4 0,3 3 2811,1 0-2721,1 0 0,-2-7 346,1-2-346,6 8-90,-2-5 0,4 6 0,4-3 0,-5-3 0,6 4 0,-5-7 90,0 1 0,1-1-90,0-1 0,0 1-398,1-2 398,0 0 90,14 4-90,-8-3 0,10 2 90,-9-4 0,1-3-90,2 1-663,1-2 753,2-2-90,2 1-1476,-8-2 0,1 1 1476,15 1-1002,-3-1 0,0 0 1002,-17-1 0,1 0-284,8 0 0,0 0 284,13 0 0,-22-1 0,1-1 0,-1 2 0,1-1 0,-1-1 0,1 1-93,-1 0 1,1-1 47,0 1 0,-1 0 45,1-1 0,0 0 0,0 0 0,0 1 45,0-1 0,0 1-45,11 1 0,0 0 45,-8-1 0,0 0-45,8 1 0,-1 0 331,-9-1 1,-2 1-332,0-1 0,1 0 233,-1 0 0,2 1-233,10 0 0,1 0 0,-9 0 0,0-1 0,8 2 0,1 0 0,-1-1 0,-2 0 0,-7 0 0,0 0 45,18-1 0,0 0-464,-18 0 0,-1 0 419,8-1 0,0 0 0,14 0 543,-14-1 0,1 0-543,-9 1 0,1 0 0,8-1 0,0 0 0,3 0 0,-2 1 0,-8-1 0,1 0 340,3 1 1,4-1 0,-3 1-341,-3 0 0,2 0-338,4 0 0,7 1 0,1 0 0,-5-1 338,0 0 0,0 1 0,6-1 0,4 1 0,-4 0 290,0 0 0,-4-1-290,-9 0 0,1 0 0,9 1 0,0 0 0,-13-1 0,-1 0-45,-1-1 0,1 0 45,-2 1 0,1-1 288,-1 0 0,1 0-333,20-3 0,2-1-713,-19 3 0,1-2 713,16-1 0,-1 0 45,0-3 838,-1 1-838,-1-1 1049,-3 1-1049,-1-1-90,-1 1 90,-12 0 0,0 0 0,15-3-290,-15 3 0,1 0 290,11-4 0,-10 3 0,1-1 0,16-5 0,-16 5 0,1 0-90,12-6 90,0 0 0,0-2-45,-13 4 0,0 0 45,-7 4 0,0-1 0,6-3 0,0 1 0,9-6 0,-11 6 0,0-1 0,12-8 0,-14 8 0,-1 0 0,6-9-100,-10 6 1,1 0 99,8-10 0,-9 8 0,-1-1-135,6-8 135,0-3-95,-8 6 1,-1-1 94,11-16 0,-11 14 0,-1-1 90,5-13-90,-8 9 0,-1-1 0,-3 7 0,-2 0 259,3-8 1,-3 0-260,-3 8 0,-2 0 0,0 1 0,-2-1 45,0 0 0,-2 1 258,0-1 1,-2 1-259,0 0 0,-2 1-45,0 0 0,-2-1 45,-6-7 0,-3 1-45,4 7 0,-1 1-357,-7-6 0,0 2 177,5 8 1,-2 3-361,-11-5 0,-2 2-90,6 5 1,0 1-271,-11-2 1,-3 2-740,-5 1 1,-1 2 218,10 3 1,-3 1 459,-2 1 1,-3 1-1,3 1 960,2 2 0,1 2 0,5 0 0,-1 1 0,2 1 0,-4 0 0,0 1 0</inkml:trace>
  <inkml:trace contextRef="#ctx0" brushRef="#br0" timeOffset="35621">22023 7013 7173,'-18'1'2069,"0"0"-1620,-2-2 1,-12-2-3727,7 1 2393,-7-2 974,8 2 36,-23 0-36,15 1-1,1 2 1,-6 0 0,4 0 0,-7 1 0,2 2 0,-7 0 0,8 0 0,2 0-45,-11 4 0,1 2-45,19-3 0,-3 4 0,-6 3 0,6-1 0,-3 3 30,1 1 0,-6 4 0,6-4-30,1 2-953,-7 4 0,1 1 953,10-6-281,-7 8 1,0 0 280,8-4 45,-3 6 0,2 1-45,8-5 45,0 6 0,1 1-45,4-2 45,-1 8 0,2 1-45,2-3 0,1 10 0,1 1 1468,4-5-1468,4-4 0,1 6 0,1-5 0,0-14 0,2 1 30,2 14 0,1 7 0,0-7 226,5 7-211,-1 0 0,1-2 2483,0-4-2483,-4-14 0,1 0 0,-1-1 0,1-2 1177,6 13-1177,-2-6 0,1-2-185,4 4 185,-1-5 0,0-1 45,5 4 0,-2-5 0,1-1 0,5 3-45,-4-4 0,1 1-45,5 1-439,-10-7 0,0-1 439,8 6 0,0-1-389,-6-7 0,1 0 479,11 9-179,-5-6 1,3 0 88,-4-3 0,-1-1 45,0 0 0,1 0-45,9 4 0,0 0 90,7 2-90,-5-3 0,0 1 0,-14-8 0,0-1-273,15 8 0,0 0 273,-15-7 0,-1 0 77,7 3 0,0 1 13,11 3-1625,0-1 1535,0-1 72,0-2-72,0-4 0,0-3 0,1-2-142,1-3 142,0 0 0,-11-3 0,1 0 0,-9 0 0,2 0 0,17-2 0,0-1 0,-17 1 0,0 1 0,8-1 0,-1 0 393,14-5-393,-13 2 0,1 1 0,-9 0 0,2-1 0,17-4 0,0-1 142,-18 4 0,0 0-187,8-3 0,0-1 45,-10 4 0,-1 0-331,1-1 1,0-1 330,-1 1 0,1 0-45,9-6 0,1 0 45,-9 3 0,0 0 0,7-4 0,-1 1 0,12-8-518,-5 1 1,1-1 517,-14 9 0,0-1 0,13-9 0,-2 1-174,3-3 174,-2-3-45,-11 8 0,-1-1 45,-5 3 0,-1 1 282,5-7 0,0 1-282,7-11 0,-9 7 0,0 0 226,-7 7 1,0-1-197,1-7 0,1-4 0,-3 2 294,-2 1 1,-2 0-280,3-12 0,-2-3 90,-5 0 0,-1 0-45,-3 10 0,0-1 0,-1-11 0,-2 0 0,-2 13 0,-2 2 0,-1-2 0,-1 1-188,-2-1 0,-1 1 188,-2 0 0,-1 0-45,-2 0 0,0 1 0,-1 0 0,-2 0-15,0 3 0,-2-1 0,1 1-30,-3-4 0,-1 1-231,3 5 0,-2-1 0,2 2 141,-3 0 0,0 1 0,0 2 1,-1 0-228,1 1 1,0 1 1,0 2 0,1 0-315,0 1 1,-1 1-46,2 0 1,-1 1-46,1 1 1,0 0 44,0 1 0,0 1 675,-9-4 0,0 1 0,7 5 0,-2 1 0,-5-3 0,-1 1 0</inkml:trace>
  <inkml:trace contextRef="#ctx0" brushRef="#br0" timeOffset="87173">10520 11588 6425,'-39'-14'479,"0"1"1,0 0 0,0 0-1251,1-1 1,-2-1 830,5 1 0,-2-2 0,2 1-15,-2-2 0,-4-3-30,9 4 0,-5-4 0,-3-2 0,-1-1 0,3 3 0,6 2-15,3 1 0,3 3 0,-6-2 0,-3 0 0,-10-3 0,-4-2 0,-3 1 0,3 1 0,4 2 0,10 4 0,-8 1 0,2 2 0,-6 0 0,0-1 0,0 1 0,1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23:26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16367 2365 8522,'6'-2'2968,"0"-1"-2518,-4 2 2069,-6-5-2249,2 5 1169,-5-3-1169,5 4 179,-3 0-359,4 1 180,-1 3-270,3 1 90,15 22-90,-6-11 45,10 10 0,1 2 45,0-2-60,0-1 0,5 5 0,-4-3-30,10 8 30,-5-4 0,5 5 0,-5-6-386,5 2 176,-1 0 1,-2-2-361,-8-10-2737,10 5 0,-22-21 3094,-8-6 0,-9-5 0,-10-2 0</inkml:trace>
  <inkml:trace contextRef="#ctx0" brushRef="#br0" timeOffset="509">16482 2918 8792,'-4'2'3238,"-1"-1"-2878,3-2 0,0-1 359,2-2-449,0 1 0,0-2 270,2-4-270,1-1-1,2-7-3121,5-8 3122,-2 3 0,5-8-465,-1 6 465,-1-1 0,0-3 0,0 0 0,4-16-181,-3 11-44,-2 5 0,-1-1-45,3-4 0,4-10 0,-3 14 0,-2 0 0,0 3 0,-2 1 0,0 2-38,-2 3 38,1 4-90,-2 2-270,1 2 1,-2 4 3007,-2 1-3187,-2 4 13,-1 3-1183,-2 3 422,-1-1-62,-5 4 0,-2 0 90,-5 1 89,-2 2 1170,2-2 0,0 3 0,3-1 0</inkml:trace>
  <inkml:trace contextRef="#ctx0" brushRef="#br0" timeOffset="900">16479 2323 7533,'3'-5'3276,"-2"1"-2505,0 1-501,0 3-90,1 3 0,0 2 90,1 2 0,-1 4 0,1 3-91,-1 4 91,1 2-90,-2 3 0,0 4 0,-1 2 0,0 16-782,0-10 647,0-4 0,0 1-45,1 4 0,1 11 90,2-4-90,0-11-968,0 8 968,0-14-90,1 9 90,-1-10-270,2 13 90,-3-21-89,-1 2-1261,1-9-718,-1-14 1700,0-3-711,-4-13 180,-3-3 1079,0-1 0,-1 2 0,1-2 0</inkml:trace>
  <inkml:trace contextRef="#ctx0" brushRef="#br0" timeOffset="1331">16322 2645 7353,'2'6'3276,"0"-2"-1965,-1 1-861,-1-2 0,0-2 449,0 1-629,1-2-90,0 2 90,3-1 179,5 1-269,1 2 90,6 1 90,-1 0 0,15 1-180,-5-3 0,12 1 0,11-6-855,-9 1 720,-2-2 0,0-1-2796,7-4 2751,-14 2 0,-1 0 0,10-7-254,-13 6 1,-1-1 253,11-3-180,6 1-359,-14 2-1729,-10 5 1729,0-1 1578,-12 4-1849,-1-3-1469,-4 2 930,-7 1-1,-2 0 91,-9 4 1259,3 0 0,-4 2 0,0 0 0</inkml:trace>
  <inkml:trace contextRef="#ctx0" brushRef="#br0" timeOffset="6936">15387 2370 11670,'-4'3'2069,"-7"9"-1889,8-4 270,15 16 0,5 1-271,0-2 31,6 4 0,7 6 0,-5-4-120,0 3-60,-1-3 0,5 5 0,-5-5-30,3 1-180,-4-9 0,3 3 0,-3-4-90,0 0-854,3-2 0,-1-2 44,-12-9-2197,1-4 1697,-16-8 1580,-6-4 0,-2 3 0,2 2 0</inkml:trace>
  <inkml:trace contextRef="#ctx0" brushRef="#br0" timeOffset="7180">15522 2810 7443,'-3'-17'3276,"2"-5"0,0 8-2542,4-13-644,2 8-1,8-5 1,2-1-90,6-4-90,4-1 1,2 1-1973,4 0 803,4 0 0,2 2-91,1-1-89,-4 4 0,0 3 180,-4 4 1259,6 1 0,-13 12 0,0 3 0</inkml:trace>
  <inkml:trace contextRef="#ctx0" brushRef="#br0" timeOffset="8340">17477 1980 7353,'1'-9'2878,"-1"1"-2338,1 0-90,1 2-91,-2 0 1,2 2-90,-1 0 90,1 2 0,-1-1-91,-1-1 1,0 2 0,0-2 0,0 2 90,0-1-180,0 1 90,0-1 179,0 2-269,0 6-90,0 0 180,2 15-90,0-5-90,0 10-165,-1-3 165,-1 2-844,2 3 844,-1 3-3028,1 3 3028,0-6 0,0 0 0,1 15-827,-1-13 1,-1 0 826,2 12-229,-2 2 184,0-13 0,-1 1-45,2 15-206,-2-16 1,0-1 205,1 8 0,0-3 1982,-1-3-1982,4 5 90,-3-12 1587,3 3-1677,-3-14 693,0 1-693,-1-6 1869,0 2-1689,0-7 0,0 0 630,0-2-343,0-5-467,0-4 180,0-6-90,3-14-90,-2 10 0,3-9 0,-2 14 0,1-4 0,1 0 0,1-2 0,3-11 0,-1 6-3277,4-14 3162,-4 11 115,1 0 0,4-1 0,-6 12 0,3-3 0,-3 8 0,-1 1-90,0 0 90,3-1 3276,-1 3-3160,4 0-116,-4 5 0,1 2 0,1 5 0,-2 2 0,3 4 0,-2 0 0,2 9 0,-1-3 0,0 9 0,-2-5 0,-2 14 0,0 10-1308,-2 1 1308,1 1 0,0-14 0,0 1-180,1-2 90,1-2-565,-1-3-155,1-4-269,-1-3-540,0-4-1658,-3-4 1067,-3-8 681,-4-3 90,1-9 1439,-2-1 0,1-4 0,-1 1 0</inkml:trace>
  <inkml:trace contextRef="#ctx0" brushRef="#br0" timeOffset="13322">18687 2500 10591,'-4'-4'1709,"1"1"-1079,-1 5-450,2-1-1,-2 3 721,-2 1-630,3-2 449,-3 0-629,4-1 360,3-2-360,23-3-90,-7 2-45,10-1 0,1 0 45,-2 2-630,7 1 1,1 0-1,-9 1-899,1 0 0,-2-3 180,-13-3-1928,-2-10 3219,-12 7 0,-6-4 0,0 10 1</inkml:trace>
  <inkml:trace contextRef="#ctx0" brushRef="#br0" timeOffset="13613">18712 2703 7443,'7'9'3276,"-2"-3"-1605,3 1-1221,-3-4-180,-1-2 359,1 2-359,-1-1 270,3 3-270,0-1-1,1-1-89,1 1 90,1-1-180,2-2 0,3 0 0,18-4 0,-11 0-3367,12-3 3162,-16 1-400,2 1 336,-1 0-203,0 2-68,-3-1-269,-4 2-271,-2-2 2812,-5 1-4701,-7-8 2163,-5 4 716,-11-2 0,4 8 0,-4 3 0</inkml:trace>
  <inkml:trace contextRef="#ctx0" brushRef="#br0" timeOffset="16491">19572 2443 7892,'10'0'3276,"-3"0"-1514,2-7-1582,-6 5 449,1-3 181,-5 6-630,-1 9-90,1-4 359,0 18-359,1-13 90,0 19 0,0 4-90,0-8-90,2 12 0,1-1 90,1-15-90,4 5 0,1-2 0,0-7 90,10 14-90,-9-26 0,11-5 0,-10-5 0,27-24 0,-22 9-585,3-2 0,0 0 585,-4-2 0,-1 2 0,-1 0 0,-1 0-315,1-4 0,-1 1 405,-4 7-90,5-15-90,-10 26 90,0 0 0,-2 3 1089,-1 1-1089,0-1 621,-1 1-621,1 0 0,-3 4 0,3 1 0,-1 4 0,1-2 90,0 1-90,0 1 0,0 11 90,0-3-90,1 20 0,1-12 45,1 7 0,0 2-45,2 5 0,0 0 0,1 3 0,-2-12 0,0-1-491,-1 1 0,1-1 491,0-1 0,0-2 0,1 8 0,-3-5 0,-1 1 90,1 6-328,-2-8 0,0-2 328,-4 0 90,-10 14 0,4-14-90,-7 10 0,5-19 270,-5 3-270,4-7-1,-6 2 933,7-6-1022,-8-4-270,4 0-809,-14-5 179,11-3 77,-5-4-796,6-1-1658,-9-12 1697,5 7-115,-4-6 1695,10 10 0,4 0 0,-1 1 0</inkml:trace>
  <inkml:trace contextRef="#ctx0" brushRef="#br0" timeOffset="21985">20560 2508 6903,'3'5'3276,"-2"1"-2594,0-2 397,-1 3-899,0-4 630,0 3-720,0-5 1259,-1 10-1079,0-11 1079,-2 5-1169,3-9 180,2 0-270,3 2-1,1 0 91,20-5-180,-9 2 0,9-3 0,2 1 0,-1 1-135,10-3 1,-1 1-46,-7 3-315,0 1 0,-2 0-134,-12 3-2648,4 7 1067,-13-5-1067,-12 11 3241,-4-6 1,-11 8 0,3-3 0</inkml:trace>
  <inkml:trace contextRef="#ctx0" brushRef="#br0" timeOffset="22340">20643 2773 7263,'4'6'3276,"-1"-3"-885,3 0-2032,-4-3 451,0 0-180,0 2-271,0 0 271,4 0-270,-2-2 0,3-1-91,1-1 271,7-2-360,-2 1 0,11-2-90,-10 3 0,3-2-90,-6 2 0,3-1 0,-3 2-180,3 0-450,-5 3-539,-2 1 269,0 0-269,-2 1-270,-1-3-90,-1-2 0,-3-1 90,-3-1 1439,-3 7 0,2 2 0,-2 7 0</inkml:trace>
  <inkml:trace contextRef="#ctx0" brushRef="#br0" timeOffset="25283">21435 2045 7982,'4'1'3149,"1"1"-2880,-3-2 1530,-1-4-1529,-3 3 810,-1-2-900,0 3-1,-2 4-179,4 1 270,2 35-180,1-15 90,0 7 0,1 8 0,0-4-135,-2-12 0,1 1-23,1 10 1,1 8-1,0-1 1,-1-7-128,-1-8 1,0-2 134,2 13 0,2 4 0,-2-8-30,-1-6 0,2 11-3277,-4-20 3231,-1-6 46,0 1 0,0-8 0,0 1 0,0-4 140,-2 7-140,1-7 3276,-1 8-3070,2-8 1683,0-1-1619,3-8-181,-1 1 1,4-7-90,-3 4 0,0-3 0,0 1 90,-1 0-90,1 0 0,0-5 0,1 4 0,1-5-90,0 5 90,5-8-90,-3 4 90,4-6 90,-1 0 0,-3 6-90,3-6 0,-4 11 0,1 0-90,-2 5 0,3-12 90,-3 9 0,5-11 0,-5 12-89,5-1 89,-4 4 0,6 0 0,-6 4 0,2 2 0,-3 1 0,0 2 0,0 3 0,1 2 0,4 8 0,-2-3 0,2 6 0,-4-6 0,1 6 0,-1-3-270,3 11 90,-4-12-180,0 5-90,-4-6-899,-3 7 450,0-5-1620,1 7-449,0-13 2968,7-3 0,-2-8 0,6-5 0</inkml:trace>
  <inkml:trace contextRef="#ctx0" brushRef="#br0" timeOffset="25767">22138 2450 11670,'1'4'2069,"-1"0"-1619,-2-3 0,-2 0 179,0-1-269,2 0-180,1-1 0,1 0 0,-2-2-90,2 1 90,-1 1-180,3 4 0,0 1-90,3 3 90,2 6 0,1-1 0,3 6 0,0-3 0,1 2 90,8 12-90,-4-5 0,6 7 0,-4-10-515,5 8 425,-5-8-3187,10 10 2433,-10-12 394,-1-3 1,-6-5-181,-5-8-809,4-1 269,-4-4 255,1-3-344,-5-2 2312,-6-6-1053,0 1 0,-3-1 0,2 5 0</inkml:trace>
  <inkml:trace contextRef="#ctx0" brushRef="#br0" timeOffset="26225">22166 2808 8342,'-6'2'3276,"2"-1"-2774,1-2-232,1-3 90,-1 1 89,-1-6-179,2 2 0,-2-4-90,3 3 450,5-27-540,0 17-90,4-19 90,1 15 0,-1 5-90,6-11 0,-5 11-332,2-6 332,-2 7-44,-3 0-46,1 0 90,-2 1 0,0 1 0,2-3 0,-3 6-179,2-4-91,-5 10 330,2-1-420,-2 5-1304,6 2 585,-3-1-91,-2 5 1,-6-2 0,-6 2 1169,-6 3 0,5-1 0,-3 3 0</inkml:trace>
  <inkml:trace contextRef="#ctx0" brushRef="#br0" timeOffset="26522">22171 2493 8162,'4'-3'3276,"-1"2"-2594,-3 2-52,4 10-450,0-1 0,2 8-1,-2-4 1,-2 2-90,2 1 90,0 2 0,4 10-180,-2-7 90,2 7-90,-3-10 0,2 7 0,-2-7-90,1 3 0,-4-8-180,2 0 0,-2-5-89,2 1-91,0-7-809,2 0 269,-2-3-89,0-3-1,-6-3 1,-3-1 180,0-5 899,0 1 0,2 0 0,0 0 0</inkml:trace>
  <inkml:trace contextRef="#ctx0" brushRef="#br0" timeOffset="26754">22050 2655 10501,'-5'1'2069,"3"1"-1440,-1-2-269,8-4-180,-1 2-90,6-4 0,0 3-90,3 0 0,2 0 0,10 1-180,-4-2 0,7-1-269,-7-1-181,0 1-450,0 0-1438,2-1 1259,-9 1 179,-1-1 1080,-4-1 0,-1 2 0,2-1 0</inkml:trace>
  <inkml:trace contextRef="#ctx0" brushRef="#br0" timeOffset="27488">22673 2505 8162,'4'-4'2159,"0"1"-1619,-3 1 1709,0 1-2070,-3 5 91,1-1-90,-1 1 0,3 0 0,1-3 90,1 4-180,0 0 90,2 2-90,0 1 89,1 2 1,3 2-90,1 1 0,1 1 90,2 1 0,5 10-90,3 5-45,2 0 0,0 1-573,5 7 393,-5-8 0,-1-3-135,-7-9-180,3 3 1,-7-11-271,-2 0-89,0-4-1710,-2-1-89,-4-8 1528,-2 0 1212,-4-8 0,0 3 0,0 0 0</inkml:trace>
  <inkml:trace contextRef="#ctx0" brushRef="#br0" timeOffset="27737">22801 2815 10231,'-6'-4'2249,"2"1"-1709,1-4-181,2 0-179,0-3 90,2-3-180,1-2 0,3-2-3038,3-3 3038,6-11-90,-1 6-1054,4-7 964,-5 12-96,1 2-803,7-8-180,-4 6-686,4-9 506,-6 5 90,-3 0-1,0 0 1260,-1 6 0,0 4 0,0 3 0</inkml:trace>
  <inkml:trace contextRef="#ctx0" brushRef="#br0" timeOffset="30054">14996 1905 7443,'-3'-15'3238,"-2"0"-2519,-3 0 901,-9-10-1171,5 11 1080,-14 5-989,17 20 6,6 12 0,1 15 0,2 8 0,1 3 0,1-2 0,-1-8-1224,0 1 0,2-5 0,0 8 698,0-9 0,0 7 0,1 4 0,0 3 0,1 2 0,0-2 0,-1-2 0,1-5 0,-1-6-20,3 12 0,-1-8 0,2 5 0,-2-5 0,2 5 0,1 4 0,0 1 0,0-1 0,-1-5 0,-1-6-60,1 3 0,-2-6 0,1 4-228,1 4 0,1 6 0,0 1 1,0-4-1,-3-9-207,-1-5 0,0-4-225,2 14 1,-3-8-2558,-8-24 0,-3-13 3220,-15-33 1,4 0 0,6 11-1,0 1 1</inkml:trace>
  <inkml:trace contextRef="#ctx0" brushRef="#br0" timeOffset="31724">14981 1778 7713,'15'-32'3276,"-7"13"-886,1-14-1940,-8 23-90,-1 0 90,0 6-91,0 3 541,3-2-450,0 3 539,9-1-449,-2 0 449,19 1-809,-12-3 720,29 5-720,-22 0 179,8 3 1,2 2-180,3 2-832,2 0 0,1 0 832,7 1-90,-14-3 0,1-2 0,-8-1 0,4-1-18,4-2 0,10 0 0,3-1 0,-1 0 0,-6 0-962,1 1 1,-5-1-1,7 0 902,-7 0 1,7 0 0,2-1 0,3 0 0,-2 1 0,-3-1 0,-6 0-13,11-1 0,-7 0 0,4 0 0,-1 0 0,4 0 0,0 0 0,-2 0 0,-9 0 0,-2 0 0,0 0 0,4 0 0,5 0 0,3 0 0,2 1 0,-1-1 0,-2 0-490,1 1 1,-2-1 0,1 1 0,5 0 477,-12 0 1,3 0 0,3 1 0,1-1 0,0 0 0,-1 1 0,-2-1-1,-3 1-250,6 0 0,-3 0 1,-2 0-1,0 0 1,4 0 261,-6 0 0,3 0 0,1 1 0,0-1 0,-1 0 0,0 0 0,-3 1-107,5-1 1,-3 0-1,0 0 1,0 1-1,4-1 119,-3 0 1,3 0 0,1 0 0,2 1 0,-1-1 0,-1 0 0,-3 0-24,0 0 1,-2 0 0,-1 0 0,0 0 0,1 0-1,2 0 11,2 0 0,2 0 0,1 0 0,0 0 0,0 0 0,-2 0 0,-2 0 0,3 0 0,-5 0 0,0 0 0,3 0 0,8 0 6,-17 0 0,3 0 0,3 0 0,3 0 0,2 1 0,2-1 0,1 0 0,0 0 0,0 0 0,0 0 0,-2 1 0,-1-1 0,-2 0 0,-3 0 0,-4 0-6,13 0 0,-6 1 0,-3-1 0,0 0 0,0 0 0,3 1 0,5-1-7,-10 0 1,3 0-1,4 1 1,2-1 0,2 0-1,0 1 1,1-1 0,-1 0-1,-1 1 1,-2-1 0,-2 0-1,-4 1 1,-4-1-1,-5 1 7,16-1 0,-8 1 0,-4 0 0,1 1 0,2-1 0,-1 0 0,0 1 0,1 0-23,-2-1 1,0 1 0,-1-1 0,1 1 22,-2 0 0,0-1 0,0 1 0,2-1 58,0 1 1,2 0 0,0-1-1,0 1 1,-2 0-59,11 0 0,-2 0 0,1 0 0,-3 0 0,2 1 0,-1-1 0,-4 0 0,-1 0 0,-4 0 0,0 0 0,0 0 0,-1 1 0,1-1 90,-1-1 1,2 0 0,0 0 0,-2 1-91,0-1 0,-1 0 0,1 0 0,8 1 0,2-1 0,-3 0 0,-1 0 0,-2 1-30,-4-2 0,2 1 0,-3 0 30,5 0 0,-1-1 0,-6 1 0,1-1 0,-2-1 0,-1 1 0,-1-1 292,0 0 0,-1 0-292,-2-1 0,1 1 165,8 0 1,1 0-166,-9-1 0,0 1 0,7 0 0,-1 0 0,13-2 45,-15 1 0,1 0-45,-9 1 0,0 0-45,7-1 0,0 0 45,8 0 630,-15 1 1,0 0-631,9 0 1229,6 1-1229,-19 0-1084,0 2 1084,-7 0 725,0 2-815,-5-3 715,-2 0-625,3 0 472,-3 1-472,1 0 3276,-1 1-3160,0-1-116,2 1 0,1 0 0,-2 1 0,0 0 0,-4-2 0,-2 0 90,-1-2-90,0 3 0,0-2 0,0 2 0,-2-3 90,1 0-90,-3 0 90,1 0 0,1 0 0,-1 1 90,0 1-90,-1 1-90,-1 0 0,-2 6 0,1-1 0,-1 8 0,2 2 0,0 3-777,0 4 777,-1 3 0,0 3 0,-1 3 0,1 4-1523,1-7 1,-1 2 1567,2-7 0,0 1-795,-2 9 1,1 0 794,1-8 0,1-1-511,0 2 1,0 0 510,1-1 0,-1 1-45,1 1 0,0 0 45,1 0 0,-1-1-33,0 1 1,1 0 32,1 1 0,-1 0 493,0 1 0,0-1-538,1 1 0,-1 1 0,1 13 0,-1 1 0,1-12 0,-1 1 165,1 9 0,-1 0-165,0-15 0,-1 0 45,1 10 0,0 1-45,0-11 0,-1-1 400,2 9 1,-1-1-401,0 10-444,1-3 444,0-2 0,-1-14 0,1 0 937,-1 15-937,-1 4 0,0-1 109,0-6-109,1-5 0,0-3 0,0-12 664,2-2-574,-1-4 1081,0 0-1081,0-5-90,-1 0 90,-3-5 1672,-3-2-1672,-1-2-90,-3-1 0,2-1 0,-1-1 0,-7-2 0,3 1 0,-12-4 0,8 2 0,-6-1-90,-7-2 90,5 1 0,-1 2 0,0 0-2938,-10 0 2938,10 2 0,0 1 0,-17-1-514,7 1 1,-3 1 513,9 0 0,0 1 0,-13-1 0,-2 1-30,11-1 0,-1 1 0,1 0-607,-9 0 1,-2 0 613,5 1 1,-5-1 0,0 0-1,3 1 23,4 0 0,2 0 0,-3 0 18,1 0 0,-5 0 0,-1 1 0,1-1 0,4 0-18,-4 0 0,3 1 0,-2 0 0,2-1 0,-2 1 0,0 0 0,3 0-553,0 0 1,4 1 0,-1-1 582,1 0 0,0 1 0,-2-1-30,2 0 0,-3 0 0,0 0 0,2 1 42,-1-1 0,2 0 0,-3 1-42,-5-1 0,-4 0 0,0 0 0,6 1 0,6-1 0,3 0 0,-1 0 0,-9 0 0,-1 0 0,2 0 0,-2 0 0,1 0 0,0-1 0,-1 0 0,2 1 0,-3-1 0,2 1-257,8-1 1,2 0 0,-2 0 256,-9-1 0,-2 1 0,2 1 0,-4-1 0,1 0-135,0 0 1,0 0 134,1 0 0,1 0 0,0-1 0,1 2-45,2-2 0,-1 2 45,2-1 0,0 1-45,1-1 0,0 0 45,1 1 0,0 0 191,1 0 1,1 0-192,1-1 0,0 1-30,3 0 0,-1 0 0,2 0 30,-6 0 0,1 0 0,-10 0 0,0 0 0,15 0 0,0 0-45,-12-2 0,-1 0 45,11 1 0,-1-1 0,-10-1 0,1 0 0,11 1 0,2-1 0,-1-1 0,-1 1 0,1-1 0,-2 1 0,1-1 0,-2 1 0,2-1 0,-7 1 0,1-1 55,4 0 0,-2 0 0,3 0-55,-4 0 0,0 0 30,3 0 0,-2 0 0,0 0-30,-1 0 0,0 0 0,-1-1-70,1 1 0,-1 0 0,1 0 100,2 0 0,1 0 0,2 0-91,-4-1 0,2 0 61,0 0 0,-1 1 0,2-1 0,-1 0 0,3 0 0,-1 1 0,1-1 0,-5 0 0,0 0 0,-2-1 0,-4-1 0,3 0 349,4 2 0,2 0-349,-9-3 0,-5-1 0,7 3 0,-6-1 0,0 1 0,6 0 0,-6 0 0,1-1 0,4 2 0,-7-1 0,2 0 0,7 1 563,7 2 1,2 1-564,-14-1 0,0 0 0,11 1 0,0-1 0,-9 0 0,-1 1 0,3-1 0,2 0 0,10 1 0,-1 0 0,-2 0 0,-3 1 0,4-1-45,2 1 0,1 0 82,-10 0 0,1 1-37,10 0 0,2 0 0,-2 0 0,1 0-257,-1 1 1,1 0 256,-1-1 0,0 2 0,-1-1 0,1 1 0,-1-1 0,1 1 0,0-1 0,-1 1 488,-5-1 1,-3 2 0,3-1-489,1 0 0,-2 0 0,1 0 0,-7 0 0,1-1 0,6 1-253,0-1 0,3 0 253,-2-1 0,-3 1 0,4 0 0,5-1 0,1 0 0,-14 1 0,1 0 0,8-1 0,-1 0 0,-4 1 0,-2 0 0,2-1-406,2 1 1,1-1 450,-11 1 0,0 0-566,13-1 1,0 0 520,1 0 0,0 1-250,-1-2 1,1 1 249,0 0 0,0 0 219,2 0 0,-2 0-219,-10 0 0,1 1 45,9-1 0,1 0-45,-7 0 0,0 0 0,5-1 0,3 0 90,-11 0-90,-6 0 90,23 0-90,4 0 1570,3-1-1840,4 1 2302,1-1-2841,3-1 1676,1 2-2756,2-2 530,0 1-1339,1-5 179,-1-2 181,-1-5-939,-6-6 2457,-7 3 1,-12-4 0,-4 7 0</inkml:trace>
  <inkml:trace contextRef="#ctx0" brushRef="#br0" timeOffset="32486">11226 3980 6178,'22'-6'3276,"-10"3"0,14-8-2453,-10 6-373,20-6-91,-6 4-144,12-2 190,-14 2 0,-1 0-928,-3 2 1,0-1 747,9-1 0,1-1 0,-6 1 0,0 0 44,2-1 1,3 0 0,-2 0-180,8-2 0,0 0-761,-4 1 1,3 0 0,-2 0 760,6-2 0,-1 0 45,4 0 0,0 0-75,-13 3 0,0 0 0,1 0-30,0-1 0,2 1 0,-1-1-568,2 0 0,0 0 0,1 1 568,1-2 0,0 1 0,1 0-399,1 0 0,-1 0 0,1 0 399,0-1 0,0 1 0,0 0-178,0 0 1,0 0 0,0 1 147,-1-1 0,-1 1 0,1 0 149,-3 0 0,0 1 0,3-1-149,4-1 0,4-1 0,0 0 0,-4 0 0,-5 2 0,-3 1 0,2-1 0,3 0 0,2-1 0,-1 0 0,-5 2 0,0 0 0,-5 2 496,-1 0 0,0 1-496,6-1 0,-1 0 0,-11 2 0,0-1 0,4 0 0,-2 0 0,4 0 1614,0-1-1614,-9 4 0,3-1 90,-11 2 1017,-2 0-1107,-4 0 3087,-5 0-3087,0 0 231,-1-2-1131,-8 3 512,0 0-602,-8 1-179,1 1-1350,-9-1 990,6-2 0,-8-1 90,8-5-215,-3-2 485,1-2 1169,1-1 0,2 1 0,1-1 0</inkml:trace>
  <inkml:trace contextRef="#ctx0" brushRef="#br0" timeOffset="32741">13629 3220 7982,'-3'6'3276,"2"-2"-525,0 0-2031,2-3-91,0-1 1,2 0 0,-1 1-91,2 1-179,2-1 90,3 1-90,3 0 179,12 1-539,-4 1 180,7 1-180,-10 1 90,5 7-90,-8 0 90,3 6-90,-11-1 90,-7 13 0,-4-5-400,-8 12 130,-2-9-585,-2 1 585,-3 0-540,5-9 1,-1 0-810,-6 8 539,7-9 1,0-1-1080,-3 1-1208,-9 1 0,9-12 2815,-7-4 0,12-12 0,-2-1 0</inkml:trace>
  <inkml:trace contextRef="#ctx0" brushRef="#br0" timeOffset="110776">12181 15718 8252,'4'-4'2159,"-1"0"-1799,-1 2-90,-1 0 269,-1 1-269,4 3-180,1-1-90,4 1 360,25-3-360,-15 0 0,17-3 0,12 0 0,-9 1-90,-1 1-1003,2 1 1,7 0 0,-14 3 51,-20 4 1041,7 10 0,-23-10 0,-4 4 0</inkml:trace>
  <inkml:trace contextRef="#ctx0" brushRef="#br0" timeOffset="111222">12256 15960 6993,'-1'4'3276,"-1"1"-1875,1-4-1041,0 2 360,1 0-540,0 0 179,-7-1-89,0 0-90,0-2-90,17-2-90,5 1 90,27-5 0,-17 2-941,12-3 851,-14 1-3110,21 2 3110,-17 1-180,15 1 90,-22 2-1169,11-2 449,-13 1-269,8-3-1260,-14-4 1739,-6 2-389,-2-3 1808,-7 8 0,-4 3 0,-2 4 0</inkml:trace>
  <inkml:trace contextRef="#ctx0" brushRef="#br0" timeOffset="111542">12191 16320 7083,'-4'6'3276,"0"-1"-2324,2-1-413,-1-1 361,0 1-630,0-1-1,-1 2 1,3-2 180,4-2-270,3 0 180,6-1-180,2 0-1,3 0-89,5 0 0,1 0-802,5 0 802,1 0-180,15 0 0,-10-1-1214,6-3 0,1-1-135,-7-2 719,-3 1 1,-4-2-721,-13-1 1440,-2-2 0,-6 5 0,-2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50:08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2316 4383 6743,'4'1'2788,"1"0"-1945,-4-2 2433,2 0-274,-5 5-2552,2-4 2826,-3 3-2288,10-2-609,-2-3 70,7 3-269,-5-2 270,7 1-270,-5-1-90,4 1 0,-5 0 0,0 0 90,4 0-90,-1 0-90,3 0 90,0 0-1,-2 0-89,4 0 90,-3 0 90,7 0-90,-7 1 0,6 0 0,-9 2 0,1-1 270,12 1-270,-8-2 90,9 0 90,-6-1-2012,-4 0 1922,3 0 0,-7 0-90,-2 0 90,3 0-90,-2 0 0,8 1 0,-6 1-1561,14 1 1471,-12 0 0,9-1 90,-10 1 0,4-2-90,-4 0 90,4 2-90,-5-3 180,8 2-180,-3-2 90,4 2 3186,-5-2-2980,7 0-207,-5 0-268,3 0 179,-6 0 90,4 0-90,-5 0 89,10 0-89,-10 0 90,27 0-90,-22 0 0,23 0 0,-25 0 0,4 1 90,-5-1-90,0 1 0,0-1 0,1 0 90,9 0-90,0 0-227,1 0 227,-4 1 0,3 2 0,-8-1 90,7 2-90,0-1 0,-5-2 0,6 0 0,-8-1 0,1 1 90,0-1-90,1 2 0,0-1 90,9 0-90,-9 2 0,9-1 0,-10-1 0,2 2 0,-3-2 0,2 2 0,-2-1 0,1-1 0,1 0-3277,-1-1 3237,1 0-9,1 2 49,-2-1 0,0 2 0,0-1 151,-1 1-151,0-1 0,-1 1 0,6 0 0,-6 1 0,7 1 0,-7 0 0,10 1 0,-7-1-679,6 2 679,-7-2-4,-1-2 4,1 1 0,0-1 0,-1-1 0,1 1 0,-1-1 0,1 1 0,-2-1 3029,0-1-3029,6 3 1089,-6-4-1089,5 4 7,-2-2-7,-5 1 0,4 1 0,0-2 0,-4-1 0,4 2 0,-7-2 0,2 2 0,-1-1-90,1 1-3187,5 0 3162,-5 0 115,8-1 90,-9 0-90,5-1 0,-4 0 0,-1 2 0,1-1-90,-1 1 90,6-1 0,-5-1 0,5 1 3276,-8-2-3160,13 0-116,-8 0 0,8 0 0,-10 0 0,4 0 0,-4 0 90,4 0-90,-4 0 0,5 0 0,-4 0 0,4 0 0,-6 0 0,1-2 0,-1 2 0,1-1 0,6 1 90,-4 0-90,5-1 0,-7 0 0,0-1 0,-1 1-90,0 1 90,0 0 0,5 0 0,-3 0 0,4 0 0,-1 0 90,-4 0-90,4 0 0,-4 0 0,21 0 0,-15 1 0,21 2 0,-26-1 0,4 1 90,0-3-90,-4-1 0,4-1 0,-5 0 0,7 2 0,-5-3 0,5 2 0,-6-1 0,1-1 0,17-2 0,-12 1 0,13-2 0,-14 2 0,0 1 0,1 0 0,0 1-295,0-2 295,0 1 0,0 0 0,0 0 0,9-2 0,-7 1 0,8-2 0,1 0 90,-7 2-583,8-1 583,-10 3-90,0-2 0,0 0 0,0-1 0,-1 0 0,2 1 0,1 1 0,-1 0 0,2 0 0,10 0 0,1-2-1180,1 2 1180,0-2 0,-2 2 0,-7 0-288,-1 2 288,2 0 0,0 1 0,2-2 0,0 1 0,16-1 0,-10 0 0,-7 1 0,1 0-507,6 1 507,-13-2 0,1 1-389,10 1 389,0-1 0,0 0 0,0 1 0,0-3 0,0 2 0,-2 0 0,1 0 851,-1 1-851,14 0 0,-11 0 0,11 0 0,-2-2-747,-10 2 837,10-1-90,-16 1 90,-1 0 290,0 0-200,10 0-90,-9 0-90,8 0 90,-14 0 0,0 0-90,-1 1 0,1-1 0,-2 3 0,10-2 0,-8 2 757,7-1-757,5 4 0,-15-3 0,9 3 0,-22-3 424,-1-1-424,-1 2 1255,-1-3-1255,-1 3 142,-4-3-232,-6 2-1349,-6 1-1522,-9 4-277,-12 0-39,-9-1 1638,16-5 1,0-2-1,-2-1 1,0-1-1,1 0 1,0-1 1420,-9-2 1,1 0 0,11 0 0,1 0 0,-6-2 0,1 0 0</inkml:trace>
  <inkml:trace contextRef="#ctx0" brushRef="#br0" timeOffset="57811">11201 12855 10411,'-4'-4'720,"-3"1"-630,5 1 359,-4 2-269,6 0 360,-1 6-360,1-3 180,0 12-270,1-2 269,2 18 1,1 5-270,0 2-859,0 0 1,1 0 858,-3-1-1,3 3 91,-1 2-90,-1-12 0,-1 1-2823,2 16 2778,-2-16 0,1-2 45,-1 11 0,2-1 45,-1-1 0,0 0-135,-1 3 474,1-6 0,-1-3-474,-2-12 270,0 4-90,0-11 90,-3 4-180,2-17 3186,-4-6-3214,2-5-62,1-15 0,2 5 0,2-9 0,5-7 0,0 6 0,2 0 0,0 0 0,1-1-459,-2 8 0,0 2 459,1 1 0,8-19 0,-7 18 0,8-13-90,-11 22 90,5-3 0,-3 5 0,4-2-2944,-6 7 2944,2 0 904,-1 2-904,0 1 0,1 3 0,1 3 0,-1 1 0,0 2 0,-2 4 0,1 5 0,1 15 0,-2-8 2727,2 10-2727,-4-12-124,3 10 124,-1-7 0,3 10-90,-3-9-180,3 9 90,-2-9-480,1 6 210,-4-14-179,-4 1 461,-1-3-2350,-6 5 1078,0-7-949,-7 3 2389,6-12 0,-2 0 0,7-4 0</inkml:trace>
  <inkml:trace contextRef="#ctx0" brushRef="#br0" timeOffset="58346">11678 13485 7263,'11'5'3276,"-4"-2"-2235,3 5-951,-6-5 90,-1 3 0,-1-2-90,-2-3 0,-1 2 0,0-2 0,1 0-90,1 2 180,0 1-90,0-1-90,-1 2 90,0-2 0,1-2 90,1 0-1,0-1 91,0 0-180,-2-2 0,0 0 0,-1-1 0,1-1 90,-1-2-90,1 0 180,0-3-180,0 1 0,1 0-90,0 1 90,2 2-90,0 0 90,1 0-90,1 0 0,0 0 0,1 0 0,1 0 90,0 0-90,2 1 0,-1 2 0,5 1 0,-5 2 0,4 0 0,-4 3 89,-2 1-89,-1 1 0,-1 3 0,-3 1 90,0 8 0,-2-2-90,-1 7 90,-2-4-90,-1 2 90,0-1-90,0 2 90,0-2-90,0-2 90,0 0 0,1-2-90,0 8 90,3-10-90,1 6 0,6-10 0,-1-1 0,6 2 0,0-5 0,3 0 0,3-2-1899,2-2 1719,3 0 0,2-4-90,2 0-630,10-5 91,-8-1-978,6-8 437,-17 2-1348,1-12 1439,-9 12 1259,1-6 0,-7 11 0,1-1 0</inkml:trace>
  <inkml:trace contextRef="#ctx0" brushRef="#br0" timeOffset="59012">12468 13313 8612,'-9'-13'3276,"1"4"-1965,8 8-951,0 1-270,2 2 270,3 4-180,2 2 90,1 5-3392,7 6 3212,-3-3-2269,6 8 2179,-3-7-41,1 2 41,2-2 0,1 3 90,1-2-90,0 0 0,0 0-180,17 13 0,-14-13-90,11 9-539,-15-12 359,-6-5 1934,0 2-3373,-7-4 4015,-6-1-3296,-2-1 294,-7-2-113,-4-2 989,1-1 0,-2 1 0,1-2 0</inkml:trace>
  <inkml:trace contextRef="#ctx0" brushRef="#br0" timeOffset="59217">12568 13665 7803,'14'-38'3276,"-5"16"-3044,6-22-1490,-8 23 1348,1-1 0,5-9-90,-2 8 0,5-5 0,-4 10 338,1 0-428,-1 1-89,0 0-181,-1 1-1079,1-6 539,-5 6-89,-1-6-1,-7 8 1045,-3 1 1,-1 0-1,0 1 1</inkml:trace>
  <inkml:trace contextRef="#ctx0" brushRef="#br0" timeOffset="59430">12653 13225 9332,'2'5'1529,"-2"0"-1079,3 1-271,-1-1 1,1 5 360,7 20-3752,-4-8 3302,6 19 90,-5-15-820,1 3 730,-1 0-90,6 14 0,-3-10 0,4 9-270,-4-2 90,-4-13-90,0 6-269,-2-16-361,-3-4-179,-2-1-1,-3-2 1,-3-3 3074,-2-1-1995,0-4 0,0-4 0,2-1 0</inkml:trace>
  <inkml:trace contextRef="#ctx0" brushRef="#br0" timeOffset="59639">12523 13518 7803,'11'5'3276,"-4"0"-1965,3 1-591,-2-4-361,-1 0 91,7-5-270,-2 1-90,4-5 90,10-5-360,-5 1-484,7-3 394,-8 4-539,7-1-271,-6 4-179,1-1-90,-10 1 90,-6 1-1,-2 0 1260,-2-2 0,-2 5 0,1 0 0</inkml:trace>
  <inkml:trace contextRef="#ctx0" brushRef="#br0" timeOffset="60531">13526 12903 7533,'0'-12'2968,"-1"1"-2518,0 2-90,-2 0 179,-1 2-269,3 2-180,-1 1 450,2 3-360,1 10 0,0 1-1,2 11 271,1 15-270,0-3-90,0-9 0,0 0 180,2 19-3482,2 3 3257,-5-21 0,0 0 45,0 1 0,0 1-511,0-1 0,0 2 466,0-1 0,-1 1 0,2-1 0,-1-1 0,-1 1 0,1-1 0,-1-1 0,-1-1-351,4 21 486,-2-6-180,1-6 90,-2-5 0,2-6 89,-2-3 1,0-5 0,-2-3 3094,-6-7-3274,4-4 1389,-4-7-1389,6-3 90,-3-3-90,3-1 686,-1-4-686,2 0 0,1-2 0,0-5 0,4-6 0,1 0 0,1-5 0,0 5 0,2 0 0,7-2-387,-5 9 387,5-3 0,-7 13 0,0 3-90,0 3 90,0 3 0,1 4 0,6 5 0,-4 3 0,4 6 90,-3 7-517,-4-3 427,3 8 371,-5-5-371,0 14-90,-1-8-255,-1 12 76,-1 0-743,-2-7 562,0 7 90,0-11-127,-1-4-53,0 1-899,2 5 269,0-8-89,3 4-90,0-12 90,-1-2 89,1-4 497,0 0 673,-1-2 0,3-2 0,0 1 0</inkml:trace>
  <inkml:trace contextRef="#ctx0" brushRef="#br0" timeOffset="60723">14151 13615 7083,'11'-2'3276,"-4"0"-1515,0 2-951,-3 6-541,-2 2 1,0 6-90,-2 1 0,0 2 0,1 26-270,-1-13-264,1-6 0,0 1 84,1 1-269,1-4-541,0-4-179,1-8-90,-3-4 0,0-3 929,-1-3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26:13.8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15479 3328 7623,'10'3'2968,"-1"1"-2338,-2-3-91,0-1 1,-2-2 90,0-2-91,0-2 1,-2-2 1098,-7-21 0,-4-5 1203,3 10-4088,-5-9 1,-2 5 1606,2 26 328,-30 11-508,17 2 149,-4 2 1,-6 4 0,5 0-150,-8 10 0,6 3 0,-4 8 0,7-5-180,13-10 0,3 1 30,-4 19 0,2 9 0,5-8-75,7-17 0,3-2-522,2 23 0,3-2 387,9-10-180,3 0-810,2-7 1,2-1 0,7 4-470,7-4 1,2-6-1639,-3-13 1638,-8-4 1,-1-4-570,11-23 769,-13 0 270,6-12 1169,-15 9 0,1 3 0,-2 1 0</inkml:trace>
  <inkml:trace contextRef="#ctx0" brushRef="#br0" timeOffset="933">15954 3493 7263,'13'-13'3276,"-4"2"-2055,2-7-231,-6-3-541,-4 4-3726,-9-18 2783,-1 19 1394,-17-13 348,8 20-889,-7-2 1207,-4 9-1297,6 3 1,-5 6-90,9 4 180,-5 12-360,8-4 1759,-3 20-1759,15-15 0,2 10 648,6-11-648,4 1 0,3 0 0,3 6-403,3-1 0,1-2 403,3-2 0,7 7-783,0-4 783,-8-6 0,5 4 755,-13-10-755,0-2 0,-5-2 0,-2-2 1180,-6 2-1180,-3-3 0,-7 0 0,-3-2-2211,-26 0 2121,15-4-90,-18 3-23,22-5-247,2 2 1,2-1-181,2-1-449,0 3 449,6-3-449,2 5 629,8-2 3385,4 3-3205,2-2 91,3 0 201,2 0-112,0 0 0,1 0 90,-1 0-90,2-2 90,0 1 0,5-1 90,-3-2-90,4 0 90,-5-2 0,1 0 90,0-3 0,3 0 0,0-2 179,10-8-179,-6 0-1219,8-8 1309,-7 2 0,1-1-513,-1-3 513,-1-1 89,-2-3-44,-8 7 0,-1-2-45,6-12-135,-7 12 0,-1-1 134,-5 0 1,0 0 0,0-12-90,-3-12 0,-4 16 0,-3 2 90,-7-5-2062,-4 7 1882,-1 4-90,0 13 0,4 13 0,-1 6 931,-1 6-931,2 9 0,2 3 0,-4 10-535,4-6 1,2 2 534,2 8-711,4 1 711,3 2-992,3-1 992,4-1-180,3 1 0,3-4-674,3-1 674,2-5 397,2-5-577,2-6 1904,0-6-1724,1-6 891,0-5-891,0-5 90,0-4 0,-2-5 0,4-8 90,-7 0 0,2-5 90,-10-11-90,-4 7 0,0-12 1138,-5 14-1138,-1-5 90,-1 9 811,-1-2-811,1 12 658,0 4-748,0 2 90,-4 7-90,1 3-2242,-7 20 2242,5-4 0,-3 13-718,5-7 718,1 1-480,3 12 480,2-9 0,1 7-196,1-7 196,0-11 90,0 3 0,-2-14 0,1-2 2263,-1-4-2173,1-2 964,-1-4-964,1-3 0,-1-4 90,0-4-91,0-4 91,-1-5 105,2-3-195,-1-4 0,2-16-180,-1 10-1465,1-11 1555,0 16-90,1 1-504,0 2 414,0 3 90,0 3-450,4-4 91,-2 10 124,1 0-395,-1 12 1470,0 3-1739,0 4 558,1 2-648,0 1-1620,5 4 1350,-5-4-1170,1-1 2429,-4-3 0,0-2 0,4 0 0</inkml:trace>
  <inkml:trace contextRef="#ctx0" brushRef="#br0" timeOffset="1113">16719 3628 7803,'15'24'3276,"-2"-5"-1875,-12-11-771,-3 4-451,-2-1 1,-3 6 0,1-3 0,6 2-90,-1 1-90,6 2 90,-2 2-90,0 1 90,0 0-180,-2 11-90,0-10 0,-2 9-629,-2-9-1,0-7-359,-2 0-1,0-11-89,-1-5 90,-4-5 89,-1-5 1080,1-5 0,3-3 0,1-2 0</inkml:trace>
  <inkml:trace contextRef="#ctx0" brushRef="#br0" timeOffset="1239">16722 3330 7982,'8'-11'3276,"-2"4"-2594,0-2-592,-4 5-1128,1 1 859,0 2 360,1 2-631,2 2-173,0 1-457,-1 1 1,-3-3 0,0 3 669,0-1 410,3 4 0,0 6 0,2 3 0</inkml:trace>
  <inkml:trace contextRef="#ctx0" brushRef="#br0" timeOffset="1784">17084 3640 7083,'8'9'3276,"-2"-2"-2055,-1-2-501,-2-1 0,-2-3-271,-2 1-89,-1-1 450,-5 2-541,0 3-89,-6 3-3392,0 4 3392,-8 13-90,4-2-787,-4 9 697,8-8-502,1-2 502,2 0 7,3-3-7,2-3 0,2-2 2756,2-2-2756,2-1 944,2-4-944,2-1 913,6-9-913,-1-4 0,3-8 0,-2 0 0,6-12 0,-3 5-237,5-14 237,-9 12 0,-1-1 0,8-14 0,-5 5 0,0 1-848,1-3 848,2-8-90,-4 11 90,-6 17 0,4 9 0,-7 18-321,2 11 321,-2 2 0,3 17 0,-1-8 0,2 9 0,5-5 0,-4-13 0,7 4 0,-7-16 0,3-4 0,0-5 0,10-11 90,-3-4-90,7-11 0,-7-1-599,-1-5 599,-2-5 0,-1-3 0,-3-4 0,-3-1 0,-2 14 0,0 0-1099,1-16 0,-1 1 1099,-4-4 0,-1 14 0,-1 0-119,1 7 0,-1 0 119,-2-5 0,1-1 44,0 6 1,-1 2-45,-2-8 47,-2 0-47,1 21 416,-1 8-326,-3 8-90,-2 9 0,0 10 45,4 1 0,1 3 572,2-5 1,0 1-618,1 9 0,0 1 0,3-8 0,1 0 0,0-2 0,3 4-807,6 12 0,4 7 0,0-5 582,-4-10 1,1 0-349,4 7 1,2 5 0,0-11-237,6-5-642,3-7 102,0-9-1,1-10 1,-2-8 764,-1-10-495,-2-6 1080,-2-2 0,-2-5 0,0 1 0</inkml:trace>
  <inkml:trace contextRef="#ctx0" brushRef="#br0" timeOffset="1987">17710 3088 6993,'8'-8'3276,"0"1"-2234,2 0-413,-1 1-89,1 2 90,1 2-181,1 2 91,2 3 0,1 4-1,1 3 91,2 3-90,1 5-925,1 5 925,0 6-91,0 7-179,0 6-1069,-9-5 1,-1 8-1,-1-4 754,-3-6 0,-1 2-589,-2 0 1,-1 7 0,-2-1 0,-2-7 363,-6 0 0,-4-4-693,-4 13 1,-2-2 512,1-12 0,0-2-645,0-1 1,0 0 284,-1-3 1,0 0-91,1-5 1,0-1-66,-18 11-564,-1-11 792,1-6 737,0-3 0,2-5 0,2 0 0</inkml:trace>
  <inkml:trace contextRef="#ctx0" brushRef="#br0" timeOffset="2463">15517 4173 8072,'-5'12'3276,"1"-1"-2234,0-5 307,3-4 90,7-3-539,2-1-1,10 1 810,17 0-1349,2 0-1472,5-1 1,4 1 1336,-12 1 0,1 0-105,-2 0 0,2 0 0,-1 1-935,9 1 0,0 0 905,3 0 0,3 0-433,-12-1 1,2-1 0,2 1 0,-3-1 371,5 1 1,-2-2 0,2 1-282,-2 1 1,4-1 0,-1 0-1,-3 0 252,3 0 0,-3 0 0,1-1 0,0 1 0,1 1 0,-1-2 0,0 1 0,-1-1 0,3 0-64,-3-1 1,4-1-1,-1-1 1,-3 1-27,3 0 0,-3-1 0,1 0 0,-4-1 0,3 0 0,-2 0 0,-2-1-180,11-2 0,-4-1-45,-1-1 1,-2 0-181,-5 0 0,-1 2 427,-3 0 1,-2 2-473,-5 1 1,0 1-112,1 2 1,-1 1-520,6 0-269,0-1 1818,-22 2-1818,-10-3 2718,-10 1-2448,-11 0 1169,-4 1 0,-7 3 0,1 0 0</inkml:trace>
  <inkml:trace contextRef="#ctx0" brushRef="#br0" timeOffset="55327">22766 5625 9512,'-3'-3'1529,"1"1"-1259,-1 2 629,0-4-719,1 1 989,0-2-989,2 3 900,0 1-811,1 9-179,-1-2 540,2 35-450,0-16-45,0 16 0,1 2-135,1-7-90,0 5 0,0-1-90,-1-13-495,-1-2 1,-2-2-136,0-7-2467,-15-3 0,5-14 3274,-12-10 0,12 3 0,0-2 0</inkml:trace>
  <inkml:trace contextRef="#ctx0" brushRef="#br0" timeOffset="56241">22833 5550 9602,'-7'-1'3276,"1"1"-2235,3-1 848,2 1-1259,1 2 1798,0-1-1798,1-7-540,1 3 0,3-8 0,3 8-90,1 0 180,2 1-90,14 1-90,-9 4 0,12 2 0,-13 5 90,1 2-90,5 14 0,-6-5-420,0 9 510,-7-8-90,-3 15 0,-3-6-1312,-2 10 1312,-3-10 90,-4 1-673,-1 0 583,-4 1 0,-1-1-45,0-9 0,-1 1-2670,-7 12 2265,2-6 0,0-1 1,-3 6 106,8-14 0,0 0-1296,-1 1 1,1-2-1639,-5 4 1451,-4 6 297,15-20 720,9-6 809,7-2 0,7-3 0,4-1 0</inkml:trace>
  <inkml:trace contextRef="#ctx0" brushRef="#br0" timeOffset="57217">22641 7963 7892,'0'10'2429,"0"0"-1979,0-3-180,-1-1 0,-1 1 269,0 0-269,0-3 180,1 3-180,1-4-90,-2-1 89,-1 0-89,-2-2 3096,1 0-1784,10-2-863,-3 0-629,5-1 540,-4-2-360,-2 3 0,2-2 90,-1 2-1,4-5-179,2 1 0,4-4 0,1 3 90,3-1-90,3 2-286,2-1 286,0 3 0,0 0 0,6 0 0,-8 3-3367,3 1 3257,-12 2 110,-3 3-90,-3 3 90,-4 4-90,-4 4 180,-12 21-180,-1-5-919,2-8 0,1 0 1009,-11 13-90,-1 2-215,1 0 170,8-13 0,1 0 45,-5 10 0,8-14 0,1 0 0,-2 10 0,7-10 0,1 2 0,9-12 2325,3-2-2325,5-3 0,4-4 0,3-3-90,13-3-90,-5-1-180,8-4-1079,2-4 719,-10 2-629,9-3-1928,2-9 0,-16 9 931,9-12-414,-19 5 2760,-4 3 0,1-3 0,-4 6 0</inkml:trace>
  <inkml:trace contextRef="#ctx0" brushRef="#br0" timeOffset="57464">23088 7880 7892,'7'-12'3276,"-1"2"-885,-4 6-1761,1 0 89,0 3 631,6 4-91,1 11-539,2 4-271,-1 10-269,-4 0-807,1 5 986,-1 6-1793,0 5 1479,-4-20 0,0 1 45,-1 0 0,0 1-45,-1 1 0,0 1-45,-1 0 0,0 1 0,-1 0 0,0 0-45,-2 1 0,1-1-90,-2 0 0,0 1-90,0-1 0,-1 1-495,-3 8 1,-2 1-136,3-10 1,-1-1-181,-4 7 1,-1-1-1035,-8 8 0,-3-5 450,6-14 0,1-1 1619,-11 7 0,9-11 0,1-1 0,-9 2 0</inkml:trace>
  <inkml:trace contextRef="#ctx0" brushRef="#br0" timeOffset="58357">22563 10853 7353,'3'-15'3276,"-1"1"-1785,2 3-861,1-2-181,1-1-89,4 1-90,1-4-90,5 1 0,3-1-90,4 0 0,3 1 0,13 0-348,-9 5 348,8 2 360,-9 9 0,-10 5 90,0 6 89,-13 4 1,-7 5 89,-5 5 1,-7 4-1542,-4 3 1452,-4 3-360,-3 2 180,-1 0-1333,1-1 1063,1-1 0,3-2-90,4-4-90,3-3-588,5 9 588,8-17-30,15 4 30,4-21 0,11-3 90,-4-5-90,1 2 97,2 1-97,1 2 0,-1 3 738,-1 2-738,-3 3 0,-4 3 0,-2 2-2071,0 10 2161,-8-3-90,0 9-166,-10-5 166,-5 0 90,-7 11-90,-2-8 0,-6 7-90,-8-2 0,6-7-180,-8 3-179,9-12-1171,-11-1 271,7-6-450,-7-3-360,10-8 357,1-7-87,1-6 180,0-4 1709,1-19 0,5 6 0,7 10 0,1 1 0</inkml:trace>
  <inkml:trace contextRef="#ctx0" brushRef="#br0" timeOffset="58571">22958 10623 8162,'37'-15'1092,"0"1"0,-2 1 0,-4 4 2184,1 10-4145,-2 7 1588,-3 8-89,-3 9 0,-4 10-1462,-5 10 1102,-10-19 0,-1 2-180,-2 1 0,-2 2 179,-2 0 1,-2 2 0,0-1-45,-2 6 0,-2 1-165,1-6 0,-2 2 0,1-2-15,-4 3 0,0-1-45,-1-2 0,-1 2 0,0-3-90,-3 6 0,0-2-90,2-5 0,-1 1 0,0-2-225,-2 0 1,-1-2-46,-1 0 0,-1-1-405,-1 0 1,-1-2-271,-2 0 1,-1-2-467,0-1 1,0-1 600,-2-1 1,-1 0 89,-1-2 1,1 0 134,0-1 1,1-1 764,-1 0 0,0 0 0,1-1 0,1-1 0,-1 0 0,1 1 0</inkml:trace>
  <inkml:trace contextRef="#ctx0" brushRef="#br0" timeOffset="59804">7545 15610 7803,'1'11'3276,"-1"1"-1605,-3 0-1042,-4 2-89,-2 5-90,-1 4-1141,0 6 961,0 3 0,1 5-181,5-8 1,0 2 0,0 16-45,3-6 0,2-1-45,2 4-597,-1-16 0,2-1 418,2 6-181,0-4-524,2-4-105,-1-5-360,-1-5-180,-3-5 704,-4-4-614,-3-5 1569,0-3-130,-1-6 0,4-4 0,0-3 0</inkml:trace>
  <inkml:trace contextRef="#ctx0" brushRef="#br0" timeOffset="60052">7630 15605 7083,'23'-7'3276,"-1"2"-6186,-6 3 3360,1 2 1280,3 4-1280,2 2-180,1 4-1,2 4 181,11 18-735,-8-2 375,-10-7 0,-1 2 45,-3-4 0,0 0-263,-1 3 0,0 0 218,1 1 0,-1 1-1,-2 1 1,0 1 532,-1 1 0,-2 0-532,-1-1 0,-2 1-45,0 1 0,-2-1-45,-1-1 0,-2 0 0,-3 12 0,-3 0-45,0-11 0,-1 0-135,-3 9 0,-3-1 0,2-12 0,-2-3-180,0 1 1,0-2-1099,-14 19-71,1-6-180,0-9-1529,-9-4 1889,11-14 1349,-3-3 0,18-11 0,3-2 0</inkml:trace>
  <inkml:trace contextRef="#ctx0" brushRef="#br0" timeOffset="60506">8963 15877 7803,'-15'-5'3276,"2"2"0,3-1-1103,0 2-1184,1-1-90,2 2-449,1-2 0,2 3-90,2-2-90,4 1-90,4-2-91,5-1 91,19-2-180,-2 1-453,15-2 318,-17 3 0,0 0-1283,15 0 1058,-15 1 0,-1 0-180,7 2-449,-5 1-270,-4 1-181,-6 2-269,-4-1 0,-9 2-1568,-16 3 0,-5 2 3054,-10 2 0,3 3 0,0-1 0</inkml:trace>
  <inkml:trace contextRef="#ctx0" brushRef="#br0" timeOffset="60659">8938 16113 7173,'0'23'3276,"1"-9"0,1 2-2003,1-9-643,-2-2-90,3 0-1,2 0-269,3-2 90,4 1-270,5-3-360,15-2-180,-3 0-619,10-4-1989,4-3 376,-10-2 973,10-2 90,-15 2 1619,16-1 0,-11 4 0,13-1 0</inkml:trace>
  <inkml:trace contextRef="#ctx0" brushRef="#br0" timeOffset="61141">10235 16098 7533,'-10'-12'3276,"1"1"0,9 2-2453,3-1-553,3-2-180,4-3 180,5-3-1184,5 0 1094,5-2 0,4 0-2970,2 1 3060,2 1-782,-1 3 782,0 3-48,-2 3 408,5 4-270,-11 7 591,1 5-681,-16 6 359,-9 19-359,-6-2 1276,-3 0 1,-3 2-1367,-5 9 44,-2 3 1,1 0-266,2-1 86,5-10 0,2-1 29,6-4-74,9 3 0,5-12-180,7 0-539,18-17-181,-5-6-799,12-8 440,-9-4-270,-1-3-360,0-3 0,-2-2 90,-3-4 90,-4 0 1212,-4-1 497,3-4 0,-9 12 0,4-2 0</inkml:trace>
  <inkml:trace contextRef="#ctx0" brushRef="#br0" timeOffset="61382">10803 15560 7982,'6'-19'3276,"-1"2"-795,0-1-1761,-2 8-181,2 2 1,-2 10-90,4 4 90,1 6 449,8 20-539,-2 1-136,-5-8 1,-1 3 75,-2 6 0,-2 4 0,0-1-1862,0 0 1,0 1 1591,-1 3 0,0 3 0,-1-3 15,-1-3 0,-1-2-393,0 2 0,-1-1 348,0 0 0,1 0-1,-2-1 1,0 0-135,-1 12 0,-1-1-225,0-13 1,1 0-541,-1-2 1,0 2-1,0-3-359,-1-6 0,-2-2-470,-5 11 1,-1-4-1639,2-11 2621,-2-3 1,25-31 0,6-5 0</inkml:trace>
  <inkml:trace contextRef="#ctx0" brushRef="#br0" timeOffset="61979">12228 15898 7982,'-11'1'3276,"4"0"-165,-3-1-2482,6 0 91,-1 0 1349,3 0-1799,10-1 269,10 0-359,5-1-180,7 1-3277,10 1 3252,-8 1-2333,11 1 2178,-13 1-794,-1 2 345,-2 2-224,-3 0-137,-2-1-179,-2 1-450,-2-4 1852,-5 2-1852,-3-2 2995,-7 2-2725,-5-1 1349,-1-1 0,-1 2 0,0-1 0</inkml:trace>
  <inkml:trace contextRef="#ctx0" brushRef="#br0" timeOffset="62182">12328 16248 8342,'-11'9'3276,"3"-4"0,-4 4-473,9-7-2263,2 2-181,9-2-89,3-1-270,5-2 0,3 0 180,3-2-360,17-1-449,-9 2-501,10-2-1839,1-1-308,-1 0 0,1-1 0,-8 1 1151,-8 0 2126,-1 2 0,2 0 0,-1 0 0</inkml:trace>
  <inkml:trace contextRef="#ctx0" brushRef="#br0" timeOffset="62996">13599 15863 7892,'-20'-13'3276,"10"7"0,-7-8-2002,22-3-1004,3 5 0,9-9-736,1 9 736,2-1 89,2 1 0,15-5-179,-7 4 0,9-1 90,-6 4-404,-9 4 314,2 2 0,-12 5 0,-4 2-90,-2 4 443,-5 1-263,-1 4-3251,-8 11 3071,-1-2 0,-4 11-406,0-5 316,-1 0 90,0 1-90,-5 9 90,4-9-624,-1 5 534,6-14 0,3-1 2657,2-5-2567,2 0 716,2-3-806,7-4 0,0-3 90,15-8-90,-5-2 0,7-4 0,5-2 0,-7 4 0,6 0 0,-12 5 859,-3 3-859,-3 1 206,-3 2-206,-3 3 0,-3 3 0,-3 2 0,-3 2 0,-8 9-180,1-5 90,-5 6-270,3-7-326,-2 0 57,-3-1-451,-1 0-359,0-3-1838,-4-1 977,7-6-848,-7-6 3148,16-5 0,-1-5 0,9 3 0</inkml:trace>
  <inkml:trace contextRef="#ctx0" brushRef="#br0" timeOffset="63270">14076 15493 8162,'9'-13'3276,"0"2"-1874,-2 0-773,1 2-89,0 0 0,2 3-1,3 2 1,2 3 0,1 4 89,2 6-89,-1 6-784,0 6 874,-3 8-360,-3 5 269,-4 7-179,-3 5-722,-2-20 1,-2 1 496,0 0 0,-2 3-1208,-3 16 1,-2 3 1192,1-15 0,-1 0 0,-1 0-511,0 0 1,0 0-1,-2 0 436,-5 12 0,-1-3-45,3-15 0,0-2 0,-2 0 0,0 0-385,-1 0 0,0-2 205,0 0 1,0-1-165,0-1 0,-1-1-196,1-1 1,-1-1-46,0-1 0,0-1 301,-18 11-1355,8-13 1,-1-2-1,0-6 1,0-1-1,2 0 1,0-2 1636,-15-8 1,23-6 0,2-2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52:52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12976 5570 8162,'3'1'1350,"-1"1"-991,-2-2-359,1 1 0,0-1 0,1 2 180,-1-2-180,-3 3 90,1-2 0,-1 0 0,1 2 0,1-3 0,-3 1 180,-1-3-270,-2 0 90,-3-1-90,2 0 90,-2 1-90,0-2 90,-5-2 0,3 0 0,-17-5-90,15 6 0,-11-3 0,14 4 90,-1 0-1,-6-4 1,3 1 0,-4-3-90,6 3-3277,-6-4 3342,4 2-65,-4-1-46,4 2 46,0 2 0,-7-3 0,4 3 0,-5-3 0,7 3 90,-6-3-90,4 4 0,-4-2 0,2-1 0,5 3 0,-4-2-90,0 0 90,6 3 0,-6 0 0,6 1 3276,1 1-3182,0-1-26,-1 1-68,2 0 0,-2 1 0,4 1 0,0 0 0,0 1 0,1 1 0,-2-1 90,-4 1-90,1-2 0,-4 2 0,3-2 0,0 0-90,-1 0 90,-10 2 0,6-1 0,-8 3 0,9-3 0,-1 2 0,2-2 0,-1 2 0,1-1 0,-6 2 0,5-2 0,-5 2 0,7-1-3277,0-1 3162,0 1 115,0-1 0,-4 2 0,4-2 0,-3 2-90,0 1 90,4-1 0,-4 2 0,5-1 3276,2-1-3160,0 1-116,-4 1 0,3-1 0,-4 2 0,-2 2 0,4-2 0,-4 3 0,6-2 0,-2 2 0,1 2 0,0 0 0,-1 1 0,-6 2 0,3-2 0,-5 1 90,3 0-90,5-2 0,-3 2 0,7-4 180,-20 13-90,15-10-90,-15 9 90,16-12-90,3-1 90,-8 5-90,6-7 0,-1 4 90,-2-2-90,5 1-3277,-8 8 3252,8-6-581,-3 5 606,4-3 0,-9 13 0,6-9 0,-4 11 0,5-7 0,3-4 0,-5 14 0,6-12 0,-3 5 90,-3 10-90,5-13 0,0 5 0,0-1 0,2-4 0,-5 21 0,7-23 3092,-2 5-3002,3 9-90,1-12 90,2 18-90,1-22 906,0 7-816,0 11-3367,1-13 3162,1 13 205,1-21-90,1 1 0,1-1 90,0 1-90,0-1 0,0 3 90,0-2-90,0 0 0,0 1 90,-1-2-90,0 0 89,-1 6-89,0-4 0,1 5 90,-2-6-90,1-1 0,-1 1 0,1-1 90,0 7-90,0-6 0,1 6 3276,-1-1-3160,1-6-26,1 4-90,1-1 0,-2-4 0,2 4 0,0 0 0,0-4 90,1 4-90,-2-5 0,0-1 0,0 1 0,0 0 0,2 7 0,-1-4 0,1 3 0,-2-5 0,-1-3 0,0 1 0,-2-2 0,2 0 0,0 0-3277,2 4 3252,-1-2-4,1 3 29,0-4 0,7 9-90,-4-6 90,7 6 0,-3-2 0,-2-6 0,4 7 0,1-3 0,-4-2 0,6 3 0,-4 1 0,0-4 0,2 3 0,2-2 0,-4-5 3276,5 5-3174,0-4-102,-4-2 43,5 2-43,0 1 0,-4-3 0,5 3 0,1-3 0,-5-2 0,4 2 0,2-2 0,-4-3 0,27 3 0,-21-4 0,15 1 0,-14 0 0,-6-1 0,4 2 90,-3-1-90,-3-3 0,20 3 0,-9-2-717,3 0 717,-8 0 0,-9-2-164,7 0 164,-5 0 0,4 1 0,2-1 0,-5 2 0,7-2 0,-6 0 0,2 0 0,0 0 0,9 0-195,-9 0 195,6 0 90,-1-3-90,-7 2 0,6-4 0,-7 0 0,0-1 689,1-2-689,1 1 0,0-2-153,1 0 243,0-1-90,0 0 0,17-9 0,-14 7-365,13-7 365,-19 9 0,0 0 0,-1 0 0,1 0 0,8-4 0,-5 1 0,7-2-3092,-8 2 3182,0-1-1445,1 1 1355,10-10 0,-4 5 0,8-8-412,-9 6 412,1-1 0,0-1 45,1-7 0,1-1-45,4-3-267,-4 2 0,-2 0 267,-2 2 90,0-2-90,0-2 90,-7 9 0,-1-2-45,-4 5 0,0 0 0,4-6 0,-1 0 998,4-13-953,-8 10 0,-1-1-45,-3 7 0,-1-1-112,2-7 1,-1-2 156,-3-3 0,-1 2-43,-2 6 0,0 1-2,-1-10 0,0 1-45,-1 10 0,-1 2 45,-1-2 0,1 1 647,-1 0 1,0 1-648,1 0 0,-1-1-90,-3-9 0,0 1 0,1 8 0,0 0-45,-2-6 0,-2 0-315,-3 2 1,-1 1-46,1 7 0,0 0-180,-6-5 1,-4 0-810,-9 0 0,-2 2 196,4 7 1,-1 0 612,-11-7 1,-1 2 463,7 8 0,1 2 0,0 0 0,0 0 0,-1 1 1,0 1-1</inkml:trace>
  <inkml:trace contextRef="#ctx0" brushRef="#br0" timeOffset="4550">9950 5108 6813,'-2'6'2339,"0"0"-1889,1-2-181,1 0 1,0-2-270,0-1 180,0 2-180,-1-3 90,-6 7-90,4-5 0,-3 6 0,6-6 0,0 0 90,-1 0-90,0-1 90,0 2 90,1-3 0,0 3 0,-2-3 359,2 1-89,-2 1-180,3-1-90,1 1-90,0-2 0,0 0-90,0 0 90,-1 1 90,9 2-180,-5-2 0,7 2 90,-3-3-90,-3 0 89,4 0-89,-5 0 450,13 1-270,-8-1 0,13 1-90,-15-1 0,3 0 90,-3 0-90,-2 0-90,1 0 0,-2 0 90,6 0-90,1 0 0,4 0 0,3 0 90,-5 0-90,3 0 90,-3 0-90,-3 0 90,4 0-90,-5 0 89,1-1 1,0 0-90,2-1 90,-1 1-90,6 1 0,-4 0 90,9 0-90,-11 0 0,5 0 0,-2 1 0,-2 1 90,24 0-90,-19-1 0,15 1 90,-5 0-90,-11-2 0,11 4 0,-10-3 0,-4 0 90,12 1-90,-11-2 0,8 1 0,-7-1 0,12 1 90,-7-1-90,8 0 0,-9 0 0,0 0 0,0 0 0,0 1 0,0 1 0,-1 0 0,-1 1 0,0-1 0,0 1-90,-1-1 90,1 0 0,-1 1 0,1 0 0,0-1 0,0 2 0,1 0 0,-2 1 0,1-2 0,-1 1 0,2-1-3277,17 1 3162,-11-1 115,13 3-176,-18-2 86,0 0 90,0 1 0,8 1 0,-6-1 0,5 3 0,-8-1 0,-2-1 0,2 3 0,-1-3-2210,7-2 2210,-6-1-176,7-3 176,-9 0 0,1 1 2123,-1 0-2123,8 2 0,-5-1-90,5 1 90,-1 0 90,-6 0 79,5 1-169,-8-2 0,0 1 0,0-1 0,0 1 3276,0-1-3204,0-1-72,0 4 90,0-2 314,-1 3-404,0-2 0,-2-3 0,0 0 90,-2-2-90,-1 1 0,-1 0 90,1 0 0,3 2-90,-4 0 90,10 3-539,-8-3 539,4 2 0,-4-1-90,0-1 90,0 1-90,0-1 270,12 4-180,-10-3 0,9 3-2764,-8-3 2764,-4-1 90,5-1 0,-5 2-90,1-2 90,10 0-90,-6 1 0,8-2-90,1 0 3276,-3 0-3070,25 0-206,-19 0 0,6 0 0,0 0 0,-3 0 0,18 0 90,-11 0-90,-7 0 0,2-1 0,0-1 0,3 1 0,4-1 0,0 1 0,-4 1 0,-8 1 0,0 0 0,16 2-2293,-10 0 2293,11-1 0,-13 1-2633,0-2 2633,2 2 0,-1-1-544,16 2 544,-12-2 0,-5 1 0,0-1 0,5 0 90,12 1-90,-12-1 0,-8-1 0,2 1 0,16 0 0,-15-1 0,1 0-330,1 0 0,0 0 330,-6 0 0,-1 0 0,9 1 0,-1 0 987,13 0-987,1 2 0,-1-1 0,0 3 0,-1-1 0,-1-2 0,-14 1 0,0-1 0,14 2 0,-15-2 0,-1 1 0,8 1 0,0 0 0,-1-1-90,0 0 90,0-1 0,-10 0 0,1-1 45,13 2-45,-14-1 0,0-1 0,10 1 0,0-1 0,0-1-257,0 1 257,-10-2 0,1 0 0,12 0 816,-13 0 1,-1 0-817,7 0 0,0 0 826,-2 0-826,-1 0-1919,8 0 1919,-10 0-1606,16 0 1606,-19 0 341,6 1-341,-9-1 0,11 1 0,-6-1 298,9 0-298,2-1 0,-8 0 2097,7-2-2097,-12 1 3276,0-1-3260,6-1-1712,-7 2 1696,3-1 0,-11 1 0,-3 1 0,-3-1 104,-3 0-374,-4 1 90,-3-1-180,-5 1 1806,-4 1-1896,-3 0-90,-3 0-180,-4 0-269,-3 0-270,-4-1-2018,-18-7 950,6-1 1697,11 2 0,1 0 630,4 0 0,0 1 0,-1-1 0,-1 0 0,-1 0 0,0 1 0</inkml:trace>
  <inkml:trace contextRef="#ctx0" brushRef="#br0" timeOffset="18544">7910 4190 8432,'7'-2'1889,"-2"-1"-1529,-2 1 809,5 2-989,-5 1-90,3 1 90,-6-2 180,0 0 179,3 1-359,-2 0 90,4-1-90,-2-2-90,-1-1 720,-1 1 809,-2 1-1439,2-1 89,-2-1-179,3 0 0,0 1-90,-1 2 90,4 0-90,-3 0 0,2 0-90,-1 0 90,-1 1 0,4 1 0,-1-1 0,6 0 0,-2-1 0,4 0-3277,4 1 3342,-2 2-65,4-1 0,-4 2 90,23-3-90,-17 1 45,4-3 0,0 0-45,-2 1 0,9-1 0,5 0 0,-7 0 45,-4-1 0,0 0-745,3-1 700,11 1 0,-14 1 2331,0 1-2331,0 0 0,-1 0 0,0 0 0,0 0 0,0 0 0,0 1 0,-1 0 0,11 3 0,-10-2 0,9 3-558,-11-1 558,-1 0 0,-1 1 0,1-1 0,-1 1 90,9 1-90,-6-2 0,6 1 0,-10-3 0,26 1 0,-20-2 903,19 0-903,-16-1 0,-11 0 0,8 0 743,-9 0-743,-5 0 0,4 0 0,-4 2 673,-3-1-673,1 1 0,-1-2 0,-4 0-90,2 0-90,-4 0-629,-2-1 89,0-2-179,-2 0-271,0-5-449,-4 0 90,-1-4-90,-4 0 270,-4-4-263,-1 2 1612,-4 1 0,1 1 0,0 2 0</inkml:trace>
  <inkml:trace contextRef="#ctx0" brushRef="#br0" timeOffset="21979">6630 11200 7892,'2'-8'3059,"1"2"-2520,-3 0-89,0 3 630,0 1-811,1 2 181,2 0-180,3 1-90,3 1 90,4 0 449,31 7-539,-10-2-1008,-2-2 0,7 2 0,-3-1 873,-7-1 0,2-1 9,3 1 0,9 0 0,2 0 0,-1 0 0,-5 0-24,-6-2 0,-3 0 0,5-1-439,4 1 1,6 1-1,5-1 1,0 1 0,-3-1-1,-7-1 409,1-1 0,-5 0 0,5 0-45,0 0 0,7-1 0,4 1 0,-1-1 0,-2 0 1,-7 0-322,3 0 1,-6-1 0,4 1 185,2-1 0,4 0 0,3 0 0,-3 0 0,-7 0-30,-5 0 0,-4 0 1,3-1-447,3-1 1,7 0-1,1-1 1,-3 0 0,-6 1-984,7-1 1,-2 0 1163,5-2 0,3 0 0,-10 2 475,-7 3 0,-8 4 0,-5 4 0</inkml:trace>
  <inkml:trace contextRef="#ctx0" brushRef="#br0" timeOffset="23672">13861 10965 6993,'-30'-19'2698,"-1"1"-2248,-5-4-2913,-4 2 2643,-3-1-1384,20 11 1,0 1 1293,0 0 0,-2 0 0,-10-4 0,-2 0-512,8 4 1,0 0 511,-9-3 0,-1 0-435,10 4 1,0 1 389,1 0 0,-2-1 0,-13-2 0,0 1 0,10 1 0,0 2-45,-9-3 0,-2 1 45,-1 1 0,2 2 204,10 0 1,-2 1-220,-2 1 0,-3-1 0,0 1-30,6 1 0,1 0 0,1 1 0,-1-1 0,0 0 0,1 1 453,-15-1 0,2 1-453,15 0 0,2 1 0,-1 0 0,1 0 0,3 0 0,-1 0 0,-10 1 0,-1 0 0,10 0 0,0 0 0,-9 0 0,-2 2 45,0-1 0,1 1-45,8-1 0,0 1 0,-8 0 0,-2 1 45,2 0 0,2-1 0,7 0 0,0 1-45,-6 0 0,0 1 0,-12 2 90,2 1-90,0-1 0,3 2 45,12-3 0,0 1 45,-14 5-90,15-4 0,1 0 0,-10 5 0,1 0 1133,1 1-1089,2 1 1,0 1-1811,-10 5 1766,10-5 0,0 1 45,8-2 0,2-1 908,-13 6-953,13-7 0,0 0 862,-7 2-862,1 0 90,0 1-90,2 0 0,-13 10 0,10-6-819,5-2 0,1 0 819,-3 5 0,-6 7 90,13-8 548,1 0-548,3 0-90,1 0 0,3 1 90,2 0-90,2 0 0,3 1 90,1-2-90,3 2 90,1 0-90,3 1 90,0 0-90,4 1 90,0 0-355,3 3 265,1 0 90,2 1 1359,1 1-1449,-1 0 180,4 0-180,-1 1 90,1-2-90,2 0 90,1 0-90,1 0 0,3-2 90,0 1-90,-5-9 0,0 0 0,12 10 45,-11-10 0,1-1-45,10 7 90,2-1-90,1-1 60,0-6 0,8 1 0,-5-1-60,-7-5 0,1 1 0,8 2 0,5 2 0,-5-3 0,-14-7 0,-1-1-279,1 1 0,1-1 279,-1 1 0,1-1 0,0 1 0,1-1 0,-1 1 0,0-1 0,0 1 0,1-1 0,-1 0 0,1 0-561,13 2 1,1-1 605,-9-2 0,0-1-508,11 1 0,-1 0 463,-10-3 0,-2-1 103,1 0 0,0 0-103,1-2 0,0 1-44,0 0 1,0-1 43,1 0 0,0 0 0,0 0 0,0-1 178,1 0 1,0 1-179,0-2 0,-1 0 0,1 0 0,0 0-45,-1 0 0,1-1 45,-2 0 0,1 1 0,-1-1 0,5-1 0,1 1-30,-7-1 0,3 1 0,-3-1 30,3-1 0,-1 1-45,2-1 0,-1 0 45,0 0 0,1-1-45,0 0 0,0 1 45,-1-1 0,2-1-30,-3 1 0,2-1 0,-2 0-15,6-1 0,-1-1 15,-6 2 0,1-1 0,0 0 0,0-1 0,-1 0 0,-2 1-15,6-3 0,0 1 45,10-4 0,-1 0-45,-14 3 0,-2 1 45,0-1 0,0-1 0,-1 1 0,1-1-116,-2-1 0,1 1 71,0-1 0,0 1 175,-1-1 1,0-1-131,10-5 0,0-1 0,-9 4 0,-1 0 43,8-5 0,-1 0-43,-11 5 0,0 2 0,-1-1 0,0 0 0,-1 0 0,0-1 0,-1 1 0,0-1 0,-1 1 0,0-1 483,-2-1 1,1 0-484,14-18 0,-3-2 0,-3-2 27,-11 9 1,-1-1-28,-3 7 0,-2-1 0,2-8 0,-2 0 97,-4 8 1,-1 0-53,-2-12 0,-2-1-45,0 9 0,-1 0 365,-1-8 1,-2 0-321,-4 3 0,-1 1-389,2 8 0,-1 0 344,-3-7 0,-2 0-45,-4 1 0,0 2-45,3 6 0,-1 0 0,-5-5 0,-1 1-270,-12-7 991,-2 4-1710,-3 2 449,17 14 0,-1 0-719,-13-4 0,-3 2 719,8 3 1,-1 2 451,-12-2 0,0 2 0,9 6 1,0 2-1,-1 0 0,0 1 1</inkml:trace>
  <inkml:trace contextRef="#ctx0" brushRef="#br0" timeOffset="28027">15857 12968 7982,'-9'-3'1709,"0"-1"-1529,0 1 0,1-2 90,-18-7-180,9 4-3367,-23-8 2662,19 6 1314,-8-2-609,8 3 360,-23-6-360,14 5-338,6 2 1,1 0 337,-6-2 45,0 1 0,-2-1-46,-11-2-604,8 2 0,1 0 605,-8-1 0,-2-1-90,-2 1 45,22 6 0,-1 0-45,-1 0 0,0 0 722,-1 0 0,0 0-722,0 0 0,-1 0 45,-1 0 0,1 1-45,-1 0 0,-1 0 45,0 0 0,-1 0-547,0 1 0,-1 0 546,1 0 1,-3 0-45,-6-1 0,-5 1 0,4 0 0,0 0 0,0 0 30,0 0 0,-3 0 0,2 0-30,-6-2 0,3 1 0,8 1 0,0 0 0,-3 0 0,-3-1 0,3 2 0,2 2 0,1 0-436,-11 0 1,0 1 435,13 2 0,-2 2 30,3-3 0,-3 1 0,1-1-424,-7 1 1,-1-1 393,7 0 0,-3-1 0,3 0 0,-2 0 0,-4 0-142,4 0 0,-6-1 0,-4 1 1,2-1-1,5 1 142,3-1 0,4 0 0,-6 0-71,3 0 1,-6 0 0,-2 0 0,-1 0-1,5 0 1,6 0 25,-9-1 0,5-1 84,3 1 1,-1 0 0,1 1-40,-2-1 0,1 1 0,0-1 0,-1 2 0,0-1 0,0 1 0,0-1 0,0 1 0,0 0 0,-2 1 0,4-1 0,-3 1 0,1 0 0,-5 0 0,-1 1 0,7-1 0,-2 1 0,0 0 0,1 0 0,-1 1 0,2-1 44,-6 1 1,-2 0-45,-1 1 0,-4 0 0,4-1 45,7 0 0,-2 0-23,1 0 1,-7 0 0,1 1-1,6-1 161,1-1 0,1 1-153,-4 0 0,-4 0 0,7 1 60,-6 0-45,14-1 0,0 0 723,-15 3-723,17-2 0,0 1-45,-11 2 90,0 3-90,-2 0-505,1 1 505,-2 2 0,-2 0 0,16-4 0,0 0 135,-3 1 1,-1 0 0,2-1-136,3 0 0,0-1 116,-14 5 0,-2 1-116,11-4 0,-1 0 0,-10 3 0,0 0 0,13-5 0,1 1 0,1-2 0,1 1 45,1-1 0,-1 0-45,3 0 0,-1 1 0,1-2 0,-1 1 45,-10 1 0,0 1-45,7-2 0,1-1 0,-8 2 0,0-1 45,10-2 0,2 0 0,-1 0 0,0 0 44,-11 2 1,0 0-45,8-1 0,0 0-45,-8 2 0,1-1 45,10-2 0,1 0 45,-22 7 0,1 0 0,2-1-90,2 1 90,2 0 238,1 1-148,1 1-90,2 1 90,3 1 0,2 0-362,2 2 272,2 1 716,3 1-446,-6 15-180,10-7-45,4-2 0,2 0-578,-1 9 533,5-12 0,2-1 0,0 14 1114,1-2-1115,2 2 91,1 0 0,2 0 0,2 1 0,1-1 0,0 1 0,2-2-1191,0 0 1191,1-1-1,-1-11 1,1 0 0,2 14-90,4 9 90,-3-15 0,0 1 113,1-1-203,1 1 1759,0-1-1714,-3-9 0,-1 1-45,4 11 0,2 11 0,-2-5-90,-3-10 90,2 9 0,1-1 0,-2-11 2156,4 8-2066,2-5-90,-2-7 816,4 7-816,-3-11 693,1 1-693,1-1 0,0-1 532,1 0-532,7 6-1458,-4-7 1458,6 6-90,-8-9 207,2 0-117,0 0 0,11 4 0,-7-4-678,10 4 678,-9-7 0,1 1 0,1-2 90,0 0 90,16 3-181,-9-2 1,12 1-1304,-21-7 1,0 0 1302,15 2-325,-14-2 1,1-1 325,13 3-212,2 0 167,0 0 0,3 1-45,-17-3 0,1 0-199,16 3 0,0 0 199,-18-4 0,-2 0 0,2-1 0,0 0 0,1 1 0,-1-1 0,1 0 0,0 0 0,1 0 0,-1 0 98,1 0 1,-1 1-99,1 0 0,1 0-199,-2 0 0,1 0 199,-1-1 0,2 1-45,9 2 0,0 0 45,-9-2 0,0 0 0,8 2 0,-2 1 0,-10-3 0,-1 0 0,0-1 0,-1 2 0,1-1 0,0 0 0,-1-1 0,2 0 0,9 1 0,0-1 0,-7-1 0,-1-1 381,8 1 0,1-1-426,-1-1 1,0 1 44,-8-1 0,1 0 0,18 1 0,0 0 72,-18-1 0,-1 0-72,8 1 0,1-1 0,1 0 0,-1-1 0,-7 0 0,-1 0 0,8 0 0,1 0 0,-2 0 0,-2 0 0,-6 0 0,-1 1 0,7 0 0,1 0 220,10 1 1,-1 0-176,-14 0 0,-1-1-943,16 2 1,-1-1 897,3 1 0,0-1 1652,-1 1-1697,-4-1 0,2 0 45,-16 0 0,0-1 353,13 2 0,1 0-353,-10 0 0,-1 0 0,14 3 0,1 0 0,-1-1 0,1 2-187,-11-3 1,-1 1 186,2 0 0,0-1 2713,1 1-2758,-2-3 0,0 1 45,10 0 0,-11-2 0,4 0 0,-4 0-379,13-1 334,-1 0 0,0-1-918,-3 0 963,-14 0 0,-1 0-861,0 0 1,0 0 815,1 1 0,1 0-813,-2-1 1,1 1 857,6-1 0,-2 2-93,4-1 93,10 0-90,-15 0 90,0 0 0,0 0 0,13 0 0,-10 0-386,0-2 1,0 0 385,0 0 0,-8 0 0,0 0 0,0-1 1106,0 1-1106,0-1-90,22-2 90,-16 2-45,6-1 0,0-1 45,-3 0 0,-7 1 0,0 0 0,2 0-90,0 1 90,-2 0-90,1 1 90,-1-1-90,0 1 90,-1-1-89,-1 1-91,11-2 180,-9 1-90,7 0 0,-11 0-1012,9-1 1012,-8 2 0,16-3 0,-18 2 1475,7-1-1475,1 1 90,-6 0-90,7 0 90,-8-1 0,-1 0-90,1-1 382,-1 0-382,11-2 90,-8 1 0,7-1 0,-9 1-90,-1 1 2340,1-3-2340,9-1 90,-5 0 56,5-1-146,0-1 0,-10 2-164,7-1 254,-9 2-90,11-3 90,-8 3 0,1-1 0,1 0 0,0 0 0,-1 1 0,0 0 0,-1 0-90,4-2 90,-8 1-90,8-4 90,-4 2-941,6-3 941,-9 4 0,0 0-90,-2 0 90,2-2-399,9-5 399,-5 2 0,7-4-90,-7 4 90,-2 0 113,2 0-113,9-8 0,-10 6 0,-3 3 0,-1-1 0,2-2 0,6-3 394,6-7-394,-12 10 0,12-12 0,-16 14 0,-1-1 0,-1 1 0,0 0 243,0 0-333,0-1 90,0 1 0,0-3 0,0 2 0,-1-1 0,-1-1 0,1 2 0,0-2 0,1 2 0,0-1 104,1-2-104,7-9 0,-4 6 0,5-7 0,1 0 2429,-4 6-2429,6-7-1225,-10 8 1,0 1 1224,6-6 0,-7 5 0,0 1-157,0-1 157,-1-2 0,0 0 0,-1-1 0,0 0 0,0 0 0,1 0 0,0 0 0,-1 0 0,0 0 0,-2 0-1994,0 1 2084,-1 1-90,-2 1 225,-1 1-225,0 1 0,-1 0 0,1 0 0,-1 0 0,0 1 0,-2-1 0,-2 3 0,0-2 0,-1 0 0,1-6 0,-2 4 0,0-4 0,-1 8 90,-1 0-90,0 1 0,-2 1 2106,0-6-2016,0 6-90,-1-4 463,-2 1-463,3 4 0,-4-4 3276,3 6-3218,-3-7-58,2 4-179,-3-4 179,3 4 0,-1-7 0,1 6 0,-1-6 90,1 8-90,-1 1 90,0 0-90,0 1 90,1-2-90,0 0 444,0-1-444,0 0 180,-4-11-180,3 9 0,-5-9 0,5 14 90,-5-8-90,4 7 90,-5-5-90,5 5 0,-1 2 90,0 0 0,2 1 0,-2-7 89,1 4 1,-4-9 0,3 9 0,-2-2 180,-2-1-270,3 3 90,-6-3 0,4 4-90,-3 0 90,0 1-1,-1-2 181,-6-5-180,4 4-90,-5-4 90,6 6-455,0-1 365,-2-1 0,1 0-135,-2 0 0,-1-1-1436,-3-1 1032,-16-10-451,20 18-2377,-18 0 618,2 3 1265,9 3 0,-3 1-245,-16 4 1,-1 1-1,7 1 1,-1 1 914,1 0 0,-2 0 1,1 1 456,6-1 1,0 0 0,0 1 0,-3-1 0,-2 2 0,0-1-1,-1 0 1,-1 0 0,1 0 0</inkml:trace>
  <inkml:trace contextRef="#ctx0" brushRef="#br0" timeOffset="62763">3264 4323 8072,'-3'-4'1799,"1"0"-1709,2 3 90,-1-2-90,-1 3 180,-1-2-180,0 2 630,-5-6-541,4 5 91,-4-3-90,5 4 540,0 0-540,1 0 269,1 0-179,-3 1-180,2-1 90,-3 1-180,4 0 180,1 1-90,0 0 0,0-1 90,0 3-180,0-4 180,0 3-180,1-1 0,-1-2 0,1 3 90,-1-2-90,1-1 0,0 2 0,2-2 0,-1 2 0,1-1 0,0 0 0,-1 0 0,2 1 0,4-2 0,-2 0 0,5 0 0,-5 0 90,12 0-90,-8 0 90,22 3-1,-16-1-89,14 1 90,-7-1-90,1-4 90,1 1-765,-1-1 675,-1 2-156,8 2 156,-8 1 0,7-4 0,-10-3 0,26-8 0,-21 5 0,18-2 0,-26 11 0,8 2 0,-7 3 0,11-4 0,-12-3 0,4-2 0,-6 1 0,0 1 0,0 1 0,0 0 0,0 2 0,0-1 0,0 1 0,9 0 0,-5 0 0,6 3 659,-8-1-659,1 1 0,1 1 0,-1-6 0,4 0 0,10-2 0,-6 0 0,11 1 0,-11 1-3130,2 0 3130,0 2-929,12 0 929,-7 0 0,8 1 0,-11-2 0,0 1-267,11 2 0,1 2 267,2-1-585,-10 0 1,6 1-1,-6-2 585,1 2 169,-9-3 1,1 0-170,0 0 506,1-2-506,-1 2 0,1 0 0,-1-1 0,2 1 0,0-1 0,1-2 0,0 0 0,0-1 0,0 0 45,-1-1 0,2 1-45,7 0 0,-7-1 0,0 1 0,1 0 0,1 0 90,0 0 63,1 0-153,1 0 0,0 0 0,0 0 0,0 0 0,0 0 0,0 0 2098,0 0-2098,-2-1 0,0-1 561,10 0-561,-9-1 0,-2 1 0,4-3-751,1 0 751,1 0 0,1 0 0,-1 0 90,-1 0 69,0 0-204,-10 1 0,1 0 45,15 0-359,-14 1 1,0 0 358,11 1-462,-11 0 0,0 0 462,15-1 0,-15 1 0,0-1 158,11 0-158,1-2 0,1 0 0,1 0 0,1 0 0,1-2 0,0 1 0,-1 0 0,-13 1 0,0 1-106,16-1 106,-8 0 0,-1 0 0,7 0 0,-17 1 0,2 1-45,9-2 0,1 0 45,-15 2 0,0 0-26,8-1 0,3 0 0,-3 0 26,-8 1 0,-1 1 0,8-2 0,1 1 0,1-1 0,-1 0-45,-7 1 0,0 1 45,7-1 0,2 0 0,0 0 0,-2 0 0,-7 1 0,-1 1 0,8-2 0,0 1 0,13 0 0,-11 1 0,0 0 0,-8 0 0,1 1-601,7 0 1,1 0 645,-11 0 0,-2 1-1093,25 1 1048,-1 0-128,1 1 128,-1-1 798,0 1-798,0-1 0,-2 1 0,1-2 90,-1 0-90,-1-1 0,0 0 0,-2 0 0,-4-1 0,-1-1 0,10 0 675,-11 0 0,-1-1-675,12-1 0,-13 2 315,8-1-315,-19 1 743,9 2-743,-10-1 0,4 1 2812,-11 0-2812,-2 0 584,-2-2-584,-2 1 1071,1 0-1071,-4 0 185,0 1-185,-2-2 0,-1 2-360,-2-1-179,-7 2-541,-2 1-449,-11 1-90,-7 3 0,-13 3 225,-3 2 0,-3 1 1029,5-2 1,-1 0 0,3 1 0,-4-1 0,2 1 0,7-2 0,1 0 0,-1 0 0</inkml:trace>
  <inkml:trace contextRef="#ctx0" brushRef="#br0" timeOffset="129184">9136 18631 24575,'0'-17'0,"0"4"0,0 13 0,0 0 0,0 13 0,0-10 0,0 11 0,0-14 0,0 0 0,0-14 0,0 11 0,0-10 0,0 13 0,0 0 0,0 13 0,0-10 0,0 11 0,0-14 0,0 0 0,13 0 0,-10 0 0,11 0 0,-14-14 0,0 11 0,0-10 0,0 13 0,0 0 0,13 0 0,-10 0 0,11 0 0,-14 0 0,13 0 0,-10 0 0,24 0 0,-24 0 0,24 0 0,-24 13 0,24-10 0,-24 11 0,24-14 0,-24 0 0,24 0 0,-24 0 0,10 0 0,1 13 0,-11-10 0,10 11 0,1-14 0,-11 0 0,10 0 0,-13 0 0,13 13 0,-9-10 0,9 11 0,0-14 0,-9 0 0,22 0 0,-22 13 0,22-10 0,-22 11 0,22-14 0,-22 0 0,22 13 0,-22-10 0,22 10 0,-23-13 0,24 0 0,-24 0 0,24 0 0,-24 0 0,11 0 0,-1 0 0,-10-13 0,24 10 0,-24-10 0,24 13 0,-24 0 0,24 0 0,-24 0 0,11 0 0,-1 0 0,-10 0 0,24 0 0,-24 0 0,24 0 0,-24 0 0,10 0 0,1 0 0,2 0 0,1-14 0,10 11 0,-24-10 0,24 13 0,-24 0 0,24 0 0,-24 0 0,23 0 0,-9 0 0,0 0 0,9 0 0,-22 0 0,22 0 0,-22 0 0,22 0 0,-22 0 0,22 0 0,-22 0 0,22 0 0,-22 0 0,22 0 0,-23 0 0,24 0 0,-24 0 0,24 0 0,-24 0 0,24 0 0,-24 0 0,24 0 0,-24 0 0,24 0 0,-24-14 0,24 11 0,-11-10 0,1 13 0,10 0 0,-11 0 0,1 0 0,10-14 0,-11 11 0,14-10 0,-13 13 0,10 0 0,-11 0 0,14-14 0,-13 11 0,9-10 0,-9 13 0,0 0 0,9 0 0,-9 0 0,0 0 0,9 0 0,-22 0 0,22 0 0,-23 0 0,11 0 0,-1-14 0,-10 11 0,11-10 0,-14 13 0,13 0 0,-10 0 0,11 0 0,-14-14 0,13 11 0,-10-10 0,11 13 0,-14 0 0,0 0 0,13-14 0,-10 11 0,11-10 0,-1 13 0,-10-13 0,11 9 0,-1-9 0,-10 0 0,11 9 0,-1-9 0,-10 13 0,24 0 0,-24 0 0,10 0 0,1 0 0,-11-13 0,10 9 0,1-9 0,-11 13 0,10 0 0,1 0 0,-11 0 0,10 0 0,-13 0 0,14 0 0,-11 0 0,10-13 0,1 9 0,-11-9 0,23 13 0,-22 0 0,9 0 0,0 0 0,-9-13 0,9 9 0,-13-9 0,13 13 0,-9 0 0,9-13 0,-13 9 0,0-9 0,0 13 0,13-13 0,-9 9 0,9-9 0,0 0 0,-9 10 0,9-11 0,0 1 0,-9 10 0,22-11 0,-22 1 0,9 10 0,0-11 0,-10 1 0,11 10 0,-14-11 0,0 1 0,0 10 0,13-11 0,-10 1 0,11 10 0,-14-24 0,0 24 0,0-10 0,0-1 0,13 11 0,-10-10 0,11-1 0,-14-2 0,0-1 0,0-10 0,13 24 0,-10-24 0,11 24 0,-14-24 0,0 24 0,0-24 0,0 24 0,0-10 0,13 0 0,-10 9 0,11-22 0,-14 22 0,0-9 0,0 13 0,0-13 0,0 9 0,0-9 0,0 13 0,0-13 0,0 9 0,0-9 0,0 0 0,0 9 0,0-9 0,-14 0 0,11 9 0,-10-9 0,13 0 0,0 9 0,0-22 0,0 23 0,0-11 0,-14 1 0,11 10 0,-10-24 0,-1 24 0,11-24 0,-10 10 0,13 1 0,-14-11 0,11 24 0,-10-24 0,-1 24 0,11-24 0,-23 11 0,22-1 0,-22-10 0,22 24 0,-22-24 0,22 24 0,-22-24 0,22 24 0,-22-10 0,22-1 0,-22 11 0,9-24 0,0 24 0,-9-23 0,9 22 0,-13-22 0,0 22 0,14-9 0,-11 0 0,10 9 0,-13-22 0,1 22 0,-1-22 0,0 22 0,0-9 0,0 0 0,0 9 0,0-22 0,0 22 0,0-9 0,0 13 0,0-13 0,0 10 0,0-11 0,0 14 0,0 0 0,0-13 0,0 10 0,0-11 0,0 14 0,0 0 0,0 0 0,0 0 0,1 0 0,-1 0 0,0 0 0,0 0 0,0 0 0,13 0 0,-10 0 0,11 0 0,-14 0 0,0-13 0,0 10 0,0-11 0,0 14 0,0 0 0,0 0 0,14 0 0,-11 0 0,10 0 0,-13 0 0,14 0 0,-11 0 0,10 0 0,-13 0 0,14 0 0,-11 0 0,11 0 0,-14 0 0,0 0 0,13 0 0,-10 0 0,11 0 0,-14 0 0,0 0 0,0 0 0,0-13 0,0 10 0,13-11 0,-9 14 0,9 0 0,-13 0 0,13 0 0,-9 0 0,9 0 0,1 0 0,-11 0 0,10 0 0,1 0 0,-11 0 0,24 0 0,-24 0 0,24 0 0,-24 0 0,24 0 0,-24 0 0,11 0 0,-1 0 0,-10 14 0,11-11 0,-1 10 0,-10-13 0,11 14 0,-14-11 0,13 10 0,-10 1 0,11-11 0,-14 10 0,13-13 0,-9 14 0,9-11 0,0 10 0,-9 0 0,22-9 0,-22 9 0,22-13 0,-22 0 0,22 0 0,-22 13 0,23-9 0,-24 9 0,24 0 0,-24-9 0,24 22 0,-11-22 0,1 9 0,10 0 0,-24-9 0,24 22 0,-24-22 0,24 22 0,-11-22 0,1 22 0,10-23 0,-10 11 0,-1-1 0,11-10 0,-10 11 0,-1-1 0,11-10 0,-10 11 0,13-1 0,0-10 0,0 11 0,0-1 0,-14 4 0,11-1 0,-10-2 0,13-1 0,0-10 0,0 24 0,0-24 0,0 24 0,0-24 0,0 10 0,0 1 0,0-11 0,0 24 0,0-24 0,0 24 0,0-24 0,0 24 0,0-24 0,0 24 0,0-24 0,0 23 0,0-22 0,0 22 0,0-22 0,0 22 0,0-22 0,0 22 0,0-22 0,0 22 0,0-22 0,0 22 0,0-22 0,0 22 0,0-9 0,0-1 0,0 11 0,0-24 0,0 24 0,0-24 0,0 24 0,0-24 0,0 24 0,13-10 0,-10-1 0,11 11 0,-14-10 0,0 12 0,0 1 0,13 0 0,-10 0 0,11-13 0,-14 10 0,13-11 0,-10 1 0,11 9 0,-14-9 0,13 0 0,-10-4 0,10 0 0,1-9 0,-11 9 0,24-13 0,-24 0 0,24 0 0,-24 0 0,10 0 0,-13 0 0,0 0 0,0-13 0,0 9 0,-13-22 0,10 22 0,-24 4 0,24 17 0,-24 13 0,10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28:00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10828 2700 6273,'-3'4'1440,"2"2"-901,0-2-89,1 2 719,0 0-989,-1-2 0,-1 1 1169,-7 6-1079,5-6 180,-4 8-180,7-11 809,3 5-809,-1-4 180,1 2-180,-2-5 3006,0 2-2145,3-4-1131,0 2-1390,5-1 1480,-2 1-90,1 0 180,1 0 0,5-2-90,-2 0 180,15-5-180,-12 4-90,7-4 0,-11 4 0,1 0 0,6 1 90,-3 0-90,5 0 1480,-5 0-1480,24-4 0,-17 3 0,18-2 0,-18 3 0,-5 1 0,4-1 0,-7 1 0,0 1 0,1 1 0,2 1-90,1-1 90,0 0 0,1-1 0,-1 0 90,8 1-90,-5-1 0,5 0 0,-7-1 0,7 0-90,-6 0-160,7 1 250,-10 0 0,1-2 0,-1 1 0,7-1 0,-5 0 0,7 1 0,-8 1 0,0-1 0,-1 0 0,0-2 0,0-1 0,3 0 0,0 0 90,1 0-90,0 0 0,0 2 0,0-1-3277,-1 1 3244,-1 0 99,0 1-66,-1 1 0,6 1 0,-5 1 0,4-1 0,-8 0 0,3-3 0,-5 1 3276,2 0-3121,6 3-155,-3-1 152,9 0-62,2-1-90,-8-1 90,7 1-90,-10-3 0,1 2 0,-1-1 0,1 0 0,-2 1 0,0 1 0,-1 0 90,0 0-90,0 0 0,1 0 0,1 0 0,19 0 0,-14 0 0,15 1 0,-20 1 0,2 0 0,9 2 0,-5-2-278,7 2 278,-7-1 0,-1-1 0,0 1 0,0-1 90,-2 0-90,10 2 0,-7-1-865,4 2 865,-8-1 0,-2 1-289,1 0 289,-1-2 246,1 2-246,-1-1 0,8 2 0,-6-2-182,5 1 182,-7-4 0,9 3 0,-7-3 0,6 3 0,-7-1 843,-2-2-843,0 0 0,-1 0 319,7-1-319,-5 2 0,4-2 0,-6 0 0,0 0 90,2 0-90,-1 0 0,2 0-90,0 1 90,1-1 0,1 1 0,1-1-77,-1 0 167,3 0-90,6 1 0,2 0 0,0 0 0,-1 0 0,0 1 0,-1 1 0,-7-1 0,16 3 0,-15-2 0,8 1 0,-9-2 0,1 1 0,19 0-243,-14-1 243,-2-1 0,0 0 0,-1-1 0,8 0 0,-11 0 0,1 0 0,-1 0 0,1 0 0,10 0 0,-6 0 0,9 0-990,-9 0 1080,2 1-90,1-1-132,0 2 132,0-1 0,0 0-90,0 2 90,0-1 0,0 1-90,14 0 90,-11 0 0,10 1 0,-12-2 305,1 0-305,14 2 0,-12-1 0,10 1-90,-3-1-481,-11 0 571,10 1 0,-12-2 0,1 1 0,2-1 0,3 1 0,2-2 0,3 0 0,3-1 0,-1 1-1287,-10-1 0,0 0 1287,-6 1 0,0 0 0,8-1 0,1 1-502,-10-1 1,0 0 501,0 0 0,1 1-370,10-1 1,0 0 369,-9 0 0,0 0 45,8 0 0,-1 1-45,12 0 0,-1 2 0,-2 0 596,-2 0-596,-13 0 0,-2 0 0,13 3 1780,7 1-1780,-17-2 0,-2 0 0,-2 0 1094,0 0-1094,-2-1 0,1-2 0,0 0 0,1-4 0,2 1 0,2-1 0,1-2 0,2 0 0,0-1 0,2 0 780,-1 0-780,1 0 0,0 0 246,1 1-246,9 0 0,1 0 0,-18 2 0,-1 0 192,19-2 0,2 0-192,-6 2 0,-4-1-302,-11 1 0,0 0 302,22 0 0,-1 0-1472,-4 0 1472,-15 1 0,0 1 0,18 1-788,-11 1 788,6 0 186,-14 2-186,-2 0-1520,-2 1 1520,-1 0 0,-2 0 1402,-1 0-1402,-3 0 841,-2 0-841,-1 0 90,7 0-90,-11-3 3276,6-1-3072,-12-2-199,0 0 85,-1 0-180,-1-1-270,-1 1-359,-2-1-1890,-8-3 360,-2 3-269,-10-3-759,-19 5 617,2-2 2480,11 2 0,0 2 1,3-1-1,1 1 1,-2 1-1,1 0 0</inkml:trace>
  <inkml:trace contextRef="#ctx0" brushRef="#br0" timeOffset="41944">16714 5760 8792,'3'-2'1709,"-1"-1"-1439,-2-1 0,-1 1 0,1-2-1,-2 1 271,1-2-450,-1 4 90,0-1-90,-1 3 899,8 21-809,-3-7 90,6 31-180,-6-17-581,-1 0 0,-1 2 671,1 8-1123,1-3 1,1 7 0,0-6 1032,0 12-90,0-15 0,1 4 0,0-7 0,-1-5 180,1 13-91,-3-23 1,-1 3 180,0-13 597,-1-4-687,-1 0 3096,0-3-3160,-2-38-116,4 20 0,-1-28 0,3 28 0,3-6 90,-1 4-90,10-20 0,-6 20 0,10-16 0,-10 21 0,5-8 0,-6 13 0,1-1 0,-3 9-90,4 16 90,-6-1 0,3 16 0,-7-6 0,1 3 0,1 0 0,-1 8-1639,1-2 1,1 0 1343,1-2 115,1 7-1228,2-4 869,-2-8-271,4 3-179,-1-11-270,-1-3-91,0-4 1659,-2-4-1388,2-4 1361,-1-2 0,3 0 1,-1 1-1</inkml:trace>
  <inkml:trace contextRef="#ctx0" brushRef="#br0" timeOffset="42396">17049 5813 6993,'10'-7'3276,"-2"2"-2594,-8 4 37,-1 18-539,-1-6 360,1 34-1801,0-21 1531,2 18-180,0-15 90,2 3-90,3 16 0,-2-9 0,4 10-90,-1-13 0,5 12 0,-2-13 0,2 8 0,-2-17-382,3 1 112,-2-8-90,3 1-269,-4-12-2648,6-22 977,-10 3 2300,1-17 0,-12 12 0,-1 0 0</inkml:trace>
  <inkml:trace contextRef="#ctx0" brushRef="#br0" timeOffset="42573">17022 5875 7892,'11'-6'2429,"-2"2"-2249,2-3-180,3-3-270,-1 4-359,4-3-1081,-5 1 811,-4 3 0,1-1 899,-4 3 0,2 3 0,2 2 0</inkml:trace>
  <inkml:trace contextRef="#ctx0" brushRef="#br0" timeOffset="43172">17334 6248 7892,'7'3'3059,"-1"0"-1890,-1-3-719,-1-1 179,1-6-359,-3 1-90,2-5 90,1-4-180,-1 2 0,2-7 180,3-5-270,-2 4 90,3-6-90,0-5 0,-2 7-222,3-8 222,-5 8 0,2-12 0,-4 11 0,-1-9 0,-3 14 90,-10-26-90,3 26 0,-8-17 0,6 31-90,-8-1 90,7 4 0,-4 0 0,7 4 0,2 1 0,0 2 0,0 2 0,2 2 312,-2 3-312,2 3 0,-1 2 0,2 13 0,1-4-199,-1 11 199,4-7 0,1 16-966,2-9 1056,3 12-45,4-4 0,1 0-45,-1-1 0,0-1 0,0-2 90,-3-13-90,-4-10 90,4 0 0,0-12-90,0-4 260,1-5-260,-2-5 0,-1-4 994,1-3-994,3-11-3277,0-5 3162,1 1 115,-2 1-170,-1 1 170,-4 13 0,3-6 0,-5 19 0,0 3 0,4 36 2697,-3-14-2697,4 26 0,-4-25 0,2 1-34,0-2-146,2 0-180,-1-2-179,2 0-181,1-4-1978,3 0 1348,-4-9-89,-1-2 270,-4-9 1345,0-4 0,0-4 0,1 0 0</inkml:trace>
  <inkml:trace contextRef="#ctx0" brushRef="#br0" timeOffset="43673">17782 5765 7353,'9'3'3276,"-3"-1"-2235,0-3-681,-2 0-90,-1-3-90,-1 1 0,2 0-90,1 0 0,7-1-90,-1 2 0,6-3 0,-2 1 0,12-5 90,-4 4-90,7-5 0,13-7-2838,-24 10 2928,14-10-1,-29 16 1,-3 0 450,0 1-360,-9 6-90,4 0 0,-6 8 2838,5-2-2658,-3 14-3547,4-2 3342,-1 11-65,5-4-680,2 3 770,0 4-90,1 3 90,-1 2-1037,1 4 947,-1 1 45,-1-24 0,-1 2-45,1-2 0,0 0 0,-3 23 0,0-2 90,-2-5-348,-4-1 1,-1-1 167,-1-2-495,-4-1 1,0-7-496,3-22 1793,-10-1-3681,-3-16 1619,0 1 1414,-5-9 0,9 5 0,4-2 1</inkml:trace>
  <inkml:trace contextRef="#ctx0" brushRef="#br0" timeOffset="44874">18665 6183 7982,'4'0'3276,"-1"-2"-2504,0 0-142,-1-3-91,1 2-179,-1 0 0,1 0-180,0 1 90,1-1-180,3 0 0,3 1 0,5 0 0,5-1 0,5 1-899,4-1 899,4 1-1652,-7-1 0,1 1 1562,15-2-1045,-14 1 1,-1 0 1044,12-2-22,-2 0-248,-5 0 1,1 0-91,5-1 315,-10 1 0,-1 1-1215,-2 0 361,-12 1 2076,-1 2-2436,-10 1-900,-13-2 1170,1 1 1634,-12-1 0,2 2 1,-2 0-1</inkml:trace>
  <inkml:trace contextRef="#ctx0" brushRef="#br0" timeOffset="45085">19025 5865 8342,'5'1'2699,"1"1"-2340,-2-1 1,2 0 270,7 5-270,-2-1-180,7 5 359,3 6-359,-5-1 0,4 6 90,-10-2-394,-1 3 394,-4 3-608,-4 2 428,-2 2-90,-4 2 0,-2 1-90,-1 0-989,-4 12-180,0-12-91,-3 6-1927,-3-7 2457,9-13 1,-1 4 0,12-14 0</inkml:trace>
  <inkml:trace contextRef="#ctx0" brushRef="#br0" timeOffset="45840">19940 5970 7533,'8'-17'2698,"-3"5"-2158,0-11-360,-3 11 90,-1-4 269,4 2-449,-3 5 90,1-3 0,-1 7 0,-1 0 90,-1 0 359,0-1-179,-4 2-90,-9 2-180,3 3 0,-8 5 0,5 0 0,0 4 179,-11 10-89,5-2-826,-6 8 735,7-5 1,-5 10 0,2 5-775,2-3 595,6-1 0,8-14 0,4 7 0,2-8 0,4 4 600,7-3-780,-1-6-90,5 3-449,4-6 179,-3-5-90,7-1-89,-5-4 461,1-2-911,0-2-1,-1-2-89,-2-4 90,0-3 179,-4-2 990,1-3 0,-3 1 0,1 0 0</inkml:trace>
  <inkml:trace contextRef="#ctx0" brushRef="#br0" timeOffset="46074">20068 5985 7623,'3'3'2518,"1"-1"-1978,-4 2-180,0 0-1,-2 2-89,-1 2-90,2 3 90,0 2 0,1 10 0,3 3-3547,0 1 3342,4-1-65,0-10 90,0-1-90,3 0 0,-3-6 0,1-1 90,-1-3-90,-1-4 0,1-2 3276,-2-8-3250,-2-1-26,-1-6-180,-5-4-90,0 4 90,-5-4-90,2 9-90,-1 1-179,-1 1-181,2 3-1259,-3-3 900,4 3 179,-1-2 900,3 4 0,3 0 0,2 1 0</inkml:trace>
  <inkml:trace contextRef="#ctx0" brushRef="#br0" timeOffset="46423">20215 6048 7713,'5'1'2518,"0"0"-1708,0-1-630,-2 1 89,-1 1-89,-1 1 90,-2 2 90,4 8-180,-2 0 0,4 6 0,1 9-90,-1-7-90,3 9 90,-2-4-90,-2-7 90,1 1 179,-4-5-179,0-9 90,-2-3-180,-2-11 0,1-11 0,-1 0 0,3-5 0,3-4 0,-1 7-3277,3-6 3162,-1 9 115,1 1-535,0 0 535,0 2 0,0 3 0,0 2 0,0 2 0,0 3 0,0 3 3126,0 2-3215,1 3 889,1 4-800,0 3 0,2 12-90,-3-3 0,2 10-90,-4-8-89,-1 0-181,0 1 90,-1-4-180,1 0-179,-2-3-181,1-4-1258,-3-2 1168,2-5 91,-1-5 899,3-5 0,1-2 0,1-2 0</inkml:trace>
  <inkml:trace contextRef="#ctx0" brushRef="#br0" timeOffset="46676">20465 6063 7083,'10'-20'3276,"-4"11"-2324,3-6-593,-2 20-269,-1 2 90,1 10 0,0 11-90,-1-4-3367,6 20 3252,-5-19-1109,5 13 1224,-6-19-81,2 1 81,-3-10 180,3-3-180,-3-7 2655,2-4-2655,-3-13-90,-1 2 1804,2-7-1894,-3-5-90,-1 5 148,-2-5-688,-2 2 91,0 9-361,0-3 1,0 8-181,1 1 181,-1 1-1,1 1 990,0 4 0,1 2 0,1 2 0</inkml:trace>
  <inkml:trace contextRef="#ctx0" brushRef="#br0" timeOffset="47243">20785 6278 6993,'15'1'3276,"1"-2"-2684,-9-6-412,3-2 90,-3-8-181,-2 3 1,2-7 270,-3-3-180,-2 6 360,-1-25-360,-2 21-491,-3-13 400,0 18 91,-2 2-90,0 2 180,-12-4-180,8 6 0,-8 0 0,4 11-90,3 2 90,-3 6-90,1 8 90,5 0-90,0 7 0,6-1-2170,4-8 2260,3 1-90,2-7-516,3-1 426,2 1 90,1-1 0,9 1 0,-4-3 0,6-2 0,-7-1 0,-1-4 0,-1 1-90,0-3 90,-1-1-90,4-5 90,-6-1 0,4-4 0,-6 3 0,-1-1-90,0-4 90,-3 5 0,0-3 2399,-4 8-2399,1 2 688,-2 1-778,0 3 90,0 5 0,1 2 0,0 6 0,1 0 0,0 8 0,1-5 0,0 7 0,1-1 0,-2-7 90,-3 4 0,-4-7 0,-2-4 0,3-2 0,2-5-90,2-11 0,0 0 0,-2-9 0,0 4 90,-2-2-90,1 1 0,-1-1 0,1 2 0,0-6 0,3 8 0,2-4-90,8 5-360,1 1 180,2 1-179,0 6-91,-2 5-180,1 1-269,1 2-180,1-1 89,0 1-89,-1-2 269,0 0 900,-1-1 0,1 1 0,1 1 0</inkml:trace>
  <inkml:trace contextRef="#ctx0" brushRef="#br0" timeOffset="47628">21315 6003 9242,'-3'-8'3276,"-11"-4"-2774,3 5 397,-24 3-719,18 7 90,-13 9-180,15 2 0,0 4 90,-6 23-180,10-15 0,3 5 0,3-1 0,5-8 0,3 10 0,2-19 0,-1-6 0,2-3 0,3-11 0,-2-1 0,0-8 0,-5-5 0,-4 6 0,15-13 0,-7 17-90,21 1 180,-18 14-90,12 19 0,-11-2 0,4 14 45,-2 0 0,-1 2-286,-4-14 0,0 3 331,2 13 0,1 6 0,-2-5-552,-4-11 0,-2-1 597,3 16 0,-3 1 45,-7-14 0,-2-2-1378,-5 17 1288,2-19 0,-1 0 45,-3-5 0,0-2-135,-7 8 0,-8 1-390,4-16 30,7-9-270,-1-3 339,10-9-789,6-6-359,2-5 622,4-7-622,2-3 720,0-6-450,5-1 1178,1-1 1,4 1 0,1 1 0</inkml:trace>
  <inkml:trace contextRef="#ctx0" brushRef="#br0" timeOffset="48278">21505 6255 7533,'11'-14'3276,"-4"5"-2325,2-8-771,-5 7 90,3-7-180,-2 5 0,3-8-90,0-2 90,-1 3 0,0-6 0,-3 8 270,-2-14-181,-2 12 1,-1-8-90,-3 16 90,0 2 90,-6-1-270,0 5 90,-5 0 0,-3 6-90,4 2 90,-4 2-90,0 3 0,4-1 0,-4 4 0,8 12 0,5-6 180,5 21-180,4-16 0,3 7 0,4 2 0,0-8-90,5 6 0,-2-13-90,1-2 90,0-3-180,0-5 90,1-2-179,0-5-1,2-3-900,13-19 991,-12 6-323,11-14 322,-17 9 180,-1 1 0,-2-1 90,-1-1 0,1 1 180,1-8-90,-3 10-3016,1-10 3196,-5 16-223,0-1 223,-3 7-90,0 3 270,-1 3 120,2 6-300,-2 2 3006,1 7-2778,-1 0-318,0 3 0,0 2 205,0 2 65,0 12-270,1-8-264,0 7 264,1-13 90,-1-4 90,-2-3-90,1-2 90,-2-3-91,2-1 1,0-3 0,0-2 173,2-3-353,1-11-90,2-2 0,4-8 90,8-9-90,-3 7 0,6-8 0,-5 12-3277,2 2 3162,-1 2-2153,9 1 2268,-5 7-90,5 2 90,-8 9 0,1 4 0,-1 4 0,0 5-360,7 12-90,-8-3-483,4 8-236,-8-10-450,-4 1-180,-2-4 90,-6 0 90,-6-2 269,-3-1 1350,-5 0 0,-3 0 0,-2 0 0</inkml:trace>
  <inkml:trace contextRef="#ctx0" brushRef="#br0" timeOffset="48729">19920 6713 7173,'6'-4'3276,"1"0"-1515,1-1-861,2 0-181,4 0 1440,33-1-3752,-9 3 1907,-4 1 1,2 1-45,-9 0 0,-1 2-45,5-1 0,1 0-1,2-1 1,2 2-180,2-1 0,1 1 90,3-1 0,0 1-1044,3 0 1,0 1 953,3-1 0,-1 0-690,-14 0 0,1 0 1,-1 0 554,2-1 0,0 1 0,-1 0-30,1 0 0,0 0 0,1 0-107,-2-1 0,1 1 0,2-1-448,-1 0 1,2 0-1,0 0 1,-2 0-157,2-1 1,-3 0-1,2-1 141,10 1 1,0-1 0,-2 0-185,-1-2 1,-3-1 63,-3 1 1,1 0 809,-6 0 0,2-1 0,-3 1 0,3 0 0,0 0 0,9-1 0,0 1 0</inkml:trace>
  <inkml:trace contextRef="#ctx0" brushRef="#br0" timeOffset="48879">22798 6605 8252,'7'-1'3276,"-1"-2"-1425,-2 2-2840,-3-3-180,-2 3-271,-4-1-1348,-12 2 2788,-1 3 0,-14 7 0,0 2 0</inkml:trace>
  <inkml:trace contextRef="#ctx0" brushRef="#br0" timeOffset="118917">18107 17675 9152,'-4'4'3238,"1"0"-2518,0-3-181,2 0 2737,0-1-975,6-3-2031,-1 2 719,33-2-809,-14 3-898,10 0 1,2 2 807,8-1 112,-10 1 1,8-1-1,2 1 1,-5-1-113,3 1 0,6-2-41,-15 0 0,8 0 0,5-1 0,5 1 0,4-1 0,0 0 0,1 0 0,-2 0 0,-3 0 0,-5 0 0,-5 0-749,12 0 1,-8-1 0,-1 0 0,10 0 699,-14 1 0,6-1 0,4 0 0,3 0 0,2-1 0,0 1 0,-1 0 0,-2-1 0,-3 1 0,-5-1 0,-7 1-188,6-2 1,-9 1 0,0-1 0,7-1 197,-5 1 0,5 0 0,3-2 0,2 1 0,2-1 0,-1 0 0,0 1 0,-3-1 0,-3 1-281,4-1 1,-3 1-1,-1-1 1,-1 1-1,1-1 1,3 0 270,-2 0 0,2 1 0,2-2 0,0 1 0,0 0 0,-2 0 0,-1 0 0,-4 0 0,6 0 0,-3 0 0,-2 0 0,-1 0 0,-2 0 0,10-2 0,-4 0 0,1 0-35,-2 1 1,0-1 0,3 0 16,-4 0 0,3-1 0,1 0 0,-1 1 0,-4 0 184,4-1 1,-4 1-1,4-1-184,-3 1 0,4-1 0,1 0 0,-2 0 0,-8 2 18,4 0 0,-4 0-30,-2 1 0,1-1 0,-5 2 380,13 0-440,2-1-90,-24 4-539,4-2 269,-11 1 822,0 2-1182,-13 2-1331,-10 6 72,0 0 0,-5 2 270,0-3 1799,-30 5 0,12-5 0,5-1 0,1 1 0</inkml:trace>
  <inkml:trace contextRef="#ctx0" brushRef="#br0" timeOffset="119942">19762 15725 7533,'4'-4'2608,"1"1"-1888,-1-2-450,0 1 629,2-2-629,-3 3 90,1-2-90,-1 3-90,-2-1-1,0 1 91,-1-2-90,0 2 630,0 0-1,-2 2-449,2 0 360,-3 2-451,2-1 1,1 2 0,-2-3-90,0 2 90,-1-2-180,-1 0 90,0 0-180,0 0 90,2 0 90,-1 0-180,1 0 0,-1 0 90,1 1-90,-2 1 0,2 2 0,-2 3 89,1 3-89,1 7 180,-1 5-1291,2 7 1291,0 3-136,1-3 1,1 1 0,0-5 0,-1 1 90,2 9 0,-1 3 45,1 7 0,0 1-135,-1-9 0,0 1-15,1-5 0,-1 3 0,0-2 105,0 3 0,0 4-63,0-6 0,0 6 0,0 2 0,0 0 0,0-6-769,0 2 1,-1-3 0,1 4 714,0 4 0,0 6 0,0 3 0,0-3 0,0-9-18,0 6 0,0-3 59,1 3 1,0 3 0,0-4-60,0-7 0,0-2 45,0 11 0,1-2-45,-2-17 0,-1 0-777,2 3 0,1 3 0,-1-2 822,1-2 0,-1-1-432,2 12 0,-1-3 387,0-12 390,-1-13-390,-1-3 1129,2-1-1398,-1-3 2833,1-1-3823,1-6 1682,-3-3-1862,1-4-1838,-4-19 617,-1 3 951,-3-15 270,0 11 974,0-4 0,-2 3 1,2-2-1</inkml:trace>
  <inkml:trace contextRef="#ctx0" brushRef="#br0" timeOffset="122301">20295 15198 7443,'0'-9'3276,"0"-12"-2954,0 7-52,0-10 629,0-2-719,0 14 90,0-10-180,0 18 270,5 4-181,-2 4 361,4 19 0,1 7-270,0 8-584,-1 1 1,0 4 673,-1 3 0,0 0-1776,-1-6 0,0 2 1506,-1-4 0,1 2 0,-1-1 0,0-7 0,-1-1 0,0 5-18,1 4 0,-1 6 0,1 3 0,0 0 0,-1-5-574,0-5 0,-1-2 0,0 0 0,1 5 502,-1-2 0,0 5 0,0 3 0,0 1 0,0-1 0,0-2 0,0-6 0,-1 2 0,-1-5 0,1 0 0,-1 3 0,0 0 0,1 3 0,-1 1 0,0 1 0,0-3 0,0-4-468,0 10 1,0-4 0,0 0 467,0-3 0,1 2 0,-1-2 0,0-3-26,1 12 0,0-3 26,0-5 0,1 1 0,0-9 0,-1 1 0,1-2 0,1 3 0,0-1 0,-1 8 0,1-2 1232,1 6-1277,1-5 0,1 0-45,0 2 622,1-3 0,-1-4-802,-2-17 1553,2 7-2002,-4-19-491,0-2-140,-4-17 1,-1-3 0,-2-7 180,1 1 1169,1-3 0,0-2 0,1-3 0</inkml:trace>
  <inkml:trace contextRef="#ctx0" brushRef="#br0" timeOffset="123068">20940 15828 7263,'8'-8'3276,"-1"-3"-1695,-1 4-1041,-2-2-180,-1 4-1,-1-2 91,0 0-270,0 1 180,-2 3 90,3 11-181,-1 5 91,3 12-721,-1 6 765,-1 2 1,1 3-949,-1-6 1,1 1 723,0 15 0,0 3 29,-1-10 1,0 2 0,0-1-981,-1-7 0,0-1 0,1 2 800,-1 9 1,0 2 0,1 1 60,-1 1 0,0 0 0,0-2-362,0-11 0,-1-1 1,1 4 271,0 0 0,0 5 0,0 1 0,1-2 0,-1-5 0,1 12 0,0-1-45,0-8 0,0 4 0,0-1 0,-1-7-435,1-3 0,0-4 210,0 7 0,0-2-1992,2 14 1453,-2-17-1260,-2 4 2150,-2-24-1610,-5-4 1015,-3-9-2005,-7-10 2519,6-2 0,-2-7 0,8 2 0</inkml:trace>
  <inkml:trace contextRef="#ctx0" brushRef="#br0" timeOffset="123532">21520 16458 7623,'4'-8'3276,"-1"1"-1875,-2-1-681,-1 2-181,-1 1 451,-2 5-631,0 6 1,0 7 360,0 23-360,2-2-1191,0 2 0,0 8 0,0-3 876,0-9 0,1 0-551,-1 7 0,0 4 0,1-5 506,0-10 0,1-1-165,0-2 1,-1 2 119,2 9 0,-1-1-45,0-9 0,-1-1-398,1 6 0,-1-1-52,0 6-899,0 4 2577,1-13-2577,0 0-1,-2-17 1,-3-5 1970,-3-4-1790,1-2 1399,2-1 1,2 1 0,2 1 0</inkml:trace>
  <inkml:trace contextRef="#ctx0" brushRef="#br0" timeOffset="123880">22181 16398 7083,'4'-8'3276,"-1"4"-975,3 1-1851,-3 7-91,-1 6 361,-3 19-360,-1-2-714,-2 17 579,1-14 0,0 1-1560,1-5 1,1 0 1379,-2 8 0,1 2 45,1 2 0,1 0-684,-1-9 1,2-1 548,-1 8 0,1 0-270,2-4 0,0-2-225,1 12-1099,-1-10 1,-1-2-1103,-2-6 1589,-4 5 1152,-1-24 0,-1-1 0,1-4 0</inkml:trace>
  <inkml:trace contextRef="#ctx0" brushRef="#br0" timeOffset="124618">22023 17340 6993,'2'-5'3276,"1"0"-2055,-1 0-501,0 4 269,1 3-629,-3 2 180,3-6-270,-1 0-90,7-6 0,5 3-1,6 0-417,5-2 328,5 2-3164,5-1 3164,5-1 0,5 0-1133,-2 0 1,1 0 1072,-10 2 0,2-1 0,0 1-384,4-1 0,0 0 1,-3 1 353,-1 1 0,-1 1 0,13-2 0,-1 1 0,-13 1 0,-2 2 0,1-1 0,0 0 0,-1 1 0,1 0-169,-2 0 0,-1 0 169,1 0 0,-1 1 0,-2 0 0,0 0 0,-2 0 0,0 0-23,-1 0 0,-1 0-67,18 1-90,-4 1 1093,-7 0-1183,-7 1 1178,-4 0-1268,-8 1-2567,-14 19 1667,-8-13 1,-15 13 1259,-14-13 0,10-3 0,-10 3 0</inkml:trace>
  <inkml:trace contextRef="#ctx0" brushRef="#br0" timeOffset="132355">19805 18098 7353,'3'-4'1709,"-1"1"-1349,-2 2 89,1 0-89,0-4-360,1 3 180,-1-4-180,-1 6 810,0-1-720,3 2-90,-2-1 89,2 2-89,-3-1 90,0 0-90,2 0 180,-1 1 450,0-2-630,0 1 180,-1 1-180,0 0 180,0 0-90,0 6-90,2-5 0,-2 4 989,1-7-899,-4-1-90,1 2 90,-6 7 0,4-3 0,-2 6 0,5-5 180,-1 1-180,0-3 0,-1 0 359,-4 6-359,1-4 360,-6 15-360,7-10 0,-2 7 0,6-7 0,0 2 0,1-2 0,0 0 0,1 0 0,0 1 0,3 0 90,4 11-91,-1-10-89,2 9 180,4-5-180,-5-6 0,6 6 0,-7-11 90,1 1-90,-1-2 0,1 2 0,13-1 0,-11-3 0,9-1 0,-13-5 0,-1 0 0,3-2 90,-2-2-90,0 2 0,1-2 0,-2 1 90,0-3 0,0-9-90,-2 4 0,0-9 0,-2 8-90,-1-1 90,-1 1 0,0 0 0,-2 0 0,1 1 0,-2-1 0,0 2 0,0 1 0,1 1 90,-1 2-90,0 1 0,-1 2 0,-1 1 0,0 0 90,-6-3-180,3 3-136,-3-2 226,5 5-90,-1-1-90,1 0-90,-1 2-179,0 0-91,2 1-180,0 0 137,1-1-1846,1-5 990,-2 2 0,1-1 90,-4 5 1349,-2 3 0,3 1 0,-2 3 0</inkml:trace>
  <inkml:trace contextRef="#ctx0" brushRef="#br0" timeOffset="134849">20403 18035 6993,'1'4'2878,"0"0"-2248,-1-3-180,0 0-90,2-1 1169,10 12-1349,-5-6 179,7 11-179,-10-12-698,1 4 608,-2-4 0,0 0 0,0-3 90,7-8-180,-5 2 0,7-8 179,-5 1 610,-2 4-609,2-4 0,-6 8 269,3 1-269,-3 3 270,4 9-360,-2 0 0,2 13-90,-4-6 0,0 12 0,0-10-90,1 11 0,0-14-989,2 14 359,-1-18 0,0 4-539,0-15-2018,-3-19 2769,3 6 1,0-16-1,3 12 1</inkml:trace>
  <inkml:trace contextRef="#ctx0" brushRef="#br0" timeOffset="135457">20923 18118 7263,'-7'-3'3276,"2"1"-885,5 2-1582,3-2-539,1 1 90,1-3 0,1-3-181,-1-1 1,5-3 0,-1 1 90,2 0-90,-1 0-90,1 0 0,-1 1 90,0 1-90,-1 1 0,0 1 0,-2 2 0,0 2 90,-1 1-91,-1 2 1,-1 1 0,-2 4-90,-2 3 90,-5 10-3367,0-2 3252,-4 6 115,2-5-247,-5 6 157,3-7-90,-3 4 90,6-8 0,1-2 90,1 0-90,2-1 0,0-1 3276,1 0-3238,2-3 197,3 2-325,1-3-90,4 2 0,0-5-179,1 1-181,1-2-180,1-3-89,3-3-271,2-4-449,0-4 90,0-3 0,0 0-990,5-5 1609,-5 8 1,2 2 0,-8 7 0</inkml:trace>
  <inkml:trace contextRef="#ctx0" brushRef="#br0" timeOffset="136000">21428 17933 7083,'-8'1'3276,"1"0"-2145,-1-1-411,1 0-90,0 0-181,1 1 1,1-1 270,-2 2-450,3-2-91,-1 0 1,4 0-90,5-4-90,1 0 90,4-5-90,6-4 0,-3 3 0,5-3 90,-1 6 90,-4 1 0,2 3 180,-5 3 0,-3 2-91,-1 4 271,-6 9-450,-2-1 90,-2 6 0,-3 4-90,2-4-90,-3 4 0,5-9 0,1-1 0,1-3 0,2 0 0,2-1 0,0-1 0,2 0 90,0-2-90,2-1 0,0 1 0,2-2 0,-2 0 0,0 0 0,-2-2 0,0 1 0,-2-1 0,1-1 0,-2 1 0,0-2 0,-1 1 0,-1 0 0,0 0 0,-3 2-180,0 1-180,-2 1-90,0 3-269,-3 0-91,0 2-179,2-2-540,-2-1-180,1 0-1260,-12 0 1620,6 0 1349,-4 0 0,12-5 0,3-1 0</inkml:trace>
  <inkml:trace contextRef="#ctx0" brushRef="#br0" timeOffset="137065">22010 17768 6633,'4'-5'2159,"-1"0"-1619,2 0-1,-3 0-179,2 0 0,-2 1-90,1 0 629,-1 0-629,1 3 0,-1-1-90,1 3 90,-1-1 179,0 3-269,-1-2 0,-1 2 0,-1-1 90,-1 1-90,-1 1 90,-2 2 629,-10 15-539,3-5-90,-8 11 360,4-2-361,3-5 1,-3 5-90,8-9-90,0-1 0,4-1-90,2-3 180,4 2-180,1-5 90,2-1-90,0-5 90,1-2-90,2-1 0,0-4 0,4-1 0,-1-3 0,3-2 0,-1 0 0,9-5 0,-5 5 90,4-1 0,-6 8 90,1 3 179,5 10-179,-4 1-135,3 18 0,-2 4-2356,-2-1 2311,-2 0 0,-2 0-270,-5-8-353,-5-1-96,-1 0-1440,-8 6 450,-1-12-180,-9 2 180,1-16-1439,-19-4 2513,9-4 0,-13-2 0,11 0 1</inkml:trace>
  <inkml:trace contextRef="#ctx0" brushRef="#br0" timeOffset="137726">19060 18315 9422,'-1'-4'2428,"-1"5"-1438,1 7-541,0 0 1170,1-4-1349,2-9-180,-1 0 0,2-2-90,-2 7 0,2 0 90,0-1-90,2 1 0,7-3 0,-1 3-90,6-1 0,4 1-90,-4 0-89,4-1-541,1-3 180,-6 0-2647,4-3 1094,-9 1 923,-2-1-89,-3 1 180,-3 3 89,-2 1 1080,-1 2 0,0 0 0</inkml:trace>
  <inkml:trace contextRef="#ctx0" brushRef="#br0" timeOffset="137990">19372 18110 7982,'4'3'2699,"-1"1"-2159,-2 0-271,0 4 1,-1 2-90,4 10-3457,-3-2 3342,3 8-65,-2-6 0,1 0-270,3 14 90,-3-13-90,3 10-1079,-1-15 360,-3-5-1,0-2 2493,-6-4-1503,2-4 0,-1 1 0,3-2 0</inkml:trace>
  <inkml:trace contextRef="#ctx0" brushRef="#br0" timeOffset="138527">18257 18313 7443,'6'2'3276,"-3"1"-1875,1 1-1131,-7-1 180,1 3-270,-1-4-90,5 0 89,9-3-89,2 0-90,4-2 90,2-1-180,-5 2 90,5-1-359,-2 2-1,-4 0-90,2 0-2248,2-10 562,-8 5 1056,4-6 91,-9 6 989,0-1 0,1 2 0,1-1 0</inkml:trace>
  <inkml:trace contextRef="#ctx0" brushRef="#br0" timeOffset="138837">18507 18170 8702,'5'-3'3148,"1"1"-2968,-3 2 0,2 0 90,10-2-90,-3-1-90,10-1 0,-6 1 0,0 0 0,3 1 179,8-2-89,-9 2 0,5 1 270,-11 7 90,-2 6-972,-3 3 612,-3 5-90,-5-4 0,-1 2 90,-4 7-180,1-7 90,-1 5 0,6-5-90,0-7-90,4 4 0,0-9-90,2 0-270,7-1-90,-1-2 1,8-3-451,-4-5-269,1-3-90,-2-5-90,-3-1 179,-3-3 181,-1 1 1079,-1 3 0,-1 2 0,0 3 0</inkml:trace>
  <inkml:trace contextRef="#ctx0" brushRef="#br0" timeOffset="139640">19170 17600 7623,'2'-11'2608,"0"0"-2158,-1-2-3727,-1 1 1523,0-1 2024,0 2 1409,0 3-1409,0 2 1129,0 5-1129,0-3-90,0 2 89,0-2 3007,1 1-2890,0 3-206,1 3 0,-3 6-90,-1 1-387,-2 6 387,3-2-90,3 1 0,2 1-90,5 7 0,-3-5-89,-1 5-1,-2-10-810,-2 5 207,-1-7-476,-3 2-1259,-9-10 1348,0 0 1170,-4-3 0,5 0 0,1-1 0</inkml:trace>
  <inkml:trace contextRef="#ctx0" brushRef="#br0" timeOffset="140107">18467 17675 6993,'3'-10'3276,"-1"0"-2414,1 0-143,-1 1-269,0 2 0,-1 2 179,-1 2-269,0 3-270,0 6 0,0 2 0,1 6 0,1 6-90,1-2 0,1 5-180,-1 2 90,-1-6-1439,1 10 450,-4-17-181,0 0-1348,-8-13 1528,1-2 1080,-3-2 0,6 0 0,2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2:57:16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13718 4253 24575,'17'0'0,"-4"-13"0,-13 10 0,0-11 0,-13 14 0,10 0 0,-11 0 0,14 0 0,0-13 0,0 10 0,0-11 0,0 14 0,0 0 0,0-13 0,0 10 0,0-11 0,0 14 0,0 0 0,-13-13 0,10 10 0,-11-11 0,14 14 0,0-13 0,0 10 0,0-10 0,0 13 0,0 0 0,-13 0 0,10 0 0,-11-14 0,1 11 0,10-10 0,-10 13 0,-1 0 0,11 0 0,-10 0 0,13 0 0,-14 0 0,11 0 0,-10 0 0,-1 0 0,11 0 0,-10 0 0,13 0 0,-14 0 0,11 0 0,-10 13 0,-1-10 0,11 11 0,-24-14 0,24 13 0,-23-10 0,22 24 0,-22-24 0,22 10 0,-9 1 0,13-11 0,-13 10 0,9 1 0,-9-11 0,13 10 0,-13 1 0,9-11 0,-9 24 0,13-24 0,0 24 0,0-24 0,0 24 0,0-24 0,0 23 0,0-22 0,0 22 0,0-9 0,0 13 0,0-13 0,0 9 0,0-9 0,13 13 0,-9 0 0,9 0 0,0 0 0,-9 0 0,22 0 0,-22 0 0,22-14 0,-9 11 0,-1-10 0,11 12 0,-10 1 0,-1-13 0,11 10 0,-10-11 0,13 1 0,-14 10 0,11-24 0,-11 24 0,14-24 0,-13 10 0,10-13 0,-11 0 0,14 0 0,0 0 0,0 0 0,0 0 0,0 0 0,0 0 0,0-13 0,0 10 0,0-24 0,0 24 0,13-24 0,-10 24 0,11-24 0,-14 24-539,0-24 539,0 10 0,0 1 0,-1-11 0,1 11 0,0-1 0,-13-10 0,10 24 0,-24-24 0,10 11 0,-13-1 539,14 4-539,-11-1 0,10 11 0,-13-24 0,0 11 0,-13-1 0,10-9 0,-11 22 0,14-22 0,-13 22 0,10-22 0,-24 9 0,24 0 0,-24-9 0,10 9 0,-13 0 0,1-9-1056,-15 22 1056,-2-9-2951,-28 0 2951,11 23 0,20-15 0,0 0 0,-21 18 0,-9-13 0</inkml:trace>
  <inkml:trace contextRef="#ctx0" brushRef="#br0" timeOffset="1848">8866 4133 24575,'0'-16'0,"0"3"0,0 13 0,0 0 0,0-14 0,0 11 0,0-10 0,0 13 0,0-14 0,0 11 0,-13-10 0,9 13 0,-9-14 0,13 11 0,0-10 0,0 13 0,0 0 0,-13 0 0,9 0 0,-9 0 0,13 0 0,0 0 0,0-14 0,0 11 0,-13-10 0,9 13 0,-9 0 0,13 0 0,0 0 0,-13 0 0,10 0 0,-11 0 0,14-14 0,0 11 0,0-10 0,0 13 0,-13 0 0,10 0 0,-11 0 0,14 0 0,0 0 0,-13 0 0,10 0 0,-11 0 0,14 0 0,0 0 0,-13 0 0,10 0 0,-11 0 0,1 0 0,10 0 0,-11 0 0,1 0 0,10 0 0,-11 0 0,1 0 0,10 0 0,-10 0 0,-1 0 0,11 0 0,-10 0 0,13 0 0,0 0 0,-14 0 0,11 0 0,-10 0 0,13 13 0,-14-10 0,11 11 0,-10-14 0,13 0 0,-14 13 0,11-10 0,-10 11 0,13-14 0,-14 13 0,11-10 0,-10 11 0,-1-14 0,11 0 0,-10 0 0,13 0 0,-14 13 0,11-10 0,-10 11 0,13-1 0,-13-10 0,9 11 0,-9-14 0,13 13 0,0-10 0,0 10 0,-13 1 0,9-11 0,-9 10 0,13 1 0,0-11 0,0 10 0,0-13 0,-13 14 0,9-11 0,-9 24 0,13-24 0,0 10 0,0 1 0,0-11 0,0 24 0,0-24 0,0 24 0,0-11 0,0 1 0,0 9 0,0-22 0,0 9 0,0 0 0,0-9 0,0 22 0,0-22 0,0 9 0,0 0 0,0-9 0,0 9 0,0-13 0,0 13 0,0-9 0,0 9 0,0 0 0,0-9 0,13 9 0,-9-13 0,9 13 0,-13-10 0,0 24 0,0-24 0,13 11 0,-9-1 0,22-10 0,-22 24 0,22-24 0,-23 11 0,24-1 0,-24-10 0,24 11 0,-24-1 0,24-10 0,-10 11 0,-1-1 0,11-10 0,-24 24 0,24-24 0,-10 10 0,-1 1 0,-3-11 0,1 10 0,-11-13 0,24 0 0,-24 0 0,24 14 0,-24-11 0,10 10 0,1-13 0,-11 0 0,10 14 0,1-11 0,-11 10 0,10-13 0,1 0 0,-11 0 0,10 0 0,-13 0 0,13 0 0,-9 0 0,22 0 0,-22 0 0,22 0 0,-22 0 0,22 0 0,-22 0 0,9 0 0,0 0 0,-9 0 0,22 0 0,-22 0 0,22 0 0,-22 0 0,9 0 0,-13 0 0,13 0 0,-10 0 0,11 0 0,-1 0 0,-10 0 0,24 0 0,-24 0 0,11 0 0,-1 0 0,-10 0 0,24 0 0,-24-13 0,11 10 0,-14-11 0,0 14 0,13 0 0,-10 0 0,11 0 0,-1 0 0,-10-13 0,11 10 0,-14-11 0,0 14 0,13 0 0,-10-13 0,10 10 0,-13-11 0,0 1 0,14 10 0,-11-24 0,10 24 0,-13-24 0,0 24 0,14-24 0,-11 24 0,10-10 0,-13-1 0,0 11 0,0-24 0,0 24 0,0-24 0,0 24 0,0-10 0,0-1 0,0 11 0,0-10 0,0 0 0,0 9 0,0-22 0,0 22 0,-13-22 0,10 22 0,-11-9 0,14 0 0,0 9 0,-13-22 0,10 22 0,-11-22 0,14 22 0,-13-22 0,10 22 0,-10-22 0,-1 23 0,11-11 0,-10 1 0,13 10 0,-14-24 0,11 24 0,-10-11 0,-1 1 0,11 10 0,-10-11 0,13 1 0,-14 10 0,11-11 0,-10 1 0,-1 10 0,11-24 0,-10 24 0,-1-11 0,11 1 0,-24 10 0,24-10 0,-23 13 0,9 0 0,-13 0 0,0 0 0,0 0 0,-13 0 0,9 0-791,-22 0 791,9 0-1844,-13 13 1844,1-10 0,-1 10 0,0 1 0,0-11 0,0 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32:13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4322 2430 8432,'1'-9'2069,"-1"1"-1529,-3 0-270,1 4-1,-2-2 541,5 2-540,-1 3 0,4-1 449,-1 2 2250,-2 0-2700,-1-3 901,0-1-900,-3 1-181,3 0 91,-2 3-180,1 0 180,-1-2-180,1 0 90,1-1-90,0 1 450,-2 5-360,1 0 0,-1 3 0,3-4 450,7 9-271,4-1-179,3 4-90,0-5 90,-3-1 0,0 0-90,3 2 90,0 1 0,11 7-90,-6-4-261,5 4 171,-10-6 90,10 3 90,-10-5 0,9 5-90,0-4 90,-9-3-90,9 3 180,3 1-91,-10-4-89,11 7 180,7-2-180,-8-2 0,9 1-394,-15-3 394,-7-4 90,-2 0-90,1 0 251,-1 0-161,6 2-90,-3-2 90,5 3-90,-5-3 0,22 3 0,-15-3 90,2 0 0,0 0-1,-3-2-89,8 3 90,0-1-90,-7-2-285,6 3 285,-8-2 0,-1-1 89,1 2-89,0-1 0,0 0 0,9 1 0,-7-3 90,7 2-90,0 2 0,-7-2-612,7 4 702,-9-5-2618,0 2 2528,1-1-2123,0 0 2213,2 1-174,-1-1 84,1 0 0,-3 2 0,1-1 0,-2 0 0,1 0 0,13 2 0,-7-2 0,10 3 288,-1 0-288,1 1 1706,0 0-1706,-3 0 0,-11-4 0,0 0 3146,9 1-3146,-7 0 0,8 2-247,3 0 247,-7-5 0,8 1 0,-11-7 0,0 1 0,0 0 90,0 1-90,0 1-267,-1 0 267,1 0 0,-2 0 0,2 0 0,2 0 0,-1 0 184,2 0-184,-2 0 0,0 1 0,-1-1 0,1 2 90,2-2-90,1 0 0,2 0 0,0 0-2888,2 0 2798,-1 0-1710,13 0 1800,-11 0 21,10 0-21,-3 0 0,-10 0 0,9 0 0,-8-1 0,0 0 0,5 0 150,-5 0 1,0 0-151,8-3 0,-8 1 0,9 0 0,-11 1 1570,0 0-1570,-1 1 0,-2-1 0,1 1 0,7-1 0,-8 0 0,1 1 0,12-3 0,-9 2 0,9-2 0,-1 0 0,-7 2 90,8-2-90,2-2 0,-10 3 0,10-3-90,2 1 90,-11 2 0,10-3 0,1 1 0,-11 0 0,10 0 0,2-2 0,-12 3 0,12-2-1896,-2 0 1896,-9 3-1371,8-2 1371,-1 3 1239,-13 0-1149,19 1-90,-22 1 0,9 0 0,1 0 0,-8 0 0,9 0-1043,-2 0 1043,-8 0 1031,16 0-1031,-18 0 1980,6 0-1980,4-3 0,-12 1 0,4-2 0,-1 1 0,-2 0 0,5-2 0,-1 1 0,-3-1 0,4 0 0,-1-1 0,-3 2 45,3-1 0,0 1-45,-2-1 0,3 0 0,-1-1 0,-3-1 0,22-3 0,-25 6 196,8-1-196,11-2 2137,-14 2-2137,17-3 90,-19 3-90,1 0 0,0 0 0,0 0 705,0 0-705,0 0-90,11-2 90,-8 2-741,7 0 652,-12 2 89,0 1 0,-1-2 0,12-2 89,-8 0-89,6-1 0,0 0 0,3 0 0,-7 0 0,0 1 0,2-2 90,1 1-90,1-1 0,0-1 0,-8 3 0,-1-1 0,12-3 0,2 0 0,0 0 0,1-1 0,-9 3 0,1-1 0,-6 1 0,-1 0 0,14-4 0,-13 5 0,0 0 0,2 0 0,-1 0 0,14-4 0,0 1 0,1 0 0,1 0 0,-10 2 0,0 1-90,10-4-2037,-12 2 2127,14-3 0,-23 6 229,4-1-229,-6 2 653,-7 2-653,1-1 0,-4 0 0,-4-1 3276,2 0-3160,-4 3-116,1 2 90,-1 0-90,0 0 180,-1 1-90,-4 2-180,1 1-90,-4 2-360,0 1-539,-3 3-630,-3 2-360,-6-1-1208,-13 0 0,-2-1 0,-8 2 3190,12 3 1,2 2-1,6-4 1,0 0 0,-8 8-1,-1 1 1</inkml:trace>
  <inkml:trace contextRef="#ctx0" brushRef="#br0" timeOffset="6687">18797 4338 7083,'-4'-12'3276,"0"2"-2055,0-1-591,-1 1 0,1 1-271,0 1 1081,-2-3-1350,4 5 269,-1-9-269,4 11 90,17-8-180,-6 10 90,32-1 0,-20 2-45,10-1 0,1 0-45,1-1 30,-5 1 0,6 1 0,-4 0-311,-8 0 0,1 0 311,14 1 0,7-1 0,-6 1-602,-10 0 1,-2 0 571,9 0 0,3 1 0,-4-1-660,-10 1 1,-2 0 704,8 0 0,0 0-135,7 2 90,-8 0 0,0 0 0,6 1 0,-6 1 0,-2-1 0,-8-1 0,6 2 419,-15-4-419,1 1 1022,-8-2-932,0 0 1583,-2 0-1493,0 1 359,-3 1-269,1 0 630,-2 0 89,-5-2-989,3 0 0,-3 0 0,4 0 180,0 4-180,-1 2 0,-1 6 0,-1 3 0,-1 5-3277,0 5 3252,0 5-772,0 5 797,0 4 0,0 5 0,0 2-585,2-21 0,1 0 585,-1 1 0,1 1 0,-1-1 0,1 2-378,0-1 0,0 1 378,0-2 0,0 3 45,2 10 0,-1 2-45,0-10 0,1 1 0,0 8 0,0 0 0,1-11 0,-1-2 0,0 1 0,0 0 474,1 0 0,1 0-474,-2 0 0,1 0 0,0 1 0,0 0 45,1-1 0,-1 1-45,1-1 0,0 0 0,-1 1 0,1-1 0,1-1 0,-1-1 103,1 1 1,-1-1-104,1-1 0,-1 0 0,3 22 0,0-2 30,-1-13 0,-1 4 0,0-4 147,-1-8 1,0 0-178,2 22 0,-2-5 0,-2-18 837,2 12-837,-2-15 1376,1 7-1376,-1-17 0,0-4 916,0 0-916,0-4 1216,-1 1-1126,-1-1 350,0-1-260,1 1 90,-1-2-181,0-2-89,-1 1 90,-2-1-90,-3-2 0,1 1 90,-3 0-90,0-1 90,1 1-90,-2 0 90,4 0 0,-1 1-90,1-2 90,-1 0 0,1-1-90,-1 0 0,1 1-1151,-4-1 1241,3 3-90,-3-3 0,3 1 90,0-1-90,-1-1 90,-1 0-90,-1-2 0,-1 1 0,-1-1 90,-1 1 1151,-2 0-1241,-2 1-3277,-2 1 3342,-2 0-143,-4 0 258,-3 1 0,-5 2 90,-4 1-1114,-5 2 1024,19 0 0,-1 0-45,0 1 0,-1 0 45,-1 1 0,-1 0 224,-13 2 1,0 0-135,9-1 0,0 0-46,-10 2 1,1-1 0,11-2 0,2 0 0,0 1 0,0-1-45,1-1 0,0-1-45,1 2 0,1-1 224,-22 2-827,5 0 738,3 0-90,4-4 0,4 1-90,3-3 2511,6 2-2511,3 0-90,4-1 297,4 1-387,1-2 1454,4 1-1633,2-2 678,2 1-948,2-1-432,0 1-1997,0 0 1079,-1 1-1388,-20 11 0,5-3 0,-15 11 0,11-4 2616,0 3 1,1 2 0,-1 1 0</inkml:trace>
  <inkml:trace contextRef="#ctx0" brushRef="#br0" timeOffset="8486">18260 4268 7173,'-3'3'2249,"1"1"-1800,-1-3-179,0 1 90,-2 0-180,-1-1-90,1 2 90,2-2 90,-1-1-91,1 0 1,0 0 0,0-1-90,2 0 90,-1-2 90,1-1-90,0 2 0,1-2 0,0 2 0,0-1-90,0 1 89,0-1 91,0 1 180,0 0-360,2 2 0,0 0-90,1 2 0,-1-2 90,0 0-90,2 0-90,2 3-3187,7 1 3162,-1 1-2153,5 0 2268,-5-2 0,2-1 0,6-2 0,-2-1 0,5-2 0,-5 0-90,9-1 90,-5 1 2268,10 0-2268,-8 0 0,1 1 0,1-1-723,-1-1 813,1 2-90,-2-3 0,0 2 0,-3-2 0,-1 3 0,-2-2 0,-2 1 3034,-2 2-3034,-2 0 1081,-1 1-1081,-1 1 0,-6 1 0,-2 0 0,-4 1 0,2-1 0,7 1 0,2-1 0,6 1 0,-1-1 0,0 1 0,-2-1 0,1 1-90,-2-1-270,5 3 90,-6-2-359,3 2-541,-7-4-89,0-3 0,-2-4-90,-2-1 1349,-7 0 0,-4 6 0,-5 3 0</inkml:trace>
  <inkml:trace contextRef="#ctx0" brushRef="#br0" timeOffset="153355">19499 10873 24575,'17'0'0,"-4"0"0,-13 0 0,0 0 0,0-13 0,0 9 0,0-9 0,0 13 0,0 0 0,0-13 0,0 9 0,0-9 0,0 13 0,0 0 0,14 0 0,2 0 0,1 0 0,9 0 0,-9 0 0,13 0 0,13 0 0,-9 0-828,9-13 828,0 9 0,-10-9 0,24 13 0,-24 0 0,24 13 0,-24-9 0,24 22-1207,-11-22 1207,1 22 0,9-22 0,-9 9 0,13 0 0,0-9 0,0 9 0,0-13 0,0 0 0,0 0 0,-14 0 0,11 0 0,-24-13 0,24 9 0,-24-9 0,10 13 0,-26 0 0,9 0 0,-9 0 0,0 0 0,9 0 778,-22 0-778,9 13 1257,-13-9-1257,13 9 0,-9 0 0,9-10 0,-13 11 0,0-14 0,0 13 0,13-10 0,-10 11 0,11-14 0,-14 0 0,-14 0 0,11 0 0,-10 0 0,13 0 0,0 0 0</inkml:trace>
  <inkml:trace contextRef="#ctx0" brushRef="#br0" timeOffset="154684">21596 11023 24575,'17'0'0,"-4"0"0,-13 0 0,0 0 0,-13 0 0,9 0 0,-9 0 0,13-14 0,0 11 0,0-10 0,-13-1 0,9 11 0,-9-10 0,13 13 0,0-14 0,0 11 0,0-10 0,0 13 0,-13 0 0,9 0 0,-9 0 0,13 13 0,0-10 0,0 11 0,0-14 0,0 0 0,13 0 0,-9 0 0,9 0 0,-13 0 0,13 13 0,-9-10 0,22 11 0,-22-14 0,22 0 0,-9 0 0,13 0 0,0 13 0,0-10 0,0 11 0,13-14 0,-10 0-842,24 0 842,-24 0 0,24 0 0,-24 0 0,24-14-1996,-11 11 1996,14-10 0,-13 13-613,9 0 613,-22-14 0,22 11 0,-23-10 0,11 13 0,-14-14-152,0 11 152,-1-10 723,-12 13-723,-4-14 1991,-13 11-1991,0-10 706,0 13-706,-13-13 0,-4 9 0,-26-9-1004,-3 13 1004,-14 0 0,-13 13 0,-4 4 0</inkml:trace>
  <inkml:trace contextRef="#ctx0" brushRef="#br0" timeOffset="155838">3325 11861 24575,'0'17'0,"0"-4"0,0-13 0,0 0 0,13 14 0,-10-11 0,11 10 0,-14-13 0,0-13 0,0 10 0,0-11 0,0 14 0,0 0 0,13 0 0,-10 0 0,11 0 0,-14 0 0,13 0 0,-10 0 0,11 0 0,-1 0 0,4 0 0,-1 0 0,11 0 0,-11 0 0,28 0 0,-11 0-940,24 0 940,-24 0 0,23 0 0,4-13-2323,4 10 2323,9-11 0,0 14 0,-10 0-2852,-19 0 1,-1 0 2851,20 0 0,-20 0 0,1 0-1088,19 0 1088,-20-1 0,0 2 0,21 13 0,9-11 0,-13 10 0,0 1 0,0-11 0,-1 10 0,-12 1 0,10-11 0,-24 10 48,23-13-48,-22 0 0,9 13 0,-13-9 0,0 9 1414,0-13-1414,-14 0 5888,-2 0-5888,-1 0 1854,-10 0-1854,11 0 850,-14-13-850,-14 9 0,11-22 0,-10 23 0,-1-24 0,11 24 0,-10-11 0,13 14 0</inkml:trace>
  <inkml:trace contextRef="#ctx0" brushRef="#br0" timeOffset="157810">8087 12161 24575,'-16'0'0,"2"0"0,14 0 0,-13 0 0,10 0 0,-11 0 0,14 0 0,-13 0 0,10-13 0,-11 9 0,14-9 0,0 13 0,0 0 0,-13 0 0,10 0 0,-11 0 0,1 0 0,10 0 0,-10 0 0,13 0 0,-14 0 0,11 0 0,-10 0 0,13 0 0,0 0 0,0-13 0,0 9 0,0-9 0,0 13 0,0 0 0,0 13 0,0-9 0,0 9 0,0-13 0,0 0 0,13 0 0,-10 0 0,11 0 0,-14 0 0,0 0 0,0-13 0,0 9 0,0-9 0,0 13 0,0 0 0,13 0 0,-10 0 0,10 0 0,1 0 0,-11 0 0,24 0 0,-11 0 0,14 0 0,0 0 0,0 0 0,0 0 0,0-13 0,0 9 0,13-9-1484,-9 0 1484,22 9 0,-9-22 0,13 22 0,0-9 0,0 0 0,-1 9-2785,15-9 2785,-11 0 0,-20 11 0,0 0 0,21-11 0,9 13 0,0 0 0,-10 0 0,11 0 0,-1 0 0,-10 0 0,10 0 0,-13 0-1995,0 0 1995,0 0-831,0 0 831,-14 13 0,11-9 0,-24 9 0,24-13 587,-24 0-587,10 13 0,-13-9 2401,-13 9-2401,10-13 2297,-24 0-2297,24 0 1159,-24 0-1159,10 0 651,1 0-651,-11 0 0,10 0 0,-13 0 0,0 0 0,-13 0 0,10 0 0,-11-13 0,1 9 0,10-9 0,-24 0 0,24-4 0,-24 1 0,24-11 0,-24 24 0,-3-24 0,-3 24-1084,-24-24 1084,24 24 0,-24-11 0,11 14 0</inkml:trace>
  <inkml:trace contextRef="#ctx0" brushRef="#br0" timeOffset="158532">7848 12191 24575,'16'0'0,"-2"0"0,-14-14 0,0 11 0,0-10 0,0 13 0,0 0 0,13 0 0,-10 0 0,24 0 0,-24 0 0,24 0 0,-11 0 0,14 0 0,14 0-529,-11 0 529,10 0 0,0 0-1201,4 0 1201,13 0 0,0 13 0,0-10 0,0 11 0,13-14-3305,-10 0 3305,-20 0 0,1 0 0,19 0 0,-20 1 0,0-2 0,34-13-1078,-32 13 1,0-1 1077,31-11 0,-32 12 0,-1 2 0,20-1 0,10 0 0,-13-13 0,0 9 0,0-9-577,-13 13 577,9-13 0,-22 9 0,9-9 814,-13 13-814,0 0 2895,0 0-2895,-14 0 2663,-2 0-2663,-1 0 1395,-10 0-1395,11 0 0,-14 0 0,13 0 0,-10 0 0,11 0 0,-14 0 0,0 0 0,13 13 0,-10-9 0,10 9 0,-13-13 0,0 0 0,14 0 0,-11 0 0,10 0 0,-13 0 0,0 0 0,-13 0 0,10 0 0,-24 0 0,24 0 0,-24 0 0,-3-13 0,-3 9 0,-24-22 0,24 22-320,-23-22 0,22 22 0,-9-9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13T03:01:07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18121 9435 24575,'-16'0'0,"3"0"0,13 13 0,0-9 0,0 9 0,0-13 0,0 0 0,-14 13 0,11-9 0,-10 9 0,13-13 0,-14 0 0,11 0 0,-10 13 0,-1-9 0,11 9 0,-10 0 0,-1-9 0,11 9 0,-10-13 0,-1 13 0,11-9 0,-10 9 0,-1 0 0,11-9 0,-10 9 0,-1-13 0,11 13 0,-10-10 0,0 11 0,9-1 0,-9-10 0,13 11 0,0-1 0,0-10 0,-13 11 0,9-14 0,-9 0 0,13 0 0,0 13 0,0-10 0,0 11 0,-13-14 0,9 13 0,-9-10 0,13 11 0,0-14 0,0 0 0,-13 0 0,9 0 0,-9 0 0,13 0 0,0 0 0,-13 13 0,9-10 0,-9 11 0,13-14 0,0 0 0,-13 13 0,9-10 0,-9 11 0,0-14 0,9 13 0,-9-10 0,13 24 0,-13-24 0,10 10 0,-11 1 0,1-11 0,10 24 0,-11-24 0,14 10 0,0 1 0,0-11 0,-13 10 0,10-13 0,-11 14 0,14-11 0,-13 10 0,10-13 0,-11 0 0,14 14 0,0-11 0,-13 10 0,10-13 0,-11 14 0,14-11 0,0 10 0,-13 0 0,10-9 0,-11 9 0,14 0 0,0-9 0,0 9 0,-13-13 0,10 0 0,-10 0 0,13 13 0,0-9 0,0 9 0,0-13 0,0 13 0,0-9 0,-14 22 0,11-22 0,-10 9 0,13-13 0,0 13 0,0-9 0,0 9 0,0 0 0,-14-9 0,11 9 0,-10-13 0,13 13 0,0-10 0,0 11 0,-14-1 0,11-10 0,-10 11 0,13-14 0,0 0 0,0 13 0,0-10 0,-14 24 0,11-24 0,-10 24 0,13-24 0,0 11 0,0-14 0,0 0 0,0 13 0,-14-10 0,11 11 0,-10-14 0,13 13 0,0-10 0,0 24 0,0-24 0,0 10 0,0 1 0,0-11 0,-14 24 0,11-24 0,-10 24 0,13-24 0,0 10 0,0 1 0,0-11 0,0 24 0,0-24 0,0 24 0,0-11 0,0 1 0,0 9 0,0-22 0,-14 22 0,11-22 0,-10 9 0,13 0 0,0-9 0,0 9 0,0 0 0,0-9 0,0 9 0,0 0 0,0-9 0,0 22 0,0-22 0,0 22 0,0-23 0,0 11 0,0-1 0,0-10 0,0 11 0,0-1 0,0-10 0,0 24 0,0-24 0,13 24 0,-10-24 0,11 11 0,-14-1 0,0-10 0,0 11 0,0-1 0,0-10 0,0 11 0,0-14 0,13 13 0,-10-10 0,11 10 0,-14 1 0,0-11 0,0 10 0,13 1 0,-10-11 0,11 10 0,-14 1 0,0-11 0,13 10 0,-10 1 0,11-11 0,-14 10 0,13-13 0,-10 14 0,11-11 0,-1 24 0,-10-24 0,11 10 0,-1 0 0,-10-9 0,11 9 0,-1-13 0,-10 13 0,24-9 0,-24 9 0,24 0 0,-24-9 0,24 9 0,-11-13 0,1 13 0,10-9 0,-24 9 0,24-13 0,-24 0 0,23 13 0,-9-9 0,13 9 0,-13-13 0,9 13 0,-9-9 0,13 9 0,0-13 0,0 13 0,-14-9 0,11 9 0,-10 0 0,13-10 0,-14 11 0,11-14 0,-10 13 0,13-10 0,-14 11 0,11-14 0,-11 0 0,14 0 0,0 13 0,0-10 0,-13 11 0,10-14 0,-11 0 0,14 0 0,0 0 0,0 0 0,0 13 0,0-10 0,0 11 0,0-14 0,0 0 0,0 0 0,0 0 0,0 0 0,0 0 0,0 0 0,0 0 0,13 0 0,-10 0-628,10 0 628,-13 0 0,0 0 0,14 0 0,-11 13 0,10-10 0,-13 11 0,0-14 0,0 0 0,0 0 0,0 0 0,0 0 0,13 13-432,-10-10 432,11 11 614,-14-14-614,0 0 0,-1 0 0,15 0 0,-11 13 0,10-10-685,1 11 685,-11-14 0,23 0 0,-22 0 0,22 0 0,-22 13 0,22-10 0,-9 10 0,13-13 0,-14 14-1258,11-11 1258,-24 10 0,24-13 0,-24 14 0,24-11 0,-24 10 0,23-13-129,-22 0 129,9 14 0,0-11 0,-10 10 0,24-13 0,-24 14-871,24-11 871,-24 10 0,10-13 535,-13 0-535,14 0 0,-11 0 0,10 0 0,-13 0 0,13 0 0,-9 0 0,9 0 0,-13 0 539,0 0-539,13 0 0,-10 0 0,11 0 0,-14 0 0,13 0 0,-10 0 0,10 0 0,-13 0 0,14 0 0,-11 0 0,10 0 0,-13 0 0,0 0 0,13 0 0,-9 0 0,9 0 0,-13 0 0,0-13 313,0 10-313,0-11 0,0 14 0,0 0 942,0 0-942,0 0 0,0 14 0,-1-11 0,1 10 0,0-13 0,0 0 0,0 0 0,0 0 0,-13-13 0,23 10 0,-20-11 0,23 14 0,-13 0 0,0-13 0,0 10 0,0-11 0,0 14 0,13-13-591,-10 10 591,11-24 0,-14 24 622,0-24-622,-1 24 0,1-24 0,0 24 0,0-24 0,0 24 0,0-24 0,14 24-1015,-11-24 1015,10 11 0,-13-1 0,0-10 0,13 11 0,-9-1 0,9-9 0,-13 9-382,0-13 382,0 13 0,0-9 0,0 9 642,-1 0-642,1-9 0,0 9-726,14-13 726,-11 0-5138,24 0 5138,-24 0 0,10 0-723,0 0 723,-9 0 0,22 1 0,-23-1 0,11 0 0,-14 0 0,13 0 0,-10 0 0,11 0 0,-15 0 0,1 0-317,0 0 317,0 0 0,0-13 0,0 9 0,0-9-48,0 0 48,-13 10 4379,9-24-4379,-9 24 0,13-24 0,0 11 0,0-1 0,0-10 0,0 24 0,0-23 0,-14 22 0,11-22 0,-10 22 0,13-22 0,0 23 0,0-11 0,-14 1 0,11 10 0,-11-11 382,1 1-382,10 10 0,-24-10 0,24 13 246,-24 0-246,24-14 0,-24 11 0,10-10 0,1 13 0,-11 0 0,10 0 0,-13 0 0,13 0 827,-9 0-827,9 0 0,-13-13 987,13 10-987,-9-11 0,9 15 0,0-1 0,-9-14 0,22 11 0,-36-10 0,20-1 0,-23 11 0,13-10 0,-13 0 0,9 9 1062,-22-9-1062,22 13 0,-22-13 0,9 10 232,-13-11-232,0 14 0,14 0-832,-11 1 832,10-1 0,-13 0 0,0 0 0,-13 0 0,10 0 0,-10 0 0,13 0 0,-14 13 0,11-9 0,-23 9-1643,9-13 1643,0 0 0,-9 0 0,9 13 0,-13-9 0,0 22 0,1-22 0,-1 23 0,-14-24 0,11 24 0,-10-24 0,0 24 0,9-24 0,22 25 0,-2 1 0,-33-26 0,1 24 0,33-4 0,-1 0 0,-32 7 0,31-6 0,0-1-1149,0 5 0,0 1 1149,0-6 0,0 0 0,0 7 0,0 0 0,-31 0 0,32 1 0,1-2 0,-33-12 0,-1 10 0,33-4 0,2 1 0,-22 6 0,21 0 0,0 0 0,-20 0 0,-11 0-4997,15 0 4997,-15 0 0,11 0-920,-10 0 920,13 0 232,0 0-232,13 0 0,-9 0 0,9 0 710,1 0-710,-11 0 0,11 13 0,-1-10 0,-10 10 0,24-13 0,-24 0 0,24 14 4750,-10-11-4750,13 10 0,-13-13 0,9 14 1496,-9-11-1496,0 10 0,10-13 0,-11 14 0,14-11 0,0 10 0,-13 1-4313,10-11 4313,-10 10 0,13-13 859,0 14-859,0-11 0,0 10 0,0-13 0,0 14 0,0-11 224,0 10-224,0-13 0,-13 13 97,10-9-97,-11 22 0,14-22 0,-13 22 0,10-22 0,-24 22 0,24-9 0,-24 0 6551,24 9-6551,-10-22 0,13 22-786,-13-9 786,9-1 0,-9 11 0,13-24 0,0 24 0,13-24 0,-9 11 0,9-1 677,-13-10-677,0 24 0,0-24-620,0 24 620,-13-10 0,10-1 0,-10 11 0,13-11 0,0 1 0,-14 10 0,11-11 0,-10 14 0,13-13 0,0 10 0,0-11 0,-13 1 0,9 9 0,-9-22 0,13 22 0,0-9 0,0 0 0,-13 9 0,10-9 0,-10 13 0,-1-13-667,11 9 667,-24-9 0,24 13 0,-23 0 0,22 0 0,-22 0 0,9-14 0,0 11 0,-9-10 0,23 13 0,-24-1 0,24 1 0,-24 0 0,24 0 0,-24 0 0,24-13 0,-10 10 0,13-11 0,0 1 0,0-4 0,0 0 0,13-9 0,-9 22 0,-4-22 0,-4 9-1120,-9-13 1120,0-13 0,10 9 0,-24-22 0,11 9 0</inkml:trace>
  <inkml:trace contextRef="#ctx0" brushRef="#br0" timeOffset="1489">14707 4493 24575,'0'-17'0,"0"4"0,0 13 0,0 0 0,0-13 0,0 9 0,0-9 0,0 13 0,0 0 0,-13 0 0,9-13 0,-9 9 0,0-9 0,9 13 0,-22 0 0,22-13 0,-22 9 0,22-9 0,-22 13 0,9 0 0,0 0 0,-9 0 0,9 0 0,-13 0 0,0 0 0,0 0 0,-13 0 0,10 0 0,-10 13 0,13-9 0,-14 9 0,11-13 0,-24 0-803,24 0 803,-23 0-1201,22 0 1201,-22 13 0,22-9 0,-22 9 0,23-13 0,-24 0 0,24 0 0,-11 0 0,14 13 0,-13-9-439,10 9 439,-10-13 0,13 0 0,0 13 0,0-9-5975,-13 9 5975,9-13 0,-9 13 309,13-9-309,0 22 0,0-22 0,0 9 805,0 0-805,0 4 0,0-1 0,0 11 0,0-24 0,0 24 0,1-10 0,-1-1 0,0 11 321,0-10-321,0-1 0,0 11 6685,13-24-6685,-9 24 0,9-24 298,0 10-298,-9 1 0,22-11 0,-22 24 0,9-24 0,0 24 0,-9-11 0,22 1 0,-22 10 0,22-11 0,-22 14 0,23 0 0,-24 0 0,24-13 0,-11 9 0,1-9 0,10 13 0,-11 0 0,14 0-6784,0 0 6784,-13 0 0,10 0 0,-11-14 0,14 11 0,0-10 0,0 13 0,0-1 0,14 1 0,-11 0 0,24 14 0,-24-11-489,24 10 489,-11-13 0,1 0 0,9 0 0,-9 0 0,13 0 0,0 0 0,0 0 0,0 0 0,0 0 0,13-14 0,-10 11 5406,24-10-5406,-24-1 0,24 11 0,-11-24 0,28 11-2986,-11-14 2986,-20 0 0,0 0 0,34 0 0,0-14 0,-34 6 0,0 0 0,34-9 0,-33 4 0,1-1 0,1 7 0,-2-2 0,1-12 0,0-2 0,7 7 0,-1-1 0,-4-10 0,0-2 0,4 6 0,1-1-1611,-6-5 1,-2-2 1610,-6 1 0,0 0 0,6 0 0,-1 0-962,-11 0 1,-1 0 961,6 0 0,-1 0-699,24-29 699,0-1 0,-36 23 0,-2 0 0,22-26 0,-14-10 0,0 26 0,-14-9 0,11 9 0,-24 1 0,11-11 1080,-14 24-1080,0-10 2742,-14 13-2742,11 0 0,-24 13 0,11-10 0,-14 24 0,-14-10 0,11 26 0,-23 4 0,9 13 0,-13 0 0</inkml:trace>
  <inkml:trace contextRef="#ctx0" brushRef="#br0" timeOffset="14413">8836 12071 24575,'17'0'0,"-4"0"0,-13 0 0,0 0 0,13 0 0,-9 0 0,9 0 0,-13 0 0,0 0 0,-13 0 0,9 13 0,-9-9 0,13 9 0,0-13 0,0 0 0,13 0 0,-9 0 0,9 0 0,-26 0 0,9 0 0,-9 0 0,13 0 0,0 0 0,13 0 0,-9 0 0,9 0 0,-13 13 0,13-9 0,-9 9 0,9-13 0,0 0 0,-9 0 0,22 0 0,-22 13 0,9-9 0,0 9 0,4-13 0,-1 0 0,11 0 0,-24 13 0,24-10 0,-24 11 0,24-14 0,-10 13 0,-1-10 0,11 11 0,-24-1 0,24-10 0,-24 24 0,24-24 0,-24 24 0,24-24 0,-24 11 0,24-1 0,-11-10 0,1 11 0,10-14 0,-11 0 0,14 0 0,-13 0 0,9 0 0,-22 0 0,22 0 0,-22 0 0,22 0 0,-22 0 0,22 0 0,-22 0 0,9 13 0,0-10 0,-9 11 0,22-14 0,-22 0 0,9 0 0,-13 0 0,13 0 0,4 13 0,-1-10 0,11 10 0,-24-13 0,24 0 0,-10 0 0,-1 0 0,11 0 0,-24 0 0,24 0 0,-10 0 0,-1 0 0,11 0 0,-24 0 0,24 0 0,-11 0 0,14 0 0,-13 0 0,10 0 0,-11 0 0,1 0 0,10 0 0,-11 0 0,14 0 0,-13 0 0,9 0 0,-9 0 0,0 0 0,9 0 0,-9 0 0,13 0 0,-13 0 0,9 0 0,-9 0 0,-1 0 0,11 0 0,-10 0 0,13 0 0,0 0 0,0 0 0,-1 0 0,1 0 0,0 0 0,-13 0 0,10 0 0,-11 0 0,14 0 0,0 0 0,0 0 0,0 0 0,0 0 0,0 0 0,0 0 0,0-13 0,0 10 0,-13-10 0,9 13 0,-9 0 0,13 0 0,0 0 0,0 0 0,-14 0 0,11 0 0,-10 0 0,13-14 0,-14 11 0,11-10 0,-11 13 0,14 0 0,-13 0 0,10 0 0,-11-14 0,14 11 0,-13-10 0,9 13 0,-9 0 0,13 0 0,-13 0 0,9-14 0,-22 11 0,22-10 0,-9 13 0,0 0 0,9 0 0,-9 0 0,-1 0 0,11 0 0,-10 0 0,13-14 0,-14 11 0,11-10 0,-10 13 0,-1 0 0,11 0 0,-10 0 0,12-14 0,-12 11 0,10-10 0,-11 13 0,14 0 0,-13 0 0,10-14 0,-11 11 0,14-10 0,-13 13 0,9 0 0,-9-14 0,0 11 0,9-10 0,-9 13 0,13 0 0,-13-13 0,9 9 0,-9-9 0,13 13 0,0 0 0,0-13 0,-14 9 0,11-9 0,-10 13 0,-1-13 0,11 9 0,-10-9 0,-1 13 0,11 0 0,-24-13 0,24 9 0,-11-9 0,1 13 0,10-13 0,-24 9 0,24-9 0,-24 13 0,10-13 0,1 9 0,-11-9 0,24 13 0,-24-13 0,10 9 0,0-9 0,-9 13 0,9 0 0,0-13 0,-9 10 0,9-11 0,-13 14 0,13 0 0,-9 0 0,9 0 0,-13 0 0,0 0 0,13 0 0,-9-13 0,9 10 0,-13-11 0,0 14 0,13 0 0,-9 0 0,9-13 0,-13 10 0,13-11 0,-9 14 0,9 0 0,-13 0 0,0 14 0,0-11 0,0 10 0,0-13 0,0-13 0,0 10 0,0-11 0,0 14 0,0 0 0,0 14 0,0-11 0,0 10 0,0-13 0,0-13 0,0 10 0,0-11 0,0 28 0,0-11 0,0 10 0,0-13 0,0 0 0,0-13 0,0 10 0,0-11 0,0 14 0,0 0 0,-13 0 0,9 0 0,-9 0 0,13 0 0,0 0 0,-13 0 0,-4 0 0,-13 0 0,0 0 0,0 0 0,0 0 0,-13 0 0,10-13 0,-11 10 0,1-11 0,-4 14 0</inkml:trace>
  <inkml:trace contextRef="#ctx0" brushRef="#br0" timeOffset="28778">3714 14347 24575,'0'17'0,"0"-4"0,13-13 0,-9 0 0,9 0 0,-13 0 0,0 0 0,-13 0 0,9 0 0,-9 0 0,13 0 0,0 0 0,13 14 0,-9-11 0,9 10 0,-13 1 0,0-11 0,0 10 0,13 1 0,-9-11 0,9 24 0,-13-24 0,0 23 0,0-22 0,0 22 0,0-22 0,0 9 0,0-13 0,0 13 0,0-9 0,0 9 0,0-13 0,0 0 0,0-13 0,13 9 0,-9-9 0,9 13 0,-13 0 0,0 0 0,0-13 0,0 9 0,0-9 0,0 13 0,0 0 0,0-13 0,0 9 0,0-9 0,0 13 0,0 0 0,0-13 0,0 10 0,0-11 0,0 14 0,0 0 0,0-13 0,0 10 0,0-11 0,0 1 0,0 10 0,0-11 0,0 14 0,0 0 0,0-13 0,0 10 0,0-11 0,0 14 0,0 0 0,-13 0 0,9 0 0,-9 0 0,13 0 0,0 0 0,0 14 0,0-11 0,0 10 0,0-13 0,0 0 0,13 0 0,-9 0 0,9 0 0,-13 14 0,0-11 0,0 10 0,0-13 0,0 0 0,-13 0 0,9 0 0,-9 0 0,13-13 0,0 10 0,0-11 0,0 14 0,0 0 0,13 0 0,-9 0 0,9 0 0,-13 0 0,0 0 0,13 0 0,-9 0 0,9 0 0,-13 0 0,0 0 0,13 0 0,-9 0 0,22 0 0,-22 0 0,22 14 0,-22-11 0,22 10 0,-23-13 0,24 0 0,-10 0 0,-1 0 0,11 14 0,-10-11 0,-1 10 0,11-13 0,-10 0 0,12 0 0,1 0 0,-13 0 0,10 0 0,-11 0 0,14 0 0,0 0 0,0 0 0,0 0 0,-13 0 0,9 0 0,-9 0 0,0 0 0,9 0 0,-9 0 0,13 0 0,-13-13 0,9 10 0,-9-11 0,13 14 0,-14 0 0,11-13 0,-10 10 0,13-11 0,-14 14 0,11 0 0,-10 0 0,-1-13 0,11 10 0,-24-11 0,24 14 0,-24 0 0,24 0 0,-24 0 0,24-13 0,-24 10 0,24-11 0,-11 14 0,1 0 0,10-13 0,-24 10 0,23-11 0,-9 14 0,0 0 0,9 0 0,-9-13 0,13 10 0,-13-10 0,9 13 0,-9 0 0,13-14 0,0 11 0,0-10 0,0 13 0,0 0 0,-14 0 0,11 0 0,-10-14 0,13 11 0,-1-10 0,-12 13 0,10 0 0,-24 0 0,24 0 0,-11 0 0,1 0 0,10 0 0,-11 0 0,1 0 0,9-14 0,-22 11 0,22-10 0,-9 13 0,13 0 0,-13 0 0,9 0 0,-9 0 0,13 0 0,0 0 0,0 13 0,0-10 0,0 11 0,0-14 0,0 0 0,0 0 0,0 0 0,-1 0 0,1 0 0,0 13 0,0-10 0,0 11 0,0-14 0,0 0 0,0 0 0,0 0 0,0 0 0,0 0 0,0 0 0,0 0 0,0 0 0,-14 13 0,11-10 0,-10 11 0,13-14 0,0 0 0,0 0 0,0 0 0,0 0 0,-14 0 0,11 0 0,-11 0 0,14 0 0,0 0 0,0 0 0,-13 0 0,10 0 0,-24 0 0,24 0 0,-24 0 0,23 0 0,-22 0 0,9 0 0,0 0 0,-9 0 0,9 0 0,0 0 0,-9 0 0,9 0 0,0 0 0,-9 0 0,9 0 0,0-14 0,-9 11 0,9-10 0,-13 13 0,13 13 0,-9-10 0,9 11 0,-13-14 0,0 0 0,13 0 0,-9 0 0,9 0 0,-13 0 0,0 0 0,13 0 0,-10 0 0,11 0 0,-14 0 0,0 0 0,13 0 0,-10 0 0,11 0 0,-14 0 0,0 0 0,13 0 0,-10-14 0,24 11 0,-24-10 0,24-1 0,-10-2 0,13-14-751,-1-14 751,1 11-1688,0-23 1688,0 22 0,-13-9 0,10 0 0,-11-4 0</inkml:trace>
  <inkml:trace contextRef="#ctx0" brushRef="#br0" timeOffset="30691">11262 14078 24575,'0'16'0,"-13"-2"0,10-1 0,-11-10 0,14 11 0,0-14 0,0 13 0,-13-10 0,10 11 0,-11-14 0,14 0 0,0 0 0,-13 0 0,10 0 0,-11 0 0,14 0 0,0 0 0,-13 0 0,10 0 0,-11 0 0,14 0 0,0 0 0,-13 0 0,10 0 0,-10 0 0,13 0 0,0 0 0,13 0 0,-10 0 0,10 0 0,-13 0 0,0 0 0,-13 0 0,10 0 0,-10 0 0,13 0 0,0 0 0,13 0 0,-10 0 0,10 0 0,-13 0 0,0 0 0,0 13 0,0-10 0,0 11 0,0-14 0,14 0 0,-11 0 0,10 0 0,-13 13 0,0-10 0,0 11 0,0-14 0,14 0 0,-11 0 0,10 0 0,-13 0 0,0 0 0,0 13 0,0-10 0,-13 11 0,10-14 0,-11 0 0,14 0 0,0 0 0,0-14 0,0 11 0,0-10 0,0 13 0,0 0 0,14 13 0,-11-10 0,10 11 0,-13-14 0,0 0 0,0 13 0,0-10 0,0 11 0,0-14 0,0 0 0,-13 13 0,10-10 0,-11 10 0,14-13 0,0 0 0,-13 0 0,10 0 0,-11 0 0,14 0 0,0 0 0,0 0 0</inkml:trace>
  <inkml:trace contextRef="#ctx0" brushRef="#br0" timeOffset="33327">11023 14377 24575,'16'0'0,"-2"0"0,-14 0 0,0 0 0,-14 0 0,11 0 0,-10 0 0,13 0 0,0 0 0,13 0 0,-10 0 0,11 0 0,-14 0 0,0 0 0,13 0 0,-10 0 0,11 0 0,-14 0 0,13 0 0,-10 0 0,11 0 0,-1 0 0,-10 0 0,24 0 0,-24 0 0,24 0 0,-24 0 0,10 0 0,1 0 0,-11 0 0,24 0 0,-24 14 0,24-11 0,-24 10 0,10-13 0,1 0 0,-11 0 0,23 0 0,-22 0 0,22 0 0,-22 0 0,22 14 0,-22-11 0,22-3 0,-22-3 0,22-11 0,-9 14 0,0 0 0,-4 0 0,-13 0 0,0 0 0,13 0 0,4 0 0,-1 0 0,11 0 0,-24 0 0,24 0 0,-10 0 0,-1 0 0,11 0 0,-24 0 0,11 0 0,-1 0 0,-10 0 0,24 0 0,-24 0 0,11 0 0,-1 0 0,-10 0 0,10 0 0,1 0 0,-11 0 0,24 0 0,-24 0 0,24 0 0,-24 0 0,24 14 0,-24-11 0,24 10 0,-24-13 0,24 0 0,-24 0 0,23 0 0,-9 0 0,0 0 0,9 0 0,-9 0 0,0 0 0,9 0 0,-22 0 0,22 0 0,-22 0 0,22 0 0,-9 0 0,-1 0 0,11 0 0,-10 0 0,13 0 0,-14 0 0,11 0 0,-10 0 0,-1 0 0,11-13 0,-10 10 0,12-11 0,1 14 0,0 0 0,14-13 0,-11 10 0,10-11 0,-13 14 0,0 0 0,0 0 0,0 0 0,0 0 0,0 0 0,0 0 0,0 0 0,0 0 0,13 0 0,-10 0 0,11 0 0,-14 0 0,-1 0 0,1 0-538,14 0 538,-11 0 0,10 0 0,-13 0 0,0 0 0,0 0 0,0 14 0,0-11 0,-13 10 0,9-13 0,-9 0 0,13 0 0,0 0 0,0-13 0,0 10 0,0-11 0,0 14 0,0 0 0,0 0 0,13 0 0,-10 0 0,10 0 0,-13 0 0,0 0 0,0 0 538,0 0-538,0 0 0,0 0 0,13 0 0,-9 0 0,9 0 0,-13 0 0,0 0 0,0 0 0,0 0 0,0 0 0,0 0 0,0 0 0,0 0 0,-14 0 0,11 0 0,-11 0 0,14 14 0,0-11 0,0 10 0,-13-13 0,10 0 0,-11 0 0,14 0 0,0-13 0,0 10 0,0-11 0,0 14 0,-13 0 0,9 0 0,-9 0 0,13 0 0,0 0 0,-14 0 0,11 0 0,-10 0 0,-1 0 0,11 0 0,-24 0 0,24 0 0,-10 0 0,-1 0 0,11 0 0,-24 0 0,24 0 0,-11 0 0,1 0 0,10-13 0,-24 10 0,24-11 0,-11 14 0,1 0 0,9 0 0,-22-13 0,22 10 0,-9-11 0,0 14 0,9 0 0,-9 0 0,13-13 0,-13 10 0,9-10 0,-22 13 0,22 0 0,-23 0 0,11 0 0,-1 0 0,-10 0 0,11 0 0,-1 0 0,-10 0 0,11 0 0,-1 0 0,-10 0 0,11 0 0,-1 0 0,-10 0 0,24 0 0,-24 0 0,11 0 0,-1 0 0,-10 0 0,24 0 0,-24 0 0,24 0 0,-24 0 0,24 0 0,-24 0 0,10 0 0,1 0 0,-11 0 0,24 0 0,-11 0 0,1 0 0,10 0 0,-24 0 0,24 0 0,-11 0 0,1 0 0,9 0 0,-9 0 0,13 0 0,-13 0 0,9 0 0,-9 0 0,0 13 0,9-10 0,-22 10 0,22-13 0,-9 0 0,13 0 0,0 0 0,-14 0 0,11 0 0,-10 0 0,13 0 0,-1 0 0,1 0 0,0 0 0,-13 0 0,10 0 0,-24 0 0,10 0 0,1 0 0,2 0 0,14 0 0,-13-13 0,9 10 0,-9-10 0,0 13 0,9 0 0,-9 0 0,0 0 0,9 0 0,-22 0 0,22 0 0,-9 0 0,0 0 0,9 0 0,-9 0 0,13-14 0,-14 11 0,11-10 0,-10 13 0,-1 0 0,11 0 0,-24 0 0,24 0 0,-24 0 0,10 0 0,1 13 0,2-10 0,1 11 0,10-14 0,-24 0 0,24 0 0,-11 0 0,1 0 0,10 0 0,-24 0 0,24 0 0,-24 0 0,23 0 0,-9 0 0,0 0 0,9 0 0,-22 0 0,22 13 0,-9-10 0,0 10 0,-4-13 0,0 0 0,-9 0 0,22 0 0,-9 0 0,-1 0 0,11 0 0,-10 0 0,-1 0 0,11 0 0,-24 0 0,24 0 0,-10 0 0,-1 0 0,11 14 0,-24-11 0,24 10 0,-24-13 0,24 0 0,-11 0 0,14 0 0,-13 0 0,10 0 0,-11 0 0,1 0 0,10 0 0,-11 0 0,14 0 0,0 0 0,-13 0 0,9 0 0,-9 0 0,0 0 0,9 0 0,-22 0 0,22 0 0,-9 0 0,-1 0 0,11 14 0,-24-11 0,24 10 0,-24-13 0,24 0 0,-24 0 0,24 0 0,-24 0 0,24 0 0,-24 0 0,24 0 0,-24 0 0,24 0 0,-24 0 0,24 0 0,-24 0 0,24 14 0,-24-11 0,24 10 0,-24-13 0,24 0 0,-24 0 0,24 0 0,-24 0 0,24 0 0,-11 0 0,1 0 0,9 0 0,-22 0 0,22 0 0,-9 0 0,0 0 0,9 0 0,-22 0 0,22 0 0,-9 0 0,0 0 0,9 0 0,-23 0 0,24 0 0,-10-13 0,-1 10 0,11-11 0,-10 14 0,13 0 0,-14 0 0,11 0 0,-24 0 0,24 0 0,-11-13 0,1 10 0,10-11 0,-24 14 0,24 0 0,-11-13 0,1 10 0,10-11 0,-24 14 0,24 0 0,-11 0 0,1 0 0,9-13 0,-22 10 0,22-10 0,-9 13 0,0 0 0,9 0 0,-9 0 0,0-14 0,9 11 0,-9-10 0,0 13 0,9 0 0,-23 0 0,24 0 0,-10-14 0,-1 11 0,11-10 0,-24 13 0,11 0 0,-1 0 0,-10 0 0,11 0 0,-1 0 0,4 0 0,12 0 0,-12 0 0,10 0 0,-24 0 0,24 0 0,-24-14 0,24 11 0,-24-10 0,24 13 0,-24 0 0,24 0 0,-24 0 0,24 0 0,-24 0 0,23 0 0,-22 0 0,22 0 0,-22 0 0,22 0 0,-22 0 0,22 0 0,-22 0 0,22 0 0,-22 0 0,22 0 0,-9 0 0,0 0 0,9 0 0,-23 0 0,24 0 0,-10 0 0,-1 0 0,11 0 0,-24-14 0,24 11 0,-24-10 0,24 13 0,-10 0 0,-1 0 0,11 0 0,-11 0 0,1 0 0,10 0 0,-11 0 0,1 0 0,10 0 0,-11 0 0,1 0 0,10 0 0,-11-14 0,1 11 0,9-10 0,-9 13 0,13 0 0,-13 0 0,9 0 0,-9 0 0,0 0 0,9 0 0,-9-14 0,13 11 0,-14-10 0,11 13 0,-10 0 0,13 0 0,-14 0 0,11 0 0,-10 0 0,13 0 0,-1 0 0,1 0 0,0 0 0,0 0 0,0 0 0,-13 0 0,10 0 0,-11 0 0,14 0 0,0 0 0,0 0 0,0 0 0,0 0 0,0 0 0,0 0 0,0 0 0,0 0 0,0 0 0,0 0 0,0 0 0,0 0 0,0 0 0,-1-14 0,1 11 0,0-10 0,0 13 0,0 0 0,0-13 0,0 9 0,0-9 0,0 13 0,0 0 0,0-13 0,0 9 0,-13-9 0,9 13 0,-9 0 0,13 0 0,-14 0 0,11-13 0,-10 9 0,-1-9 0,-2 13 0,-1 0 0,-10 0 0,24 0 0,-24-13 0,11 9 0,-1-9 0,-10 13 0,11 0 0,-14 0 0,0 0 0,-14 13 0,11-9 0,-24 9 0,11-26 0,-14-4 0,-14 0-2003,-2 4 2003,-27 13 0,-4 13 0,32-4 0,0-1 0</inkml:trace>
  <inkml:trace contextRef="#ctx0" brushRef="#br0" timeOffset="61186">2366 17403 24575,'17'0'0,"-4"0"0,-13 0 0,0 0 0,0-14 0,0 11 0,0-10 0,0 13 0,0 0 0,-13 0 0,10 0 0,-11 0 0,14 0 0,0 0 0,-13 0 0,10 0 0,-11 0 0,14 0 0,0 0 0,14 0 0,-11 0 0,24 0 0,-11 0 0,1 0 0,9 0 0,-9 0 0,13 0 0,0 0 0,0 0 0,-13 0 0,9 0 0,-9 0 0,13 0 0,-14 0 0,11 0 0,-10 0 0,13 0 0,0 0 0,0 0 0,0 0 0,-14 13 0,11-10 0,-11 11 0,14-14 0,0 0 0,0 0 0,0 13 0,0-10 0,0 11 0,0-14 0,0 0 0,0-14 0,0 11 0,0-10 0,0 13 0,13 0 0,-10-14 0,11 11 0,-14-10 0,0 13 0,0 0 0,0 0 0,-1 0 0,1 0 0,0-14 0,0 11 0,0-10 0,-13 13 0,10 0 0,-11 0 0,14 0 0,0 0 0,13 0 0,-9 0 0,9 0 0,-13 0 0,0 0 0,0 0 0,-14 0 0,11 0 0,-10 0 0,-1 0 0,11 0 0,-24 0 0,24 0 0,-24 0 0,11 0 0,-1 0 0,-10 0 0,10 0 0,-13 0 0,14 0 0,-11 0 0,10 0 0,-13 0 0,0 0 0,-13 0 0,10 13 0,-11-10 0,1 11 0,10-14 0,-10 0 0,-1 0 0,11 0 0,-24 0 0,24 0 0,-24 0 0,24 0 0,-24 0 0,11 0 0,-1 0 0,-10 0 0,11 0 0,-1 0 0,-9 13 0,22-10 0,-22 11 0,9-14 0,0 0 0,-9 0 0,22 0 0,-22 0 0,22 0 0,-22 0 0,22 0 0,-22 0 0,9 0 0,1 0 0,-11 0 0,10 13 0,-13-10 0,14 11 0,-11-14 0,24 13 0,-24-10 0,24 11 0,-11-14 0,1 0 0,-3 0 0,-14 13 0,13-23 0,4 20 0,13-23 0</inkml:trace>
  <inkml:trace contextRef="#ctx0" brushRef="#br0" timeOffset="68785">11442 17283 24575,'17'0'0,"9"0"0,-22-14 0,9 11 0,-13-10 0,0 13 0,0 0 0,13 0 0,-9 0 0,9 0 0,-13 0 0,0 0 0,0-13 0,0 9 0,0-9 0,0 13 0,0 0 0,0-13 0,0 9 0,0-9 0,0 13 0,0 0 0,13-13 0,-10 9 0,24-9 0,-24 13 0,11-13 0,-1 9 0,4-9 0,-1 13 0,11-13 0,-24 9 0,24-22 0,-24 22 0,24-9 0,-10 13 0,12-13 0,-12 9 0,10-9 0,-11 13 0,1 0 0,10 0-6784,-11 0 6784,14 0 0,-13 0 0,9 0 0,-9 0 0,13 0 0,0 0 0,0 0 0,0 13 0,-13-9 0,9 9 0,-9-13 0,13 0 0,0 0 0,0 0 0,0 13 0,0-9 0,0 9 6784,0-13-6784,-1 0 0,-12 0 0,10 13 0,-11-9 0,14 9 0,0-13 0,0 0 0,-13 0 0,10 0 0,-11 13 0,1-9 0,9 9 0,-9-13 0,0 0 0,-4 0 0,0 0 0,-9 0 0,22 0 0,-22 0 0,22 0 0,-22 0 0,9 0 0,0 0 0,4 0 0,-1 0 0,11 0 0,-10 0 0,-1 0 0,11 0 0,-10 0 0,13 0 0,0 0 0,-14 0 0,11 0 0,-11 0 0,14 0 0,0 0 0,0 0 0,0 0 0,0 0 0,0 0 0,13 13 0,-9-9 0,9 9 0,-13-13 0,0 0-773,13 0 773,-10 0 0,11 0 0,-1 0 0,-10 0 0,10 0 0,-13 0 0,14 0 0,-11 0 0,10 0 0,1 0 0,-11 0 0,10 0 0,-13 0 0,0 0 0,0 0 0,0-13 0,0 9 0,0-9 0,0 13 0,-14 0 0,11 0 773,-24 0-773,24 0 0,-24 0 0,11 0 0,-14 0 0,0 0 0,0-13 0,-14 9 0,11-9 0,-10 13 0,-1 0 0,-2-13 0,-14 9 0,0-9 0,0 13 0,-13 0 0,9 0 0,-9 0 0</inkml:trace>
  <inkml:trace contextRef="#ctx0" brushRef="#br0" timeOffset="75881">6709 18750 24575,'0'-16'0,"0"3"0,0 13 0,0-14 0,0 11 0,0-10 0,0 13 0,0 0 0,0-14 0,0 11 0,0-10 0,0 13 0,0 0 0,0-14 0,0 11 0,0-10 0,0 13 0,0 0 0,0-14 0,0 11 0,0-10 0,0 13 0,0 0 0,0-14 0,14 11 0,-11-10 0,10 13 0,1-14 0,-11 11 0,24-10 0,-24 13 0,24-14 0,-24 11 0,24-10 0,-24 13 0,24 0 0,-11 0 0,14 0 0,0 0 0,-13 0 0,9 0 0,4 0 0,4 0 0,9 0 0,0-13-627,-10 9 627,24-9 0,-24 13 0,24 0-1657,-11 0 1657,14 0 0,-13 0 0,9 0 0,-9 0 0,13 13 0,13-9-1875,-10 9 1875,11-13 0,-1 0-2525,-10 0 2525,-20 6 0,1 1 0,19-4 0,-20 4 0,0 0 0,34-7 0,-1 0-601,-32-1 1,-1 2 600,20 12 0,-19-11 0,-1-1 0,20 13 0,10-14 0,0 0 0,-9 0 0,9 0 0,-13 0 78,-14 0-78,11 0 0,-10-14 0,-1 11 0,-3-10 0,1 13 0,-11 0 1441,10 0-1441,-13 0 0,0 0 0,0 0 2584,0 0-2584,0 0 0,0-14 0,0 11 0,0-23 0,0 22 0,0-22 542,0 22 0,-14-9 1,-2 13-1</inkml:trace>
  <inkml:trace contextRef="#ctx0" brushRef="#br0" timeOffset="76631">11352 18541 24575,'0'-17'0,"0"4"0,0 0 0,0 9 0,-13-9 0,9 0 0,-9 9 0,13-9 0,0 13 0,0 0 0,0-13 0,-13 9 0,10-9 0,-24 13 0,24 0 0,-11 0 0,28 0 0,-11 0 0,10 0 0,-13 0 0,0 0 0,14 0 0,-11 0 0,23 0 0,-22 0 0,22 0 0,-9 0 0,13 13 0,0-9 0,0 9 0,0-13 0,0 0 0,13 0-868,-10 0 868,24 0 0,-10 0 0,12-13-2294,1 9 2294,0-9 0,13 13 0,-9 0 0,-21 1 0,0-2 0,34-12 0,-1 9 0,-32-3 0,-1 1 0,20 6 0,-20 0 0,1 0 0,19 0 0,10 0 0,-13 0 0,0 13 0,13-9 0,-23 9 0,20-13 0,-23 0-168,-1 13 168,11-9-5681,-24 9 5681,10-13 0,1 0 375,-11 0-375,10 13 0,-26-9 1569,9 9-1569,-9-13 132,13 0-132,-13 0 6709,-4 0-6709,0 0 226,-9-13-226,9 9 0,-13-9 0,0 13 0,0 0 0</inkml:trace>
  <inkml:trace contextRef="#ctx0" brushRef="#br0" timeOffset="93314">16234 14437 24575,'0'17'0,"0"-4"0,0-13 0,0 0 0,-13 0 0,10 0 0,-11 0 0,1 0 0,10 0 0,-24 0 0,24-13 0,-10 10 0,-1-11 0,11 14 0,-24 0 0,24 0-6784,-24 0 6784,11-13 0,-1 10 0,-10-11 0,11 14 0,-1 0 0,-9 0 0,9-13 0,-13 10 6784,0-11-6784,0 14 0,0-13 0,0 10 0,0-24 0,-13 24 0,10-24 0,-24 24-1746,10-10 1746,1-1 0,-24 11 0,20-24 0,-23 24-2041,13-24 2041,0 24 0,-13-24 0,10 24 0,20-4 0,-1 1 0,-32 6-1318,31-7 1,0 0 1317,-32 4 0,34-3 0,0-1 0,-34-7 0,32 13 0,0-1 0,0-11 0,0-1 0,0 13 0,0-1-228,-31-24 228,33 24 0,-1 0-447,-32-24 447,-1 22 0,33-9 0,2 0 0,-21 9 0,19-9 0,1 0 0,-20 9 0,-10-9-1192,-1 0 1192,11 9 0,-10-9-2510,0 13 2510,9 0 0,-9 0-1201,0-13 1201,10 9 316,-10-9-316,13 13 0,0 0 906,-14 0-906,11 0 0,-10 0 0,13-13 0,-13 9 0,10-9 0,-11 13 0,15 0 0,-1 0 0,0-13 0,0 10 0,0-11 0,0 1 0,0 10 0,0-11 0,0 1 0,0 10 0,1-11 0,12 14 0,-10-13 0,11 10 0,-14-24 0,0 24 0,0-11 0,13 14 0,-9-13 0,9 10 0,-13-11 0,0 14 0,1 0 0,-1 0 0,0 0 0,0 0 0,0 0 0,0 0 0,0 0 0,0 0 0,0-13 0,0 10 0,0-11 0,1 14 0,-1 0 0,13 0 0,-9 0 0,9 0 4610,-13 0-4610,13 0 0,-9 0 914,23 14-914,-24-11 0,24 10 0,-24-13 0,24 0 0,-24 0 0,24 0 0,-10 0 1359,13 0-1359,0 0 0,-13 0 1937,9 0-1937,-9 0 0,13 0-862,-13 0 862,10 14 0,-24-11 0,24 10 0,-11-13 1556,14 14-1556,0-11 0,1 24-622,-15-24 622,11 10 0,-10 1 0,13-11 0,0 10 0,0 1-111,-13-11 111,9 10 0,-9 1 0,13-11 144,-13 23-144,10-9 0,-11 0-136,14-4 136,0 0 0,0-9 0,0 22 0,1-22 0,-1 22 0,0-9 0,13 0 0,-10 9 0,11-9 0,-1 13 0,-10-14 0,24 11 0,-24-10 0,24 13 619,-23 0-619,22 0-6253,-22 0 6253,22-1 0,-9 1 418,0 14-418,9-11 0,-22 24 0,9-24 0,0 10-808,4 0 808,0-9 0,9 22 0,-9-23 0,13 24 0,-13-24 0,9 24 0,-9-24-559,26 24 559,-9-24 0,9 10 5899,-13-13-5899,13 0 0,-9 13-533,9-9 533,0 9 0,-9-13 0,9 0 0,0 0 1246,4 0-1246,0 0 0,9 0 869,-9 0-869,0 0 0,9 0 0,-9 0-1143,13 0 1143,0-1-5395,0-12 5395,0 10 0,0-11-163,0 14 163,-1-13 0,1 10 0,0-11 0,0 14 0,0-13 0,0 9 0,0-9 0,0 0-4203,0 9 4203,0-9 0,0 0 532,0 9-532,-13-22 0,9 22 0,-9-22 0,13 22 0,0-22 0,0 9 0,0 0 0,0-10 0,0 24 0,13-24 4466,-10 11-4466,10-14 0,-13 0-214,14 0 214,-11 13 0,10-10 0,0 11 0,-9-14 0,9 0 0,-13 0 0,13 0 0,-10 0 0,11 13 0,-1-10 0,-10 11 0,24-14 0,-24 0 0,24 0 0,-24 13 0,24-10 5306,-24 11-5306,23-14 0,-22 0 0,22 13 0,-22-10 0,22 11 0,-23-1 0,24-10 0,-24 10 0,11 1 0,-15-11-86,1 10 86,14 1 0,-11-11 0,10 24 0,-13-24-901,0 24 901,13-24 70,-9 10-70,9 1 0,0-11 0,-9 10 0,22 1 0,-23-11 0,11 10 0,-1 1 0,-10-11 0,24 10 250,-24-13-250,10 13 0,1-9 0,-11 9 0,23 0 83,-22-9-83,22 9-79,-22 0 79,9-9 0,0 9 0,-10 0 0,11-9 0,-1 9 0,-10-13 0,24 13 383,-24-9-383,10 9 0,1-13 0,-11 0-257,23 13 257,-22-9-5975,22 9 5975,-22-13 0,22 0-147,-23 0 147,24 13 0,-24-9 0,24 9 0,-24-13 0,24 13 0,-24-10 0,10 11 0,1-14-29,-11 0 29,10 13 0,-13-10 0,13 11 0,-9-14 0,9 0 0,-13 0 0,0 0 0,13 0 0,-10 0 0,11 0 0,-14-14 0,-1 11 0,15-10 0,-11 13 0,10 0 0,1 0 448,-11 0-448,10 0 0,0-14 0,-9 11 0,9-23 0,0 22 0,-10-9 0,11 13 0,-14 0 0,13 0 0,-10 0 0,10 0 0,-13 0 0,0 0 0,14-13 0,-11 9 0,10-9 0,-13 13 6110,0 0-6110,13 0 773,-9 0-773,9 0 0,0 13 0,-10-9 0,24 9 0,-24-13 0,24 0 0,-24 0 174,24 0-174,-11 0 571,1 0-571,10 0-1478,-11 0 1478,1 0 0,9 0 0,-9 0 0,-1 0 0,11 0 0,-10 0 0,13 0 0,-1-13-1763,1 9 1763,0-9 0,0 13-2902,0 0 2902,13-13 0,-9 9-1967,9-9 1967,0 13 0,-10-13-289,-19 12 0,-1-2 289,20-23 0,-20 24 0,1 0 0,19-24 0,10 22-2724,0-22 2724,-10 22 0,11-22 1077,-1 9-1077,-10-13 0,10 0-110,1 0 110,-11 0 0,-27 10 0,1-3 0,0 1 0,-1-2 0,-4-6 0,-1 0 0,6 0 0,0 0 0,0 1 0,-1-2-517,-4-5 1,-1-1 516,6-1 0,-1-1 0,-4-5 0,-4-2 1252,-4 8 1,-1 0-1253,6-5 0,-2-1 0,7-32 0,-12 31 0,-1 0 0,-12-1 0,-1 2 0,18-33 0,-23 34 0,-2 0 0,12-20 0,-11 19 0,-4 1 0,-11-20 0,5 19 0,-1 1 0,-21-20 0,3 26 0,-3 1 0,-20-24 0,9 36 0,-4 1-670,1-6 1,-2 2 669,-12 9 0,-4 2 0,1-5 0,-1-1 0,-4 7 0,-1 0 0</inkml:trace>
  <inkml:trace contextRef="#ctx0" brushRef="#br0" timeOffset="94097">14048 14467 24575,'0'-16'0,"0"2"0,0 14 0,0 0 0,0-13 0,0 10 0,-13-11 0,9 1 0,-9 10 0,13-11 0,0 14 0,0 0 0,0-13 0,-13 10 0,9-11 0,-9 14 0,13 0 0,0 0 0,0-13 0,0 10 0,0-11 0,0 14 0,0 0 0,13 0 0,-9 0 0,9 0 0,-13 0 0,0 0 0,0-13 0,0 10 0,0-10 0,0 13 0</inkml:trace>
  <inkml:trace contextRef="#ctx0" brushRef="#br0" timeOffset="95587">14258 14377 24575,'16'-16'0,"-2"2"0,-14 14 0,0 0 0,0-13 0,0 10 0,0-11 0,0 14 0,0 0 0,-14 0 0,11-13 0,-10 10 0,13-10 0,0 13 0,0 0 0,-14 0 0,11 0 0,-10 0 0,13 0 0,-14 0 0,11 0 0,-24 0 0,24 0 0,-24 0 0,24 0 0,-10 0 0,13 0 0,-14 0 0,11 0 0,-10 0 0,-1 0 0,11 0 0,-10 0 0,13-14 0,-13 11 0,9-10 0,-9 13 0,0 0 0,9 0 0,-22 0 0,22 0 0,-22 0 0,22 0 0,-22 0 0,22 0 0,-22 0 0,9 0 0,0 0 0,-9 0 0,23 0 0,-24 0 0,10-14 0,1 11 0,-11 3 0,24 3 0,-24 11 0,24-14 0,-24 0 0,24 0 0,-11 0 0,14 0 0,-13 0 0,10 0 0,-11 0 0,1 0 0,10 0 0,-24 13 0,11-10 0,-1 11 0,4-14 0,-1 13 0,11-10 0,-24 10 0,11 1 0,-1-11 0,-10 10 0,24 1 0,-23-11 0,9 10 0,0-13 0,-9 14 0,9-11 0,0 10 0,-9 1 0,9-11 0,0 10 0,-9 1 0,9-11 0,1 10 0,-11 1 0,24-11 0,-11 23 0,1-22 0,10 22 0,-24-22 0,24 22 0,-11-9 0,1 0 0,10-4 0,-24 0 0,24-9 0,-11 22 0,14-22 0,-13 22 0,10-22 0,-11 22 0,1-9 0,10 13 0,-10-14 0,-1 11 0,11-24 0,-24 24 0,24-24 0,-10 24 0,-1-24 0,11 11 0,-10-1 0,-1-10 0,11 24 0,-10-24 0,13 10 0,0 1 0,-14-11 0,11 10 0,-10 1 0,13-11 0,0 24 0,0-24 0,-14 24 0,11-11 0,-10 14 0,13-13 0,0 9 0,0-9 0,-13 13 0,9 0 0,-9 0 0,13 0 0,0 0 0,0 0 0,0 0 0,-13-14 0,9 11 0,-9-10 0,13 13 0,0-14 0,0 11 0,13-10 0,-9-1 0,9 11 0,-13-11 0,0 1 0,13 10 0,-9-24 0,9 24 0,-13-24 0,0 24 0,0-24 0,0 24 0,13-24 0,-10 10 0,11 1 0,-14-11 0,13 24 0,-10-24 0,11 10 0,-1 0 0,-10 4 0,24 0 0,-24 9 0,24-22 0,-10 22 0,13-9 0,-14 0 0,11 9 0,-11-22 0,1 22 0,10-22 0,-11 9 0,14 0 0,-13-10 0,10 24 0,-11-24 0,14 11 0,0-1 0,0-10 0,-13 11 0,9-1 0,-9-10 0,13 11 0,0-14 0,0 13 0,0-10 0,-14 11 0,11-14 0,-10 13 0,13-10 0,-14 11 0,11-14 0,-10 0 0,12 0 0,-12 13 0,10-10 0,-11 10 0,14-13 0,0 0 0,-13 0 0,10 0 0,-11 0 0,14 0 0,0 0 0,-13 0 0,9 0 0,-9 0 0,13 0 0,-13 0 0,9-13 0,-22 10 0,22-10 0,-9 13 0,-1-14 0,11 11 0,-24-10 0,24 13 0,-24 0 0,24 0 0,-10-14 0,-1 11 0,11-10 0,-24 13 0,24 0 0,-24-14 0,24 11 0,-24-10 0,24-1 0,-24 11 0,24-10 0,-24-1 0,24 11 0,-24-24 0,10 24 0,1-23 0,-11 9 0,10 0 0,1-9 0,-11 22 0,10-22 0,1 9 0,-11 0 0,10-9 0,-13 9 0,13-13 0,-9 14 0,9-11 0,-13 10 0,0-13 0,13 14 0,-9-11 0,9 10 0,-13-13 0,0 14 0,0-11 0,0 11 0,0-14 0,0 13 0,0-10 0,0 11 0,0-14 0,0 0 0,0 0 0,0 0 0,0 0 0,0 0 0,0-13 0,0 9-607,0-9 607,0 0 0,0 10 0,0-24-1366,0 10 1366,-13 1 0,9-11 0,-9 11 0,0-14-2444,9 0 2444,-22 0 0,23 0-1193,-24 0 1193,10 14-123,1-11 123,-11 10 0,24 1 0,-24-11 0,10 24 0,-13-10 0,14 13 398,-11 0-398,11 0 0,-28 13 0,11-9 0,-10 22 0,-1-9 0,-2 26 0,-1-9 97,-9 22 1,22-9 0,-9 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4-20T00:36:42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15036 9705 24575,'0'-17'0,"0"-10"0,0 11 0,0-1 0,0-9 0,-13 22 0,10-22 0,-11 9 0,14 0 0,0-9 0,0 22 0,-13-9 0,10 0 0,-11-4 0,14 0 0,0 4 0,0 13 0,0 0 0,14 13 0,-11 4 0,10 13 0,-13 13-1105,14 4 1105,-11 13 0,10 13-3171,1 4 3171,-13-33 0,1 1 0,11 0 0,1 0 0,-12 0 0,-1 0 0,5 6 0,1 1 0,1 1 0,-2 1 0,-5 6 0,1 0 0,5-7 0,-1 0 0,-5 5 0,-2 1 0,1-6 0,0 0 0,0 7 0,0 0-1530,0-6 1,0-2 1529,0 1 0,0-2 0,0-6 0,0-1-1103,0 1 0,0 0 1103,0 1 0,0-2-448,0 33 448,0-4 0,0-26 0,0 9 1314,0-23-1314,0 11 2747,0-28-2747,0 11 2934,0-24-2934,0 11 1787,-13-14-1787,10 0 1207,-24 0-1207,24-14 0,-24-2 0,24-14-914,-24-14 914,10-2-1621,1-14 1621,-11 13-583,24-23 0,-11 20 0,14-23 0</inkml:trace>
  <inkml:trace contextRef="#ctx0" brushRef="#br0" timeOffset="771">15006 9465 24575,'0'-17'0,"0"-9"0,0 23 0,0-11 0,0 1 0,0 10 0,0-11 0,0 14 0,0 0 0,14 0 0,-11 0 0,24 0 0,-24 0 0,24 0 0,-11 0 0,27 14-1055,-9-11 1055,22 10 0,-9-13-2096,13 14 2096,13-11 0,4 23 0,-33-23 0,1-2-1967,7 6 0,0-1 1967,0-5 0,2-2 0,6 0 0,0 2 0,0 6 0,0-1 0,0-4 0,0 0 0,-1 4 0,1 1 0,7 0 0,0-1-2219,-6-5 1,1 2 2218,11 10 0,0 0 0,-11-11 0,-1 0-781,6 10 0,-1 2 781,-6-5 0,0-1-926,7 0 0,-1 1 926,-4 4 0,-1 0 0,6-4 0,0-1-269,-7-1 1,-1 2 268,1 6 0,0-3 354,0-10 0,0-1-354,7 13 0,-1-1 0,-11-11 0,0-1 0,10 6 0,0 0 0,-12-7 0,0 0 0,7 0 0,0 0 0,-6 0 0,-1 0 361,-1 0 1,-1 0-362,-6 0 0,0 0 0,31 0 0,-32 0 0,-1 0 0,20 0 0,10 0 0,-13 0 2286,0 0-2286,-13 0 2868,-4 0-2868,0 0 3058,-10 13-3058,11-10 0,-14 11 1954,-1-14-1954,-12 0 1720,10-14-1720,-11 11 0,14-10 1433,-13 13-1433,10 0 723,-24 0-723,10 0 0,1-14 0,-11 11 0,10-10 0,-13 13 0,0 0 0,14 0 0,-11 0 0,10 0 0,-13 0 0,0 0 0,0 13 0,0-10 0,0 11 0,-13-14 0,10 0 0,-11 13 0,14-10 0,0 11 0,0-1 0,-13 4 0,10 13 0,-11-1 0,14 1 0,0 14 0,-13-11 0,10 24-1610,-11-11 1610,1 14-2543,10 13 2543,-11-9 0,14 9 0,-13 0 0,10 3-1456,-4-31 1,0 0 1455,7 0 0,0 0 0,-6 0 0,-1 0 0,6 6 0,-1 1 0,-12 1 0,1 1 0,11-1 0,1 0 0,-6 5 0,0 1 0,8-6 0,-2 0 0,-5 0 0,-1 1 0,6 4 0,-1 0 0,-5-4 0,1-1 0,5 0 0,2 0 0,-2-1 0,2-1-749,5-5 1,1-2 748,-4 33 0,10-4 0,-13-26 0,0 9 674,0-36-674,0 20 1961,-13-37-1961,-3 11 3158,-14-28-3158,-14-2 0,-2-14 272,-1 0-272,-23 0 0,20-13 0,14 19 0,-1 1 0</inkml:trace>
  <inkml:trace contextRef="#ctx0" brushRef="#br0" timeOffset="1328">15006 11921 24575,'0'-16'0,"0"2"0,0 1 0,0 10 0,0-11 0,0 14 0,0 14 0,14-11 0,2 10 0,28 1-3148,2-11 3148,-4 10 0,3 1 0,35-11 0,-17 4 0,3-1-2871,-5-5 1,2-2 2870,17 0 0,3 2 0,-1 6 0,2-1-904,-25-4 1,1-2-1,1 2 904,2 2 0,2 1 0,0-1-981,0-3 1,0-1 0,1-1 980,3 1 0,2 0 0,-1 0-416,0 0 1,0 0 0,-1 0 415,1 0 0,0 0 0,0 0 0,0 0 0,0 0 0,0 0 0,0 0 0,0 0 0,-1 0-199,1 0 0,0 0 0,0 0 199,0 0 0,0 0 0,0 0 0,0 0 0,0 0 0,-1 0 0,2 0 0,-1 0 0,-1 0 0,-3 1 0,-1-1 0,0-1 0,5-3 0,-1-1 0,-1 1 113,17 2 1,0 0-114,-22-2 0,2-1 0,-4 1 0,10 4 0,-2 0 0,5 1 0,-2-2 0,-10-5 0,-4-1 0,-3 5 0,-3 1 873,-6-6 0,-2 0-873,29 7 0,-13-13 0,-14 10 0,-2-24 3006,-28 24-3006,-2-11 4495,-14 14-4495,-14 0 0,-2 0 0,-28 14 0,-2-11 0,-1 10 3605,-9-13-3605,9 0 0,-13 0 0,0 14 0,0 2 0</inkml:trace>
  <inkml:trace contextRef="#ctx0" brushRef="#br0" timeOffset="51953">9106 12281 24575,'56'13'0,"-19"4"0,19 13-2364,-12 0 2364,-11-14 0,24 11 0,-24-11 0,23 1 0,-22 10 0,22-24 0,-9 24 0,13-11 0,-14 1 0,11 10 0,-10-24 0,26 10 0,3-13 0</inkml:trace>
  <inkml:trace contextRef="#ctx0" brushRef="#br0" timeOffset="55516">16744 9645 24575,'-17'0'0,"-10"0"0,24-14 0,-24 11 0,24-10 0,-24 13 0,11 0 0,-1 0 0,-9 0 0,22 0 0,-22-13 0,9 9 0,-13-9 0,0 0 0,13 9 0,-9-9 0,9 13 0,-13 0 0,0-13 0,0 9 0,-13-9-1321,10 13 1321,-24-13 0,24 9 0,-24-9 0,24 26 0,-10 4 0</inkml:trace>
  <inkml:trace contextRef="#ctx0" brushRef="#br0" timeOffset="57053">16833 9375 24575,'0'-16'0,"-13"2"0,-3 14 0,-1 0 0,-10 0 0,11 0 0,-1-13 0,-10 10 0,11-11 0,-14 14 0,0 14 0,0-11 0,13 10 0,-9-13 0,9 14 0,-13-11 0,0 10 0,0 1 0,0-11 0,-13 10 0,10 1 0,-11-11 0,14 10 0,-13-13-505,10 13 505,-10-9 0,13 22 0,-14-22 0,11 22 0,-10-22 0,13 22 0,0-9 0,-13 0 0,9 9 0,-9-22 0,13 22 0,0-9 0,0-1 0,14 11 0,-11-10 0,10-1 0,-13 11 0,0-10 0,0 13 0,14-14 0,-11 11 0,11-11 0,-14 14 0,0-13 0,0 10 0,0-11 0,13 14 0,-10-13 0,11 10 0,-14-24 0,13 24 0,-9-24 0,9 23 0,0-9 0,-9 0 505,22 9-505,-9-22 0,0 22 0,9-22 0,-9 22 0,13-22 0,0 22 0,0-22 0,-13 22 0,9-22 0,-9 22 0,13-23 0,0 24 0,0-24 0,-13 24 0,10-10 0,-11-1 0,14 11 0,0-10 0,0 13 0,0-1 0,0 1 0,0 0 0,14 0 0,-11 0 0,10 0 0,-13-13 0,0 10 0,0-11 0,13 14 0,-9 0 0,9 0 0,-13 0 0,13 0 0,-9-13 0,9 9 0,0-9 0,-9-1 0,22 11 0,-22-10 0,9 13 0,0 0 0,-9-14 0,22 11 0,-22-10 0,22 13 0,-22-14 0,22 11 0,-23-24 0,24 24 0,-24-24 0,24 24 0,-10-24 0,-1 24 0,11-24 0,-24 24 0,24-11 0,-24 1 0,24 9 0,-10-22 0,-1 22 0,11-9 0,-11 0 0,1 9 0,10-22 0,-11 22 0,1-22 0,-4 22 0,1-22 0,2 9 0,14 0 0,0-9 0,-13 9 0,9 0 0,-9-10 0,0 24 0,9-24 0,-9 11 0,0-1 0,9-10 0,-9 24 0,13-24 0,-14 11 0,11-14 0,-24 13 0,24-10 0,-24 11 0,11-14 0,-1 13 0,-10-10 0,24 11 0,-24-14 0,11 0 0,-14 0 0,13 0 0,-10 0 0,11 0 0,-1 0 0,-10 0 0,24 0 0,-24 0 0,24 0 0,-24 0 0,24 0 0,-24 0 0,24 0 0,-24 0 0,24 0 0,-11 0 0,1 0 0,10 0 0,-24 0 0,10 0 0,0 0 0,-9 0 0,22 0 0,-22 0 0,22 0 0,-9-14 0,0 11 0,9-10 0,-22 13 0,22 0 0,-9 0 0,0 0 0,9 0 0,-9 0 0,-1-14 0,11 11 0,-10-10 0,13 13 0,0-14 0,0 11 0,-1-24 0,1 24 0,0-24 0,-13 24 0,10-10 0,-11-1 0,14 11 0,-13-23 0,10 22 0,-11-22 0,14 22 0,-13-22 0,9 22 0,-22-22 0,22 22 0,-22-22 0,22 22 0,-22-22 0,9 22 0,0-9 0,-9 0 0,22 9 0,-22-22 0,22 23 0,-23-11 0,24 1 0,-24 10 0,11-24 0,-1 24 0,-10-24 0,24 10 0,-24 1 0,24-11 0,-24 24 0,11-24 0,-1 11 0,-10-1 0,24-10 0,-24 24 0,11-24 0,-14 11 0,13-14 0,-10 0 0,10 13 0,-13-10 0,0 11 0,0-14 0,0 0 0,14 13 0,-11-9 0,10 9 0,-13-13 0,0 0 0,0 0 0,14 0 0,-11 0 0,10 0 0,-13-13 0,0 10 0,14-11 0,-11 15 0,10-1 0,-13 0 0,0 0 0,0 0 0,-13 0 0,10 0 0,-11 0 0,14 0 0,-13-13-961,10 9 961,-24-9-419,24 13 419,-24-13 0,11 10-1090,-1-24 1090,-10 10 0,11 1 0,-14-11 0,0 11-2782,0-14 2782,-14 0 0,-2 0-1151,-1 0 1151,-9 0 0,9 0-1915,-13 0 1915,0 14 0,0-11 0,0 11 0,1-1-257,12 4 257,-10 26 0,11-10 0,-14 24 0,0-10 0,0 13-2489,0 0 2489,-13 13 0,-4 4-673,33 3 1,-1 3 672,-1-8 0,2 3 0,-2 15 0,2 4 0,-1-6 0,0 1 0,0 13 0,0 0 0</inkml:trace>
  <inkml:trace contextRef="#ctx0" brushRef="#br0" timeOffset="60285">15845 11771 24575,'13'-16'0,"-9"3"0,9 13 0,-13 0 0,0 0 0,13 0 0,-9 0 0,9 0 0,-13 0 0,0 0 0,0 13 0,0-10 0,0 10 0,-13-13 0,9 0 0,-9 0 0,13 0 0,0 14 0,-13-11 0,9 10 0,-9-13 0,13 14 0,-13-11 0,9 10 0,-9 1 0,0-11 0,9 24 0,-9-24 0,0 24 0,10-11 0,-24 1 0,24 9 0,-24-22 0,24 22 0,-24-9 0,24 13 0,-24-13 0,10 9 0,1-9 0,-11 13 0,24-13 0,-24 9 0,24-9 0,-24 13 0,24-14 0,-24 11 0,24-10 0,-24-1 0,11 11 0,-14-10 0,13 13 0,-10-14 0,24 11 0,-24-24 0,24 24 0,-23-24 0,22 24 0,-22-11 0,9 14 0,-13-13 0,0 10 0,0-11 0,13 1 0,-9 9 0,9-9 0,-13 13 0,0-13 0,14 9 0,-11-9 0,10 13 0,-13-13 0,0 9 0,1-9 0,-1 13 0,0-14 0,0 11 0,0-24 0,0 24 0,0-10 0,-13-1-450,9 11 450,-9-24 0,13 24 0,0-24 0,0 24 0,0-24 0,0 10 0,0 1 0,0-11 0,0 24 0,0-24 0,0 24 0,1-11 0,-1 1 0,0 10 0,-14-24 0,11 24 0,-10-11 0,0 1-1213,9 9 1213,-9-9 0,0 0 0,9-4 0,-9 0 0,0-9 0,10 9 0,-11-13 0,14 13 0,0-9 0,-13 9 0,10-13 0,-10 0 0,13 0 0,0 0 0,-14-13 0,11 9 0,-10-9 0,13 13 0,0 0 0,-13 0-65,9-13 65,-9 9 0,13-9 0,-13 13 0,10 0 0,-11-13 0,1 9 0,10-9 0,-10 13 0,-1 0 0,11 0 0,-23-13 0,22 9 0,-9-9 0,0 13 0,9 0 0,-9 0 0,0-13 0,10 9 0,-11-9 0,14 13 0,0 0 0,0 0 0,1-13 0,-15 10 481,11-11-481,-10 1 0,13 10 0,13-11 0,-10 14 500,11 0-500,-1-13 0,-9 10 0,9-11 747,-13 14-747,13 0 0,-9 0 0,9-13 0,-13 10 0,13-11 0,-9 14 0,9 0 0,-13 0 0,14-13 0,-11 10 0,10-11 0,-13 1 0,0 10 0,1-11 0,12 14 0,-10-13 0,24 10 0,-24-11 0,24 14 0,-24-13 0,24 10 0,-24-10 0,24 13 0,-24-14 0,24 11 0,-10-10 0,-1-1 0,11 11 0,-23-10 0,22-1 0,-22 11 0,22-24 0,-22 24 0,22-24 0,-9 24 0,0-10 0,9-1 0,-9 11 0,0-10 0,9 0 0,-9 9 0,13-22 0,-13 22 0,9-9 0,-9 0 0,0 9 0,9-22 0,-9 22 0,0-9 0,10 0 0,-11 9 0,14-9 0,-13 0 0,10 9 0,-11-9 0,1 0 0,10 9 0,-11-9 0,14 0 0,-13 10 0,10-24 0,-11 24 0,1-24 0,10 10 0,-24 1 0,24-11 0,-11 24 0,14-11 0,-13 1 0,10 10 0,-10-24 0,13 24 0,-14-11 0,11 14 0,-10 0 0,13 0 0,0 0 0,13 0 0,-10 0 0,11 0 0,-14 0 0,0 0 0,13 0 0,-10 0 0,24 0 0,-24 0 0,24-13 0,-11 10 0,1-10 0,10 13 0,-24 0 0,24 0 0,-24 0 0,24 0 0,-11 0 0,1 0 0,9 0 0,-22 13 0,22-23 0,-9 20 0,0-23 0,9 13 0,-9 0 0,13 0 0,0 13 0,0-10 0,0 10 0,0-13 0,0 0 0,-14 0 0,11 0 0,-10-13 0,-1 10 0,-2-10 0,-1 13 0,-10 13 0,10-10 0,-13 10 0,0-13 0,0 0 0,-13 0 0,10 0 0,-10 0 0,13 0 0,0 0 0,-14 0 0,11 14 0,-10-11 0,-1 10 0,11-13 0,-24 0 0,24 0 0,-24 14 0,11-11 0,-1 10 0,-10-13 0,24 0 0,-10 0 0,-1 0 0,11 14 0,-23-11 0,22 10 0,-22-13 0,22 0 0,-22 0 0,22 14 0,-22-11 0,9 10 0,0-13 0,-9 0 0,22 14 0,-22-11 0,9 10 0,1-13 0,2 0 0,1 0 0,10 0 0,-11 0 0,1 0 0,10 0 0,-11 0 0,1 0 0,10 0 0,-11 0 0,14 0 0,0 0 0,-13 0 0,10 0 0,-11 0 0,1 0 0,10 0 0,-11-13 0,1 10 0,10-11 0,-10 14 0,13 0 0,-14 0 0,11-13 0,-10 10 0,13-11 0,-14 14 0,11 0 0,-10 0 0,13 0 0,0-13 0,0 10 0,-14-11 0,11 14 0,-10 0 0,13 0 0,0 0 0,0 14 0,0-11 0,0 10 0,0-26 0,13 10 0,-10 3 0,11 3 0,-14 24 0,13-24 0,-10 24 0,11-11 0,-14 14 0,13-13 0,-10 9 0,11-9 0,-1 0 0,-10 9 0,10-22 0,-13 22 0,0-22 0,0 22 0,0-22 0,0 9 0,0-13 0,0 0 0,0 13 0,0-9 0,0 9 0,14-13 0,-11 0 0,10 0 0,-13 0 0,0 0 0,0-13 0,0 9 0,0-9 0,0 13 0,0-13 0,14 9 0,-11-22 0,10 9 0,1-13 0,-11 0 0,10 0 0,-13 0 0,14 0 0,-11 0 0,10 0 0,1 0 0,-11 0 0,10-13 0,-13 23 0,0-20 0,0 24 0,0-1 0,0-10 0,0 24 0,0-10 0,0 13 0,0 0 0,0 13 0,0-10 0,0 24 0,0-10 0,0 13 0,-13 0 0,10-1 0,-11 15-1049,14 2 1049,0 1 0,0 10 0,0-24 0,0 23 0,0-9 0,0 0 0,0-4 0,0-13 0,0 0 0,0 0 0,0-14 0,0 11 0,0-24 0,0 24 1049,0-24-1049,0 11 0,0-14 0,0 0 0,-13 0 0,10 0 0,-11 0 0,1-14 0,10 11 0,-11-10 0,1-1 0,10 11 0,-24-24 0,24 11 0,-11-14 0,1 0 0,10 0 0,-10 0 0,13 0 0,0-13-800,0 9 800,0-9 0,-14 13 0,11 14 0,-10-11 0,13 10 0,0 1 0,0 2 0,0 1 800,0 10-800,0-11 0,0 14 0,0 14 0,0-11 0,-14 24 0,11-24 0,-10 24 0,13-11 0,0 1 0,0 9 0,0-22 0,0 22 0,0-22 0,0 9 0,0 0 0,0-9 0,0 9 0,0-13 0,0 0 0,0-13 0,0 9 0,13-9 0,-10 0 0,11-4 0,-14 0 0,0-9 0,13 9 0,-10-13 0,11 14 0,-14-11 0,0 24 0,0-24 0,0 24 0,0-11 0,0 14 0,0-13 0,13 10 0,-10-11 0,10 14 0,-13 0 0,0 0 0,0 14 0,0-11 0,0 10 0,0 1 0,14-11 0,-11 24 0,10-24 0,-13 24 0,14-24 0,-11 10 0,10 1 0,-13-11 0,0 10 0,0-13 0,0 0 0,-13 0 0,10 0 0,-11 0 0,14-13 0,14 10 0,-11-11 0,10 14 0,1 0 0,-11 0 0,10 0 0,1 14 0,2-11 0,14 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283B06-93A5-4CF1-9190-ED206EC2E2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338C72-4999-48C0-AB5B-0D7ECB3C10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ED23FA-38C4-4877-A4F3-44A89ABE8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527F1-B930-4B63-9751-0E1C12DD33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6A5372-FD79-43E8-868A-53EB5C7128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94564C-648C-4C79-8A0A-58EFF40D43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CFEB2-3EF9-4169-AEFD-8D3EDB732A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2F739C-A2E5-404F-8652-069D8BE519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69A765-E141-4034-AAEC-8EF3730674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846CEF-3FB6-4A78-9CED-103A4F5F09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736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906D71-DEEB-4B05-8855-1B496596C50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customXml" Target="../ink/ink2.xml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png"/><Relationship Id="rId4" Type="http://schemas.openxmlformats.org/officeDocument/2006/relationships/image" Target="../media/image7.wmf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png"/><Relationship Id="rId4" Type="http://schemas.openxmlformats.org/officeDocument/2006/relationships/image" Target="../media/image9.wmf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customXml" Target="../ink/ink5.xml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customXml" Target="../ink/ink6.xml"/><Relationship Id="rId10" Type="http://schemas.openxmlformats.org/officeDocument/2006/relationships/image" Target="../media/image13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6.bin"/><Relationship Id="rId7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customXml" Target="../ink/ink8.xml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customXml" Target="../ink/ink9.xml"/><Relationship Id="rId10" Type="http://schemas.openxmlformats.org/officeDocument/2006/relationships/image" Target="../media/image20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1.png"/><Relationship Id="rId4" Type="http://schemas.openxmlformats.org/officeDocument/2006/relationships/image" Target="../media/image24.wmf"/><Relationship Id="rId9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png"/><Relationship Id="rId5" Type="http://schemas.openxmlformats.org/officeDocument/2006/relationships/customXml" Target="../ink/ink13.xml"/><Relationship Id="rId4" Type="http://schemas.openxmlformats.org/officeDocument/2006/relationships/image" Target="../media/image2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27.bin"/><Relationship Id="rId7" Type="http://schemas.openxmlformats.org/officeDocument/2006/relationships/customXml" Target="../ink/ink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3.png"/><Relationship Id="rId4" Type="http://schemas.openxmlformats.org/officeDocument/2006/relationships/image" Target="../media/image31.wmf"/><Relationship Id="rId9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1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customXml" Target="../ink/ink20.xml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customXml" Target="../ink/ink21.xml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.wmf"/><Relationship Id="rId11" Type="http://schemas.openxmlformats.org/officeDocument/2006/relationships/customXml" Target="../ink/ink23.xml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50.png"/><Relationship Id="rId4" Type="http://schemas.openxmlformats.org/officeDocument/2006/relationships/image" Target="../media/image43.wmf"/><Relationship Id="rId9" Type="http://schemas.openxmlformats.org/officeDocument/2006/relationships/customXml" Target="../ink/ink2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customXml" Target="../ink/ink25.xml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7.wmf"/><Relationship Id="rId11" Type="http://schemas.openxmlformats.org/officeDocument/2006/relationships/customXml" Target="../ink/ink24.xml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58.png"/><Relationship Id="rId4" Type="http://schemas.openxmlformats.org/officeDocument/2006/relationships/image" Target="../media/image5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61.jpeg"/><Relationship Id="rId4" Type="http://schemas.openxmlformats.org/officeDocument/2006/relationships/image" Target="../media/image6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62.jpeg"/><Relationship Id="rId4" Type="http://schemas.openxmlformats.org/officeDocument/2006/relationships/image" Target="../media/image6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4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9.jpeg"/><Relationship Id="rId4" Type="http://schemas.openxmlformats.org/officeDocument/2006/relationships/image" Target="../media/image6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71.jpeg"/><Relationship Id="rId4" Type="http://schemas.openxmlformats.org/officeDocument/2006/relationships/image" Target="../media/image7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73.jpeg"/><Relationship Id="rId4" Type="http://schemas.openxmlformats.org/officeDocument/2006/relationships/image" Target="../media/image7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7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5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7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80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8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86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65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94.png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100.png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98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DSP: Systems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4/20/21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95A7CB-4BB5-7E41-815C-091F0DE7CEBF}"/>
                  </a:ext>
                </a:extLst>
              </p14:cNvPr>
              <p14:cNvContentPartPr/>
              <p14:nvPr/>
            </p14:nvContentPartPr>
            <p14:xfrm>
              <a:off x="-360" y="226080"/>
              <a:ext cx="76320" cy="8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95A7CB-4BB5-7E41-815C-091F0DE7CE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720" y="216720"/>
                <a:ext cx="95040" cy="10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Discrete-Time Systems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08720"/>
            <a:ext cx="8496944" cy="5472608"/>
          </a:xfrm>
        </p:spPr>
        <p:txBody>
          <a:bodyPr/>
          <a:lstStyle/>
          <a:p>
            <a:r>
              <a:rPr lang="en-US" dirty="0"/>
              <a:t>Discrete-Time System is a mathematical operation that maps a given input sequence x[n] into an output sequence y[n]</a:t>
            </a:r>
          </a:p>
          <a:p>
            <a:endParaRPr lang="en-US" dirty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r>
              <a:rPr lang="en-US" dirty="0"/>
              <a:t>Example Discrete-Time Systems</a:t>
            </a:r>
          </a:p>
          <a:p>
            <a:pPr lvl="1"/>
            <a:r>
              <a:rPr lang="en-US" dirty="0"/>
              <a:t>Moving (Running) Average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Maximum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Ideal Delay System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1193800" y="1963738"/>
          <a:ext cx="1882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Equation" r:id="rId3" imgW="1066680" imgH="215640" progId="Equation.3">
                  <p:embed/>
                </p:oleObj>
              </mc:Choice>
              <mc:Fallback>
                <p:oleObj name="Equation" r:id="rId3" imgW="1066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1963738"/>
                        <a:ext cx="18827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114925" y="1781175"/>
            <a:ext cx="1397000" cy="75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Verdana" pitchFamily="34" charset="0"/>
              </a:rPr>
              <a:t>T{.}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4144963" y="1781175"/>
            <a:ext cx="506412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x[n]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7048500" y="1781175"/>
            <a:ext cx="582613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y[n]</a:t>
            </a:r>
          </a:p>
        </p:txBody>
      </p:sp>
      <p:cxnSp>
        <p:nvCxnSpPr>
          <p:cNvPr id="32779" name="AutoShape 11"/>
          <p:cNvCxnSpPr>
            <a:cxnSpLocks noChangeShapeType="1"/>
            <a:stCxn id="32777" idx="3"/>
            <a:endCxn id="32773" idx="1"/>
          </p:cNvCxnSpPr>
          <p:nvPr/>
        </p:nvCxnSpPr>
        <p:spPr bwMode="auto">
          <a:xfrm>
            <a:off x="4651375" y="2159000"/>
            <a:ext cx="4635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0" name="AutoShape 12"/>
          <p:cNvCxnSpPr>
            <a:cxnSpLocks noChangeShapeType="1"/>
            <a:stCxn id="32773" idx="3"/>
            <a:endCxn id="32778" idx="1"/>
          </p:cNvCxnSpPr>
          <p:nvPr/>
        </p:nvCxnSpPr>
        <p:spPr bwMode="auto">
          <a:xfrm>
            <a:off x="6511925" y="2159000"/>
            <a:ext cx="5365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2783" name="Object 15"/>
          <p:cNvGraphicFramePr>
            <a:graphicFrameLocks noChangeAspect="1"/>
          </p:cNvGraphicFramePr>
          <p:nvPr/>
        </p:nvGraphicFramePr>
        <p:xfrm>
          <a:off x="2022475" y="3524250"/>
          <a:ext cx="50466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Equation" r:id="rId5" imgW="2869920" imgH="215640" progId="Equation.3">
                  <p:embed/>
                </p:oleObj>
              </mc:Choice>
              <mc:Fallback>
                <p:oleObj name="Equation" r:id="rId5" imgW="2869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3524250"/>
                        <a:ext cx="504666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/>
        </p:nvGraphicFramePr>
        <p:xfrm>
          <a:off x="2095500" y="4603750"/>
          <a:ext cx="42433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Equation" r:id="rId7" imgW="2412720" imgH="215640" progId="Equation.3">
                  <p:embed/>
                </p:oleObj>
              </mc:Choice>
              <mc:Fallback>
                <p:oleObj name="Equation" r:id="rId7" imgW="241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4603750"/>
                        <a:ext cx="424338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8"/>
          <p:cNvGraphicFramePr>
            <a:graphicFrameLocks noChangeAspect="1"/>
          </p:cNvGraphicFramePr>
          <p:nvPr/>
        </p:nvGraphicFramePr>
        <p:xfrm>
          <a:off x="3338513" y="5535613"/>
          <a:ext cx="19431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Equation" r:id="rId9" imgW="1104840" imgH="228600" progId="Equation.3">
                  <p:embed/>
                </p:oleObj>
              </mc:Choice>
              <mc:Fallback>
                <p:oleObj name="Equation" r:id="rId9" imgW="1104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5535613"/>
                        <a:ext cx="19431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476C10-5475-6E4F-8F6A-6C5F3A4EFE5D}"/>
                  </a:ext>
                </a:extLst>
              </p14:cNvPr>
              <p14:cNvContentPartPr/>
              <p14:nvPr/>
            </p14:nvContentPartPr>
            <p14:xfrm>
              <a:off x="200520" y="1304280"/>
              <a:ext cx="8854200" cy="551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476C10-5475-6E4F-8F6A-6C5F3A4EFE5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1160" y="1294920"/>
                <a:ext cx="8872920" cy="55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498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Memoryless System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Memoryless</a:t>
            </a:r>
            <a:r>
              <a:rPr lang="en-US" dirty="0"/>
              <a:t> System</a:t>
            </a:r>
          </a:p>
          <a:p>
            <a:pPr lvl="1"/>
            <a:r>
              <a:rPr lang="en-US" dirty="0"/>
              <a:t>A system is </a:t>
            </a:r>
            <a:r>
              <a:rPr lang="en-US" dirty="0" err="1"/>
              <a:t>memoryless</a:t>
            </a:r>
            <a:r>
              <a:rPr lang="en-US" dirty="0"/>
              <a:t> if the output y[n] at every value of n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/>
              <a:t>depends only on the input x[n] at the same value of n</a:t>
            </a:r>
          </a:p>
          <a:p>
            <a:endParaRPr lang="en-US" dirty="0"/>
          </a:p>
          <a:p>
            <a:r>
              <a:rPr lang="en-US" dirty="0"/>
              <a:t>Example </a:t>
            </a:r>
            <a:r>
              <a:rPr lang="en-US" dirty="0" err="1"/>
              <a:t>Memoryless</a:t>
            </a:r>
            <a:r>
              <a:rPr lang="en-US" dirty="0"/>
              <a:t> Systems</a:t>
            </a:r>
          </a:p>
          <a:p>
            <a:pPr lvl="1"/>
            <a:r>
              <a:rPr lang="en-US" dirty="0"/>
              <a:t>Square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Sign</a:t>
            </a:r>
          </a:p>
          <a:p>
            <a:pPr lvl="1"/>
            <a:endParaRPr lang="en-US" dirty="0">
              <a:latin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</a:endParaRPr>
          </a:p>
          <a:p>
            <a:r>
              <a:rPr lang="en-US" dirty="0"/>
              <a:t>Counter Example</a:t>
            </a:r>
          </a:p>
          <a:p>
            <a:pPr lvl="1"/>
            <a:r>
              <a:rPr lang="en-US" dirty="0"/>
              <a:t>Ideal Delay System</a:t>
            </a:r>
          </a:p>
          <a:p>
            <a:pPr lvl="1"/>
            <a:endParaRPr lang="en-US" dirty="0"/>
          </a:p>
          <a:p>
            <a:pPr>
              <a:buFontTx/>
              <a:buNone/>
            </a:pPr>
            <a:endParaRPr lang="en-US" dirty="0">
              <a:latin typeface="Times New Roman" pitchFamily="18" charset="0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2239963" y="3175000"/>
          <a:ext cx="16303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Equation" r:id="rId3" imgW="927000" imgH="253800" progId="Equation.3">
                  <p:embed/>
                </p:oleObj>
              </mc:Choice>
              <mc:Fallback>
                <p:oleObj name="Equation" r:id="rId3" imgW="927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175000"/>
                        <a:ext cx="163036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2239963" y="4171950"/>
          <a:ext cx="20542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Equation" r:id="rId5" imgW="1168200" imgH="215640" progId="Equation.3">
                  <p:embed/>
                </p:oleObj>
              </mc:Choice>
              <mc:Fallback>
                <p:oleObj name="Equation" r:id="rId5" imgW="1168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4171950"/>
                        <a:ext cx="205422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579295"/>
              </p:ext>
            </p:extLst>
          </p:nvPr>
        </p:nvGraphicFramePr>
        <p:xfrm>
          <a:off x="2195736" y="5907682"/>
          <a:ext cx="19431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7" imgW="1104840" imgH="228600" progId="Equation.3">
                  <p:embed/>
                </p:oleObj>
              </mc:Choice>
              <mc:Fallback>
                <p:oleObj name="Equation" r:id="rId7" imgW="1104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5907682"/>
                        <a:ext cx="19431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A7E446-6ACA-2C41-A772-F903921D4326}"/>
                  </a:ext>
                </a:extLst>
              </p14:cNvPr>
              <p14:cNvContentPartPr/>
              <p14:nvPr/>
            </p14:nvContentPartPr>
            <p14:xfrm>
              <a:off x="4503960" y="5045400"/>
              <a:ext cx="2382840" cy="1080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A7E446-6ACA-2C41-A772-F903921D432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4600" y="5036040"/>
                <a:ext cx="2401560" cy="109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046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Systems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Linear System: A system is linear if and only if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Ideal Delay System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821329"/>
              </p:ext>
            </p:extLst>
          </p:nvPr>
        </p:nvGraphicFramePr>
        <p:xfrm>
          <a:off x="1352550" y="1787277"/>
          <a:ext cx="6361113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Equation" r:id="rId3" imgW="3606480" imgH="685800" progId="Equation.3">
                  <p:embed/>
                </p:oleObj>
              </mc:Choice>
              <mc:Fallback>
                <p:oleObj name="Equation" r:id="rId3" imgW="360648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1787277"/>
                        <a:ext cx="6361113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862615"/>
              </p:ext>
            </p:extLst>
          </p:nvPr>
        </p:nvGraphicFramePr>
        <p:xfrm>
          <a:off x="3709020" y="3717925"/>
          <a:ext cx="19431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Equation" r:id="rId5" imgW="1104840" imgH="228600" progId="Equation.3">
                  <p:embed/>
                </p:oleObj>
              </mc:Choice>
              <mc:Fallback>
                <p:oleObj name="Equation" r:id="rId5" imgW="1104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020" y="3717925"/>
                        <a:ext cx="19431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1624013" y="4292600"/>
          <a:ext cx="5754687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Equation" r:id="rId7" imgW="3263760" imgH="914400" progId="Equation.3">
                  <p:embed/>
                </p:oleObj>
              </mc:Choice>
              <mc:Fallback>
                <p:oleObj name="Equation" r:id="rId7" imgW="3263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4292600"/>
                        <a:ext cx="5754687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C29F84-13F5-C44E-BE15-3E1704EE5E97}"/>
                  </a:ext>
                </a:extLst>
              </p14:cNvPr>
              <p14:cNvContentPartPr/>
              <p14:nvPr/>
            </p14:nvContentPartPr>
            <p14:xfrm>
              <a:off x="847440" y="1370880"/>
              <a:ext cx="7284240" cy="465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C29F84-13F5-C44E-BE15-3E1704EE5E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8080" y="1361520"/>
                <a:ext cx="7302960" cy="46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47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Time-Invariant Systems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Time-Invariant (shift-invariant) Systems</a:t>
            </a:r>
          </a:p>
          <a:p>
            <a:pPr lvl="1"/>
            <a:r>
              <a:rPr lang="en-US" dirty="0"/>
              <a:t>A time shift at the input causes corresponding time-shift at output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Square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Counter Example</a:t>
            </a:r>
          </a:p>
          <a:p>
            <a:pPr lvl="1"/>
            <a:r>
              <a:rPr lang="en-US" dirty="0"/>
              <a:t>Compressor System</a:t>
            </a:r>
          </a:p>
          <a:p>
            <a:endParaRPr lang="en-US" dirty="0"/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443394"/>
              </p:ext>
            </p:extLst>
          </p:nvPr>
        </p:nvGraphicFramePr>
        <p:xfrm>
          <a:off x="1968500" y="2089671"/>
          <a:ext cx="51292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" name="Equation" r:id="rId3" imgW="2908080" imgH="228600" progId="Equation.3">
                  <p:embed/>
                </p:oleObj>
              </mc:Choice>
              <mc:Fallback>
                <p:oleObj name="Equation" r:id="rId3" imgW="2908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2089671"/>
                        <a:ext cx="51292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072866"/>
              </p:ext>
            </p:extLst>
          </p:nvPr>
        </p:nvGraphicFramePr>
        <p:xfrm>
          <a:off x="971600" y="3356992"/>
          <a:ext cx="16303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" name="Equation" r:id="rId5" imgW="927000" imgH="253800" progId="Equation.3">
                  <p:embed/>
                </p:oleObj>
              </mc:Choice>
              <mc:Fallback>
                <p:oleObj name="Equation" r:id="rId5" imgW="927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356992"/>
                        <a:ext cx="16303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2965450" y="3046413"/>
          <a:ext cx="596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" name="Equation" r:id="rId7" imgW="3746160" imgH="533160" progId="Equation.3">
                  <p:embed/>
                </p:oleObj>
              </mc:Choice>
              <mc:Fallback>
                <p:oleObj name="Equation" r:id="rId7" imgW="37461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3046413"/>
                        <a:ext cx="5969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887413" y="5202238"/>
          <a:ext cx="160813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" name="Equation" r:id="rId9" imgW="914400" imgH="215640" progId="Equation.3">
                  <p:embed/>
                </p:oleObj>
              </mc:Choice>
              <mc:Fallback>
                <p:oleObj name="Equation" r:id="rId9" imgW="914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5202238"/>
                        <a:ext cx="160813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2836863" y="5026025"/>
          <a:ext cx="601027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7" name="Equation" r:id="rId11" imgW="3771720" imgH="457200" progId="Equation.3">
                  <p:embed/>
                </p:oleObj>
              </mc:Choice>
              <mc:Fallback>
                <p:oleObj name="Equation" r:id="rId11" imgW="3771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5026025"/>
                        <a:ext cx="6010275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16F381-2C3A-C54B-91EC-D52DEA3613F3}"/>
                  </a:ext>
                </a:extLst>
              </p14:cNvPr>
              <p14:cNvContentPartPr/>
              <p14:nvPr/>
            </p14:nvContentPartPr>
            <p14:xfrm>
              <a:off x="641160" y="1452600"/>
              <a:ext cx="8085960" cy="5216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16F381-2C3A-C54B-91EC-D52DEA3613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1800" y="1443240"/>
                <a:ext cx="8104680" cy="52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E44C97-C6AF-B047-9C06-678F7AB91791}"/>
                  </a:ext>
                </a:extLst>
              </p14:cNvPr>
              <p14:cNvContentPartPr/>
              <p14:nvPr/>
            </p14:nvContentPartPr>
            <p14:xfrm>
              <a:off x="6001920" y="473760"/>
              <a:ext cx="1874880" cy="110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E44C97-C6AF-B047-9C06-678F7AB917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92560" y="464400"/>
                <a:ext cx="1893600" cy="112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226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Causal System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Causality</a:t>
            </a:r>
          </a:p>
          <a:p>
            <a:pPr lvl="1"/>
            <a:r>
              <a:rPr lang="en-US" dirty="0"/>
              <a:t>A system is causal it’s output is a function of only the current and previous samples</a:t>
            </a:r>
          </a:p>
          <a:p>
            <a:pPr lvl="1"/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Backward Difference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Counter Example</a:t>
            </a:r>
          </a:p>
          <a:p>
            <a:pPr lvl="1"/>
            <a:r>
              <a:rPr lang="en-US" dirty="0"/>
              <a:t>Forward Difference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5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700242"/>
              </p:ext>
            </p:extLst>
          </p:nvPr>
        </p:nvGraphicFramePr>
        <p:xfrm>
          <a:off x="3349625" y="5013176"/>
          <a:ext cx="25908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Equation" r:id="rId3" imgW="1473120" imgH="215640" progId="Equation.3">
                  <p:embed/>
                </p:oleObj>
              </mc:Choice>
              <mc:Fallback>
                <p:oleObj name="Equation" r:id="rId3" imgW="1473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5013176"/>
                        <a:ext cx="25908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727015"/>
              </p:ext>
            </p:extLst>
          </p:nvPr>
        </p:nvGraphicFramePr>
        <p:xfrm>
          <a:off x="3302000" y="3481635"/>
          <a:ext cx="25685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name="Equation" r:id="rId5" imgW="1460160" imgH="215640" progId="Equation.3">
                  <p:embed/>
                </p:oleObj>
              </mc:Choice>
              <mc:Fallback>
                <p:oleObj name="Equation" r:id="rId5" imgW="1460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481635"/>
                        <a:ext cx="256857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A5DE03-CD74-584D-9EA8-4366413D9BEE}"/>
                  </a:ext>
                </a:extLst>
              </p14:cNvPr>
              <p14:cNvContentPartPr/>
              <p14:nvPr/>
            </p14:nvContentPartPr>
            <p14:xfrm>
              <a:off x="3655080" y="3185280"/>
              <a:ext cx="2358720" cy="2856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A5DE03-CD74-584D-9EA8-4366413D9B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45720" y="3175920"/>
                <a:ext cx="2377440" cy="28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458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Stable System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Stability (in the sense of bounded-input bounded-output BIBO)</a:t>
            </a:r>
          </a:p>
          <a:p>
            <a:pPr lvl="1"/>
            <a:r>
              <a:rPr lang="en-US" dirty="0"/>
              <a:t>A system is stable if and only if every bounded input produces a bounded output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Square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Counter Example</a:t>
            </a:r>
          </a:p>
          <a:p>
            <a:pPr lvl="1"/>
            <a:r>
              <a:rPr lang="en-US" dirty="0"/>
              <a:t>Log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483692"/>
              </p:ext>
            </p:extLst>
          </p:nvPr>
        </p:nvGraphicFramePr>
        <p:xfrm>
          <a:off x="2587625" y="2115641"/>
          <a:ext cx="39417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1" name="Equation" r:id="rId3" imgW="2234880" imgH="253800" progId="Equation.3">
                  <p:embed/>
                </p:oleObj>
              </mc:Choice>
              <mc:Fallback>
                <p:oleObj name="Equation" r:id="rId3" imgW="2234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2115641"/>
                        <a:ext cx="39417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3338513" y="2916238"/>
          <a:ext cx="16303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2" name="Equation" r:id="rId5" imgW="927000" imgH="253800" progId="Equation.3">
                  <p:embed/>
                </p:oleObj>
              </mc:Choice>
              <mc:Fallback>
                <p:oleObj name="Equation" r:id="rId5" imgW="927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2916238"/>
                        <a:ext cx="163036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7"/>
          <p:cNvGraphicFramePr>
            <a:graphicFrameLocks noChangeAspect="1"/>
          </p:cNvGraphicFramePr>
          <p:nvPr/>
        </p:nvGraphicFramePr>
        <p:xfrm>
          <a:off x="2214563" y="3419475"/>
          <a:ext cx="43053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3" name="Equation" r:id="rId7" imgW="2705040" imgH="533160" progId="Equation.3">
                  <p:embed/>
                </p:oleObj>
              </mc:Choice>
              <mc:Fallback>
                <p:oleObj name="Equation" r:id="rId7" imgW="270504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419475"/>
                        <a:ext cx="43053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8"/>
          <p:cNvGraphicFramePr>
            <a:graphicFrameLocks noChangeAspect="1"/>
          </p:cNvGraphicFramePr>
          <p:nvPr/>
        </p:nvGraphicFramePr>
        <p:xfrm>
          <a:off x="3089275" y="4884738"/>
          <a:ext cx="21891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4" name="Equation" r:id="rId9" imgW="1244520" imgH="253800" progId="Equation.3">
                  <p:embed/>
                </p:oleObj>
              </mc:Choice>
              <mc:Fallback>
                <p:oleObj name="Equation" r:id="rId9" imgW="1244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4884738"/>
                        <a:ext cx="21891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1717675" y="5432425"/>
          <a:ext cx="65690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" name="Equation" r:id="rId11" imgW="4127400" imgH="533160" progId="Equation.3">
                  <p:embed/>
                </p:oleObj>
              </mc:Choice>
              <mc:Fallback>
                <p:oleObj name="Equation" r:id="rId11" imgW="412740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5432425"/>
                        <a:ext cx="6569075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12CA65-B70E-2540-8E80-FFA29AB6A893}"/>
                  </a:ext>
                </a:extLst>
              </p14:cNvPr>
              <p14:cNvContentPartPr/>
              <p14:nvPr/>
            </p14:nvContentPartPr>
            <p14:xfrm>
              <a:off x="4139280" y="1048680"/>
              <a:ext cx="4744800" cy="541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12CA65-B70E-2540-8E80-FFA29AB6A89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29920" y="1039320"/>
                <a:ext cx="4763520" cy="54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E1CF8C-43A8-EF43-88F0-29B11E57F024}"/>
                  </a:ext>
                </a:extLst>
              </p14:cNvPr>
              <p14:cNvContentPartPr/>
              <p14:nvPr/>
            </p14:nvContentPartPr>
            <p14:xfrm>
              <a:off x="3542400" y="1496880"/>
              <a:ext cx="3326400" cy="7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E1CF8C-43A8-EF43-88F0-29B11E57F0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33040" y="1487520"/>
                <a:ext cx="3345120" cy="9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783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Linear-Time Invariant System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0728"/>
            <a:ext cx="8496944" cy="5472608"/>
          </a:xfrm>
        </p:spPr>
        <p:txBody>
          <a:bodyPr/>
          <a:lstStyle/>
          <a:p>
            <a:r>
              <a:rPr lang="en-US" dirty="0"/>
              <a:t>Special importance for their mathematical tractability</a:t>
            </a:r>
          </a:p>
          <a:p>
            <a:r>
              <a:rPr lang="en-US" dirty="0"/>
              <a:t>Most signal processing applications involve LTI systems</a:t>
            </a:r>
          </a:p>
          <a:p>
            <a:r>
              <a:rPr lang="en-US" dirty="0"/>
              <a:t>LTI system can be completely characterized by their impulse response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Represent any input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time invariance we arrive at convolution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system that is both </a:t>
            </a:r>
            <a:r>
              <a:rPr lang="en-US" b="1" dirty="0"/>
              <a:t>linear </a:t>
            </a:r>
            <a:r>
              <a:rPr lang="en-US" dirty="0"/>
              <a:t>and </a:t>
            </a:r>
            <a:r>
              <a:rPr lang="en-US" b="1" dirty="0"/>
              <a:t>time invariant</a:t>
            </a:r>
            <a:r>
              <a:rPr lang="en-US" dirty="0"/>
              <a:t> is called a </a:t>
            </a:r>
            <a:r>
              <a:rPr lang="en-US" b="1" dirty="0">
                <a:solidFill>
                  <a:srgbClr val="FF0000"/>
                </a:solidFill>
              </a:rPr>
              <a:t>filter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3817938" y="2176463"/>
            <a:ext cx="1397000" cy="75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T{.}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2576513" y="2176463"/>
            <a:ext cx="777875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  <a:sym typeface="Symbol" pitchFamily="18" charset="2"/>
              </a:rPr>
              <a:t></a:t>
            </a:r>
            <a:r>
              <a:rPr lang="en-US" sz="2000">
                <a:latin typeface="Verdana" pitchFamily="34" charset="0"/>
              </a:rPr>
              <a:t>[n-k]</a:t>
            </a: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5751513" y="2176463"/>
            <a:ext cx="766762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h</a:t>
            </a:r>
            <a:r>
              <a:rPr lang="en-US" sz="2000" baseline="-25000">
                <a:latin typeface="Verdana" pitchFamily="34" charset="0"/>
              </a:rPr>
              <a:t>k</a:t>
            </a:r>
            <a:r>
              <a:rPr lang="en-US" sz="2000">
                <a:latin typeface="Verdana" pitchFamily="34" charset="0"/>
              </a:rPr>
              <a:t>[n]</a:t>
            </a:r>
          </a:p>
        </p:txBody>
      </p:sp>
      <p:cxnSp>
        <p:nvCxnSpPr>
          <p:cNvPr id="69639" name="AutoShape 7"/>
          <p:cNvCxnSpPr>
            <a:cxnSpLocks noChangeShapeType="1"/>
            <a:stCxn id="69637" idx="3"/>
            <a:endCxn id="69636" idx="1"/>
          </p:cNvCxnSpPr>
          <p:nvPr/>
        </p:nvCxnSpPr>
        <p:spPr bwMode="auto">
          <a:xfrm>
            <a:off x="3354388" y="2554288"/>
            <a:ext cx="4635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640" name="AutoShape 8"/>
          <p:cNvCxnSpPr>
            <a:cxnSpLocks noChangeShapeType="1"/>
            <a:stCxn id="69636" idx="3"/>
            <a:endCxn id="69638" idx="1"/>
          </p:cNvCxnSpPr>
          <p:nvPr/>
        </p:nvCxnSpPr>
        <p:spPr bwMode="auto">
          <a:xfrm>
            <a:off x="5214938" y="2554288"/>
            <a:ext cx="5365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9641" name="Object 9"/>
          <p:cNvGraphicFramePr>
            <a:graphicFrameLocks noChangeAspect="1"/>
          </p:cNvGraphicFramePr>
          <p:nvPr/>
        </p:nvGraphicFramePr>
        <p:xfrm>
          <a:off x="3411538" y="3035300"/>
          <a:ext cx="253206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Equation" r:id="rId3" imgW="1434960" imgH="431640" progId="Equation.3">
                  <p:embed/>
                </p:oleObj>
              </mc:Choice>
              <mc:Fallback>
                <p:oleObj name="Equation" r:id="rId3" imgW="1434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538" y="3035300"/>
                        <a:ext cx="253206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995363" y="3894138"/>
          <a:ext cx="71008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Equation" r:id="rId5" imgW="4025880" imgH="457200" progId="Equation.3">
                  <p:embed/>
                </p:oleObj>
              </mc:Choice>
              <mc:Fallback>
                <p:oleObj name="Equation" r:id="rId5" imgW="4025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3894138"/>
                        <a:ext cx="71008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/>
        </p:nvGraphicFramePr>
        <p:xfrm>
          <a:off x="2562225" y="5427663"/>
          <a:ext cx="4076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r:id="rId7" imgW="2311200" imgH="431640" progId="Equation.3">
                  <p:embed/>
                </p:oleObj>
              </mc:Choice>
              <mc:Fallback>
                <p:oleObj name="Equation" r:id="rId7" imgW="2311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5427663"/>
                        <a:ext cx="4076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9F80A5-5CC0-5943-A908-C2746FDA75E0}"/>
                  </a:ext>
                </a:extLst>
              </p14:cNvPr>
              <p14:cNvContentPartPr/>
              <p14:nvPr/>
            </p14:nvContentPartPr>
            <p14:xfrm>
              <a:off x="4657680" y="2013120"/>
              <a:ext cx="3946320" cy="4534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9F80A5-5CC0-5943-A908-C2746FDA75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48320" y="2003760"/>
                <a:ext cx="3965040" cy="455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692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LTI System Example</a:t>
            </a:r>
          </a:p>
        </p:txBody>
      </p:sp>
      <p:grpSp>
        <p:nvGrpSpPr>
          <p:cNvPr id="70659" name="Group 3"/>
          <p:cNvGrpSpPr>
            <a:grpSpLocks/>
          </p:cNvGrpSpPr>
          <p:nvPr/>
        </p:nvGrpSpPr>
        <p:grpSpPr bwMode="auto">
          <a:xfrm>
            <a:off x="1392238" y="5103316"/>
            <a:ext cx="1630362" cy="1373188"/>
            <a:chOff x="861" y="3016"/>
            <a:chExt cx="1027" cy="865"/>
          </a:xfrm>
        </p:grpSpPr>
        <p:sp>
          <p:nvSpPr>
            <p:cNvPr id="70660" name="Rectangle 4"/>
            <p:cNvSpPr>
              <a:spLocks noChangeArrowheads="1"/>
            </p:cNvSpPr>
            <p:nvPr/>
          </p:nvSpPr>
          <p:spPr bwMode="auto">
            <a:xfrm>
              <a:off x="961" y="3087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1" name="Rectangle 5"/>
            <p:cNvSpPr>
              <a:spLocks noChangeArrowheads="1"/>
            </p:cNvSpPr>
            <p:nvPr/>
          </p:nvSpPr>
          <p:spPr bwMode="auto">
            <a:xfrm>
              <a:off x="961" y="3087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2" name="Line 6"/>
            <p:cNvSpPr>
              <a:spLocks noChangeShapeType="1"/>
            </p:cNvSpPr>
            <p:nvPr/>
          </p:nvSpPr>
          <p:spPr bwMode="auto">
            <a:xfrm>
              <a:off x="961" y="3087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3" name="Line 7"/>
            <p:cNvSpPr>
              <a:spLocks noChangeShapeType="1"/>
            </p:cNvSpPr>
            <p:nvPr/>
          </p:nvSpPr>
          <p:spPr bwMode="auto">
            <a:xfrm>
              <a:off x="961" y="371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4" name="Line 8"/>
            <p:cNvSpPr>
              <a:spLocks noChangeShapeType="1"/>
            </p:cNvSpPr>
            <p:nvPr/>
          </p:nvSpPr>
          <p:spPr bwMode="auto">
            <a:xfrm flipV="1">
              <a:off x="1856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5" name="Line 9"/>
            <p:cNvSpPr>
              <a:spLocks noChangeShapeType="1"/>
            </p:cNvSpPr>
            <p:nvPr/>
          </p:nvSpPr>
          <p:spPr bwMode="auto">
            <a:xfrm flipV="1">
              <a:off x="961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6" name="Line 10"/>
            <p:cNvSpPr>
              <a:spLocks noChangeShapeType="1"/>
            </p:cNvSpPr>
            <p:nvPr/>
          </p:nvSpPr>
          <p:spPr bwMode="auto">
            <a:xfrm>
              <a:off x="961" y="371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7" name="Line 11"/>
            <p:cNvSpPr>
              <a:spLocks noChangeShapeType="1"/>
            </p:cNvSpPr>
            <p:nvPr/>
          </p:nvSpPr>
          <p:spPr bwMode="auto">
            <a:xfrm flipV="1">
              <a:off x="961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8" name="Line 12"/>
            <p:cNvSpPr>
              <a:spLocks noChangeShapeType="1"/>
            </p:cNvSpPr>
            <p:nvPr/>
          </p:nvSpPr>
          <p:spPr bwMode="auto">
            <a:xfrm flipV="1">
              <a:off x="961" y="370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69" name="Line 13"/>
            <p:cNvSpPr>
              <a:spLocks noChangeShapeType="1"/>
            </p:cNvSpPr>
            <p:nvPr/>
          </p:nvSpPr>
          <p:spPr bwMode="auto">
            <a:xfrm>
              <a:off x="961" y="3087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0" name="Rectangle 14"/>
            <p:cNvSpPr>
              <a:spLocks noChangeArrowheads="1"/>
            </p:cNvSpPr>
            <p:nvPr/>
          </p:nvSpPr>
          <p:spPr bwMode="auto">
            <a:xfrm>
              <a:off x="891" y="3737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671" name="Line 15"/>
            <p:cNvSpPr>
              <a:spLocks noChangeShapeType="1"/>
            </p:cNvSpPr>
            <p:nvPr/>
          </p:nvSpPr>
          <p:spPr bwMode="auto">
            <a:xfrm flipV="1">
              <a:off x="1409" y="370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2" name="Line 16"/>
            <p:cNvSpPr>
              <a:spLocks noChangeShapeType="1"/>
            </p:cNvSpPr>
            <p:nvPr/>
          </p:nvSpPr>
          <p:spPr bwMode="auto">
            <a:xfrm>
              <a:off x="1409" y="3087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3" name="Rectangle 17"/>
            <p:cNvSpPr>
              <a:spLocks noChangeArrowheads="1"/>
            </p:cNvSpPr>
            <p:nvPr/>
          </p:nvSpPr>
          <p:spPr bwMode="auto">
            <a:xfrm>
              <a:off x="1373" y="373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674" name="Line 18"/>
            <p:cNvSpPr>
              <a:spLocks noChangeShapeType="1"/>
            </p:cNvSpPr>
            <p:nvPr/>
          </p:nvSpPr>
          <p:spPr bwMode="auto">
            <a:xfrm flipV="1">
              <a:off x="1856" y="370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5" name="Line 19"/>
            <p:cNvSpPr>
              <a:spLocks noChangeShapeType="1"/>
            </p:cNvSpPr>
            <p:nvPr/>
          </p:nvSpPr>
          <p:spPr bwMode="auto">
            <a:xfrm>
              <a:off x="1856" y="3087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6" name="Rectangle 20"/>
            <p:cNvSpPr>
              <a:spLocks noChangeArrowheads="1"/>
            </p:cNvSpPr>
            <p:nvPr/>
          </p:nvSpPr>
          <p:spPr bwMode="auto">
            <a:xfrm>
              <a:off x="1821" y="373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677" name="Line 21"/>
            <p:cNvSpPr>
              <a:spLocks noChangeShapeType="1"/>
            </p:cNvSpPr>
            <p:nvPr/>
          </p:nvSpPr>
          <p:spPr bwMode="auto">
            <a:xfrm>
              <a:off x="961" y="3715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8" name="Line 22"/>
            <p:cNvSpPr>
              <a:spLocks noChangeShapeType="1"/>
            </p:cNvSpPr>
            <p:nvPr/>
          </p:nvSpPr>
          <p:spPr bwMode="auto">
            <a:xfrm flipH="1">
              <a:off x="1844" y="371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79" name="Rectangle 23"/>
            <p:cNvSpPr>
              <a:spLocks noChangeArrowheads="1"/>
            </p:cNvSpPr>
            <p:nvPr/>
          </p:nvSpPr>
          <p:spPr bwMode="auto">
            <a:xfrm>
              <a:off x="861" y="364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680" name="Line 24"/>
            <p:cNvSpPr>
              <a:spLocks noChangeShapeType="1"/>
            </p:cNvSpPr>
            <p:nvPr/>
          </p:nvSpPr>
          <p:spPr bwMode="auto">
            <a:xfrm>
              <a:off x="961" y="340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1" name="Line 25"/>
            <p:cNvSpPr>
              <a:spLocks noChangeShapeType="1"/>
            </p:cNvSpPr>
            <p:nvPr/>
          </p:nvSpPr>
          <p:spPr bwMode="auto">
            <a:xfrm flipH="1">
              <a:off x="1844" y="340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2" name="Rectangle 26"/>
            <p:cNvSpPr>
              <a:spLocks noChangeArrowheads="1"/>
            </p:cNvSpPr>
            <p:nvPr/>
          </p:nvSpPr>
          <p:spPr bwMode="auto">
            <a:xfrm>
              <a:off x="861" y="333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0683" name="Line 27"/>
            <p:cNvSpPr>
              <a:spLocks noChangeShapeType="1"/>
            </p:cNvSpPr>
            <p:nvPr/>
          </p:nvSpPr>
          <p:spPr bwMode="auto">
            <a:xfrm>
              <a:off x="961" y="3087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4" name="Line 28"/>
            <p:cNvSpPr>
              <a:spLocks noChangeShapeType="1"/>
            </p:cNvSpPr>
            <p:nvPr/>
          </p:nvSpPr>
          <p:spPr bwMode="auto">
            <a:xfrm flipH="1">
              <a:off x="1844" y="308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5" name="Rectangle 29"/>
            <p:cNvSpPr>
              <a:spLocks noChangeArrowheads="1"/>
            </p:cNvSpPr>
            <p:nvPr/>
          </p:nvSpPr>
          <p:spPr bwMode="auto">
            <a:xfrm>
              <a:off x="861" y="301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/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>
              <a:off x="961" y="3087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7" name="Line 31"/>
            <p:cNvSpPr>
              <a:spLocks noChangeShapeType="1"/>
            </p:cNvSpPr>
            <p:nvPr/>
          </p:nvSpPr>
          <p:spPr bwMode="auto">
            <a:xfrm>
              <a:off x="961" y="371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8" name="Line 32"/>
            <p:cNvSpPr>
              <a:spLocks noChangeShapeType="1"/>
            </p:cNvSpPr>
            <p:nvPr/>
          </p:nvSpPr>
          <p:spPr bwMode="auto">
            <a:xfrm flipV="1">
              <a:off x="1856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89" name="Line 33"/>
            <p:cNvSpPr>
              <a:spLocks noChangeShapeType="1"/>
            </p:cNvSpPr>
            <p:nvPr/>
          </p:nvSpPr>
          <p:spPr bwMode="auto">
            <a:xfrm flipV="1">
              <a:off x="961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0" name="Oval 34"/>
            <p:cNvSpPr>
              <a:spLocks noChangeArrowheads="1"/>
            </p:cNvSpPr>
            <p:nvPr/>
          </p:nvSpPr>
          <p:spPr bwMode="auto">
            <a:xfrm>
              <a:off x="1026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1" name="Oval 35"/>
            <p:cNvSpPr>
              <a:spLocks noChangeArrowheads="1"/>
            </p:cNvSpPr>
            <p:nvPr/>
          </p:nvSpPr>
          <p:spPr bwMode="auto">
            <a:xfrm>
              <a:off x="1114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2" name="Oval 36"/>
            <p:cNvSpPr>
              <a:spLocks noChangeArrowheads="1"/>
            </p:cNvSpPr>
            <p:nvPr/>
          </p:nvSpPr>
          <p:spPr bwMode="auto">
            <a:xfrm>
              <a:off x="1203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3" name="Oval 37"/>
            <p:cNvSpPr>
              <a:spLocks noChangeArrowheads="1"/>
            </p:cNvSpPr>
            <p:nvPr/>
          </p:nvSpPr>
          <p:spPr bwMode="auto">
            <a:xfrm>
              <a:off x="1291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4" name="Oval 38"/>
            <p:cNvSpPr>
              <a:spLocks noChangeArrowheads="1"/>
            </p:cNvSpPr>
            <p:nvPr/>
          </p:nvSpPr>
          <p:spPr bwMode="auto">
            <a:xfrm>
              <a:off x="1385" y="3065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5" name="Oval 39"/>
            <p:cNvSpPr>
              <a:spLocks noChangeArrowheads="1"/>
            </p:cNvSpPr>
            <p:nvPr/>
          </p:nvSpPr>
          <p:spPr bwMode="auto">
            <a:xfrm>
              <a:off x="1473" y="3065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6" name="Oval 40"/>
            <p:cNvSpPr>
              <a:spLocks noChangeArrowheads="1"/>
            </p:cNvSpPr>
            <p:nvPr/>
          </p:nvSpPr>
          <p:spPr bwMode="auto">
            <a:xfrm>
              <a:off x="1562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7" name="Oval 41"/>
            <p:cNvSpPr>
              <a:spLocks noChangeArrowheads="1"/>
            </p:cNvSpPr>
            <p:nvPr/>
          </p:nvSpPr>
          <p:spPr bwMode="auto">
            <a:xfrm>
              <a:off x="1650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8" name="Oval 42"/>
            <p:cNvSpPr>
              <a:spLocks noChangeArrowheads="1"/>
            </p:cNvSpPr>
            <p:nvPr/>
          </p:nvSpPr>
          <p:spPr bwMode="auto">
            <a:xfrm>
              <a:off x="1738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699" name="Oval 43"/>
            <p:cNvSpPr>
              <a:spLocks noChangeArrowheads="1"/>
            </p:cNvSpPr>
            <p:nvPr/>
          </p:nvSpPr>
          <p:spPr bwMode="auto">
            <a:xfrm>
              <a:off x="1038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0" name="Oval 44"/>
            <p:cNvSpPr>
              <a:spLocks noChangeArrowheads="1"/>
            </p:cNvSpPr>
            <p:nvPr/>
          </p:nvSpPr>
          <p:spPr bwMode="auto">
            <a:xfrm>
              <a:off x="1126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1" name="Oval 45"/>
            <p:cNvSpPr>
              <a:spLocks noChangeArrowheads="1"/>
            </p:cNvSpPr>
            <p:nvPr/>
          </p:nvSpPr>
          <p:spPr bwMode="auto">
            <a:xfrm>
              <a:off x="1214" y="3704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2" name="Oval 46"/>
            <p:cNvSpPr>
              <a:spLocks noChangeArrowheads="1"/>
            </p:cNvSpPr>
            <p:nvPr/>
          </p:nvSpPr>
          <p:spPr bwMode="auto">
            <a:xfrm>
              <a:off x="1303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3" name="Line 47"/>
            <p:cNvSpPr>
              <a:spLocks noChangeShapeType="1"/>
            </p:cNvSpPr>
            <p:nvPr/>
          </p:nvSpPr>
          <p:spPr bwMode="auto">
            <a:xfrm flipV="1">
              <a:off x="1409" y="3087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4" name="Line 48"/>
            <p:cNvSpPr>
              <a:spLocks noChangeShapeType="1"/>
            </p:cNvSpPr>
            <p:nvPr/>
          </p:nvSpPr>
          <p:spPr bwMode="auto">
            <a:xfrm flipV="1">
              <a:off x="1497" y="3087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5" name="Oval 49"/>
            <p:cNvSpPr>
              <a:spLocks noChangeArrowheads="1"/>
            </p:cNvSpPr>
            <p:nvPr/>
          </p:nvSpPr>
          <p:spPr bwMode="auto">
            <a:xfrm>
              <a:off x="1573" y="3704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6" name="Oval 50"/>
            <p:cNvSpPr>
              <a:spLocks noChangeArrowheads="1"/>
            </p:cNvSpPr>
            <p:nvPr/>
          </p:nvSpPr>
          <p:spPr bwMode="auto">
            <a:xfrm>
              <a:off x="1662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07" name="Oval 51"/>
            <p:cNvSpPr>
              <a:spLocks noChangeArrowheads="1"/>
            </p:cNvSpPr>
            <p:nvPr/>
          </p:nvSpPr>
          <p:spPr bwMode="auto">
            <a:xfrm>
              <a:off x="1750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708" name="Group 52"/>
          <p:cNvGrpSpPr>
            <a:grpSpLocks/>
          </p:cNvGrpSpPr>
          <p:nvPr/>
        </p:nvGrpSpPr>
        <p:grpSpPr bwMode="auto">
          <a:xfrm>
            <a:off x="1392238" y="2477591"/>
            <a:ext cx="1630362" cy="1373188"/>
            <a:chOff x="861" y="1354"/>
            <a:chExt cx="1027" cy="865"/>
          </a:xfrm>
        </p:grpSpPr>
        <p:sp>
          <p:nvSpPr>
            <p:cNvPr id="70709" name="Rectangle 53"/>
            <p:cNvSpPr>
              <a:spLocks noChangeArrowheads="1"/>
            </p:cNvSpPr>
            <p:nvPr/>
          </p:nvSpPr>
          <p:spPr bwMode="auto">
            <a:xfrm>
              <a:off x="961" y="1425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0" name="Rectangle 54"/>
            <p:cNvSpPr>
              <a:spLocks noChangeArrowheads="1"/>
            </p:cNvSpPr>
            <p:nvPr/>
          </p:nvSpPr>
          <p:spPr bwMode="auto">
            <a:xfrm>
              <a:off x="961" y="1425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1" name="Line 55"/>
            <p:cNvSpPr>
              <a:spLocks noChangeShapeType="1"/>
            </p:cNvSpPr>
            <p:nvPr/>
          </p:nvSpPr>
          <p:spPr bwMode="auto">
            <a:xfrm>
              <a:off x="961" y="142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2" name="Line 56"/>
            <p:cNvSpPr>
              <a:spLocks noChangeShapeType="1"/>
            </p:cNvSpPr>
            <p:nvPr/>
          </p:nvSpPr>
          <p:spPr bwMode="auto">
            <a:xfrm>
              <a:off x="961" y="2053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3" name="Line 57"/>
            <p:cNvSpPr>
              <a:spLocks noChangeShapeType="1"/>
            </p:cNvSpPr>
            <p:nvPr/>
          </p:nvSpPr>
          <p:spPr bwMode="auto">
            <a:xfrm flipV="1">
              <a:off x="1856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4" name="Line 58"/>
            <p:cNvSpPr>
              <a:spLocks noChangeShapeType="1"/>
            </p:cNvSpPr>
            <p:nvPr/>
          </p:nvSpPr>
          <p:spPr bwMode="auto">
            <a:xfrm flipV="1">
              <a:off x="961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5" name="Line 59"/>
            <p:cNvSpPr>
              <a:spLocks noChangeShapeType="1"/>
            </p:cNvSpPr>
            <p:nvPr/>
          </p:nvSpPr>
          <p:spPr bwMode="auto">
            <a:xfrm>
              <a:off x="961" y="2053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6" name="Line 60"/>
            <p:cNvSpPr>
              <a:spLocks noChangeShapeType="1"/>
            </p:cNvSpPr>
            <p:nvPr/>
          </p:nvSpPr>
          <p:spPr bwMode="auto">
            <a:xfrm flipV="1">
              <a:off x="961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7" name="Line 61"/>
            <p:cNvSpPr>
              <a:spLocks noChangeShapeType="1"/>
            </p:cNvSpPr>
            <p:nvPr/>
          </p:nvSpPr>
          <p:spPr bwMode="auto">
            <a:xfrm flipV="1">
              <a:off x="961" y="204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8" name="Line 62"/>
            <p:cNvSpPr>
              <a:spLocks noChangeShapeType="1"/>
            </p:cNvSpPr>
            <p:nvPr/>
          </p:nvSpPr>
          <p:spPr bwMode="auto">
            <a:xfrm>
              <a:off x="961" y="1425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19" name="Rectangle 63"/>
            <p:cNvSpPr>
              <a:spLocks noChangeArrowheads="1"/>
            </p:cNvSpPr>
            <p:nvPr/>
          </p:nvSpPr>
          <p:spPr bwMode="auto">
            <a:xfrm>
              <a:off x="891" y="2075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720" name="Line 64"/>
            <p:cNvSpPr>
              <a:spLocks noChangeShapeType="1"/>
            </p:cNvSpPr>
            <p:nvPr/>
          </p:nvSpPr>
          <p:spPr bwMode="auto">
            <a:xfrm flipV="1">
              <a:off x="1409" y="204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1" name="Line 65"/>
            <p:cNvSpPr>
              <a:spLocks noChangeShapeType="1"/>
            </p:cNvSpPr>
            <p:nvPr/>
          </p:nvSpPr>
          <p:spPr bwMode="auto">
            <a:xfrm>
              <a:off x="1409" y="1425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2" name="Rectangle 66"/>
            <p:cNvSpPr>
              <a:spLocks noChangeArrowheads="1"/>
            </p:cNvSpPr>
            <p:nvPr/>
          </p:nvSpPr>
          <p:spPr bwMode="auto">
            <a:xfrm>
              <a:off x="1373" y="207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723" name="Line 67"/>
            <p:cNvSpPr>
              <a:spLocks noChangeShapeType="1"/>
            </p:cNvSpPr>
            <p:nvPr/>
          </p:nvSpPr>
          <p:spPr bwMode="auto">
            <a:xfrm flipV="1">
              <a:off x="1856" y="204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4" name="Line 68"/>
            <p:cNvSpPr>
              <a:spLocks noChangeShapeType="1"/>
            </p:cNvSpPr>
            <p:nvPr/>
          </p:nvSpPr>
          <p:spPr bwMode="auto">
            <a:xfrm>
              <a:off x="1856" y="1425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5" name="Rectangle 69"/>
            <p:cNvSpPr>
              <a:spLocks noChangeArrowheads="1"/>
            </p:cNvSpPr>
            <p:nvPr/>
          </p:nvSpPr>
          <p:spPr bwMode="auto">
            <a:xfrm>
              <a:off x="1821" y="207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726" name="Line 70"/>
            <p:cNvSpPr>
              <a:spLocks noChangeShapeType="1"/>
            </p:cNvSpPr>
            <p:nvPr/>
          </p:nvSpPr>
          <p:spPr bwMode="auto">
            <a:xfrm>
              <a:off x="961" y="2053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7" name="Line 71"/>
            <p:cNvSpPr>
              <a:spLocks noChangeShapeType="1"/>
            </p:cNvSpPr>
            <p:nvPr/>
          </p:nvSpPr>
          <p:spPr bwMode="auto">
            <a:xfrm flipH="1">
              <a:off x="1844" y="205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8" name="Rectangle 72"/>
            <p:cNvSpPr>
              <a:spLocks noChangeArrowheads="1"/>
            </p:cNvSpPr>
            <p:nvPr/>
          </p:nvSpPr>
          <p:spPr bwMode="auto">
            <a:xfrm>
              <a:off x="861" y="1981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729" name="Line 73"/>
            <p:cNvSpPr>
              <a:spLocks noChangeShapeType="1"/>
            </p:cNvSpPr>
            <p:nvPr/>
          </p:nvSpPr>
          <p:spPr bwMode="auto">
            <a:xfrm>
              <a:off x="961" y="1739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0" name="Line 74"/>
            <p:cNvSpPr>
              <a:spLocks noChangeShapeType="1"/>
            </p:cNvSpPr>
            <p:nvPr/>
          </p:nvSpPr>
          <p:spPr bwMode="auto">
            <a:xfrm flipH="1">
              <a:off x="1844" y="173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1" name="Rectangle 75"/>
            <p:cNvSpPr>
              <a:spLocks noChangeArrowheads="1"/>
            </p:cNvSpPr>
            <p:nvPr/>
          </p:nvSpPr>
          <p:spPr bwMode="auto">
            <a:xfrm>
              <a:off x="861" y="166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0732" name="Line 76"/>
            <p:cNvSpPr>
              <a:spLocks noChangeShapeType="1"/>
            </p:cNvSpPr>
            <p:nvPr/>
          </p:nvSpPr>
          <p:spPr bwMode="auto">
            <a:xfrm>
              <a:off x="961" y="1425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3" name="Line 77"/>
            <p:cNvSpPr>
              <a:spLocks noChangeShapeType="1"/>
            </p:cNvSpPr>
            <p:nvPr/>
          </p:nvSpPr>
          <p:spPr bwMode="auto">
            <a:xfrm flipH="1">
              <a:off x="1844" y="142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4" name="Rectangle 78"/>
            <p:cNvSpPr>
              <a:spLocks noChangeArrowheads="1"/>
            </p:cNvSpPr>
            <p:nvPr/>
          </p:nvSpPr>
          <p:spPr bwMode="auto">
            <a:xfrm>
              <a:off x="861" y="1354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/>
            </a:p>
          </p:txBody>
        </p:sp>
        <p:sp>
          <p:nvSpPr>
            <p:cNvPr id="70735" name="Line 79"/>
            <p:cNvSpPr>
              <a:spLocks noChangeShapeType="1"/>
            </p:cNvSpPr>
            <p:nvPr/>
          </p:nvSpPr>
          <p:spPr bwMode="auto">
            <a:xfrm>
              <a:off x="961" y="142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6" name="Line 80"/>
            <p:cNvSpPr>
              <a:spLocks noChangeShapeType="1"/>
            </p:cNvSpPr>
            <p:nvPr/>
          </p:nvSpPr>
          <p:spPr bwMode="auto">
            <a:xfrm>
              <a:off x="961" y="2053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7" name="Line 81"/>
            <p:cNvSpPr>
              <a:spLocks noChangeShapeType="1"/>
            </p:cNvSpPr>
            <p:nvPr/>
          </p:nvSpPr>
          <p:spPr bwMode="auto">
            <a:xfrm flipV="1">
              <a:off x="1856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8" name="Line 82"/>
            <p:cNvSpPr>
              <a:spLocks noChangeShapeType="1"/>
            </p:cNvSpPr>
            <p:nvPr/>
          </p:nvSpPr>
          <p:spPr bwMode="auto">
            <a:xfrm flipV="1">
              <a:off x="961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9" name="Oval 83"/>
            <p:cNvSpPr>
              <a:spLocks noChangeArrowheads="1"/>
            </p:cNvSpPr>
            <p:nvPr/>
          </p:nvSpPr>
          <p:spPr bwMode="auto">
            <a:xfrm>
              <a:off x="1026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0" name="Oval 84"/>
            <p:cNvSpPr>
              <a:spLocks noChangeArrowheads="1"/>
            </p:cNvSpPr>
            <p:nvPr/>
          </p:nvSpPr>
          <p:spPr bwMode="auto">
            <a:xfrm>
              <a:off x="1114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1" name="Oval 85"/>
            <p:cNvSpPr>
              <a:spLocks noChangeArrowheads="1"/>
            </p:cNvSpPr>
            <p:nvPr/>
          </p:nvSpPr>
          <p:spPr bwMode="auto">
            <a:xfrm>
              <a:off x="1203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2" name="Oval 86"/>
            <p:cNvSpPr>
              <a:spLocks noChangeArrowheads="1"/>
            </p:cNvSpPr>
            <p:nvPr/>
          </p:nvSpPr>
          <p:spPr bwMode="auto">
            <a:xfrm>
              <a:off x="1291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3" name="Oval 87"/>
            <p:cNvSpPr>
              <a:spLocks noChangeArrowheads="1"/>
            </p:cNvSpPr>
            <p:nvPr/>
          </p:nvSpPr>
          <p:spPr bwMode="auto">
            <a:xfrm>
              <a:off x="1385" y="140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4" name="Oval 88"/>
            <p:cNvSpPr>
              <a:spLocks noChangeArrowheads="1"/>
            </p:cNvSpPr>
            <p:nvPr/>
          </p:nvSpPr>
          <p:spPr bwMode="auto">
            <a:xfrm>
              <a:off x="1473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5" name="Oval 89"/>
            <p:cNvSpPr>
              <a:spLocks noChangeArrowheads="1"/>
            </p:cNvSpPr>
            <p:nvPr/>
          </p:nvSpPr>
          <p:spPr bwMode="auto">
            <a:xfrm>
              <a:off x="1562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6" name="Oval 90"/>
            <p:cNvSpPr>
              <a:spLocks noChangeArrowheads="1"/>
            </p:cNvSpPr>
            <p:nvPr/>
          </p:nvSpPr>
          <p:spPr bwMode="auto">
            <a:xfrm>
              <a:off x="1650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7" name="Oval 91"/>
            <p:cNvSpPr>
              <a:spLocks noChangeArrowheads="1"/>
            </p:cNvSpPr>
            <p:nvPr/>
          </p:nvSpPr>
          <p:spPr bwMode="auto">
            <a:xfrm>
              <a:off x="1738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8" name="Oval 92"/>
            <p:cNvSpPr>
              <a:spLocks noChangeArrowheads="1"/>
            </p:cNvSpPr>
            <p:nvPr/>
          </p:nvSpPr>
          <p:spPr bwMode="auto">
            <a:xfrm>
              <a:off x="1038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9" name="Oval 93"/>
            <p:cNvSpPr>
              <a:spLocks noChangeArrowheads="1"/>
            </p:cNvSpPr>
            <p:nvPr/>
          </p:nvSpPr>
          <p:spPr bwMode="auto">
            <a:xfrm>
              <a:off x="1126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0" name="Oval 94"/>
            <p:cNvSpPr>
              <a:spLocks noChangeArrowheads="1"/>
            </p:cNvSpPr>
            <p:nvPr/>
          </p:nvSpPr>
          <p:spPr bwMode="auto">
            <a:xfrm>
              <a:off x="1214" y="2042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1" name="Oval 95"/>
            <p:cNvSpPr>
              <a:spLocks noChangeArrowheads="1"/>
            </p:cNvSpPr>
            <p:nvPr/>
          </p:nvSpPr>
          <p:spPr bwMode="auto">
            <a:xfrm>
              <a:off x="1303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2" name="Line 96"/>
            <p:cNvSpPr>
              <a:spLocks noChangeShapeType="1"/>
            </p:cNvSpPr>
            <p:nvPr/>
          </p:nvSpPr>
          <p:spPr bwMode="auto">
            <a:xfrm flipV="1">
              <a:off x="1409" y="1425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3" name="Oval 97"/>
            <p:cNvSpPr>
              <a:spLocks noChangeArrowheads="1"/>
            </p:cNvSpPr>
            <p:nvPr/>
          </p:nvSpPr>
          <p:spPr bwMode="auto">
            <a:xfrm>
              <a:off x="1485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4" name="Oval 98"/>
            <p:cNvSpPr>
              <a:spLocks noChangeArrowheads="1"/>
            </p:cNvSpPr>
            <p:nvPr/>
          </p:nvSpPr>
          <p:spPr bwMode="auto">
            <a:xfrm>
              <a:off x="1573" y="2042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5" name="Oval 99"/>
            <p:cNvSpPr>
              <a:spLocks noChangeArrowheads="1"/>
            </p:cNvSpPr>
            <p:nvPr/>
          </p:nvSpPr>
          <p:spPr bwMode="auto">
            <a:xfrm>
              <a:off x="1662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6" name="Oval 100"/>
            <p:cNvSpPr>
              <a:spLocks noChangeArrowheads="1"/>
            </p:cNvSpPr>
            <p:nvPr/>
          </p:nvSpPr>
          <p:spPr bwMode="auto">
            <a:xfrm>
              <a:off x="1750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757" name="Group 101"/>
          <p:cNvGrpSpPr>
            <a:grpSpLocks/>
          </p:cNvGrpSpPr>
          <p:nvPr/>
        </p:nvGrpSpPr>
        <p:grpSpPr bwMode="auto">
          <a:xfrm>
            <a:off x="1392238" y="3809504"/>
            <a:ext cx="1630362" cy="1373187"/>
            <a:chOff x="861" y="2185"/>
            <a:chExt cx="1027" cy="865"/>
          </a:xfrm>
        </p:grpSpPr>
        <p:sp>
          <p:nvSpPr>
            <p:cNvPr id="70758" name="Rectangle 102"/>
            <p:cNvSpPr>
              <a:spLocks noChangeArrowheads="1"/>
            </p:cNvSpPr>
            <p:nvPr/>
          </p:nvSpPr>
          <p:spPr bwMode="auto">
            <a:xfrm>
              <a:off x="961" y="2256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9" name="Rectangle 103"/>
            <p:cNvSpPr>
              <a:spLocks noChangeArrowheads="1"/>
            </p:cNvSpPr>
            <p:nvPr/>
          </p:nvSpPr>
          <p:spPr bwMode="auto">
            <a:xfrm>
              <a:off x="961" y="2256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0" name="Line 104"/>
            <p:cNvSpPr>
              <a:spLocks noChangeShapeType="1"/>
            </p:cNvSpPr>
            <p:nvPr/>
          </p:nvSpPr>
          <p:spPr bwMode="auto">
            <a:xfrm>
              <a:off x="961" y="225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1" name="Line 105"/>
            <p:cNvSpPr>
              <a:spLocks noChangeShapeType="1"/>
            </p:cNvSpPr>
            <p:nvPr/>
          </p:nvSpPr>
          <p:spPr bwMode="auto">
            <a:xfrm>
              <a:off x="961" y="2884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2" name="Line 106"/>
            <p:cNvSpPr>
              <a:spLocks noChangeShapeType="1"/>
            </p:cNvSpPr>
            <p:nvPr/>
          </p:nvSpPr>
          <p:spPr bwMode="auto">
            <a:xfrm flipV="1">
              <a:off x="1856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3" name="Line 107"/>
            <p:cNvSpPr>
              <a:spLocks noChangeShapeType="1"/>
            </p:cNvSpPr>
            <p:nvPr/>
          </p:nvSpPr>
          <p:spPr bwMode="auto">
            <a:xfrm flipV="1">
              <a:off x="961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4" name="Line 108"/>
            <p:cNvSpPr>
              <a:spLocks noChangeShapeType="1"/>
            </p:cNvSpPr>
            <p:nvPr/>
          </p:nvSpPr>
          <p:spPr bwMode="auto">
            <a:xfrm>
              <a:off x="961" y="2884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5" name="Line 109"/>
            <p:cNvSpPr>
              <a:spLocks noChangeShapeType="1"/>
            </p:cNvSpPr>
            <p:nvPr/>
          </p:nvSpPr>
          <p:spPr bwMode="auto">
            <a:xfrm flipV="1">
              <a:off x="961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6" name="Line 110"/>
            <p:cNvSpPr>
              <a:spLocks noChangeShapeType="1"/>
            </p:cNvSpPr>
            <p:nvPr/>
          </p:nvSpPr>
          <p:spPr bwMode="auto">
            <a:xfrm flipV="1">
              <a:off x="961" y="2873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7" name="Line 111"/>
            <p:cNvSpPr>
              <a:spLocks noChangeShapeType="1"/>
            </p:cNvSpPr>
            <p:nvPr/>
          </p:nvSpPr>
          <p:spPr bwMode="auto">
            <a:xfrm>
              <a:off x="961" y="2256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68" name="Rectangle 112"/>
            <p:cNvSpPr>
              <a:spLocks noChangeArrowheads="1"/>
            </p:cNvSpPr>
            <p:nvPr/>
          </p:nvSpPr>
          <p:spPr bwMode="auto">
            <a:xfrm>
              <a:off x="891" y="2906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769" name="Line 113"/>
            <p:cNvSpPr>
              <a:spLocks noChangeShapeType="1"/>
            </p:cNvSpPr>
            <p:nvPr/>
          </p:nvSpPr>
          <p:spPr bwMode="auto">
            <a:xfrm flipV="1">
              <a:off x="1409" y="2873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0" name="Line 114"/>
            <p:cNvSpPr>
              <a:spLocks noChangeShapeType="1"/>
            </p:cNvSpPr>
            <p:nvPr/>
          </p:nvSpPr>
          <p:spPr bwMode="auto">
            <a:xfrm>
              <a:off x="1409" y="2256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1" name="Rectangle 115"/>
            <p:cNvSpPr>
              <a:spLocks noChangeArrowheads="1"/>
            </p:cNvSpPr>
            <p:nvPr/>
          </p:nvSpPr>
          <p:spPr bwMode="auto">
            <a:xfrm>
              <a:off x="1373" y="290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772" name="Line 116"/>
            <p:cNvSpPr>
              <a:spLocks noChangeShapeType="1"/>
            </p:cNvSpPr>
            <p:nvPr/>
          </p:nvSpPr>
          <p:spPr bwMode="auto">
            <a:xfrm flipV="1">
              <a:off x="1856" y="2873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3" name="Line 117"/>
            <p:cNvSpPr>
              <a:spLocks noChangeShapeType="1"/>
            </p:cNvSpPr>
            <p:nvPr/>
          </p:nvSpPr>
          <p:spPr bwMode="auto">
            <a:xfrm>
              <a:off x="1856" y="2256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4" name="Rectangle 118"/>
            <p:cNvSpPr>
              <a:spLocks noChangeArrowheads="1"/>
            </p:cNvSpPr>
            <p:nvPr/>
          </p:nvSpPr>
          <p:spPr bwMode="auto">
            <a:xfrm>
              <a:off x="1821" y="290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775" name="Line 119"/>
            <p:cNvSpPr>
              <a:spLocks noChangeShapeType="1"/>
            </p:cNvSpPr>
            <p:nvPr/>
          </p:nvSpPr>
          <p:spPr bwMode="auto">
            <a:xfrm>
              <a:off x="961" y="2884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6" name="Line 120"/>
            <p:cNvSpPr>
              <a:spLocks noChangeShapeType="1"/>
            </p:cNvSpPr>
            <p:nvPr/>
          </p:nvSpPr>
          <p:spPr bwMode="auto">
            <a:xfrm flipH="1">
              <a:off x="1844" y="288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7" name="Rectangle 121"/>
            <p:cNvSpPr>
              <a:spLocks noChangeArrowheads="1"/>
            </p:cNvSpPr>
            <p:nvPr/>
          </p:nvSpPr>
          <p:spPr bwMode="auto">
            <a:xfrm>
              <a:off x="861" y="281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778" name="Line 122"/>
            <p:cNvSpPr>
              <a:spLocks noChangeShapeType="1"/>
            </p:cNvSpPr>
            <p:nvPr/>
          </p:nvSpPr>
          <p:spPr bwMode="auto">
            <a:xfrm>
              <a:off x="961" y="2570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9" name="Line 123"/>
            <p:cNvSpPr>
              <a:spLocks noChangeShapeType="1"/>
            </p:cNvSpPr>
            <p:nvPr/>
          </p:nvSpPr>
          <p:spPr bwMode="auto">
            <a:xfrm flipH="1">
              <a:off x="1844" y="257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0" name="Rectangle 124"/>
            <p:cNvSpPr>
              <a:spLocks noChangeArrowheads="1"/>
            </p:cNvSpPr>
            <p:nvPr/>
          </p:nvSpPr>
          <p:spPr bwMode="auto">
            <a:xfrm>
              <a:off x="861" y="249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0781" name="Line 125"/>
            <p:cNvSpPr>
              <a:spLocks noChangeShapeType="1"/>
            </p:cNvSpPr>
            <p:nvPr/>
          </p:nvSpPr>
          <p:spPr bwMode="auto">
            <a:xfrm>
              <a:off x="961" y="225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2" name="Line 126"/>
            <p:cNvSpPr>
              <a:spLocks noChangeShapeType="1"/>
            </p:cNvSpPr>
            <p:nvPr/>
          </p:nvSpPr>
          <p:spPr bwMode="auto">
            <a:xfrm flipH="1">
              <a:off x="1844" y="225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3" name="Rectangle 127"/>
            <p:cNvSpPr>
              <a:spLocks noChangeArrowheads="1"/>
            </p:cNvSpPr>
            <p:nvPr/>
          </p:nvSpPr>
          <p:spPr bwMode="auto">
            <a:xfrm>
              <a:off x="861" y="218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/>
            </a:p>
          </p:txBody>
        </p:sp>
        <p:sp>
          <p:nvSpPr>
            <p:cNvPr id="70784" name="Line 128"/>
            <p:cNvSpPr>
              <a:spLocks noChangeShapeType="1"/>
            </p:cNvSpPr>
            <p:nvPr/>
          </p:nvSpPr>
          <p:spPr bwMode="auto">
            <a:xfrm>
              <a:off x="961" y="225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5" name="Line 129"/>
            <p:cNvSpPr>
              <a:spLocks noChangeShapeType="1"/>
            </p:cNvSpPr>
            <p:nvPr/>
          </p:nvSpPr>
          <p:spPr bwMode="auto">
            <a:xfrm>
              <a:off x="961" y="2884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6" name="Line 130"/>
            <p:cNvSpPr>
              <a:spLocks noChangeShapeType="1"/>
            </p:cNvSpPr>
            <p:nvPr/>
          </p:nvSpPr>
          <p:spPr bwMode="auto">
            <a:xfrm flipV="1">
              <a:off x="1856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7" name="Line 131"/>
            <p:cNvSpPr>
              <a:spLocks noChangeShapeType="1"/>
            </p:cNvSpPr>
            <p:nvPr/>
          </p:nvSpPr>
          <p:spPr bwMode="auto">
            <a:xfrm flipV="1">
              <a:off x="961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8" name="Oval 132"/>
            <p:cNvSpPr>
              <a:spLocks noChangeArrowheads="1"/>
            </p:cNvSpPr>
            <p:nvPr/>
          </p:nvSpPr>
          <p:spPr bwMode="auto">
            <a:xfrm>
              <a:off x="1026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9" name="Oval 133"/>
            <p:cNvSpPr>
              <a:spLocks noChangeArrowheads="1"/>
            </p:cNvSpPr>
            <p:nvPr/>
          </p:nvSpPr>
          <p:spPr bwMode="auto">
            <a:xfrm>
              <a:off x="1114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0" name="Oval 134"/>
            <p:cNvSpPr>
              <a:spLocks noChangeArrowheads="1"/>
            </p:cNvSpPr>
            <p:nvPr/>
          </p:nvSpPr>
          <p:spPr bwMode="auto">
            <a:xfrm>
              <a:off x="1203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1" name="Oval 135"/>
            <p:cNvSpPr>
              <a:spLocks noChangeArrowheads="1"/>
            </p:cNvSpPr>
            <p:nvPr/>
          </p:nvSpPr>
          <p:spPr bwMode="auto">
            <a:xfrm>
              <a:off x="1291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2" name="Oval 136"/>
            <p:cNvSpPr>
              <a:spLocks noChangeArrowheads="1"/>
            </p:cNvSpPr>
            <p:nvPr/>
          </p:nvSpPr>
          <p:spPr bwMode="auto">
            <a:xfrm>
              <a:off x="1385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3" name="Oval 137"/>
            <p:cNvSpPr>
              <a:spLocks noChangeArrowheads="1"/>
            </p:cNvSpPr>
            <p:nvPr/>
          </p:nvSpPr>
          <p:spPr bwMode="auto">
            <a:xfrm>
              <a:off x="1473" y="223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4" name="Oval 138"/>
            <p:cNvSpPr>
              <a:spLocks noChangeArrowheads="1"/>
            </p:cNvSpPr>
            <p:nvPr/>
          </p:nvSpPr>
          <p:spPr bwMode="auto">
            <a:xfrm>
              <a:off x="1562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5" name="Oval 139"/>
            <p:cNvSpPr>
              <a:spLocks noChangeArrowheads="1"/>
            </p:cNvSpPr>
            <p:nvPr/>
          </p:nvSpPr>
          <p:spPr bwMode="auto">
            <a:xfrm>
              <a:off x="1650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6" name="Oval 140"/>
            <p:cNvSpPr>
              <a:spLocks noChangeArrowheads="1"/>
            </p:cNvSpPr>
            <p:nvPr/>
          </p:nvSpPr>
          <p:spPr bwMode="auto">
            <a:xfrm>
              <a:off x="1738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7" name="Oval 141"/>
            <p:cNvSpPr>
              <a:spLocks noChangeArrowheads="1"/>
            </p:cNvSpPr>
            <p:nvPr/>
          </p:nvSpPr>
          <p:spPr bwMode="auto">
            <a:xfrm>
              <a:off x="1038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8" name="Oval 142"/>
            <p:cNvSpPr>
              <a:spLocks noChangeArrowheads="1"/>
            </p:cNvSpPr>
            <p:nvPr/>
          </p:nvSpPr>
          <p:spPr bwMode="auto">
            <a:xfrm>
              <a:off x="1126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9" name="Oval 143"/>
            <p:cNvSpPr>
              <a:spLocks noChangeArrowheads="1"/>
            </p:cNvSpPr>
            <p:nvPr/>
          </p:nvSpPr>
          <p:spPr bwMode="auto">
            <a:xfrm>
              <a:off x="1214" y="2873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0" name="Oval 144"/>
            <p:cNvSpPr>
              <a:spLocks noChangeArrowheads="1"/>
            </p:cNvSpPr>
            <p:nvPr/>
          </p:nvSpPr>
          <p:spPr bwMode="auto">
            <a:xfrm>
              <a:off x="1303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1" name="Oval 145"/>
            <p:cNvSpPr>
              <a:spLocks noChangeArrowheads="1"/>
            </p:cNvSpPr>
            <p:nvPr/>
          </p:nvSpPr>
          <p:spPr bwMode="auto">
            <a:xfrm>
              <a:off x="1397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2" name="Line 146"/>
            <p:cNvSpPr>
              <a:spLocks noChangeShapeType="1"/>
            </p:cNvSpPr>
            <p:nvPr/>
          </p:nvSpPr>
          <p:spPr bwMode="auto">
            <a:xfrm flipV="1">
              <a:off x="1497" y="2256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3" name="Oval 147"/>
            <p:cNvSpPr>
              <a:spLocks noChangeArrowheads="1"/>
            </p:cNvSpPr>
            <p:nvPr/>
          </p:nvSpPr>
          <p:spPr bwMode="auto">
            <a:xfrm>
              <a:off x="1573" y="2873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4" name="Oval 148"/>
            <p:cNvSpPr>
              <a:spLocks noChangeArrowheads="1"/>
            </p:cNvSpPr>
            <p:nvPr/>
          </p:nvSpPr>
          <p:spPr bwMode="auto">
            <a:xfrm>
              <a:off x="1662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5" name="Oval 149"/>
            <p:cNvSpPr>
              <a:spLocks noChangeArrowheads="1"/>
            </p:cNvSpPr>
            <p:nvPr/>
          </p:nvSpPr>
          <p:spPr bwMode="auto">
            <a:xfrm>
              <a:off x="1750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806" name="Group 150"/>
          <p:cNvGrpSpPr>
            <a:grpSpLocks/>
          </p:cNvGrpSpPr>
          <p:nvPr/>
        </p:nvGrpSpPr>
        <p:grpSpPr bwMode="auto">
          <a:xfrm>
            <a:off x="6142038" y="2477591"/>
            <a:ext cx="1630362" cy="1373188"/>
            <a:chOff x="3629" y="1354"/>
            <a:chExt cx="1027" cy="865"/>
          </a:xfrm>
        </p:grpSpPr>
        <p:sp>
          <p:nvSpPr>
            <p:cNvPr id="70807" name="Rectangle 151"/>
            <p:cNvSpPr>
              <a:spLocks noChangeArrowheads="1"/>
            </p:cNvSpPr>
            <p:nvPr/>
          </p:nvSpPr>
          <p:spPr bwMode="auto">
            <a:xfrm>
              <a:off x="3729" y="1425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8" name="Rectangle 152"/>
            <p:cNvSpPr>
              <a:spLocks noChangeArrowheads="1"/>
            </p:cNvSpPr>
            <p:nvPr/>
          </p:nvSpPr>
          <p:spPr bwMode="auto">
            <a:xfrm>
              <a:off x="3729" y="1425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09" name="Line 153"/>
            <p:cNvSpPr>
              <a:spLocks noChangeShapeType="1"/>
            </p:cNvSpPr>
            <p:nvPr/>
          </p:nvSpPr>
          <p:spPr bwMode="auto">
            <a:xfrm>
              <a:off x="3729" y="142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0" name="Line 154"/>
            <p:cNvSpPr>
              <a:spLocks noChangeShapeType="1"/>
            </p:cNvSpPr>
            <p:nvPr/>
          </p:nvSpPr>
          <p:spPr bwMode="auto">
            <a:xfrm>
              <a:off x="3729" y="2053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1" name="Line 155"/>
            <p:cNvSpPr>
              <a:spLocks noChangeShapeType="1"/>
            </p:cNvSpPr>
            <p:nvPr/>
          </p:nvSpPr>
          <p:spPr bwMode="auto">
            <a:xfrm flipV="1">
              <a:off x="4624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2" name="Line 156"/>
            <p:cNvSpPr>
              <a:spLocks noChangeShapeType="1"/>
            </p:cNvSpPr>
            <p:nvPr/>
          </p:nvSpPr>
          <p:spPr bwMode="auto">
            <a:xfrm flipV="1">
              <a:off x="3729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3" name="Line 157"/>
            <p:cNvSpPr>
              <a:spLocks noChangeShapeType="1"/>
            </p:cNvSpPr>
            <p:nvPr/>
          </p:nvSpPr>
          <p:spPr bwMode="auto">
            <a:xfrm>
              <a:off x="3729" y="2053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4" name="Line 158"/>
            <p:cNvSpPr>
              <a:spLocks noChangeShapeType="1"/>
            </p:cNvSpPr>
            <p:nvPr/>
          </p:nvSpPr>
          <p:spPr bwMode="auto">
            <a:xfrm flipV="1">
              <a:off x="3729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5" name="Line 159"/>
            <p:cNvSpPr>
              <a:spLocks noChangeShapeType="1"/>
            </p:cNvSpPr>
            <p:nvPr/>
          </p:nvSpPr>
          <p:spPr bwMode="auto">
            <a:xfrm flipV="1">
              <a:off x="3729" y="204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6" name="Line 160"/>
            <p:cNvSpPr>
              <a:spLocks noChangeShapeType="1"/>
            </p:cNvSpPr>
            <p:nvPr/>
          </p:nvSpPr>
          <p:spPr bwMode="auto">
            <a:xfrm>
              <a:off x="3729" y="1425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7" name="Rectangle 161"/>
            <p:cNvSpPr>
              <a:spLocks noChangeArrowheads="1"/>
            </p:cNvSpPr>
            <p:nvPr/>
          </p:nvSpPr>
          <p:spPr bwMode="auto">
            <a:xfrm>
              <a:off x="3659" y="2075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818" name="Line 162"/>
            <p:cNvSpPr>
              <a:spLocks noChangeShapeType="1"/>
            </p:cNvSpPr>
            <p:nvPr/>
          </p:nvSpPr>
          <p:spPr bwMode="auto">
            <a:xfrm flipV="1">
              <a:off x="4177" y="204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19" name="Line 163"/>
            <p:cNvSpPr>
              <a:spLocks noChangeShapeType="1"/>
            </p:cNvSpPr>
            <p:nvPr/>
          </p:nvSpPr>
          <p:spPr bwMode="auto">
            <a:xfrm>
              <a:off x="4177" y="1425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0" name="Rectangle 164"/>
            <p:cNvSpPr>
              <a:spLocks noChangeArrowheads="1"/>
            </p:cNvSpPr>
            <p:nvPr/>
          </p:nvSpPr>
          <p:spPr bwMode="auto">
            <a:xfrm>
              <a:off x="4141" y="207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821" name="Line 165"/>
            <p:cNvSpPr>
              <a:spLocks noChangeShapeType="1"/>
            </p:cNvSpPr>
            <p:nvPr/>
          </p:nvSpPr>
          <p:spPr bwMode="auto">
            <a:xfrm flipV="1">
              <a:off x="4624" y="204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2" name="Line 166"/>
            <p:cNvSpPr>
              <a:spLocks noChangeShapeType="1"/>
            </p:cNvSpPr>
            <p:nvPr/>
          </p:nvSpPr>
          <p:spPr bwMode="auto">
            <a:xfrm>
              <a:off x="4624" y="1425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3" name="Rectangle 167"/>
            <p:cNvSpPr>
              <a:spLocks noChangeArrowheads="1"/>
            </p:cNvSpPr>
            <p:nvPr/>
          </p:nvSpPr>
          <p:spPr bwMode="auto">
            <a:xfrm>
              <a:off x="4589" y="207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824" name="Line 168"/>
            <p:cNvSpPr>
              <a:spLocks noChangeShapeType="1"/>
            </p:cNvSpPr>
            <p:nvPr/>
          </p:nvSpPr>
          <p:spPr bwMode="auto">
            <a:xfrm>
              <a:off x="3729" y="2053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5" name="Line 169"/>
            <p:cNvSpPr>
              <a:spLocks noChangeShapeType="1"/>
            </p:cNvSpPr>
            <p:nvPr/>
          </p:nvSpPr>
          <p:spPr bwMode="auto">
            <a:xfrm flipH="1">
              <a:off x="4612" y="205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6" name="Rectangle 170"/>
            <p:cNvSpPr>
              <a:spLocks noChangeArrowheads="1"/>
            </p:cNvSpPr>
            <p:nvPr/>
          </p:nvSpPr>
          <p:spPr bwMode="auto">
            <a:xfrm>
              <a:off x="3629" y="1981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827" name="Line 171"/>
            <p:cNvSpPr>
              <a:spLocks noChangeShapeType="1"/>
            </p:cNvSpPr>
            <p:nvPr/>
          </p:nvSpPr>
          <p:spPr bwMode="auto">
            <a:xfrm>
              <a:off x="3729" y="1739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8" name="Line 172"/>
            <p:cNvSpPr>
              <a:spLocks noChangeShapeType="1"/>
            </p:cNvSpPr>
            <p:nvPr/>
          </p:nvSpPr>
          <p:spPr bwMode="auto">
            <a:xfrm flipH="1">
              <a:off x="4612" y="173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29" name="Rectangle 173"/>
            <p:cNvSpPr>
              <a:spLocks noChangeArrowheads="1"/>
            </p:cNvSpPr>
            <p:nvPr/>
          </p:nvSpPr>
          <p:spPr bwMode="auto">
            <a:xfrm>
              <a:off x="3629" y="166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0830" name="Line 174"/>
            <p:cNvSpPr>
              <a:spLocks noChangeShapeType="1"/>
            </p:cNvSpPr>
            <p:nvPr/>
          </p:nvSpPr>
          <p:spPr bwMode="auto">
            <a:xfrm>
              <a:off x="3729" y="1425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1" name="Line 175"/>
            <p:cNvSpPr>
              <a:spLocks noChangeShapeType="1"/>
            </p:cNvSpPr>
            <p:nvPr/>
          </p:nvSpPr>
          <p:spPr bwMode="auto">
            <a:xfrm flipH="1">
              <a:off x="4612" y="142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2" name="Rectangle 176"/>
            <p:cNvSpPr>
              <a:spLocks noChangeArrowheads="1"/>
            </p:cNvSpPr>
            <p:nvPr/>
          </p:nvSpPr>
          <p:spPr bwMode="auto">
            <a:xfrm>
              <a:off x="3629" y="1354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/>
            </a:p>
          </p:txBody>
        </p:sp>
        <p:sp>
          <p:nvSpPr>
            <p:cNvPr id="70833" name="Line 177"/>
            <p:cNvSpPr>
              <a:spLocks noChangeShapeType="1"/>
            </p:cNvSpPr>
            <p:nvPr/>
          </p:nvSpPr>
          <p:spPr bwMode="auto">
            <a:xfrm>
              <a:off x="3729" y="142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4" name="Line 178"/>
            <p:cNvSpPr>
              <a:spLocks noChangeShapeType="1"/>
            </p:cNvSpPr>
            <p:nvPr/>
          </p:nvSpPr>
          <p:spPr bwMode="auto">
            <a:xfrm>
              <a:off x="3729" y="2053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5" name="Line 179"/>
            <p:cNvSpPr>
              <a:spLocks noChangeShapeType="1"/>
            </p:cNvSpPr>
            <p:nvPr/>
          </p:nvSpPr>
          <p:spPr bwMode="auto">
            <a:xfrm flipV="1">
              <a:off x="4624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6" name="Line 180"/>
            <p:cNvSpPr>
              <a:spLocks noChangeShapeType="1"/>
            </p:cNvSpPr>
            <p:nvPr/>
          </p:nvSpPr>
          <p:spPr bwMode="auto">
            <a:xfrm flipV="1">
              <a:off x="3729" y="1425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7" name="Oval 181"/>
            <p:cNvSpPr>
              <a:spLocks noChangeArrowheads="1"/>
            </p:cNvSpPr>
            <p:nvPr/>
          </p:nvSpPr>
          <p:spPr bwMode="auto">
            <a:xfrm>
              <a:off x="3794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8" name="Oval 182"/>
            <p:cNvSpPr>
              <a:spLocks noChangeArrowheads="1"/>
            </p:cNvSpPr>
            <p:nvPr/>
          </p:nvSpPr>
          <p:spPr bwMode="auto">
            <a:xfrm>
              <a:off x="3882" y="2031"/>
              <a:ext cx="48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39" name="Oval 183"/>
            <p:cNvSpPr>
              <a:spLocks noChangeArrowheads="1"/>
            </p:cNvSpPr>
            <p:nvPr/>
          </p:nvSpPr>
          <p:spPr bwMode="auto">
            <a:xfrm>
              <a:off x="3971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0" name="Oval 184"/>
            <p:cNvSpPr>
              <a:spLocks noChangeArrowheads="1"/>
            </p:cNvSpPr>
            <p:nvPr/>
          </p:nvSpPr>
          <p:spPr bwMode="auto">
            <a:xfrm>
              <a:off x="4059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1" name="Oval 185"/>
            <p:cNvSpPr>
              <a:spLocks noChangeArrowheads="1"/>
            </p:cNvSpPr>
            <p:nvPr/>
          </p:nvSpPr>
          <p:spPr bwMode="auto">
            <a:xfrm>
              <a:off x="4153" y="140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2" name="Oval 186"/>
            <p:cNvSpPr>
              <a:spLocks noChangeArrowheads="1"/>
            </p:cNvSpPr>
            <p:nvPr/>
          </p:nvSpPr>
          <p:spPr bwMode="auto">
            <a:xfrm>
              <a:off x="4242" y="1717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3" name="Oval 187"/>
            <p:cNvSpPr>
              <a:spLocks noChangeArrowheads="1"/>
            </p:cNvSpPr>
            <p:nvPr/>
          </p:nvSpPr>
          <p:spPr bwMode="auto">
            <a:xfrm>
              <a:off x="4330" y="187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4" name="Oval 188"/>
            <p:cNvSpPr>
              <a:spLocks noChangeArrowheads="1"/>
            </p:cNvSpPr>
            <p:nvPr/>
          </p:nvSpPr>
          <p:spPr bwMode="auto">
            <a:xfrm>
              <a:off x="4418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5" name="Oval 189"/>
            <p:cNvSpPr>
              <a:spLocks noChangeArrowheads="1"/>
            </p:cNvSpPr>
            <p:nvPr/>
          </p:nvSpPr>
          <p:spPr bwMode="auto">
            <a:xfrm>
              <a:off x="4506" y="2031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6" name="Oval 190"/>
            <p:cNvSpPr>
              <a:spLocks noChangeArrowheads="1"/>
            </p:cNvSpPr>
            <p:nvPr/>
          </p:nvSpPr>
          <p:spPr bwMode="auto">
            <a:xfrm>
              <a:off x="3806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7" name="Oval 191"/>
            <p:cNvSpPr>
              <a:spLocks noChangeArrowheads="1"/>
            </p:cNvSpPr>
            <p:nvPr/>
          </p:nvSpPr>
          <p:spPr bwMode="auto">
            <a:xfrm>
              <a:off x="3894" y="2042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8" name="Oval 192"/>
            <p:cNvSpPr>
              <a:spLocks noChangeArrowheads="1"/>
            </p:cNvSpPr>
            <p:nvPr/>
          </p:nvSpPr>
          <p:spPr bwMode="auto">
            <a:xfrm>
              <a:off x="3983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49" name="Oval 193"/>
            <p:cNvSpPr>
              <a:spLocks noChangeArrowheads="1"/>
            </p:cNvSpPr>
            <p:nvPr/>
          </p:nvSpPr>
          <p:spPr bwMode="auto">
            <a:xfrm>
              <a:off x="4071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0" name="Line 194"/>
            <p:cNvSpPr>
              <a:spLocks noChangeShapeType="1"/>
            </p:cNvSpPr>
            <p:nvPr/>
          </p:nvSpPr>
          <p:spPr bwMode="auto">
            <a:xfrm flipV="1">
              <a:off x="4177" y="1425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1" name="Line 195"/>
            <p:cNvSpPr>
              <a:spLocks noChangeShapeType="1"/>
            </p:cNvSpPr>
            <p:nvPr/>
          </p:nvSpPr>
          <p:spPr bwMode="auto">
            <a:xfrm flipV="1">
              <a:off x="4265" y="1739"/>
              <a:ext cx="1" cy="3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2" name="Line 196"/>
            <p:cNvSpPr>
              <a:spLocks noChangeShapeType="1"/>
            </p:cNvSpPr>
            <p:nvPr/>
          </p:nvSpPr>
          <p:spPr bwMode="auto">
            <a:xfrm flipV="1">
              <a:off x="4353" y="1893"/>
              <a:ext cx="1" cy="16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3" name="Oval 197"/>
            <p:cNvSpPr>
              <a:spLocks noChangeArrowheads="1"/>
            </p:cNvSpPr>
            <p:nvPr/>
          </p:nvSpPr>
          <p:spPr bwMode="auto">
            <a:xfrm>
              <a:off x="4430" y="2042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4" name="Oval 198"/>
            <p:cNvSpPr>
              <a:spLocks noChangeArrowheads="1"/>
            </p:cNvSpPr>
            <p:nvPr/>
          </p:nvSpPr>
          <p:spPr bwMode="auto">
            <a:xfrm>
              <a:off x="4518" y="2042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855" name="Group 199"/>
          <p:cNvGrpSpPr>
            <a:grpSpLocks/>
          </p:cNvGrpSpPr>
          <p:nvPr/>
        </p:nvGrpSpPr>
        <p:grpSpPr bwMode="auto">
          <a:xfrm>
            <a:off x="6142038" y="3809504"/>
            <a:ext cx="1630362" cy="1373187"/>
            <a:chOff x="3629" y="2185"/>
            <a:chExt cx="1027" cy="865"/>
          </a:xfrm>
        </p:grpSpPr>
        <p:sp>
          <p:nvSpPr>
            <p:cNvPr id="70856" name="Rectangle 200"/>
            <p:cNvSpPr>
              <a:spLocks noChangeArrowheads="1"/>
            </p:cNvSpPr>
            <p:nvPr/>
          </p:nvSpPr>
          <p:spPr bwMode="auto">
            <a:xfrm>
              <a:off x="3729" y="2256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7" name="Rectangle 201"/>
            <p:cNvSpPr>
              <a:spLocks noChangeArrowheads="1"/>
            </p:cNvSpPr>
            <p:nvPr/>
          </p:nvSpPr>
          <p:spPr bwMode="auto">
            <a:xfrm>
              <a:off x="3729" y="2256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8" name="Line 202"/>
            <p:cNvSpPr>
              <a:spLocks noChangeShapeType="1"/>
            </p:cNvSpPr>
            <p:nvPr/>
          </p:nvSpPr>
          <p:spPr bwMode="auto">
            <a:xfrm>
              <a:off x="3729" y="225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59" name="Line 203"/>
            <p:cNvSpPr>
              <a:spLocks noChangeShapeType="1"/>
            </p:cNvSpPr>
            <p:nvPr/>
          </p:nvSpPr>
          <p:spPr bwMode="auto">
            <a:xfrm>
              <a:off x="3729" y="2884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0" name="Line 204"/>
            <p:cNvSpPr>
              <a:spLocks noChangeShapeType="1"/>
            </p:cNvSpPr>
            <p:nvPr/>
          </p:nvSpPr>
          <p:spPr bwMode="auto">
            <a:xfrm flipV="1">
              <a:off x="4624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1" name="Line 205"/>
            <p:cNvSpPr>
              <a:spLocks noChangeShapeType="1"/>
            </p:cNvSpPr>
            <p:nvPr/>
          </p:nvSpPr>
          <p:spPr bwMode="auto">
            <a:xfrm flipV="1">
              <a:off x="3729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2" name="Line 206"/>
            <p:cNvSpPr>
              <a:spLocks noChangeShapeType="1"/>
            </p:cNvSpPr>
            <p:nvPr/>
          </p:nvSpPr>
          <p:spPr bwMode="auto">
            <a:xfrm>
              <a:off x="3729" y="2884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3" name="Line 207"/>
            <p:cNvSpPr>
              <a:spLocks noChangeShapeType="1"/>
            </p:cNvSpPr>
            <p:nvPr/>
          </p:nvSpPr>
          <p:spPr bwMode="auto">
            <a:xfrm flipV="1">
              <a:off x="3729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4" name="Line 208"/>
            <p:cNvSpPr>
              <a:spLocks noChangeShapeType="1"/>
            </p:cNvSpPr>
            <p:nvPr/>
          </p:nvSpPr>
          <p:spPr bwMode="auto">
            <a:xfrm flipV="1">
              <a:off x="3729" y="2873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5" name="Line 209"/>
            <p:cNvSpPr>
              <a:spLocks noChangeShapeType="1"/>
            </p:cNvSpPr>
            <p:nvPr/>
          </p:nvSpPr>
          <p:spPr bwMode="auto">
            <a:xfrm>
              <a:off x="3729" y="2256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6" name="Rectangle 210"/>
            <p:cNvSpPr>
              <a:spLocks noChangeArrowheads="1"/>
            </p:cNvSpPr>
            <p:nvPr/>
          </p:nvSpPr>
          <p:spPr bwMode="auto">
            <a:xfrm>
              <a:off x="3659" y="2906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867" name="Line 211"/>
            <p:cNvSpPr>
              <a:spLocks noChangeShapeType="1"/>
            </p:cNvSpPr>
            <p:nvPr/>
          </p:nvSpPr>
          <p:spPr bwMode="auto">
            <a:xfrm flipV="1">
              <a:off x="4177" y="2873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8" name="Line 212"/>
            <p:cNvSpPr>
              <a:spLocks noChangeShapeType="1"/>
            </p:cNvSpPr>
            <p:nvPr/>
          </p:nvSpPr>
          <p:spPr bwMode="auto">
            <a:xfrm>
              <a:off x="4177" y="2256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69" name="Rectangle 213"/>
            <p:cNvSpPr>
              <a:spLocks noChangeArrowheads="1"/>
            </p:cNvSpPr>
            <p:nvPr/>
          </p:nvSpPr>
          <p:spPr bwMode="auto">
            <a:xfrm>
              <a:off x="4141" y="290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870" name="Line 214"/>
            <p:cNvSpPr>
              <a:spLocks noChangeShapeType="1"/>
            </p:cNvSpPr>
            <p:nvPr/>
          </p:nvSpPr>
          <p:spPr bwMode="auto">
            <a:xfrm flipV="1">
              <a:off x="4624" y="2873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71" name="Line 215"/>
            <p:cNvSpPr>
              <a:spLocks noChangeShapeType="1"/>
            </p:cNvSpPr>
            <p:nvPr/>
          </p:nvSpPr>
          <p:spPr bwMode="auto">
            <a:xfrm>
              <a:off x="4624" y="2256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72" name="Rectangle 216"/>
            <p:cNvSpPr>
              <a:spLocks noChangeArrowheads="1"/>
            </p:cNvSpPr>
            <p:nvPr/>
          </p:nvSpPr>
          <p:spPr bwMode="auto">
            <a:xfrm>
              <a:off x="4589" y="290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873" name="Line 217"/>
            <p:cNvSpPr>
              <a:spLocks noChangeShapeType="1"/>
            </p:cNvSpPr>
            <p:nvPr/>
          </p:nvSpPr>
          <p:spPr bwMode="auto">
            <a:xfrm>
              <a:off x="3729" y="2884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74" name="Line 218"/>
            <p:cNvSpPr>
              <a:spLocks noChangeShapeType="1"/>
            </p:cNvSpPr>
            <p:nvPr/>
          </p:nvSpPr>
          <p:spPr bwMode="auto">
            <a:xfrm flipH="1">
              <a:off x="4612" y="288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75" name="Rectangle 219"/>
            <p:cNvSpPr>
              <a:spLocks noChangeArrowheads="1"/>
            </p:cNvSpPr>
            <p:nvPr/>
          </p:nvSpPr>
          <p:spPr bwMode="auto">
            <a:xfrm>
              <a:off x="3629" y="281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876" name="Line 220"/>
            <p:cNvSpPr>
              <a:spLocks noChangeShapeType="1"/>
            </p:cNvSpPr>
            <p:nvPr/>
          </p:nvSpPr>
          <p:spPr bwMode="auto">
            <a:xfrm>
              <a:off x="3729" y="2570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77" name="Line 221"/>
            <p:cNvSpPr>
              <a:spLocks noChangeShapeType="1"/>
            </p:cNvSpPr>
            <p:nvPr/>
          </p:nvSpPr>
          <p:spPr bwMode="auto">
            <a:xfrm flipH="1">
              <a:off x="4612" y="257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78" name="Rectangle 222"/>
            <p:cNvSpPr>
              <a:spLocks noChangeArrowheads="1"/>
            </p:cNvSpPr>
            <p:nvPr/>
          </p:nvSpPr>
          <p:spPr bwMode="auto">
            <a:xfrm>
              <a:off x="3629" y="249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0879" name="Line 223"/>
            <p:cNvSpPr>
              <a:spLocks noChangeShapeType="1"/>
            </p:cNvSpPr>
            <p:nvPr/>
          </p:nvSpPr>
          <p:spPr bwMode="auto">
            <a:xfrm>
              <a:off x="3729" y="225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0" name="Line 224"/>
            <p:cNvSpPr>
              <a:spLocks noChangeShapeType="1"/>
            </p:cNvSpPr>
            <p:nvPr/>
          </p:nvSpPr>
          <p:spPr bwMode="auto">
            <a:xfrm flipH="1">
              <a:off x="4612" y="225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1" name="Rectangle 225"/>
            <p:cNvSpPr>
              <a:spLocks noChangeArrowheads="1"/>
            </p:cNvSpPr>
            <p:nvPr/>
          </p:nvSpPr>
          <p:spPr bwMode="auto">
            <a:xfrm>
              <a:off x="3629" y="218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/>
            </a:p>
          </p:txBody>
        </p:sp>
        <p:sp>
          <p:nvSpPr>
            <p:cNvPr id="70882" name="Line 226"/>
            <p:cNvSpPr>
              <a:spLocks noChangeShapeType="1"/>
            </p:cNvSpPr>
            <p:nvPr/>
          </p:nvSpPr>
          <p:spPr bwMode="auto">
            <a:xfrm>
              <a:off x="3729" y="225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3" name="Line 227"/>
            <p:cNvSpPr>
              <a:spLocks noChangeShapeType="1"/>
            </p:cNvSpPr>
            <p:nvPr/>
          </p:nvSpPr>
          <p:spPr bwMode="auto">
            <a:xfrm>
              <a:off x="3729" y="2884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4" name="Line 228"/>
            <p:cNvSpPr>
              <a:spLocks noChangeShapeType="1"/>
            </p:cNvSpPr>
            <p:nvPr/>
          </p:nvSpPr>
          <p:spPr bwMode="auto">
            <a:xfrm flipV="1">
              <a:off x="4624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5" name="Line 229"/>
            <p:cNvSpPr>
              <a:spLocks noChangeShapeType="1"/>
            </p:cNvSpPr>
            <p:nvPr/>
          </p:nvSpPr>
          <p:spPr bwMode="auto">
            <a:xfrm flipV="1">
              <a:off x="3729" y="2256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6" name="Oval 230"/>
            <p:cNvSpPr>
              <a:spLocks noChangeArrowheads="1"/>
            </p:cNvSpPr>
            <p:nvPr/>
          </p:nvSpPr>
          <p:spPr bwMode="auto">
            <a:xfrm>
              <a:off x="3794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7" name="Oval 231"/>
            <p:cNvSpPr>
              <a:spLocks noChangeArrowheads="1"/>
            </p:cNvSpPr>
            <p:nvPr/>
          </p:nvSpPr>
          <p:spPr bwMode="auto">
            <a:xfrm>
              <a:off x="3882" y="2862"/>
              <a:ext cx="48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8" name="Oval 232"/>
            <p:cNvSpPr>
              <a:spLocks noChangeArrowheads="1"/>
            </p:cNvSpPr>
            <p:nvPr/>
          </p:nvSpPr>
          <p:spPr bwMode="auto">
            <a:xfrm>
              <a:off x="3971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89" name="Oval 233"/>
            <p:cNvSpPr>
              <a:spLocks noChangeArrowheads="1"/>
            </p:cNvSpPr>
            <p:nvPr/>
          </p:nvSpPr>
          <p:spPr bwMode="auto">
            <a:xfrm>
              <a:off x="4059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0" name="Oval 234"/>
            <p:cNvSpPr>
              <a:spLocks noChangeArrowheads="1"/>
            </p:cNvSpPr>
            <p:nvPr/>
          </p:nvSpPr>
          <p:spPr bwMode="auto">
            <a:xfrm>
              <a:off x="4153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1" name="Oval 235"/>
            <p:cNvSpPr>
              <a:spLocks noChangeArrowheads="1"/>
            </p:cNvSpPr>
            <p:nvPr/>
          </p:nvSpPr>
          <p:spPr bwMode="auto">
            <a:xfrm>
              <a:off x="4242" y="223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2" name="Oval 236"/>
            <p:cNvSpPr>
              <a:spLocks noChangeArrowheads="1"/>
            </p:cNvSpPr>
            <p:nvPr/>
          </p:nvSpPr>
          <p:spPr bwMode="auto">
            <a:xfrm>
              <a:off x="4330" y="2548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3" name="Oval 237"/>
            <p:cNvSpPr>
              <a:spLocks noChangeArrowheads="1"/>
            </p:cNvSpPr>
            <p:nvPr/>
          </p:nvSpPr>
          <p:spPr bwMode="auto">
            <a:xfrm>
              <a:off x="4418" y="270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4" name="Oval 238"/>
            <p:cNvSpPr>
              <a:spLocks noChangeArrowheads="1"/>
            </p:cNvSpPr>
            <p:nvPr/>
          </p:nvSpPr>
          <p:spPr bwMode="auto">
            <a:xfrm>
              <a:off x="4506" y="2862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5" name="Oval 239"/>
            <p:cNvSpPr>
              <a:spLocks noChangeArrowheads="1"/>
            </p:cNvSpPr>
            <p:nvPr/>
          </p:nvSpPr>
          <p:spPr bwMode="auto">
            <a:xfrm>
              <a:off x="3806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6" name="Oval 240"/>
            <p:cNvSpPr>
              <a:spLocks noChangeArrowheads="1"/>
            </p:cNvSpPr>
            <p:nvPr/>
          </p:nvSpPr>
          <p:spPr bwMode="auto">
            <a:xfrm>
              <a:off x="3894" y="2873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7" name="Oval 241"/>
            <p:cNvSpPr>
              <a:spLocks noChangeArrowheads="1"/>
            </p:cNvSpPr>
            <p:nvPr/>
          </p:nvSpPr>
          <p:spPr bwMode="auto">
            <a:xfrm>
              <a:off x="3983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8" name="Oval 242"/>
            <p:cNvSpPr>
              <a:spLocks noChangeArrowheads="1"/>
            </p:cNvSpPr>
            <p:nvPr/>
          </p:nvSpPr>
          <p:spPr bwMode="auto">
            <a:xfrm>
              <a:off x="4071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99" name="Oval 243"/>
            <p:cNvSpPr>
              <a:spLocks noChangeArrowheads="1"/>
            </p:cNvSpPr>
            <p:nvPr/>
          </p:nvSpPr>
          <p:spPr bwMode="auto">
            <a:xfrm>
              <a:off x="4165" y="2873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0" name="Line 244"/>
            <p:cNvSpPr>
              <a:spLocks noChangeShapeType="1"/>
            </p:cNvSpPr>
            <p:nvPr/>
          </p:nvSpPr>
          <p:spPr bwMode="auto">
            <a:xfrm flipV="1">
              <a:off x="4265" y="2256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1" name="Line 245"/>
            <p:cNvSpPr>
              <a:spLocks noChangeShapeType="1"/>
            </p:cNvSpPr>
            <p:nvPr/>
          </p:nvSpPr>
          <p:spPr bwMode="auto">
            <a:xfrm flipV="1">
              <a:off x="4353" y="2570"/>
              <a:ext cx="1" cy="3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2" name="Line 246"/>
            <p:cNvSpPr>
              <a:spLocks noChangeShapeType="1"/>
            </p:cNvSpPr>
            <p:nvPr/>
          </p:nvSpPr>
          <p:spPr bwMode="auto">
            <a:xfrm flipV="1">
              <a:off x="4442" y="2724"/>
              <a:ext cx="1" cy="16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3" name="Oval 247"/>
            <p:cNvSpPr>
              <a:spLocks noChangeArrowheads="1"/>
            </p:cNvSpPr>
            <p:nvPr/>
          </p:nvSpPr>
          <p:spPr bwMode="auto">
            <a:xfrm>
              <a:off x="4518" y="2873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904" name="Group 248"/>
          <p:cNvGrpSpPr>
            <a:grpSpLocks/>
          </p:cNvGrpSpPr>
          <p:nvPr/>
        </p:nvGrpSpPr>
        <p:grpSpPr bwMode="auto">
          <a:xfrm>
            <a:off x="6142038" y="5103316"/>
            <a:ext cx="1630362" cy="1373188"/>
            <a:chOff x="3629" y="3016"/>
            <a:chExt cx="1027" cy="865"/>
          </a:xfrm>
        </p:grpSpPr>
        <p:sp>
          <p:nvSpPr>
            <p:cNvPr id="70905" name="Rectangle 249"/>
            <p:cNvSpPr>
              <a:spLocks noChangeArrowheads="1"/>
            </p:cNvSpPr>
            <p:nvPr/>
          </p:nvSpPr>
          <p:spPr bwMode="auto">
            <a:xfrm>
              <a:off x="3729" y="3087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6" name="Rectangle 250"/>
            <p:cNvSpPr>
              <a:spLocks noChangeArrowheads="1"/>
            </p:cNvSpPr>
            <p:nvPr/>
          </p:nvSpPr>
          <p:spPr bwMode="auto">
            <a:xfrm>
              <a:off x="3729" y="3087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7" name="Line 251"/>
            <p:cNvSpPr>
              <a:spLocks noChangeShapeType="1"/>
            </p:cNvSpPr>
            <p:nvPr/>
          </p:nvSpPr>
          <p:spPr bwMode="auto">
            <a:xfrm>
              <a:off x="3729" y="3087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8" name="Line 252"/>
            <p:cNvSpPr>
              <a:spLocks noChangeShapeType="1"/>
            </p:cNvSpPr>
            <p:nvPr/>
          </p:nvSpPr>
          <p:spPr bwMode="auto">
            <a:xfrm>
              <a:off x="3729" y="371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09" name="Line 253"/>
            <p:cNvSpPr>
              <a:spLocks noChangeShapeType="1"/>
            </p:cNvSpPr>
            <p:nvPr/>
          </p:nvSpPr>
          <p:spPr bwMode="auto">
            <a:xfrm flipV="1">
              <a:off x="4624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0" name="Line 254"/>
            <p:cNvSpPr>
              <a:spLocks noChangeShapeType="1"/>
            </p:cNvSpPr>
            <p:nvPr/>
          </p:nvSpPr>
          <p:spPr bwMode="auto">
            <a:xfrm flipV="1">
              <a:off x="3729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1" name="Line 255"/>
            <p:cNvSpPr>
              <a:spLocks noChangeShapeType="1"/>
            </p:cNvSpPr>
            <p:nvPr/>
          </p:nvSpPr>
          <p:spPr bwMode="auto">
            <a:xfrm>
              <a:off x="3729" y="371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2" name="Line 256"/>
            <p:cNvSpPr>
              <a:spLocks noChangeShapeType="1"/>
            </p:cNvSpPr>
            <p:nvPr/>
          </p:nvSpPr>
          <p:spPr bwMode="auto">
            <a:xfrm flipV="1">
              <a:off x="3729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3" name="Line 257"/>
            <p:cNvSpPr>
              <a:spLocks noChangeShapeType="1"/>
            </p:cNvSpPr>
            <p:nvPr/>
          </p:nvSpPr>
          <p:spPr bwMode="auto">
            <a:xfrm flipV="1">
              <a:off x="3729" y="370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4" name="Line 258"/>
            <p:cNvSpPr>
              <a:spLocks noChangeShapeType="1"/>
            </p:cNvSpPr>
            <p:nvPr/>
          </p:nvSpPr>
          <p:spPr bwMode="auto">
            <a:xfrm>
              <a:off x="3729" y="3087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5" name="Rectangle 259"/>
            <p:cNvSpPr>
              <a:spLocks noChangeArrowheads="1"/>
            </p:cNvSpPr>
            <p:nvPr/>
          </p:nvSpPr>
          <p:spPr bwMode="auto">
            <a:xfrm>
              <a:off x="3659" y="3737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916" name="Line 260"/>
            <p:cNvSpPr>
              <a:spLocks noChangeShapeType="1"/>
            </p:cNvSpPr>
            <p:nvPr/>
          </p:nvSpPr>
          <p:spPr bwMode="auto">
            <a:xfrm flipV="1">
              <a:off x="4177" y="370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7" name="Line 261"/>
            <p:cNvSpPr>
              <a:spLocks noChangeShapeType="1"/>
            </p:cNvSpPr>
            <p:nvPr/>
          </p:nvSpPr>
          <p:spPr bwMode="auto">
            <a:xfrm>
              <a:off x="4177" y="3087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18" name="Rectangle 262"/>
            <p:cNvSpPr>
              <a:spLocks noChangeArrowheads="1"/>
            </p:cNvSpPr>
            <p:nvPr/>
          </p:nvSpPr>
          <p:spPr bwMode="auto">
            <a:xfrm>
              <a:off x="4141" y="373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919" name="Line 263"/>
            <p:cNvSpPr>
              <a:spLocks noChangeShapeType="1"/>
            </p:cNvSpPr>
            <p:nvPr/>
          </p:nvSpPr>
          <p:spPr bwMode="auto">
            <a:xfrm flipV="1">
              <a:off x="4624" y="370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0" name="Line 264"/>
            <p:cNvSpPr>
              <a:spLocks noChangeShapeType="1"/>
            </p:cNvSpPr>
            <p:nvPr/>
          </p:nvSpPr>
          <p:spPr bwMode="auto">
            <a:xfrm>
              <a:off x="4624" y="3087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1" name="Rectangle 265"/>
            <p:cNvSpPr>
              <a:spLocks noChangeArrowheads="1"/>
            </p:cNvSpPr>
            <p:nvPr/>
          </p:nvSpPr>
          <p:spPr bwMode="auto">
            <a:xfrm>
              <a:off x="4589" y="373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922" name="Line 266"/>
            <p:cNvSpPr>
              <a:spLocks noChangeShapeType="1"/>
            </p:cNvSpPr>
            <p:nvPr/>
          </p:nvSpPr>
          <p:spPr bwMode="auto">
            <a:xfrm>
              <a:off x="3729" y="3715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3" name="Line 267"/>
            <p:cNvSpPr>
              <a:spLocks noChangeShapeType="1"/>
            </p:cNvSpPr>
            <p:nvPr/>
          </p:nvSpPr>
          <p:spPr bwMode="auto">
            <a:xfrm flipH="1">
              <a:off x="4612" y="371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4" name="Rectangle 268"/>
            <p:cNvSpPr>
              <a:spLocks noChangeArrowheads="1"/>
            </p:cNvSpPr>
            <p:nvPr/>
          </p:nvSpPr>
          <p:spPr bwMode="auto">
            <a:xfrm>
              <a:off x="3629" y="364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925" name="Line 269"/>
            <p:cNvSpPr>
              <a:spLocks noChangeShapeType="1"/>
            </p:cNvSpPr>
            <p:nvPr/>
          </p:nvSpPr>
          <p:spPr bwMode="auto">
            <a:xfrm>
              <a:off x="3729" y="340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6" name="Line 270"/>
            <p:cNvSpPr>
              <a:spLocks noChangeShapeType="1"/>
            </p:cNvSpPr>
            <p:nvPr/>
          </p:nvSpPr>
          <p:spPr bwMode="auto">
            <a:xfrm flipH="1">
              <a:off x="4612" y="340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7" name="Rectangle 271"/>
            <p:cNvSpPr>
              <a:spLocks noChangeArrowheads="1"/>
            </p:cNvSpPr>
            <p:nvPr/>
          </p:nvSpPr>
          <p:spPr bwMode="auto">
            <a:xfrm>
              <a:off x="3629" y="333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/>
            </a:p>
          </p:txBody>
        </p:sp>
        <p:sp>
          <p:nvSpPr>
            <p:cNvPr id="70928" name="Line 272"/>
            <p:cNvSpPr>
              <a:spLocks noChangeShapeType="1"/>
            </p:cNvSpPr>
            <p:nvPr/>
          </p:nvSpPr>
          <p:spPr bwMode="auto">
            <a:xfrm>
              <a:off x="3729" y="3087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29" name="Line 273"/>
            <p:cNvSpPr>
              <a:spLocks noChangeShapeType="1"/>
            </p:cNvSpPr>
            <p:nvPr/>
          </p:nvSpPr>
          <p:spPr bwMode="auto">
            <a:xfrm flipH="1">
              <a:off x="4612" y="308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0" name="Rectangle 274"/>
            <p:cNvSpPr>
              <a:spLocks noChangeArrowheads="1"/>
            </p:cNvSpPr>
            <p:nvPr/>
          </p:nvSpPr>
          <p:spPr bwMode="auto">
            <a:xfrm>
              <a:off x="3629" y="301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/>
            </a:p>
          </p:txBody>
        </p:sp>
        <p:sp>
          <p:nvSpPr>
            <p:cNvPr id="70931" name="Line 275"/>
            <p:cNvSpPr>
              <a:spLocks noChangeShapeType="1"/>
            </p:cNvSpPr>
            <p:nvPr/>
          </p:nvSpPr>
          <p:spPr bwMode="auto">
            <a:xfrm>
              <a:off x="3729" y="3087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2" name="Line 276"/>
            <p:cNvSpPr>
              <a:spLocks noChangeShapeType="1"/>
            </p:cNvSpPr>
            <p:nvPr/>
          </p:nvSpPr>
          <p:spPr bwMode="auto">
            <a:xfrm>
              <a:off x="3729" y="3715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3" name="Line 277"/>
            <p:cNvSpPr>
              <a:spLocks noChangeShapeType="1"/>
            </p:cNvSpPr>
            <p:nvPr/>
          </p:nvSpPr>
          <p:spPr bwMode="auto">
            <a:xfrm flipV="1">
              <a:off x="4624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4" name="Line 278"/>
            <p:cNvSpPr>
              <a:spLocks noChangeShapeType="1"/>
            </p:cNvSpPr>
            <p:nvPr/>
          </p:nvSpPr>
          <p:spPr bwMode="auto">
            <a:xfrm flipV="1">
              <a:off x="3729" y="3087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5" name="Oval 279"/>
            <p:cNvSpPr>
              <a:spLocks noChangeArrowheads="1"/>
            </p:cNvSpPr>
            <p:nvPr/>
          </p:nvSpPr>
          <p:spPr bwMode="auto">
            <a:xfrm>
              <a:off x="3794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6" name="Oval 280"/>
            <p:cNvSpPr>
              <a:spLocks noChangeArrowheads="1"/>
            </p:cNvSpPr>
            <p:nvPr/>
          </p:nvSpPr>
          <p:spPr bwMode="auto">
            <a:xfrm>
              <a:off x="3882" y="3693"/>
              <a:ext cx="48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7" name="Oval 281"/>
            <p:cNvSpPr>
              <a:spLocks noChangeArrowheads="1"/>
            </p:cNvSpPr>
            <p:nvPr/>
          </p:nvSpPr>
          <p:spPr bwMode="auto">
            <a:xfrm>
              <a:off x="3971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8" name="Oval 282"/>
            <p:cNvSpPr>
              <a:spLocks noChangeArrowheads="1"/>
            </p:cNvSpPr>
            <p:nvPr/>
          </p:nvSpPr>
          <p:spPr bwMode="auto">
            <a:xfrm>
              <a:off x="4059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39" name="Oval 283"/>
            <p:cNvSpPr>
              <a:spLocks noChangeArrowheads="1"/>
            </p:cNvSpPr>
            <p:nvPr/>
          </p:nvSpPr>
          <p:spPr bwMode="auto">
            <a:xfrm>
              <a:off x="4153" y="3379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0" name="Oval 284"/>
            <p:cNvSpPr>
              <a:spLocks noChangeArrowheads="1"/>
            </p:cNvSpPr>
            <p:nvPr/>
          </p:nvSpPr>
          <p:spPr bwMode="auto">
            <a:xfrm>
              <a:off x="4242" y="3219"/>
              <a:ext cx="47" cy="45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1" name="Oval 285"/>
            <p:cNvSpPr>
              <a:spLocks noChangeArrowheads="1"/>
            </p:cNvSpPr>
            <p:nvPr/>
          </p:nvSpPr>
          <p:spPr bwMode="auto">
            <a:xfrm>
              <a:off x="4330" y="3456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2" name="Oval 286"/>
            <p:cNvSpPr>
              <a:spLocks noChangeArrowheads="1"/>
            </p:cNvSpPr>
            <p:nvPr/>
          </p:nvSpPr>
          <p:spPr bwMode="auto">
            <a:xfrm>
              <a:off x="4418" y="3610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3" name="Oval 287"/>
            <p:cNvSpPr>
              <a:spLocks noChangeArrowheads="1"/>
            </p:cNvSpPr>
            <p:nvPr/>
          </p:nvSpPr>
          <p:spPr bwMode="auto">
            <a:xfrm>
              <a:off x="4506" y="3693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4" name="Oval 288"/>
            <p:cNvSpPr>
              <a:spLocks noChangeArrowheads="1"/>
            </p:cNvSpPr>
            <p:nvPr/>
          </p:nvSpPr>
          <p:spPr bwMode="auto">
            <a:xfrm>
              <a:off x="3806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5" name="Oval 289"/>
            <p:cNvSpPr>
              <a:spLocks noChangeArrowheads="1"/>
            </p:cNvSpPr>
            <p:nvPr/>
          </p:nvSpPr>
          <p:spPr bwMode="auto">
            <a:xfrm>
              <a:off x="3894" y="3704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6" name="Oval 290"/>
            <p:cNvSpPr>
              <a:spLocks noChangeArrowheads="1"/>
            </p:cNvSpPr>
            <p:nvPr/>
          </p:nvSpPr>
          <p:spPr bwMode="auto">
            <a:xfrm>
              <a:off x="3983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7" name="Oval 291"/>
            <p:cNvSpPr>
              <a:spLocks noChangeArrowheads="1"/>
            </p:cNvSpPr>
            <p:nvPr/>
          </p:nvSpPr>
          <p:spPr bwMode="auto">
            <a:xfrm>
              <a:off x="4071" y="3704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8" name="Line 292"/>
            <p:cNvSpPr>
              <a:spLocks noChangeShapeType="1"/>
            </p:cNvSpPr>
            <p:nvPr/>
          </p:nvSpPr>
          <p:spPr bwMode="auto">
            <a:xfrm flipV="1">
              <a:off x="4177" y="3401"/>
              <a:ext cx="1" cy="3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49" name="Line 293"/>
            <p:cNvSpPr>
              <a:spLocks noChangeShapeType="1"/>
            </p:cNvSpPr>
            <p:nvPr/>
          </p:nvSpPr>
          <p:spPr bwMode="auto">
            <a:xfrm flipV="1">
              <a:off x="4265" y="3242"/>
              <a:ext cx="1" cy="47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0" name="Line 294"/>
            <p:cNvSpPr>
              <a:spLocks noChangeShapeType="1"/>
            </p:cNvSpPr>
            <p:nvPr/>
          </p:nvSpPr>
          <p:spPr bwMode="auto">
            <a:xfrm flipV="1">
              <a:off x="4353" y="3478"/>
              <a:ext cx="1" cy="2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1" name="Line 295"/>
            <p:cNvSpPr>
              <a:spLocks noChangeShapeType="1"/>
            </p:cNvSpPr>
            <p:nvPr/>
          </p:nvSpPr>
          <p:spPr bwMode="auto">
            <a:xfrm flipV="1">
              <a:off x="4442" y="3632"/>
              <a:ext cx="1" cy="8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2" name="Oval 296"/>
            <p:cNvSpPr>
              <a:spLocks noChangeArrowheads="1"/>
            </p:cNvSpPr>
            <p:nvPr/>
          </p:nvSpPr>
          <p:spPr bwMode="auto">
            <a:xfrm>
              <a:off x="4518" y="3704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953" name="Group 297"/>
          <p:cNvGrpSpPr>
            <a:grpSpLocks/>
          </p:cNvGrpSpPr>
          <p:nvPr/>
        </p:nvGrpSpPr>
        <p:grpSpPr bwMode="auto">
          <a:xfrm>
            <a:off x="1223963" y="993279"/>
            <a:ext cx="1779587" cy="1373187"/>
            <a:chOff x="771" y="427"/>
            <a:chExt cx="1121" cy="865"/>
          </a:xfrm>
        </p:grpSpPr>
        <p:sp>
          <p:nvSpPr>
            <p:cNvPr id="70954" name="Rectangle 298"/>
            <p:cNvSpPr>
              <a:spLocks noChangeArrowheads="1"/>
            </p:cNvSpPr>
            <p:nvPr/>
          </p:nvSpPr>
          <p:spPr bwMode="auto">
            <a:xfrm>
              <a:off x="977" y="498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5" name="Rectangle 299"/>
            <p:cNvSpPr>
              <a:spLocks noChangeArrowheads="1"/>
            </p:cNvSpPr>
            <p:nvPr/>
          </p:nvSpPr>
          <p:spPr bwMode="auto">
            <a:xfrm>
              <a:off x="977" y="498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6" name="Line 300"/>
            <p:cNvSpPr>
              <a:spLocks noChangeShapeType="1"/>
            </p:cNvSpPr>
            <p:nvPr/>
          </p:nvSpPr>
          <p:spPr bwMode="auto">
            <a:xfrm>
              <a:off x="977" y="498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7" name="Line 301"/>
            <p:cNvSpPr>
              <a:spLocks noChangeShapeType="1"/>
            </p:cNvSpPr>
            <p:nvPr/>
          </p:nvSpPr>
          <p:spPr bwMode="auto">
            <a:xfrm>
              <a:off x="977" y="112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8" name="Line 302"/>
            <p:cNvSpPr>
              <a:spLocks noChangeShapeType="1"/>
            </p:cNvSpPr>
            <p:nvPr/>
          </p:nvSpPr>
          <p:spPr bwMode="auto">
            <a:xfrm flipV="1">
              <a:off x="1872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59" name="Line 303"/>
            <p:cNvSpPr>
              <a:spLocks noChangeShapeType="1"/>
            </p:cNvSpPr>
            <p:nvPr/>
          </p:nvSpPr>
          <p:spPr bwMode="auto">
            <a:xfrm flipV="1">
              <a:off x="977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0" name="Line 304"/>
            <p:cNvSpPr>
              <a:spLocks noChangeShapeType="1"/>
            </p:cNvSpPr>
            <p:nvPr/>
          </p:nvSpPr>
          <p:spPr bwMode="auto">
            <a:xfrm>
              <a:off x="977" y="112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1" name="Line 305"/>
            <p:cNvSpPr>
              <a:spLocks noChangeShapeType="1"/>
            </p:cNvSpPr>
            <p:nvPr/>
          </p:nvSpPr>
          <p:spPr bwMode="auto">
            <a:xfrm flipV="1">
              <a:off x="977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2" name="Line 306"/>
            <p:cNvSpPr>
              <a:spLocks noChangeShapeType="1"/>
            </p:cNvSpPr>
            <p:nvPr/>
          </p:nvSpPr>
          <p:spPr bwMode="auto">
            <a:xfrm flipV="1">
              <a:off x="977" y="1115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3" name="Line 307"/>
            <p:cNvSpPr>
              <a:spLocks noChangeShapeType="1"/>
            </p:cNvSpPr>
            <p:nvPr/>
          </p:nvSpPr>
          <p:spPr bwMode="auto">
            <a:xfrm>
              <a:off x="977" y="498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4" name="Rectangle 308"/>
            <p:cNvSpPr>
              <a:spLocks noChangeArrowheads="1"/>
            </p:cNvSpPr>
            <p:nvPr/>
          </p:nvSpPr>
          <p:spPr bwMode="auto">
            <a:xfrm>
              <a:off x="907" y="1148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0965" name="Line 309"/>
            <p:cNvSpPr>
              <a:spLocks noChangeShapeType="1"/>
            </p:cNvSpPr>
            <p:nvPr/>
          </p:nvSpPr>
          <p:spPr bwMode="auto">
            <a:xfrm flipV="1">
              <a:off x="1425" y="1115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6" name="Line 310"/>
            <p:cNvSpPr>
              <a:spLocks noChangeShapeType="1"/>
            </p:cNvSpPr>
            <p:nvPr/>
          </p:nvSpPr>
          <p:spPr bwMode="auto">
            <a:xfrm>
              <a:off x="1425" y="498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7" name="Rectangle 311"/>
            <p:cNvSpPr>
              <a:spLocks noChangeArrowheads="1"/>
            </p:cNvSpPr>
            <p:nvPr/>
          </p:nvSpPr>
          <p:spPr bwMode="auto">
            <a:xfrm>
              <a:off x="1389" y="114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968" name="Line 312"/>
            <p:cNvSpPr>
              <a:spLocks noChangeShapeType="1"/>
            </p:cNvSpPr>
            <p:nvPr/>
          </p:nvSpPr>
          <p:spPr bwMode="auto">
            <a:xfrm flipV="1">
              <a:off x="1872" y="1115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69" name="Line 313"/>
            <p:cNvSpPr>
              <a:spLocks noChangeShapeType="1"/>
            </p:cNvSpPr>
            <p:nvPr/>
          </p:nvSpPr>
          <p:spPr bwMode="auto">
            <a:xfrm>
              <a:off x="1872" y="498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0" name="Rectangle 314"/>
            <p:cNvSpPr>
              <a:spLocks noChangeArrowheads="1"/>
            </p:cNvSpPr>
            <p:nvPr/>
          </p:nvSpPr>
          <p:spPr bwMode="auto">
            <a:xfrm>
              <a:off x="1825" y="114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0971" name="Line 315"/>
            <p:cNvSpPr>
              <a:spLocks noChangeShapeType="1"/>
            </p:cNvSpPr>
            <p:nvPr/>
          </p:nvSpPr>
          <p:spPr bwMode="auto">
            <a:xfrm>
              <a:off x="977" y="112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2" name="Line 316"/>
            <p:cNvSpPr>
              <a:spLocks noChangeShapeType="1"/>
            </p:cNvSpPr>
            <p:nvPr/>
          </p:nvSpPr>
          <p:spPr bwMode="auto">
            <a:xfrm flipH="1">
              <a:off x="1860" y="112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3" name="Rectangle 317"/>
            <p:cNvSpPr>
              <a:spLocks noChangeArrowheads="1"/>
            </p:cNvSpPr>
            <p:nvPr/>
          </p:nvSpPr>
          <p:spPr bwMode="auto">
            <a:xfrm>
              <a:off x="877" y="1054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0974" name="Line 318"/>
            <p:cNvSpPr>
              <a:spLocks noChangeShapeType="1"/>
            </p:cNvSpPr>
            <p:nvPr/>
          </p:nvSpPr>
          <p:spPr bwMode="auto">
            <a:xfrm>
              <a:off x="977" y="81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5" name="Line 319"/>
            <p:cNvSpPr>
              <a:spLocks noChangeShapeType="1"/>
            </p:cNvSpPr>
            <p:nvPr/>
          </p:nvSpPr>
          <p:spPr bwMode="auto">
            <a:xfrm flipH="1">
              <a:off x="1860" y="81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6" name="Rectangle 320"/>
            <p:cNvSpPr>
              <a:spLocks noChangeArrowheads="1"/>
            </p:cNvSpPr>
            <p:nvPr/>
          </p:nvSpPr>
          <p:spPr bwMode="auto">
            <a:xfrm>
              <a:off x="771" y="740"/>
              <a:ext cx="1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0.5</a:t>
              </a:r>
              <a:endParaRPr lang="en-US"/>
            </a:p>
          </p:txBody>
        </p:sp>
        <p:sp>
          <p:nvSpPr>
            <p:cNvPr id="70977" name="Line 321"/>
            <p:cNvSpPr>
              <a:spLocks noChangeShapeType="1"/>
            </p:cNvSpPr>
            <p:nvPr/>
          </p:nvSpPr>
          <p:spPr bwMode="auto">
            <a:xfrm>
              <a:off x="977" y="49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8" name="Line 322"/>
            <p:cNvSpPr>
              <a:spLocks noChangeShapeType="1"/>
            </p:cNvSpPr>
            <p:nvPr/>
          </p:nvSpPr>
          <p:spPr bwMode="auto">
            <a:xfrm flipH="1">
              <a:off x="1860" y="49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79" name="Rectangle 323"/>
            <p:cNvSpPr>
              <a:spLocks noChangeArrowheads="1"/>
            </p:cNvSpPr>
            <p:nvPr/>
          </p:nvSpPr>
          <p:spPr bwMode="auto">
            <a:xfrm>
              <a:off x="877" y="42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0980" name="Line 324"/>
            <p:cNvSpPr>
              <a:spLocks noChangeShapeType="1"/>
            </p:cNvSpPr>
            <p:nvPr/>
          </p:nvSpPr>
          <p:spPr bwMode="auto">
            <a:xfrm>
              <a:off x="977" y="498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1" name="Line 325"/>
            <p:cNvSpPr>
              <a:spLocks noChangeShapeType="1"/>
            </p:cNvSpPr>
            <p:nvPr/>
          </p:nvSpPr>
          <p:spPr bwMode="auto">
            <a:xfrm>
              <a:off x="977" y="112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2" name="Line 326"/>
            <p:cNvSpPr>
              <a:spLocks noChangeShapeType="1"/>
            </p:cNvSpPr>
            <p:nvPr/>
          </p:nvSpPr>
          <p:spPr bwMode="auto">
            <a:xfrm flipV="1">
              <a:off x="1872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3" name="Line 327"/>
            <p:cNvSpPr>
              <a:spLocks noChangeShapeType="1"/>
            </p:cNvSpPr>
            <p:nvPr/>
          </p:nvSpPr>
          <p:spPr bwMode="auto">
            <a:xfrm flipV="1">
              <a:off x="977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4" name="Oval 328"/>
            <p:cNvSpPr>
              <a:spLocks noChangeArrowheads="1"/>
            </p:cNvSpPr>
            <p:nvPr/>
          </p:nvSpPr>
          <p:spPr bwMode="auto">
            <a:xfrm>
              <a:off x="1042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5" name="Oval 329"/>
            <p:cNvSpPr>
              <a:spLocks noChangeArrowheads="1"/>
            </p:cNvSpPr>
            <p:nvPr/>
          </p:nvSpPr>
          <p:spPr bwMode="auto">
            <a:xfrm>
              <a:off x="1130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6" name="Oval 330"/>
            <p:cNvSpPr>
              <a:spLocks noChangeArrowheads="1"/>
            </p:cNvSpPr>
            <p:nvPr/>
          </p:nvSpPr>
          <p:spPr bwMode="auto">
            <a:xfrm>
              <a:off x="1219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7" name="Oval 331"/>
            <p:cNvSpPr>
              <a:spLocks noChangeArrowheads="1"/>
            </p:cNvSpPr>
            <p:nvPr/>
          </p:nvSpPr>
          <p:spPr bwMode="auto">
            <a:xfrm>
              <a:off x="1307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8" name="Oval 332"/>
            <p:cNvSpPr>
              <a:spLocks noChangeArrowheads="1"/>
            </p:cNvSpPr>
            <p:nvPr/>
          </p:nvSpPr>
          <p:spPr bwMode="auto">
            <a:xfrm>
              <a:off x="1401" y="476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89" name="Oval 333"/>
            <p:cNvSpPr>
              <a:spLocks noChangeArrowheads="1"/>
            </p:cNvSpPr>
            <p:nvPr/>
          </p:nvSpPr>
          <p:spPr bwMode="auto">
            <a:xfrm>
              <a:off x="1489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0" name="Oval 334"/>
            <p:cNvSpPr>
              <a:spLocks noChangeArrowheads="1"/>
            </p:cNvSpPr>
            <p:nvPr/>
          </p:nvSpPr>
          <p:spPr bwMode="auto">
            <a:xfrm>
              <a:off x="1578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1" name="Oval 335"/>
            <p:cNvSpPr>
              <a:spLocks noChangeArrowheads="1"/>
            </p:cNvSpPr>
            <p:nvPr/>
          </p:nvSpPr>
          <p:spPr bwMode="auto">
            <a:xfrm>
              <a:off x="1666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2" name="Oval 336"/>
            <p:cNvSpPr>
              <a:spLocks noChangeArrowheads="1"/>
            </p:cNvSpPr>
            <p:nvPr/>
          </p:nvSpPr>
          <p:spPr bwMode="auto">
            <a:xfrm>
              <a:off x="1754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3" name="Oval 337"/>
            <p:cNvSpPr>
              <a:spLocks noChangeArrowheads="1"/>
            </p:cNvSpPr>
            <p:nvPr/>
          </p:nvSpPr>
          <p:spPr bwMode="auto">
            <a:xfrm>
              <a:off x="1054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4" name="Oval 338"/>
            <p:cNvSpPr>
              <a:spLocks noChangeArrowheads="1"/>
            </p:cNvSpPr>
            <p:nvPr/>
          </p:nvSpPr>
          <p:spPr bwMode="auto">
            <a:xfrm>
              <a:off x="1142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5" name="Oval 339"/>
            <p:cNvSpPr>
              <a:spLocks noChangeArrowheads="1"/>
            </p:cNvSpPr>
            <p:nvPr/>
          </p:nvSpPr>
          <p:spPr bwMode="auto">
            <a:xfrm>
              <a:off x="1230" y="1115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6" name="Oval 340"/>
            <p:cNvSpPr>
              <a:spLocks noChangeArrowheads="1"/>
            </p:cNvSpPr>
            <p:nvPr/>
          </p:nvSpPr>
          <p:spPr bwMode="auto">
            <a:xfrm>
              <a:off x="1319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7" name="Line 341"/>
            <p:cNvSpPr>
              <a:spLocks noChangeShapeType="1"/>
            </p:cNvSpPr>
            <p:nvPr/>
          </p:nvSpPr>
          <p:spPr bwMode="auto">
            <a:xfrm flipV="1">
              <a:off x="1425" y="498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8" name="Oval 342"/>
            <p:cNvSpPr>
              <a:spLocks noChangeArrowheads="1"/>
            </p:cNvSpPr>
            <p:nvPr/>
          </p:nvSpPr>
          <p:spPr bwMode="auto">
            <a:xfrm>
              <a:off x="1501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99" name="Oval 343"/>
            <p:cNvSpPr>
              <a:spLocks noChangeArrowheads="1"/>
            </p:cNvSpPr>
            <p:nvPr/>
          </p:nvSpPr>
          <p:spPr bwMode="auto">
            <a:xfrm>
              <a:off x="1589" y="1115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0" name="Oval 344"/>
            <p:cNvSpPr>
              <a:spLocks noChangeArrowheads="1"/>
            </p:cNvSpPr>
            <p:nvPr/>
          </p:nvSpPr>
          <p:spPr bwMode="auto">
            <a:xfrm>
              <a:off x="1678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1" name="Oval 345"/>
            <p:cNvSpPr>
              <a:spLocks noChangeArrowheads="1"/>
            </p:cNvSpPr>
            <p:nvPr/>
          </p:nvSpPr>
          <p:spPr bwMode="auto">
            <a:xfrm>
              <a:off x="1766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002" name="Group 346"/>
          <p:cNvGrpSpPr>
            <a:grpSpLocks/>
          </p:cNvGrpSpPr>
          <p:nvPr/>
        </p:nvGrpSpPr>
        <p:grpSpPr bwMode="auto">
          <a:xfrm>
            <a:off x="5973763" y="993279"/>
            <a:ext cx="1798637" cy="1373187"/>
            <a:chOff x="3715" y="427"/>
            <a:chExt cx="1133" cy="865"/>
          </a:xfrm>
        </p:grpSpPr>
        <p:sp>
          <p:nvSpPr>
            <p:cNvPr id="71003" name="Rectangle 347"/>
            <p:cNvSpPr>
              <a:spLocks noChangeArrowheads="1"/>
            </p:cNvSpPr>
            <p:nvPr/>
          </p:nvSpPr>
          <p:spPr bwMode="auto">
            <a:xfrm>
              <a:off x="3921" y="498"/>
              <a:ext cx="895" cy="6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4" name="Rectangle 348"/>
            <p:cNvSpPr>
              <a:spLocks noChangeArrowheads="1"/>
            </p:cNvSpPr>
            <p:nvPr/>
          </p:nvSpPr>
          <p:spPr bwMode="auto">
            <a:xfrm>
              <a:off x="3921" y="498"/>
              <a:ext cx="895" cy="62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5" name="Line 349"/>
            <p:cNvSpPr>
              <a:spLocks noChangeShapeType="1"/>
            </p:cNvSpPr>
            <p:nvPr/>
          </p:nvSpPr>
          <p:spPr bwMode="auto">
            <a:xfrm>
              <a:off x="3921" y="498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6" name="Line 350"/>
            <p:cNvSpPr>
              <a:spLocks noChangeShapeType="1"/>
            </p:cNvSpPr>
            <p:nvPr/>
          </p:nvSpPr>
          <p:spPr bwMode="auto">
            <a:xfrm>
              <a:off x="3921" y="112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7" name="Line 351"/>
            <p:cNvSpPr>
              <a:spLocks noChangeShapeType="1"/>
            </p:cNvSpPr>
            <p:nvPr/>
          </p:nvSpPr>
          <p:spPr bwMode="auto">
            <a:xfrm flipV="1">
              <a:off x="4816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8" name="Line 352"/>
            <p:cNvSpPr>
              <a:spLocks noChangeShapeType="1"/>
            </p:cNvSpPr>
            <p:nvPr/>
          </p:nvSpPr>
          <p:spPr bwMode="auto">
            <a:xfrm flipV="1">
              <a:off x="3921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09" name="Line 353"/>
            <p:cNvSpPr>
              <a:spLocks noChangeShapeType="1"/>
            </p:cNvSpPr>
            <p:nvPr/>
          </p:nvSpPr>
          <p:spPr bwMode="auto">
            <a:xfrm>
              <a:off x="3921" y="112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0" name="Line 354"/>
            <p:cNvSpPr>
              <a:spLocks noChangeShapeType="1"/>
            </p:cNvSpPr>
            <p:nvPr/>
          </p:nvSpPr>
          <p:spPr bwMode="auto">
            <a:xfrm flipV="1">
              <a:off x="3921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1" name="Line 355"/>
            <p:cNvSpPr>
              <a:spLocks noChangeShapeType="1"/>
            </p:cNvSpPr>
            <p:nvPr/>
          </p:nvSpPr>
          <p:spPr bwMode="auto">
            <a:xfrm flipV="1">
              <a:off x="3921" y="1115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2" name="Line 356"/>
            <p:cNvSpPr>
              <a:spLocks noChangeShapeType="1"/>
            </p:cNvSpPr>
            <p:nvPr/>
          </p:nvSpPr>
          <p:spPr bwMode="auto">
            <a:xfrm>
              <a:off x="3921" y="498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3" name="Rectangle 357"/>
            <p:cNvSpPr>
              <a:spLocks noChangeArrowheads="1"/>
            </p:cNvSpPr>
            <p:nvPr/>
          </p:nvSpPr>
          <p:spPr bwMode="auto">
            <a:xfrm>
              <a:off x="3851" y="1148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-5</a:t>
              </a:r>
              <a:endParaRPr lang="en-US"/>
            </a:p>
          </p:txBody>
        </p:sp>
        <p:sp>
          <p:nvSpPr>
            <p:cNvPr id="71014" name="Line 358"/>
            <p:cNvSpPr>
              <a:spLocks noChangeShapeType="1"/>
            </p:cNvSpPr>
            <p:nvPr/>
          </p:nvSpPr>
          <p:spPr bwMode="auto">
            <a:xfrm flipV="1">
              <a:off x="4369" y="1115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5" name="Line 359"/>
            <p:cNvSpPr>
              <a:spLocks noChangeShapeType="1"/>
            </p:cNvSpPr>
            <p:nvPr/>
          </p:nvSpPr>
          <p:spPr bwMode="auto">
            <a:xfrm>
              <a:off x="4369" y="498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6" name="Rectangle 360"/>
            <p:cNvSpPr>
              <a:spLocks noChangeArrowheads="1"/>
            </p:cNvSpPr>
            <p:nvPr/>
          </p:nvSpPr>
          <p:spPr bwMode="auto">
            <a:xfrm>
              <a:off x="4333" y="114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1017" name="Line 361"/>
            <p:cNvSpPr>
              <a:spLocks noChangeShapeType="1"/>
            </p:cNvSpPr>
            <p:nvPr/>
          </p:nvSpPr>
          <p:spPr bwMode="auto">
            <a:xfrm flipV="1">
              <a:off x="4816" y="1115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8" name="Line 362"/>
            <p:cNvSpPr>
              <a:spLocks noChangeShapeType="1"/>
            </p:cNvSpPr>
            <p:nvPr/>
          </p:nvSpPr>
          <p:spPr bwMode="auto">
            <a:xfrm>
              <a:off x="4816" y="498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19" name="Rectangle 363"/>
            <p:cNvSpPr>
              <a:spLocks noChangeArrowheads="1"/>
            </p:cNvSpPr>
            <p:nvPr/>
          </p:nvSpPr>
          <p:spPr bwMode="auto">
            <a:xfrm>
              <a:off x="4781" y="114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/>
            </a:p>
          </p:txBody>
        </p:sp>
        <p:sp>
          <p:nvSpPr>
            <p:cNvPr id="71020" name="Line 364"/>
            <p:cNvSpPr>
              <a:spLocks noChangeShapeType="1"/>
            </p:cNvSpPr>
            <p:nvPr/>
          </p:nvSpPr>
          <p:spPr bwMode="auto">
            <a:xfrm>
              <a:off x="3921" y="1126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21" name="Line 365"/>
            <p:cNvSpPr>
              <a:spLocks noChangeShapeType="1"/>
            </p:cNvSpPr>
            <p:nvPr/>
          </p:nvSpPr>
          <p:spPr bwMode="auto">
            <a:xfrm flipH="1">
              <a:off x="4804" y="112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22" name="Rectangle 366"/>
            <p:cNvSpPr>
              <a:spLocks noChangeArrowheads="1"/>
            </p:cNvSpPr>
            <p:nvPr/>
          </p:nvSpPr>
          <p:spPr bwMode="auto">
            <a:xfrm>
              <a:off x="3821" y="1054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/>
            </a:p>
          </p:txBody>
        </p:sp>
        <p:sp>
          <p:nvSpPr>
            <p:cNvPr id="71023" name="Line 367"/>
            <p:cNvSpPr>
              <a:spLocks noChangeShapeType="1"/>
            </p:cNvSpPr>
            <p:nvPr/>
          </p:nvSpPr>
          <p:spPr bwMode="auto">
            <a:xfrm>
              <a:off x="3921" y="81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24" name="Line 368"/>
            <p:cNvSpPr>
              <a:spLocks noChangeShapeType="1"/>
            </p:cNvSpPr>
            <p:nvPr/>
          </p:nvSpPr>
          <p:spPr bwMode="auto">
            <a:xfrm flipH="1">
              <a:off x="4804" y="81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25" name="Rectangle 369"/>
            <p:cNvSpPr>
              <a:spLocks noChangeArrowheads="1"/>
            </p:cNvSpPr>
            <p:nvPr/>
          </p:nvSpPr>
          <p:spPr bwMode="auto">
            <a:xfrm>
              <a:off x="3715" y="740"/>
              <a:ext cx="1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0.5</a:t>
              </a:r>
              <a:endParaRPr lang="en-US"/>
            </a:p>
          </p:txBody>
        </p:sp>
        <p:sp>
          <p:nvSpPr>
            <p:cNvPr id="71026" name="Line 370"/>
            <p:cNvSpPr>
              <a:spLocks noChangeShapeType="1"/>
            </p:cNvSpPr>
            <p:nvPr/>
          </p:nvSpPr>
          <p:spPr bwMode="auto">
            <a:xfrm>
              <a:off x="3921" y="498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27" name="Line 371"/>
            <p:cNvSpPr>
              <a:spLocks noChangeShapeType="1"/>
            </p:cNvSpPr>
            <p:nvPr/>
          </p:nvSpPr>
          <p:spPr bwMode="auto">
            <a:xfrm flipH="1">
              <a:off x="4804" y="49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28" name="Rectangle 372"/>
            <p:cNvSpPr>
              <a:spLocks noChangeArrowheads="1"/>
            </p:cNvSpPr>
            <p:nvPr/>
          </p:nvSpPr>
          <p:spPr bwMode="auto">
            <a:xfrm>
              <a:off x="3821" y="42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1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/>
            </a:p>
          </p:txBody>
        </p:sp>
        <p:sp>
          <p:nvSpPr>
            <p:cNvPr id="71029" name="Line 373"/>
            <p:cNvSpPr>
              <a:spLocks noChangeShapeType="1"/>
            </p:cNvSpPr>
            <p:nvPr/>
          </p:nvSpPr>
          <p:spPr bwMode="auto">
            <a:xfrm>
              <a:off x="3921" y="498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0" name="Line 374"/>
            <p:cNvSpPr>
              <a:spLocks noChangeShapeType="1"/>
            </p:cNvSpPr>
            <p:nvPr/>
          </p:nvSpPr>
          <p:spPr bwMode="auto">
            <a:xfrm>
              <a:off x="3921" y="1126"/>
              <a:ext cx="8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1" name="Line 375"/>
            <p:cNvSpPr>
              <a:spLocks noChangeShapeType="1"/>
            </p:cNvSpPr>
            <p:nvPr/>
          </p:nvSpPr>
          <p:spPr bwMode="auto">
            <a:xfrm flipV="1">
              <a:off x="4816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2" name="Line 376"/>
            <p:cNvSpPr>
              <a:spLocks noChangeShapeType="1"/>
            </p:cNvSpPr>
            <p:nvPr/>
          </p:nvSpPr>
          <p:spPr bwMode="auto">
            <a:xfrm flipV="1">
              <a:off x="3921" y="498"/>
              <a:ext cx="1" cy="6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3" name="Oval 377"/>
            <p:cNvSpPr>
              <a:spLocks noChangeArrowheads="1"/>
            </p:cNvSpPr>
            <p:nvPr/>
          </p:nvSpPr>
          <p:spPr bwMode="auto">
            <a:xfrm>
              <a:off x="3986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4" name="Oval 378"/>
            <p:cNvSpPr>
              <a:spLocks noChangeArrowheads="1"/>
            </p:cNvSpPr>
            <p:nvPr/>
          </p:nvSpPr>
          <p:spPr bwMode="auto">
            <a:xfrm>
              <a:off x="4074" y="1104"/>
              <a:ext cx="48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5" name="Oval 379"/>
            <p:cNvSpPr>
              <a:spLocks noChangeArrowheads="1"/>
            </p:cNvSpPr>
            <p:nvPr/>
          </p:nvSpPr>
          <p:spPr bwMode="auto">
            <a:xfrm>
              <a:off x="4163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6" name="Oval 380"/>
            <p:cNvSpPr>
              <a:spLocks noChangeArrowheads="1"/>
            </p:cNvSpPr>
            <p:nvPr/>
          </p:nvSpPr>
          <p:spPr bwMode="auto">
            <a:xfrm>
              <a:off x="4251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7" name="Oval 381"/>
            <p:cNvSpPr>
              <a:spLocks noChangeArrowheads="1"/>
            </p:cNvSpPr>
            <p:nvPr/>
          </p:nvSpPr>
          <p:spPr bwMode="auto">
            <a:xfrm>
              <a:off x="4345" y="476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8" name="Oval 382"/>
            <p:cNvSpPr>
              <a:spLocks noChangeArrowheads="1"/>
            </p:cNvSpPr>
            <p:nvPr/>
          </p:nvSpPr>
          <p:spPr bwMode="auto">
            <a:xfrm>
              <a:off x="4434" y="790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39" name="Oval 383"/>
            <p:cNvSpPr>
              <a:spLocks noChangeArrowheads="1"/>
            </p:cNvSpPr>
            <p:nvPr/>
          </p:nvSpPr>
          <p:spPr bwMode="auto">
            <a:xfrm>
              <a:off x="4522" y="94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0" name="Oval 384"/>
            <p:cNvSpPr>
              <a:spLocks noChangeArrowheads="1"/>
            </p:cNvSpPr>
            <p:nvPr/>
          </p:nvSpPr>
          <p:spPr bwMode="auto">
            <a:xfrm>
              <a:off x="4610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1" name="Oval 385"/>
            <p:cNvSpPr>
              <a:spLocks noChangeArrowheads="1"/>
            </p:cNvSpPr>
            <p:nvPr/>
          </p:nvSpPr>
          <p:spPr bwMode="auto">
            <a:xfrm>
              <a:off x="4698" y="1104"/>
              <a:ext cx="47" cy="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2" name="Oval 386"/>
            <p:cNvSpPr>
              <a:spLocks noChangeArrowheads="1"/>
            </p:cNvSpPr>
            <p:nvPr/>
          </p:nvSpPr>
          <p:spPr bwMode="auto">
            <a:xfrm>
              <a:off x="3998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3" name="Oval 387"/>
            <p:cNvSpPr>
              <a:spLocks noChangeArrowheads="1"/>
            </p:cNvSpPr>
            <p:nvPr/>
          </p:nvSpPr>
          <p:spPr bwMode="auto">
            <a:xfrm>
              <a:off x="4086" y="1115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4" name="Oval 388"/>
            <p:cNvSpPr>
              <a:spLocks noChangeArrowheads="1"/>
            </p:cNvSpPr>
            <p:nvPr/>
          </p:nvSpPr>
          <p:spPr bwMode="auto">
            <a:xfrm>
              <a:off x="4175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5" name="Oval 389"/>
            <p:cNvSpPr>
              <a:spLocks noChangeArrowheads="1"/>
            </p:cNvSpPr>
            <p:nvPr/>
          </p:nvSpPr>
          <p:spPr bwMode="auto">
            <a:xfrm>
              <a:off x="4263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6" name="Line 390"/>
            <p:cNvSpPr>
              <a:spLocks noChangeShapeType="1"/>
            </p:cNvSpPr>
            <p:nvPr/>
          </p:nvSpPr>
          <p:spPr bwMode="auto">
            <a:xfrm flipV="1">
              <a:off x="4369" y="498"/>
              <a:ext cx="1" cy="62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7" name="Line 391"/>
            <p:cNvSpPr>
              <a:spLocks noChangeShapeType="1"/>
            </p:cNvSpPr>
            <p:nvPr/>
          </p:nvSpPr>
          <p:spPr bwMode="auto">
            <a:xfrm flipV="1">
              <a:off x="4457" y="812"/>
              <a:ext cx="1" cy="3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8" name="Line 392"/>
            <p:cNvSpPr>
              <a:spLocks noChangeShapeType="1"/>
            </p:cNvSpPr>
            <p:nvPr/>
          </p:nvSpPr>
          <p:spPr bwMode="auto">
            <a:xfrm flipV="1">
              <a:off x="4545" y="966"/>
              <a:ext cx="1" cy="16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49" name="Oval 393"/>
            <p:cNvSpPr>
              <a:spLocks noChangeArrowheads="1"/>
            </p:cNvSpPr>
            <p:nvPr/>
          </p:nvSpPr>
          <p:spPr bwMode="auto">
            <a:xfrm>
              <a:off x="4622" y="1115"/>
              <a:ext cx="29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50" name="Oval 394"/>
            <p:cNvSpPr>
              <a:spLocks noChangeArrowheads="1"/>
            </p:cNvSpPr>
            <p:nvPr/>
          </p:nvSpPr>
          <p:spPr bwMode="auto">
            <a:xfrm>
              <a:off x="4710" y="1115"/>
              <a:ext cx="30" cy="2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051" name="Group 395"/>
          <p:cNvGrpSpPr>
            <a:grpSpLocks/>
          </p:cNvGrpSpPr>
          <p:nvPr/>
        </p:nvGrpSpPr>
        <p:grpSpPr bwMode="auto">
          <a:xfrm>
            <a:off x="2600325" y="1302841"/>
            <a:ext cx="3941763" cy="754063"/>
            <a:chOff x="1623" y="1371"/>
            <a:chExt cx="2483" cy="475"/>
          </a:xfrm>
        </p:grpSpPr>
        <p:sp>
          <p:nvSpPr>
            <p:cNvPr id="71052" name="Rectangle 396"/>
            <p:cNvSpPr>
              <a:spLocks noChangeArrowheads="1"/>
            </p:cNvSpPr>
            <p:nvPr/>
          </p:nvSpPr>
          <p:spPr bwMode="auto">
            <a:xfrm>
              <a:off x="2405" y="1371"/>
              <a:ext cx="88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LTI</a:t>
              </a:r>
            </a:p>
          </p:txBody>
        </p:sp>
        <p:sp>
          <p:nvSpPr>
            <p:cNvPr id="71053" name="Rectangle 397"/>
            <p:cNvSpPr>
              <a:spLocks noChangeArrowheads="1"/>
            </p:cNvSpPr>
            <p:nvPr/>
          </p:nvSpPr>
          <p:spPr bwMode="auto">
            <a:xfrm>
              <a:off x="1623" y="1371"/>
              <a:ext cx="490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sp>
          <p:nvSpPr>
            <p:cNvPr id="71054" name="Rectangle 398"/>
            <p:cNvSpPr>
              <a:spLocks noChangeArrowheads="1"/>
            </p:cNvSpPr>
            <p:nvPr/>
          </p:nvSpPr>
          <p:spPr bwMode="auto">
            <a:xfrm>
              <a:off x="3623" y="1371"/>
              <a:ext cx="483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cxnSp>
          <p:nvCxnSpPr>
            <p:cNvPr id="71055" name="AutoShape 399"/>
            <p:cNvCxnSpPr>
              <a:cxnSpLocks noChangeShapeType="1"/>
              <a:stCxn id="71053" idx="3"/>
              <a:endCxn id="71052" idx="1"/>
            </p:cNvCxnSpPr>
            <p:nvPr/>
          </p:nvCxnSpPr>
          <p:spPr bwMode="auto">
            <a:xfrm>
              <a:off x="2113" y="1609"/>
              <a:ext cx="2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056" name="AutoShape 400"/>
            <p:cNvCxnSpPr>
              <a:cxnSpLocks noChangeShapeType="1"/>
              <a:stCxn id="71052" idx="3"/>
              <a:endCxn id="71054" idx="1"/>
            </p:cNvCxnSpPr>
            <p:nvPr/>
          </p:nvCxnSpPr>
          <p:spPr bwMode="auto">
            <a:xfrm>
              <a:off x="3285" y="1609"/>
              <a:ext cx="33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057" name="Group 401"/>
          <p:cNvGrpSpPr>
            <a:grpSpLocks/>
          </p:cNvGrpSpPr>
          <p:nvPr/>
        </p:nvGrpSpPr>
        <p:grpSpPr bwMode="auto">
          <a:xfrm>
            <a:off x="2600325" y="4119066"/>
            <a:ext cx="3941763" cy="754063"/>
            <a:chOff x="1623" y="1371"/>
            <a:chExt cx="2483" cy="475"/>
          </a:xfrm>
        </p:grpSpPr>
        <p:sp>
          <p:nvSpPr>
            <p:cNvPr id="71058" name="Rectangle 402"/>
            <p:cNvSpPr>
              <a:spLocks noChangeArrowheads="1"/>
            </p:cNvSpPr>
            <p:nvPr/>
          </p:nvSpPr>
          <p:spPr bwMode="auto">
            <a:xfrm>
              <a:off x="2405" y="1371"/>
              <a:ext cx="88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LTI</a:t>
              </a:r>
            </a:p>
          </p:txBody>
        </p:sp>
        <p:sp>
          <p:nvSpPr>
            <p:cNvPr id="71059" name="Rectangle 403"/>
            <p:cNvSpPr>
              <a:spLocks noChangeArrowheads="1"/>
            </p:cNvSpPr>
            <p:nvPr/>
          </p:nvSpPr>
          <p:spPr bwMode="auto">
            <a:xfrm>
              <a:off x="1623" y="1371"/>
              <a:ext cx="490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sp>
          <p:nvSpPr>
            <p:cNvPr id="71060" name="Rectangle 404"/>
            <p:cNvSpPr>
              <a:spLocks noChangeArrowheads="1"/>
            </p:cNvSpPr>
            <p:nvPr/>
          </p:nvSpPr>
          <p:spPr bwMode="auto">
            <a:xfrm>
              <a:off x="3623" y="1371"/>
              <a:ext cx="483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cxnSp>
          <p:nvCxnSpPr>
            <p:cNvPr id="71061" name="AutoShape 405"/>
            <p:cNvCxnSpPr>
              <a:cxnSpLocks noChangeShapeType="1"/>
              <a:stCxn id="71059" idx="3"/>
              <a:endCxn id="71058" idx="1"/>
            </p:cNvCxnSpPr>
            <p:nvPr/>
          </p:nvCxnSpPr>
          <p:spPr bwMode="auto">
            <a:xfrm>
              <a:off x="2113" y="1609"/>
              <a:ext cx="2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062" name="AutoShape 406"/>
            <p:cNvCxnSpPr>
              <a:cxnSpLocks noChangeShapeType="1"/>
              <a:stCxn id="71058" idx="3"/>
              <a:endCxn id="71060" idx="1"/>
            </p:cNvCxnSpPr>
            <p:nvPr/>
          </p:nvCxnSpPr>
          <p:spPr bwMode="auto">
            <a:xfrm>
              <a:off x="3285" y="1609"/>
              <a:ext cx="33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063" name="Group 407"/>
          <p:cNvGrpSpPr>
            <a:grpSpLocks/>
          </p:cNvGrpSpPr>
          <p:nvPr/>
        </p:nvGrpSpPr>
        <p:grpSpPr bwMode="auto">
          <a:xfrm>
            <a:off x="2600325" y="5412879"/>
            <a:ext cx="3941763" cy="754062"/>
            <a:chOff x="1623" y="1371"/>
            <a:chExt cx="2483" cy="475"/>
          </a:xfrm>
        </p:grpSpPr>
        <p:sp>
          <p:nvSpPr>
            <p:cNvPr id="71064" name="Rectangle 408"/>
            <p:cNvSpPr>
              <a:spLocks noChangeArrowheads="1"/>
            </p:cNvSpPr>
            <p:nvPr/>
          </p:nvSpPr>
          <p:spPr bwMode="auto">
            <a:xfrm>
              <a:off x="2405" y="1371"/>
              <a:ext cx="88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LTI</a:t>
              </a:r>
            </a:p>
          </p:txBody>
        </p:sp>
        <p:sp>
          <p:nvSpPr>
            <p:cNvPr id="71065" name="Rectangle 409"/>
            <p:cNvSpPr>
              <a:spLocks noChangeArrowheads="1"/>
            </p:cNvSpPr>
            <p:nvPr/>
          </p:nvSpPr>
          <p:spPr bwMode="auto">
            <a:xfrm>
              <a:off x="1623" y="1371"/>
              <a:ext cx="490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sp>
          <p:nvSpPr>
            <p:cNvPr id="71066" name="Rectangle 410"/>
            <p:cNvSpPr>
              <a:spLocks noChangeArrowheads="1"/>
            </p:cNvSpPr>
            <p:nvPr/>
          </p:nvSpPr>
          <p:spPr bwMode="auto">
            <a:xfrm>
              <a:off x="3623" y="1371"/>
              <a:ext cx="483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cxnSp>
          <p:nvCxnSpPr>
            <p:cNvPr id="71067" name="AutoShape 411"/>
            <p:cNvCxnSpPr>
              <a:cxnSpLocks noChangeShapeType="1"/>
              <a:stCxn id="71065" idx="3"/>
              <a:endCxn id="71064" idx="1"/>
            </p:cNvCxnSpPr>
            <p:nvPr/>
          </p:nvCxnSpPr>
          <p:spPr bwMode="auto">
            <a:xfrm>
              <a:off x="2113" y="1609"/>
              <a:ext cx="2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068" name="AutoShape 412"/>
            <p:cNvCxnSpPr>
              <a:cxnSpLocks noChangeShapeType="1"/>
              <a:stCxn id="71064" idx="3"/>
              <a:endCxn id="71066" idx="1"/>
            </p:cNvCxnSpPr>
            <p:nvPr/>
          </p:nvCxnSpPr>
          <p:spPr bwMode="auto">
            <a:xfrm>
              <a:off x="3285" y="1609"/>
              <a:ext cx="33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069" name="Group 413"/>
          <p:cNvGrpSpPr>
            <a:grpSpLocks/>
          </p:cNvGrpSpPr>
          <p:nvPr/>
        </p:nvGrpSpPr>
        <p:grpSpPr bwMode="auto">
          <a:xfrm>
            <a:off x="2600325" y="2787154"/>
            <a:ext cx="3941763" cy="754062"/>
            <a:chOff x="1623" y="1371"/>
            <a:chExt cx="2483" cy="475"/>
          </a:xfrm>
        </p:grpSpPr>
        <p:sp>
          <p:nvSpPr>
            <p:cNvPr id="71070" name="Rectangle 414"/>
            <p:cNvSpPr>
              <a:spLocks noChangeArrowheads="1"/>
            </p:cNvSpPr>
            <p:nvPr/>
          </p:nvSpPr>
          <p:spPr bwMode="auto">
            <a:xfrm>
              <a:off x="2405" y="1371"/>
              <a:ext cx="88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LTI</a:t>
              </a:r>
            </a:p>
          </p:txBody>
        </p:sp>
        <p:sp>
          <p:nvSpPr>
            <p:cNvPr id="71071" name="Rectangle 415"/>
            <p:cNvSpPr>
              <a:spLocks noChangeArrowheads="1"/>
            </p:cNvSpPr>
            <p:nvPr/>
          </p:nvSpPr>
          <p:spPr bwMode="auto">
            <a:xfrm>
              <a:off x="1623" y="1371"/>
              <a:ext cx="490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sp>
          <p:nvSpPr>
            <p:cNvPr id="71072" name="Rectangle 416"/>
            <p:cNvSpPr>
              <a:spLocks noChangeArrowheads="1"/>
            </p:cNvSpPr>
            <p:nvPr/>
          </p:nvSpPr>
          <p:spPr bwMode="auto">
            <a:xfrm>
              <a:off x="3623" y="1371"/>
              <a:ext cx="483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cxnSp>
          <p:nvCxnSpPr>
            <p:cNvPr id="71073" name="AutoShape 417"/>
            <p:cNvCxnSpPr>
              <a:cxnSpLocks noChangeShapeType="1"/>
              <a:stCxn id="71071" idx="3"/>
              <a:endCxn id="71070" idx="1"/>
            </p:cNvCxnSpPr>
            <p:nvPr/>
          </p:nvCxnSpPr>
          <p:spPr bwMode="auto">
            <a:xfrm>
              <a:off x="2113" y="1609"/>
              <a:ext cx="2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074" name="AutoShape 418"/>
            <p:cNvCxnSpPr>
              <a:cxnSpLocks noChangeShapeType="1"/>
              <a:stCxn id="71070" idx="3"/>
              <a:endCxn id="71072" idx="1"/>
            </p:cNvCxnSpPr>
            <p:nvPr/>
          </p:nvCxnSpPr>
          <p:spPr bwMode="auto">
            <a:xfrm>
              <a:off x="3285" y="1609"/>
              <a:ext cx="33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2F1FB5-B79B-C947-B086-FCB93DE5049E}"/>
                  </a:ext>
                </a:extLst>
              </p14:cNvPr>
              <p14:cNvContentPartPr/>
              <p14:nvPr/>
            </p14:nvContentPartPr>
            <p14:xfrm>
              <a:off x="310680" y="527400"/>
              <a:ext cx="8589600" cy="4878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2F1FB5-B79B-C947-B086-FCB93DE50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518040"/>
                <a:ext cx="8608320" cy="48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68EAF1-2083-C94C-9A27-75B1CD21F6EB}"/>
                  </a:ext>
                </a:extLst>
              </p14:cNvPr>
              <p14:cNvContentPartPr/>
              <p14:nvPr/>
            </p14:nvContentPartPr>
            <p14:xfrm>
              <a:off x="561240" y="484920"/>
              <a:ext cx="8266320" cy="148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68EAF1-2083-C94C-9A27-75B1CD21F6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880" y="475560"/>
                <a:ext cx="8285040" cy="14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828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0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1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0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0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Convolution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0" y="4635500"/>
            <a:ext cx="7683500" cy="965200"/>
          </a:xfrm>
        </p:spPr>
        <p:txBody>
          <a:bodyPr/>
          <a:lstStyle/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Note that the indexes of a and x go in opposite directions</a:t>
            </a:r>
          </a:p>
          <a:p>
            <a:pPr marL="419100" indent="-419100"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sz="2000" dirty="0"/>
              <a:t>Such that the sum of the indexes equals the output index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2000" dirty="0"/>
          </a:p>
        </p:txBody>
      </p:sp>
      <p:grpSp>
        <p:nvGrpSpPr>
          <p:cNvPr id="1030" name="Group 4"/>
          <p:cNvGrpSpPr>
            <a:grpSpLocks/>
          </p:cNvGrpSpPr>
          <p:nvPr/>
        </p:nvGrpSpPr>
        <p:grpSpPr bwMode="auto">
          <a:xfrm>
            <a:off x="2705100" y="2743200"/>
            <a:ext cx="4191000" cy="466725"/>
            <a:chOff x="768" y="1672"/>
            <a:chExt cx="2640" cy="294"/>
          </a:xfrm>
        </p:grpSpPr>
        <p:sp>
          <p:nvSpPr>
            <p:cNvPr id="1132" name="Text Box 5"/>
            <p:cNvSpPr txBox="1">
              <a:spLocks noChangeArrowheads="1"/>
            </p:cNvSpPr>
            <p:nvPr/>
          </p:nvSpPr>
          <p:spPr bwMode="auto">
            <a:xfrm>
              <a:off x="768" y="1672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33" name="Text Box 6"/>
            <p:cNvSpPr txBox="1">
              <a:spLocks noChangeArrowheads="1"/>
            </p:cNvSpPr>
            <p:nvPr/>
          </p:nvSpPr>
          <p:spPr bwMode="auto">
            <a:xfrm>
              <a:off x="1208" y="1672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134" name="Text Box 7"/>
            <p:cNvSpPr txBox="1">
              <a:spLocks noChangeArrowheads="1"/>
            </p:cNvSpPr>
            <p:nvPr/>
          </p:nvSpPr>
          <p:spPr bwMode="auto">
            <a:xfrm>
              <a:off x="1648" y="1672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135" name="Text Box 8"/>
            <p:cNvSpPr txBox="1">
              <a:spLocks noChangeArrowheads="1"/>
            </p:cNvSpPr>
            <p:nvPr/>
          </p:nvSpPr>
          <p:spPr bwMode="auto">
            <a:xfrm>
              <a:off x="2088" y="1672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3</a:t>
              </a:r>
            </a:p>
          </p:txBody>
        </p:sp>
        <p:sp>
          <p:nvSpPr>
            <p:cNvPr id="1136" name="Text Box 9"/>
            <p:cNvSpPr txBox="1">
              <a:spLocks noChangeArrowheads="1"/>
            </p:cNvSpPr>
            <p:nvPr/>
          </p:nvSpPr>
          <p:spPr bwMode="auto">
            <a:xfrm>
              <a:off x="2528" y="1672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4</a:t>
              </a:r>
            </a:p>
          </p:txBody>
        </p:sp>
        <p:sp>
          <p:nvSpPr>
            <p:cNvPr id="1137" name="Text Box 10"/>
            <p:cNvSpPr txBox="1">
              <a:spLocks noChangeArrowheads="1"/>
            </p:cNvSpPr>
            <p:nvPr/>
          </p:nvSpPr>
          <p:spPr bwMode="auto">
            <a:xfrm>
              <a:off x="2968" y="1672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5</a:t>
              </a:r>
            </a:p>
          </p:txBody>
        </p:sp>
      </p:grpSp>
      <p:grpSp>
        <p:nvGrpSpPr>
          <p:cNvPr id="3" name="Group 209"/>
          <p:cNvGrpSpPr>
            <a:grpSpLocks/>
          </p:cNvGrpSpPr>
          <p:nvPr/>
        </p:nvGrpSpPr>
        <p:grpSpPr bwMode="auto">
          <a:xfrm>
            <a:off x="1308100" y="1905000"/>
            <a:ext cx="2095500" cy="2206625"/>
            <a:chOff x="4152" y="968"/>
            <a:chExt cx="1320" cy="1390"/>
          </a:xfrm>
        </p:grpSpPr>
        <p:sp>
          <p:nvSpPr>
            <p:cNvPr id="1124" name="Text Box 23"/>
            <p:cNvSpPr txBox="1">
              <a:spLocks noChangeArrowheads="1"/>
            </p:cNvSpPr>
            <p:nvPr/>
          </p:nvSpPr>
          <p:spPr bwMode="auto">
            <a:xfrm>
              <a:off x="4152" y="968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125" name="Text Box 33"/>
            <p:cNvSpPr txBox="1">
              <a:spLocks noChangeArrowheads="1"/>
            </p:cNvSpPr>
            <p:nvPr/>
          </p:nvSpPr>
          <p:spPr bwMode="auto">
            <a:xfrm>
              <a:off x="4592" y="968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126" name="Text Box 44"/>
            <p:cNvSpPr txBox="1">
              <a:spLocks noChangeArrowheads="1"/>
            </p:cNvSpPr>
            <p:nvPr/>
          </p:nvSpPr>
          <p:spPr bwMode="auto">
            <a:xfrm>
              <a:off x="5032" y="968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27" name="Text Box 46"/>
            <p:cNvSpPr txBox="1">
              <a:spLocks noChangeArrowheads="1"/>
            </p:cNvSpPr>
            <p:nvPr/>
          </p:nvSpPr>
          <p:spPr bwMode="auto">
            <a:xfrm>
              <a:off x="5160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28" name="Text Box 57"/>
            <p:cNvSpPr txBox="1">
              <a:spLocks noChangeArrowheads="1"/>
            </p:cNvSpPr>
            <p:nvPr/>
          </p:nvSpPr>
          <p:spPr bwMode="auto">
            <a:xfrm>
              <a:off x="5160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29" name="Text Box 60"/>
            <p:cNvSpPr txBox="1">
              <a:spLocks noChangeArrowheads="1"/>
            </p:cNvSpPr>
            <p:nvPr/>
          </p:nvSpPr>
          <p:spPr bwMode="auto">
            <a:xfrm>
              <a:off x="5032" y="206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30" name="Line 61"/>
            <p:cNvSpPr>
              <a:spLocks noChangeShapeType="1"/>
            </p:cNvSpPr>
            <p:nvPr/>
          </p:nvSpPr>
          <p:spPr bwMode="auto">
            <a:xfrm>
              <a:off x="5256" y="1848"/>
              <a:ext cx="0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" name="Text Box 72"/>
            <p:cNvSpPr txBox="1">
              <a:spLocks noChangeArrowheads="1"/>
            </p:cNvSpPr>
            <p:nvPr/>
          </p:nvSpPr>
          <p:spPr bwMode="auto">
            <a:xfrm>
              <a:off x="5160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</p:grpSp>
      <p:grpSp>
        <p:nvGrpSpPr>
          <p:cNvPr id="4" name="Group 208"/>
          <p:cNvGrpSpPr>
            <a:grpSpLocks/>
          </p:cNvGrpSpPr>
          <p:nvPr/>
        </p:nvGrpSpPr>
        <p:grpSpPr bwMode="auto">
          <a:xfrm>
            <a:off x="2006600" y="1905000"/>
            <a:ext cx="2095500" cy="2206625"/>
            <a:chOff x="784" y="2544"/>
            <a:chExt cx="1320" cy="1390"/>
          </a:xfrm>
        </p:grpSpPr>
        <p:sp>
          <p:nvSpPr>
            <p:cNvPr id="1112" name="Text Box 82"/>
            <p:cNvSpPr txBox="1">
              <a:spLocks noChangeArrowheads="1"/>
            </p:cNvSpPr>
            <p:nvPr/>
          </p:nvSpPr>
          <p:spPr bwMode="auto">
            <a:xfrm>
              <a:off x="784" y="254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113" name="Text Box 84"/>
            <p:cNvSpPr txBox="1">
              <a:spLocks noChangeArrowheads="1"/>
            </p:cNvSpPr>
            <p:nvPr/>
          </p:nvSpPr>
          <p:spPr bwMode="auto">
            <a:xfrm>
              <a:off x="1224" y="254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114" name="Text Box 86"/>
            <p:cNvSpPr txBox="1">
              <a:spLocks noChangeArrowheads="1"/>
            </p:cNvSpPr>
            <p:nvPr/>
          </p:nvSpPr>
          <p:spPr bwMode="auto">
            <a:xfrm>
              <a:off x="1352" y="2872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15" name="Text Box 89"/>
            <p:cNvSpPr txBox="1">
              <a:spLocks noChangeArrowheads="1"/>
            </p:cNvSpPr>
            <p:nvPr/>
          </p:nvSpPr>
          <p:spPr bwMode="auto">
            <a:xfrm>
              <a:off x="1664" y="254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16" name="Text Box 90"/>
            <p:cNvSpPr txBox="1">
              <a:spLocks noChangeArrowheads="1"/>
            </p:cNvSpPr>
            <p:nvPr/>
          </p:nvSpPr>
          <p:spPr bwMode="auto">
            <a:xfrm>
              <a:off x="1352" y="2872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17" name="Text Box 91"/>
            <p:cNvSpPr txBox="1">
              <a:spLocks noChangeArrowheads="1"/>
            </p:cNvSpPr>
            <p:nvPr/>
          </p:nvSpPr>
          <p:spPr bwMode="auto">
            <a:xfrm>
              <a:off x="1792" y="2872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18" name="Text Box 93"/>
            <p:cNvSpPr txBox="1">
              <a:spLocks noChangeArrowheads="1"/>
            </p:cNvSpPr>
            <p:nvPr/>
          </p:nvSpPr>
          <p:spPr bwMode="auto">
            <a:xfrm>
              <a:off x="1224" y="3640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19" name="Text Box 96"/>
            <p:cNvSpPr txBox="1">
              <a:spLocks noChangeArrowheads="1"/>
            </p:cNvSpPr>
            <p:nvPr/>
          </p:nvSpPr>
          <p:spPr bwMode="auto">
            <a:xfrm>
              <a:off x="1792" y="2872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20" name="Text Box 97"/>
            <p:cNvSpPr txBox="1">
              <a:spLocks noChangeArrowheads="1"/>
            </p:cNvSpPr>
            <p:nvPr/>
          </p:nvSpPr>
          <p:spPr bwMode="auto">
            <a:xfrm>
              <a:off x="1352" y="2872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21" name="Text Box 98"/>
            <p:cNvSpPr txBox="1">
              <a:spLocks noChangeArrowheads="1"/>
            </p:cNvSpPr>
            <p:nvPr/>
          </p:nvSpPr>
          <p:spPr bwMode="auto">
            <a:xfrm>
              <a:off x="1664" y="3640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122" name="Line 99"/>
            <p:cNvSpPr>
              <a:spLocks noChangeShapeType="1"/>
            </p:cNvSpPr>
            <p:nvPr/>
          </p:nvSpPr>
          <p:spPr bwMode="auto">
            <a:xfrm>
              <a:off x="1888" y="3424"/>
              <a:ext cx="0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3" name="Text Box 102"/>
            <p:cNvSpPr txBox="1">
              <a:spLocks noChangeArrowheads="1"/>
            </p:cNvSpPr>
            <p:nvPr/>
          </p:nvSpPr>
          <p:spPr bwMode="auto">
            <a:xfrm>
              <a:off x="1792" y="2872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</p:grpSp>
      <p:grpSp>
        <p:nvGrpSpPr>
          <p:cNvPr id="5" name="Group 210"/>
          <p:cNvGrpSpPr>
            <a:grpSpLocks/>
          </p:cNvGrpSpPr>
          <p:nvPr/>
        </p:nvGrpSpPr>
        <p:grpSpPr bwMode="auto">
          <a:xfrm>
            <a:off x="2705100" y="1905000"/>
            <a:ext cx="2095500" cy="2206625"/>
            <a:chOff x="4160" y="968"/>
            <a:chExt cx="1320" cy="1390"/>
          </a:xfrm>
        </p:grpSpPr>
        <p:sp>
          <p:nvSpPr>
            <p:cNvPr id="1096" name="Text Box 132"/>
            <p:cNvSpPr txBox="1">
              <a:spLocks noChangeArrowheads="1"/>
            </p:cNvSpPr>
            <p:nvPr/>
          </p:nvSpPr>
          <p:spPr bwMode="auto">
            <a:xfrm>
              <a:off x="4160" y="968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097" name="Text Box 133"/>
            <p:cNvSpPr txBox="1">
              <a:spLocks noChangeArrowheads="1"/>
            </p:cNvSpPr>
            <p:nvPr/>
          </p:nvSpPr>
          <p:spPr bwMode="auto">
            <a:xfrm>
              <a:off x="428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98" name="Text Box 134"/>
            <p:cNvSpPr txBox="1">
              <a:spLocks noChangeArrowheads="1"/>
            </p:cNvSpPr>
            <p:nvPr/>
          </p:nvSpPr>
          <p:spPr bwMode="auto">
            <a:xfrm>
              <a:off x="4600" y="968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099" name="Text Box 135"/>
            <p:cNvSpPr txBox="1">
              <a:spLocks noChangeArrowheads="1"/>
            </p:cNvSpPr>
            <p:nvPr/>
          </p:nvSpPr>
          <p:spPr bwMode="auto">
            <a:xfrm>
              <a:off x="428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0" name="Text Box 136"/>
            <p:cNvSpPr txBox="1">
              <a:spLocks noChangeArrowheads="1"/>
            </p:cNvSpPr>
            <p:nvPr/>
          </p:nvSpPr>
          <p:spPr bwMode="auto">
            <a:xfrm>
              <a:off x="472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1" name="Text Box 137"/>
            <p:cNvSpPr txBox="1">
              <a:spLocks noChangeArrowheads="1"/>
            </p:cNvSpPr>
            <p:nvPr/>
          </p:nvSpPr>
          <p:spPr bwMode="auto">
            <a:xfrm>
              <a:off x="4160" y="206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02" name="Text Box 139"/>
            <p:cNvSpPr txBox="1">
              <a:spLocks noChangeArrowheads="1"/>
            </p:cNvSpPr>
            <p:nvPr/>
          </p:nvSpPr>
          <p:spPr bwMode="auto">
            <a:xfrm>
              <a:off x="5040" y="968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103" name="Text Box 140"/>
            <p:cNvSpPr txBox="1">
              <a:spLocks noChangeArrowheads="1"/>
            </p:cNvSpPr>
            <p:nvPr/>
          </p:nvSpPr>
          <p:spPr bwMode="auto">
            <a:xfrm>
              <a:off x="472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4" name="Text Box 141"/>
            <p:cNvSpPr txBox="1">
              <a:spLocks noChangeArrowheads="1"/>
            </p:cNvSpPr>
            <p:nvPr/>
          </p:nvSpPr>
          <p:spPr bwMode="auto">
            <a:xfrm>
              <a:off x="516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5" name="Text Box 142"/>
            <p:cNvSpPr txBox="1">
              <a:spLocks noChangeArrowheads="1"/>
            </p:cNvSpPr>
            <p:nvPr/>
          </p:nvSpPr>
          <p:spPr bwMode="auto">
            <a:xfrm>
              <a:off x="428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6" name="Text Box 143"/>
            <p:cNvSpPr txBox="1">
              <a:spLocks noChangeArrowheads="1"/>
            </p:cNvSpPr>
            <p:nvPr/>
          </p:nvSpPr>
          <p:spPr bwMode="auto">
            <a:xfrm>
              <a:off x="4600" y="206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107" name="Text Box 146"/>
            <p:cNvSpPr txBox="1">
              <a:spLocks noChangeArrowheads="1"/>
            </p:cNvSpPr>
            <p:nvPr/>
          </p:nvSpPr>
          <p:spPr bwMode="auto">
            <a:xfrm>
              <a:off x="516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8" name="Text Box 147"/>
            <p:cNvSpPr txBox="1">
              <a:spLocks noChangeArrowheads="1"/>
            </p:cNvSpPr>
            <p:nvPr/>
          </p:nvSpPr>
          <p:spPr bwMode="auto">
            <a:xfrm>
              <a:off x="472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109" name="Text Box 148"/>
            <p:cNvSpPr txBox="1">
              <a:spLocks noChangeArrowheads="1"/>
            </p:cNvSpPr>
            <p:nvPr/>
          </p:nvSpPr>
          <p:spPr bwMode="auto">
            <a:xfrm>
              <a:off x="5040" y="2064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110" name="Line 149"/>
            <p:cNvSpPr>
              <a:spLocks noChangeShapeType="1"/>
            </p:cNvSpPr>
            <p:nvPr/>
          </p:nvSpPr>
          <p:spPr bwMode="auto">
            <a:xfrm>
              <a:off x="5264" y="1848"/>
              <a:ext cx="0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" name="Text Box 152"/>
            <p:cNvSpPr txBox="1">
              <a:spLocks noChangeArrowheads="1"/>
            </p:cNvSpPr>
            <p:nvPr/>
          </p:nvSpPr>
          <p:spPr bwMode="auto">
            <a:xfrm>
              <a:off x="5168" y="1296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</p:grpSp>
      <p:sp>
        <p:nvSpPr>
          <p:cNvPr id="1034" name="Rectangle 262"/>
          <p:cNvSpPr>
            <a:spLocks noChangeArrowheads="1"/>
          </p:cNvSpPr>
          <p:nvPr/>
        </p:nvSpPr>
        <p:spPr bwMode="auto">
          <a:xfrm>
            <a:off x="685800" y="1130300"/>
            <a:ext cx="76835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latin typeface="Arial" charset="0"/>
                <a:cs typeface="Arial" charset="0"/>
              </a:rPr>
              <a:t>The simplest filter types are amplification and delay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 dirty="0">
                <a:latin typeface="Arial" charset="0"/>
                <a:cs typeface="Arial" charset="0"/>
              </a:rPr>
              <a:t>The next simplest is the </a:t>
            </a:r>
            <a:r>
              <a:rPr lang="en-US" sz="2000" dirty="0">
                <a:latin typeface="Arial" charset="0"/>
                <a:cs typeface="Arial" charset="0"/>
              </a:rPr>
              <a:t>moving average</a:t>
            </a: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000" dirty="0">
              <a:latin typeface="Arial" charset="0"/>
              <a:cs typeface="Arial" charset="0"/>
            </a:endParaRP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000" b="0" dirty="0">
              <a:latin typeface="Arial" charset="0"/>
              <a:cs typeface="Arial" charset="0"/>
            </a:endParaRPr>
          </a:p>
        </p:txBody>
      </p:sp>
      <p:graphicFrame>
        <p:nvGraphicFramePr>
          <p:cNvPr id="1026" name="Object 263"/>
          <p:cNvGraphicFramePr>
            <a:graphicFrameLocks noChangeAspect="1"/>
          </p:cNvGraphicFramePr>
          <p:nvPr/>
        </p:nvGraphicFramePr>
        <p:xfrm>
          <a:off x="3352800" y="5562600"/>
          <a:ext cx="222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Equation" r:id="rId3" imgW="1143000" imgH="507960" progId="Equation.3">
                  <p:embed/>
                </p:oleObj>
              </mc:Choice>
              <mc:Fallback>
                <p:oleObj name="Equation" r:id="rId3" imgW="1143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562600"/>
                        <a:ext cx="2228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73"/>
          <p:cNvGrpSpPr>
            <a:grpSpLocks/>
          </p:cNvGrpSpPr>
          <p:nvPr/>
        </p:nvGrpSpPr>
        <p:grpSpPr bwMode="auto">
          <a:xfrm>
            <a:off x="2705100" y="1905000"/>
            <a:ext cx="3492500" cy="2206625"/>
            <a:chOff x="1704" y="1200"/>
            <a:chExt cx="2200" cy="1390"/>
          </a:xfrm>
        </p:grpSpPr>
        <p:grpSp>
          <p:nvGrpSpPr>
            <p:cNvPr id="1076" name="Group 228"/>
            <p:cNvGrpSpPr>
              <a:grpSpLocks/>
            </p:cNvGrpSpPr>
            <p:nvPr/>
          </p:nvGrpSpPr>
          <p:grpSpPr bwMode="auto">
            <a:xfrm>
              <a:off x="2584" y="1200"/>
              <a:ext cx="1320" cy="1390"/>
              <a:chOff x="4160" y="968"/>
              <a:chExt cx="1320" cy="1390"/>
            </a:xfrm>
          </p:grpSpPr>
          <p:sp>
            <p:nvSpPr>
              <p:cNvPr id="1080" name="Text Box 229"/>
              <p:cNvSpPr txBox="1">
                <a:spLocks noChangeArrowheads="1"/>
              </p:cNvSpPr>
              <p:nvPr/>
            </p:nvSpPr>
            <p:spPr bwMode="auto">
              <a:xfrm>
                <a:off x="4160" y="968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a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1081" name="Text Box 230"/>
              <p:cNvSpPr txBox="1">
                <a:spLocks noChangeArrowheads="1"/>
              </p:cNvSpPr>
              <p:nvPr/>
            </p:nvSpPr>
            <p:spPr bwMode="auto">
              <a:xfrm>
                <a:off x="428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82" name="Text Box 231"/>
              <p:cNvSpPr txBox="1">
                <a:spLocks noChangeArrowheads="1"/>
              </p:cNvSpPr>
              <p:nvPr/>
            </p:nvSpPr>
            <p:spPr bwMode="auto">
              <a:xfrm>
                <a:off x="4600" y="968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a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sp>
            <p:nvSpPr>
              <p:cNvPr id="1083" name="Text Box 232"/>
              <p:cNvSpPr txBox="1">
                <a:spLocks noChangeArrowheads="1"/>
              </p:cNvSpPr>
              <p:nvPr/>
            </p:nvSpPr>
            <p:spPr bwMode="auto">
              <a:xfrm>
                <a:off x="428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84" name="Text Box 233"/>
              <p:cNvSpPr txBox="1">
                <a:spLocks noChangeArrowheads="1"/>
              </p:cNvSpPr>
              <p:nvPr/>
            </p:nvSpPr>
            <p:spPr bwMode="auto">
              <a:xfrm>
                <a:off x="472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85" name="Text Box 234"/>
              <p:cNvSpPr txBox="1">
                <a:spLocks noChangeArrowheads="1"/>
              </p:cNvSpPr>
              <p:nvPr/>
            </p:nvSpPr>
            <p:spPr bwMode="auto">
              <a:xfrm>
                <a:off x="4160" y="2064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1086" name="Text Box 235"/>
              <p:cNvSpPr txBox="1">
                <a:spLocks noChangeArrowheads="1"/>
              </p:cNvSpPr>
              <p:nvPr/>
            </p:nvSpPr>
            <p:spPr bwMode="auto">
              <a:xfrm>
                <a:off x="5040" y="968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a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0</a:t>
                </a:r>
              </a:p>
            </p:txBody>
          </p:sp>
          <p:sp>
            <p:nvSpPr>
              <p:cNvPr id="1087" name="Text Box 236"/>
              <p:cNvSpPr txBox="1">
                <a:spLocks noChangeArrowheads="1"/>
              </p:cNvSpPr>
              <p:nvPr/>
            </p:nvSpPr>
            <p:spPr bwMode="auto">
              <a:xfrm>
                <a:off x="472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88" name="Text Box 237"/>
              <p:cNvSpPr txBox="1">
                <a:spLocks noChangeArrowheads="1"/>
              </p:cNvSpPr>
              <p:nvPr/>
            </p:nvSpPr>
            <p:spPr bwMode="auto">
              <a:xfrm>
                <a:off x="516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89" name="Text Box 238"/>
              <p:cNvSpPr txBox="1">
                <a:spLocks noChangeArrowheads="1"/>
              </p:cNvSpPr>
              <p:nvPr/>
            </p:nvSpPr>
            <p:spPr bwMode="auto">
              <a:xfrm>
                <a:off x="428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90" name="Text Box 239"/>
              <p:cNvSpPr txBox="1">
                <a:spLocks noChangeArrowheads="1"/>
              </p:cNvSpPr>
              <p:nvPr/>
            </p:nvSpPr>
            <p:spPr bwMode="auto">
              <a:xfrm>
                <a:off x="4600" y="2064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3</a:t>
                </a:r>
              </a:p>
            </p:txBody>
          </p:sp>
          <p:sp>
            <p:nvSpPr>
              <p:cNvPr id="1091" name="Text Box 240"/>
              <p:cNvSpPr txBox="1">
                <a:spLocks noChangeArrowheads="1"/>
              </p:cNvSpPr>
              <p:nvPr/>
            </p:nvSpPr>
            <p:spPr bwMode="auto">
              <a:xfrm>
                <a:off x="516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92" name="Text Box 241"/>
              <p:cNvSpPr txBox="1">
                <a:spLocks noChangeArrowheads="1"/>
              </p:cNvSpPr>
              <p:nvPr/>
            </p:nvSpPr>
            <p:spPr bwMode="auto">
              <a:xfrm>
                <a:off x="472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93" name="Text Box 242"/>
              <p:cNvSpPr txBox="1">
                <a:spLocks noChangeArrowheads="1"/>
              </p:cNvSpPr>
              <p:nvPr/>
            </p:nvSpPr>
            <p:spPr bwMode="auto">
              <a:xfrm>
                <a:off x="5040" y="2064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4</a:t>
                </a:r>
              </a:p>
            </p:txBody>
          </p:sp>
          <p:sp>
            <p:nvSpPr>
              <p:cNvPr id="1094" name="Line 243"/>
              <p:cNvSpPr>
                <a:spLocks noChangeShapeType="1"/>
              </p:cNvSpPr>
              <p:nvPr/>
            </p:nvSpPr>
            <p:spPr bwMode="auto">
              <a:xfrm>
                <a:off x="5264" y="1848"/>
                <a:ext cx="0" cy="1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Text Box 244"/>
              <p:cNvSpPr txBox="1">
                <a:spLocks noChangeArrowheads="1"/>
              </p:cNvSpPr>
              <p:nvPr/>
            </p:nvSpPr>
            <p:spPr bwMode="auto">
              <a:xfrm>
                <a:off x="516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</p:grpSp>
        <p:grpSp>
          <p:nvGrpSpPr>
            <p:cNvPr id="1077" name="Group 272"/>
            <p:cNvGrpSpPr>
              <a:grpSpLocks/>
            </p:cNvGrpSpPr>
            <p:nvPr/>
          </p:nvGrpSpPr>
          <p:grpSpPr bwMode="auto">
            <a:xfrm>
              <a:off x="1704" y="2296"/>
              <a:ext cx="880" cy="294"/>
              <a:chOff x="1720" y="2592"/>
              <a:chExt cx="880" cy="294"/>
            </a:xfrm>
          </p:grpSpPr>
          <p:sp>
            <p:nvSpPr>
              <p:cNvPr id="1078" name="Text Box 268"/>
              <p:cNvSpPr txBox="1">
                <a:spLocks noChangeArrowheads="1"/>
              </p:cNvSpPr>
              <p:nvPr/>
            </p:nvSpPr>
            <p:spPr bwMode="auto">
              <a:xfrm>
                <a:off x="1720" y="2592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0</a:t>
                </a:r>
              </a:p>
            </p:txBody>
          </p:sp>
          <p:sp>
            <p:nvSpPr>
              <p:cNvPr id="1079" name="Text Box 269"/>
              <p:cNvSpPr txBox="1">
                <a:spLocks noChangeArrowheads="1"/>
              </p:cNvSpPr>
              <p:nvPr/>
            </p:nvSpPr>
            <p:spPr bwMode="auto">
              <a:xfrm>
                <a:off x="2160" y="2592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1</a:t>
                </a:r>
              </a:p>
            </p:txBody>
          </p:sp>
        </p:grpSp>
      </p:grpSp>
      <p:grpSp>
        <p:nvGrpSpPr>
          <p:cNvPr id="9" name="Group 271"/>
          <p:cNvGrpSpPr>
            <a:grpSpLocks/>
          </p:cNvGrpSpPr>
          <p:nvPr/>
        </p:nvGrpSpPr>
        <p:grpSpPr bwMode="auto">
          <a:xfrm>
            <a:off x="2705100" y="1905000"/>
            <a:ext cx="2794000" cy="2206625"/>
            <a:chOff x="1704" y="1200"/>
            <a:chExt cx="1760" cy="1390"/>
          </a:xfrm>
        </p:grpSpPr>
        <p:sp>
          <p:nvSpPr>
            <p:cNvPr id="1059" name="Text Box 212"/>
            <p:cNvSpPr txBox="1">
              <a:spLocks noChangeArrowheads="1"/>
            </p:cNvSpPr>
            <p:nvPr/>
          </p:nvSpPr>
          <p:spPr bwMode="auto">
            <a:xfrm>
              <a:off x="2144" y="1200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060" name="Text Box 213"/>
            <p:cNvSpPr txBox="1">
              <a:spLocks noChangeArrowheads="1"/>
            </p:cNvSpPr>
            <p:nvPr/>
          </p:nvSpPr>
          <p:spPr bwMode="auto">
            <a:xfrm>
              <a:off x="227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61" name="Text Box 214"/>
            <p:cNvSpPr txBox="1">
              <a:spLocks noChangeArrowheads="1"/>
            </p:cNvSpPr>
            <p:nvPr/>
          </p:nvSpPr>
          <p:spPr bwMode="auto">
            <a:xfrm>
              <a:off x="2584" y="1200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062" name="Text Box 215"/>
            <p:cNvSpPr txBox="1">
              <a:spLocks noChangeArrowheads="1"/>
            </p:cNvSpPr>
            <p:nvPr/>
          </p:nvSpPr>
          <p:spPr bwMode="auto">
            <a:xfrm>
              <a:off x="227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63" name="Text Box 216"/>
            <p:cNvSpPr txBox="1">
              <a:spLocks noChangeArrowheads="1"/>
            </p:cNvSpPr>
            <p:nvPr/>
          </p:nvSpPr>
          <p:spPr bwMode="auto">
            <a:xfrm>
              <a:off x="271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64" name="Text Box 217"/>
            <p:cNvSpPr txBox="1">
              <a:spLocks noChangeArrowheads="1"/>
            </p:cNvSpPr>
            <p:nvPr/>
          </p:nvSpPr>
          <p:spPr bwMode="auto">
            <a:xfrm>
              <a:off x="2144" y="2296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065" name="Text Box 218"/>
            <p:cNvSpPr txBox="1">
              <a:spLocks noChangeArrowheads="1"/>
            </p:cNvSpPr>
            <p:nvPr/>
          </p:nvSpPr>
          <p:spPr bwMode="auto">
            <a:xfrm>
              <a:off x="3024" y="1200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a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  <p:sp>
          <p:nvSpPr>
            <p:cNvPr id="1066" name="Text Box 219"/>
            <p:cNvSpPr txBox="1">
              <a:spLocks noChangeArrowheads="1"/>
            </p:cNvSpPr>
            <p:nvPr/>
          </p:nvSpPr>
          <p:spPr bwMode="auto">
            <a:xfrm>
              <a:off x="271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67" name="Text Box 220"/>
            <p:cNvSpPr txBox="1">
              <a:spLocks noChangeArrowheads="1"/>
            </p:cNvSpPr>
            <p:nvPr/>
          </p:nvSpPr>
          <p:spPr bwMode="auto">
            <a:xfrm>
              <a:off x="315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68" name="Text Box 221"/>
            <p:cNvSpPr txBox="1">
              <a:spLocks noChangeArrowheads="1"/>
            </p:cNvSpPr>
            <p:nvPr/>
          </p:nvSpPr>
          <p:spPr bwMode="auto">
            <a:xfrm>
              <a:off x="227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69" name="Text Box 222"/>
            <p:cNvSpPr txBox="1">
              <a:spLocks noChangeArrowheads="1"/>
            </p:cNvSpPr>
            <p:nvPr/>
          </p:nvSpPr>
          <p:spPr bwMode="auto">
            <a:xfrm>
              <a:off x="2584" y="2296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</a:t>
              </a:r>
            </a:p>
          </p:txBody>
        </p:sp>
        <p:sp>
          <p:nvSpPr>
            <p:cNvPr id="1070" name="Text Box 223"/>
            <p:cNvSpPr txBox="1">
              <a:spLocks noChangeArrowheads="1"/>
            </p:cNvSpPr>
            <p:nvPr/>
          </p:nvSpPr>
          <p:spPr bwMode="auto">
            <a:xfrm>
              <a:off x="315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71" name="Text Box 224"/>
            <p:cNvSpPr txBox="1">
              <a:spLocks noChangeArrowheads="1"/>
            </p:cNvSpPr>
            <p:nvPr/>
          </p:nvSpPr>
          <p:spPr bwMode="auto">
            <a:xfrm>
              <a:off x="271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72" name="Text Box 225"/>
            <p:cNvSpPr txBox="1">
              <a:spLocks noChangeArrowheads="1"/>
            </p:cNvSpPr>
            <p:nvPr/>
          </p:nvSpPr>
          <p:spPr bwMode="auto">
            <a:xfrm>
              <a:off x="3024" y="2296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3</a:t>
              </a:r>
            </a:p>
          </p:txBody>
        </p:sp>
        <p:sp>
          <p:nvSpPr>
            <p:cNvPr id="1073" name="Line 226"/>
            <p:cNvSpPr>
              <a:spLocks noChangeShapeType="1"/>
            </p:cNvSpPr>
            <p:nvPr/>
          </p:nvSpPr>
          <p:spPr bwMode="auto">
            <a:xfrm>
              <a:off x="3248" y="2080"/>
              <a:ext cx="0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" name="Text Box 227"/>
            <p:cNvSpPr txBox="1">
              <a:spLocks noChangeArrowheads="1"/>
            </p:cNvSpPr>
            <p:nvPr/>
          </p:nvSpPr>
          <p:spPr bwMode="auto">
            <a:xfrm>
              <a:off x="3152" y="1528"/>
              <a:ext cx="21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30000"/>
                </a:spcBef>
              </a:pPr>
              <a:r>
                <a:rPr lang="en-US" b="0" baseline="-10000"/>
                <a:t>*</a:t>
              </a:r>
            </a:p>
          </p:txBody>
        </p:sp>
        <p:sp>
          <p:nvSpPr>
            <p:cNvPr id="1075" name="Text Box 270"/>
            <p:cNvSpPr txBox="1">
              <a:spLocks noChangeArrowheads="1"/>
            </p:cNvSpPr>
            <p:nvPr/>
          </p:nvSpPr>
          <p:spPr bwMode="auto">
            <a:xfrm>
              <a:off x="1704" y="2296"/>
              <a:ext cx="44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r>
                <a: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0</a:t>
              </a:r>
            </a:p>
          </p:txBody>
        </p:sp>
      </p:grpSp>
      <p:grpSp>
        <p:nvGrpSpPr>
          <p:cNvPr id="10" name="Group 276"/>
          <p:cNvGrpSpPr>
            <a:grpSpLocks/>
          </p:cNvGrpSpPr>
          <p:nvPr/>
        </p:nvGrpSpPr>
        <p:grpSpPr bwMode="auto">
          <a:xfrm>
            <a:off x="2705100" y="1905000"/>
            <a:ext cx="4191000" cy="2206625"/>
            <a:chOff x="1704" y="1200"/>
            <a:chExt cx="2640" cy="1390"/>
          </a:xfrm>
        </p:grpSpPr>
        <p:grpSp>
          <p:nvGrpSpPr>
            <p:cNvPr id="1038" name="Group 245"/>
            <p:cNvGrpSpPr>
              <a:grpSpLocks/>
            </p:cNvGrpSpPr>
            <p:nvPr/>
          </p:nvGrpSpPr>
          <p:grpSpPr bwMode="auto">
            <a:xfrm>
              <a:off x="3024" y="1200"/>
              <a:ext cx="1320" cy="1390"/>
              <a:chOff x="4160" y="968"/>
              <a:chExt cx="1320" cy="1390"/>
            </a:xfrm>
          </p:grpSpPr>
          <p:sp>
            <p:nvSpPr>
              <p:cNvPr id="1043" name="Text Box 246"/>
              <p:cNvSpPr txBox="1">
                <a:spLocks noChangeArrowheads="1"/>
              </p:cNvSpPr>
              <p:nvPr/>
            </p:nvSpPr>
            <p:spPr bwMode="auto">
              <a:xfrm>
                <a:off x="4160" y="968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a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2</a:t>
                </a:r>
              </a:p>
            </p:txBody>
          </p:sp>
          <p:sp>
            <p:nvSpPr>
              <p:cNvPr id="1044" name="Text Box 247"/>
              <p:cNvSpPr txBox="1">
                <a:spLocks noChangeArrowheads="1"/>
              </p:cNvSpPr>
              <p:nvPr/>
            </p:nvSpPr>
            <p:spPr bwMode="auto">
              <a:xfrm>
                <a:off x="428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45" name="Text Box 248"/>
              <p:cNvSpPr txBox="1">
                <a:spLocks noChangeArrowheads="1"/>
              </p:cNvSpPr>
              <p:nvPr/>
            </p:nvSpPr>
            <p:spPr bwMode="auto">
              <a:xfrm>
                <a:off x="4600" y="968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a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sp>
            <p:nvSpPr>
              <p:cNvPr id="1046" name="Text Box 249"/>
              <p:cNvSpPr txBox="1">
                <a:spLocks noChangeArrowheads="1"/>
              </p:cNvSpPr>
              <p:nvPr/>
            </p:nvSpPr>
            <p:spPr bwMode="auto">
              <a:xfrm>
                <a:off x="428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47" name="Text Box 250"/>
              <p:cNvSpPr txBox="1">
                <a:spLocks noChangeArrowheads="1"/>
              </p:cNvSpPr>
              <p:nvPr/>
            </p:nvSpPr>
            <p:spPr bwMode="auto">
              <a:xfrm>
                <a:off x="472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48" name="Text Box 251"/>
              <p:cNvSpPr txBox="1">
                <a:spLocks noChangeArrowheads="1"/>
              </p:cNvSpPr>
              <p:nvPr/>
            </p:nvSpPr>
            <p:spPr bwMode="auto">
              <a:xfrm>
                <a:off x="4160" y="2064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3</a:t>
                </a:r>
              </a:p>
            </p:txBody>
          </p:sp>
          <p:sp>
            <p:nvSpPr>
              <p:cNvPr id="1049" name="Text Box 252"/>
              <p:cNvSpPr txBox="1">
                <a:spLocks noChangeArrowheads="1"/>
              </p:cNvSpPr>
              <p:nvPr/>
            </p:nvSpPr>
            <p:spPr bwMode="auto">
              <a:xfrm>
                <a:off x="5040" y="968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a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0</a:t>
                </a:r>
              </a:p>
            </p:txBody>
          </p:sp>
          <p:sp>
            <p:nvSpPr>
              <p:cNvPr id="1050" name="Text Box 253"/>
              <p:cNvSpPr txBox="1">
                <a:spLocks noChangeArrowheads="1"/>
              </p:cNvSpPr>
              <p:nvPr/>
            </p:nvSpPr>
            <p:spPr bwMode="auto">
              <a:xfrm>
                <a:off x="472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51" name="Text Box 254"/>
              <p:cNvSpPr txBox="1">
                <a:spLocks noChangeArrowheads="1"/>
              </p:cNvSpPr>
              <p:nvPr/>
            </p:nvSpPr>
            <p:spPr bwMode="auto">
              <a:xfrm>
                <a:off x="516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52" name="Text Box 255"/>
              <p:cNvSpPr txBox="1">
                <a:spLocks noChangeArrowheads="1"/>
              </p:cNvSpPr>
              <p:nvPr/>
            </p:nvSpPr>
            <p:spPr bwMode="auto">
              <a:xfrm>
                <a:off x="428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53" name="Text Box 256"/>
              <p:cNvSpPr txBox="1">
                <a:spLocks noChangeArrowheads="1"/>
              </p:cNvSpPr>
              <p:nvPr/>
            </p:nvSpPr>
            <p:spPr bwMode="auto">
              <a:xfrm>
                <a:off x="4600" y="2064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4</a:t>
                </a:r>
              </a:p>
            </p:txBody>
          </p:sp>
          <p:sp>
            <p:nvSpPr>
              <p:cNvPr id="1054" name="Text Box 257"/>
              <p:cNvSpPr txBox="1">
                <a:spLocks noChangeArrowheads="1"/>
              </p:cNvSpPr>
              <p:nvPr/>
            </p:nvSpPr>
            <p:spPr bwMode="auto">
              <a:xfrm>
                <a:off x="516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55" name="Text Box 258"/>
              <p:cNvSpPr txBox="1">
                <a:spLocks noChangeArrowheads="1"/>
              </p:cNvSpPr>
              <p:nvPr/>
            </p:nvSpPr>
            <p:spPr bwMode="auto">
              <a:xfrm>
                <a:off x="472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  <p:sp>
            <p:nvSpPr>
              <p:cNvPr id="1056" name="Text Box 259"/>
              <p:cNvSpPr txBox="1">
                <a:spLocks noChangeArrowheads="1"/>
              </p:cNvSpPr>
              <p:nvPr/>
            </p:nvSpPr>
            <p:spPr bwMode="auto">
              <a:xfrm>
                <a:off x="5040" y="2064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5</a:t>
                </a:r>
              </a:p>
            </p:txBody>
          </p:sp>
          <p:sp>
            <p:nvSpPr>
              <p:cNvPr id="1057" name="Line 260"/>
              <p:cNvSpPr>
                <a:spLocks noChangeShapeType="1"/>
              </p:cNvSpPr>
              <p:nvPr/>
            </p:nvSpPr>
            <p:spPr bwMode="auto">
              <a:xfrm>
                <a:off x="5264" y="1848"/>
                <a:ext cx="0" cy="1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Text Box 261"/>
              <p:cNvSpPr txBox="1">
                <a:spLocks noChangeArrowheads="1"/>
              </p:cNvSpPr>
              <p:nvPr/>
            </p:nvSpPr>
            <p:spPr bwMode="auto">
              <a:xfrm>
                <a:off x="5168" y="1296"/>
                <a:ext cx="216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en-US" b="0" baseline="-10000"/>
                  <a:t>*</a:t>
                </a:r>
              </a:p>
            </p:txBody>
          </p:sp>
        </p:grpSp>
        <p:grpSp>
          <p:nvGrpSpPr>
            <p:cNvPr id="1039" name="Group 275"/>
            <p:cNvGrpSpPr>
              <a:grpSpLocks/>
            </p:cNvGrpSpPr>
            <p:nvPr/>
          </p:nvGrpSpPr>
          <p:grpSpPr bwMode="auto">
            <a:xfrm>
              <a:off x="1704" y="2296"/>
              <a:ext cx="1320" cy="294"/>
              <a:chOff x="328" y="2592"/>
              <a:chExt cx="1320" cy="294"/>
            </a:xfrm>
          </p:grpSpPr>
          <p:sp>
            <p:nvSpPr>
              <p:cNvPr id="1040" name="Text Box 265"/>
              <p:cNvSpPr txBox="1">
                <a:spLocks noChangeArrowheads="1"/>
              </p:cNvSpPr>
              <p:nvPr/>
            </p:nvSpPr>
            <p:spPr bwMode="auto">
              <a:xfrm>
                <a:off x="328" y="2592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0</a:t>
                </a:r>
              </a:p>
            </p:txBody>
          </p:sp>
          <p:sp>
            <p:nvSpPr>
              <p:cNvPr id="1041" name="Text Box 267"/>
              <p:cNvSpPr txBox="1">
                <a:spLocks noChangeArrowheads="1"/>
              </p:cNvSpPr>
              <p:nvPr/>
            </p:nvSpPr>
            <p:spPr bwMode="auto">
              <a:xfrm>
                <a:off x="768" y="2592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1</a:t>
                </a:r>
              </a:p>
            </p:txBody>
          </p:sp>
          <p:sp>
            <p:nvSpPr>
              <p:cNvPr id="1042" name="Text Box 274"/>
              <p:cNvSpPr txBox="1">
                <a:spLocks noChangeArrowheads="1"/>
              </p:cNvSpPr>
              <p:nvPr/>
            </p:nvSpPr>
            <p:spPr bwMode="auto">
              <a:xfrm>
                <a:off x="1208" y="2592"/>
                <a:ext cx="4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r>
                  <a:rPr lang="en-US" sz="2400" b="0" baseline="-2500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104947-8C7B-DF48-B227-E3512CB06C11}"/>
                  </a:ext>
                </a:extLst>
              </p14:cNvPr>
              <p14:cNvContentPartPr/>
              <p14:nvPr/>
            </p14:nvContentPartPr>
            <p14:xfrm>
              <a:off x="859680" y="2017080"/>
              <a:ext cx="5491080" cy="4649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104947-8C7B-DF48-B227-E3512CB06C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0320" y="2007720"/>
                <a:ext cx="5509800" cy="46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694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Convolution</a:t>
            </a:r>
          </a:p>
        </p:txBody>
      </p:sp>
      <p:sp>
        <p:nvSpPr>
          <p:cNvPr id="31748" name="Rectangle 1125"/>
          <p:cNvSpPr>
            <a:spLocks noChangeArrowheads="1"/>
          </p:cNvSpPr>
          <p:nvPr/>
        </p:nvSpPr>
        <p:spPr bwMode="auto">
          <a:xfrm>
            <a:off x="190500" y="1079500"/>
            <a:ext cx="76835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000" b="0">
                <a:solidFill>
                  <a:schemeClr val="accent2"/>
                </a:solidFill>
                <a:latin typeface="Arial" charset="0"/>
                <a:cs typeface="Arial" charset="0"/>
              </a:rPr>
              <a:t>You know all about convolution !</a:t>
            </a:r>
            <a:endParaRPr lang="en-US" sz="2000">
              <a:solidFill>
                <a:schemeClr val="accent2"/>
              </a:solidFill>
              <a:latin typeface="Arial" charset="0"/>
              <a:cs typeface="Arial" charset="0"/>
            </a:endParaRP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000">
              <a:solidFill>
                <a:schemeClr val="accent2"/>
              </a:solidFill>
              <a:latin typeface="Arial" charset="0"/>
              <a:cs typeface="Arial" charset="0"/>
            </a:endParaRPr>
          </a:p>
          <a:p>
            <a:pPr marL="419100" indent="-419100">
              <a:lnSpc>
                <a:spcPct val="80000"/>
              </a:lnSpc>
              <a:spcBef>
                <a:spcPct val="1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000" b="0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  <p:sp>
        <p:nvSpPr>
          <p:cNvPr id="31749" name="Rectangle 1127"/>
          <p:cNvSpPr>
            <a:spLocks noGrp="1" noChangeArrowheads="1"/>
          </p:cNvSpPr>
          <p:nvPr>
            <p:ph type="body" idx="1"/>
          </p:nvPr>
        </p:nvSpPr>
        <p:spPr>
          <a:xfrm>
            <a:off x="241300" y="1446213"/>
            <a:ext cx="5549900" cy="375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400" b="1"/>
              <a:t>LONG MULTIPLICATION</a:t>
            </a:r>
            <a:r>
              <a:rPr lang="en-US" sz="1400"/>
              <a:t> </a:t>
            </a:r>
            <a:r>
              <a:rPr lang="en-US"/>
              <a:t>    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  </a:t>
            </a:r>
            <a:r>
              <a:rPr lang="en-US"/>
              <a:t>    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    </a:t>
            </a:r>
            <a:r>
              <a:rPr lang="en-US"/>
              <a:t>   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/>
              <a:t>      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      	               </a:t>
            </a:r>
            <a:r>
              <a:rPr lang="en-US" sz="3200" baseline="-10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   </a:t>
            </a:r>
            <a:r>
              <a:rPr lang="en-US"/>
              <a:t>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   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  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/>
              <a:t>   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                          -----------------------------------------------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                          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   </a:t>
            </a:r>
            <a:r>
              <a:rPr lang="en-US"/>
              <a:t>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               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    </a:t>
            </a:r>
            <a:r>
              <a:rPr lang="en-US"/>
              <a:t>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      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 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   </a:t>
            </a:r>
            <a:r>
              <a:rPr lang="en-US"/>
              <a:t>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/>
              <a:t>  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    </a:t>
            </a:r>
            <a:r>
              <a:rPr lang="en-US"/>
              <a:t>A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/>
              <a:t>B</a:t>
            </a: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------------------------------------------------------------------------------------</a:t>
            </a:r>
          </a:p>
        </p:txBody>
      </p:sp>
      <p:sp>
        <p:nvSpPr>
          <p:cNvPr id="31750" name="Rectangle 1128"/>
          <p:cNvSpPr>
            <a:spLocks noChangeArrowheads="1"/>
          </p:cNvSpPr>
          <p:nvPr/>
        </p:nvSpPr>
        <p:spPr bwMode="auto">
          <a:xfrm>
            <a:off x="203200" y="4926013"/>
            <a:ext cx="8610600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1400">
                <a:solidFill>
                  <a:srgbClr val="FF33CC"/>
                </a:solidFill>
                <a:latin typeface="Arial" charset="0"/>
                <a:cs typeface="Arial" charset="0"/>
              </a:rPr>
              <a:t>POLYNOMIAL MULTIPLICATION</a:t>
            </a:r>
            <a:r>
              <a:rPr lang="en-US" sz="1400" b="0">
                <a:solidFill>
                  <a:srgbClr val="FF33CC"/>
                </a:solidFill>
                <a:latin typeface="Arial" charset="0"/>
                <a:cs typeface="Arial" charset="0"/>
              </a:rPr>
              <a:t> </a:t>
            </a:r>
            <a:r>
              <a:rPr lang="en-US" sz="2200" b="0">
                <a:solidFill>
                  <a:srgbClr val="FF33CC"/>
                </a:solidFill>
                <a:latin typeface="Arial" charset="0"/>
                <a:cs typeface="Arial" charset="0"/>
              </a:rPr>
              <a:t> 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(a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x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+a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x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x + 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22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(b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x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+b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x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x + 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</a:t>
            </a:r>
            <a:r>
              <a:rPr lang="en-US" sz="22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22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</a:t>
            </a:r>
            <a:r>
              <a:rPr lang="en-US" sz="2200" b="0">
                <a:latin typeface="Arial" charset="0"/>
                <a:cs typeface="Arial" charset="0"/>
              </a:rPr>
              <a:t> 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r>
              <a:rPr lang="en-US" b="0" baseline="-10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x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6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+ </a:t>
            </a:r>
            <a:r>
              <a:rPr lang="en-US" sz="2400" b="0">
                <a:solidFill>
                  <a:srgbClr val="FF33CC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…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+ (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 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x</a:t>
            </a:r>
            <a:r>
              <a:rPr lang="en-US" sz="2400" b="0" baseline="30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+ </a:t>
            </a:r>
            <a:r>
              <a:rPr lang="en-US" sz="2400" b="0">
                <a:solidFill>
                  <a:srgbClr val="FF33CC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…</a:t>
            </a:r>
            <a:r>
              <a:rPr lang="en-US" sz="2400" b="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+ 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a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 sz="2400" b="0">
                <a:solidFill>
                  <a:srgbClr val="FF33CC"/>
                </a:solidFill>
                <a:latin typeface="Arial" charset="0"/>
                <a:cs typeface="Arial" charset="0"/>
              </a:rPr>
              <a:t> b</a:t>
            </a:r>
            <a:r>
              <a:rPr lang="en-US" sz="2400" b="0" baseline="-25000">
                <a:solidFill>
                  <a:srgbClr val="FF33CC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 </a:t>
            </a:r>
            <a:endParaRPr lang="en-US" sz="2400" b="0">
              <a:solidFill>
                <a:srgbClr val="FF33CC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400" b="0">
              <a:solidFill>
                <a:srgbClr val="FF33CC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400" b="0">
              <a:solidFill>
                <a:srgbClr val="FF33CC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46300"/>
              </a:buClr>
              <a:buSzPct val="70000"/>
              <a:buFont typeface="Wingdings" pitchFamily="2" charset="2"/>
              <a:buNone/>
            </a:pPr>
            <a:endParaRPr lang="en-US" sz="2400" b="0">
              <a:solidFill>
                <a:srgbClr val="FF33CC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EA46AC-3F83-B748-8645-412DAF736933}"/>
                  </a:ext>
                </a:extLst>
              </p14:cNvPr>
              <p14:cNvContentPartPr/>
              <p14:nvPr/>
            </p14:nvContentPartPr>
            <p14:xfrm>
              <a:off x="1447560" y="2891880"/>
              <a:ext cx="4217760" cy="131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EA46AC-3F83-B748-8645-412DAF7369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8200" y="2882520"/>
                <a:ext cx="4236480" cy="13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398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algorithm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64" y="1071740"/>
            <a:ext cx="7006112" cy="3900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Arrow Connector 3"/>
          <p:cNvCxnSpPr/>
          <p:nvPr/>
        </p:nvCxnSpPr>
        <p:spPr bwMode="auto">
          <a:xfrm flipV="1">
            <a:off x="2411760" y="1628800"/>
            <a:ext cx="4104456" cy="1393095"/>
          </a:xfrm>
          <a:prstGeom prst="straightConnector1">
            <a:avLst/>
          </a:prstGeom>
          <a:noFill/>
          <a:ln w="57150" cap="flat" cmpd="sng" algn="ctr">
            <a:solidFill>
              <a:srgbClr val="FF0000">
                <a:alpha val="50000"/>
              </a:srgb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3203848" y="2132856"/>
            <a:ext cx="4104456" cy="1393095"/>
          </a:xfrm>
          <a:prstGeom prst="straightConnector1">
            <a:avLst/>
          </a:prstGeom>
          <a:noFill/>
          <a:ln w="57150" cap="flat" cmpd="sng" algn="ctr">
            <a:solidFill>
              <a:srgbClr val="0070C0">
                <a:alpha val="50000"/>
              </a:srgbClr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ounded Rectangle 4"/>
          <p:cNvSpPr/>
          <p:nvPr/>
        </p:nvSpPr>
        <p:spPr bwMode="auto">
          <a:xfrm>
            <a:off x="1763688" y="3645024"/>
            <a:ext cx="5400600" cy="576064"/>
          </a:xfrm>
          <a:prstGeom prst="roundRect">
            <a:avLst/>
          </a:prstGeom>
          <a:noFill/>
          <a:ln w="38100" cap="flat" cmpd="sng" algn="ctr">
            <a:solidFill>
              <a:srgbClr val="FF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1763688" y="4437112"/>
            <a:ext cx="5400600" cy="576064"/>
          </a:xfrm>
          <a:prstGeom prst="roundRect">
            <a:avLst/>
          </a:prstGeom>
          <a:noFill/>
          <a:ln w="38100" cap="flat" cmpd="sng" algn="ctr">
            <a:solidFill>
              <a:srgbClr val="0070C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F004C5-0E4F-0047-A8DC-B7A02531C729}"/>
                  </a:ext>
                </a:extLst>
              </p14:cNvPr>
              <p14:cNvContentPartPr/>
              <p14:nvPr/>
            </p14:nvContentPartPr>
            <p14:xfrm>
              <a:off x="1274040" y="1382400"/>
              <a:ext cx="6557400" cy="215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F004C5-0E4F-0047-A8DC-B7A02531C7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680" y="1373040"/>
                <a:ext cx="6576120" cy="217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235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LTI Systems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Convolution is commutative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Convolution is distributive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574908"/>
              </p:ext>
            </p:extLst>
          </p:nvPr>
        </p:nvGraphicFramePr>
        <p:xfrm>
          <a:off x="1179513" y="1538734"/>
          <a:ext cx="67405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Equation" r:id="rId3" imgW="3822480" imgH="431640" progId="Equation.3">
                  <p:embed/>
                </p:oleObj>
              </mc:Choice>
              <mc:Fallback>
                <p:oleObj name="Equation" r:id="rId3" imgW="3822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1538734"/>
                        <a:ext cx="67405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138646"/>
              </p:ext>
            </p:extLst>
          </p:nvPr>
        </p:nvGraphicFramePr>
        <p:xfrm>
          <a:off x="1958975" y="4205436"/>
          <a:ext cx="5441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Equation" r:id="rId5" imgW="3085920" imgH="215640" progId="Equation.3">
                  <p:embed/>
                </p:oleObj>
              </mc:Choice>
              <mc:Fallback>
                <p:oleObj name="Equation" r:id="rId5" imgW="3085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75" y="4205436"/>
                        <a:ext cx="54419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29" name="Group 41"/>
          <p:cNvGrpSpPr>
            <a:grpSpLocks/>
          </p:cNvGrpSpPr>
          <p:nvPr/>
        </p:nvGrpSpPr>
        <p:grpSpPr bwMode="auto">
          <a:xfrm>
            <a:off x="501650" y="2529334"/>
            <a:ext cx="3486150" cy="754062"/>
            <a:chOff x="316" y="1321"/>
            <a:chExt cx="2196" cy="475"/>
          </a:xfrm>
        </p:grpSpPr>
        <p:sp>
          <p:nvSpPr>
            <p:cNvPr id="37894" name="Rectangle 6"/>
            <p:cNvSpPr>
              <a:spLocks noChangeArrowheads="1"/>
            </p:cNvSpPr>
            <p:nvPr/>
          </p:nvSpPr>
          <p:spPr bwMode="auto">
            <a:xfrm>
              <a:off x="927" y="1321"/>
              <a:ext cx="88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h[n]</a:t>
              </a:r>
            </a:p>
          </p:txBody>
        </p:sp>
        <p:sp>
          <p:nvSpPr>
            <p:cNvPr id="37895" name="Rectangle 7"/>
            <p:cNvSpPr>
              <a:spLocks noChangeArrowheads="1"/>
            </p:cNvSpPr>
            <p:nvPr/>
          </p:nvSpPr>
          <p:spPr bwMode="auto">
            <a:xfrm>
              <a:off x="316" y="1321"/>
              <a:ext cx="319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x[n]</a:t>
              </a:r>
            </a:p>
          </p:txBody>
        </p:sp>
        <p:sp>
          <p:nvSpPr>
            <p:cNvPr id="37896" name="Rectangle 8"/>
            <p:cNvSpPr>
              <a:spLocks noChangeArrowheads="1"/>
            </p:cNvSpPr>
            <p:nvPr/>
          </p:nvSpPr>
          <p:spPr bwMode="auto">
            <a:xfrm>
              <a:off x="2145" y="1321"/>
              <a:ext cx="367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y[n]</a:t>
              </a:r>
            </a:p>
          </p:txBody>
        </p:sp>
        <p:cxnSp>
          <p:nvCxnSpPr>
            <p:cNvPr id="37897" name="AutoShape 9"/>
            <p:cNvCxnSpPr>
              <a:cxnSpLocks noChangeShapeType="1"/>
              <a:stCxn id="37895" idx="3"/>
              <a:endCxn id="37894" idx="1"/>
            </p:cNvCxnSpPr>
            <p:nvPr/>
          </p:nvCxnSpPr>
          <p:spPr bwMode="auto">
            <a:xfrm>
              <a:off x="635" y="1559"/>
              <a:ext cx="2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898" name="AutoShape 10"/>
            <p:cNvCxnSpPr>
              <a:cxnSpLocks noChangeShapeType="1"/>
              <a:stCxn id="37894" idx="3"/>
              <a:endCxn id="37896" idx="1"/>
            </p:cNvCxnSpPr>
            <p:nvPr/>
          </p:nvCxnSpPr>
          <p:spPr bwMode="auto">
            <a:xfrm>
              <a:off x="1807" y="1559"/>
              <a:ext cx="33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930" name="Group 42"/>
          <p:cNvGrpSpPr>
            <a:grpSpLocks/>
          </p:cNvGrpSpPr>
          <p:nvPr/>
        </p:nvGrpSpPr>
        <p:grpSpPr bwMode="auto">
          <a:xfrm>
            <a:off x="4818063" y="2530921"/>
            <a:ext cx="3486150" cy="754063"/>
            <a:chOff x="3035" y="1322"/>
            <a:chExt cx="2196" cy="475"/>
          </a:xfrm>
        </p:grpSpPr>
        <p:sp>
          <p:nvSpPr>
            <p:cNvPr id="37900" name="Rectangle 12"/>
            <p:cNvSpPr>
              <a:spLocks noChangeArrowheads="1"/>
            </p:cNvSpPr>
            <p:nvPr/>
          </p:nvSpPr>
          <p:spPr bwMode="auto">
            <a:xfrm>
              <a:off x="3646" y="1322"/>
              <a:ext cx="88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x[n]</a:t>
              </a:r>
            </a:p>
          </p:txBody>
        </p:sp>
        <p:sp>
          <p:nvSpPr>
            <p:cNvPr id="37901" name="Rectangle 13"/>
            <p:cNvSpPr>
              <a:spLocks noChangeArrowheads="1"/>
            </p:cNvSpPr>
            <p:nvPr/>
          </p:nvSpPr>
          <p:spPr bwMode="auto">
            <a:xfrm>
              <a:off x="3035" y="1322"/>
              <a:ext cx="319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h[n]</a:t>
              </a:r>
            </a:p>
          </p:txBody>
        </p:sp>
        <p:sp>
          <p:nvSpPr>
            <p:cNvPr id="37902" name="Rectangle 14"/>
            <p:cNvSpPr>
              <a:spLocks noChangeArrowheads="1"/>
            </p:cNvSpPr>
            <p:nvPr/>
          </p:nvSpPr>
          <p:spPr bwMode="auto">
            <a:xfrm>
              <a:off x="4864" y="1322"/>
              <a:ext cx="367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y[n]</a:t>
              </a:r>
            </a:p>
          </p:txBody>
        </p:sp>
        <p:cxnSp>
          <p:nvCxnSpPr>
            <p:cNvPr id="37903" name="AutoShape 15"/>
            <p:cNvCxnSpPr>
              <a:cxnSpLocks noChangeShapeType="1"/>
              <a:stCxn id="37901" idx="3"/>
              <a:endCxn id="37900" idx="1"/>
            </p:cNvCxnSpPr>
            <p:nvPr/>
          </p:nvCxnSpPr>
          <p:spPr bwMode="auto">
            <a:xfrm>
              <a:off x="3354" y="1560"/>
              <a:ext cx="2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04" name="AutoShape 16"/>
            <p:cNvCxnSpPr>
              <a:cxnSpLocks noChangeShapeType="1"/>
              <a:stCxn id="37900" idx="3"/>
              <a:endCxn id="37902" idx="1"/>
            </p:cNvCxnSpPr>
            <p:nvPr/>
          </p:nvCxnSpPr>
          <p:spPr bwMode="auto">
            <a:xfrm>
              <a:off x="4526" y="1560"/>
              <a:ext cx="33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928" name="Group 40"/>
          <p:cNvGrpSpPr>
            <a:grpSpLocks/>
          </p:cNvGrpSpPr>
          <p:nvPr/>
        </p:nvGrpSpPr>
        <p:grpSpPr bwMode="auto">
          <a:xfrm>
            <a:off x="344488" y="4805511"/>
            <a:ext cx="3884612" cy="1647825"/>
            <a:chOff x="217" y="2756"/>
            <a:chExt cx="2447" cy="1038"/>
          </a:xfrm>
        </p:grpSpPr>
        <p:sp>
          <p:nvSpPr>
            <p:cNvPr id="37905" name="Rectangle 17"/>
            <p:cNvSpPr>
              <a:spLocks noChangeArrowheads="1"/>
            </p:cNvSpPr>
            <p:nvPr/>
          </p:nvSpPr>
          <p:spPr bwMode="auto">
            <a:xfrm>
              <a:off x="881" y="2756"/>
              <a:ext cx="740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h</a:t>
              </a:r>
              <a:r>
                <a:rPr lang="en-US" sz="2000" baseline="-25000">
                  <a:latin typeface="Verdana" pitchFamily="34" charset="0"/>
                </a:rPr>
                <a:t>1</a:t>
              </a:r>
              <a:r>
                <a:rPr lang="en-US" sz="2000">
                  <a:latin typeface="Verdana" pitchFamily="34" charset="0"/>
                </a:rPr>
                <a:t>[n]</a:t>
              </a:r>
            </a:p>
          </p:txBody>
        </p:sp>
        <p:sp>
          <p:nvSpPr>
            <p:cNvPr id="37906" name="Rectangle 18"/>
            <p:cNvSpPr>
              <a:spLocks noChangeArrowheads="1"/>
            </p:cNvSpPr>
            <p:nvPr/>
          </p:nvSpPr>
          <p:spPr bwMode="auto">
            <a:xfrm>
              <a:off x="217" y="3028"/>
              <a:ext cx="319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x[n]</a:t>
              </a:r>
            </a:p>
          </p:txBody>
        </p:sp>
        <p:sp>
          <p:nvSpPr>
            <p:cNvPr id="37907" name="Rectangle 19"/>
            <p:cNvSpPr>
              <a:spLocks noChangeArrowheads="1"/>
            </p:cNvSpPr>
            <p:nvPr/>
          </p:nvSpPr>
          <p:spPr bwMode="auto">
            <a:xfrm>
              <a:off x="2297" y="3013"/>
              <a:ext cx="367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y[n]</a:t>
              </a:r>
            </a:p>
          </p:txBody>
        </p:sp>
        <p:sp>
          <p:nvSpPr>
            <p:cNvPr id="37910" name="Rectangle 22"/>
            <p:cNvSpPr>
              <a:spLocks noChangeArrowheads="1"/>
            </p:cNvSpPr>
            <p:nvPr/>
          </p:nvSpPr>
          <p:spPr bwMode="auto">
            <a:xfrm>
              <a:off x="886" y="3319"/>
              <a:ext cx="732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h</a:t>
              </a:r>
              <a:r>
                <a:rPr lang="en-US" sz="2000" baseline="-25000">
                  <a:latin typeface="Verdana" pitchFamily="34" charset="0"/>
                </a:rPr>
                <a:t>2</a:t>
              </a:r>
              <a:r>
                <a:rPr lang="en-US" sz="2000">
                  <a:latin typeface="Verdana" pitchFamily="34" charset="0"/>
                </a:rPr>
                <a:t>[n]</a:t>
              </a:r>
            </a:p>
          </p:txBody>
        </p:sp>
        <p:cxnSp>
          <p:nvCxnSpPr>
            <p:cNvPr id="37911" name="AutoShape 23"/>
            <p:cNvCxnSpPr>
              <a:cxnSpLocks noChangeShapeType="1"/>
              <a:stCxn id="37917" idx="6"/>
              <a:endCxn id="37907" idx="1"/>
            </p:cNvCxnSpPr>
            <p:nvPr/>
          </p:nvCxnSpPr>
          <p:spPr bwMode="auto">
            <a:xfrm flipV="1">
              <a:off x="2049" y="3251"/>
              <a:ext cx="248" cy="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17" name="Oval 29"/>
            <p:cNvSpPr>
              <a:spLocks noChangeArrowheads="1"/>
            </p:cNvSpPr>
            <p:nvPr/>
          </p:nvSpPr>
          <p:spPr bwMode="auto">
            <a:xfrm>
              <a:off x="1755" y="3110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Arial" pitchFamily="34" charset="0"/>
                </a:rPr>
                <a:t>+</a:t>
              </a:r>
            </a:p>
          </p:txBody>
        </p:sp>
        <p:cxnSp>
          <p:nvCxnSpPr>
            <p:cNvPr id="37918" name="AutoShape 30"/>
            <p:cNvCxnSpPr>
              <a:cxnSpLocks noChangeShapeType="1"/>
              <a:stCxn id="37905" idx="3"/>
              <a:endCxn id="37917" idx="0"/>
            </p:cNvCxnSpPr>
            <p:nvPr/>
          </p:nvCxnSpPr>
          <p:spPr bwMode="auto">
            <a:xfrm>
              <a:off x="1621" y="2994"/>
              <a:ext cx="278" cy="110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19" name="AutoShape 31"/>
            <p:cNvCxnSpPr>
              <a:cxnSpLocks noChangeShapeType="1"/>
              <a:stCxn id="37910" idx="3"/>
              <a:endCxn id="37917" idx="4"/>
            </p:cNvCxnSpPr>
            <p:nvPr/>
          </p:nvCxnSpPr>
          <p:spPr bwMode="auto">
            <a:xfrm flipV="1">
              <a:off x="1618" y="3404"/>
              <a:ext cx="281" cy="153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20" name="AutoShape 32"/>
            <p:cNvCxnSpPr>
              <a:cxnSpLocks noChangeShapeType="1"/>
              <a:stCxn id="37906" idx="3"/>
              <a:endCxn id="37905" idx="1"/>
            </p:cNvCxnSpPr>
            <p:nvPr/>
          </p:nvCxnSpPr>
          <p:spPr bwMode="auto">
            <a:xfrm flipV="1">
              <a:off x="536" y="2994"/>
              <a:ext cx="345" cy="272"/>
            </a:xfrm>
            <a:prstGeom prst="bentConnector3">
              <a:avLst>
                <a:gd name="adj1" fmla="val 498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21" name="AutoShape 33"/>
            <p:cNvCxnSpPr>
              <a:cxnSpLocks noChangeShapeType="1"/>
              <a:stCxn id="37906" idx="3"/>
              <a:endCxn id="37910" idx="1"/>
            </p:cNvCxnSpPr>
            <p:nvPr/>
          </p:nvCxnSpPr>
          <p:spPr bwMode="auto">
            <a:xfrm>
              <a:off x="536" y="3266"/>
              <a:ext cx="350" cy="291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927" name="Group 39"/>
          <p:cNvGrpSpPr>
            <a:grpSpLocks/>
          </p:cNvGrpSpPr>
          <p:nvPr/>
        </p:nvGrpSpPr>
        <p:grpSpPr bwMode="auto">
          <a:xfrm>
            <a:off x="4886325" y="5250011"/>
            <a:ext cx="3600450" cy="754063"/>
            <a:chOff x="3078" y="3036"/>
            <a:chExt cx="2268" cy="475"/>
          </a:xfrm>
        </p:grpSpPr>
        <p:sp>
          <p:nvSpPr>
            <p:cNvPr id="37922" name="Rectangle 34"/>
            <p:cNvSpPr>
              <a:spLocks noChangeArrowheads="1"/>
            </p:cNvSpPr>
            <p:nvPr/>
          </p:nvSpPr>
          <p:spPr bwMode="auto">
            <a:xfrm>
              <a:off x="3638" y="3036"/>
              <a:ext cx="1051" cy="4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h</a:t>
              </a:r>
              <a:r>
                <a:rPr lang="en-US" sz="2000" baseline="-25000">
                  <a:latin typeface="Verdana" pitchFamily="34" charset="0"/>
                </a:rPr>
                <a:t>1</a:t>
              </a:r>
              <a:r>
                <a:rPr lang="en-US" sz="2000">
                  <a:latin typeface="Verdana" pitchFamily="34" charset="0"/>
                </a:rPr>
                <a:t>[n]+ h</a:t>
              </a:r>
              <a:r>
                <a:rPr lang="en-US" sz="2000" baseline="-25000">
                  <a:latin typeface="Verdana" pitchFamily="34" charset="0"/>
                </a:rPr>
                <a:t>2</a:t>
              </a:r>
              <a:r>
                <a:rPr lang="en-US" sz="2000">
                  <a:latin typeface="Verdana" pitchFamily="34" charset="0"/>
                </a:rPr>
                <a:t>[n]</a:t>
              </a:r>
            </a:p>
          </p:txBody>
        </p:sp>
        <p:sp>
          <p:nvSpPr>
            <p:cNvPr id="37923" name="Rectangle 35"/>
            <p:cNvSpPr>
              <a:spLocks noChangeArrowheads="1"/>
            </p:cNvSpPr>
            <p:nvPr/>
          </p:nvSpPr>
          <p:spPr bwMode="auto">
            <a:xfrm>
              <a:off x="3078" y="3036"/>
              <a:ext cx="319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x[n]</a:t>
              </a:r>
            </a:p>
          </p:txBody>
        </p:sp>
        <p:sp>
          <p:nvSpPr>
            <p:cNvPr id="37924" name="Rectangle 36"/>
            <p:cNvSpPr>
              <a:spLocks noChangeArrowheads="1"/>
            </p:cNvSpPr>
            <p:nvPr/>
          </p:nvSpPr>
          <p:spPr bwMode="auto">
            <a:xfrm>
              <a:off x="4979" y="3036"/>
              <a:ext cx="367" cy="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>
                  <a:latin typeface="Verdana" pitchFamily="34" charset="0"/>
                </a:rPr>
                <a:t>y[n]</a:t>
              </a:r>
            </a:p>
          </p:txBody>
        </p:sp>
        <p:cxnSp>
          <p:nvCxnSpPr>
            <p:cNvPr id="37925" name="AutoShape 37"/>
            <p:cNvCxnSpPr>
              <a:cxnSpLocks noChangeShapeType="1"/>
              <a:stCxn id="37923" idx="3"/>
              <a:endCxn id="37922" idx="1"/>
            </p:cNvCxnSpPr>
            <p:nvPr/>
          </p:nvCxnSpPr>
          <p:spPr bwMode="auto">
            <a:xfrm>
              <a:off x="3397" y="3274"/>
              <a:ext cx="24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26" name="AutoShape 38"/>
            <p:cNvCxnSpPr>
              <a:cxnSpLocks noChangeShapeType="1"/>
              <a:stCxn id="37922" idx="3"/>
              <a:endCxn id="37924" idx="1"/>
            </p:cNvCxnSpPr>
            <p:nvPr/>
          </p:nvCxnSpPr>
          <p:spPr bwMode="auto">
            <a:xfrm>
              <a:off x="4689" y="3274"/>
              <a:ext cx="29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BB6869-96C8-C344-B920-82DF92D5B970}"/>
                  </a:ext>
                </a:extLst>
              </p14:cNvPr>
              <p14:cNvContentPartPr/>
              <p14:nvPr/>
            </p14:nvContentPartPr>
            <p14:xfrm>
              <a:off x="521280" y="1011600"/>
              <a:ext cx="8075880" cy="316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BB6869-96C8-C344-B920-82DF92D5B9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920" y="1002240"/>
                <a:ext cx="8094600" cy="31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B749DF-FB66-D34F-9F6E-54FB131A8039}"/>
                  </a:ext>
                </a:extLst>
              </p14:cNvPr>
              <p14:cNvContentPartPr/>
              <p14:nvPr/>
            </p14:nvContentPartPr>
            <p14:xfrm>
              <a:off x="4041360" y="597960"/>
              <a:ext cx="4553280" cy="529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B749DF-FB66-D34F-9F6E-54FB131A80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32000" y="588600"/>
                <a:ext cx="4572000" cy="530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084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LTI Systems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Cascade connection of LTI systems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3051175" y="1781175"/>
            <a:ext cx="1397000" cy="75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h</a:t>
            </a:r>
            <a:r>
              <a:rPr lang="en-US" sz="2000" baseline="-25000">
                <a:latin typeface="Verdana" pitchFamily="34" charset="0"/>
              </a:rPr>
              <a:t>1</a:t>
            </a:r>
            <a:r>
              <a:rPr lang="en-US" sz="2000">
                <a:latin typeface="Verdana" pitchFamily="34" charset="0"/>
              </a:rPr>
              <a:t>[n]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2009775" y="1781175"/>
            <a:ext cx="654050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x[n]</a:t>
            </a:r>
          </a:p>
        </p:txBody>
      </p:sp>
      <p:cxnSp>
        <p:nvCxnSpPr>
          <p:cNvPr id="38921" name="AutoShape 9"/>
          <p:cNvCxnSpPr>
            <a:cxnSpLocks noChangeShapeType="1"/>
            <a:stCxn id="38919" idx="3"/>
            <a:endCxn id="38918" idx="1"/>
          </p:cNvCxnSpPr>
          <p:nvPr/>
        </p:nvCxnSpPr>
        <p:spPr bwMode="auto">
          <a:xfrm>
            <a:off x="2663825" y="2159000"/>
            <a:ext cx="3873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4" name="Rectangle 12"/>
          <p:cNvSpPr>
            <a:spLocks noChangeArrowheads="1"/>
          </p:cNvSpPr>
          <p:nvPr/>
        </p:nvSpPr>
        <p:spPr bwMode="auto">
          <a:xfrm>
            <a:off x="4865688" y="1782763"/>
            <a:ext cx="1397000" cy="75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h</a:t>
            </a:r>
            <a:r>
              <a:rPr lang="en-US" sz="2000" baseline="-25000">
                <a:latin typeface="Verdana" pitchFamily="34" charset="0"/>
              </a:rPr>
              <a:t>2</a:t>
            </a:r>
            <a:r>
              <a:rPr lang="en-US" sz="2000">
                <a:latin typeface="Verdana" pitchFamily="34" charset="0"/>
              </a:rPr>
              <a:t>[n]</a:t>
            </a:r>
          </a:p>
        </p:txBody>
      </p:sp>
      <p:sp>
        <p:nvSpPr>
          <p:cNvPr id="38926" name="Rectangle 14"/>
          <p:cNvSpPr>
            <a:spLocks noChangeArrowheads="1"/>
          </p:cNvSpPr>
          <p:nvPr/>
        </p:nvSpPr>
        <p:spPr bwMode="auto">
          <a:xfrm>
            <a:off x="6621463" y="1782763"/>
            <a:ext cx="582612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y[n]</a:t>
            </a:r>
          </a:p>
        </p:txBody>
      </p:sp>
      <p:cxnSp>
        <p:nvCxnSpPr>
          <p:cNvPr id="38927" name="AutoShape 15"/>
          <p:cNvCxnSpPr>
            <a:cxnSpLocks noChangeShapeType="1"/>
            <a:stCxn id="38918" idx="3"/>
            <a:endCxn id="38924" idx="1"/>
          </p:cNvCxnSpPr>
          <p:nvPr/>
        </p:nvCxnSpPr>
        <p:spPr bwMode="auto">
          <a:xfrm>
            <a:off x="4448175" y="2159000"/>
            <a:ext cx="41751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8" name="AutoShape 16"/>
          <p:cNvCxnSpPr>
            <a:cxnSpLocks noChangeShapeType="1"/>
            <a:stCxn id="38924" idx="3"/>
            <a:endCxn id="38926" idx="1"/>
          </p:cNvCxnSpPr>
          <p:nvPr/>
        </p:nvCxnSpPr>
        <p:spPr bwMode="auto">
          <a:xfrm>
            <a:off x="6262688" y="2160588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9" name="Rectangle 17"/>
          <p:cNvSpPr>
            <a:spLocks noChangeArrowheads="1"/>
          </p:cNvSpPr>
          <p:nvPr/>
        </p:nvSpPr>
        <p:spPr bwMode="auto">
          <a:xfrm>
            <a:off x="3068638" y="2724150"/>
            <a:ext cx="1397000" cy="75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h</a:t>
            </a:r>
            <a:r>
              <a:rPr lang="en-US" sz="2000" baseline="-25000">
                <a:latin typeface="Verdana" pitchFamily="34" charset="0"/>
              </a:rPr>
              <a:t>2</a:t>
            </a:r>
            <a:r>
              <a:rPr lang="en-US" sz="2000">
                <a:latin typeface="Verdana" pitchFamily="34" charset="0"/>
              </a:rPr>
              <a:t>[n]</a:t>
            </a:r>
          </a:p>
        </p:txBody>
      </p:sp>
      <p:sp>
        <p:nvSpPr>
          <p:cNvPr id="38930" name="Rectangle 18"/>
          <p:cNvSpPr>
            <a:spLocks noChangeArrowheads="1"/>
          </p:cNvSpPr>
          <p:nvPr/>
        </p:nvSpPr>
        <p:spPr bwMode="auto">
          <a:xfrm>
            <a:off x="2027238" y="2724150"/>
            <a:ext cx="654050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x[n]</a:t>
            </a:r>
          </a:p>
        </p:txBody>
      </p:sp>
      <p:cxnSp>
        <p:nvCxnSpPr>
          <p:cNvPr id="38931" name="AutoShape 19"/>
          <p:cNvCxnSpPr>
            <a:cxnSpLocks noChangeShapeType="1"/>
            <a:stCxn id="38930" idx="3"/>
            <a:endCxn id="38929" idx="1"/>
          </p:cNvCxnSpPr>
          <p:nvPr/>
        </p:nvCxnSpPr>
        <p:spPr bwMode="auto">
          <a:xfrm>
            <a:off x="2681288" y="3101975"/>
            <a:ext cx="3873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2" name="Rectangle 20"/>
          <p:cNvSpPr>
            <a:spLocks noChangeArrowheads="1"/>
          </p:cNvSpPr>
          <p:nvPr/>
        </p:nvSpPr>
        <p:spPr bwMode="auto">
          <a:xfrm>
            <a:off x="4883150" y="2725738"/>
            <a:ext cx="1397000" cy="75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h</a:t>
            </a:r>
            <a:r>
              <a:rPr lang="en-US" sz="2000" baseline="-25000">
                <a:latin typeface="Verdana" pitchFamily="34" charset="0"/>
              </a:rPr>
              <a:t>1</a:t>
            </a:r>
            <a:r>
              <a:rPr lang="en-US" sz="2000">
                <a:latin typeface="Verdana" pitchFamily="34" charset="0"/>
              </a:rPr>
              <a:t>[n]</a:t>
            </a:r>
          </a:p>
        </p:txBody>
      </p:sp>
      <p:sp>
        <p:nvSpPr>
          <p:cNvPr id="38933" name="Rectangle 21"/>
          <p:cNvSpPr>
            <a:spLocks noChangeArrowheads="1"/>
          </p:cNvSpPr>
          <p:nvPr/>
        </p:nvSpPr>
        <p:spPr bwMode="auto">
          <a:xfrm>
            <a:off x="6638925" y="2725738"/>
            <a:ext cx="582613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y[n]</a:t>
            </a:r>
          </a:p>
        </p:txBody>
      </p:sp>
      <p:cxnSp>
        <p:nvCxnSpPr>
          <p:cNvPr id="38934" name="AutoShape 22"/>
          <p:cNvCxnSpPr>
            <a:cxnSpLocks noChangeShapeType="1"/>
            <a:stCxn id="38929" idx="3"/>
            <a:endCxn id="38932" idx="1"/>
          </p:cNvCxnSpPr>
          <p:nvPr/>
        </p:nvCxnSpPr>
        <p:spPr bwMode="auto">
          <a:xfrm>
            <a:off x="4465638" y="3101975"/>
            <a:ext cx="4175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5" name="AutoShape 23"/>
          <p:cNvCxnSpPr>
            <a:cxnSpLocks noChangeShapeType="1"/>
            <a:stCxn id="38932" idx="3"/>
            <a:endCxn id="38933" idx="1"/>
          </p:cNvCxnSpPr>
          <p:nvPr/>
        </p:nvCxnSpPr>
        <p:spPr bwMode="auto">
          <a:xfrm>
            <a:off x="6280150" y="3103563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6" name="Rectangle 24"/>
          <p:cNvSpPr>
            <a:spLocks noChangeArrowheads="1"/>
          </p:cNvSpPr>
          <p:nvPr/>
        </p:nvSpPr>
        <p:spPr bwMode="auto">
          <a:xfrm>
            <a:off x="3805238" y="3675063"/>
            <a:ext cx="1706562" cy="754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h</a:t>
            </a:r>
            <a:r>
              <a:rPr lang="en-US" sz="2000" baseline="-25000">
                <a:latin typeface="Verdana" pitchFamily="34" charset="0"/>
              </a:rPr>
              <a:t>1</a:t>
            </a:r>
            <a:r>
              <a:rPr lang="en-US" sz="2000">
                <a:latin typeface="Verdana" pitchFamily="34" charset="0"/>
              </a:rPr>
              <a:t>[n]</a:t>
            </a:r>
            <a:r>
              <a:rPr lang="en-US" sz="2000">
                <a:latin typeface="Verdana" pitchFamily="34" charset="0"/>
                <a:sym typeface="Symbol" pitchFamily="18" charset="2"/>
              </a:rPr>
              <a:t>h</a:t>
            </a:r>
            <a:r>
              <a:rPr lang="en-US" sz="2000" baseline="-25000">
                <a:latin typeface="Verdana" pitchFamily="34" charset="0"/>
                <a:sym typeface="Symbol" pitchFamily="18" charset="2"/>
              </a:rPr>
              <a:t>2</a:t>
            </a:r>
            <a:r>
              <a:rPr lang="en-US" sz="2000">
                <a:latin typeface="Verdana" pitchFamily="34" charset="0"/>
                <a:sym typeface="Symbol" pitchFamily="18" charset="2"/>
              </a:rPr>
              <a:t>[n]</a:t>
            </a:r>
            <a:endParaRPr lang="en-US" sz="2000">
              <a:latin typeface="Verdana" pitchFamily="34" charset="0"/>
            </a:endParaRPr>
          </a:p>
        </p:txBody>
      </p:sp>
      <p:sp>
        <p:nvSpPr>
          <p:cNvPr id="38937" name="Rectangle 25"/>
          <p:cNvSpPr>
            <a:spLocks noChangeArrowheads="1"/>
          </p:cNvSpPr>
          <p:nvPr/>
        </p:nvSpPr>
        <p:spPr bwMode="auto">
          <a:xfrm>
            <a:off x="2763838" y="3675063"/>
            <a:ext cx="654050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x[n]</a:t>
            </a:r>
          </a:p>
        </p:txBody>
      </p:sp>
      <p:cxnSp>
        <p:nvCxnSpPr>
          <p:cNvPr id="38938" name="AutoShape 26"/>
          <p:cNvCxnSpPr>
            <a:cxnSpLocks noChangeShapeType="1"/>
            <a:stCxn id="38937" idx="3"/>
            <a:endCxn id="38936" idx="1"/>
          </p:cNvCxnSpPr>
          <p:nvPr/>
        </p:nvCxnSpPr>
        <p:spPr bwMode="auto">
          <a:xfrm>
            <a:off x="3417888" y="4052888"/>
            <a:ext cx="3873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40" name="Rectangle 28"/>
          <p:cNvSpPr>
            <a:spLocks noChangeArrowheads="1"/>
          </p:cNvSpPr>
          <p:nvPr/>
        </p:nvSpPr>
        <p:spPr bwMode="auto">
          <a:xfrm>
            <a:off x="5876925" y="3676650"/>
            <a:ext cx="582613" cy="754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>
                <a:latin typeface="Verdana" pitchFamily="34" charset="0"/>
              </a:rPr>
              <a:t>y[n]</a:t>
            </a:r>
          </a:p>
        </p:txBody>
      </p:sp>
      <p:cxnSp>
        <p:nvCxnSpPr>
          <p:cNvPr id="38942" name="AutoShape 30"/>
          <p:cNvCxnSpPr>
            <a:cxnSpLocks noChangeShapeType="1"/>
            <a:stCxn id="38936" idx="3"/>
            <a:endCxn id="38940" idx="1"/>
          </p:cNvCxnSpPr>
          <p:nvPr/>
        </p:nvCxnSpPr>
        <p:spPr bwMode="auto">
          <a:xfrm>
            <a:off x="5511800" y="4052888"/>
            <a:ext cx="3651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AE6DDE-1DFD-0540-8D27-7756E6548548}"/>
                  </a:ext>
                </a:extLst>
              </p14:cNvPr>
              <p14:cNvContentPartPr/>
              <p14:nvPr/>
            </p14:nvContentPartPr>
            <p14:xfrm>
              <a:off x="833760" y="1577880"/>
              <a:ext cx="4278960" cy="3418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AE6DDE-1DFD-0540-8D27-7756E65485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400" y="1568520"/>
                <a:ext cx="4297680" cy="343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7C04EA-62D0-944B-BEC6-6171C0186BB6}"/>
                  </a:ext>
                </a:extLst>
              </p14:cNvPr>
              <p14:cNvContentPartPr/>
              <p14:nvPr/>
            </p14:nvContentPartPr>
            <p14:xfrm>
              <a:off x="2691000" y="1099440"/>
              <a:ext cx="5681880" cy="4890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7C04EA-62D0-944B-BEC6-6171C0186B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1640" y="1090080"/>
                <a:ext cx="5700600" cy="49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462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Stable and Causal LTI Systems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 LTI system is (BIBO) stable if and only if </a:t>
            </a:r>
          </a:p>
          <a:p>
            <a:pPr lvl="1"/>
            <a:r>
              <a:rPr lang="en-US"/>
              <a:t>Impulse response is absolute summable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Let’s write the output of the system as</a:t>
            </a:r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If the input is bounded </a:t>
            </a:r>
          </a:p>
          <a:p>
            <a:endParaRPr lang="en-US"/>
          </a:p>
          <a:p>
            <a:pPr lvl="1"/>
            <a:r>
              <a:rPr lang="en-US"/>
              <a:t>Then the output is bounded by</a:t>
            </a:r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The output is bounded if the absolute sum is finite</a:t>
            </a:r>
          </a:p>
          <a:p>
            <a:r>
              <a:rPr lang="en-US"/>
              <a:t>An LTI system is causal if and only if</a:t>
            </a:r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291589"/>
              </p:ext>
            </p:extLst>
          </p:nvPr>
        </p:nvGraphicFramePr>
        <p:xfrm>
          <a:off x="3763963" y="1916832"/>
          <a:ext cx="15001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" name="Equation" r:id="rId3" imgW="850680" imgH="431640" progId="Equation.3">
                  <p:embed/>
                </p:oleObj>
              </mc:Choice>
              <mc:Fallback>
                <p:oleObj name="Equation" r:id="rId3" imgW="850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1916832"/>
                        <a:ext cx="150018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40212"/>
              </p:ext>
            </p:extLst>
          </p:nvPr>
        </p:nvGraphicFramePr>
        <p:xfrm>
          <a:off x="2149475" y="2964582"/>
          <a:ext cx="48799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9" name="Equation" r:id="rId5" imgW="2768400" imgH="457200" progId="Equation.3">
                  <p:embed/>
                </p:oleObj>
              </mc:Choice>
              <mc:Fallback>
                <p:oleObj name="Equation" r:id="rId5" imgW="2768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2964582"/>
                        <a:ext cx="48799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676291"/>
              </p:ext>
            </p:extLst>
          </p:nvPr>
        </p:nvGraphicFramePr>
        <p:xfrm>
          <a:off x="3898900" y="3977407"/>
          <a:ext cx="12319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0" name="Equation" r:id="rId7" imgW="698400" imgH="253800" progId="Equation.3">
                  <p:embed/>
                </p:oleObj>
              </mc:Choice>
              <mc:Fallback>
                <p:oleObj name="Equation" r:id="rId7" imgW="698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3977407"/>
                        <a:ext cx="12319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326957"/>
              </p:ext>
            </p:extLst>
          </p:nvPr>
        </p:nvGraphicFramePr>
        <p:xfrm>
          <a:off x="3536950" y="4683224"/>
          <a:ext cx="21050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1" name="Equation" r:id="rId9" imgW="1193760" imgH="431640" progId="Equation.3">
                  <p:embed/>
                </p:oleObj>
              </mc:Choice>
              <mc:Fallback>
                <p:oleObj name="Equation" r:id="rId9" imgW="1193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4683224"/>
                        <a:ext cx="21050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006185"/>
              </p:ext>
            </p:extLst>
          </p:nvPr>
        </p:nvGraphicFramePr>
        <p:xfrm>
          <a:off x="3214688" y="6263407"/>
          <a:ext cx="2260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2" name="Equation" r:id="rId11" imgW="1282680" imgH="215640" progId="Equation.3">
                  <p:embed/>
                </p:oleObj>
              </mc:Choice>
              <mc:Fallback>
                <p:oleObj name="Equation" r:id="rId11" imgW="12826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6263407"/>
                        <a:ext cx="2260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A5D032-76C7-2E4A-B9EC-6D06ACF691DB}"/>
                  </a:ext>
                </a:extLst>
              </p14:cNvPr>
              <p14:cNvContentPartPr/>
              <p14:nvPr/>
            </p14:nvContentPartPr>
            <p14:xfrm>
              <a:off x="1155240" y="1484280"/>
              <a:ext cx="4865760" cy="526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A5D032-76C7-2E4A-B9EC-6D06ACF691D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45880" y="1474920"/>
                <a:ext cx="4884480" cy="52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A17EAC-51C8-684C-8003-7D9B5FC2F9FA}"/>
                  </a:ext>
                </a:extLst>
              </p14:cNvPr>
              <p14:cNvContentPartPr/>
              <p14:nvPr/>
            </p14:nvContentPartPr>
            <p14:xfrm>
              <a:off x="3887280" y="964800"/>
              <a:ext cx="4528800" cy="567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A17EAC-51C8-684C-8003-7D9B5FC2F9F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77920" y="955440"/>
                <a:ext cx="4547520" cy="56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7074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Linear Constant-Coefficient Difference Equations (LCCDE)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important class of LTI systems of the form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output is not uniquely specified for a given input</a:t>
            </a:r>
          </a:p>
          <a:p>
            <a:pPr lvl="1"/>
            <a:r>
              <a:rPr lang="en-US" dirty="0"/>
              <a:t>The initial conditions are required</a:t>
            </a:r>
          </a:p>
          <a:p>
            <a:pPr lvl="1"/>
            <a:r>
              <a:rPr lang="en-US" dirty="0"/>
              <a:t>Linearity, time invariance, and causality depend on the initial conditions</a:t>
            </a:r>
          </a:p>
          <a:p>
            <a:pPr lvl="1"/>
            <a:r>
              <a:rPr lang="en-US" dirty="0"/>
              <a:t>If initial conditions are assumed to be zero system is linear, time invariant, and causal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Moving Average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Difference Equation Representation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28265"/>
              </p:ext>
            </p:extLst>
          </p:nvPr>
        </p:nvGraphicFramePr>
        <p:xfrm>
          <a:off x="2935288" y="1514872"/>
          <a:ext cx="33797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name="Equation" r:id="rId3" imgW="1917360" imgH="431640" progId="Equation.3">
                  <p:embed/>
                </p:oleObj>
              </mc:Choice>
              <mc:Fallback>
                <p:oleObj name="Equation" r:id="rId3" imgW="1917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1514872"/>
                        <a:ext cx="337978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053338"/>
              </p:ext>
            </p:extLst>
          </p:nvPr>
        </p:nvGraphicFramePr>
        <p:xfrm>
          <a:off x="2035175" y="4993804"/>
          <a:ext cx="504666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Equation" r:id="rId5" imgW="2869920" imgH="215640" progId="Equation.3">
                  <p:embed/>
                </p:oleObj>
              </mc:Choice>
              <mc:Fallback>
                <p:oleObj name="Equation" r:id="rId5" imgW="2869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4993804"/>
                        <a:ext cx="5046663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688361"/>
              </p:ext>
            </p:extLst>
          </p:nvPr>
        </p:nvGraphicFramePr>
        <p:xfrm>
          <a:off x="1851025" y="5691336"/>
          <a:ext cx="59769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6" name="Equation" r:id="rId7" imgW="3390840" imgH="431640" progId="Equation.3">
                  <p:embed/>
                </p:oleObj>
              </mc:Choice>
              <mc:Fallback>
                <p:oleObj name="Equation" r:id="rId7" imgW="3390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5691336"/>
                        <a:ext cx="59769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F9B5EB-A000-B04B-9AE8-8567DD71E1D0}"/>
                  </a:ext>
                </a:extLst>
              </p14:cNvPr>
              <p14:cNvContentPartPr/>
              <p14:nvPr/>
            </p14:nvContentPartPr>
            <p14:xfrm>
              <a:off x="2976120" y="1423440"/>
              <a:ext cx="2232360" cy="366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F9B5EB-A000-B04B-9AE8-8567DD71E1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66760" y="1414080"/>
                <a:ext cx="225108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E50063F-16E1-D747-939C-E543749E38A2}"/>
                  </a:ext>
                </a:extLst>
              </p14:cNvPr>
              <p14:cNvContentPartPr/>
              <p14:nvPr/>
            </p14:nvContentPartPr>
            <p14:xfrm>
              <a:off x="1197000" y="837000"/>
              <a:ext cx="6933600" cy="355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E50063F-16E1-D747-939C-E543749E38A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7640" y="827640"/>
                <a:ext cx="6952320" cy="357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7327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Eigenfunctions of LTI Systems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exponentials are </a:t>
            </a:r>
            <a:r>
              <a:rPr lang="en-US" dirty="0" err="1"/>
              <a:t>eigenfunctions</a:t>
            </a:r>
            <a:r>
              <a:rPr lang="en-US" dirty="0"/>
              <a:t> of LTI systems: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see what happens if we feed x[n] into an LTI system: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eigenvalue is called the frequency response of the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H(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</a:t>
            </a:r>
            <a:r>
              <a:rPr lang="en-US" dirty="0">
                <a:sym typeface="Symbol" pitchFamily="18" charset="2"/>
              </a:rPr>
              <a:t>) is a complex function of frequency</a:t>
            </a:r>
          </a:p>
          <a:p>
            <a:pPr lvl="1"/>
            <a:r>
              <a:rPr lang="en-US" dirty="0"/>
              <a:t>Specifies amplitude and phase change of the input</a:t>
            </a: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51804"/>
              </p:ext>
            </p:extLst>
          </p:nvPr>
        </p:nvGraphicFramePr>
        <p:xfrm>
          <a:off x="3889375" y="1592610"/>
          <a:ext cx="127476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2" name="Equation" r:id="rId3" imgW="723600" imgH="228600" progId="Equation.3">
                  <p:embed/>
                </p:oleObj>
              </mc:Choice>
              <mc:Fallback>
                <p:oleObj name="Equation" r:id="rId3" imgW="723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1592610"/>
                        <a:ext cx="127476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375533"/>
              </p:ext>
            </p:extLst>
          </p:nvPr>
        </p:nvGraphicFramePr>
        <p:xfrm>
          <a:off x="2297113" y="2605435"/>
          <a:ext cx="44338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3" name="Equation" r:id="rId5" imgW="2514600" imgH="431640" progId="Equation.3">
                  <p:embed/>
                </p:oleObj>
              </mc:Choice>
              <mc:Fallback>
                <p:oleObj name="Equation" r:id="rId5" imgW="2514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2605435"/>
                        <a:ext cx="443388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7143"/>
              </p:ext>
            </p:extLst>
          </p:nvPr>
        </p:nvGraphicFramePr>
        <p:xfrm>
          <a:off x="2346325" y="3499197"/>
          <a:ext cx="43449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4" name="Equation" r:id="rId7" imgW="2463480" imgH="457200" progId="Equation.3">
                  <p:embed/>
                </p:oleObj>
              </mc:Choice>
              <mc:Fallback>
                <p:oleObj name="Equation" r:id="rId7" imgW="2463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3499197"/>
                        <a:ext cx="43449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951033"/>
              </p:ext>
            </p:extLst>
          </p:nvPr>
        </p:nvGraphicFramePr>
        <p:xfrm>
          <a:off x="3311525" y="5116860"/>
          <a:ext cx="241935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5" name="Equation" r:id="rId9" imgW="1371600" imgH="431640" progId="Equation.3">
                  <p:embed/>
                </p:oleObj>
              </mc:Choice>
              <mc:Fallback>
                <p:oleObj name="Equation" r:id="rId9" imgW="1371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5116860"/>
                        <a:ext cx="241935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AutoShape 9"/>
          <p:cNvSpPr>
            <a:spLocks/>
          </p:cNvSpPr>
          <p:nvPr/>
        </p:nvSpPr>
        <p:spPr bwMode="auto">
          <a:xfrm>
            <a:off x="6969125" y="3251448"/>
            <a:ext cx="1976438" cy="609600"/>
          </a:xfrm>
          <a:prstGeom prst="callout2">
            <a:avLst>
              <a:gd name="adj1" fmla="val 18750"/>
              <a:gd name="adj2" fmla="val -3856"/>
              <a:gd name="adj3" fmla="val 18750"/>
              <a:gd name="adj4" fmla="val -14537"/>
              <a:gd name="adj5" fmla="val 73440"/>
              <a:gd name="adj6" fmla="val -2562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2000" dirty="0" err="1">
                <a:latin typeface="Verdana" pitchFamily="34" charset="0"/>
              </a:rPr>
              <a:t>eigenfunction</a:t>
            </a:r>
            <a:endParaRPr lang="en-US" sz="2000" dirty="0">
              <a:latin typeface="Verdana" pitchFamily="34" charset="0"/>
            </a:endParaRPr>
          </a:p>
        </p:txBody>
      </p:sp>
      <p:sp>
        <p:nvSpPr>
          <p:cNvPr id="41994" name="AutoShape 10"/>
          <p:cNvSpPr>
            <a:spLocks/>
          </p:cNvSpPr>
          <p:nvPr/>
        </p:nvSpPr>
        <p:spPr bwMode="auto">
          <a:xfrm>
            <a:off x="7032625" y="4374306"/>
            <a:ext cx="1606550" cy="350838"/>
          </a:xfrm>
          <a:prstGeom prst="callout2">
            <a:avLst>
              <a:gd name="adj1" fmla="val 32579"/>
              <a:gd name="adj2" fmla="val -4745"/>
              <a:gd name="adj3" fmla="val 32579"/>
              <a:gd name="adj4" fmla="val -36463"/>
              <a:gd name="adj5" fmla="val -51130"/>
              <a:gd name="adj6" fmla="val -6936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sz="2000" dirty="0">
                <a:latin typeface="Verdana" pitchFamily="34" charset="0"/>
              </a:rPr>
              <a:t>eigenvalue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F1CD8C-9737-CB4C-9922-33D58EB027C2}"/>
                  </a:ext>
                </a:extLst>
              </p14:cNvPr>
              <p14:cNvContentPartPr/>
              <p14:nvPr/>
            </p14:nvContentPartPr>
            <p14:xfrm>
              <a:off x="840960" y="1574280"/>
              <a:ext cx="8070840" cy="517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F1CD8C-9737-CB4C-9922-33D58EB027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1600" y="1564920"/>
                <a:ext cx="8089560" cy="51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3DC9AD-CA9A-8640-A9CE-4A1E2C6740DB}"/>
                  </a:ext>
                </a:extLst>
              </p14:cNvPr>
              <p14:cNvContentPartPr/>
              <p14:nvPr/>
            </p14:nvContentPartPr>
            <p14:xfrm>
              <a:off x="3278160" y="3245760"/>
              <a:ext cx="3903840" cy="1574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3DC9AD-CA9A-8640-A9CE-4A1E2C6740D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68800" y="3236400"/>
                <a:ext cx="3922560" cy="159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000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 Diagram Representation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38944"/>
            <a:ext cx="4673600" cy="5486400"/>
          </a:xfrm>
        </p:spPr>
        <p:txBody>
          <a:bodyPr/>
          <a:lstStyle/>
          <a:p>
            <a:r>
              <a:rPr lang="en-US" dirty="0"/>
              <a:t>LTI systems with rational system function can be represented as constant-coefficient difference equation</a:t>
            </a:r>
          </a:p>
          <a:p>
            <a:r>
              <a:rPr lang="en-US" dirty="0"/>
              <a:t>The implementation of difference equations requires delayed values of the</a:t>
            </a:r>
          </a:p>
          <a:p>
            <a:pPr lvl="1"/>
            <a:r>
              <a:rPr lang="en-US" dirty="0"/>
              <a:t>input</a:t>
            </a:r>
          </a:p>
          <a:p>
            <a:pPr lvl="1"/>
            <a:r>
              <a:rPr lang="en-US" dirty="0"/>
              <a:t>output</a:t>
            </a:r>
          </a:p>
          <a:p>
            <a:pPr lvl="1"/>
            <a:r>
              <a:rPr lang="en-US" dirty="0"/>
              <a:t>intermediate results </a:t>
            </a:r>
          </a:p>
          <a:p>
            <a:r>
              <a:rPr lang="en-US" dirty="0"/>
              <a:t>The requirement of delayed elements implies need for storage</a:t>
            </a:r>
          </a:p>
          <a:p>
            <a:r>
              <a:rPr lang="en-US" dirty="0"/>
              <a:t>We also need means of </a:t>
            </a:r>
          </a:p>
          <a:p>
            <a:pPr lvl="1"/>
            <a:r>
              <a:rPr lang="en-US" dirty="0"/>
              <a:t>addition</a:t>
            </a:r>
          </a:p>
          <a:p>
            <a:pPr lvl="1"/>
            <a:r>
              <a:rPr lang="en-US" dirty="0"/>
              <a:t>multiplication</a:t>
            </a:r>
          </a:p>
          <a:p>
            <a:endParaRPr lang="en-US" dirty="0"/>
          </a:p>
        </p:txBody>
      </p:sp>
      <p:pic>
        <p:nvPicPr>
          <p:cNvPr id="147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1200150"/>
            <a:ext cx="354330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290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Basic blocks</a:t>
            </a:r>
          </a:p>
        </p:txBody>
      </p:sp>
      <p:pic>
        <p:nvPicPr>
          <p:cNvPr id="43012" name="Picture 4" descr="C:\Documents and Settings\Yaakov_s\Desktop\untit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36675"/>
            <a:ext cx="4449763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4357" name="Picture 5" descr="C:\Documents and Settings\Yaakov_s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338" y="3619500"/>
            <a:ext cx="4535487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58" name="Text Box 6"/>
          <p:cNvSpPr txBox="1">
            <a:spLocks noChangeArrowheads="1"/>
          </p:cNvSpPr>
          <p:nvPr/>
        </p:nvSpPr>
        <p:spPr bwMode="auto">
          <a:xfrm>
            <a:off x="6464300" y="44577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latin typeface="Arial" charset="0"/>
                <a:cs typeface="Arial" charset="0"/>
              </a:rPr>
              <a:t>y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>
                <a:latin typeface="Arial" charset="0"/>
                <a:cs typeface="Arial" charset="0"/>
              </a:rPr>
              <a:t> = a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 sz="2000">
                <a:latin typeface="Arial" charset="0"/>
                <a:cs typeface="Arial" charset="0"/>
              </a:rPr>
              <a:t> x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>
                <a:latin typeface="Arial" charset="0"/>
                <a:cs typeface="Arial" charset="0"/>
              </a:rPr>
              <a:t> + a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 sz="2000">
                <a:latin typeface="Arial" charset="0"/>
                <a:cs typeface="Arial" charset="0"/>
              </a:rPr>
              <a:t> x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n-1</a:t>
            </a:r>
          </a:p>
        </p:txBody>
      </p:sp>
      <p:sp>
        <p:nvSpPr>
          <p:cNvPr id="484359" name="Text Box 7"/>
          <p:cNvSpPr txBox="1">
            <a:spLocks noChangeArrowheads="1"/>
          </p:cNvSpPr>
          <p:nvPr/>
        </p:nvSpPr>
        <p:spPr bwMode="auto">
          <a:xfrm>
            <a:off x="6578600" y="2044700"/>
            <a:ext cx="172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latin typeface="Arial" charset="0"/>
                <a:cs typeface="Arial" charset="0"/>
              </a:rPr>
              <a:t>y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>
                <a:latin typeface="Arial" charset="0"/>
                <a:cs typeface="Arial" charset="0"/>
              </a:rPr>
              <a:t> = x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>
                <a:latin typeface="Arial" charset="0"/>
                <a:cs typeface="Arial" charset="0"/>
              </a:rPr>
              <a:t> -  x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n-1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228600" y="5715000"/>
            <a:ext cx="764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 dirty="0">
                <a:latin typeface="Arial" charset="0"/>
                <a:cs typeface="Arial" charset="0"/>
              </a:rPr>
              <a:t>Explicitly draw point only when need to store value (memory point)</a:t>
            </a:r>
          </a:p>
        </p:txBody>
      </p:sp>
    </p:spTree>
    <p:extLst>
      <p:ext uri="{BB962C8B-B14F-4D97-AF65-F5344CB8AC3E}">
        <p14:creationId xmlns:p14="http://schemas.microsoft.com/office/powerpoint/2010/main" val="205176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8" grpId="0" autoUpdateAnimBg="0"/>
      <p:bldP spid="48435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Basic MA blocks</a:t>
            </a:r>
          </a:p>
        </p:txBody>
      </p:sp>
      <p:graphicFrame>
        <p:nvGraphicFramePr>
          <p:cNvPr id="3074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57175" y="1331913"/>
          <a:ext cx="6432550" cy="484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Bitmap Image" r:id="rId3" imgW="5200000" imgH="3914286" progId="Paint.Picture">
                  <p:embed/>
                </p:oleObj>
              </mc:Choice>
              <mc:Fallback>
                <p:oleObj name="Bitmap Image" r:id="rId3" imgW="5200000" imgH="391428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1331913"/>
                        <a:ext cx="6432550" cy="484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6705600" y="28448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latin typeface="Arial" charset="0"/>
                <a:cs typeface="Arial" charset="0"/>
              </a:rPr>
              <a:t>y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>
                <a:latin typeface="Arial" charset="0"/>
                <a:cs typeface="Arial" charset="0"/>
              </a:rPr>
              <a:t> = a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0</a:t>
            </a:r>
            <a:r>
              <a:rPr lang="en-US" sz="2000">
                <a:latin typeface="Arial" charset="0"/>
                <a:cs typeface="Arial" charset="0"/>
              </a:rPr>
              <a:t> x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</a:t>
            </a:r>
            <a:r>
              <a:rPr lang="en-US" sz="2000">
                <a:latin typeface="Arial" charset="0"/>
                <a:cs typeface="Arial" charset="0"/>
              </a:rPr>
              <a:t> + a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</a:t>
            </a:r>
            <a:r>
              <a:rPr lang="en-US" sz="2000">
                <a:latin typeface="Arial" charset="0"/>
                <a:cs typeface="Arial" charset="0"/>
              </a:rPr>
              <a:t> x</a:t>
            </a:r>
            <a:r>
              <a:rPr lang="en-US" sz="200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n-1</a:t>
            </a:r>
          </a:p>
        </p:txBody>
      </p:sp>
    </p:spTree>
    <p:extLst>
      <p:ext uri="{BB962C8B-B14F-4D97-AF65-F5344CB8AC3E}">
        <p14:creationId xmlns:p14="http://schemas.microsoft.com/office/powerpoint/2010/main" val="188274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Block diagram representation of</a:t>
            </a:r>
          </a:p>
        </p:txBody>
      </p:sp>
      <p:graphicFrame>
        <p:nvGraphicFramePr>
          <p:cNvPr id="148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353040"/>
              </p:ext>
            </p:extLst>
          </p:nvPr>
        </p:nvGraphicFramePr>
        <p:xfrm>
          <a:off x="2787650" y="1667148"/>
          <a:ext cx="42592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3" imgW="2476440" imgH="228600" progId="Equation.3">
                  <p:embed/>
                </p:oleObj>
              </mc:Choice>
              <mc:Fallback>
                <p:oleObj name="Equation" r:id="rId3" imgW="2476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1667148"/>
                        <a:ext cx="425926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8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2389981"/>
            <a:ext cx="46101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9767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338" y="165100"/>
            <a:ext cx="6686550" cy="8128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General MA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674813"/>
            <a:ext cx="7772400" cy="4673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we would </a:t>
            </a:r>
            <a:r>
              <a:rPr lang="en-US" sz="2000" i="1" dirty="0"/>
              <a:t>like</a:t>
            </a:r>
            <a:r>
              <a:rPr lang="en-US" sz="2000" dirty="0"/>
              <a:t> to build 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but we only have 2-input adders !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406400" y="2476500"/>
          <a:ext cx="7958138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Bitmap Image" r:id="rId3" imgW="5485714" imgH="2057143" progId="Paint.Picture">
                  <p:embed/>
                </p:oleObj>
              </mc:Choice>
              <mc:Fallback>
                <p:oleObj name="Bitmap Image" r:id="rId3" imgW="5485714" imgH="20571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2476500"/>
                        <a:ext cx="7958138" cy="298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 Box 5"/>
          <p:cNvSpPr txBox="1">
            <a:spLocks noChangeArrowheads="1"/>
          </p:cNvSpPr>
          <p:nvPr/>
        </p:nvSpPr>
        <p:spPr bwMode="auto">
          <a:xfrm>
            <a:off x="2971800" y="2362200"/>
            <a:ext cx="346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FF33CC"/>
                </a:solidFill>
                <a:cs typeface="Arial" charset="0"/>
              </a:rPr>
              <a:t>tapped delay line = FIFO</a:t>
            </a:r>
          </a:p>
        </p:txBody>
      </p:sp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3175000" y="952500"/>
          <a:ext cx="222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Equation" r:id="rId5" imgW="1143000" imgH="507960" progId="Equation.3">
                  <p:embed/>
                </p:oleObj>
              </mc:Choice>
              <mc:Fallback>
                <p:oleObj name="Equation" r:id="rId5" imgW="1143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952500"/>
                        <a:ext cx="2228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4443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338" y="165100"/>
            <a:ext cx="6686550" cy="8128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General MA (cont.)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674813"/>
            <a:ext cx="7772400" cy="4673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Instead we can build 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/>
              <a:t>We still have tapped delay line = FIFO (data structure)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/>
              <a:t>But now iteratively use basic block D (algorithm)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3175000" y="952500"/>
          <a:ext cx="222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3" imgW="1143000" imgH="507960" progId="Equation.3">
                  <p:embed/>
                </p:oleObj>
              </mc:Choice>
              <mc:Fallback>
                <p:oleObj name="Equation" r:id="rId3" imgW="1143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952500"/>
                        <a:ext cx="2228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6" name="Picture 8" descr="C:\Documents and Settings\Yaakov_s\Desktop\tem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389188"/>
            <a:ext cx="8951912" cy="213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Text Box 9"/>
          <p:cNvSpPr txBox="1">
            <a:spLocks noChangeArrowheads="1"/>
          </p:cNvSpPr>
          <p:nvPr/>
        </p:nvSpPr>
        <p:spPr bwMode="auto">
          <a:xfrm>
            <a:off x="3848100" y="4102100"/>
            <a:ext cx="115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FF33CC"/>
                </a:solidFill>
                <a:latin typeface="Arial" charset="0"/>
                <a:cs typeface="Arial" charset="0"/>
              </a:rPr>
              <a:t>MACs</a:t>
            </a:r>
          </a:p>
        </p:txBody>
      </p:sp>
    </p:spTree>
    <p:extLst>
      <p:ext uri="{BB962C8B-B14F-4D97-AF65-F5344CB8AC3E}">
        <p14:creationId xmlns:p14="http://schemas.microsoft.com/office/powerpoint/2010/main" val="805406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215900"/>
            <a:ext cx="6686550" cy="8128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General MA (cont.)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0200" y="2563813"/>
            <a:ext cx="6438900" cy="29083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There are other ways to implement the same MA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still have same FIFO (data structure)</a:t>
            </a:r>
          </a:p>
          <a:p>
            <a:pPr lvl="1" eaLnBrk="1" hangingPunct="1">
              <a:lnSpc>
                <a:spcPct val="100000"/>
              </a:lnSpc>
              <a:buClrTx/>
              <a:buFontTx/>
              <a:buNone/>
            </a:pPr>
            <a:r>
              <a:rPr lang="en-US" sz="2000" dirty="0"/>
              <a:t>but now basic block is A (algorithm)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/>
              <a:t>Computation is performed in </a:t>
            </a:r>
            <a:r>
              <a:rPr lang="en-US" sz="2000" i="1" dirty="0"/>
              <a:t>reverse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/>
              <a:t>There are yet other ways (based on other blocks)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124200" y="1409700"/>
          <a:ext cx="2228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3" imgW="1143000" imgH="507960" progId="Equation.3">
                  <p:embed/>
                </p:oleObj>
              </mc:Choice>
              <mc:Fallback>
                <p:oleObj name="Equation" r:id="rId3" imgW="1143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09700"/>
                        <a:ext cx="22288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0" name="Picture 8" descr="C:\Documents and Settings\Yaakov_s\Desktop\tem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300" y="750887"/>
            <a:ext cx="2549525" cy="610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6337300" y="6007100"/>
            <a:ext cx="97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  <a:cs typeface="Arial" charset="0"/>
              </a:rPr>
              <a:t>FIFO</a:t>
            </a:r>
          </a:p>
        </p:txBody>
      </p:sp>
      <p:sp>
        <p:nvSpPr>
          <p:cNvPr id="6152" name="Text Box 6"/>
          <p:cNvSpPr txBox="1">
            <a:spLocks noChangeArrowheads="1"/>
          </p:cNvSpPr>
          <p:nvPr/>
        </p:nvSpPr>
        <p:spPr bwMode="auto">
          <a:xfrm>
            <a:off x="7772400" y="6007100"/>
            <a:ext cx="115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Arial" charset="0"/>
                <a:cs typeface="Arial" charset="0"/>
              </a:rPr>
              <a:t>MACs</a:t>
            </a:r>
          </a:p>
        </p:txBody>
      </p:sp>
    </p:spTree>
    <p:extLst>
      <p:ext uri="{BB962C8B-B14F-4D97-AF65-F5344CB8AC3E}">
        <p14:creationId xmlns:p14="http://schemas.microsoft.com/office/powerpoint/2010/main" val="1174371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Basic AR block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2119313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/>
              <a:t>One way to implement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Note the feedback 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Whenever there is a loop, there is recursion (AR)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There are 4 basic blocks here too</a:t>
            </a:r>
          </a:p>
        </p:txBody>
      </p:sp>
      <p:pic>
        <p:nvPicPr>
          <p:cNvPr id="7174" name="Picture 4" descr="C:\Documents and Settings\Yaakov_s\Desktop\tem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201863"/>
            <a:ext cx="4630737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70" name="Object 5"/>
          <p:cNvGraphicFramePr>
            <a:graphicFrameLocks noChangeAspect="1"/>
          </p:cNvGraphicFramePr>
          <p:nvPr/>
        </p:nvGraphicFramePr>
        <p:xfrm>
          <a:off x="5181600" y="1568450"/>
          <a:ext cx="22796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4" imgW="1168200" imgH="304560" progId="Equation.3">
                  <p:embed/>
                </p:oleObj>
              </mc:Choice>
              <mc:Fallback>
                <p:oleObj name="Equation" r:id="rId4" imgW="11682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68450"/>
                        <a:ext cx="227965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1975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90500"/>
            <a:ext cx="5416550" cy="9779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General AR filters</a:t>
            </a:r>
          </a:p>
        </p:txBody>
      </p:sp>
      <p:graphicFrame>
        <p:nvGraphicFramePr>
          <p:cNvPr id="8194" name="Object 6"/>
          <p:cNvGraphicFramePr>
            <a:graphicFrameLocks noChangeAspect="1"/>
          </p:cNvGraphicFramePr>
          <p:nvPr/>
        </p:nvGraphicFramePr>
        <p:xfrm>
          <a:off x="3186113" y="1079500"/>
          <a:ext cx="30718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1574640" imgH="507960" progId="Equation.3">
                  <p:embed/>
                </p:oleObj>
              </mc:Choice>
              <mc:Fallback>
                <p:oleObj name="Equation" r:id="rId3" imgW="15746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1079500"/>
                        <a:ext cx="30718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65100" y="2487613"/>
            <a:ext cx="6438900" cy="1397000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There are many ways to implement the general AR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/>
              <a:t>Note the FIFO on outputs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buClrTx/>
              <a:buFontTx/>
              <a:buNone/>
            </a:pPr>
            <a:r>
              <a:rPr lang="en-US" sz="2000" dirty="0"/>
              <a:t>and iteration on basic blocks</a:t>
            </a:r>
          </a:p>
        </p:txBody>
      </p:sp>
      <p:pic>
        <p:nvPicPr>
          <p:cNvPr id="8198" name="Picture 10" descr="C:\Documents and Settings\Yaakov_s\My Documents\untitled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97325"/>
            <a:ext cx="64563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12" descr="C:\Documents and Settings\Yaakov_s\My Documents\untitled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781771"/>
            <a:ext cx="2241301" cy="576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382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ARMA filters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241300" y="1574800"/>
          <a:ext cx="40862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3" imgW="2095200" imgH="507960" progId="Equation.3">
                  <p:embed/>
                </p:oleObj>
              </mc:Choice>
              <mc:Fallback>
                <p:oleObj name="Equation" r:id="rId3" imgW="20952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1574800"/>
                        <a:ext cx="40862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2843213"/>
            <a:ext cx="4368800" cy="2463800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000" dirty="0"/>
              <a:t>The straightforward implementation :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2000" dirty="0"/>
              <a:t>Note L+M memory points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/>
              <a:t>Now we can demonstrate</a:t>
            </a:r>
          </a:p>
          <a:p>
            <a:pPr lvl="1" eaLnBrk="1" hangingPunct="1">
              <a:lnSpc>
                <a:spcPct val="100000"/>
              </a:lnSpc>
              <a:buFontTx/>
              <a:buNone/>
            </a:pPr>
            <a:r>
              <a:rPr lang="en-US" sz="2000" dirty="0"/>
              <a:t>how to use graph theory</a:t>
            </a:r>
          </a:p>
          <a:p>
            <a:pPr lvl="1" eaLnBrk="1" hangingPunct="1">
              <a:lnSpc>
                <a:spcPct val="100000"/>
              </a:lnSpc>
              <a:buFontTx/>
              <a:buNone/>
            </a:pPr>
            <a:r>
              <a:rPr lang="en-US" sz="2000" dirty="0"/>
              <a:t>to save memory</a:t>
            </a:r>
          </a:p>
        </p:txBody>
      </p:sp>
      <p:pic>
        <p:nvPicPr>
          <p:cNvPr id="9222" name="Picture 8" descr="C:\Documents and Settings\Yaakov_s\Desktop\tem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388" y="1374775"/>
            <a:ext cx="4340225" cy="519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150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ARMA filters (cont.)</a:t>
            </a:r>
          </a:p>
        </p:txBody>
      </p:sp>
      <p:graphicFrame>
        <p:nvGraphicFramePr>
          <p:cNvPr id="10242" name="Object 1024"/>
          <p:cNvGraphicFramePr>
            <a:graphicFrameLocks noChangeAspect="1"/>
          </p:cNvGraphicFramePr>
          <p:nvPr/>
        </p:nvGraphicFramePr>
        <p:xfrm>
          <a:off x="241300" y="1574800"/>
          <a:ext cx="40862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3" imgW="2095200" imgH="507960" progId="Equation.3">
                  <p:embed/>
                </p:oleObj>
              </mc:Choice>
              <mc:Fallback>
                <p:oleObj name="Equation" r:id="rId3" imgW="20952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1574800"/>
                        <a:ext cx="40862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2843213"/>
            <a:ext cx="4800600" cy="3365500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>
                <a:solidFill>
                  <a:schemeClr val="accent2"/>
                </a:solidFill>
              </a:rPr>
              <a:t>We can commute </a:t>
            </a:r>
          </a:p>
          <a:p>
            <a:pPr lvl="1" eaLnBrk="1" hangingPunct="1">
              <a:buFontTx/>
              <a:buNone/>
            </a:pPr>
            <a:r>
              <a:rPr lang="en-US" sz="2000" dirty="0">
                <a:solidFill>
                  <a:schemeClr val="accent2"/>
                </a:solidFill>
              </a:rPr>
              <a:t>the MA and AR filters</a:t>
            </a:r>
          </a:p>
          <a:p>
            <a:pPr lvl="1" eaLnBrk="1" hangingPunct="1">
              <a:buFontTx/>
              <a:buNone/>
            </a:pPr>
            <a:r>
              <a:rPr lang="en-US" sz="2000" dirty="0">
                <a:solidFill>
                  <a:schemeClr val="accent2"/>
                </a:solidFill>
              </a:rPr>
              <a:t>(any 2 filters commute)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FF33CC"/>
                </a:solidFill>
              </a:rPr>
              <a:t>Now that there are points representing</a:t>
            </a:r>
          </a:p>
          <a:p>
            <a:pPr lvl="1" eaLnBrk="1" hangingPunct="1">
              <a:lnSpc>
                <a:spcPct val="100000"/>
              </a:lnSpc>
              <a:buFontTx/>
              <a:buNone/>
            </a:pPr>
            <a:r>
              <a:rPr lang="en-US" sz="2000" dirty="0">
                <a:solidFill>
                  <a:srgbClr val="FF33CC"/>
                </a:solidFill>
              </a:rPr>
              <a:t>the same signal !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FF33CC"/>
                </a:solidFill>
              </a:rPr>
              <a:t>Assume that L=M (</a:t>
            </a:r>
            <a:r>
              <a:rPr lang="en-US" sz="2000" dirty="0" err="1">
                <a:solidFill>
                  <a:srgbClr val="FF33CC"/>
                </a:solidFill>
              </a:rPr>
              <a:t>w.o.l.g</a:t>
            </a:r>
            <a:r>
              <a:rPr lang="en-US" sz="2000" dirty="0">
                <a:solidFill>
                  <a:srgbClr val="FF33CC"/>
                </a:solidFill>
              </a:rPr>
              <a:t>.)</a:t>
            </a:r>
          </a:p>
        </p:txBody>
      </p:sp>
      <p:pic>
        <p:nvPicPr>
          <p:cNvPr id="10246" name="Picture 8" descr="C:\Documents and Settings\Yaakov_s\Desktop\tem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325" y="1270000"/>
            <a:ext cx="4300538" cy="513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11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31838" y="203200"/>
            <a:ext cx="457835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ARMA filters </a:t>
            </a:r>
            <a:r>
              <a:rPr lang="en-US" sz="2800"/>
              <a:t>(cont.)</a:t>
            </a:r>
          </a:p>
        </p:txBody>
      </p:sp>
      <p:graphicFrame>
        <p:nvGraphicFramePr>
          <p:cNvPr id="11266" name="Object 1024"/>
          <p:cNvGraphicFramePr>
            <a:graphicFrameLocks noChangeAspect="1"/>
          </p:cNvGraphicFramePr>
          <p:nvPr/>
        </p:nvGraphicFramePr>
        <p:xfrm>
          <a:off x="241300" y="1574800"/>
          <a:ext cx="40862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3" imgW="2095200" imgH="507960" progId="Equation.3">
                  <p:embed/>
                </p:oleObj>
              </mc:Choice>
              <mc:Fallback>
                <p:oleObj name="Equation" r:id="rId3" imgW="20952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1574800"/>
                        <a:ext cx="40862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152400" y="2843213"/>
            <a:ext cx="4140200" cy="27432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/>
              <a:t>So we can use only one point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000" dirty="0"/>
              <a:t>And eliminate redundant branches</a:t>
            </a:r>
          </a:p>
        </p:txBody>
      </p:sp>
      <p:pic>
        <p:nvPicPr>
          <p:cNvPr id="11270" name="Picture 1030" descr="C:\Documents and Settings\Yaakov_s\Desktop\tem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063" y="692696"/>
            <a:ext cx="3612345" cy="573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830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Allowed transformations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19100" indent="-419100" eaLnBrk="1" hangingPunct="1">
              <a:buFont typeface="Wingdings" pitchFamily="2" charset="2"/>
              <a:buAutoNum type="arabicPeriod"/>
            </a:pPr>
            <a:r>
              <a:rPr lang="en-US" sz="2000" dirty="0"/>
              <a:t>Geometrical transformations that do no change topology</a:t>
            </a:r>
          </a:p>
          <a:p>
            <a:pPr marL="419100" indent="-419100" eaLnBrk="1" hangingPunct="1">
              <a:buFont typeface="Wingdings" pitchFamily="2" charset="2"/>
              <a:buAutoNum type="arabicPeriod"/>
            </a:pPr>
            <a:r>
              <a:rPr lang="en-US" sz="2000" dirty="0"/>
              <a:t>Commutation of any two filters</a:t>
            </a:r>
          </a:p>
          <a:p>
            <a:pPr marL="419100" indent="-419100" eaLnBrk="1" hangingPunct="1">
              <a:buFont typeface="Wingdings" pitchFamily="2" charset="2"/>
              <a:buAutoNum type="arabicPeriod"/>
            </a:pPr>
            <a:r>
              <a:rPr lang="en-US" sz="2000" dirty="0"/>
              <a:t>Unification of identical points (signals)                                    </a:t>
            </a:r>
          </a:p>
          <a:p>
            <a:pPr marL="419100" indent="-419100" eaLnBrk="1" hangingPunct="1">
              <a:buFont typeface="Wingdings" pitchFamily="2" charset="2"/>
              <a:buAutoNum type="arabicPeriod"/>
            </a:pPr>
            <a:r>
              <a:rPr lang="en-US" sz="2000" dirty="0"/>
              <a:t>and elimination of un-needed branches</a:t>
            </a:r>
          </a:p>
          <a:p>
            <a:pPr marL="419100" indent="-419100" eaLnBrk="1" hangingPunct="1">
              <a:buFont typeface="Wingdings" pitchFamily="2" charset="2"/>
              <a:buAutoNum type="arabicPeriod"/>
            </a:pPr>
            <a:r>
              <a:rPr lang="en-US" sz="2000" dirty="0"/>
              <a:t>Transposition theorem</a:t>
            </a:r>
          </a:p>
          <a:p>
            <a:pPr marL="876300" lvl="1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Char char="n"/>
            </a:pPr>
            <a:r>
              <a:rPr lang="en-US" sz="1800" dirty="0"/>
              <a:t>exchange input and output</a:t>
            </a:r>
          </a:p>
          <a:p>
            <a:pPr marL="876300" lvl="1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Char char="n"/>
            </a:pPr>
            <a:r>
              <a:rPr lang="en-US" sz="1800" dirty="0"/>
              <a:t>reverse all arrows</a:t>
            </a:r>
          </a:p>
          <a:p>
            <a:pPr marL="876300" lvl="1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Char char="n"/>
            </a:pPr>
            <a:r>
              <a:rPr lang="en-US" sz="1800" dirty="0"/>
              <a:t>replace adders with splitters</a:t>
            </a:r>
          </a:p>
          <a:p>
            <a:pPr marL="876300" lvl="1" indent="-419100" eaLnBrk="1" hangingPunct="1">
              <a:lnSpc>
                <a:spcPct val="100000"/>
              </a:lnSpc>
              <a:spcBef>
                <a:spcPct val="10000"/>
              </a:spcBef>
              <a:buFont typeface="Wingdings" pitchFamily="2" charset="2"/>
              <a:buChar char="n"/>
            </a:pPr>
            <a:r>
              <a:rPr lang="en-US" sz="1800" dirty="0"/>
              <a:t>replace splitters with adders</a:t>
            </a:r>
          </a:p>
        </p:txBody>
      </p:sp>
    </p:spTree>
    <p:extLst>
      <p:ext uri="{BB962C8B-B14F-4D97-AF65-F5344CB8AC3E}">
        <p14:creationId xmlns:p14="http://schemas.microsoft.com/office/powerpoint/2010/main" val="833389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at the z-Transform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Generalization of the Fourier Transform</a:t>
            </a:r>
          </a:p>
          <a:p>
            <a:pPr lvl="1"/>
            <a:r>
              <a:rPr lang="en-US" dirty="0"/>
              <a:t>Fourier Transform does not exist for all signals</a:t>
            </a:r>
          </a:p>
          <a:p>
            <a:r>
              <a:rPr lang="en-US" dirty="0"/>
              <a:t>The z-Transform is often time more convenient to use</a:t>
            </a:r>
          </a:p>
          <a:p>
            <a:r>
              <a:rPr lang="en-US" dirty="0"/>
              <a:t>Definition: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to DTFT definition: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z is a complex variable that can be represented as z=r 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</a:t>
            </a:r>
          </a:p>
          <a:p>
            <a:r>
              <a:rPr lang="en-US" dirty="0">
                <a:sym typeface="Symbol" pitchFamily="18" charset="2"/>
              </a:rPr>
              <a:t>Substituting </a:t>
            </a:r>
            <a:r>
              <a:rPr lang="en-US" dirty="0"/>
              <a:t>z=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 </a:t>
            </a:r>
            <a:r>
              <a:rPr lang="en-US" dirty="0">
                <a:sym typeface="Symbol" pitchFamily="18" charset="2"/>
              </a:rPr>
              <a:t>will reduce the z-transform to DTFT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i="1" dirty="0">
                <a:solidFill>
                  <a:srgbClr val="FF0000"/>
                </a:solidFill>
                <a:sym typeface="Symbol" pitchFamily="18" charset="2"/>
              </a:rPr>
              <a:t>Will discuss more on z-Transform in later chapters</a:t>
            </a: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3302000" y="2506663"/>
          <a:ext cx="2124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Equation" r:id="rId3" imgW="1218960" imgH="431640" progId="Equation.3">
                  <p:embed/>
                </p:oleObj>
              </mc:Choice>
              <mc:Fallback>
                <p:oleObj name="Equation" r:id="rId3" imgW="1218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506663"/>
                        <a:ext cx="2124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3195638" y="4070350"/>
          <a:ext cx="25304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Equation" r:id="rId5" imgW="1434960" imgH="431640" progId="Equation.3">
                  <p:embed/>
                </p:oleObj>
              </mc:Choice>
              <mc:Fallback>
                <p:oleObj name="Equation" r:id="rId5" imgW="1434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4070350"/>
                        <a:ext cx="253047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9329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Z-Transform Properties: Linearity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  <a:p>
            <a:endParaRPr lang="en-US" dirty="0"/>
          </a:p>
          <a:p>
            <a:r>
              <a:rPr lang="en-US" dirty="0"/>
              <a:t>Linearity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Time Shifting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Convolution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031885"/>
              </p:ext>
            </p:extLst>
          </p:nvPr>
        </p:nvGraphicFramePr>
        <p:xfrm>
          <a:off x="2424113" y="1163092"/>
          <a:ext cx="436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Equation" r:id="rId3" imgW="2539800" imgH="228600" progId="Equation.3">
                  <p:embed/>
                </p:oleObj>
              </mc:Choice>
              <mc:Fallback>
                <p:oleObj name="Equation" r:id="rId3" imgW="2539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163092"/>
                        <a:ext cx="4368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700102"/>
              </p:ext>
            </p:extLst>
          </p:nvPr>
        </p:nvGraphicFramePr>
        <p:xfrm>
          <a:off x="858838" y="2414786"/>
          <a:ext cx="77327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5" name="Equation" r:id="rId5" imgW="4495680" imgH="253800" progId="Equation.3">
                  <p:embed/>
                </p:oleObj>
              </mc:Choice>
              <mc:Fallback>
                <p:oleObj name="Equation" r:id="rId5" imgW="4495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2414786"/>
                        <a:ext cx="77327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204850"/>
              </p:ext>
            </p:extLst>
          </p:nvPr>
        </p:nvGraphicFramePr>
        <p:xfrm>
          <a:off x="2074863" y="3789040"/>
          <a:ext cx="53514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6" name="Equation" r:id="rId7" imgW="3111500" imgH="254000" progId="Equation.3">
                  <p:embed/>
                </p:oleObj>
              </mc:Choice>
              <mc:Fallback>
                <p:oleObj name="Equation" r:id="rId7" imgW="31115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789040"/>
                        <a:ext cx="53514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84059"/>
              </p:ext>
            </p:extLst>
          </p:nvPr>
        </p:nvGraphicFramePr>
        <p:xfrm>
          <a:off x="1984375" y="5005486"/>
          <a:ext cx="56594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7" name="Equation" r:id="rId9" imgW="3288960" imgH="253800" progId="Equation.3">
                  <p:embed/>
                </p:oleObj>
              </mc:Choice>
              <mc:Fallback>
                <p:oleObj name="Equation" r:id="rId9" imgW="328896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5005486"/>
                        <a:ext cx="56594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7784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 Form I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General form of difference equation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Alternative equivalent form</a:t>
            </a:r>
          </a:p>
          <a:p>
            <a:endParaRPr lang="en-US"/>
          </a:p>
          <a:p>
            <a:pPr>
              <a:buFontTx/>
              <a:buNone/>
            </a:pPr>
            <a:endParaRPr lang="en-US"/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833262"/>
              </p:ext>
            </p:extLst>
          </p:nvPr>
        </p:nvGraphicFramePr>
        <p:xfrm>
          <a:off x="3114675" y="1484784"/>
          <a:ext cx="32988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3" imgW="1917360" imgH="431640" progId="Equation.3">
                  <p:embed/>
                </p:oleObj>
              </mc:Choice>
              <mc:Fallback>
                <p:oleObj name="Equation" r:id="rId3" imgW="1917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1484784"/>
                        <a:ext cx="32988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54652"/>
              </p:ext>
            </p:extLst>
          </p:nvPr>
        </p:nvGraphicFramePr>
        <p:xfrm>
          <a:off x="2600325" y="2526184"/>
          <a:ext cx="3997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5" imgW="2323800" imgH="431640" progId="Equation.3">
                  <p:embed/>
                </p:oleObj>
              </mc:Choice>
              <mc:Fallback>
                <p:oleObj name="Equation" r:id="rId5" imgW="2323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2526184"/>
                        <a:ext cx="3997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951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3" y="3292947"/>
            <a:ext cx="4092575" cy="345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3913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 Form I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function can be written as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Direct Form I Represents</a:t>
            </a:r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90617"/>
              </p:ext>
            </p:extLst>
          </p:nvPr>
        </p:nvGraphicFramePr>
        <p:xfrm>
          <a:off x="4842792" y="980728"/>
          <a:ext cx="2249488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Equation" r:id="rId3" imgW="1307880" imgH="838080" progId="Equation.3">
                  <p:embed/>
                </p:oleObj>
              </mc:Choice>
              <mc:Fallback>
                <p:oleObj name="Equation" r:id="rId3" imgW="13078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2792" y="980728"/>
                        <a:ext cx="2249488" cy="1443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469900" y="2527300"/>
          <a:ext cx="5132388" cy="384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tion" r:id="rId5" imgW="2984400" imgH="2234880" progId="Equation.3">
                  <p:embed/>
                </p:oleObj>
              </mc:Choice>
              <mc:Fallback>
                <p:oleObj name="Equation" r:id="rId5" imgW="2984400" imgH="223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2527300"/>
                        <a:ext cx="5132388" cy="384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/>
          <p:cNvGraphicFramePr>
            <a:graphicFrameLocks noChangeAspect="1"/>
          </p:cNvGraphicFramePr>
          <p:nvPr/>
        </p:nvGraphicFramePr>
        <p:xfrm>
          <a:off x="5957888" y="3521075"/>
          <a:ext cx="2970212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Equation" r:id="rId7" imgW="1726920" imgH="888840" progId="Equation.3">
                  <p:embed/>
                </p:oleObj>
              </mc:Choice>
              <mc:Fallback>
                <p:oleObj name="Equation" r:id="rId7" imgW="17269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3521075"/>
                        <a:ext cx="2970212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595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 Representation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Replace order of cascade LTI systems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482600" y="1663700"/>
          <a:ext cx="5132388" cy="384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Equation" r:id="rId3" imgW="2984400" imgH="2234880" progId="Equation.3">
                  <p:embed/>
                </p:oleObj>
              </mc:Choice>
              <mc:Fallback>
                <p:oleObj name="Equation" r:id="rId3" imgW="2984400" imgH="223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1663700"/>
                        <a:ext cx="5132388" cy="384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/>
        </p:nvGraphicFramePr>
        <p:xfrm>
          <a:off x="5873750" y="2886075"/>
          <a:ext cx="307975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Equation" r:id="rId5" imgW="1790640" imgH="888840" progId="Equation.3">
                  <p:embed/>
                </p:oleObj>
              </mc:Choice>
              <mc:Fallback>
                <p:oleObj name="Equation" r:id="rId5" imgW="17906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2886075"/>
                        <a:ext cx="3079750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018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 Block Diagram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change the order of the cascade systems</a:t>
            </a:r>
          </a:p>
        </p:txBody>
      </p:sp>
      <p:pic>
        <p:nvPicPr>
          <p:cNvPr id="150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338" y="1820887"/>
            <a:ext cx="4954587" cy="441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684213" y="2784475"/>
          <a:ext cx="307975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Equation" r:id="rId4" imgW="1790640" imgH="888840" progId="Equation.3">
                  <p:embed/>
                </p:oleObj>
              </mc:Choice>
              <mc:Fallback>
                <p:oleObj name="Equation" r:id="rId4" imgW="17906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84475"/>
                        <a:ext cx="3079750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8941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 Form II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96752"/>
            <a:ext cx="4191000" cy="4975448"/>
          </a:xfrm>
        </p:spPr>
        <p:txBody>
          <a:bodyPr/>
          <a:lstStyle/>
          <a:p>
            <a:r>
              <a:rPr lang="en-US" dirty="0"/>
              <a:t>No need to store the same data twice in previous system</a:t>
            </a:r>
          </a:p>
          <a:p>
            <a:r>
              <a:rPr lang="en-US" dirty="0"/>
              <a:t>So we can collapse the delay elements into one chain</a:t>
            </a:r>
          </a:p>
          <a:p>
            <a:r>
              <a:rPr lang="en-US" dirty="0"/>
              <a:t>This is called Direct Form II or the Canonical Form</a:t>
            </a:r>
          </a:p>
          <a:p>
            <a:r>
              <a:rPr lang="en-US" dirty="0"/>
              <a:t>Theoretically no difference between Direct Form I and II</a:t>
            </a:r>
          </a:p>
          <a:p>
            <a:r>
              <a:rPr lang="en-US" dirty="0"/>
              <a:t>Implementation wise </a:t>
            </a:r>
          </a:p>
          <a:p>
            <a:pPr lvl="1"/>
            <a:r>
              <a:rPr lang="en-US" dirty="0"/>
              <a:t>Less memory in Direct II</a:t>
            </a:r>
          </a:p>
          <a:p>
            <a:pPr lvl="1"/>
            <a:r>
              <a:rPr lang="en-US" dirty="0"/>
              <a:t>Difference when using finite-precision arithmetic</a:t>
            </a:r>
          </a:p>
        </p:txBody>
      </p:sp>
      <p:pic>
        <p:nvPicPr>
          <p:cNvPr id="153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889000"/>
            <a:ext cx="4191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8402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338" y="165100"/>
            <a:ext cx="6686550" cy="889000"/>
          </a:xfrm>
        </p:spPr>
        <p:txBody>
          <a:bodyPr/>
          <a:lstStyle/>
          <a:p>
            <a:pPr marL="685800" indent="-685800" eaLnBrk="1" hangingPunct="1">
              <a:defRPr/>
            </a:pPr>
            <a:r>
              <a:rPr lang="en-US"/>
              <a:t>Graph theory</a:t>
            </a:r>
          </a:p>
        </p:txBody>
      </p:sp>
      <p:grpSp>
        <p:nvGrpSpPr>
          <p:cNvPr id="40964" name="Group 27"/>
          <p:cNvGrpSpPr>
            <a:grpSpLocks/>
          </p:cNvGrpSpPr>
          <p:nvPr/>
        </p:nvGrpSpPr>
        <p:grpSpPr bwMode="auto">
          <a:xfrm>
            <a:off x="228600" y="1346200"/>
            <a:ext cx="2171700" cy="495300"/>
            <a:chOff x="1352" y="848"/>
            <a:chExt cx="1368" cy="312"/>
          </a:xfrm>
        </p:grpSpPr>
        <p:sp>
          <p:nvSpPr>
            <p:cNvPr id="41028" name="Line 4"/>
            <p:cNvSpPr>
              <a:spLocks noChangeShapeType="1"/>
            </p:cNvSpPr>
            <p:nvPr/>
          </p:nvSpPr>
          <p:spPr bwMode="auto">
            <a:xfrm>
              <a:off x="1592" y="1008"/>
              <a:ext cx="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9" name="Line 5"/>
            <p:cNvSpPr>
              <a:spLocks noChangeShapeType="1"/>
            </p:cNvSpPr>
            <p:nvPr/>
          </p:nvSpPr>
          <p:spPr bwMode="auto">
            <a:xfrm>
              <a:off x="2008" y="1000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0" name="Text Box 6"/>
            <p:cNvSpPr txBox="1">
              <a:spLocks noChangeArrowheads="1"/>
            </p:cNvSpPr>
            <p:nvPr/>
          </p:nvSpPr>
          <p:spPr bwMode="auto">
            <a:xfrm>
              <a:off x="1352" y="8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</a:p>
          </p:txBody>
        </p:sp>
        <p:sp>
          <p:nvSpPr>
            <p:cNvPr id="41031" name="Text Box 7"/>
            <p:cNvSpPr txBox="1">
              <a:spLocks noChangeArrowheads="1"/>
            </p:cNvSpPr>
            <p:nvPr/>
          </p:nvSpPr>
          <p:spPr bwMode="auto">
            <a:xfrm>
              <a:off x="2480" y="8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</a:p>
          </p:txBody>
        </p:sp>
      </p:grpSp>
      <p:sp>
        <p:nvSpPr>
          <p:cNvPr id="40965" name="Text Box 8"/>
          <p:cNvSpPr txBox="1">
            <a:spLocks noChangeArrowheads="1"/>
          </p:cNvSpPr>
          <p:nvPr/>
        </p:nvSpPr>
        <p:spPr bwMode="auto">
          <a:xfrm>
            <a:off x="2463800" y="1384300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" charset="0"/>
                <a:cs typeface="Arial" charset="0"/>
              </a:rPr>
              <a:t>y = x</a:t>
            </a:r>
          </a:p>
        </p:txBody>
      </p:sp>
      <p:grpSp>
        <p:nvGrpSpPr>
          <p:cNvPr id="40966" name="Group 26"/>
          <p:cNvGrpSpPr>
            <a:grpSpLocks/>
          </p:cNvGrpSpPr>
          <p:nvPr/>
        </p:nvGrpSpPr>
        <p:grpSpPr bwMode="auto">
          <a:xfrm>
            <a:off x="215900" y="2082800"/>
            <a:ext cx="2171700" cy="495300"/>
            <a:chOff x="1344" y="1312"/>
            <a:chExt cx="1368" cy="312"/>
          </a:xfrm>
        </p:grpSpPr>
        <p:sp>
          <p:nvSpPr>
            <p:cNvPr id="41024" name="Line 9"/>
            <p:cNvSpPr>
              <a:spLocks noChangeShapeType="1"/>
            </p:cNvSpPr>
            <p:nvPr/>
          </p:nvSpPr>
          <p:spPr bwMode="auto">
            <a:xfrm>
              <a:off x="1584" y="1472"/>
              <a:ext cx="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5" name="Line 10"/>
            <p:cNvSpPr>
              <a:spLocks noChangeShapeType="1"/>
            </p:cNvSpPr>
            <p:nvPr/>
          </p:nvSpPr>
          <p:spPr bwMode="auto">
            <a:xfrm>
              <a:off x="2000" y="1464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6" name="Text Box 11"/>
            <p:cNvSpPr txBox="1">
              <a:spLocks noChangeArrowheads="1"/>
            </p:cNvSpPr>
            <p:nvPr/>
          </p:nvSpPr>
          <p:spPr bwMode="auto">
            <a:xfrm>
              <a:off x="1344" y="131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</a:p>
          </p:txBody>
        </p:sp>
        <p:sp>
          <p:nvSpPr>
            <p:cNvPr id="41027" name="Text Box 12"/>
            <p:cNvSpPr txBox="1">
              <a:spLocks noChangeArrowheads="1"/>
            </p:cNvSpPr>
            <p:nvPr/>
          </p:nvSpPr>
          <p:spPr bwMode="auto">
            <a:xfrm>
              <a:off x="2472" y="133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</a:p>
          </p:txBody>
        </p:sp>
      </p:grpSp>
      <p:sp>
        <p:nvSpPr>
          <p:cNvPr id="40967" name="Text Box 13"/>
          <p:cNvSpPr txBox="1">
            <a:spLocks noChangeArrowheads="1"/>
          </p:cNvSpPr>
          <p:nvPr/>
        </p:nvSpPr>
        <p:spPr bwMode="auto">
          <a:xfrm>
            <a:off x="825500" y="1905000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b="0"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40968" name="Text Box 14"/>
          <p:cNvSpPr txBox="1">
            <a:spLocks noChangeArrowheads="1"/>
          </p:cNvSpPr>
          <p:nvPr/>
        </p:nvSpPr>
        <p:spPr bwMode="auto">
          <a:xfrm>
            <a:off x="2476500" y="21209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" charset="0"/>
                <a:cs typeface="Arial" charset="0"/>
              </a:rPr>
              <a:t>y = a x</a:t>
            </a:r>
          </a:p>
        </p:txBody>
      </p:sp>
      <p:grpSp>
        <p:nvGrpSpPr>
          <p:cNvPr id="40969" name="Group 28"/>
          <p:cNvGrpSpPr>
            <a:grpSpLocks/>
          </p:cNvGrpSpPr>
          <p:nvPr/>
        </p:nvGrpSpPr>
        <p:grpSpPr bwMode="auto">
          <a:xfrm>
            <a:off x="266700" y="2819400"/>
            <a:ext cx="2298700" cy="1866900"/>
            <a:chOff x="1648" y="1440"/>
            <a:chExt cx="1448" cy="1176"/>
          </a:xfrm>
        </p:grpSpPr>
        <p:sp>
          <p:nvSpPr>
            <p:cNvPr id="41015" name="Line 15"/>
            <p:cNvSpPr>
              <a:spLocks noChangeShapeType="1"/>
            </p:cNvSpPr>
            <p:nvPr/>
          </p:nvSpPr>
          <p:spPr bwMode="auto">
            <a:xfrm>
              <a:off x="1832" y="2016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6" name="Line 16"/>
            <p:cNvSpPr>
              <a:spLocks noChangeShapeType="1"/>
            </p:cNvSpPr>
            <p:nvPr/>
          </p:nvSpPr>
          <p:spPr bwMode="auto">
            <a:xfrm>
              <a:off x="2160" y="2016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7" name="Text Box 17"/>
            <p:cNvSpPr txBox="1">
              <a:spLocks noChangeArrowheads="1"/>
            </p:cNvSpPr>
            <p:nvPr/>
          </p:nvSpPr>
          <p:spPr bwMode="auto">
            <a:xfrm>
              <a:off x="1648" y="18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</a:p>
          </p:txBody>
        </p:sp>
        <p:sp>
          <p:nvSpPr>
            <p:cNvPr id="41018" name="Line 19"/>
            <p:cNvSpPr>
              <a:spLocks noChangeShapeType="1"/>
            </p:cNvSpPr>
            <p:nvPr/>
          </p:nvSpPr>
          <p:spPr bwMode="auto">
            <a:xfrm flipV="1">
              <a:off x="2440" y="1600"/>
              <a:ext cx="416" cy="4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9" name="Line 20"/>
            <p:cNvSpPr>
              <a:spLocks noChangeShapeType="1"/>
            </p:cNvSpPr>
            <p:nvPr/>
          </p:nvSpPr>
          <p:spPr bwMode="auto">
            <a:xfrm>
              <a:off x="2440" y="2008"/>
              <a:ext cx="416" cy="4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0" name="Line 21"/>
            <p:cNvSpPr>
              <a:spLocks noChangeShapeType="1"/>
            </p:cNvSpPr>
            <p:nvPr/>
          </p:nvSpPr>
          <p:spPr bwMode="auto">
            <a:xfrm flipV="1">
              <a:off x="2600" y="1760"/>
              <a:ext cx="104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1" name="Line 22"/>
            <p:cNvSpPr>
              <a:spLocks noChangeShapeType="1"/>
            </p:cNvSpPr>
            <p:nvPr/>
          </p:nvSpPr>
          <p:spPr bwMode="auto">
            <a:xfrm>
              <a:off x="2608" y="2176"/>
              <a:ext cx="104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2" name="Text Box 23"/>
            <p:cNvSpPr txBox="1">
              <a:spLocks noChangeArrowheads="1"/>
            </p:cNvSpPr>
            <p:nvPr/>
          </p:nvSpPr>
          <p:spPr bwMode="auto">
            <a:xfrm>
              <a:off x="2856" y="23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z</a:t>
              </a:r>
            </a:p>
          </p:txBody>
        </p:sp>
        <p:sp>
          <p:nvSpPr>
            <p:cNvPr id="41023" name="Text Box 24"/>
            <p:cNvSpPr txBox="1">
              <a:spLocks noChangeArrowheads="1"/>
            </p:cNvSpPr>
            <p:nvPr/>
          </p:nvSpPr>
          <p:spPr bwMode="auto">
            <a:xfrm>
              <a:off x="2824" y="144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</a:p>
          </p:txBody>
        </p:sp>
      </p:grpSp>
      <p:sp>
        <p:nvSpPr>
          <p:cNvPr id="40970" name="Text Box 29"/>
          <p:cNvSpPr txBox="1">
            <a:spLocks noChangeArrowheads="1"/>
          </p:cNvSpPr>
          <p:nvPr/>
        </p:nvSpPr>
        <p:spPr bwMode="auto">
          <a:xfrm>
            <a:off x="2463800" y="3238500"/>
            <a:ext cx="9906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sz="2400" b="0">
                <a:latin typeface="Arial" charset="0"/>
                <a:cs typeface="Arial" charset="0"/>
              </a:rPr>
              <a:t>y = x   </a:t>
            </a:r>
          </a:p>
          <a:p>
            <a:pPr algn="ctr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sz="2000" b="0">
                <a:latin typeface="Arial" charset="0"/>
                <a:cs typeface="Arial" charset="0"/>
              </a:rPr>
              <a:t>and</a:t>
            </a:r>
            <a:r>
              <a:rPr lang="en-US" sz="2400" b="0">
                <a:latin typeface="Arial" charset="0"/>
                <a:cs typeface="Arial" charset="0"/>
              </a:rPr>
              <a:t>   </a:t>
            </a:r>
          </a:p>
          <a:p>
            <a:pPr algn="ctr"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sz="2400" b="0">
                <a:latin typeface="Arial" charset="0"/>
                <a:cs typeface="Arial" charset="0"/>
              </a:rPr>
              <a:t>z = x</a:t>
            </a:r>
          </a:p>
        </p:txBody>
      </p:sp>
      <p:grpSp>
        <p:nvGrpSpPr>
          <p:cNvPr id="40971" name="Group 43"/>
          <p:cNvGrpSpPr>
            <a:grpSpLocks/>
          </p:cNvGrpSpPr>
          <p:nvPr/>
        </p:nvGrpSpPr>
        <p:grpSpPr bwMode="auto">
          <a:xfrm>
            <a:off x="4508500" y="3200400"/>
            <a:ext cx="2768600" cy="1549400"/>
            <a:chOff x="3568" y="1360"/>
            <a:chExt cx="1744" cy="976"/>
          </a:xfrm>
        </p:grpSpPr>
        <p:sp>
          <p:nvSpPr>
            <p:cNvPr id="41004" name="Line 31"/>
            <p:cNvSpPr>
              <a:spLocks noChangeShapeType="1"/>
            </p:cNvSpPr>
            <p:nvPr/>
          </p:nvSpPr>
          <p:spPr bwMode="auto">
            <a:xfrm>
              <a:off x="3792" y="1512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5" name="Line 32"/>
            <p:cNvSpPr>
              <a:spLocks noChangeShapeType="1"/>
            </p:cNvSpPr>
            <p:nvPr/>
          </p:nvSpPr>
          <p:spPr bwMode="auto">
            <a:xfrm>
              <a:off x="4088" y="1512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6" name="Text Box 33"/>
            <p:cNvSpPr txBox="1">
              <a:spLocks noChangeArrowheads="1"/>
            </p:cNvSpPr>
            <p:nvPr/>
          </p:nvSpPr>
          <p:spPr bwMode="auto">
            <a:xfrm>
              <a:off x="3568" y="1360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  <a:endParaRPr lang="en-US" sz="2400" b="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1007" name="Text Box 34"/>
            <p:cNvSpPr txBox="1">
              <a:spLocks noChangeArrowheads="1"/>
            </p:cNvSpPr>
            <p:nvPr/>
          </p:nvSpPr>
          <p:spPr bwMode="auto">
            <a:xfrm>
              <a:off x="5072" y="136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z</a:t>
              </a:r>
            </a:p>
          </p:txBody>
        </p:sp>
        <p:sp>
          <p:nvSpPr>
            <p:cNvPr id="41008" name="Oval 35"/>
            <p:cNvSpPr>
              <a:spLocks noChangeArrowheads="1"/>
            </p:cNvSpPr>
            <p:nvPr/>
          </p:nvSpPr>
          <p:spPr bwMode="auto">
            <a:xfrm>
              <a:off x="4368" y="1392"/>
              <a:ext cx="248" cy="23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9" name="Line 36"/>
            <p:cNvSpPr>
              <a:spLocks noChangeShapeType="1"/>
            </p:cNvSpPr>
            <p:nvPr/>
          </p:nvSpPr>
          <p:spPr bwMode="auto">
            <a:xfrm>
              <a:off x="4496" y="1392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0" name="Line 37"/>
            <p:cNvSpPr>
              <a:spLocks noChangeShapeType="1"/>
            </p:cNvSpPr>
            <p:nvPr/>
          </p:nvSpPr>
          <p:spPr bwMode="auto">
            <a:xfrm rot="5400000">
              <a:off x="4488" y="1392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1" name="Line 39"/>
            <p:cNvSpPr>
              <a:spLocks noChangeShapeType="1"/>
            </p:cNvSpPr>
            <p:nvPr/>
          </p:nvSpPr>
          <p:spPr bwMode="auto">
            <a:xfrm rot="-5400000">
              <a:off x="4248" y="1848"/>
              <a:ext cx="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2" name="Line 40"/>
            <p:cNvSpPr>
              <a:spLocks noChangeShapeType="1"/>
            </p:cNvSpPr>
            <p:nvPr/>
          </p:nvSpPr>
          <p:spPr bwMode="auto">
            <a:xfrm rot="5400000" flipH="1">
              <a:off x="4452" y="1796"/>
              <a:ext cx="104" cy="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3" name="Text Box 41"/>
            <p:cNvSpPr txBox="1">
              <a:spLocks noChangeArrowheads="1"/>
            </p:cNvSpPr>
            <p:nvPr/>
          </p:nvSpPr>
          <p:spPr bwMode="auto">
            <a:xfrm>
              <a:off x="4376" y="2048"/>
              <a:ext cx="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  <a:endParaRPr lang="en-US" sz="2400" b="0" baseline="-25000">
                <a:latin typeface="Arial Unicode MS" pitchFamily="34" charset="-128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1014" name="Line 42"/>
            <p:cNvSpPr>
              <a:spLocks noChangeShapeType="1"/>
            </p:cNvSpPr>
            <p:nvPr/>
          </p:nvSpPr>
          <p:spPr bwMode="auto">
            <a:xfrm>
              <a:off x="4856" y="1504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72" name="Text Box 44"/>
          <p:cNvSpPr txBox="1">
            <a:spLocks noChangeArrowheads="1"/>
          </p:cNvSpPr>
          <p:nvPr/>
        </p:nvSpPr>
        <p:spPr bwMode="auto">
          <a:xfrm>
            <a:off x="6578600" y="3873500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" charset="0"/>
                <a:cs typeface="Arial" charset="0"/>
              </a:rPr>
              <a:t>z = x + y</a:t>
            </a:r>
          </a:p>
        </p:txBody>
      </p:sp>
      <p:sp>
        <p:nvSpPr>
          <p:cNvPr id="40973" name="Text Box 57"/>
          <p:cNvSpPr txBox="1">
            <a:spLocks noChangeArrowheads="1"/>
          </p:cNvSpPr>
          <p:nvPr/>
        </p:nvSpPr>
        <p:spPr bwMode="auto">
          <a:xfrm>
            <a:off x="6667500" y="5778500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" charset="0"/>
                <a:cs typeface="Arial" charset="0"/>
              </a:rPr>
              <a:t>z = x - y</a:t>
            </a:r>
          </a:p>
        </p:txBody>
      </p:sp>
      <p:grpSp>
        <p:nvGrpSpPr>
          <p:cNvPr id="40974" name="Group 59"/>
          <p:cNvGrpSpPr>
            <a:grpSpLocks/>
          </p:cNvGrpSpPr>
          <p:nvPr/>
        </p:nvGrpSpPr>
        <p:grpSpPr bwMode="auto">
          <a:xfrm>
            <a:off x="4597400" y="5105400"/>
            <a:ext cx="2768600" cy="1549400"/>
            <a:chOff x="2896" y="2200"/>
            <a:chExt cx="1744" cy="976"/>
          </a:xfrm>
        </p:grpSpPr>
        <p:grpSp>
          <p:nvGrpSpPr>
            <p:cNvPr id="40991" name="Group 45"/>
            <p:cNvGrpSpPr>
              <a:grpSpLocks/>
            </p:cNvGrpSpPr>
            <p:nvPr/>
          </p:nvGrpSpPr>
          <p:grpSpPr bwMode="auto">
            <a:xfrm>
              <a:off x="2896" y="2200"/>
              <a:ext cx="1744" cy="976"/>
              <a:chOff x="3568" y="1360"/>
              <a:chExt cx="1744" cy="976"/>
            </a:xfrm>
          </p:grpSpPr>
          <p:sp>
            <p:nvSpPr>
              <p:cNvPr id="40993" name="Line 46"/>
              <p:cNvSpPr>
                <a:spLocks noChangeShapeType="1"/>
              </p:cNvSpPr>
              <p:nvPr/>
            </p:nvSpPr>
            <p:spPr bwMode="auto">
              <a:xfrm>
                <a:off x="3792" y="1512"/>
                <a:ext cx="1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4" name="Line 47"/>
              <p:cNvSpPr>
                <a:spLocks noChangeShapeType="1"/>
              </p:cNvSpPr>
              <p:nvPr/>
            </p:nvSpPr>
            <p:spPr bwMode="auto">
              <a:xfrm>
                <a:off x="4088" y="1512"/>
                <a:ext cx="5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5" name="Text Box 48"/>
              <p:cNvSpPr txBox="1">
                <a:spLocks noChangeArrowheads="1"/>
              </p:cNvSpPr>
              <p:nvPr/>
            </p:nvSpPr>
            <p:spPr bwMode="auto">
              <a:xfrm>
                <a:off x="3568" y="1360"/>
                <a:ext cx="2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x</a:t>
                </a:r>
                <a:endPara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40996" name="Text Box 49"/>
              <p:cNvSpPr txBox="1">
                <a:spLocks noChangeArrowheads="1"/>
              </p:cNvSpPr>
              <p:nvPr/>
            </p:nvSpPr>
            <p:spPr bwMode="auto">
              <a:xfrm>
                <a:off x="5072" y="136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z</a:t>
                </a:r>
              </a:p>
            </p:txBody>
          </p:sp>
          <p:sp>
            <p:nvSpPr>
              <p:cNvPr id="40997" name="Oval 50"/>
              <p:cNvSpPr>
                <a:spLocks noChangeArrowheads="1"/>
              </p:cNvSpPr>
              <p:nvPr/>
            </p:nvSpPr>
            <p:spPr bwMode="auto">
              <a:xfrm>
                <a:off x="4368" y="1392"/>
                <a:ext cx="248" cy="23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98" name="Line 51"/>
              <p:cNvSpPr>
                <a:spLocks noChangeShapeType="1"/>
              </p:cNvSpPr>
              <p:nvPr/>
            </p:nvSpPr>
            <p:spPr bwMode="auto">
              <a:xfrm>
                <a:off x="4496" y="1392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9" name="Line 52"/>
              <p:cNvSpPr>
                <a:spLocks noChangeShapeType="1"/>
              </p:cNvSpPr>
              <p:nvPr/>
            </p:nvSpPr>
            <p:spPr bwMode="auto">
              <a:xfrm rot="5400000">
                <a:off x="4488" y="1392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0" name="Line 53"/>
              <p:cNvSpPr>
                <a:spLocks noChangeShapeType="1"/>
              </p:cNvSpPr>
              <p:nvPr/>
            </p:nvSpPr>
            <p:spPr bwMode="auto">
              <a:xfrm rot="-5400000">
                <a:off x="4248" y="1848"/>
                <a:ext cx="5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1" name="Line 54"/>
              <p:cNvSpPr>
                <a:spLocks noChangeShapeType="1"/>
              </p:cNvSpPr>
              <p:nvPr/>
            </p:nvSpPr>
            <p:spPr bwMode="auto">
              <a:xfrm rot="5400000" flipH="1">
                <a:off x="4452" y="1796"/>
                <a:ext cx="104" cy="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2" name="Text Box 55"/>
              <p:cNvSpPr txBox="1">
                <a:spLocks noChangeArrowheads="1"/>
              </p:cNvSpPr>
              <p:nvPr/>
            </p:nvSpPr>
            <p:spPr bwMode="auto">
              <a:xfrm>
                <a:off x="4376" y="2048"/>
                <a:ext cx="2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400" b="0">
                    <a:latin typeface="Arial" charset="0"/>
                    <a:cs typeface="Arial" charset="0"/>
                  </a:rPr>
                  <a:t>y</a:t>
                </a:r>
                <a:endParaRPr lang="en-US" sz="2400" b="0" baseline="-25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41003" name="Line 56"/>
              <p:cNvSpPr>
                <a:spLocks noChangeShapeType="1"/>
              </p:cNvSpPr>
              <p:nvPr/>
            </p:nvSpPr>
            <p:spPr bwMode="auto">
              <a:xfrm>
                <a:off x="4856" y="1504"/>
                <a:ext cx="5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0992" name="Text Box 58"/>
            <p:cNvSpPr txBox="1">
              <a:spLocks noChangeArrowheads="1"/>
            </p:cNvSpPr>
            <p:nvPr/>
          </p:nvSpPr>
          <p:spPr bwMode="auto">
            <a:xfrm>
              <a:off x="3656" y="2288"/>
              <a:ext cx="24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40975" name="Text Box 65"/>
          <p:cNvSpPr txBox="1">
            <a:spLocks noChangeArrowheads="1"/>
          </p:cNvSpPr>
          <p:nvPr/>
        </p:nvSpPr>
        <p:spPr bwMode="auto">
          <a:xfrm>
            <a:off x="1841500" y="5753100"/>
            <a:ext cx="149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0">
                <a:latin typeface="Arial" charset="0"/>
                <a:cs typeface="Arial" charset="0"/>
              </a:rPr>
              <a:t>y = z</a:t>
            </a:r>
            <a:r>
              <a:rPr lang="en-US" sz="2400" b="0" baseline="300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</a:t>
            </a:r>
            <a:r>
              <a:rPr lang="en-US" sz="2400" b="0">
                <a:latin typeface="Arial" charset="0"/>
                <a:cs typeface="Arial" charset="0"/>
              </a:rPr>
              <a:t> x</a:t>
            </a:r>
          </a:p>
        </p:txBody>
      </p:sp>
      <p:grpSp>
        <p:nvGrpSpPr>
          <p:cNvPr id="40976" name="Group 71"/>
          <p:cNvGrpSpPr>
            <a:grpSpLocks/>
          </p:cNvGrpSpPr>
          <p:nvPr/>
        </p:nvGrpSpPr>
        <p:grpSpPr bwMode="auto">
          <a:xfrm>
            <a:off x="1041400" y="5118100"/>
            <a:ext cx="2857500" cy="596900"/>
            <a:chOff x="656" y="3224"/>
            <a:chExt cx="1800" cy="376"/>
          </a:xfrm>
        </p:grpSpPr>
        <p:sp>
          <p:nvSpPr>
            <p:cNvPr id="40983" name="Line 61"/>
            <p:cNvSpPr>
              <a:spLocks noChangeShapeType="1"/>
            </p:cNvSpPr>
            <p:nvPr/>
          </p:nvSpPr>
          <p:spPr bwMode="auto">
            <a:xfrm>
              <a:off x="872" y="3416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62"/>
            <p:cNvSpPr>
              <a:spLocks noChangeShapeType="1"/>
            </p:cNvSpPr>
            <p:nvPr/>
          </p:nvSpPr>
          <p:spPr bwMode="auto">
            <a:xfrm>
              <a:off x="1152" y="3408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Text Box 63"/>
            <p:cNvSpPr txBox="1">
              <a:spLocks noChangeArrowheads="1"/>
            </p:cNvSpPr>
            <p:nvPr/>
          </p:nvSpPr>
          <p:spPr bwMode="auto">
            <a:xfrm>
              <a:off x="656" y="32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x</a:t>
              </a:r>
            </a:p>
          </p:txBody>
        </p:sp>
        <p:sp>
          <p:nvSpPr>
            <p:cNvPr id="40986" name="Text Box 64"/>
            <p:cNvSpPr txBox="1">
              <a:spLocks noChangeArrowheads="1"/>
            </p:cNvSpPr>
            <p:nvPr/>
          </p:nvSpPr>
          <p:spPr bwMode="auto">
            <a:xfrm>
              <a:off x="2216" y="32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y</a:t>
              </a:r>
            </a:p>
          </p:txBody>
        </p:sp>
        <p:sp>
          <p:nvSpPr>
            <p:cNvPr id="40987" name="Oval 66"/>
            <p:cNvSpPr>
              <a:spLocks noChangeArrowheads="1"/>
            </p:cNvSpPr>
            <p:nvPr/>
          </p:nvSpPr>
          <p:spPr bwMode="auto">
            <a:xfrm>
              <a:off x="1408" y="3224"/>
              <a:ext cx="344" cy="3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8" name="Text Box 68"/>
            <p:cNvSpPr txBox="1">
              <a:spLocks noChangeArrowheads="1"/>
            </p:cNvSpPr>
            <p:nvPr/>
          </p:nvSpPr>
          <p:spPr bwMode="auto">
            <a:xfrm>
              <a:off x="1440" y="32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b="0">
                  <a:latin typeface="Arial" charset="0"/>
                  <a:cs typeface="Arial" charset="0"/>
                </a:rPr>
                <a:t>z</a:t>
              </a:r>
              <a:r>
                <a:rPr lang="en-US" sz="2400" b="0" baseline="3000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-1</a:t>
              </a:r>
            </a:p>
          </p:txBody>
        </p:sp>
        <p:sp>
          <p:nvSpPr>
            <p:cNvPr id="40989" name="Line 69"/>
            <p:cNvSpPr>
              <a:spLocks noChangeShapeType="1"/>
            </p:cNvSpPr>
            <p:nvPr/>
          </p:nvSpPr>
          <p:spPr bwMode="auto">
            <a:xfrm>
              <a:off x="1752" y="3416"/>
              <a:ext cx="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Line 70"/>
            <p:cNvSpPr>
              <a:spLocks noChangeShapeType="1"/>
            </p:cNvSpPr>
            <p:nvPr/>
          </p:nvSpPr>
          <p:spPr bwMode="auto">
            <a:xfrm>
              <a:off x="1992" y="3408"/>
              <a:ext cx="5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77" name="Text Box 73"/>
          <p:cNvSpPr>
            <a:spLocks noGrp="1" noChangeArrowheads="1"/>
          </p:cNvSpPr>
          <p:nvPr>
            <p:ph type="body" idx="1"/>
          </p:nvPr>
        </p:nvSpPr>
        <p:spPr>
          <a:xfrm>
            <a:off x="4038600" y="1192213"/>
            <a:ext cx="4851400" cy="1663700"/>
          </a:xfrm>
          <a:noFill/>
        </p:spPr>
        <p:txBody>
          <a:bodyPr/>
          <a:lstStyle/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2000" dirty="0"/>
              <a:t>DSP graphs are made up of </a:t>
            </a:r>
          </a:p>
          <a:p>
            <a:pPr marL="419100" indent="-419100"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Char char="•"/>
            </a:pPr>
            <a:r>
              <a:rPr lang="en-US" sz="2000" dirty="0"/>
              <a:t>points </a:t>
            </a:r>
          </a:p>
          <a:p>
            <a:pPr marL="419100" indent="-419100"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Char char="•"/>
            </a:pPr>
            <a:r>
              <a:rPr lang="en-US" sz="2000" dirty="0"/>
              <a:t>directed lines</a:t>
            </a:r>
          </a:p>
          <a:p>
            <a:pPr marL="419100" indent="-419100"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Char char="•"/>
            </a:pPr>
            <a:r>
              <a:rPr lang="en-US" sz="2000" dirty="0"/>
              <a:t>special symbols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2000" dirty="0"/>
              <a:t>points = signals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2000" dirty="0"/>
              <a:t>all the rest = signal processing systems</a:t>
            </a:r>
          </a:p>
        </p:txBody>
      </p:sp>
      <p:sp>
        <p:nvSpPr>
          <p:cNvPr id="40978" name="Text Box 74"/>
          <p:cNvSpPr txBox="1">
            <a:spLocks noChangeArrowheads="1"/>
          </p:cNvSpPr>
          <p:nvPr/>
        </p:nvSpPr>
        <p:spPr bwMode="auto">
          <a:xfrm>
            <a:off x="355600" y="3898900"/>
            <a:ext cx="14859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splitter =        tee connector</a:t>
            </a:r>
          </a:p>
        </p:txBody>
      </p:sp>
      <p:sp>
        <p:nvSpPr>
          <p:cNvPr id="40979" name="Text Box 75"/>
          <p:cNvSpPr txBox="1">
            <a:spLocks noChangeArrowheads="1"/>
          </p:cNvSpPr>
          <p:nvPr/>
        </p:nvSpPr>
        <p:spPr bwMode="auto">
          <a:xfrm>
            <a:off x="850900" y="5575300"/>
            <a:ext cx="1092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unit delay</a:t>
            </a:r>
          </a:p>
        </p:txBody>
      </p:sp>
      <p:sp>
        <p:nvSpPr>
          <p:cNvPr id="40980" name="Text Box 76"/>
          <p:cNvSpPr txBox="1">
            <a:spLocks noChangeArrowheads="1"/>
          </p:cNvSpPr>
          <p:nvPr/>
        </p:nvSpPr>
        <p:spPr bwMode="auto">
          <a:xfrm>
            <a:off x="5130800" y="3619500"/>
            <a:ext cx="749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adder</a:t>
            </a:r>
          </a:p>
        </p:txBody>
      </p:sp>
      <p:sp>
        <p:nvSpPr>
          <p:cNvPr id="40981" name="Text Box 77"/>
          <p:cNvSpPr txBox="1">
            <a:spLocks noChangeArrowheads="1"/>
          </p:cNvSpPr>
          <p:nvPr/>
        </p:nvSpPr>
        <p:spPr bwMode="auto">
          <a:xfrm>
            <a:off x="317500" y="1092200"/>
            <a:ext cx="214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identity = assignment</a:t>
            </a:r>
          </a:p>
        </p:txBody>
      </p:sp>
      <p:sp>
        <p:nvSpPr>
          <p:cNvPr id="40982" name="Text Box 78"/>
          <p:cNvSpPr txBox="1">
            <a:spLocks noChangeArrowheads="1"/>
          </p:cNvSpPr>
          <p:nvPr/>
        </p:nvSpPr>
        <p:spPr bwMode="auto">
          <a:xfrm>
            <a:off x="927100" y="2451100"/>
            <a:ext cx="647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gain</a:t>
            </a:r>
          </a:p>
        </p:txBody>
      </p:sp>
    </p:spTree>
    <p:extLst>
      <p:ext uri="{BB962C8B-B14F-4D97-AF65-F5344CB8AC3E}">
        <p14:creationId xmlns:p14="http://schemas.microsoft.com/office/powerpoint/2010/main" val="11608609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Why is graph theory useful ?</a:t>
            </a:r>
          </a:p>
        </p:txBody>
      </p:sp>
      <p:sp>
        <p:nvSpPr>
          <p:cNvPr id="41988" name="Text Box 5"/>
          <p:cNvSpPr>
            <a:spLocks noGrp="1" noChangeArrowheads="1"/>
          </p:cNvSpPr>
          <p:nvPr>
            <p:ph type="body" idx="1"/>
          </p:nvPr>
        </p:nvSpPr>
        <p:spPr>
          <a:xfrm>
            <a:off x="508000" y="1674813"/>
            <a:ext cx="7772400" cy="4114800"/>
          </a:xfrm>
          <a:noFill/>
        </p:spPr>
        <p:txBody>
          <a:bodyPr/>
          <a:lstStyle/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2700" dirty="0"/>
              <a:t>DSP graphs capture both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ClrTx/>
              <a:buSzTx/>
              <a:buFontTx/>
              <a:buChar char="•"/>
            </a:pPr>
            <a:r>
              <a:rPr lang="en-US" sz="2700" dirty="0"/>
              <a:t> algorithms    and</a:t>
            </a:r>
          </a:p>
          <a:p>
            <a:pPr marL="419100" indent="-419100" eaLnBrk="1" hangingPunct="1">
              <a:lnSpc>
                <a:spcPct val="100000"/>
              </a:lnSpc>
              <a:spcBef>
                <a:spcPct val="10000"/>
              </a:spcBef>
              <a:buClrTx/>
              <a:buSzTx/>
              <a:buFontTx/>
              <a:buChar char="•"/>
            </a:pPr>
            <a:r>
              <a:rPr lang="en-US" sz="2700" dirty="0"/>
              <a:t> data structures</a:t>
            </a:r>
          </a:p>
          <a:p>
            <a:pPr marL="419100" indent="-419100" eaLnBrk="1" hangingPunct="1">
              <a:lnSpc>
                <a:spcPct val="15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2700" dirty="0"/>
              <a:t>Their meaning is purely topological</a:t>
            </a:r>
          </a:p>
          <a:p>
            <a:pPr marL="419100" indent="-419100" eaLnBrk="1" hangingPunct="1">
              <a:lnSpc>
                <a:spcPct val="15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2700" dirty="0"/>
              <a:t>Graphical mechanisms for simplifying (lowering MIPS or memory)</a:t>
            </a:r>
          </a:p>
          <a:p>
            <a:pPr marL="419100" indent="-419100" eaLnBrk="1" hangingPunct="1">
              <a:lnSpc>
                <a:spcPct val="15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sz="1800" dirty="0"/>
              <a:t>Four basic transformations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AutoNum type="arabicPeriod"/>
            </a:pPr>
            <a:r>
              <a:rPr lang="en-US" sz="1800" dirty="0"/>
              <a:t>Topological (move points around)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AutoNum type="arabicPeriod"/>
            </a:pPr>
            <a:r>
              <a:rPr lang="en-US" sz="1800" dirty="0"/>
              <a:t>Commutation of filters (any two filters commute!)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AutoNum type="arabicPeriod"/>
            </a:pPr>
            <a:r>
              <a:rPr lang="en-US" sz="1800" dirty="0"/>
              <a:t>Identification of identical signals (points) and removal of redundant branches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AutoNum type="arabicPeriod"/>
            </a:pPr>
            <a:r>
              <a:rPr lang="en-US" sz="1800" dirty="0"/>
              <a:t>Transposition theorem</a:t>
            </a:r>
          </a:p>
        </p:txBody>
      </p:sp>
    </p:spTree>
    <p:extLst>
      <p:ext uri="{BB962C8B-B14F-4D97-AF65-F5344CB8AC3E}">
        <p14:creationId xmlns:p14="http://schemas.microsoft.com/office/powerpoint/2010/main" val="334087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Signal Flow Graph Representation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Similar to block diagram representation</a:t>
            </a:r>
          </a:p>
          <a:p>
            <a:pPr lvl="1"/>
            <a:r>
              <a:rPr lang="en-US"/>
              <a:t>Notational differences</a:t>
            </a:r>
          </a:p>
          <a:p>
            <a:r>
              <a:rPr lang="en-US"/>
              <a:t>A network of directed branches connected at nodes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 representation of a difference equation</a:t>
            </a:r>
          </a:p>
          <a:p>
            <a:endParaRPr lang="en-US"/>
          </a:p>
        </p:txBody>
      </p:sp>
      <p:pic>
        <p:nvPicPr>
          <p:cNvPr id="154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696" y="2417763"/>
            <a:ext cx="37814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845" y="4840789"/>
            <a:ext cx="4683125" cy="189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1175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Representation of Direct Form II with signal flow graphs</a:t>
            </a:r>
          </a:p>
        </p:txBody>
      </p:sp>
      <p:pic>
        <p:nvPicPr>
          <p:cNvPr id="155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4430713"/>
            <a:ext cx="4397375" cy="194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47750"/>
            <a:ext cx="4381500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5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188227"/>
              </p:ext>
            </p:extLst>
          </p:nvPr>
        </p:nvGraphicFramePr>
        <p:xfrm>
          <a:off x="5589588" y="1705670"/>
          <a:ext cx="2970212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Equation" r:id="rId5" imgW="1726920" imgH="1168200" progId="Equation.3">
                  <p:embed/>
                </p:oleObj>
              </mc:Choice>
              <mc:Fallback>
                <p:oleObj name="Equation" r:id="rId5" imgW="1726920" imgH="116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1705670"/>
                        <a:ext cx="2970212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7"/>
          <p:cNvGraphicFramePr>
            <a:graphicFrameLocks noChangeAspect="1"/>
          </p:cNvGraphicFramePr>
          <p:nvPr/>
        </p:nvGraphicFramePr>
        <p:xfrm>
          <a:off x="5432425" y="4400550"/>
          <a:ext cx="33861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5" name="Equation" r:id="rId7" imgW="1968480" imgH="457200" progId="Equation.3">
                  <p:embed/>
                </p:oleObj>
              </mc:Choice>
              <mc:Fallback>
                <p:oleObj name="Equation" r:id="rId7" imgW="1968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4400550"/>
                        <a:ext cx="33861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3262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Determination of System Function from Flow Graph</a:t>
            </a:r>
          </a:p>
        </p:txBody>
      </p:sp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974725"/>
            <a:ext cx="5073650" cy="220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6677" name="Object 5"/>
          <p:cNvGraphicFramePr>
            <a:graphicFrameLocks noChangeAspect="1"/>
          </p:cNvGraphicFramePr>
          <p:nvPr/>
        </p:nvGraphicFramePr>
        <p:xfrm>
          <a:off x="6019800" y="1160463"/>
          <a:ext cx="24892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Equation" r:id="rId4" imgW="1447560" imgH="1168200" progId="Equation.3">
                  <p:embed/>
                </p:oleObj>
              </mc:Choice>
              <mc:Fallback>
                <p:oleObj name="Equation" r:id="rId4" imgW="1447560" imgH="116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160463"/>
                        <a:ext cx="2489200" cy="201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8" name="Object 6"/>
          <p:cNvGraphicFramePr>
            <a:graphicFrameLocks noChangeAspect="1"/>
          </p:cNvGraphicFramePr>
          <p:nvPr/>
        </p:nvGraphicFramePr>
        <p:xfrm>
          <a:off x="76200" y="3606800"/>
          <a:ext cx="2620963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Equation" r:id="rId6" imgW="1523880" imgH="1180800" progId="Equation.3">
                  <p:embed/>
                </p:oleObj>
              </mc:Choice>
              <mc:Fallback>
                <p:oleObj name="Equation" r:id="rId6" imgW="1523880" imgH="1180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606800"/>
                        <a:ext cx="2620963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9" name="Object 7"/>
          <p:cNvGraphicFramePr>
            <a:graphicFrameLocks noChangeAspect="1"/>
          </p:cNvGraphicFramePr>
          <p:nvPr/>
        </p:nvGraphicFramePr>
        <p:xfrm>
          <a:off x="2995613" y="3683000"/>
          <a:ext cx="2620962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6" name="Equation" r:id="rId8" imgW="1523880" imgH="1091880" progId="Equation.3">
                  <p:embed/>
                </p:oleObj>
              </mc:Choice>
              <mc:Fallback>
                <p:oleObj name="Equation" r:id="rId8" imgW="152388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683000"/>
                        <a:ext cx="2620962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0" name="Object 8"/>
          <p:cNvGraphicFramePr>
            <a:graphicFrameLocks noChangeAspect="1"/>
          </p:cNvGraphicFramePr>
          <p:nvPr/>
        </p:nvGraphicFramePr>
        <p:xfrm>
          <a:off x="5899150" y="4033838"/>
          <a:ext cx="323215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7" name="Equation" r:id="rId10" imgW="1879560" imgH="685800" progId="Equation.3">
                  <p:embed/>
                </p:oleObj>
              </mc:Choice>
              <mc:Fallback>
                <p:oleObj name="Equation" r:id="rId10" imgW="18795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4033838"/>
                        <a:ext cx="3232150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681" name="AutoShape 9"/>
          <p:cNvCxnSpPr>
            <a:cxnSpLocks noChangeShapeType="1"/>
          </p:cNvCxnSpPr>
          <p:nvPr/>
        </p:nvCxnSpPr>
        <p:spPr bwMode="auto">
          <a:xfrm flipV="1">
            <a:off x="2697163" y="4622800"/>
            <a:ext cx="2984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6682" name="AutoShape 10"/>
          <p:cNvCxnSpPr>
            <a:cxnSpLocks noChangeShapeType="1"/>
          </p:cNvCxnSpPr>
          <p:nvPr/>
        </p:nvCxnSpPr>
        <p:spPr bwMode="auto">
          <a:xfrm>
            <a:off x="5616575" y="4622800"/>
            <a:ext cx="282575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64758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Basic Structures for IIR Systems: Direct Form I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7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1481138"/>
            <a:ext cx="692467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92766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Basic Structures for IIR Systems: Direct Form II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8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50" y="1266825"/>
            <a:ext cx="5753100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722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Filters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300" y="1268413"/>
            <a:ext cx="8153400" cy="4711700"/>
          </a:xfrm>
        </p:spPr>
        <p:txBody>
          <a:bodyPr/>
          <a:lstStyle/>
          <a:p>
            <a:pPr marL="419100" indent="-419100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/>
              <a:t>Filters have an important property</a:t>
            </a:r>
          </a:p>
          <a:p>
            <a:pPr marL="419100" indent="-419100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/>
              <a:t>              </a:t>
            </a:r>
            <a:r>
              <a:rPr lang="en-US" sz="2400" b="1" dirty="0"/>
              <a:t>Y(</a:t>
            </a:r>
            <a:r>
              <a:rPr lang="en-US" sz="2400" b="1" dirty="0">
                <a:sym typeface="Symbol" pitchFamily="18" charset="2"/>
              </a:rPr>
              <a:t></a:t>
            </a:r>
            <a:r>
              <a:rPr lang="en-US" sz="2400" b="1" dirty="0"/>
              <a:t>) = H(</a:t>
            </a:r>
            <a:r>
              <a:rPr lang="en-US" sz="2400" b="1" dirty="0">
                <a:sym typeface="Symbol" pitchFamily="18" charset="2"/>
              </a:rPr>
              <a:t></a:t>
            </a:r>
            <a:r>
              <a:rPr lang="en-US" sz="2400" b="1" dirty="0"/>
              <a:t>) X(</a:t>
            </a:r>
            <a:r>
              <a:rPr lang="en-US" sz="2400" b="1" dirty="0">
                <a:sym typeface="Symbol" pitchFamily="18" charset="2"/>
              </a:rPr>
              <a:t></a:t>
            </a:r>
            <a:r>
              <a:rPr lang="en-US" sz="2400" b="1" dirty="0"/>
              <a:t>)            </a:t>
            </a:r>
            <a:r>
              <a:rPr lang="en-US" sz="2400" b="1" dirty="0" err="1"/>
              <a:t>Y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2400" b="1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/>
              <a:t>= </a:t>
            </a:r>
            <a:r>
              <a:rPr lang="en-US" sz="2400" b="1" dirty="0" err="1"/>
              <a:t>H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2400" b="1" dirty="0"/>
              <a:t> </a:t>
            </a:r>
            <a:r>
              <a:rPr lang="en-US" sz="2400" b="1" dirty="0" err="1"/>
              <a:t>X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endParaRPr lang="en-US" sz="2400" b="1" dirty="0"/>
          </a:p>
          <a:p>
            <a:pPr marL="419100" indent="-41910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sz="2400" dirty="0"/>
              <a:t>In particular, if the input has no energy at frequency f</a:t>
            </a:r>
          </a:p>
          <a:p>
            <a:pPr marL="876300" lvl="1" indent="-419100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then the output also has no energy at frequency f</a:t>
            </a:r>
          </a:p>
          <a:p>
            <a:pPr marL="876300" lvl="1" indent="-419100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(what you get out of it depends on what you put into it)</a:t>
            </a:r>
          </a:p>
          <a:p>
            <a:pPr marL="419100" indent="-41910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sz="2400" dirty="0"/>
              <a:t>This is the reason to call it a </a:t>
            </a:r>
            <a:r>
              <a:rPr lang="en-US" sz="2400" b="1" dirty="0"/>
              <a:t>filter</a:t>
            </a:r>
          </a:p>
          <a:p>
            <a:pPr marL="876300" lvl="1" indent="-419100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just like a colored light filter (or a coffee filter …)</a:t>
            </a:r>
          </a:p>
          <a:p>
            <a:pPr marL="419100" indent="-41910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sz="2400" dirty="0"/>
              <a:t>Filters are used for many purposes, for example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filtering out noise or narrowband interference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separating two signals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integrating and differentiating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emphasizing or de-emphasizing frequency ranges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36700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Filter design</a:t>
            </a:r>
          </a:p>
        </p:txBody>
      </p:sp>
      <p:grpSp>
        <p:nvGrpSpPr>
          <p:cNvPr id="30724" name="Group 1056"/>
          <p:cNvGrpSpPr>
            <a:grpSpLocks/>
          </p:cNvGrpSpPr>
          <p:nvPr/>
        </p:nvGrpSpPr>
        <p:grpSpPr bwMode="auto">
          <a:xfrm>
            <a:off x="749300" y="1943100"/>
            <a:ext cx="1358900" cy="1362075"/>
            <a:chOff x="584" y="1504"/>
            <a:chExt cx="856" cy="858"/>
          </a:xfrm>
        </p:grpSpPr>
        <p:sp>
          <p:nvSpPr>
            <p:cNvPr id="30774" name="Line 1029"/>
            <p:cNvSpPr>
              <a:spLocks noChangeShapeType="1"/>
            </p:cNvSpPr>
            <p:nvPr/>
          </p:nvSpPr>
          <p:spPr bwMode="auto">
            <a:xfrm flipV="1">
              <a:off x="696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5" name="Line 1030"/>
            <p:cNvSpPr>
              <a:spLocks noChangeShapeType="1"/>
            </p:cNvSpPr>
            <p:nvPr/>
          </p:nvSpPr>
          <p:spPr bwMode="auto">
            <a:xfrm>
              <a:off x="696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Line 1031"/>
            <p:cNvSpPr>
              <a:spLocks noChangeShapeType="1"/>
            </p:cNvSpPr>
            <p:nvPr/>
          </p:nvSpPr>
          <p:spPr bwMode="auto">
            <a:xfrm>
              <a:off x="696" y="1720"/>
              <a:ext cx="20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Line 1032"/>
            <p:cNvSpPr>
              <a:spLocks noChangeShapeType="1"/>
            </p:cNvSpPr>
            <p:nvPr/>
          </p:nvSpPr>
          <p:spPr bwMode="auto">
            <a:xfrm>
              <a:off x="904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8" name="Text Box 1033"/>
            <p:cNvSpPr txBox="1">
              <a:spLocks noChangeArrowheads="1"/>
            </p:cNvSpPr>
            <p:nvPr/>
          </p:nvSpPr>
          <p:spPr bwMode="auto">
            <a:xfrm>
              <a:off x="584" y="2112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low pass</a:t>
              </a:r>
            </a:p>
          </p:txBody>
        </p:sp>
        <p:sp>
          <p:nvSpPr>
            <p:cNvPr id="30779" name="Text Box 1034"/>
            <p:cNvSpPr txBox="1">
              <a:spLocks noChangeArrowheads="1"/>
            </p:cNvSpPr>
            <p:nvPr/>
          </p:nvSpPr>
          <p:spPr bwMode="auto">
            <a:xfrm>
              <a:off x="1264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</p:grpSp>
      <p:grpSp>
        <p:nvGrpSpPr>
          <p:cNvPr id="30725" name="Group 1057"/>
          <p:cNvGrpSpPr>
            <a:grpSpLocks/>
          </p:cNvGrpSpPr>
          <p:nvPr/>
        </p:nvGrpSpPr>
        <p:grpSpPr bwMode="auto">
          <a:xfrm>
            <a:off x="2273300" y="1943100"/>
            <a:ext cx="1346200" cy="1362075"/>
            <a:chOff x="1544" y="1504"/>
            <a:chExt cx="848" cy="858"/>
          </a:xfrm>
        </p:grpSpPr>
        <p:sp>
          <p:nvSpPr>
            <p:cNvPr id="30768" name="Line 1035"/>
            <p:cNvSpPr>
              <a:spLocks noChangeShapeType="1"/>
            </p:cNvSpPr>
            <p:nvPr/>
          </p:nvSpPr>
          <p:spPr bwMode="auto">
            <a:xfrm flipV="1">
              <a:off x="1656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9" name="Line 1036"/>
            <p:cNvSpPr>
              <a:spLocks noChangeShapeType="1"/>
            </p:cNvSpPr>
            <p:nvPr/>
          </p:nvSpPr>
          <p:spPr bwMode="auto">
            <a:xfrm>
              <a:off x="1656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0" name="Line 1037"/>
            <p:cNvSpPr>
              <a:spLocks noChangeShapeType="1"/>
            </p:cNvSpPr>
            <p:nvPr/>
          </p:nvSpPr>
          <p:spPr bwMode="auto">
            <a:xfrm>
              <a:off x="1856" y="1720"/>
              <a:ext cx="3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1" name="Line 1038"/>
            <p:cNvSpPr>
              <a:spLocks noChangeShapeType="1"/>
            </p:cNvSpPr>
            <p:nvPr/>
          </p:nvSpPr>
          <p:spPr bwMode="auto">
            <a:xfrm>
              <a:off x="1864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Text Box 1039"/>
            <p:cNvSpPr txBox="1">
              <a:spLocks noChangeArrowheads="1"/>
            </p:cNvSpPr>
            <p:nvPr/>
          </p:nvSpPr>
          <p:spPr bwMode="auto">
            <a:xfrm>
              <a:off x="1544" y="2112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high pass</a:t>
              </a:r>
            </a:p>
          </p:txBody>
        </p:sp>
        <p:sp>
          <p:nvSpPr>
            <p:cNvPr id="30773" name="Text Box 1040"/>
            <p:cNvSpPr txBox="1">
              <a:spLocks noChangeArrowheads="1"/>
            </p:cNvSpPr>
            <p:nvPr/>
          </p:nvSpPr>
          <p:spPr bwMode="auto">
            <a:xfrm>
              <a:off x="2216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</p:grpSp>
      <p:grpSp>
        <p:nvGrpSpPr>
          <p:cNvPr id="30726" name="Group 1058"/>
          <p:cNvGrpSpPr>
            <a:grpSpLocks/>
          </p:cNvGrpSpPr>
          <p:nvPr/>
        </p:nvGrpSpPr>
        <p:grpSpPr bwMode="auto">
          <a:xfrm>
            <a:off x="3810000" y="1943100"/>
            <a:ext cx="1447800" cy="1362075"/>
            <a:chOff x="2512" y="1504"/>
            <a:chExt cx="912" cy="858"/>
          </a:xfrm>
        </p:grpSpPr>
        <p:sp>
          <p:nvSpPr>
            <p:cNvPr id="30761" name="Line 1041"/>
            <p:cNvSpPr>
              <a:spLocks noChangeShapeType="1"/>
            </p:cNvSpPr>
            <p:nvPr/>
          </p:nvSpPr>
          <p:spPr bwMode="auto">
            <a:xfrm flipV="1">
              <a:off x="2624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Line 1042"/>
            <p:cNvSpPr>
              <a:spLocks noChangeShapeType="1"/>
            </p:cNvSpPr>
            <p:nvPr/>
          </p:nvSpPr>
          <p:spPr bwMode="auto">
            <a:xfrm>
              <a:off x="2624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Line 1043"/>
            <p:cNvSpPr>
              <a:spLocks noChangeShapeType="1"/>
            </p:cNvSpPr>
            <p:nvPr/>
          </p:nvSpPr>
          <p:spPr bwMode="auto">
            <a:xfrm>
              <a:off x="2824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4" name="Line 1044"/>
            <p:cNvSpPr>
              <a:spLocks noChangeShapeType="1"/>
            </p:cNvSpPr>
            <p:nvPr/>
          </p:nvSpPr>
          <p:spPr bwMode="auto">
            <a:xfrm>
              <a:off x="2832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Text Box 1045"/>
            <p:cNvSpPr txBox="1">
              <a:spLocks noChangeArrowheads="1"/>
            </p:cNvSpPr>
            <p:nvPr/>
          </p:nvSpPr>
          <p:spPr bwMode="auto">
            <a:xfrm>
              <a:off x="2512" y="2112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band pass</a:t>
              </a:r>
            </a:p>
          </p:txBody>
        </p:sp>
        <p:sp>
          <p:nvSpPr>
            <p:cNvPr id="30766" name="Text Box 1046"/>
            <p:cNvSpPr txBox="1">
              <a:spLocks noChangeArrowheads="1"/>
            </p:cNvSpPr>
            <p:nvPr/>
          </p:nvSpPr>
          <p:spPr bwMode="auto">
            <a:xfrm>
              <a:off x="3184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30767" name="Line 1047"/>
            <p:cNvSpPr>
              <a:spLocks noChangeShapeType="1"/>
            </p:cNvSpPr>
            <p:nvPr/>
          </p:nvSpPr>
          <p:spPr bwMode="auto">
            <a:xfrm>
              <a:off x="3040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27" name="Group 1059"/>
          <p:cNvGrpSpPr>
            <a:grpSpLocks/>
          </p:cNvGrpSpPr>
          <p:nvPr/>
        </p:nvGrpSpPr>
        <p:grpSpPr bwMode="auto">
          <a:xfrm>
            <a:off x="5359400" y="1943100"/>
            <a:ext cx="1447800" cy="1362075"/>
            <a:chOff x="3536" y="1504"/>
            <a:chExt cx="912" cy="858"/>
          </a:xfrm>
        </p:grpSpPr>
        <p:sp>
          <p:nvSpPr>
            <p:cNvPr id="30753" name="Line 1048"/>
            <p:cNvSpPr>
              <a:spLocks noChangeShapeType="1"/>
            </p:cNvSpPr>
            <p:nvPr/>
          </p:nvSpPr>
          <p:spPr bwMode="auto">
            <a:xfrm flipV="1">
              <a:off x="3648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4" name="Line 1049"/>
            <p:cNvSpPr>
              <a:spLocks noChangeShapeType="1"/>
            </p:cNvSpPr>
            <p:nvPr/>
          </p:nvSpPr>
          <p:spPr bwMode="auto">
            <a:xfrm>
              <a:off x="3648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5" name="Line 1050"/>
            <p:cNvSpPr>
              <a:spLocks noChangeShapeType="1"/>
            </p:cNvSpPr>
            <p:nvPr/>
          </p:nvSpPr>
          <p:spPr bwMode="auto">
            <a:xfrm>
              <a:off x="3640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6" name="Line 1051"/>
            <p:cNvSpPr>
              <a:spLocks noChangeShapeType="1"/>
            </p:cNvSpPr>
            <p:nvPr/>
          </p:nvSpPr>
          <p:spPr bwMode="auto">
            <a:xfrm>
              <a:off x="3856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Text Box 1052"/>
            <p:cNvSpPr txBox="1">
              <a:spLocks noChangeArrowheads="1"/>
            </p:cNvSpPr>
            <p:nvPr/>
          </p:nvSpPr>
          <p:spPr bwMode="auto">
            <a:xfrm>
              <a:off x="3536" y="2112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band stop</a:t>
              </a:r>
            </a:p>
          </p:txBody>
        </p:sp>
        <p:sp>
          <p:nvSpPr>
            <p:cNvPr id="30758" name="Text Box 1053"/>
            <p:cNvSpPr txBox="1">
              <a:spLocks noChangeArrowheads="1"/>
            </p:cNvSpPr>
            <p:nvPr/>
          </p:nvSpPr>
          <p:spPr bwMode="auto">
            <a:xfrm>
              <a:off x="4208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30759" name="Line 1054"/>
            <p:cNvSpPr>
              <a:spLocks noChangeShapeType="1"/>
            </p:cNvSpPr>
            <p:nvPr/>
          </p:nvSpPr>
          <p:spPr bwMode="auto">
            <a:xfrm>
              <a:off x="3960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0" name="Line 1055"/>
            <p:cNvSpPr>
              <a:spLocks noChangeShapeType="1"/>
            </p:cNvSpPr>
            <p:nvPr/>
          </p:nvSpPr>
          <p:spPr bwMode="auto">
            <a:xfrm>
              <a:off x="3952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28" name="Group 1070"/>
          <p:cNvGrpSpPr>
            <a:grpSpLocks/>
          </p:cNvGrpSpPr>
          <p:nvPr/>
        </p:nvGrpSpPr>
        <p:grpSpPr bwMode="auto">
          <a:xfrm>
            <a:off x="7048500" y="1943100"/>
            <a:ext cx="1181100" cy="1362075"/>
            <a:chOff x="4560" y="1504"/>
            <a:chExt cx="744" cy="858"/>
          </a:xfrm>
        </p:grpSpPr>
        <p:sp>
          <p:nvSpPr>
            <p:cNvPr id="30745" name="Line 1061"/>
            <p:cNvSpPr>
              <a:spLocks noChangeShapeType="1"/>
            </p:cNvSpPr>
            <p:nvPr/>
          </p:nvSpPr>
          <p:spPr bwMode="auto">
            <a:xfrm flipV="1">
              <a:off x="4568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Line 1062"/>
            <p:cNvSpPr>
              <a:spLocks noChangeShapeType="1"/>
            </p:cNvSpPr>
            <p:nvPr/>
          </p:nvSpPr>
          <p:spPr bwMode="auto">
            <a:xfrm>
              <a:off x="4568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Line 1063"/>
            <p:cNvSpPr>
              <a:spLocks noChangeShapeType="1"/>
            </p:cNvSpPr>
            <p:nvPr/>
          </p:nvSpPr>
          <p:spPr bwMode="auto">
            <a:xfrm>
              <a:off x="4560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Line 1064"/>
            <p:cNvSpPr>
              <a:spLocks noChangeShapeType="1"/>
            </p:cNvSpPr>
            <p:nvPr/>
          </p:nvSpPr>
          <p:spPr bwMode="auto">
            <a:xfrm>
              <a:off x="4776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Text Box 1065"/>
            <p:cNvSpPr txBox="1">
              <a:spLocks noChangeArrowheads="1"/>
            </p:cNvSpPr>
            <p:nvPr/>
          </p:nvSpPr>
          <p:spPr bwMode="auto">
            <a:xfrm>
              <a:off x="4624" y="2112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notch</a:t>
              </a:r>
            </a:p>
          </p:txBody>
        </p:sp>
        <p:sp>
          <p:nvSpPr>
            <p:cNvPr id="30750" name="Text Box 1066"/>
            <p:cNvSpPr txBox="1">
              <a:spLocks noChangeArrowheads="1"/>
            </p:cNvSpPr>
            <p:nvPr/>
          </p:nvSpPr>
          <p:spPr bwMode="auto">
            <a:xfrm>
              <a:off x="5128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30751" name="Line 1067"/>
            <p:cNvSpPr>
              <a:spLocks noChangeShapeType="1"/>
            </p:cNvSpPr>
            <p:nvPr/>
          </p:nvSpPr>
          <p:spPr bwMode="auto">
            <a:xfrm>
              <a:off x="4808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Line 1068"/>
            <p:cNvSpPr>
              <a:spLocks noChangeShapeType="1"/>
            </p:cNvSpPr>
            <p:nvPr/>
          </p:nvSpPr>
          <p:spPr bwMode="auto">
            <a:xfrm>
              <a:off x="4800" y="1720"/>
              <a:ext cx="29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9" name="Line 1079"/>
          <p:cNvSpPr>
            <a:spLocks noChangeShapeType="1"/>
          </p:cNvSpPr>
          <p:nvPr/>
        </p:nvSpPr>
        <p:spPr bwMode="auto">
          <a:xfrm flipV="1">
            <a:off x="927100" y="3644900"/>
            <a:ext cx="0" cy="901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080"/>
          <p:cNvSpPr>
            <a:spLocks noChangeShapeType="1"/>
          </p:cNvSpPr>
          <p:nvPr/>
        </p:nvSpPr>
        <p:spPr bwMode="auto">
          <a:xfrm>
            <a:off x="927100" y="4546600"/>
            <a:ext cx="93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081"/>
          <p:cNvSpPr>
            <a:spLocks noChangeShapeType="1"/>
          </p:cNvSpPr>
          <p:nvPr/>
        </p:nvSpPr>
        <p:spPr bwMode="auto">
          <a:xfrm>
            <a:off x="1028700" y="39878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082"/>
          <p:cNvSpPr>
            <a:spLocks noChangeShapeType="1"/>
          </p:cNvSpPr>
          <p:nvPr/>
        </p:nvSpPr>
        <p:spPr bwMode="auto">
          <a:xfrm>
            <a:off x="10287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Text Box 1083"/>
          <p:cNvSpPr txBox="1">
            <a:spLocks noChangeArrowheads="1"/>
          </p:cNvSpPr>
          <p:nvPr/>
        </p:nvSpPr>
        <p:spPr bwMode="auto">
          <a:xfrm>
            <a:off x="749300" y="46101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Arial" charset="0"/>
                <a:cs typeface="Arial" charset="0"/>
              </a:rPr>
              <a:t>multiband</a:t>
            </a:r>
          </a:p>
        </p:txBody>
      </p:sp>
      <p:sp>
        <p:nvSpPr>
          <p:cNvPr id="30734" name="Text Box 1084"/>
          <p:cNvSpPr txBox="1">
            <a:spLocks noChangeArrowheads="1"/>
          </p:cNvSpPr>
          <p:nvPr/>
        </p:nvSpPr>
        <p:spPr bwMode="auto">
          <a:xfrm>
            <a:off x="1816100" y="4394200"/>
            <a:ext cx="279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b="0">
                <a:latin typeface="Arial" charset="0"/>
                <a:cs typeface="Arial" charset="0"/>
              </a:rPr>
              <a:t>f</a:t>
            </a:r>
          </a:p>
        </p:txBody>
      </p:sp>
      <p:sp>
        <p:nvSpPr>
          <p:cNvPr id="30735" name="Line 1085"/>
          <p:cNvSpPr>
            <a:spLocks noChangeShapeType="1"/>
          </p:cNvSpPr>
          <p:nvPr/>
        </p:nvSpPr>
        <p:spPr bwMode="auto">
          <a:xfrm>
            <a:off x="11811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6" name="Line 1086"/>
          <p:cNvSpPr>
            <a:spLocks noChangeShapeType="1"/>
          </p:cNvSpPr>
          <p:nvPr/>
        </p:nvSpPr>
        <p:spPr bwMode="auto">
          <a:xfrm>
            <a:off x="1320800" y="3987800"/>
            <a:ext cx="889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7" name="Line 1087"/>
          <p:cNvSpPr>
            <a:spLocks noChangeShapeType="1"/>
          </p:cNvSpPr>
          <p:nvPr/>
        </p:nvSpPr>
        <p:spPr bwMode="auto">
          <a:xfrm>
            <a:off x="13208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Line 1088"/>
          <p:cNvSpPr>
            <a:spLocks noChangeShapeType="1"/>
          </p:cNvSpPr>
          <p:nvPr/>
        </p:nvSpPr>
        <p:spPr bwMode="auto">
          <a:xfrm>
            <a:off x="14097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9" name="Line 1089"/>
          <p:cNvSpPr>
            <a:spLocks noChangeShapeType="1"/>
          </p:cNvSpPr>
          <p:nvPr/>
        </p:nvSpPr>
        <p:spPr bwMode="auto">
          <a:xfrm>
            <a:off x="1524000" y="39878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0" name="Line 1090"/>
          <p:cNvSpPr>
            <a:spLocks noChangeShapeType="1"/>
          </p:cNvSpPr>
          <p:nvPr/>
        </p:nvSpPr>
        <p:spPr bwMode="auto">
          <a:xfrm>
            <a:off x="15240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1" name="Line 1091"/>
          <p:cNvSpPr>
            <a:spLocks noChangeShapeType="1"/>
          </p:cNvSpPr>
          <p:nvPr/>
        </p:nvSpPr>
        <p:spPr bwMode="auto">
          <a:xfrm>
            <a:off x="16764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42" name="Picture 1107" descr="C:\Documents and Settings\Yaakov_s\Desktop\untit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614738"/>
            <a:ext cx="1825625" cy="117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3" name="Text Box 1108"/>
          <p:cNvSpPr txBox="1">
            <a:spLocks noChangeArrowheads="1"/>
          </p:cNvSpPr>
          <p:nvPr/>
        </p:nvSpPr>
        <p:spPr bwMode="auto">
          <a:xfrm>
            <a:off x="2540000" y="47879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Arial" charset="0"/>
                <a:cs typeface="Arial" charset="0"/>
              </a:rPr>
              <a:t>realizable LP</a:t>
            </a:r>
          </a:p>
        </p:txBody>
      </p:sp>
      <p:sp>
        <p:nvSpPr>
          <p:cNvPr id="30744" name="Text Box 1110"/>
          <p:cNvSpPr txBox="1">
            <a:spLocks noChangeArrowheads="1"/>
          </p:cNvSpPr>
          <p:nvPr/>
        </p:nvSpPr>
        <p:spPr bwMode="auto">
          <a:xfrm>
            <a:off x="4610100" y="3759200"/>
            <a:ext cx="43434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 dirty="0">
                <a:latin typeface="Arial" charset="0"/>
                <a:cs typeface="Arial" charset="0"/>
              </a:rPr>
              <a:t>When designing filters, we specify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transition frequencies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transition widths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ripple in pass and stop bands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linear phase </a:t>
            </a:r>
            <a:r>
              <a:rPr lang="en-US" sz="1800" b="0" dirty="0">
                <a:latin typeface="Arial" charset="0"/>
                <a:cs typeface="Arial" charset="0"/>
              </a:rPr>
              <a:t>(yes/no/approximate)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computational complexity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memory restrictions</a:t>
            </a:r>
          </a:p>
        </p:txBody>
      </p:sp>
    </p:spTree>
    <p:extLst>
      <p:ext uri="{BB962C8B-B14F-4D97-AF65-F5344CB8AC3E}">
        <p14:creationId xmlns:p14="http://schemas.microsoft.com/office/powerpoint/2010/main" val="4049839426"/>
      </p:ext>
    </p:extLst>
  </p:cSld>
  <p:clrMapOvr>
    <a:masterClrMapping/>
  </p:clrMapOvr>
</p:sld>
</file>

<file path=ppt/theme/theme1.xml><?xml version="1.0" encoding="utf-8"?>
<a:theme xmlns:a="http://schemas.openxmlformats.org/drawingml/2006/main" name="UBIPG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2237</TotalTime>
  <Words>1779</Words>
  <Application>Microsoft Macintosh PowerPoint</Application>
  <PresentationFormat>On-screen Show (4:3)</PresentationFormat>
  <Paragraphs>593</Paragraphs>
  <Slides>46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 Unicode MS</vt:lpstr>
      <vt:lpstr>Arial</vt:lpstr>
      <vt:lpstr>Helvetica</vt:lpstr>
      <vt:lpstr>Times New Roman</vt:lpstr>
      <vt:lpstr>Verdana</vt:lpstr>
      <vt:lpstr>Wingdings</vt:lpstr>
      <vt:lpstr>UBIPG</vt:lpstr>
      <vt:lpstr>Equation</vt:lpstr>
      <vt:lpstr>Bitmap Image</vt:lpstr>
      <vt:lpstr>DSP: Systems</vt:lpstr>
      <vt:lpstr>Discrete-Time Systems</vt:lpstr>
      <vt:lpstr>Memoryless System</vt:lpstr>
      <vt:lpstr>Linear Systems</vt:lpstr>
      <vt:lpstr>Time-Invariant Systems</vt:lpstr>
      <vt:lpstr>Causal System</vt:lpstr>
      <vt:lpstr>Stable System</vt:lpstr>
      <vt:lpstr>Linear-Time Invariant System</vt:lpstr>
      <vt:lpstr>LTI System Example</vt:lpstr>
      <vt:lpstr>Convolution</vt:lpstr>
      <vt:lpstr>Convolution</vt:lpstr>
      <vt:lpstr>Array algorithm</vt:lpstr>
      <vt:lpstr>Properties of LTI Systems</vt:lpstr>
      <vt:lpstr>Properties of LTI Systems</vt:lpstr>
      <vt:lpstr>Stable and Causal LTI Systems</vt:lpstr>
      <vt:lpstr>Linear Constant-Coefficient Difference Equations (LCCDE)</vt:lpstr>
      <vt:lpstr>Eigenfunctions of LTI Systems</vt:lpstr>
      <vt:lpstr>Block Diagram Representation</vt:lpstr>
      <vt:lpstr>Basic blocks</vt:lpstr>
      <vt:lpstr>Basic MA blocks</vt:lpstr>
      <vt:lpstr>Example</vt:lpstr>
      <vt:lpstr>General MA</vt:lpstr>
      <vt:lpstr>General MA (cont.)</vt:lpstr>
      <vt:lpstr>General MA (cont.)</vt:lpstr>
      <vt:lpstr>Basic AR block</vt:lpstr>
      <vt:lpstr>General AR filters</vt:lpstr>
      <vt:lpstr>ARMA filters</vt:lpstr>
      <vt:lpstr>ARMA filters (cont.)</vt:lpstr>
      <vt:lpstr>ARMA filters (cont.)</vt:lpstr>
      <vt:lpstr>Allowed transformations</vt:lpstr>
      <vt:lpstr>A peek at the z-Transform</vt:lpstr>
      <vt:lpstr>Z-Transform Properties: Linearity</vt:lpstr>
      <vt:lpstr>Direct Form I</vt:lpstr>
      <vt:lpstr>Direct Form I</vt:lpstr>
      <vt:lpstr>Alternative Representation</vt:lpstr>
      <vt:lpstr>Alternative Block Diagram</vt:lpstr>
      <vt:lpstr>Direct Form II</vt:lpstr>
      <vt:lpstr>Graph theory</vt:lpstr>
      <vt:lpstr>Why is graph theory useful ?</vt:lpstr>
      <vt:lpstr>Signal Flow Graph Representation</vt:lpstr>
      <vt:lpstr>Example</vt:lpstr>
      <vt:lpstr>Determination of System Function from Flow Graph</vt:lpstr>
      <vt:lpstr>Basic Structures for IIR Systems: Direct Form I</vt:lpstr>
      <vt:lpstr>Basic Structures for IIR Systems: Direct Form II</vt:lpstr>
      <vt:lpstr>Filters</vt:lpstr>
      <vt:lpstr>Filter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DSP: Systems</dc:title>
  <dc:creator>irwan gunawan</dc:creator>
  <cp:lastModifiedBy>Microsoft Office User</cp:lastModifiedBy>
  <cp:revision>23</cp:revision>
  <dcterms:created xsi:type="dcterms:W3CDTF">2012-10-08T07:04:23Z</dcterms:created>
  <dcterms:modified xsi:type="dcterms:W3CDTF">2021-04-20T12:06:53Z</dcterms:modified>
</cp:coreProperties>
</file>