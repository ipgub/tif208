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1"/>
  </p:sldMasterIdLst>
  <p:notesMasterIdLst>
    <p:notesMasterId r:id="rId69"/>
  </p:notesMasterIdLst>
  <p:handoutMasterIdLst>
    <p:handoutMasterId r:id="rId70"/>
  </p:handoutMasterIdLst>
  <p:sldIdLst>
    <p:sldId id="456" r:id="rId2"/>
    <p:sldId id="513" r:id="rId3"/>
    <p:sldId id="523" r:id="rId4"/>
    <p:sldId id="522" r:id="rId5"/>
    <p:sldId id="457" r:id="rId6"/>
    <p:sldId id="458" r:id="rId7"/>
    <p:sldId id="459" r:id="rId8"/>
    <p:sldId id="460" r:id="rId9"/>
    <p:sldId id="461" r:id="rId10"/>
    <p:sldId id="462" r:id="rId11"/>
    <p:sldId id="463" r:id="rId12"/>
    <p:sldId id="487" r:id="rId13"/>
    <p:sldId id="470" r:id="rId14"/>
    <p:sldId id="488" r:id="rId15"/>
    <p:sldId id="471" r:id="rId16"/>
    <p:sldId id="472" r:id="rId17"/>
    <p:sldId id="473" r:id="rId18"/>
    <p:sldId id="464" r:id="rId19"/>
    <p:sldId id="465" r:id="rId20"/>
    <p:sldId id="474" r:id="rId21"/>
    <p:sldId id="475" r:id="rId22"/>
    <p:sldId id="476" r:id="rId23"/>
    <p:sldId id="477" r:id="rId24"/>
    <p:sldId id="467" r:id="rId25"/>
    <p:sldId id="468" r:id="rId26"/>
    <p:sldId id="469" r:id="rId27"/>
    <p:sldId id="478" r:id="rId28"/>
    <p:sldId id="466" r:id="rId29"/>
    <p:sldId id="479" r:id="rId30"/>
    <p:sldId id="480" r:id="rId31"/>
    <p:sldId id="481" r:id="rId32"/>
    <p:sldId id="482" r:id="rId33"/>
    <p:sldId id="483" r:id="rId34"/>
    <p:sldId id="484" r:id="rId35"/>
    <p:sldId id="485" r:id="rId36"/>
    <p:sldId id="486" r:id="rId37"/>
    <p:sldId id="514" r:id="rId38"/>
    <p:sldId id="515" r:id="rId39"/>
    <p:sldId id="516" r:id="rId40"/>
    <p:sldId id="517" r:id="rId41"/>
    <p:sldId id="518" r:id="rId42"/>
    <p:sldId id="519" r:id="rId43"/>
    <p:sldId id="520" r:id="rId44"/>
    <p:sldId id="521" r:id="rId45"/>
    <p:sldId id="502" r:id="rId46"/>
    <p:sldId id="503" r:id="rId47"/>
    <p:sldId id="504" r:id="rId48"/>
    <p:sldId id="505" r:id="rId49"/>
    <p:sldId id="506" r:id="rId50"/>
    <p:sldId id="489" r:id="rId51"/>
    <p:sldId id="493" r:id="rId52"/>
    <p:sldId id="490" r:id="rId53"/>
    <p:sldId id="491" r:id="rId54"/>
    <p:sldId id="492" r:id="rId55"/>
    <p:sldId id="495" r:id="rId56"/>
    <p:sldId id="496" r:id="rId57"/>
    <p:sldId id="497" r:id="rId58"/>
    <p:sldId id="494" r:id="rId59"/>
    <p:sldId id="498" r:id="rId60"/>
    <p:sldId id="499" r:id="rId61"/>
    <p:sldId id="500" r:id="rId62"/>
    <p:sldId id="501" r:id="rId63"/>
    <p:sldId id="508" r:id="rId64"/>
    <p:sldId id="509" r:id="rId65"/>
    <p:sldId id="510" r:id="rId66"/>
    <p:sldId id="511" r:id="rId67"/>
    <p:sldId id="512" r:id="rId6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9494C9"/>
    <a:srgbClr val="FF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7755" autoAdjust="0"/>
    <p:restoredTop sz="94660"/>
  </p:normalViewPr>
  <p:slideViewPr>
    <p:cSldViewPr>
      <p:cViewPr varScale="1">
        <p:scale>
          <a:sx n="75" d="100"/>
          <a:sy n="75" d="100"/>
        </p:scale>
        <p:origin x="-2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F3854D-CE3E-4194-8BFB-B50B6D39E60F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44F193-52F4-43CA-AD0B-518B49DD0AD9}">
      <dgm:prSet phldrT="[Text]"/>
      <dgm:spPr/>
      <dgm:t>
        <a:bodyPr/>
        <a:lstStyle/>
        <a:p>
          <a:r>
            <a:rPr lang="en-US" dirty="0"/>
            <a:t>Frequency: Discrete Finite</a:t>
          </a:r>
        </a:p>
      </dgm:t>
    </dgm:pt>
    <dgm:pt modelId="{2247BC6D-C3D1-4DC7-9967-9314D2BD8196}" type="parTrans" cxnId="{E4C05656-36AA-4EB1-A565-98D13BDBCA7F}">
      <dgm:prSet/>
      <dgm:spPr/>
      <dgm:t>
        <a:bodyPr/>
        <a:lstStyle/>
        <a:p>
          <a:endParaRPr lang="en-US"/>
        </a:p>
      </dgm:t>
    </dgm:pt>
    <dgm:pt modelId="{7422FB9F-4129-4625-B96D-A2C3884A0324}" type="sibTrans" cxnId="{E4C05656-36AA-4EB1-A565-98D13BDBCA7F}">
      <dgm:prSet/>
      <dgm:spPr/>
      <dgm:t>
        <a:bodyPr/>
        <a:lstStyle/>
        <a:p>
          <a:endParaRPr lang="en-US"/>
        </a:p>
      </dgm:t>
    </dgm:pt>
    <dgm:pt modelId="{6C64853A-B304-47AA-A223-8E39770F8401}">
      <dgm:prSet phldrT="[Text]"/>
      <dgm:spPr/>
      <dgm:t>
        <a:bodyPr/>
        <a:lstStyle/>
        <a:p>
          <a:r>
            <a:rPr lang="en-US"/>
            <a:t>Time: Discrete Finite</a:t>
          </a:r>
          <a:endParaRPr lang="en-US" dirty="0"/>
        </a:p>
      </dgm:t>
    </dgm:pt>
    <dgm:pt modelId="{D35F899F-86AE-4A6F-9DD7-37EC089A70B2}" type="parTrans" cxnId="{3D4CBA28-7B01-49C0-AE68-7D5BC2BE6F44}">
      <dgm:prSet/>
      <dgm:spPr/>
      <dgm:t>
        <a:bodyPr/>
        <a:lstStyle/>
        <a:p>
          <a:endParaRPr lang="en-US"/>
        </a:p>
      </dgm:t>
    </dgm:pt>
    <dgm:pt modelId="{54AF013E-25C6-41DF-A9C0-E87442C32903}" type="sibTrans" cxnId="{3D4CBA28-7B01-49C0-AE68-7D5BC2BE6F44}">
      <dgm:prSet/>
      <dgm:spPr/>
      <dgm:t>
        <a:bodyPr/>
        <a:lstStyle/>
        <a:p>
          <a:endParaRPr lang="en-US"/>
        </a:p>
      </dgm:t>
    </dgm:pt>
    <dgm:pt modelId="{139F7A90-5554-4DB6-9159-FD86239FF615}" type="pres">
      <dgm:prSet presAssocID="{2CF3854D-CE3E-4194-8BFB-B50B6D39E60F}" presName="cycle" presStyleCnt="0">
        <dgm:presLayoutVars>
          <dgm:dir/>
          <dgm:resizeHandles val="exact"/>
        </dgm:presLayoutVars>
      </dgm:prSet>
      <dgm:spPr/>
    </dgm:pt>
    <dgm:pt modelId="{4E6A9C95-B8BF-443B-80CB-6FE19BB54163}" type="pres">
      <dgm:prSet presAssocID="{6244F193-52F4-43CA-AD0B-518B49DD0AD9}" presName="dummy" presStyleCnt="0"/>
      <dgm:spPr/>
    </dgm:pt>
    <dgm:pt modelId="{B93D4B3A-20E4-497F-94A8-CBCD28B511F4}" type="pres">
      <dgm:prSet presAssocID="{6244F193-52F4-43CA-AD0B-518B49DD0AD9}" presName="node" presStyleLbl="revTx" presStyleIdx="0" presStyleCnt="2">
        <dgm:presLayoutVars>
          <dgm:bulletEnabled val="1"/>
        </dgm:presLayoutVars>
      </dgm:prSet>
      <dgm:spPr/>
    </dgm:pt>
    <dgm:pt modelId="{734FF53D-50A9-46CE-9443-0087AAE43443}" type="pres">
      <dgm:prSet presAssocID="{7422FB9F-4129-4625-B96D-A2C3884A0324}" presName="sibTrans" presStyleLbl="node1" presStyleIdx="0" presStyleCnt="2"/>
      <dgm:spPr/>
    </dgm:pt>
    <dgm:pt modelId="{75C319C5-D66C-4A9D-A565-690B8DE4D3DB}" type="pres">
      <dgm:prSet presAssocID="{6C64853A-B304-47AA-A223-8E39770F8401}" presName="dummy" presStyleCnt="0"/>
      <dgm:spPr/>
    </dgm:pt>
    <dgm:pt modelId="{219A3B71-0B9C-4134-92D2-F5592DB2624F}" type="pres">
      <dgm:prSet presAssocID="{6C64853A-B304-47AA-A223-8E39770F8401}" presName="node" presStyleLbl="revTx" presStyleIdx="1" presStyleCnt="2">
        <dgm:presLayoutVars>
          <dgm:bulletEnabled val="1"/>
        </dgm:presLayoutVars>
      </dgm:prSet>
      <dgm:spPr/>
    </dgm:pt>
    <dgm:pt modelId="{7388B3A2-A09E-4340-B1E6-236D381C8DE2}" type="pres">
      <dgm:prSet presAssocID="{54AF013E-25C6-41DF-A9C0-E87442C32903}" presName="sibTrans" presStyleLbl="node1" presStyleIdx="1" presStyleCnt="2"/>
      <dgm:spPr/>
    </dgm:pt>
  </dgm:ptLst>
  <dgm:cxnLst>
    <dgm:cxn modelId="{5E41D714-CD1A-491F-BB9D-3E9D9D1112C3}" type="presOf" srcId="{6244F193-52F4-43CA-AD0B-518B49DD0AD9}" destId="{B93D4B3A-20E4-497F-94A8-CBCD28B511F4}" srcOrd="0" destOrd="0" presId="urn:microsoft.com/office/officeart/2005/8/layout/cycle1"/>
    <dgm:cxn modelId="{3D4CBA28-7B01-49C0-AE68-7D5BC2BE6F44}" srcId="{2CF3854D-CE3E-4194-8BFB-B50B6D39E60F}" destId="{6C64853A-B304-47AA-A223-8E39770F8401}" srcOrd="1" destOrd="0" parTransId="{D35F899F-86AE-4A6F-9DD7-37EC089A70B2}" sibTransId="{54AF013E-25C6-41DF-A9C0-E87442C32903}"/>
    <dgm:cxn modelId="{BC39E131-4381-43F1-83ED-68DFA4BE83EC}" type="presOf" srcId="{7422FB9F-4129-4625-B96D-A2C3884A0324}" destId="{734FF53D-50A9-46CE-9443-0087AAE43443}" srcOrd="0" destOrd="0" presId="urn:microsoft.com/office/officeart/2005/8/layout/cycle1"/>
    <dgm:cxn modelId="{D7EA773B-30CD-4E8C-AB5A-3F50B31E0EBA}" type="presOf" srcId="{54AF013E-25C6-41DF-A9C0-E87442C32903}" destId="{7388B3A2-A09E-4340-B1E6-236D381C8DE2}" srcOrd="0" destOrd="0" presId="urn:microsoft.com/office/officeart/2005/8/layout/cycle1"/>
    <dgm:cxn modelId="{E4C05656-36AA-4EB1-A565-98D13BDBCA7F}" srcId="{2CF3854D-CE3E-4194-8BFB-B50B6D39E60F}" destId="{6244F193-52F4-43CA-AD0B-518B49DD0AD9}" srcOrd="0" destOrd="0" parTransId="{2247BC6D-C3D1-4DC7-9967-9314D2BD8196}" sibTransId="{7422FB9F-4129-4625-B96D-A2C3884A0324}"/>
    <dgm:cxn modelId="{2251B6CC-47B6-4515-BE70-F4D073B43333}" type="presOf" srcId="{2CF3854D-CE3E-4194-8BFB-B50B6D39E60F}" destId="{139F7A90-5554-4DB6-9159-FD86239FF615}" srcOrd="0" destOrd="0" presId="urn:microsoft.com/office/officeart/2005/8/layout/cycle1"/>
    <dgm:cxn modelId="{A87B61EB-0396-44D0-A114-7EEBC4203A83}" type="presOf" srcId="{6C64853A-B304-47AA-A223-8E39770F8401}" destId="{219A3B71-0B9C-4134-92D2-F5592DB2624F}" srcOrd="0" destOrd="0" presId="urn:microsoft.com/office/officeart/2005/8/layout/cycle1"/>
    <dgm:cxn modelId="{B023B045-C9FA-4588-8749-85CD84BB50B1}" type="presParOf" srcId="{139F7A90-5554-4DB6-9159-FD86239FF615}" destId="{4E6A9C95-B8BF-443B-80CB-6FE19BB54163}" srcOrd="0" destOrd="0" presId="urn:microsoft.com/office/officeart/2005/8/layout/cycle1"/>
    <dgm:cxn modelId="{7444434C-E675-4AA9-B28A-A76D8DF4C6B0}" type="presParOf" srcId="{139F7A90-5554-4DB6-9159-FD86239FF615}" destId="{B93D4B3A-20E4-497F-94A8-CBCD28B511F4}" srcOrd="1" destOrd="0" presId="urn:microsoft.com/office/officeart/2005/8/layout/cycle1"/>
    <dgm:cxn modelId="{C63F2908-86AD-4DA6-B609-2CA184AAB141}" type="presParOf" srcId="{139F7A90-5554-4DB6-9159-FD86239FF615}" destId="{734FF53D-50A9-46CE-9443-0087AAE43443}" srcOrd="2" destOrd="0" presId="urn:microsoft.com/office/officeart/2005/8/layout/cycle1"/>
    <dgm:cxn modelId="{B9D6317C-E3C4-470F-9CC0-9692BEF2E3FD}" type="presParOf" srcId="{139F7A90-5554-4DB6-9159-FD86239FF615}" destId="{75C319C5-D66C-4A9D-A565-690B8DE4D3DB}" srcOrd="3" destOrd="0" presId="urn:microsoft.com/office/officeart/2005/8/layout/cycle1"/>
    <dgm:cxn modelId="{CAF5F4B8-4470-455E-8497-EB2DBA2F11FC}" type="presParOf" srcId="{139F7A90-5554-4DB6-9159-FD86239FF615}" destId="{219A3B71-0B9C-4134-92D2-F5592DB2624F}" srcOrd="4" destOrd="0" presId="urn:microsoft.com/office/officeart/2005/8/layout/cycle1"/>
    <dgm:cxn modelId="{537864AD-D0CC-4BA0-B833-B9E2C81911D9}" type="presParOf" srcId="{139F7A90-5554-4DB6-9159-FD86239FF615}" destId="{7388B3A2-A09E-4340-B1E6-236D381C8DE2}" srcOrd="5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01932F-E834-45DE-863E-B2A21F00ABBE}" type="doc">
      <dgm:prSet loTypeId="urn:microsoft.com/office/officeart/2005/8/layout/cycle7" loCatId="cycl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F4D66A9F-1730-44E1-82BA-3AE2C172FDF9}">
      <dgm:prSet phldrT="[Text]"/>
      <dgm:spPr/>
      <dgm:t>
        <a:bodyPr/>
        <a:lstStyle/>
        <a:p>
          <a:r>
            <a:rPr lang="en-US" dirty="0"/>
            <a:t>Discrete finite/periodic x[n]</a:t>
          </a:r>
        </a:p>
      </dgm:t>
    </dgm:pt>
    <dgm:pt modelId="{ECD547D9-E182-43E9-B085-C1FD3AB11D2E}" type="parTrans" cxnId="{B825367F-F96F-402B-95F9-697A404A3A69}">
      <dgm:prSet/>
      <dgm:spPr/>
      <dgm:t>
        <a:bodyPr/>
        <a:lstStyle/>
        <a:p>
          <a:endParaRPr lang="en-US"/>
        </a:p>
      </dgm:t>
    </dgm:pt>
    <dgm:pt modelId="{ED230BBE-913A-44A9-B6E3-02C220890393}" type="sibTrans" cxnId="{B825367F-F96F-402B-95F9-697A404A3A69}">
      <dgm:prSet/>
      <dgm:spPr/>
      <dgm:t>
        <a:bodyPr/>
        <a:lstStyle/>
        <a:p>
          <a:endParaRPr lang="en-US"/>
        </a:p>
      </dgm:t>
    </dgm:pt>
    <dgm:pt modelId="{E7BEB75E-F7A8-4F18-A519-D0EBC6A990DD}">
      <dgm:prSet phldrT="[Text]"/>
      <dgm:spPr/>
      <dgm:t>
        <a:bodyPr/>
        <a:lstStyle/>
        <a:p>
          <a:r>
            <a:rPr lang="en-US" dirty="0"/>
            <a:t>Discrete finite/periodic X[k]</a:t>
          </a:r>
        </a:p>
      </dgm:t>
    </dgm:pt>
    <dgm:pt modelId="{C8C36D08-A735-48AE-BC7E-950B49E9BC3D}" type="parTrans" cxnId="{B86FCE87-0BED-4FDC-9B3A-F6DA92C08EA1}">
      <dgm:prSet/>
      <dgm:spPr/>
      <dgm:t>
        <a:bodyPr/>
        <a:lstStyle/>
        <a:p>
          <a:endParaRPr lang="en-US"/>
        </a:p>
      </dgm:t>
    </dgm:pt>
    <dgm:pt modelId="{32CDE575-71A9-44E8-A277-627865B73562}" type="sibTrans" cxnId="{B86FCE87-0BED-4FDC-9B3A-F6DA92C08EA1}">
      <dgm:prSet/>
      <dgm:spPr/>
      <dgm:t>
        <a:bodyPr/>
        <a:lstStyle/>
        <a:p>
          <a:endParaRPr lang="en-US"/>
        </a:p>
      </dgm:t>
    </dgm:pt>
    <dgm:pt modelId="{D76CC63D-362B-4385-938E-7CC257319546}" type="pres">
      <dgm:prSet presAssocID="{9101932F-E834-45DE-863E-B2A21F00ABBE}" presName="Name0" presStyleCnt="0">
        <dgm:presLayoutVars>
          <dgm:dir/>
          <dgm:resizeHandles val="exact"/>
        </dgm:presLayoutVars>
      </dgm:prSet>
      <dgm:spPr/>
    </dgm:pt>
    <dgm:pt modelId="{0313137C-C735-4D7A-A8DD-B8BBC8AE2EB7}" type="pres">
      <dgm:prSet presAssocID="{F4D66A9F-1730-44E1-82BA-3AE2C172FDF9}" presName="node" presStyleLbl="node1" presStyleIdx="0" presStyleCnt="2">
        <dgm:presLayoutVars>
          <dgm:bulletEnabled val="1"/>
        </dgm:presLayoutVars>
      </dgm:prSet>
      <dgm:spPr/>
    </dgm:pt>
    <dgm:pt modelId="{6071CA5D-A738-4AE3-AA96-75952AD9BAC4}" type="pres">
      <dgm:prSet presAssocID="{ED230BBE-913A-44A9-B6E3-02C220890393}" presName="sibTrans" presStyleLbl="sibTrans2D1" presStyleIdx="0" presStyleCnt="2"/>
      <dgm:spPr/>
    </dgm:pt>
    <dgm:pt modelId="{A42B08AD-FF5F-4EAF-817C-765A50E31C4C}" type="pres">
      <dgm:prSet presAssocID="{ED230BBE-913A-44A9-B6E3-02C220890393}" presName="connectorText" presStyleLbl="sibTrans2D1" presStyleIdx="0" presStyleCnt="2"/>
      <dgm:spPr/>
    </dgm:pt>
    <dgm:pt modelId="{6D2C5859-14AA-44C4-AED1-32E7E4668742}" type="pres">
      <dgm:prSet presAssocID="{E7BEB75E-F7A8-4F18-A519-D0EBC6A990DD}" presName="node" presStyleLbl="node1" presStyleIdx="1" presStyleCnt="2">
        <dgm:presLayoutVars>
          <dgm:bulletEnabled val="1"/>
        </dgm:presLayoutVars>
      </dgm:prSet>
      <dgm:spPr/>
    </dgm:pt>
    <dgm:pt modelId="{2053155D-85B8-4284-B7F3-E8DEA166D915}" type="pres">
      <dgm:prSet presAssocID="{32CDE575-71A9-44E8-A277-627865B73562}" presName="sibTrans" presStyleLbl="sibTrans2D1" presStyleIdx="1" presStyleCnt="2"/>
      <dgm:spPr/>
    </dgm:pt>
    <dgm:pt modelId="{86AC32AA-DE68-4928-83E2-72534EAFF098}" type="pres">
      <dgm:prSet presAssocID="{32CDE575-71A9-44E8-A277-627865B73562}" presName="connectorText" presStyleLbl="sibTrans2D1" presStyleIdx="1" presStyleCnt="2"/>
      <dgm:spPr/>
    </dgm:pt>
  </dgm:ptLst>
  <dgm:cxnLst>
    <dgm:cxn modelId="{9450363B-C2FA-4B1A-9508-418013295405}" type="presOf" srcId="{9101932F-E834-45DE-863E-B2A21F00ABBE}" destId="{D76CC63D-362B-4385-938E-7CC257319546}" srcOrd="0" destOrd="0" presId="urn:microsoft.com/office/officeart/2005/8/layout/cycle7"/>
    <dgm:cxn modelId="{FEA9DD4D-8384-4630-B0B3-F717CF552F5C}" type="presOf" srcId="{ED230BBE-913A-44A9-B6E3-02C220890393}" destId="{A42B08AD-FF5F-4EAF-817C-765A50E31C4C}" srcOrd="1" destOrd="0" presId="urn:microsoft.com/office/officeart/2005/8/layout/cycle7"/>
    <dgm:cxn modelId="{86686D56-7D8C-41BF-8CA2-280A189D6B49}" type="presOf" srcId="{32CDE575-71A9-44E8-A277-627865B73562}" destId="{86AC32AA-DE68-4928-83E2-72534EAFF098}" srcOrd="1" destOrd="0" presId="urn:microsoft.com/office/officeart/2005/8/layout/cycle7"/>
    <dgm:cxn modelId="{B825367F-F96F-402B-95F9-697A404A3A69}" srcId="{9101932F-E834-45DE-863E-B2A21F00ABBE}" destId="{F4D66A9F-1730-44E1-82BA-3AE2C172FDF9}" srcOrd="0" destOrd="0" parTransId="{ECD547D9-E182-43E9-B085-C1FD3AB11D2E}" sibTransId="{ED230BBE-913A-44A9-B6E3-02C220890393}"/>
    <dgm:cxn modelId="{F60B2B80-F963-4755-A180-66949D9E8DBF}" type="presOf" srcId="{32CDE575-71A9-44E8-A277-627865B73562}" destId="{2053155D-85B8-4284-B7F3-E8DEA166D915}" srcOrd="0" destOrd="0" presId="urn:microsoft.com/office/officeart/2005/8/layout/cycle7"/>
    <dgm:cxn modelId="{B86FCE87-0BED-4FDC-9B3A-F6DA92C08EA1}" srcId="{9101932F-E834-45DE-863E-B2A21F00ABBE}" destId="{E7BEB75E-F7A8-4F18-A519-D0EBC6A990DD}" srcOrd="1" destOrd="0" parTransId="{C8C36D08-A735-48AE-BC7E-950B49E9BC3D}" sibTransId="{32CDE575-71A9-44E8-A277-627865B73562}"/>
    <dgm:cxn modelId="{796555A9-8580-45C2-AA52-61AE5FEE055C}" type="presOf" srcId="{ED230BBE-913A-44A9-B6E3-02C220890393}" destId="{6071CA5D-A738-4AE3-AA96-75952AD9BAC4}" srcOrd="0" destOrd="0" presId="urn:microsoft.com/office/officeart/2005/8/layout/cycle7"/>
    <dgm:cxn modelId="{2FECE4D0-8D50-4293-88B1-5EE8A6F755A8}" type="presOf" srcId="{E7BEB75E-F7A8-4F18-A519-D0EBC6A990DD}" destId="{6D2C5859-14AA-44C4-AED1-32E7E4668742}" srcOrd="0" destOrd="0" presId="urn:microsoft.com/office/officeart/2005/8/layout/cycle7"/>
    <dgm:cxn modelId="{0FD53DFF-70D1-4861-9D0B-9D886574CD71}" type="presOf" srcId="{F4D66A9F-1730-44E1-82BA-3AE2C172FDF9}" destId="{0313137C-C735-4D7A-A8DD-B8BBC8AE2EB7}" srcOrd="0" destOrd="0" presId="urn:microsoft.com/office/officeart/2005/8/layout/cycle7"/>
    <dgm:cxn modelId="{F65ED075-351A-4675-AA78-567B0BC32521}" type="presParOf" srcId="{D76CC63D-362B-4385-938E-7CC257319546}" destId="{0313137C-C735-4D7A-A8DD-B8BBC8AE2EB7}" srcOrd="0" destOrd="0" presId="urn:microsoft.com/office/officeart/2005/8/layout/cycle7"/>
    <dgm:cxn modelId="{16C3156C-DCBD-4C25-ABE8-5150C332D4AE}" type="presParOf" srcId="{D76CC63D-362B-4385-938E-7CC257319546}" destId="{6071CA5D-A738-4AE3-AA96-75952AD9BAC4}" srcOrd="1" destOrd="0" presId="urn:microsoft.com/office/officeart/2005/8/layout/cycle7"/>
    <dgm:cxn modelId="{4BFC6C4E-F567-4D9B-8B5A-D820A5F2A0EB}" type="presParOf" srcId="{6071CA5D-A738-4AE3-AA96-75952AD9BAC4}" destId="{A42B08AD-FF5F-4EAF-817C-765A50E31C4C}" srcOrd="0" destOrd="0" presId="urn:microsoft.com/office/officeart/2005/8/layout/cycle7"/>
    <dgm:cxn modelId="{0D41F63B-DCC4-4F0B-A98A-8776C0C54B46}" type="presParOf" srcId="{D76CC63D-362B-4385-938E-7CC257319546}" destId="{6D2C5859-14AA-44C4-AED1-32E7E4668742}" srcOrd="2" destOrd="0" presId="urn:microsoft.com/office/officeart/2005/8/layout/cycle7"/>
    <dgm:cxn modelId="{CA3FEC70-3FB5-4F06-A5C2-C1061AD65883}" type="presParOf" srcId="{D76CC63D-362B-4385-938E-7CC257319546}" destId="{2053155D-85B8-4284-B7F3-E8DEA166D915}" srcOrd="3" destOrd="0" presId="urn:microsoft.com/office/officeart/2005/8/layout/cycle7"/>
    <dgm:cxn modelId="{9A903AFC-C466-4FC9-BB16-6CA0782709FE}" type="presParOf" srcId="{2053155D-85B8-4284-B7F3-E8DEA166D915}" destId="{86AC32AA-DE68-4928-83E2-72534EAFF098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3D4B3A-20E4-497F-94A8-CBCD28B511F4}">
      <dsp:nvSpPr>
        <dsp:cNvPr id="0" name=""/>
        <dsp:cNvSpPr/>
      </dsp:nvSpPr>
      <dsp:spPr>
        <a:xfrm>
          <a:off x="3127849" y="591710"/>
          <a:ext cx="1120835" cy="1120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Frequency: Discrete Finite</a:t>
          </a:r>
        </a:p>
      </dsp:txBody>
      <dsp:txXfrm>
        <a:off x="3127849" y="591710"/>
        <a:ext cx="1120835" cy="1120835"/>
      </dsp:txXfrm>
    </dsp:sp>
    <dsp:sp modelId="{734FF53D-50A9-46CE-9443-0087AAE43443}">
      <dsp:nvSpPr>
        <dsp:cNvPr id="0" name=""/>
        <dsp:cNvSpPr/>
      </dsp:nvSpPr>
      <dsp:spPr>
        <a:xfrm>
          <a:off x="1619572" y="-607"/>
          <a:ext cx="2305471" cy="2305471"/>
        </a:xfrm>
        <a:prstGeom prst="circularArrow">
          <a:avLst>
            <a:gd name="adj1" fmla="val 9480"/>
            <a:gd name="adj2" fmla="val 684717"/>
            <a:gd name="adj3" fmla="val 7851935"/>
            <a:gd name="adj4" fmla="val 2263347"/>
            <a:gd name="adj5" fmla="val 110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9A3B71-0B9C-4134-92D2-F5592DB2624F}">
      <dsp:nvSpPr>
        <dsp:cNvPr id="0" name=""/>
        <dsp:cNvSpPr/>
      </dsp:nvSpPr>
      <dsp:spPr>
        <a:xfrm>
          <a:off x="1295931" y="591710"/>
          <a:ext cx="1120835" cy="11208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Time: Discrete Finite</a:t>
          </a:r>
          <a:endParaRPr lang="en-US" sz="1600" kern="1200" dirty="0"/>
        </a:p>
      </dsp:txBody>
      <dsp:txXfrm>
        <a:off x="1295931" y="591710"/>
        <a:ext cx="1120835" cy="1120835"/>
      </dsp:txXfrm>
    </dsp:sp>
    <dsp:sp modelId="{7388B3A2-A09E-4340-B1E6-236D381C8DE2}">
      <dsp:nvSpPr>
        <dsp:cNvPr id="0" name=""/>
        <dsp:cNvSpPr/>
      </dsp:nvSpPr>
      <dsp:spPr>
        <a:xfrm>
          <a:off x="1619572" y="-607"/>
          <a:ext cx="2305471" cy="2305471"/>
        </a:xfrm>
        <a:prstGeom prst="circularArrow">
          <a:avLst>
            <a:gd name="adj1" fmla="val 9480"/>
            <a:gd name="adj2" fmla="val 684717"/>
            <a:gd name="adj3" fmla="val 18651935"/>
            <a:gd name="adj4" fmla="val 13063347"/>
            <a:gd name="adj5" fmla="val 110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13137C-C735-4D7A-A8DD-B8BBC8AE2EB7}">
      <dsp:nvSpPr>
        <dsp:cNvPr id="0" name=""/>
        <dsp:cNvSpPr/>
      </dsp:nvSpPr>
      <dsp:spPr>
        <a:xfrm>
          <a:off x="325481" y="1089"/>
          <a:ext cx="3179996" cy="158999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Discrete finite/periodic x[n]</a:t>
          </a:r>
        </a:p>
      </dsp:txBody>
      <dsp:txXfrm>
        <a:off x="372050" y="47658"/>
        <a:ext cx="3086858" cy="1496860"/>
      </dsp:txXfrm>
    </dsp:sp>
    <dsp:sp modelId="{6071CA5D-A738-4AE3-AA96-75952AD9BAC4}">
      <dsp:nvSpPr>
        <dsp:cNvPr id="0" name=""/>
        <dsp:cNvSpPr/>
      </dsp:nvSpPr>
      <dsp:spPr>
        <a:xfrm rot="5400000">
          <a:off x="1085805" y="2349930"/>
          <a:ext cx="1659349" cy="556499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1252755" y="2461230"/>
        <a:ext cx="1325449" cy="333899"/>
      </dsp:txXfrm>
    </dsp:sp>
    <dsp:sp modelId="{6D2C5859-14AA-44C4-AED1-32E7E4668742}">
      <dsp:nvSpPr>
        <dsp:cNvPr id="0" name=""/>
        <dsp:cNvSpPr/>
      </dsp:nvSpPr>
      <dsp:spPr>
        <a:xfrm>
          <a:off x="325481" y="3665273"/>
          <a:ext cx="3179996" cy="1589998"/>
        </a:xfrm>
        <a:prstGeom prst="roundRect">
          <a:avLst>
            <a:gd name="adj" fmla="val 10000"/>
          </a:avLst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Discrete finite/periodic X[k]</a:t>
          </a:r>
        </a:p>
      </dsp:txBody>
      <dsp:txXfrm>
        <a:off x="372050" y="3711842"/>
        <a:ext cx="3086858" cy="1496860"/>
      </dsp:txXfrm>
    </dsp:sp>
    <dsp:sp modelId="{2053155D-85B8-4284-B7F3-E8DEA166D915}">
      <dsp:nvSpPr>
        <dsp:cNvPr id="0" name=""/>
        <dsp:cNvSpPr/>
      </dsp:nvSpPr>
      <dsp:spPr>
        <a:xfrm rot="16200000">
          <a:off x="1085805" y="2349930"/>
          <a:ext cx="1659349" cy="556499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/>
        </a:p>
      </dsp:txBody>
      <dsp:txXfrm>
        <a:off x="1252755" y="2461230"/>
        <a:ext cx="1325449" cy="3338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4" Type="http://schemas.openxmlformats.org/officeDocument/2006/relationships/image" Target="../media/image39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39.wmf"/><Relationship Id="rId1" Type="http://schemas.openxmlformats.org/officeDocument/2006/relationships/image" Target="../media/image41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7" Type="http://schemas.openxmlformats.org/officeDocument/2006/relationships/image" Target="../media/image69.wmf"/><Relationship Id="rId2" Type="http://schemas.openxmlformats.org/officeDocument/2006/relationships/image" Target="../media/image64.wmf"/><Relationship Id="rId1" Type="http://schemas.openxmlformats.org/officeDocument/2006/relationships/image" Target="../media/image39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76.wmf"/><Relationship Id="rId6" Type="http://schemas.openxmlformats.org/officeDocument/2006/relationships/image" Target="../media/image81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Relationship Id="rId4" Type="http://schemas.openxmlformats.org/officeDocument/2006/relationships/image" Target="../media/image85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Relationship Id="rId4" Type="http://schemas.openxmlformats.org/officeDocument/2006/relationships/image" Target="../media/image95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7" Type="http://schemas.openxmlformats.org/officeDocument/2006/relationships/image" Target="../media/image102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Relationship Id="rId6" Type="http://schemas.openxmlformats.org/officeDocument/2006/relationships/image" Target="../media/image101.wmf"/><Relationship Id="rId5" Type="http://schemas.openxmlformats.org/officeDocument/2006/relationships/image" Target="../media/image100.wmf"/><Relationship Id="rId4" Type="http://schemas.openxmlformats.org/officeDocument/2006/relationships/image" Target="../media/image99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wmf"/><Relationship Id="rId1" Type="http://schemas.openxmlformats.org/officeDocument/2006/relationships/image" Target="../media/image103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2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4" Type="http://schemas.openxmlformats.org/officeDocument/2006/relationships/image" Target="../media/image116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3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wmf"/><Relationship Id="rId2" Type="http://schemas.openxmlformats.org/officeDocument/2006/relationships/image" Target="../media/image135.wmf"/><Relationship Id="rId1" Type="http://schemas.openxmlformats.org/officeDocument/2006/relationships/image" Target="../media/image134.wmf"/><Relationship Id="rId4" Type="http://schemas.openxmlformats.org/officeDocument/2006/relationships/image" Target="../media/image137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8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image" Target="../media/image175.png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57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57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3FB477B-E956-49D0-B976-2421B31C0FC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0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15T01:09:59.7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16893 4553 24575,'0'16'0,"0"-2"0,0-1 0,0-10 0,0 24 0,0-24 0,0 24 0,0-10 0,0 13 0,0 0 0,0 0 0,0-1 0,0 1 0,0 0 0,0 0 0,0 0 0,14-13 0,-11 10 0,10-11 0,-13 14 0,0-13 0,0 9 0,0-22 0,0 22 0,0-22 0,14 9 0,-11 0 0,10-9 0,-13 9 0,0-13 0,0 0 0,14 0 0,-11 0 0,10 0 0,-13-13 0,0 9 0,0-22 0,0 22 0,0-9 0</inkml:trace>
  <inkml:trace contextRef="#ctx0" brushRef="#br0" timeOffset="514">16744 4523 24575,'16'0'0,"-2"0"0,-14 13 0,0-9 0,0 9 0,0-13 0,0 0 0,13 0 0,-10 0 0,11 0 0,-1 0 0,3 13 0,1-10 0,10 11 0,-11-14 0,1 0 0,10 0 0,-11 13 0,1-10 0,10 11 0,-24-14 0,24 0 0,-11 0 0,1 0 0,-4 0 0,0 0 0,-9 0 0,9 0 0,-13 0 0,13-14 0,-9 11 0,9-10 0,-13 13 0,0 0 0,-13-14 0,-4-2 0</inkml:trace>
  <inkml:trace contextRef="#ctx0" brushRef="#br0" timeOffset="864">16893 4763 24575,'17'13'0,"-4"-10"0,1 10 0,-11-13 0,10 0 0,1 0 0,-11 0 0,10 0 0,1 0 0,-11 0 0,24 0 0,-24 0 0,10 0 0,0 0 0,-9 0 0,9 0 0,-13 0 0,0 0 0,13 0 0,-9 0 0,9 0 0,-13 0 0,0-13 0,0 10 0,0-10 0,0 13 0</inkml:trace>
  <inkml:trace contextRef="#ctx0" brushRef="#br0" timeOffset="1334">17283 4613 24575,'0'30'0,"0"-14"0,0 11 0,0-10 0,0-1 0,0 11 0,0-10 0,0-1 0,0 11 0,0-11 0,0 1 0,0 10 0,0-24 0,0 24 0,0-24 0,0 24 0,0-24 0,13 10 0,-10 1 0,11-11 0,-14 10 0,0-13 0,0 0 0,0 13 0,0-9 0,0 9 0,0-13 0,0 0 0,13 0 0,-10 0 0,11-13 0,-14 9 0,0-9 0,0 13 0,0 0 0,0-13 0,0-4 0</inkml:trace>
  <inkml:trace contextRef="#ctx0" brushRef="#br0" timeOffset="1810">17403 4523 24575,'16'0'0,"11"0"0,-24 0 0,11 0 0,-1 0 0,-10 0 0,10 0 0,-13 0 0</inkml:trace>
  <inkml:trace contextRef="#ctx0" brushRef="#br0" timeOffset="2392">17343 4673 24575,'16'0'0,"-2"0"0,-14 0 0,0 0 0,13 0 0,-10 0 0,11 0 0,-14 0 0,13 0 0,-10 0 0,24-14 0,-24 11 0,11-10 0,-1 13 0,-10 0 0,10 0 0,-13 0 0,0 0 0,0 0 0</inkml:trace>
  <inkml:trace contextRef="#ctx0" brushRef="#br0" timeOffset="3960">17672 4643 24575,'0'16'0,"0"11"0,0-24 0,0 24 0,0-10 0,13-1 0,-9 11 0,9-11 0,-13 1 0,0 10 0,0-11 0,0 1 0,0 10 0,0-24 0,0 24 0,0-24 0,0 24 0,0-24 0,13 10 0,-9 0 0,9-9 0,-13 9 0,0-13 0,0 13 0,0-9 0,0 9 0,-13-13 0,9 0 0,-9 0 0,13 0 0,0 0 0,0 0 0</inkml:trace>
  <inkml:trace contextRef="#ctx0" brushRef="#br0" timeOffset="4695">17522 4523 24575,'-13'17'0,"10"-4"0,-11-13 0,14 0 0,0 0 0,0 13 0,0-10 0,0 11 0,0-14 0,0 0 0,14 0 0,-11 0 0,10 0 0,-13 0 0,0 0 0,14 0 0,-11 0 0,24 0 0,-24 0 0,24 0 0,-24-14 0,24 11 0,-24-10 0,24 13 0,-11 0 0,1 0 0,9 0 0,-9 13 0,0-10 0,9 11 0,-22-14 0,22 0 0,-22 0 0,9 0 0,0 0 0,-9 0 0,9 0 0,-13 0 0,0 0 0,-13 0 0,9-14 0,-9 11 0,0-10 0,-4 13 0</inkml:trace>
  <inkml:trace contextRef="#ctx0" brushRef="#br0" timeOffset="6442">16354 4822 24575,'-43'0'0,"10"14"0,-24-11-2408,24 10 2408,-24-13 0,11 0 0,-28 14 0,11-11-2422,-10 10 2422,0-13 0,10 0 0,-11 0-675,14 0 675,1 0-1104,12 0 1104,-10 0 354,24 0-354,-10 0 2125,13 0-2125,13 0 1925,4 0-1925,0 0 1454,9 0-1454,-9 0 751,13 0-751,0 0 0,13 0 0,-9 0 0,9 0 0,-13 0 0</inkml:trace>
  <inkml:trace contextRef="#ctx0" brushRef="#br0" timeOffset="7256">15546 4703 24575,'-17'0'0,"4"0"0,13 0 0,0 0 0,-14 0 0,11 0 0,-10 13 0,-1-10 0,11 11 0,-24-14 0,11 0 0,-14 13 0,13-10 0,-10 24 0,11-24 0,-14 24 0,0-24 0,13 10 0,-9 1 0,9-11 0,0 24 0,-9-24 0,22 10 0,-22 1 0,22-11 0,-9 10 0,13-13 0,-13 0 0,10 14 0,-11-11 0,14 10 0,0-13 0,0 0 0,0 14 0,0-11 0,0 10 0,14-13 0,-11 0 0,10 0 0,0 0 0,-9 13 0,22-9 0,-9 9 0,13-13 0,0 0 0,0 13 0,0-9 0,0 9 0,0-13 0,0 0 0,-14 0 0,11 0 0,-10 0 0,13 0 0,-14 13 0,11-9 0,-24 9 0,11-13 0,-14 0 0</inkml:trace>
  <inkml:trace contextRef="#ctx0" brushRef="#br0" timeOffset="21114">8776 5392 24575,'17'0'0,"-4"0"0,0 0 0,-9 0 0,22 0 0,-9 0 0,13 0 0,0 13 0,0-10 0,0 10 0,0 1 0,0-11 0,13 10 0,-10-13-838,11 14 838,-1-11 0,-10 10 0,10-13 0,-13 14 0,14-11 0,-11 10 0,23-13 0,-22 0 0,9 0 0,0 0 0,-9 0 0,22 0 0,-23 0 0,24 0 0,-24 0 0,24 0 0,-24 0 0,24 0 0,-24 0 0,24 0 0,-11 0 0,1 0 0,9 0 0,-22-13 0,22 10 0,-9-11 0,-1 14 0,-2 0 0,-1 0 0,-10 0 0,10-13 0,-13 10 0,14-11 0,-11 14 0,10 0 0,-13 0 0,0 0 0,0 0 0,0 0-486,13 0 486,-9 0 0,9 0 0,-13 0 0,0 0 0,13 0 0,-10 0 0,11 0 0,-14 0 0,13 0 0,-10 0 0,10 0 0,1 14 0,-11-11 0,10 10 0,0-13 0,-9 0 0,22 14-1180,-9-11 1180,-1 10 0,11-13 0,-10 0-870,13 14 870,-1-11 0,1 10 0,-13-13 0,9 0 0,-9 14 0,13-11 0,0 10 0,0-13 0,0 0 0,-14 0 0,11 0 0,-11 0-1052,1 0 1052,10 0 0,-24 0-224,24 0 224,-24 0 0,10 0 1040,-13 0-1040,-13 0 1613,9 0-1613,-9 0 1211,0 0-1211,-4 0 786,0 0-786,-9 0 0,9 0 0,-13 0 0,0 0 0,-13 0 0,9 0 0,-9 0 0</inkml:trace>
  <inkml:trace contextRef="#ctx0" brushRef="#br0" timeOffset="144967">18481 4912 24575,'17'0'0,"-4"0"0,-13 0 0,0 0 0,13 0 0,-10 0 0,11-13 0,-1 10 0,-10-11 0,24 1 0,-10 10 0,13-11 0,-14 1 0,11-4 0,-10 1 0,13 2 0,-1 1-708,15 10 708,-11-24 0,10 24 0,-13-24 0,14 24 0,-11-10 0,23-1 0,-22 11 0,9-24 0,0 24 0,-10-24 0,24 24 0,-24-24 0,11 24 0,-1-24 0,-10 24 0,10-23 0,-13 22 0,0-22 0,0 22 0,0-22-123,0 22 123,0-9 0,0 0 0,-13 9 0,9-22 0,-22 22 0,22-9 703,-22 13-703,9 0 128,-13 0-128,0 0 0,0-13 0,0 9 0,0-9 0,0 13 0,-13 0 0,-4 0 0</inkml:trace>
  <inkml:trace contextRef="#ctx0" brushRef="#br0" timeOffset="145950">18541 4912 24575,'16'0'0,"-2"0"0,-14 0 0,0 0 0,13 0 0,-10 0 0,11 0 0,-1 0 0,-10 0 0,24 14 0,-24-11 0,24 10 0,-10-13 0,-1 14 0,11-11 0,-11 23 0,28-22-627,-11 22 627,10-22 0,1 22 0,-11-22 0,23 22 0,-9-9-1494,13 0 1494,-13 9 0,9-9 0,-9 0 0,13 9-1897,-1-9 1897,1-1 0,0 11 0,0-10 0,0-1 0,0 11 0,-13-24-49,9 24 49,-23-24 0,11 24 0,-14-24 518,-14 11-518,11-14 1378,-24 13-1378,24-10 2110,-24 10-2110,11 1 61,-1-11-61,-10 10 0,10 1 0,-13-11 0,0 24 0,0-24 0,0 10 0,0 1 0,0-11 0,0 10 0,0 1 0,-13-11 0,10 10 0,-10-13 0,-1-13 0,-2-4 0</inkml:trace>
  <inkml:trace contextRef="#ctx0" brushRef="#br0" timeOffset="146856">20398 4253 24575,'17'0'0,"-4"0"0,-13-13 0,0 10 0,0-11 0,0 14 0,0 0 0,13-13 0,-10 10 0,11-11 0,-14 14 0,0 0 0,0 14 0,0-11 0,0 10 0,0 1 0,0 2 0,0 1 0,0 10 0,0-11 0,0 14 0,0 0 0,0 0 0,0-13 0,0 9 0,0-22 0,0 22 0,0-22 0,0 22 0,0-22 0,0 9 0,0 0 0,0-9 0,0 9 0,0 0 0,0-10 0,0 11 0,0-14 0,0 13 0,0-10 0,0 11 0,0-14 0,0 0 0,0 13 0,0 4 0</inkml:trace>
  <inkml:trace contextRef="#ctx0" brushRef="#br0" timeOffset="147734">20757 4223 24575,'0'17'0,"0"-4"0,0-13 0,0 0 0,0 14 0,0-11 0,0 10 0,0-13 0,0 14 0,0-11 0,0 10 0,0 1 0,0-11 0,0 10 0,0 0 0,0-9 0,0 22 0,0-22 0,0 9 0,0 0 0,0-9 0,0 22 0,0-22 0,0 22 0,0-22 0,0 22 0,0-22 0,0 22 0,0-22 0,0 22 0,0-23 0,0 11 0,0-1 0,14-10 0,-11 11 0,10-14 0,-13 13 0,0-10 0,0 11 0,0-14 0,0 0 0,0-14 0,0 11 0,0-10 0,0 13 0,-13 0 0,10-14 0,-11 11 0,14-10 0</inkml:trace>
  <inkml:trace contextRef="#ctx0" brushRef="#br0" timeOffset="148433">20877 4163 24575,'33'0'0,"-6"0"0,-14 0 0,-9 0 0,9 0 0,0 14 0,-9-11 0,9 10 0,-13-13 0,0 0 0,13 0 0,-9 0 0,9 0 0,-13 0 0,0 0 0,0 14 0,0-11 0,0 10 0,0-13 0,0 0 0,0 14 0,13-11 0,-9 10 0,9-13 0,-13 14 0,0-11 0,0 10 0,0 1 0,0-11 0,0 24 0,0-24 0,0 10 0,0-13 0,0 13 0,0-9 0,0 22 0,0-22 0,0 9 0,0 0 0,-13-9 0,9 22 0,-9-22 0,13 9 0,0 0 0,0-9 0,0 9 0,-13 0 0,9-9 0,-9 9 0,13 0 0,-13-9 0,9 9 0,-9 0 0,0-10 0,9 11 0,-9-1 0,0-10 0,9 11 0,-9-14 0,13 0 0,-13 0 0,9 0 0,-9 13 0,13-10 0,0 11 0,-13-14 0,9 0 0,-9 0 0,13 0 0,0 0 0,-13 0 0,10 0 0,-11 0 0,14 0 0,0 0 0,0-14 0,0 11 0,-13-10 0,10 13 0,-11 0 0,14 0 0</inkml:trace>
  <inkml:trace contextRef="#ctx0" brushRef="#br0" timeOffset="153364">20368 5392 24575,'17'0'0,"-4"0"0,-13-14 0,0 11 0,13-10 0,-9 13 0,9 0 0,0 0 0,-10 0 0,11 0 0,-1 0 0,-10 0 0,11 0 0,-1 0 0,-10 0 0,11 0 0,-1 0 0,-10 0 0,11 0 0,-1 0 0,-10 0 0,11 0 0,-1 0 0,-10 0 0,11 0 0,-14 0 0,0 0 0,0 13 0,0-10 0,13 11 0,-10-14 0,11 0 0,-14 13 0,-14-10 0,11 10 0,-10 1 0,13-11 0,0 24 0,-14-24 0,11 24 0,-24-11 0,24 1 0,-24 10 0,24-24 0,-10 24 0,-1-11 0,11 1 0,-24 9 0,24-22 0,-10 9 0,-1 0 0,11-9 0,-10 9 0,13 0 0,-13-9 0,9 9 0,-9-13 0,13 0 0,0 13 0,0-9 0,0 9 0,0-13 0,0 0 0,13 0 0,-9 0 0,9 0 0,-13 13 0,13-9 0,-10 9 0,11-13 0,-1 0 0,-10 0 0,24 0 0,-24 0 0,24 0 0,-24 0 0,24 0 0,-24 0 0,24 0 0,-24 0 0,24 0 0,-24 0 0,11 0 0,-1 0 0,-10 0 0,24 0 0,-24 0 0,10 0 0,-13 0 0,14 0 0,-11 0 0,10 0 0,-13 0 0,0 0 0,-13 0 0,10 0 0,-11 0 0,14 0 0,0 0 0</inkml:trace>
  <inkml:trace contextRef="#ctx0" brushRef="#br0" timeOffset="154080">20787 5362 24575,'0'16'0,"0"-2"0,0-14 0,0 0 0,0 13 0,0-10 0,0 10 0,0-13 0,0 0 0,0 14 0,0-11 0,0 10 0,0-13 0,0 0 0,14 0 0,-11 14 0,10-11 0,-13 10 0,0-13 0,0 0 0,0 14 0,0-11 0,0 10 0,0-13 0,0 0 0,0 14 0,0-11 0,0 10 0,0-13 0,0 14 0,0-11 0,0 10 0,0 1 0,0-11 0,0 10 0,14 0 0,-11-9 0,10 22 0,-13-22 0,0 9 0,0 0 0,0-9 0,0 9 0,0 0 0,0-9 0,0 9 0,0 0 0,0-9 0,0 9 0,0-13 0,0 0 0,0 13 0,0-9 0,0 9 0,0-13 0,0 0 0,0-13 0,-13 9 0,10-9 0,-11 0 0,14-4 0</inkml:trace>
  <inkml:trace contextRef="#ctx0" brushRef="#br0" timeOffset="154648">20757 5332 24575,'17'0'0,"-4"0"0,1 0 0,-11 0 0,24 0 0,-24 0 0,23 0 0,-22 0 0,9 0 0,0 0 0,-9 0 0,22 0 0,-22 0 0,9 0 0,0 0 0,-9 0 0,22 0 0,-22 0 0,9 0 0,0 0 0,-9 13 0,9-10 0,-13 11 0,13-14 0,-9 0 0,9 13 0,-13-10 0,0 11 0,0-14 0,13 13 0,-10-10 0,11 10 0,-28 1 0,11-11 0,-10 10 0,13 1 0,0-11 0,-13 24 0,9-24 0,-9 24 0,0-24 0,9 24 0,-22-24 0,22 24 0,-22-24 0,22 23 0,-22-22 0,22 22 0,-9-22 0,13 9 0,-13 0 0,9-9 0,-9 9 0,13-13 0,0 0 0,0-13 0,0 9 0,-13-22 0,-4 9 0</inkml:trace>
  <inkml:trace contextRef="#ctx0" brushRef="#br0" timeOffset="157287">21536 5451 24575,'17'0'0,"9"-13"0,-22 10 0,22-11 0,-9 1 0,13 10 0,13-24 0,-10 11 0,11-14-1087,-1 13 1087,-10-10 0,24 11 0,-24-14 0,10 13 0,1-10 0,-11 11 0,10-1-433,-13-9 433,0 22 0,0-22 0,-13 22 0,9-22 0,-9 22 0,0-9 1063,-4 0-1063,-13 9 457,0-9-457,0 13 0,0 0 0,-13 0 0,-4 0 0</inkml:trace>
  <inkml:trace contextRef="#ctx0" brushRef="#br0" timeOffset="158503">21596 5511 24575,'0'17'0,"0"-4"0,0-13 0,13 0 0,-9 0 0,9 0 0,-13 0 0,13 0 0,-9 14 0,22-11 0,-22 10 0,22 1 0,-23-11 0,24 23 0,-10-9 0,13 0 0,0 9 0,-14-9 0,11 0 0,-10 9 0,13-9 0,-1 0 0,1 9 0,14-9 0,-11 13-744,10-14 744,-13 11 0,-13-24 0,9 24 0,-9-24 0,13 24 0,-13-24 0,9 11 0,-22-1 0,9-10 744,0 11-744,-9-14 0,9 13 0,-13-10 0,0 11 0,13-14 0,-9 0 0,9 0 0,-13 0 0,0 0 0,0 13 0,0-10 0,0 10 0,0-13 0,0 0 0,-13-13 0,9 10 0,-22-10 0,9 13 0</inkml:trace>
  <inkml:trace contextRef="#ctx0" brushRef="#br0" timeOffset="162275">22614 4643 24575,'0'16'0,"0"11"0,0-24 0,0 24 0,0-10 0,0-1 0,0 11 0,0-11 0,0 14 0,0 0 0,0 14 0,0-11 0,14-3 0,-11-4 0,10-9 0,-13 13 0,0 0 0,0-13 0,0 9 0,0-9 0,0 0 0,0-4 0,0 0 0,0-9 0,0 9 0,0-13 0,0 13 0,0-10 0,0 11 0,0-14 0,0 0 0,0-14 0,0 11 0,0-10 0,0 13 0</inkml:trace>
  <inkml:trace contextRef="#ctx0" brushRef="#br0" timeOffset="163217">22794 5122 24575,'0'17'0,"0"-4"0,0-13 0,0 0 0,-13 0 0,9 0 0,-9-13 0,13 9 0,0-9 0,0 0 0,0 9 0,0-9 0,0 0 0,13 9 0,-9-9 0,9 0 0,-13 9 0,0-9 0,0 0 0,0 9 0,0-9 0,0 0 0,0 9 0,0-9 0,0 13 0,0-13 0,13 10 0,-9-11 0,9 14 0,-13 0 0,0 0 0,0-13 0,0 10 0,0-11 0,13 14 0,-9 0 0,9 14 0,-13-11 0,0 10 0,0-13 0,0 0 0,0 14 0,13-11 0,-9 10 0,9 0 0,-13-9 0,0 22 0,0-22 0,0 9 0,0 0 0,0-9 0,13 22 0,-9-22 0,9 9 0,-13-13 0,0 0 0,0-13 0,0 9 0,0-22 0,0 22 0,0-9 0,0 0 0,0 9 0,0-22 0,0 22 0,13-9 0,-9 0 0,9 10 0,-13-11 0,0 1 0,0 10 0,0-11 0,0 14 0,13-13 0,-9 10 0,9-11 0,-13 14 0,0 0 0,13 0 0,-10 0 0,11 0 0,-14 0 0,0 0 0,13 0 0,-10 0 0,11 0 0,-14 14 0,13-11 0,-10 10 0,11 1 0,-14-11 0,0 10 0,0-13 0,0 14 0,0-11 0,0 23 0,13-22 0,-10 22 0,11-22 0,-14 9 0,0-13 0,0 13 0,0-9 0,0 9 0,0-13 0,0 0 0,0 13 0,0-9 0,0 9 0,0-13 0,0 0 0</inkml:trace>
  <inkml:trace contextRef="#ctx0" brushRef="#br0" timeOffset="163803">23213 4912 24575,'0'17'0,"-13"-4"0,10-13 0,-11 14 0,1-11 0,10 23 0,-10-22 0,-1 22 0,11-22 0,-10 22 0,13-22 0,0 22 0,0-22 0,0 22 0,0-22 0,0 22 0,0-22 0,0 9 0,0-13 0,0 0 0,0 13 0,0-9 0,0 9 0,13-13 0,-10-13 0,11 9 0,-1-9 0,-10 13 0,24 0 0,-24-13 0,10 9 0,-13-22 0,14 22 0,-11-22 0,10 22 0,1-22 0,-11 22 0,10-9 0,-13 0 0,0 9 0,0-9 0,0 0 0,0 9 0,0-9 0,0 13 0,0 0 0,0 13 0,0-9 0,0 22 0,0-22 0,0 22 0,0-22 0,0 22 0,0-22 0,0 22 0,0-22 0,0 22 0,0-22 0,0 9 0,0 0 0,0-9 0,0 9 0,0-13 0,0 0 0,14 0 0,-11 0 0,10 0 0</inkml:trace>
  <inkml:trace contextRef="#ctx0" brushRef="#br0" timeOffset="164279">23363 5062 24575,'14'-17'0,"-11"4"0,10 13 0,-13 0 0,0-13 0,0 9 0,13 18 0,-9 6 0,9 23 0,-13-13 0,13 0 0,-9 0-528,9 13 528,-13-10 0,13 24 0,-9-24 0,9 24 0,-13-24 0,0 24-703,0-24 703,0 10 0,0-13 0,0 0 0,-13-13 510,9 9-510,-9-22 0,13 22 0,-13-22 721,9 9-721,-22-13 0,22 0 0,-22 0 0,23-13 0,-11 9 0,1-22 0,10 22 0,-24-22 0,10 22 0,1-22 0,-11 9 0,24-13 0,-11-13 0,14-4 0</inkml:trace>
  <inkml:trace contextRef="#ctx0" brushRef="#br0" timeOffset="164709">23633 5092 24575,'16'-17'0,"-2"4"0,-14 13 0,0-13 0,0 9 0,0-9 0,0 13 0,0 0 0,-14 0 0,11 13 0,-10-9 0,13 9 0,0 0 0,0-9 0,0 9 0,-14 0 0,11 4 0,-10 0 0,13 9 0,13-9 0,-10 13 0,11-14 0,-14 11 0,13-24 0,-10 24 0,11-24 0,-1 24 0,-10-24 0,11 11 0,-1-14 0,4-14 0,13 11 0,0-10 0</inkml:trace>
  <inkml:trace contextRef="#ctx0" brushRef="#br0" timeOffset="164983">23962 4882 24575,'-16'17'0,"-11"-4"0,24 1 0,-24-11 0,24 24 0,-11-24 0,1 23 0,10-22 0,-11 22 0,14-9 0,0 0 0,0 9 0,0-9 0,0 13 0,0 0 0,0 0 0,0-14 0,14 11 0,-11-10 0,10 13 0,-13 0 0,0-14 0,14 11 0,-11-24 0,10 11 0,-13-1 0,-13-10 0,10 11 0,-24-14 0,24 0 0,-24 0 0,-3 0 0,-3 0 0,-10 0 0,13 0 0</inkml:trace>
  <inkml:trace contextRef="#ctx0" brushRef="#br0" timeOffset="165445">23363 4972 24575,'-13'17'0,"10"-4"0,-11 0 0,14-9 0,0 22 0,0-22 0,0 22 0,0-22 0,14 9 0,2-13 0</inkml:trace>
  <inkml:trace contextRef="#ctx0" brushRef="#br0" timeOffset="166201">22644 5721 24575,'17'30'0,"-4"13"0,1-10-1649,-11 24 1649,10-24 0,1 24 0,-11-24 0,24 24 0,-24-24 1,10 10-1,0-13 0,-9 0 0,22 0 399,-22-13-399,9 9 0,-13-22 0,13 9 824,-9-13-824,9 0 425,0 0-425,-9 0 0,22-13 0,-22-4 0,22 1 0,-22-11 0,22 10 0,-9-26-793,-1 10 793,11-11 0,-24 14 0,24 1-125,-24-1 125,11 0 0,-1 0 0,-10 0 0,11 13 0,-14 4 0,0-1 0,0 11 787,0-10-787,0 13 131,0 0-131,-14 0 0,11 0 0,-10 0 0</inkml:trace>
  <inkml:trace contextRef="#ctx0" brushRef="#br0" timeOffset="166451">23094 6050 24575,'0'17'0,"0"-4"0,0 1 0,0-11 0,0 24 0,0-24 0,13 24 0,-10-11 0,11 1 0,-14 10 0,0-11 0,0 1 0,0 9 0,0-22 0,0 9 0,0 0 0,0-9 0,0 9 0,0-13 0,0 0 0,-14 0 0,11 0 0,-10 0 0</inkml:trace>
  <inkml:trace contextRef="#ctx0" brushRef="#br0" timeOffset="167633">23333 6320 24575,'14'-17'0,"-11"-9"0,10 9 0,1 1 0,-11-11 0,10 10 0,-13-13 0,0 0 0,13 0 0,-9 0 0,9 0 0,-13 1 0,0-15 0,0 24 0,0-20 0,0 24 0,0-14 0,0 13 0,0-10 0,0 24 0,0-10 0,0 13 0,0-13 0,0 9 0,0-9 0,0 13 0,0 13 0,0-9 0,0 9 0,-13 0 0,9-10 0,-9 24 0,13-24 0,0 24 0,0-10 0,0 13 0,0 0 0,0 0 0,0 0 0,0-1 0,13 1 0,-9 0 0,9 0 0,-13 0 0,0 0 0,0 0 0,13-13 0,-9 9 0,9-22 0,-13 22 0,13-22 0,-9 9 0,9-13 0,0 0 0,-9 0 0,22 0 0,-9 0 0,0 0 0,9-13 0,-22 9 0,22-22 0,-23 22 0,24-22 0,-24 23 0,24-24 0,-24 10 0,24 1 0,-24-11 0,24 10 0,-24-13 0,11 14 0,-14-11 0,13 24 0,-10-24 0,11 11 0,-14-1 0,13 4 0,-10-1 0,11 11 0,-14-10 0,0 13 0,0-14 0,-14 11 0,11-10 0,-10 13 0,13 0 0,0 0 0,0 13 0,-14-10 0,11 11 0,-24-1 0,24-10 0,-10 24 0,13-24 0,-14 24 0,11-11 0,-10 1 0,13 10 0,0-11 0,0 1 0,0 10 0,13-24 0,-10 10 0,11 1 0,-14-11 0,0 10 0,0-13 0,13 0 0,-10 0 0,11 0 0,-14 0 0,13 0 0,-10 0 0,11 0 0,-1-13 0,-10 10 0,11-24 0,-14 24 0,0-11 0,13 1 0,-10 10 0,10-11 0,-13 14 0,0 0 0,0 14 0,0-11 0,0 24 0,0-24 0,0 24 0,0-11 0,0 14 0,0-13 0,14 9 0,-11-22 0,10 22 0,1-22 0,-11 9 0,10-13 0,1 0 0,-11 0 0,10-13 0,1 9 0,-11-22 0,10 9 0,-13-13 0,0 0 0,0 0 0,0 0-568,-13-13 568,10 10 0,-24-10 0,24 13 0,-24 0 0,10 13 0,1-10 0,-11 24 0,11-24 0,-14 24 0,0-10 0,0 13 0,0 0 0</inkml:trace>
  <inkml:trace contextRef="#ctx0" brushRef="#br0" timeOffset="168145">23333 6021 24575,'-16'16'0,"2"11"0,14-24 0,-13 24 0,10-24 0,-11 10 0,14 1 0,0-11 0,0 24 0,0-24 0,0 10 0,0 1 0,0-11 0,0 10 0,14-13 0,-11 0 0,10 0 0,-13 0 0,0 0 0,14 0 0,-11 0 0,10 0 0,1-13 0,2-4 0</inkml:trace>
  <inkml:trace contextRef="#ctx0" brushRef="#br0" timeOffset="172995">21331 4291 5734,'13'3'0,"3"-1"0,-1-2 0,28-1 0,-14 1-190,-4 0 0,1-1 190,18 1-1202,-8 0 1202,9 1 0,1 0 0,-13 2 0,11-1-898,-6 1 898,-10 0 0,3 0 0,-11-6 0,-14 0 0,0-4 0</inkml:trace>
  <inkml:trace contextRef="#ctx0" brushRef="#br0" timeOffset="173233">21862 4280 5734,'3'27'0,"-5"8"0,0-20 0,-3 7 0,2-12 0,1 0 0</inkml:trace>
  <inkml:trace contextRef="#ctx0" brushRef="#br0" timeOffset="173877">22284 4044 5734,'-5'6'0,"-1"0"0,-11 15 0,5-4 0,-11 13 0,2 3-2005,4-7 2005,-5 10 0,4 0 621,6-9-621,2-2 0,1-1 0,2 0 0,-5 16 0,9-27 327,-2 4-327,3-13 0,-2-5 0,3-5 0,1-4 0</inkml:trace>
  <inkml:trace contextRef="#ctx0" brushRef="#br0" timeOffset="174163">22216 3961 5734,'6'17'0,"0"1"0,4 12 0,-3-8-1075,3 14 1075,-3-14 0,-1 1 0,0 0 0,8 21 0,-6-15 0,2 0 0,0 0 0,-2-7 0,8 17 0,-10-28 345,3 6-345,-6-13 177,-2-6-177,-4-2 0,-7-18 0,3 8 0,-4-10 0</inkml:trace>
  <inkml:trace contextRef="#ctx0" brushRef="#br0" timeOffset="174693">22187 4166 5734,'7'4'0,"4"2"0,-3-3 0,4 1 0,11 1 0,-8-4 0,26 1 0,-22-3 0,12-1 0,-16-1 0,-1 0 0,0-1 0,6-3 0,-9 3 0,7-2 0,-13 3 0,1 1 0,-3 1 0,-2-1 0,0 0 0,-1 7 0,0 11 0,0 1 0,1 10 0,0 2 0,-1-6-430,3 24 430,-2-34 0,3 4 0,-2-8 0,1 2 0,-1-6 0,-1-3 0,5-8 430,-2 0-430,8-20 0,-5 11 0,5-23 0,-8 22 0,3-9 0,-5 12 0,0 4 0,-2-1 0,5 6 0,-5 4 0,4 4 0,-4 4 0,0 2 0,3 2 0,0 10 0,0-7 0,-1 10 0,1-11 0,-1-3 0,1-3 0</inkml:trace>
  <inkml:trace contextRef="#ctx0" brushRef="#br0" timeOffset="175333">22703 4144 5734,'-6'-1'0,"-7"2"0,5 1 0,-6 2 0,0 12 0,7-6 0,-4 9 0,11-9 0,0 0 0,0 4 0,1-5 0,3 9 0,-1-11 0,11 2 0,-7-9 0,8-3 0,-8-3 0,5-10 0,-2 5 0,6-19 0,-9 15 0,4-22 0,-8 19 0,1-22 0,-3 23 0,0-15 0,-1 21 0,0-4 0,0 9 0,0 2 0,-1 11 0,0-1 0,0 10 0,3 5 0,-1-5 0,3 8 0,3 2 0,-2-6 0,3 5 0,2-2 0,3 5 0,-2-7 0,2 0 0,-7-14 0,4-2 0,-3-3 0,2-1 0,0-6 0,-3-1 0,6-11 0,-7 6 0,3-7 0,-3 3 0,-2 4 0,0-2 0,-1 3 0,-1 3 0,-1 0 0,0 3 0,0 2 0,0 10 0,-2 11 0,2 0 0,0 12 0,1 0 0,1-7-220,0 2 1,0-1 219,-1-15 0,1-1 0,-2-2 0,1-2 0,-2-2 0,0-2 0,-1-2 0,0-3 0</inkml:trace>
  <inkml:trace contextRef="#ctx0" brushRef="#br0" timeOffset="175838">23022 4205 5734,'-9'11'0,"-4"7"0,4-4 0,-1 7 0,2 3 0,3-5 0,-1 5 0,6-1 0,0-7 0,3 3 0,7-6 0,0-5 0,6-1 0,7-9 0,-4-3 0,8-5 0,-2-9 0,-7 3 0,4-9 0,-12 0 0,-4-2 0,1-2-388,-2 2 1,-3 2 387,-4 5 0,-2 2-94,-5-3 94,-1 8 0,-2-1 0,-7 8 0,4 4 0,-5 2 0,5 3 0,0 2 0</inkml:trace>
  <inkml:trace contextRef="#ctx0" brushRef="#br0" timeOffset="176608">22245 4478 5734,'11'7'0,"13"-2"0,-2-5 0,9 1 0,3 0 0,6 0-798,-6 0 1,-1 0 797,8-1 502,1 1-502,0 0 0,9-1 0,-6 0-1105,-13 1 1,1-1 1104,10 0 0,5 1 0,-6 0 0,-12 0 0,-4 0-92,6 1 92,12 1 0,-26 2 0,-7-2 0,2 1 0</inkml:trace>
  <inkml:trace contextRef="#ctx0" brushRef="#br0" timeOffset="177341">22640 5500 5734,'26'-4'0,"5"0"0,-3 1 0,3 0-759,-6 0 0,3 1 759,15 0 0,9 0 0,-5 1-487,-7-1 0,1 2 487,3 0 0,8-1 0,0 1 0,-7 0 0,-3 1 0,0-1 0,0 1 0,6-1 0,0 0 0,-7 1 0,-6-1 0,0 0 0,9 0 0,6 0 0,-9-1 0,-15 0 0,-2 0 0,10 0 0,1 0 0</inkml:trace>
  <inkml:trace contextRef="#ctx0" brushRef="#br0" timeOffset="178088">22579 6556 5734,'27'-8'0,"-6"3"0,20-2-473,-7 5 473,-3 0 0,2 0-1258,-6 1 1,1 1 1257,10-1 0,4 0 0,2 1 0,3 1 0,-3 0 0,1-1 0,2 1 0,-7-1 0,7 1 0,2 0 0,-1-1 0,-7 1 0,-5-1 0,-4 0 0,3 0 0,10 1 0,6-1 0,-1 0 0,-7 0-777,1 0 1,-4-1 776,-7 1 0,0 0 0,1-1 0,-1-1 0,1 0 0,-4 0 0,-3 0 0,0 0 0,16-1 0,-7-1 0,-21-1 0,-5 0 0,-21-2 0</inkml:trace>
  <inkml:trace contextRef="#ctx0" brushRef="#br0" timeOffset="196491">2576 6854 5734,'4'-4'0,"-3"2"0,21-10 0,-12 7 0,9-6 0,-10 7 0,1 0 0,9-1 0,-3 1 0,7-2 0,9 0 0,-6 2 0,11-2 0,-8 3 0,1 0 0,-2 1 0,0 0-829,6 0 0,0 0 829,-7 1 0,-1 1 0,14 0 0,-10 0 0,0 0 0,-6 0 0,1 0 0,5 0 0,3 0 0,0 0 0,0 1 0,-7-1 0,0 1 0,8 0 0,3 0 0,-3 0 0,3 0 0,-3 0 0,0 0 0,2 1 0,3-1 0,7 1 0,0 0 0,-7-1 0,0 1 0,0 0 0,-3-1 0,4 1 0,0 0 0,-5-1-1092,2 1 1,-2-1 1091,12 2 0,1-1 0,-15-1 0,0 0 0,-1 0 0,7 0 0,-1 0 0,-6 0 0,2 0 0,1-1 0,9 0 0,2 1 0,-3-1 0,-2 0 0,2 0 0,-5 0 0,4 0 0,0 0 0,-5 0 0,0 0 0,-1 0 0,2 0 0,4 0 0,1-1-474,-7 1 1,3 0 0,-1 0 0,-2 0 473,0 0 0,-2-1 0,3 1 0,2 1 0,3-1 0,-1 1 0,-7 0 0,-4 0 0,-4 1 0,10 0 0,-2 0 0,11 2 0,-2 0 0,-2-1 0,-1 1 0,-2-1 0,-2 0 0,-2-1 0,0-1 0,1 0 0,0-1 0,-5 1 0,-1-1 0,-12 0 1943,-3 0-1943,-3 0 1537,-2 0-1537,-2 0 1203,-1 0-1203,-1 1 1051,-2-1-1051,1 2 0,-2-1 0,1-1 0,-2 1 0,-2 2 0,-3 0 0,-4 3 0</inkml:trace>
  <inkml:trace contextRef="#ctx0" brushRef="#br0" timeOffset="209191">7666 8274 5734,'-10'2'0,"4"-1"0,-1 1 0,4-1 0,0 0 0,0-1 0,1 2 0,0-2 0,2 1 0,7 0 0,1-1 0,27-2 0,-12 1-766,6 0 1,1 0 765,9 1 0,-13 0 0,3 1 0,6 0 0,0 1 0,-6-1 0,0 1 0,9 0 0,6 0 0,-2-2 0,7 0 0,1 0 0,-6 0-738,-10-1 0,-5 1 0,5 0 738,11-1 0,7 0 0,-2 0 0,-8-1 0,-7 0 0,-3 0 0,2-1 0,2 0 0,-3 0 0,-3 1 0,-1-1 0,16-1 0,-5 1 0,-21 3 0,-2 0 0</inkml:trace>
  <inkml:trace contextRef="#ctx0" brushRef="#br0" timeOffset="211275">10091 8073 5734,'-1'4'0,"0"-2"0,2-1 0,5-2 0,2-1 0,9-1 0,17-6 0,-8 3 0,2-2-1105,1 1 0,2-1 1105,5-1 0,0 0 0,-7 2 0,2 0-887,10-1 0,6 0 1,-3 0 886,0 0 0,0 1-288,1 0 0,4-1 0,-3 2 288,-9 3 0,-1 0 0,-2 1 0,6-1 0,1 0 0,-9 2 0,2-1 0,0 1 0,12 0 0,-3 1 0,-12 0 0,1 0 0,4-1 0,3 2 0,-5-1 0,12 1 0,-12 0 0,-5 0 0,-11 3 0,-3-1 0</inkml:trace>
  <inkml:trace contextRef="#ctx0" brushRef="#br0" timeOffset="217194">16443 7431 5734,'-2'-4'0,"-7"2"0,-2 2 0,-6 2 0,-14 4 0,5 1 0,-11 4 0,11-1 0,1 0 0,-7 4 0,1 1 0,1 1 0,9-2 0,-9 11 0,21-14 0,3 4 0,10 3 0,0-6 0,17 12 0,-8-15 0,15 8 0,-15-10 0,4 2 0,-5-2 0,-2-1 0,-1 3 0,-4-5 0,-9 5 0,-2-4 0,-8 5 0,-4 3 0,1-3 0,-8 7 0,9-6 0,1-2 0,11-6 0,6-4 0,9-4 0,1-2 0</inkml:trace>
  <inkml:trace contextRef="#ctx0" brushRef="#br0" timeOffset="217634">16485 7548 5734,'2'13'0,"-1"2"0,1 5 0,0 5 0,0 4 0,1 4 0,1-3 0,-1 0-1216,1 7 1,0 0 1215,1-6 0,-1-2 0,2 12 445,0 0-445,-1-7 0,0 1 0,2 5 0,-1-2 0,-1-3 0,-1-12 0,-2 1 0,-4-25 0,-2-12 0,-1-7 0,-1-7 514,2 2 0,-1-2-514,-2-18 0,3 11 0,0-5 0,0 4 0,1 6 0,1 0 0,-2-16 0,0 0 0,4 15 0,0 4 0,0-14 0,3-5 0,4 14 0,-1 10 114,4 0-114,5 13 0,-2 8 0,20 21 0,-15-2 0,0 10 0,-1 2 0,-5 1 0,-4-8 0,-2 3 0,-10 5 0,-3 0 0,-2 3-198,-2-3 1,-1-3 197,-4-7 0,-18 11 0,12-16-286,0-4 0,0-3 286,6-8 0,-7-5 0,11-28 0,6 7 0,0-19 0</inkml:trace>
  <inkml:trace contextRef="#ctx0" brushRef="#br0" timeOffset="218710">16779 7785 5734,'6'0'0,"4"-2"0,-2-2 0,3-2 0,6-6 0,-5 3 0,6-6 0,0-4 0,-4 3 0,3-5 0,-3-2 0,-4 5 0,1-4 0,-3 1 0,-2 7 0,-1-4 0,-3 5 0,-2 4 0,0-1 0,-9 5 0,3 4 0,-8 1 0,5 4 0,-2 3 0,-10 10 0,8-5 0,-15 22 0,16-16 0,0 9 0,1 0 0,4-4-488,-3 19 488,9-24 0,2 1 0,7 17 0,-3-13 0,5 12 0,1-14 0,-2-5 0,3 0 0,3-4 0,-4-5 0,16 0 0,-13-6 0,19-9 0,-19 2 0,16-17 0,-18 11 0,15-19 0,-15 17 0,9-16 0,-12 17 0,2-4 0,6-18 0,-9 18 488,8-18-488,-13 16 0,-1 6 0,-1-13 0,-3 15 0,-13-14 0,6 17 0,-10-6 0,9 11 0,-10 2 0,7 1 0,-8 3 0,4 6 0,5 0 0,-3 6 0,2 7 0,4-4 0,-2 24 0,9-18 0,2 13 0,10-10 0,1-8 0,6 6 0,7-5 0,-3-6 0,8 1 0,0-11 0,1-3 0,0-1 0,-1-2 0,0-1 0</inkml:trace>
  <inkml:trace contextRef="#ctx0" brushRef="#br0" timeOffset="218969">17451 7612 5734,'-11'-3'0,"-10"4"0,9 2 0,-10 4 0,6 5 0,3-1 0,-2 3 0,1 11 0,7-9 0,-3 11 0,9-12 0,1-1 0,2 0 0,5 6 0,0-6 0,3 4 0,7-5 0,-2-6 0,5-1 0,15-16 0,-15 2 0,14-10 0</inkml:trace>
  <inkml:trace contextRef="#ctx0" brushRef="#br0" timeOffset="219393">17518 7041 5734,'-3'11'0,"0"3"0,1 5 0,-1 5 0,1 6 0,1-4 0,1 2 0,1 16-546,0-13 1,0 1 545,3 2 0,0 0-752,-1-7 0,1-1 752,1 8 0,1 2 0,3 11 0,1-1 0,-5-21 0,0 0 0,4 17 0,-1-3-358,-3-17 358,-2-3 0,1-2 0,-2-6 643,1-2-643,-2-11 1830,0-4-1830,0-7 0,0-12 0,1 2 480,1-10-480,4-7 0,-1 8 0,3-9 0,-2 17 0,1 1 0,1-4 0,1 4 0,1 2 0,-2 9 0,13 6 0,-10 12 0,11 17 0,-13-3 0,4 9 0,-4 10 0,-1 2 0,1 0-828,-1 2 1,-2-2 827,-4-13 0,0-1-421,-2 4 421,-1-11 0,-1-1 0,-1-12 0</inkml:trace>
  <inkml:trace contextRef="#ctx0" brushRef="#br0" timeOffset="220777">16176 7971 5734,'27'8'0,"-1"-2"0,16 2-1639,-10-5 1,1-2 1253,-5 0 0,0 0 385,10 0 0,5-1-563,2-2 1,4-1 0,-2 1 562,-16 0 0,-1 0 0,5 0 0,5 0 0,8 0 0,3-1 0,1 0 0,-3 0 0,-7 1 0,0 0 0,-5 1 0,4-1 0,-1 0 0,5 0 0,1 0 0,-2 1 0,-7 0 0,7 1 0,-5 0 0,0 0 0,2 1 0,-1 0 0,3 0 0,-3 0 0,-3 0 0,-2 1 0,2-1 0,3 1 0,-8 0 0,0 1 0,0 2 0</inkml:trace>
  <inkml:trace contextRef="#ctx0" brushRef="#br0" timeOffset="223259">16723 5369 5734,'-6'2'0,"1"-1"0,1-1 0,12-2 0,4 0 0,16-1-738,0 2 1,2-1 737,-5 2 0,5-1 0,5 0 0,7 0 0,2 0 0,-4 0-567,-8 0 1,-2 0 0,5 0 566,2 1 0,5-1 0,2 0 0,-1 0 0,-5 1 0,-3-1 0,-3 1 0,3 0 0,4 0 0,4 0 0,2 0 0,-1 0 0,-6 0-781,-2 0 1,-4 0 0,2 0 780,2 0 0,3 0 0,0 0 0,-3 0 0,0 0 0,-3 0 0,-3 0-6,-3 0 1,1 0 5,17 1 0,-6 0 0,-20 0 583,-14 6-583,-17-2 0,-26 4 0,15-4 0,-8-1 0</inkml:trace>
  <inkml:trace contextRef="#ctx0" brushRef="#br0" timeOffset="237413">15964 9539 5734,'2'-7'0,"1"1"0,-2 4 0,1 0 0,7 3 0,-3-1 0,9-1 0,-6 0 0,10-2 0,-4 2 0,7-2 0,13-1 0,-12 1 0,5 0 0,0 1 0,-2 0 0,-2 0 0,1 1 0,-3-1 0,8 1 0,-1 0 0,-7 1 0,7 1 0,13-1 0,-14 1 0,5-2 0,7 0 0,-5 0 0,8 0-921,4-1 0,-2 0 921,-14 1 0,12-1 0,-10 1 0,-1 0 0,0 0 0,-1 0 0,-1 1 0,0 0 0,-4-1 0,2 0 0,2 0 0,1 0 0,-8-1 0,3 1 0,1 0 0,-2-1 0,8 0 0,5 1 0,-1 0 0,-5 1 921,-9 0 0,2 0-921,11 2 0,-9-1 0,3 2 0,-1 0 0,2 1 0,4 0 0,1 2 0,-4-1 0,6 0 0,1 0-594,-3 0 594,-8-2 0,0 0 0,-3 0 0,-1-2 0,13 3 0,5-2 0,1 0 0,2-1 0,-12 0 0,7-1 0,2 1 0,-8-1 0,-7 0 0,0 0-577,10 0 1,4 0 0,-7 0 576,-4 0 0,10 0 0,-9 0 0,0 0 0,1 0 0,1 1-103,-7-1 1,0 0 102,16 0 0,-12 0 0,1 0 0,-5-1 0,-1 1-232,6-1 1,-2 1 231,4-1 0,14-1 0,-12 0 0,11-1 0,-2 1 0,-11 2 0,8 1 0,1 2 0,-10 0 0,10 1 0,4 0 0,-10-2 0,11 2 0,-22-2 0,-1-1 0,15 3 0,-15-3 0,3 1 0,5 0 0,0 1 0,10 0 0,-2 0 0,-1 0 0,-2-1 0,11 1 0,0-2 0,-12 0 0,10-1 0,1 1 0,-1-1 0,-4 1 0,2 0 0,-3-1 0,-15 2 1435,-7-2-1435,3 2 0,-3 1 0,-6-1 0,3 0 0,-8-1 231,2 1-231,-1 1 1153,-1-1-1153,-2 0 172,-3-1-172,-2 0 0,0 1 0,-5 4 0,-1-2 0,-4 2 0</inkml:trace>
  <inkml:trace contextRef="#ctx0" brushRef="#br0" timeOffset="295529">2805 10940 5734,'-6'2'0,"1"0"0,3-2 0,0 0 0,1 1 0,0-1 0,7-2 0,14 0 0,0-2-384,9-1 384,-8 2 0,3-1 0,1 2 0,18-2 0,-7 1 0,9-1 0,2 0 0,-22 2 0,3 0-817,13-1 1,9 0 0,1-1 0,-7 1 816,2 0 0,-1 1-522,-5-1 1,4 1 0,1-1 0,-6 1 521,6 0 0,-4-1 0,2 1 0,1-1 0,-1 0 0,1 1 0,-3-1 0,2 1 0,-2 0 0,5 0 0,1 0 0,-8 1 0,2-1 0,-1 1 0,-3 1 0,0 0 0,-2-1 0,5 1 0,0 0 0,-8 0 0,1 0 0,-1 0 0,9 1 0,-3 0 0,-10 0 0,-1 0 0,5 1 0,0 0 0,14 2 0,-15 0 0,4 0 0,-12-1 0,-7 0 0,2 1 1692,-4 0-1692,-5-2 2868,2 2-2868,-3-1 1174,-1-1-1174,-1 1 0,-1-2 0,-1-1 0,1 1 0</inkml:trace>
  <inkml:trace contextRef="#ctx0" brushRef="#br0" timeOffset="305116">1873 10762 5734,'-21'-5'0,"-2"0"0,-13 5 0,4 4 0,-2 0 0,6 0 0,-1 1-256,-6 1 1,-2 3 255,-4 4 0,2 2-1010,13-6 1,1 2 1009,-15 5 0,-1 3 0,9-1 0,1 1 0,7-3 0,-1 1 0,-7 6 0,-1 3-852,4 1 1,0 4 0,2-2 851,0-1 0,1 4 0,0 2 0,-3 7 0,0 1 0,6-5-322,2-1 0,2 2 322,5-6 0,-1 6 0,-1 2 0,2-1 0,3-6 0,-2 9 0,2 0 0,3-7 0,0 5 0,-1 2 0,1-1 0,2-6 0,-1 8 0,2 0 0,1-7 0,0 5 0,0 3 0,0-2 0,1-5-3,0 9 0,1-1 3,-1 1 0,1 4 0,0-3 0,1-8 0,0-2 0,0-2 0,1 8 0,0-1 0,0-9 0,-1 2 0,2 3 0,4 7 0,1 5 0,0 0 0,0-7 0,0 1 0,1 0 0,-1-2 0,2 6 0,0-2 0,0-10 0,8 6 0,-4-15 0,2-1 0,10 13 0,-8-16 0,1 0 0,4-2 0,1-2 0,12 11 0,-5-7 0,4 2 0,-2-4 0,1 1 0,-1-2 0,3 3 0,1 0 0,-3-3 0,2 2 0,-4-3 146,-7-6 1,-1-1-147,11 6 0,1-1 0,-9-4 0,1 0 0,7 3 0,2-1 0,-2-2 0,-1-1 94,-8-3 1,0 0-95,6 1 0,-1 0 0,-3-2 0,-2-1-138,11 3 138,7 2 0,-5-2 0,-16-4 2353,9 2-2353,-21-5 615,-1-2-615,-4-1 1466,-4-1-1466,0-2 886,-16-9-886,3 2 0,-23-13 0,12 7 0,-7-5 0</inkml:trace>
  <inkml:trace contextRef="#ctx0" brushRef="#br0" timeOffset="305315">1761 13469 5734,'9'35'0,"-1"9"0,-6-18 0,0 8 0,-3-1 0,0-9 0,-1 7 0,0-8 0,0-7 0,1 2 0,4-6 0,2-5 0,3-1 0</inkml:trace>
  <inkml:trace contextRef="#ctx0" brushRef="#br0" timeOffset="307455">11543 10457 5734,'5'1'0,"-2"-1"0,-2 0 0,-1-1 0,3 1 0,-4 3 0,1-2 0,-3 2 0,2-3 0,-1 0 0,1-1 0,-1 0 0,-3 0 0,2-1 0,-3-1 0</inkml:trace>
  <inkml:trace contextRef="#ctx0" brushRef="#br0" timeOffset="309423">11477 10430 5734,'18'4'0,"1"1"0,14-3 0,4-1 0,3-1-450,0 1 1,5-2 449,-4-2 0,-3 0 0,-12 0 0,1 1 0,11-2 0,5-1 0,-6 0-935,-11 2 1,-2 0 934,13-2 0,1 0 0,-7 1 0,-3 1 375,7-1-375,-10 1 0,-1 0 0,-6 1 0,-2 0 0,3 0 0,-9 0 368,2 1-368,-8 2 1723,-4 1-1723,-2 2 302,-2 0-302,-3 2 0,1 0 0,-1-1 0</inkml:trace>
  <inkml:trace contextRef="#ctx0" brushRef="#br0" timeOffset="309656">12231 10378 5734,'27'0'0,"9"3"0,-20 0 0,7 2 0,-14-1 0,-1 1 0,-1 6 0,-5-3 0,0 7 0,-7 0 0,0-2 0,-2 4 0,-3 0 0,1-3 0,-3 2 0,1-4 0,1-2 0,-2-1 0</inkml:trace>
  <inkml:trace contextRef="#ctx0" brushRef="#br0" timeOffset="315073">13103 10081 5734,'-4'4'0,"0"3"0,-5 19 0,0 5 0,1-1 0,1 0 0,-1 5 0,2-4 0,2 4 0,5 4 0,1 8 0,1-8 0,2 5 0,1-9 0,3 7 0,-1-10-796,6-11 796,7 10 0,-6-20 0,10-5 0,1-3 0,1-1 0,8-5 0,-1-3 0,-13-4-10,-4-10 1,-3-3 0,-10 2-1,-3-19 1</inkml:trace>
  <inkml:trace contextRef="#ctx0" brushRef="#br0" timeOffset="315315">12971 10018 5734,'16'-12'0,"-2"3"0,8-2 0,9 3 0,-5 3 0,10-2 0,3 2-1853,-10 2 1853,10-1 0,-12 1 0,0 1 0,-2 0 0,19-3 577,-36 5-577,-6 4 303,-5 1-303,-6 5 0,-5-2 0,-2 1 0</inkml:trace>
  <inkml:trace contextRef="#ctx0" brushRef="#br0" timeOffset="315490">13042 10230 5734,'26'-6'0,"-4"1"0,9-3 0,7-1 0,-9 1 0,9-2 0,4-1 0,-14 5 0,8 0 0,-23 6 0,-4 3 0</inkml:trace>
  <inkml:trace contextRef="#ctx0" brushRef="#br0" timeOffset="315850">13521 10079 5734,'0'12'0,"-1"0"0,0 7 0,-6 11 0,2-3 0,-4 11 0,0 5-469,2-9 469,2-6 0,0 1 0,3 1 0,0-1 0,-1 19-470,3-21 0,0-3 470,2-2 0,1-1-323,7 8 323,-2-13 0,19 11 0,-11-20 0,10-3 0,1-2 0,-3-4 0,20-2 0,-25 0 0,-1 0 0,10-5 0,-12 5 0,6-4 0,-13 4 305,-3 2-305,-1-1 0,-3 0 0,1-2 0</inkml:trace>
  <inkml:trace contextRef="#ctx0" brushRef="#br0" timeOffset="316349">13943 10093 5734,'-1'-4'0,"-1"2"0,1 2 0,1 12 0,0 8 0,0 6-638,0 3 638,0-5 0,0 14 0,1-8 0,0 11 0,1-13 0,0-1 0,1-1 0,0 18 0,-1-18 155,1 12-155,1-17 0,-2-8 0,0 6 0,-1-12 0,-4 1 0,-5-9 120,0-1 1,-3-5 0,2 0 0</inkml:trace>
  <inkml:trace contextRef="#ctx0" brushRef="#br0" timeOffset="316628">13726 10129 5734,'4'-10'0,"8"-3"0,0 4 0,7-2 0,9 0 0,-4 4 0,11-2 0,5 3 0,-8 1 0,2 2 0,1 0-1471,1 0 1471,-10 0 0,1 1-203,7-1 203,-12 2-167,11 1 167,-22 1 0,3 3 0,-12-1 0,0 1 0</inkml:trace>
  <inkml:trace contextRef="#ctx0" brushRef="#br0" timeOffset="316894">14246 10153 5734,'-3'27'0,"-1"0"0,2 6 0,-1-6 0,0 9 0,1-10 0,1 1 0,1 21 0,2-19 0,2 14 0,6-18 0,-2-7 0,6 3 0,4-6 0,-2-7 0,6 0 0,9-14 0,0-4 0,-1 1 0,2-2 0,-2-3 0,-11-6 0,-8 4 0,-1-5 0,-10 5 0,-1 0 0</inkml:trace>
  <inkml:trace contextRef="#ctx0" brushRef="#br0" timeOffset="317160">14081 10151 5734,'17'-11'0,"2"1"0,12 1 0,9 0-1507,-13 3 0,1 0 1507,17-1 0,-2 0-336,-2 2 336,-11 2 717,7-1-717,-9 0 0,-8 1 0,0 0 0,-9 1 0,-5 1 362,-6 1 0,-4 0 0,-5 0 1</inkml:trace>
  <inkml:trace contextRef="#ctx0" brushRef="#br0" timeOffset="317348">14271 10243 5734,'7'2'0,"8"0"0,-1-1 0,9-1 0,6-3 0,1 0 0,3-2-1131,0 1 1,-2-1 1130,-5-2 0,-2 2-6,6-7 1,-9 2-1,7-6 1</inkml:trace>
  <inkml:trace contextRef="#ctx0" brushRef="#br0" timeOffset="317994">13289 10900 5734,'15'3'0,"17"1"0,-2-3-696,-7 0 1,2 0 695,11 0 0,1-1-1273,-6 0 0,0 0 1273,13-1 0,3 0 0,-12 0 0,1-1 0,-2-1-631,8 1 0,0-1 631,-7 0 0,2 1 0,0-1 0,-3 1 0,0 0 0,-3 0 0,6 0 0,-2 0-268,9-1 1,-2 1 267,-16 1 0,-2 0 0,19-4 0,-3 1 0</inkml:trace>
  <inkml:trace contextRef="#ctx0" brushRef="#br0" timeOffset="318133">14911 10834 5734,'-14'-2'0,"1"0"0,3 0 0,2-1 0,-2-3 0,3-2 0</inkml:trace>
  <inkml:trace contextRef="#ctx0" brushRef="#br0" timeOffset="358269">2698 13184 5734,'-4'0'0,"0"-1"0,2 1 0,0 0 0,0 0 0,1-1 0,0 1 0,-1-1 0,2 0 0,-1 0 0,2-2 0,2 6 0,0-3 0,2 4 0,2-6 0,-1 1 0,2-1 0,0-1 0,-1 0 0,3-2 0,2 1 0,-4 1 0,4-1 0,-2 1 0,-4 0 0,2 0 0,-3 0 0,-2 2 0,2-1 0,4-1 0,-3 1 0,5-1 0,-4 1 0,-1 0 0,2 1 0,0-1 0,-1 2 0,1-2 0,2 0 0,-4 2 0,5-2 0,-5 2 0,1 0 0,-3 0 0,3 0 0,-2 0 0,6 0 0,-5 0 0,6 0 0,-8 0 0,4 0 0,-2 0 0,0 0 0,8 2 0,-6-1 0,16 0 0,-12-1 0,8 1 0,-4-1 0,-3 0 0,2 0 0,0 0 0,1 1 0,-3-1 0,1 0 0,-2 1 0,-4-1 0,18 2 0,-14-2 0,12 0 0,-9 0 0,6 0 0,-4 0 0,4 1 0,-11 0 0,4 1 0,-2-1 0,3 1 0,0 1 0,-3-1 0,11 5 0,-11-4 0,7 3 0,-6-1 0,-2-2 0,2-1 0,-2 0 0,-2 0 0,3-1 0,1 1 0,-2 0 0,4-1 0,2 1 0,-4 0 0,5 0 0,7-1 0,-9-1 0,16 1 0,-16-1 0,10-1 0,1 1 0,-5 0 0,2 0 0,-12-1 0,-1 1 0,1-2 0,0 1 0,13 1 0,-11-1 0,10 1 0,-9-2 0,7 0 0,-5 1 0,4-1 0,-8 1 0,2 0 0,3 0 0,-5 1 0,0 1 0,2-1 0,-4 0 0,13 0 0,-14 0 0,13 1 0,-12-1 0,3 0 0,5 0 0,-7 0 0,17 1 0,-15-1 0,18 1 0,-18-1 0,11 0 0,-13 0 0,3 0 0,6-2 0,4 1 0,0-2 0,0 1 0,-11 1 0,10-1 0,1 0 0,-2-1 0,8 0 0,0 0 0,-6-1 0,1 1 0,-6 1 0,-12 1 0,5 1 0,-3-1 0,3 0 0,0 0 0,-2 0 0,4 1 0,4-1 0,-4 0 0,7 0 0,0-1 0,-5 0 0,18 1 0,-17 1 0,11 0 0,-9 0 0,-4 0 0,2 0 0,1-1 0,-5 0 0,4 0 0,1 1 0,-4 1 0,12-2 0,1-1 0,-5 1-244,2-1 0,-1 1 244,-9 1-45,6-1 45,-5 0 0,3-1 0,1 0 0,-5 0 0,5 0 0,12-2 0,-13 2 238,15-3-238,-18 2 0,1 1 0,8-2 0,-5 1 46,6 0-46,1-2 0,-5 2 0,5-2 0,2 2 0,-8 0 0,7-1 0,-2 0 0,-7 1 249,5-1-249,-3 1 0,-7 2 0,4-1 0,-5 0 0,-3 1 0,1 0 0,0-1 0,1 0 0,0 1 0,-1 0 0,-1 1 0,-2 0 0,3 0 0,2 0 0,-3 0 0,2 0 0,3 0 0,3 0 0,-1 0 0,-1 0 0,2 0 0,-5 0 0,17-2 0,-15 1 0,20-2 0,-19 1 0,8 0 0,-10 0 0,-4 1 0,4-2 0,-8 2 0,5 0 0,-8 1 0,3 0 0,-2 1 0,-2-1 0,1 1 0,-1 0 0,1 1 0,0-1 0,-1 1 0,2 0 0,0 1 0,1-1 0,-1 1 0,-2-2 0,0 1 0,-1-1 0,1 1 0,-1-1 0,1 1 0,0-1 0,0 0 0,-2 0 0,0 0 0,-3 4 0,-1-2 0,-4 3 0,0-4 0,-1 0 0</inkml:trace>
  <inkml:trace contextRef="#ctx0" brushRef="#br0" timeOffset="394285">11790 13146 5734,'-7'-1'0,"1"1"0,0 0 0,3-1 0,-1-2 0,2 1 0,0-1 0,1 2 0,-1 0 0,0 2 0,0 0 0,2 1 0,0-1 0,1 1 0,-1-1 0,0 0 0,0 1 0,-1-1 0,2 0 0,0 1 0,1-1 0,2 0 0,4 0 0,-1 1 0,2 0 0,5 1 0,-5-2 0,7 1 0,-6 0 0,21 0 0,-15 0 0,16-1 0,-16 0 0,-4-1 0,5 1 0,1 0 0,-3-1 0,4 1 0,6-1 0,-8 0 0,14 0 0,-16 0 0,3 0 0,7 0 0,-8 1 0,8 0 0,2 1 0,-2-1-796,22 2 796,-23-3 0,2 0 0,16-1 0,-8 0 0,12-2 0,-10 0 0,-1 1 0,10-2 0,-1 0 0,2 0 0,-7 3 0,-3 0 0,-4 0 0,-1 0-627,4 1 0,-2 1 627,1 1 0,3-1 0,8 1 0,-5 0 0,-13-1 0,1 0 0,6 0 0,8 1 0,-1 0 0,-9-1 0,7 1 0,6 1 0,0 1 0,-6 0 0,7 2 0,0 0 0,-4 0 0,-10-2 0,5 0 0,-4-1 0,15 2 0,-13-3 0,6 0 0,-5-1 0,-10-1 0,0-1 0,11 0 0,5-1 0,-6 0 0,-11 0 0,-1 1 0,17-1 0,7 0 0,-7 1 0,4 2 0,-2-1 0,-3 1 0,-18 1 0,-3 0-219,7 3 219,-7-2 0,5 3 0,-3 1 0,-4-1 0,16 4 0,-10-2 0,5 0 672,-2 2-672,-12-6 1324,7 4-1324,-11-4 273,2 1-273,-4 0 0,-2-1 0,-1 2 0,-4 1 0,-2 0 0,-1 1 0,0-3 0</inkml:trace>
  <inkml:trace contextRef="#ctx0" brushRef="#br0" timeOffset="444699">2925 14388 5734,'-3'-4'0,"-2"-1"0,2 2 0,0-2 0,-3-1 0,3 3 0,-2-1 0,4 4 0,-1 0 0,1 0 0,-1 1 0,1 0 0,0 1 0,0 0 0,1 0 0,1-1 0,9 3 0,2-2 0,29 0 0,-6-4-544,-7 0 0,2-1 544,14-2 0,1 0-686,-9 1 0,5 0 686,-6 0 0,6 0 0,3-1 0,-1 0 0,-2 1-645,2 0 1,-3 0 0,1 0 0,1-1 644,-2 1 0,1 0 0,1 0 0,-1 0 0,-1 0-175,0 0 1,0 0 0,-3 1 0,-1 0 174,-1 0 0,-2 0 0,3 0 0,8-1 0,4 0 0,0 0 0,-4 1 0,-5-1 0,-3 1 0,2 0 0,3 0 0,2-1 0,1 0 0,-5 1 0,-4-1 0,-3 1 0,-2 0 0,3 0 0,0 0 0,5-1 0,-1 0 0,-8 1 0,-4 2 0,2 1 0,2 3 1007,-31 8-1007,-7 2 0,-7 6 0,-3 0 0</inkml:trace>
  <inkml:trace contextRef="#ctx0" brushRef="#br0" timeOffset="446182">3029 16695 5734,'-7'0'0,"2"0"0,4 0 0,0 0 0,7-7 0,-1 4 0,7-5 0,6 7 0,-4-1 0,6 2 0,2 0 0,-8 0 0,12 1 0,-8 1 0,10-1 0,-8 0 0,3-1 0,-5 0 0,-4 0 0,4 1 0,14 0 0,-14-1-210,16 1 210,-19 1 0,1-1 0,15 1 0,-10-1 0,4 0 0,0-1 0,-3 1 0,13-2 0,1-1 0,-8 0-423,0 0 0,0-1 423,-6 0 0,1 0 0,19-4 0,-16 3 0,14-2 0,-11 3 0,-6 0 0,7-1 0,2 2 0,-8 0 0,10-1 0,11-2 0,-15 3 0,4-1 0,0 0 0,-5 1 0,5 1 0,0-1 0,-5 2 0,18 0 0,-12 1-591,-7 0 591,9 1 0,2 0 0,-8-2 0,3 1 0,2-2 0,0 1-486,2 0 0,-2-1 486,-6 0 0,-2 0 0,14 0-1104,1-1 1104,1 2-1006,-4 0 1,1 1 1005,-15 0 0,-1 0 0,14 0 0,0 0 0,-12 0 0,-1 0 0,13 1 175,-15-1 0,0-1-175,20 2 0,-12 0 353,9 0-353,-15-1 0,0-1 2210,0 1-2210,0-1 0,18 0 0,-15 1 0,1 0 0,0 1 0,-5-1 0,3 1 0,1 1 0,-4-1 0,5 0 0,2 0 0,-3 0 0,19 0 0,-7 0 0,-7-1 0,11 1 0,-12-2 0,0 1 0,10-1 0,-12 0 0,4 0 0,-4 0 0,12 0 0,-6 0 0,4 0 0,0 0 0,-2 1 0,-13-1 0,0 0 0,10 0 0,-3 0 0,-5 1 0,-8-1 0,5 0 0,5-1 0,-10-1 526,7 1 0,3 0-526,5 0 0,-10 1 0,-1-1-130,7 2 130,-9 0 0,18 1 0,-15-1 0,1 1 0,0 0 0,-5-1 0,21 3 0,-25-3 0,6 2 753,-9-1-753,-5-1 455,2 1-455,-3 0 240,-3-1-240,2 2 451,-1-1-451,-1-1 0,2 0 0,0-1 0,-4 1 0,0-1 0,-8 2 0,0-2 0,-2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15T01:02:54.5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23872 4583 24575,'-30'0'0,"1"0"0,-1-14-1082,-14 11 1082,11-10 0,-10 13 0,13 0 0,-13 0 0,9 0 0,-9 0 0,0 0 0,9-13 0,-9 9 0,0-9 0,10 13 0,-11 0 0,14 0 0,0 0 337,0 0-337,1 0 184,12 0-184,-10 0 0,11 0 0,-14 0 0,0 0 0,0 0 0,0 0 33,-13 0-33,9 0 0,-9 0 0,0 0 0,9 0 0,-22 0 0,23 0 0,-11 0 0,14 0 0,0 0 13,0 0-13,1 0 0,-1 0 0,0 0 0,0 0 0,13 0 0,-10 0 0,24 0 0,-24 0 515,24 0-515,-23 0 0,22 0 0,-22 0 0,22 0 0,-22 0 0,22 0 0,-9 0 0,0 0 0,9 0 0,-22 0 0,22 0 0,-22 0 0,22 0 0,-22 0 0,22 13 0,-22-9 0,23 9 0,-11-13 0,1 0 0,10 0 0,-24 0 0,24 0 0,-24 0 0,24 0 0,-24 0 0,24 0 0,-11 0 0,1 0 0,10 0 0,-11 0 0,1 0 0,10 0 0,-11 0 0,14 0 0,0 13 0,-13-10 0,10-3 0,-10-3 0,13-10 0,0 13 0,0 0 0,0 13 0,0-10 0,0 11 0,0-14 0,0 0 0,0 13 0,-14-10 0,11 11 0,-10-14 0,13 13 0,0-10 0,0 11 0,0-1 0,-14-10 0,11 11 0,-10-14 0,13 13 0,0-10 0,-14 11 0,11-1 0,-10-10 0,-1 11 0,11-1 0,-10-10 0,13 11 0,-14-1 0,11-10 0,-10 10 0,13 1 0,-14-11 0,11 10 0,-10-13 0,13 14 0,0-11 0,0 10 0,0 1 0,-14-11 0,11 10 0,-10-13 0,13 0 0,0 14 0,0-11 0,0 10 0,0-13 0,0 0 0,0 14 0,0-11 0,0 10 0,-13-13 0,9 14 0,-9-11 0,13 10 0,0-13 0,0 13 0,0-9 0,0 22 0,0-22 0,0 22 0,0-22 0,0 22 0,0-22 0,-13 22 0,9-22 0,-9 22 0,13-22 0,0 22 0,0-9 0,0-1 0,0 11 0,0-10 0,0-1 0,0 11 0,0-10 0,0 13 0,0-14 0,0 11 0,0-10 0,0 12 0,0-12 0,0 10 0,0-11 0,0 14 0,0 0 0,0 0 0,0-13 0,0 9 0,0-9 0,0 13 0,13-13 0,-9 9 0,9-9 0,-13 13 0,0-13 0,0 9 0,0-9 0,0-1 0,0 11 0,0-10 0,0-1 0,0 11 0,0-10 0,0-1 0,0 11 0,0-24 0,0 24 0,0-24 0,0 24 0,0-24 0,0 24 0,13-24 0,-9 24 0,9-11 0,-13 1 0,0 10 0,0-11 0,0 14 0,0-13 0,0 10 0,0-11 0,0 1 0,0 9 0,0-9 0,0 13 0,0-13 0,0 9 0,0-22 0,0 22 0,0-9 0,0-1 0,0 11 0,0-10 0,0-1 0,0 11 0,0-24 0,0 24 0,0-10 0,0-1 0,0 11 0,-13-24 0,9 24 0,-9-11 0,13 1 0,0 10 0,0-11 0,0 1 0,0 10 0,-13-11 0,9 1 0,-9 10 0,13-11 0,0 14 0,0-13 0,0 9 0,0-9 0,0 0 0,0 9 0,0-9 0,0 13 0,-13-13 0,9 9 0,-9-9 0,13 13 0,13 0 0,-9-14 0,9 11 0,-13-10 0,0 13 0,0-14 0,0 11 0,0-24 0,0 24 0,0-24 0,13 24 0,-9-24 0,9 24 0,-13-11 0,0 1 0,0 10 0,0-24 0,0 24 0,0-24 0,0 24 0,0-24 0,0 23 0,0-22 0,0 22 0,0-22 0,0 22 0,0-22 0,0 22 0,0-22 0,0 22 0,0-22 0,0 22 0,0-9 0,0 0 0,0 9 0,0-23 0,0 24 0,0-24 0,0 11 0,0-1 0,0-10 0,0 24 0,13-24 0,-9 24 0,9-24 0,-13 11 0,0-1 0,0-10 0,0 24 0,0-24 0,0 24 0,0-24 0,0 24 0,0-24 0,0 10 0,0 1 0,13-11 0,-10 10 0,11 1 0,-14-11 0,0 10 0,0 1 0,0-11 0,0 10 0,13 1 0,-10-11 0,11 10 0,-14 1 0,0-11 0,0 23 0,0-22 0,13 9 0,-10 0 0,11-9 0,-14 9 0,0-13 0,0 13 0,0-9 0,0 9 0,13-13 0,-10 0 0,11 0 0,-14 13 0,0-9 0,0 9 0,0 0 0,0-9 0,13 9 0,-10-13 0,11 13 0,-14-9 0,0 9 0,13 0 0,-10-9 0,11 9 0,-14-13 0,13 0 0,-10 0 0,11 13 0,-14-10 0,0 11 0,13-14 0,-10 0 0,10 0 0,-13 0 0,14 0 0,-11 0 0,10 13 0,1-10 0,-11 11 0,24-14 0,-24 0 0,24 0 0,-11 0 0,1 0 0,10 0 0,-11 0 0,1 0 0,9 13 0,-9-10 0,0 11 0,9-14 0,-9 0 0,0 0 0,9 0 0,-22 0 0,22 0 0,-9 13 0,-1-10 0,11 11 0,-10-14 0,-1 0 0,11 0 0,-10 0 0,13 0 0,-14 0 0,11 0 0,-10 0 0,-1 0 0,11 0 0,-11 0 0,14 0 0,-13 0 0,10 0 0,-11 0 0,14 0 0,-13 0 0,10 0 0,-11 0 0,14 0 0,-13 13 0,9-10 0,-9 11 0,13-14 0,0 0 0,-13 0 0,9 0 0,-9 0 0,13 0 0,0 0 0,0 0 0,-14 0 0,11 0 0,-10 0 0,13 0 0,-1 0 0,1 0 0,0 0 0,-13 0 0,10 0 0,-11 0 0,14 0 0,0 0 0,-13 0 0,9 0 0,-9 0 0,13-14 0,0 11 0,0-10 0,0 13 0,0 0 0,0 0 0,0 0 0,0 0 0,0 0 0,0 0 0,0 0 0,0 0 0,0 0 0,-1-14 0,1 11 0,-13-10 0,10 13 0,-11 0 0,1 0 0,10 0 0,-11-14 0,14 11 0,-13-10 0,9 13 0,-9 0 0,0 0 0,9 0 0,-22 0 0,22 0 0,-22 0 0,22 0 0,-22-14 0,22 11 0,-22-10 0,22 13 0,-23 0 0,24 0 0,-24 0 0,24 0 0,-24 0 0,11 0 0,-1 0 0,-10 0 0,24-14 0,-24 11 0,11-10 0,-1 13 0,-10 0 0,11 0 0,-1 0 0,-10-13 0,11 9 0,-14-9 0,0 0 0,13 9 0,-10-9 0,10 0 0,-13 9 0,0-22 0,0 9 0,0-13 0,14 0 0,-11 0 0,10 0-527,-13-13 527,0 10 0,0-11 0,0 1 0,0-3 0,14-14 0,-11 13-1520,10-10 1520,-13 11 0,0-14 0,7 17 0,0-1 0,-4-22-1138,10 22 0,1 1 1138,-11-17 0,10 1-1566,1-1 1566,-11 0 0,10 0 0,1 0 0,-11 0 0,10 0 0,-13 0 0,0 0 0,13 0 0,-9 0 0,9 14-694,-13-11 694,0 11 0,13-14 0,-9 13 0,9-9 0,-13 22 541,0-9-541,0 0 0,0 10 0,0-11 1853,0 14-1853,0 0 1749,0 0-1749,0 0 0,0 1 0,0-1 0,0 0 0,0 0 0,0 0 0,0 0 0,0 0 0,0 0 1401,0 0-1401,0 0 815,0 0-815,0 13 224,0-9-224,0 9 0,0-13 0,0 13 0,0-9 0,0 9 0,0 1 0,0-11 0,0 10 0,0 1 0,0-11 0,0 10 0,-13-13 0,9 14 0,-9-11 0,13 11 0,13-14 0,-9 13 0,9-10 0,-13 11 0,0-14 0,0 0 0,0 0 0,0 13 0,0-9 0,-13 9 0,9-13 0,-9 0 0,13 13 0,0-9 0,-13 9 0,9-13 0,-9 0 0,13 0 0,-13 14 0,10-11 0,-24 10 0,24-13 0,-11 14 0,1-11 0,-4 11 0,1-1 0,-11-10 0,10 11 0,1-1 0,-11-10 0,11 11 0,-14-1 0,0-10 0,13 24 0,-10-24 0,11 24 0,-14-23 0,13 22 0,-10-22 0,11 22 0,-14-22 0,0 22 0,0-22 0,0 22 0,0-9-617,-13 13 617,10-13-1213,-24 9 1213,10-9-1538,-13 26 1538,1-9 0,-1 9 0,0-13 0</inkml:trace>
  <inkml:trace contextRef="#ctx0" brushRef="#br0" timeOffset="4322">21985 9645 24575,'0'16'0,"0"11"0,0-10 0,0-1 0,-13 11 0,10-24 0,-11 24 0,14-24 0,0 24 0,0-10 0,0-1 0,0 11 0,0-24 0,-13 24 0,10-24 0,-11 24 0,14-24 0,0 10 0,0 1 0,0-11 0,0 10 0,0-13 0,0 0 0,0 14 0,0-11 0,0 10 0,0 1 0,0-11 0,-13 10 0,10 1 0,-10-11 0,13 10 0,0 0 0,0-9 0,0 9 0,0-13 0,0 0 0,-14 0 0,11 13 0,-10-9 0,13 9 0,0 0 0,-14-9 0,11 9 0,-10 0 0,13 4 0,-14 0 0,11 9 0,-10-9 0,-1 0 0,11 9 0,-24-9 0,24 13 0,-24 13-641,24-10 641,-10 11 0,-1-15 0,11 15 0,-10-11 0,13 10 0,-13 1 0,9-11 0,-9 10-174,13-13 174,0 0 0,0 13 0,0-9 0,0-4 0,13-4 0,-9-9 0,9 13 0,-13 0 635,0 0-635,0-14 180,0 11-180,0-10 0,0-1 0,0 11 0,13-24 0,-10 24 0,11-24 0,-14 24 0,0-24 0,0 10 0,13 1 0,-10-11 0,11 10 0,-14 1 0,0-11 0,0 24 0,0-24 0,13 10 0,-10 1 0,11-11 0,-14 23 0,0-22 0,0 22 0,13-22 0,-10 22 0,11-9 0,-14 13 0,0-13 0,0 9 0,0-9 0,0 13 0,13 0 0,-10 0 0,11 0-538,-14 13 538,0-10 0,0 11 0,0-15 0,0 15 0,0-11 0,0 10 0,0-13 0,0 0 0,0 13 0,0-9 0,0 9 0,0-13 0,0 13 0,13-10 0,-10 11 0,11-14 0,-14 0 0,0 0 0,0 13 0,0-10 0,0 10 0,0-13 0,0 0-37,0 0 37,0 0 0,0 0 0,0 0 0,0 0 0,0 0 0,0-13 0,0 9 536,0-9-536,0 13 39,0 0-39,0 0 0,0 0 0,0 0 0,0 26 0,0-19-563,0 19 563,0-26 0,0 0 0,0 14 0,0-11 0,0 10 0,0-13 0,0 0-70,0 0 70,-14 0 0,11 0 0,-10 0 0,13 0 0,0 0 0,0 0 0,0 0 0,0 0 0,0 0 0,0 0 0,0 0 0,-14-1 0,11-12 0,-10 23 0,13-20 0,0 23-730,0 1 730,0-11 0,0 10 0,0-13 0,0 13 0,0-9 0,-14 9 268,11-13-268,-10 0 0,13 0 0,0 0 0,0 13 0,-14-10 0,11 11 0,-10-15 0,13 15 0,0-11 0,0 10-623,0 1 623,0-11 0,-14 10 0,11-13-20,-10 0 20,13 0 0,0 0 715,0 0-715,0 0 0,0 13-201,0-10 201,0 11 0,0-14 0,0 0 688,0-1-688,-14 1 0,11 0 0,-10 0 22,13-13-22,0 10 0,0-11 0,0 14 492,0 0-492,0-13 22,0 9-22,0-9 0,0 13 0,0-13 0,0 9 0,0-22 0,0 22 0,0-9 0,0 13 0,13-14 0,-10 11 0,11-10 0,-14-1 0,0 11 0,0-24 0,0 24 0,0-24 0,0 24 0,0-24 0,0 24 0,0-24 0,0 24 0,0-24 0,0 10 0,13 1 0,-10-11 0,11 24 0,-14-24 0,0 24 0,0-24 0,0 10 0,0 1 0,0-11 0,0 10 0,0 1 0,0-11 0,0 10 0,13-13 0,-10 0 0,11 0 0,-14 0 0,0 14 0,0-11 0,0 10 0,0-13 0,0 0 0,13 0 0,-10 0 0,11 0 0,-14 0 0,13 0 0,-10 0 0,11 0 0,-1 0 0,-10 0 0,24 0 0,-24 0 0,24 0 0,-24 0 0,24-13 0,-11 10 0,14-11 0,-13 14 0,10 0 0,-11 0 0,14 0 0,-13 0 0,10 0 0,-11 0 0,14 0 0,-13 0 0,9 0 0,-9-13 0,13 10 0,0-11 0,0 14 0,0 0 0,0 0 0,0-13-574,13 10 574,-10-11 0,11 14 0,-15-13 0,1 10-20,0-11 20,0 14 0,0 0 0,0 0 0,0 0 0,0 0 0,0-13 0,0 10-476,13-11 476,-9 14 0,9 0 0,-13 0 0,0 0 560,-14-13-560,11 10 20,-10-11-20,13 14 0,-14 0 0,11 0 490,-10 0-490,12 0 0,-12 0 0,10 0 0,-11 0 0,1-13 0,10 10 0,-24-11 0,24 14 0,-11 0 0,14 0 0,0 0 0,-13-13 0,9 10 0,-9-10 0,13 13 0,-13 0 0,9 0 0,-9 0 0,13-14 0,0 11 0,0-10 0,-14 13 0,11 0 0,-10 0 0,13 0 0,-14 0 0,11 0 0,-10 0 0,-1 0 0,11 0 0,-11 0 0,1 0 0,10 0 0,-24 0 0,24 0 0,-11 0 0,1 0 0,10 0 0,-24 0 0,24-14 0,-11 11 0,1-10 0,9 13 0,-9-14 0,13 11 0,0-10 0,0 13 0,0-14 0,0 11 0,-14-24 0,11 24 0,-10-10 0,13-1 0,0 11 0,-14-10 0,11 13 0,-10-14 0,-1 11 0,11-10 0,-24 13 0,10 0 0,1-13 0,-11 9 0,10-9 0,-13 13 0,0 0 0,14-13 0,-11 9 0,10-9 0,-13 0 0,0 9 0,0-22 0,0 22 0,0-22 0,0 9 0,0-13 0,0 0 0,0 0 0,0 0 0,0 0 0,14-13-564,-11 10 564,10-10 0,-13-1 0,0 11 0,14-10 0,-11-1 0,10 11 0,-13-23 0,14 9 0,-11 0-1565,10-9 1565,1 9 0,-11 1 0,10-11 0,-13 10 0,13-12 0,-9-1 0,9 0 0,-13 0 0,0 0 0,0 0 0,0 0 0,0 14 0,0-11 0,0 10 0,0-13 0,0 1 0,0-1 0,0 0 0,0 0 0,0 0-2182,0-13 2182,0 9 0,0-9 0,-13 13 0,9 0 0,-9-13 0,13 10 0,0-10 0,0 0 0,0 9 0,0 21 0,0 0 0,0-20 0,0 19 0,0 1 0,0-20 0,0-10 0,0-1 0,0 11 0,-13-10 0,10 0 0,-11 9 0,14-9 0,0 0 0,0 10 0,0-10 0,0 13 0,0-14 0,0 11 0,14-10 0,-11 13 0,10 0-1490,-13 0 1490,0 0 0,0 14 0,13-11-7,-9 11 7,22-14 0,-22 13 89,9-9-89,0 9 0,-9-13 0,22 13 0,-22-9 0,22 9 0,-22 1 0,22-11 0,-22 24 0,9-24 0,0 24 0,-9-24 1866,9 24-1866,-13-23 0,13 22 923,-10-9-923,11 0 0,-14 9 0,13-22 0,-10 23 0,11-24 0,-14 24 0,0-11 0,0 1 0,0 10 0,0-10 0,0-1 0,0 11 0,0-10 505,0 26-505,0-9 1421,0 9-1421,0-13 149,0 13-149,0-9 855,0 9-855,0 0 0,0-9 0,0 22 0,0-22 0,0 9 0,0 1 0,0 2 0,-14 1 0,11 10 0,-10-11 0,13 1 0,0 10 0,-14-11 0,11 1 0,-10 10 0,13-11 0,0 1 0,0 10 0,-13-11 0,9 14 0,-9-13 0,13 10 0,0-11 0,-13 14 0,9-13 0,-9 10 0,13-10 0,-13 13 0,9-14 0,-9 11 0,0-10 0,9-1 0,-9 11 0,0-10 0,-4 13 0,0 0 0,-9-14 0,9 11 0,-13-10 0,0 13 0,0 0 0,0 0 0,0 0 0,-13 0-530,10 0 530,-10 0 0,13 0 0,0 0 0,0 0 0,-14 0 0,11 0-404,-10 0 404,13-14 0,0 11 0,0-10 0,-13 13 0,10 0 0,-11 0 0,14 0 0,0 0 0,0-14 0,0 11 0,-13-10 0,10 13 0,-10 0 0,13 0 0,0 0 0,0 0 0,0 0 0,0 0 0,0 0 0,0 0 0,0 0 519,0 0-519,0 0 0,0 0 0,0 0 0,0 0 0,0 0 0,0 0 0,0 0-85,-13 0 85,10 0 0,-10 0 0,-1 13 0,11-10 0,-10 11 0,0-14 0,9 0 0,-9 0 0,13 0 0,-13 0 0,9 0 0,-9 0 0,13 13 0,0-10 0,14 11 0,-11-14 0,10 0 0,-13 0 0,0 13 0,1-10 0,12 11 0,-10-14 500,11 0-500,-14 0 0,13 0 0,-10 0 0,11 0 0,-14 0 0,13 0 0,-9 13 0,22-10 0,-22 11 0,22-14 0,-22 0 0,22 0 0,-9 0 0,0 0 0,9 0 0,-9 0 0,0 0 0,9 0 0,-9 0 0,0 0 0,9 0 0,-9 0 0,13 0 0,0 0 0,-13 0 0,10 0 0,-11 0 0,14 0 0,0 0 0,-13 0 0,10 0 0,-11 0 0,14 0 0,-13 0 0,10 0 0,-11 0 0,14 0 0,0 0 0,-13 0 0,10 0 0,-11 0 0,14 0 0,0 0 0,-13 0 0,10 0 0,-11 13 0,14-10 0,0 11 0,0-14 0,0 0 0,-13-14 0,10 11 0,-11 3 0,14 3 0,0 11 0,0-14 0,0 0 0,0 13 0,0-10 0,0 10 0,0-13 0,-13 0 0,10 0 0,-11 0 0,14 14 0,0-11 0,0 10 0,0-13 0,0 0 0,0 14 0,0-11 0,0 10 0,0-13 0,0 14 0,0-11 0,0 10 0,0 1 0,0-11 0,0 10 0,0 1 0,0-11 0,0 24 0,0-24 0,0 10 0,0 1 0,0-11 0,0 10 0,0 0 0,0-9 0,0 9 0,0-13 0,0 13 0,0-9 0,0 9 0,0 0 0,0-9 0,0 9 0,0 0 0,0 4 0,0 13 0</inkml:trace>
  <inkml:trace contextRef="#ctx0" brushRef="#br0" timeOffset="44537">23693 12400 24575,'-17'0'0,"4"14"0,13-11 0,0 24 0,0-24 0,0 10 0,0 1 0,0-11 0,0 10 0,0-13 0,0 0 0,0 14 0,0-11 0,0 10 0,0-13 0,0 14 0,0-11 0,-14 10 0,11-13 0,-10 0 0,13 14 0,0-11 0,0 10 0,0-13 0,0 0 0,0 14 0,0-11 0,0 10 0,0-13 0,0 0 0,0 13 0,0-9 0,0 9 0,0-13 0,0 0 0,13 0 0,-10 0 0,11 0 0,-14 13 0,0-9 0,0 9 0,0-13 0,0 0 0,13 13 0,-10-9 0,11 9 0,-14-13 0,0 0 0,0 13 0,0-9 0,0 9 0,13-13 0,-10 0 0,11 0 0,-14 0 0,0 0 0,13 13 0,-10-9 0,11 9 0,-14-13 0,0 0 0,13 0 0,-10 0 0,11 0 0,-14 0 0,0 0 0,13 0 0,-10 0 0,11 0 0,-14 0 0,0 0 0,13 0 0,-10 0 0,10 0 0,-13 0 0,0 0 0,14 0 0,-11 0 0,10 0 0,-13 0 0,0 0 0,14 0 0,-11 0 0,10 0 0,-13 0 0,0 0 0,14 0 0,-11 0 0,10 0 0,-13 0 0,0 0 0,14 0 0,-11 0 0,10 0 0,-13 0 0,0 0 0,14 0 0,-11-13 0,10 9 0,-13-9 0,0 13 0,0 0 0,14 0 0,-11 0 0,10 0 0,-13-13 0,0 9 0,0-9 0,13 13 0,-9 0 0,9 0 0,-13 0 0,0 0 0,13 0 0,-9 0 0,9-13 0,-13 9 0,0-9 0,0 13 0,13 0 0,-9 0 0,9 0 0,-13-13 0,0 9 0,0-9 0,0 13 0,13 0 0,-9 0 0,9-13 0,-13 9 0,0-9 0,13 13 0,-9-13 0,9 10 0,-13-11 0,0 14 0,0-13 0,0 10 0,0-11 0,0 14 0,13 0 0,-9 0 0,9 0 0,-13 0 0,0 0 0,0-13 0,0 10 0,0-11 0,0 14 0,0 0 0,0-13 0,0 10 0,0-11 0,0 14 0,13-13 0,-9 10 0,9-11 0,-13 14 0,0-13 0,0 10 0,0-11 0,0 14 0,0 0 0,0-13 0,0 10 0,0-11 0,0 14 0,0-13 0,0 10 0,0-10 0,0-1 0,0 11 0,0-10 0,0 13 0,0-14 0,0 11 0,0-10 0,0 13 0,0 0 0,0-14 0,-13 11 0,9-10 0,-9 13 0,13 0 0,0-14 0,0 11 0,0-10 0,0 13 0,0 0 0,0-14 0,0 11 0,-13-10 0,9 13 0,-9 0 0,13 0 0,0 0 0,0-14 0,0 11 0,0-10 0,0 13 0,0 0 0,-13 0 0,9-14 0,-9 11 0,13-10 0,0 13 0,0 0 0,-13 0 0,9 0 0,-9 0 0,13 0 0,0 0 0,0-13 0,0 9 0,0-9 0,0 13 0,-13 0 0,9 0 0,-9 0 0,13 0 0,0 0 0,-13 0 0,9 0 0,-9 0 0,13-13 0,0 9 0,0-9 0,0 13 0,0 0 0,-13 0 0,9 0 0,-9 0 0,13 0 0,0 0 0,-13 0 0,10 0 0,-11 0 0,14 0 0,0 0 0,-13 0 0,10 0 0,-11 0 0,14 0 0,0 0 0,-13 0 0,10 0 0,-11 0 0,14 13 0,0-9 0,0 9 0,0-13 0,0 0 0,-13 0 0,10 0 0,-11 0 0,14 0 0,0 0 0,-13 0 0,10 13 0,-11-9 0,14 9 0,0-13 0,0 0 0,-13 0 0,10 0 0,-11 13 0,14-10 0,0 11 0,0-14 0,0 0 0,-13 0 0,10 0 0,-10 0 0,13 0 0,0 0 0,-14 13 0,11-10 0,-10 11 0,13-14 0,0 0 0,-14 0 0,11 0 0,-10 0 0,13 0 0,0 13 0,0-10 0,0 11 0,0-14 0,0 0 0,-14 0 0,11 13 0,-10-10 0,13 11 0,0-14 0,0 0 0,0 13 0,0-10 0,0 11 0,0-28 0,0 11 0,0-10 0,0 13 0,-14 0 0,11 0 0,-10 0 0,13 0 0,0 0 0</inkml:trace>
  <inkml:trace contextRef="#ctx0" brushRef="#br0" timeOffset="51086">23723 6440 24575,'-17'0'0,"4"0"0,13 0 0,0 0 0,-14 0 0,11 0 0,-10 0 0,13 0 0,0 0 0,-14 0 0,11 0 0,-10 0 0,13 0 0,0 0 0,-14 0 0,11 0 0,-10-13 0,13 9 0,0-9 0,0 13 0,0 0 0,-13 0 0,9 0 0,-9 0 0,13 0 0,0 0 0,-13 0 0,9 0 0,-9 0 0,13 0 0,0 0 0,-13 0 0,9 0 0,-9 0 0,13 0 0,0 0 0,0 13 0,-13-9 0,9 9 0,-9-13 0,13 0 0,0 0 0,-13 0 0,9 0 0,-9 0 0,13 0 0,0 0 0,-13 0 0,9 0 0,-9 0 0,13 0 0,0 0 0,0 13 0,0-10 0,0 11 0,0-14 0,0 0 0,-13 0 0,9 0 0,-9 0 0,13 0 0,0 0 0,-13 0 0,10 13 0,-11-10 0,14 11 0,0-14 0,0 0 0,-13 0 0,10 0 0,-11 13 0,14-10 0,0 11 0,0-14 0,0 0 0,-13 13 0,10-10 0,-11 11 0,14-14 0,0 0 0,0 13 0,0-10 0,0 11 0,0-14 0,-13 0 0,10 0 0,-11 13 0,14-10 0,0 11 0,0-14 0,0 0 0,0 13 0,0-10 0,0 11 0,0-14 0,0 0 0,0 13 0,0-10 0,0 10 0,0-13 0,0 0 0,0 14 0,0-11 0,0 10 0,0-13 0,0 0 0,0 14 0,0-11 0,0 10 0,0-13 0,0 0 0,0 14 0,0-11 0,0 10 0,0-13 0,0 0 0,0 14 0,0-11 0,0 10 0,0-13 0,0 0 0,14 0 0,-11 0 0,10 14 0,-13-11 0,0 10 0,0-13 0,0 0 0,0 14 0,0-11 0,14 10 0,-11-13 0,10 0 0,-13 0 0,0 0 0,0 14 0,0-11 0,0 10 0,0-13 0,0 0 0,0 13 0,14-9 0,-11 9 0,10-13 0,-13 0 0,0 0 0,0 13 0,0-9 0,0 9 0,0-13 0,0 0 0,14 0 0,-11 0 0,10 0 0,-13 0 0,0 13 0,0-9 0,0 9 0,0-13 0,0 0 0,13 0 0,-9 0 0,9 0 0,-13 0 0,0 0 0,0 13 0,0-9 0,0 9 0,0-13 0,13 0 0,-9 0 0,9 0 0,-13 0 0,0 0 0,0 13 0,0-9 0,0 9 0,13-13 0,-9 0 0,9 0 0,-13 0 0,0 0 0,0-13 0,13 23 0,-9-20 0,9 23 0,-13-13 0,0 0 0,13 0 0,-9 0 0,9 0 0,-13 0 0,0 0 0,13 0 0,-9 0 0,9 0 0,-13 0 0,0-13 0,0 9 0,13-9 0,-9 13 0,9 0 0,-13 0 0,13 0 0,-10 0 0,11 0 0,-14 0 0,0 0 0,0-13 0,13 9 0,-10-9 0,11 13 0,-14 0 0,0 0 0,13 0 0,-10-13 0,11 9 0,-14-9 0,0 13 0,0 0 0,0-13 0,13 9 0,-10-9 0,11 13 0,-14 0 0,0 0 0,0-13 0,0 9 0,13-9 0,-10 13 0,11 0 0,-14 0 0,0-13 0,0 10 0,0-11 0,0 14 0,0 0 0,13 0 0,-10 0 0,11-13 0,-14 10 0,0-11 0,0 14 0,0 0 0,13-13 0,-10 10 0,11-11 0,-14 14 0,0 0 0,0-13 0,0 10 0,0-11 0,13 14 0,-10 0 0,10 0 0,-13 0 0,0 0 0,0-13 0,0 10 0,0-11 0,0 14 0,0 0 0,14-13 0,-11 10 0,10-11 0,-13 14 0,0 0 0,0-13 0,0 10 0,0-11 0,0 14 0,0 0 0,0-13 0,0 10 0,0-10 0,0 13 0,0 0 0,0-14 0,0 11 0,0-10 0,0 13 0,0 0 0,0-14 0,0 11 0,0-10 0,0 13 0,0 0 0,0-14 0,0 11 0,0-10 0,-13 13 0,10 0 0,-11 0 0,14 0 0,0-14 0,0 11 0,0-10 0,0 13 0,0 0 0,0-14 0,0 11 0,0-10 0,0 13 0,0 0 0,0-14 0,0 11 0,0-10 0,0 13 0,-13 0 0,10-14 0,-10 11 0,13-10 0,0 13 0,0-13 0,0 9 0,0-9 0,0 13 0,-14 0 0,11-13 0,-10 9 0,13-9 0,-14 13 0,11-13 0,-10 9 0,13-9 0,0 13 0,-14-13 0,11 9 0,-10-9 0,13 13 0,0 0 0,0-13 0,0 9 0,0-9 0,-14 13 0,11 0 0,-10 0 0,13 0 0,-14 0 0,-2 0 0,-14 0 0</inkml:trace>
  <inkml:trace contextRef="#ctx0" brushRef="#br0" timeOffset="53279">15336 7878 24575,'16'-17'0,"-2"4"0,-14 13 0,13 0 0,-10 0 0,24 0 0,-24 0 0,24 0 0,-10 0 0,13 0 0,0 0 0,0 0 0,-1-14 0,1 11-656,14-10 656,-11-1-1275,24 11 1275,-11-10 0,1-1 0,9 11 0,-9-10 0,13 13 0,0 0 0,0 0 0,0 0 0,-14 0 0,11 0 0,-11 0 0,14 0 0,-13 0 0,9 0 0,-9 0 0,0 13-459,-4-10 459,-13 11 0,0-14 0,0 0 0,0 0 0,0 0 598,-14 0-598,11 0 1284,-24 0-1284,10 13 508,-13-10-508,14 11 0,-11-14 0,10 0 0,-13 0 0,0 0 0,0 0 0</inkml:trace>
  <inkml:trace contextRef="#ctx0" brushRef="#br0" timeOffset="55041">20098 8087 24575,'0'-16'0,"0"2"0,0 14 0,0 0 0,14 14 0,-11-11 0,10 10 0,-13-13 0,0 0 0,14 0 0,-11 0 0,10 0 0,-13 0 0,14 0 0,-11 0 0,10 0 0,-13 0 0,0 0 0,14 14 0,-11-11 0,10 10 0,0-13 0,-9 0 0,9 0 0,0 0 0,-9 0 0,22 0 0,-22 0 0,9 0 0,0 0 0,-9 0 0,22 0 0,-22 0 0,22 0 0,-22 0 0,22 0 0,-22 0 0,9 0 0,0 0 0,-10 0 0,24 0 0,-24 0 0,11 0 0,-1 0 0,-10 0 0,11 0 0,-1 0 0,-10 0 0,24 0 0,-24 14 0,24-11 0,-24 10 0,24-13 0,-10 0 0,-1 0 0,11 0 0,-11 0 0,14 0 0,0 0 0,0 0 0,0 0 0,0 0 0,0 0 0,0 0 0,0 0 0,0 0 0,0 0 0,0 0 0,0 0 0,-14 0 0,11 0 0,-10 0 0,13 0 0,0 13 0,0-9 0,0 9 0,-14-13 0,11 0 0,-11 0 0,14 0 0,-13 0 0,10 0 0,-24 0 0,10 0 0,1 0 0,-11 0 0,10 0 0,-13 0 0,0 0 0,-13 0 0,10 0 0,-24 0 0,10 0 0</inkml:trace>
  <inkml:trace contextRef="#ctx0" brushRef="#br0" timeOffset="56010">20428 6500 24575,'0'16'0,"13"-2"0,-10-14 0,24 0 0,-10 0 0,-1 0 0,11 0 0,-10 0 0,13 0 0,0 0 0,13 0-499,-10 0 499,10 0 0,1 0 0,-11 0 0,10 0 0,-13 0 0,0 0 0,0 13 0,0-10 0,0 11 0,-13-14 0,9 0 0,-22 0 0,9 0 499,0 0-499,-10 0 0,11 0 0,-14 0 0,0 0 0,13 0 0,-10 0 0,11 0 0,-14 0 0,-14 0 0,11 0 0,-10 0 0,13 0 0,0 0 0</inkml:trace>
  <inkml:trace contextRef="#ctx0" brushRef="#br0" timeOffset="66901">20548 8686 24575,'0'17'0,"0"-4"0,0-13 0,0 0 0,-14 0 0,11 14 0,-10-11 0,13 10 0,0-13 0,0 0 0,0 14 0,0-11 0,0 10 0,0-13 0,0 13 0,0-9 0,0 9 0,0-13 0,0 13 0,0-9 0,0 9 0,0-13 0,0 13 0,0-9 0,0 22 0,0-9 0,0 0 0,0 9 0,0-9 0,0 13 0,0 0 0,0 0 0,0 13-505,0-10 505,0 11 0,0-14 0,0-14 0,0 11 0,0-11 0,0 14 0,0 0 505,0-13-505,0 10 0,0-24 0,0 10 0,0 1 0,0-11 0,0 10 0,0-13 0,0 0 0,0 14 0,0-11 0,0 10 0,0-13 0,0 0 0,0 13 0,0-9 0,13 9 0,-10-13 0,11 13 0,-14-9 0,0 9 0,0-13 0,0 0 0,0-13 0,0 9 0,0-9 0,0 13 0,0-13 0,0-4 0</inkml:trace>
  <inkml:trace contextRef="#ctx0" brushRef="#br0" timeOffset="67806">20278 9136 24575,'17'0'0,"-4"0"0,-13 0 0,0 0 0,0 13 0,0-10 0,0 11 0,13-14 0,-9 0 0,9 13 0,-13-10 0,0 24 0,13-24 0,-9 10 0,9 1 0,-13-11 0,13 24 0,-9-24 0,9 24 0,-13-24 0,13 24 0,-9-24 0,9 10 0,-13 1 0,0-11 0,13 24 0,-10-24 0,11 10 0,-14-13 0,0 14 0,0-11 0,0 10 0,0-13 0,0 0 0,13 0 0,-10 0 0,11 0 0,-14 0 0,0 0 0,13-13 0,-10 10 0,24-24 0,-24 24 0,24-24 0,-24 10 0,24-13 0,-24 14 0,24-11 0,-24 10 0,24 1 0,-11-11 0,1 11 0,10-1 0,-24-10 0,24 24 0,-24-24 0,10 24 0,1-24 0,-11 24 0,10-10 0,-13 13 0,0 0 0,0-14 0,0 11 0,0-10 0,0 13 0,0 0 0,0 13 0,0-10 0,0 11 0,0-14 0</inkml:trace>
  <inkml:trace contextRef="#ctx0" brushRef="#br0" timeOffset="84037">20937 11801 24575,'-17'0'0,"-9"0"0,22 0 0,-22 0 0,22 0 0,-9 0 0,13 0 0,-13 0 0,10 0 0,-11 0 0,14 0 0,0 0 0,-13 0 0,10 0 0,-11 0 0,14 0 0,0 0 0,-13 0 0,10 0 0,-11 0 0,14 0 0,-13 0 0,10 0 0,-11 0 0,1 0 0,10-13 0,-24 10 0,24-11 0,-24 14 0,24 14 0,-10-11 0,-1 10 0,11-13 0,-24 0 0,24 0 0,-24 0 0,24 0 0,-24 0 0,24 0 0,-24 0 0,11 0 0,-14 0 0,13 0 0,-9 0 0,9 0 0,0 0 0,-9 0 0,22 14 0,-9-11 0,0 10 0,9-13 0,-22 0 0,22 0 0,-22 0 0,22 0 0,-22 0 0,22 0 0,-9 0 0,0 0 0,10 0 0,-11 0 0,1 0 0,10 0 0,-11 0 0,14 0 0,0 0 0,0-13 0,0 10 0,0-11 0,0 14 0,0 0 0,0 14 0,0-11 0,0 10 0,0-13 0,0 0 0,0 0 0</inkml:trace>
  <inkml:trace contextRef="#ctx0" brushRef="#br0" timeOffset="85698">20218 13658 24575,'17'0'0,"-4"0"0,-13 0 0,13 0 0,-9 0 0,9 0 0,-13 0 0,13 0 0,-9 0 0,9 0 0,-13 0 0,13 0 0,-9 0 0,9 0 0,-13 0 0,0 0 0,13-13 0,-9 23 0,9-20 0,-13 23 0,0-13 0,0 0 0,13 0 0,-9 0 0,9 0 0,-13 0 0,0 0 0,13 0 0,-9 0 0,9 0 0,-13 0 0,0 0 0,13 0 0,-10 0 0,11 0 0,-14 0 0,0 0 0,13 0 0,-10 0 0,11 0 0,-14 0 0,0 0 0,13 0 0,-10 0 0,11 0 0,-14 0 0,13 0 0,-10 0 0,11 0 0,-14 0 0,13 0 0,-10 0 0,11 0 0,-14 0 0,0 0 0,13 0 0,-10 0 0,11 0 0,-14 0 0,13 0 0,-10 0 0,11 0 0,-1 0 0,-10 0 0,10 0 0,1 0 0,-11 0 0,10 0 0,1 0 0,-11 0 0,24 0 0,-24-13 0,24 10 0,-24-10 0,24 13 0,-24 0 0,24 0 0,-24 0 0,23 0 0,-22 0 0,22 0 0,-22 0 0,22 0 0,-22 0 0,22 0 0,-22 0 0,22 0 0,-22 0 0,22 0 0,-22 0 0,22 0 0,-22 0 0,22 0 0,-23 0 0,24 0 0,-10 0 0,-1 0 0,11 0 0,-24 0 0,24 0 0,-24 0 0,24 0 0,-24 0 0,24 0 0,-24 0 0,11 13 0,-1-10 0,-10 10 0,10-13 0,-13 0 0,0 0 0,14 0 0,-11 0 0,10 0 0,-13 0 0,0 0 0,14 0 0,-11 0 0,10 0 0,-13 0 0,0 0 0</inkml:trace>
  <inkml:trace contextRef="#ctx0" brushRef="#br0" timeOffset="101246">6170 12820 24575,'17'0'0,"-4"0"0,-13 0 0,0 0 0,14 0 0,-11-13 0,24 9 0,-24-9 0,23 13 0,-22 0 0,22 0 0,-9 0 0,13-13 0,0 9 0,-13-9 0,9 13 0,4 0 0,3 0 0,11 0-725,-1 0 725,-10 0 0,24 0-1637,-11 0 1637,14 0 0,0 0 0,0 0-2069,13 0 2069,-9 0 0,9 0 0,-13 0 0,0 0 0,0 0 0,-1 0-1170,-12 0 1170,10 0-1,-24 0 1,10 0 0,-13 13 1344,0-9-1344,-13 9 2091,9-13-2091,-22 0 1440,22 0-1440,-22 0 727,9 0-727,-13 0 0,0 0 0,0 13 0,0-9 0,0 9 0,13-13 0,-9 0 0,9 0 0</inkml:trace>
  <inkml:trace contextRef="#ctx0" brushRef="#br0" timeOffset="103243">20997 15725 24575,'13'17'0,"-9"-4"0,9 1 0,-13-11 0,0 23 0,0-22 0,0 22 0,0-9 0,13 13 0,-9 0 0,9 0 0,-13 0 0,0 13 0,0-10-789,0 24 789,0-24-1207,0 24 1207,0-11-1955,0 14 1955,0 14-2302,0 2 2302,13 1-1053,-11-28 0,-1 1 1053,13 30 0,-13-29 0,-2 2 0,1-2 0,0 1 0,0 1 0,0 0 0,0 0 0,0 1 0,0 4 0,0 0 0,0-11 0,0-1 0,-1 6 0,2 0-477,5-7 0,1-1 477,-4 33 0,3-33 0,2-2 0,5 22 0,-10 9 272,11-26-272,-14 9 1647,13-36-1647,-10 20 2889,11-23-2889,-14-1 2498,0-2-2498,-14-14 1693,11-14-1693,-24 11 314,24-24-314,-24 11 0,11-14 0,-14 0 0</inkml:trace>
  <inkml:trace contextRef="#ctx0" brushRef="#br0" timeOffset="104130">20667 15995 24575,'17'0'0,"-4"0"0,-13 0 0,14-13 0,-11 9 0,10-9 0,1 13 0,-11-13 0,24 9 0,-24-22 0,24 22 0,-24-9 0,24 0 0,-24 9 0,23-9 0,-9 0 0,0 9 0,9-9 0,-22 0 0,9 9 0,0-9 0,-9 13 0,9-13 0,0 9 0,-9-9 0,9 13 0,-13 0 0,0 0 0,13 0 0,-9 0 0,9 0 0,0 13 0,-9-9 0,22 9 0,-23-13 0,24 13 0,-24-9 0,24 22 0,-24-22 0,24 22 0,-24-22 0,24 9 0,-24 0 0,24-9 0,-24 22 0,24-22 0,-24 22 0,11-22 0,-1 9 0,-10 0 0,10-10 0,-13 11 0,-13-14 0,10 0 0,-24 0 0,11 0 0</inkml:trace>
  <inkml:trace contextRef="#ctx0" brushRef="#br0" timeOffset="152079">14887 3834 24575,'0'17'0,"13"-4"0,-10-13 0,11 0 0,-14 0 0,0 0 0,0 13 0,13-9 0,-10 9 0,10-13 0,-13 0 0,0 13 0,0-9 0,14 9 0,-11-13 0,10 0 0,-13 0 0,0 0 0,0 13 0,0-10 0,14 11 0,-11-14 0,10 0 0,-13 0 0,14 0 0,-11 0 0,10 0 0,-13 0 0,14 0 0,-11 13 0,24-10 0,-24 11 0,24-14 0,-24 0 0,23 0 0,-9 0 0,0 0 0,9 0 0,-22 13 0,22-10 0,-9 11 0,13-14 0,-13 0 0,9 0 0,-9 0 0,13 13 0,-14-10 0,11 11 0,-10-14 0,-1 0 0,11 0 0,-10 0 0,13 0 0,0 0 0,-14 0 0,11 0 0,-11 0 0,14 0 0,0 0 0,0 0 0,0 0 0,0 0 0,0 13 0,0-10 0,0 11 0,0-14 0,0 0 0,13 0 0,-10 0-1258,24 0 1258,-10 13 0,-1-10 0,11 11 0,-11-14-1568,14 0 1568,0 0-2058,0 0 2058,13 0 0,-9-14 0,9 11 0,-13-10-1102,-14 13 1102,11 0 0,-24 0 0,24 0 403,-24 0-403,10 0 0,1 0 0,-11 0 0,10 13 0,-13-10 0,0 11 0,13-14 0,-9 0 0,9 0 1323,-13 0-1323,13 0 0,-10 0 0,11 0 0,-14 0 0,0 0 0,-1 0 0,1 0 2139,0 0-2139,-13 0 1397,10 0-1397,-11 13 724,1-10-724,10 10 0,-24 1 0,23-11 0,-22 10 0,9-13 0,0 14 0,4-11 0,0 10 0,-4-13 0,-13 14 0,13-11 0,4 10 0</inkml:trace>
  <inkml:trace contextRef="#ctx0" brushRef="#br0" timeOffset="172315">16893 13239 24575,'0'17'0,"0"-4"0,0 0 0,14-9 0,-11 22 0,10-9 0,-13 13 0,0-13 0,0 9 0,14-9 0,-11 13 0,10 0 0,-13 0 0,0 0 0,0 0 0,0-14 0,14 11 0,-11-10 0,10 12 0,-13 1 0,0-13 0,0 10 0,0-11 0,0 14 0,0-13 0,0 10 0,0-11 0,0 1 0,0 9 0,0-22 0,0 22 0,0-22 0,0 9 0,0-13 0,0 13 0,0-9 0,0 9 0,0-13 0,0 0 0,0 13 0,0-9 0,0 9 0,0-13 0,0 0 0,0 13 0,0-9 0,0 9 0,0-13 0,0 13 0,0-9 0,0 9 0,0 0 0,0-9 0,0 9 0,0-13 0,0 0 0,0 13 0,0-10 0,0 11 0,0-14 0,0 0 0,0 0 0</inkml:trace>
  <inkml:trace contextRef="#ctx0" brushRef="#br0" timeOffset="173038">16774 13958 24575,'0'17'0,"0"-4"0,13-13 0,-10 0 0,11 0 0,-14 0 0,0 0 0,0 13 0,13-9 0,-10 9 0,10-13 0,-13 0 0,0 13 0,0-9 0,0 9 0,14-13 0,-11 13 0,10-9 0,-13 9 0,0 0 0,0-10 0,14 11 0,-11-1 0,10-10 0,-13 24 0,0-24 0,14 11 0,-11-14 0,10 13 0,-13-10 0,14 11 0,-11-14 0,10 0 0,-13 0 0,0 13 0,0-10 0,14 11 0,-11-14 0,10 0 0,-13 0 0,0-14 0,0 11 0,0-10 0,0 13 0,14 0 0,-11 0 0,10-14 0,1 11 0,-11-10 0,10-1 0,0 11 0,-9-24 0,22 24 0,-22-24 0,22 11 0,-22-1 0,9-9 0,0 22 0,-9-9 0,9 13 0,-13-13 0,0 9 0,13-9 0,-9 13 0,9 0 0,-13 0 0,0 0 0,-13-13 0,23 9 0,-7-9 0</inkml:trace>
  <inkml:trace contextRef="#ctx0" brushRef="#br0" timeOffset="175523">16714 13509 24575,'0'-17'0,"0"4"0,0 13 0,0 0 0,13 0 0,-10 0 0,11 0 0,-14 0 0,0 0 0,13 0 0,-10-14 0,11 11 0,-14-10 0,13 13 0,-10 0 0,11-13 0,-1 9 0,-10-9 0,24 0 0,-24 9 0,24-9 0,-24 0 0,10 9 0,1-9 0,-11 0 0,10 9 0,-13-9 0,0 13 0,14 0 0,-11 0 0,10-13 0,-13 9 0,0-9 0,0 13 0,0 0 0,0-13 0,0 9 0,0-9 0,0 13 0,0 0 0,0 13 0,0-9 0,0 9 0,0-13 0,0 0 0,-13 0 0,10 0 0,-11 0 0,14 0 0,0 13 0,0-9 0,0 9 0,0-13 0,-13 0 0,10 0 0,-11 0 0,14 0 0,0 0 0,0 13 0,0-9 0,0 9 0,0-13 0,0 0 0,0-13 0,0 9 0,0-9 0,0 13 0,14-13 0,-11 9 0,24-22 0,-24 22 0,24-22 0,-24 22 0,10-22 0,1 23 0,-11-24 0,24 24 0,-24-24 0,10 24 0,-13-11 0,13 14 0,-9-13 0,9 10 0,-13-11 0,0 14 0,0 0 0,-13 0 0,9 14 0,-9 2 0,0 1 0,10 10 0,-24-11 0,24 14 0,-24-13 0,10 9 0,1-9 0,-11 13 0,10-13 0,1 9 0,-11-22 0,24 22 0,-11-22 0,1 22 0,10-22 0,-10 9 0,13-13 0,0 0 0,0 13 0,0-10 0,0 11 0,0-14 0,0 0 0,0-14 0,0 11 0,13-10 0,-10 13 0,10-13 0,1 9 0,-11-22 0,24 22 0,-24-22 0,24 22 0,-24-22 0,24 22 0,-24-22 0,10 22 0,1-9 0,-11 13 0,10-13 0,-13 9 0,0-9 0,0 13 0,0 0 0,0-13 0,0 9 0,0-9 0,0 13 0,0 0 0,0-13 0,0 10 0,0-11 0,0 14 0,0 0 0,0-13 0,0 10 0,0-11 0,0 14 0,0 0 0,0 14 0,0-11 0,14 10 0,-11 1 0,10-11 0,1 23 0,-11-22 0,10 9 0,0 0 0,-9-9 0,22 22 0,-22-22 0,9 9 0,0 0 0,-9-9 0,22 9 0,-22 0 0,9-9 0,-13 9 0,0-13 0,13 0 0,-9 13 0,9-9 0,-13 9 0,0-13 0,0 0 0,0-13 0,-13 9 0,9-9 0,-9 0 0,0 9 0,9-9 0,-22 0 0,22 9 0,-22-9 0,22 0 0,-22 9 0,22-22 0,-22 22 0,23-9 0,-11 0 0,1 9 0,10-9 0,-11 13 0,14-13 0,0 10 0,-13-11 0,10 14 0,-11 0 0,14 0 0,0 0 0,14 0 0,-11 0 0,10 0 0,1 14 0,-11-11 0,24 23 0,-24-22 0,23 22 0,-9-22 0,0 9 0,9 0 0,-22-9 0,9 9 0,0-13 0,-9 13 0,9-9 0,-13 9 0,0-13 0,0 0 0,13 0 0,-23-13 0,20 9 0,-23-9 0,13 0 0,-13 9 0,9-22 0,-9 22 0,13-9 0,0 0 0,0 9 0,0-9 0,-13 13 0,9 0 0,-9 0 0,13 0 0,0-13 0,0 10 0,0-11 0,0 28 0,13-11 0,-9 10 0,9-13 0,0 13 0,-9-9 0,9 9 0,0 0 0,-9-9 0,9 9 0,0-13 0,-9 13 0,9-9 0,0 9 0,-9-13 0,9 0 0,-13 0 0,0 0 0,-13 0 0,-17 0 0,-17 0 0</inkml:trace>
  <inkml:trace contextRef="#ctx0" brushRef="#br0" timeOffset="6.89546E6">14377 11891 24575,'0'-16'0,"0"2"0,0 14 0,0 0 0,-13 0 0,10 0 0,-24 0 0,10 0 0,1 0 0,-11-13 0,11 10 0,-14-11 0,0 14 0,0-13 0,0 10 0,0-11-615,-13 14 615,9-13 0,-22 10 0,22-11 0,-22 14 0,23-13 0,-24 10 0,24-10 0,-24 13 0,24-14 0,-10 11 0,-1-10 0,11 13 0,-10 0 0,-1 0 0,11-14 0,-10 11 0,13-10 0,0 13-11,0 0 11,0 0 0,0 0 0,14 0 0,-11 0 0,10 0 0,-13 0 615,0 0-615,14 0 11,-11 0-11,10 0 0,1 0 0,-11 0 0,11 13 0,-14-10 0,0 11 0,13-14 0,-10 0 0,11 13 0,-14-10 0,0 11 0,13-14 0,-9 13 0,9-10 0,-13 10 0,13 1 0,-9-11 0,22 10 0,-22 1 0,9-11 0,0 10 0,-9-13 0,23 14 0,-24-11 0,24 10 0,-24-13 0,24 0 0,-24 14 0,24-11 0,-24 10 0,24-13 0,-24 0 0,24 14 0,-24-11 0,24 10 0,-24-13 0,24 14 0,-24-11 0,11 10 0,-1 0 0,-10-9 0,11 22 0,-1-22 0,-10 22 0,11-22 0,-1 9 0,-10 0 0,24-9 0,-23 22 0,22-22 0,-22 22 0,9-22 0,0 22 0,-9-22 0,22 22 0,-22-9 0,22-1 0,-22 11 0,22-10 0,-9-1 0,0 11 0,9-10 0,-9 13 0,13 0 0,-13-1 0,10-12 0,-11 10 0,14-11 0,0 14 0,0 0 0,0 0 0,0 0 0,0 0 0,0 0 0,0 0 0,14 0 0,-11 0 0,10 0 0,-13 0 0,0 0 0,0 0 0,0 0 0,13 0 0,-9 0 0,9 0 0,0 0-688,-9 13 688,22-10 0,-22 10 0,22-13 0,-22 0 0,22 0 0,-22 0 0,22 0 0,-9 0 0,0-13 0,9 9 0,-9-9 0,-1 13 0,11-13 0,-10 9 0,-1-9 0,11-1 0,-10 11 0,13-24 0,0 24 0,-1-24 0,1 24 0,0-24 0,0 24 0,0-24 0,0 24 0,0-24 0,13 11 0,-9-1-865,9-10 865,0 10 0,-9-13 0,9 14 0,-13-11 0,13 10 0,-10-13 356,11 0-356,-14 0 0,13 0 0,-10 0 0,10 0 0,1 0 0,-11 0 0,23 0-1175,-22 0 1175,22 0 0,-22 0 112,9 0-112,0 0 0,-10 0 0,11 0 52,-14-13-52,0 10 0,13-11 0,-10 14 0,10-13 0,-13 10 0,0-10 0,0-1 0,14 11-587,-11-24 587,10 24 0,-13-24 0,13 24 0,-9-24 0,9 24 0,-13-24 0,0 24 1007,0-10-1007,0-1 0,0 11 734,0-23-734,-14 22 248,11-9-248,-11 0 653,14 9-653,-13-22 153,10 22-153,-11-22 0,14 22 0,-13-22 0,10 22 0,-11-22 0,14 22 0,0-22 0,-13 9 0,9 1 0,-9-11 0,13 24 0,-13-24 0,9 24 0,-9-24 0,-1 24 0,11-24 0,-24 24 0,11-11 0,-14 1 0,0 10 0,13-11 0,-10 14 0,11-13 0,-14 10 0,0-11 0,0 1 0,13 10 0,-10-24 0,11 24 0,-14-24 0,13 24 0,-10-24 0,11 24 0,-14-24 0,0 24 0,0-24 0,13 24 0,-10-24 0,11 24 0,-14-23 0,0 22 0,0-22 0,0 22 0,13-9 0,-10 0 0,11 9 0,-14-9 0,0 0 0,0 9 0,0-22 0,0 22 0,0-9 0,0 0 0,0 9 0,0-22 0,0 22 0,0-9 0,0 0 0,0 10 0,-14-24 0,11 24 0,-10-24 0,13 10 0,0 1 0,0-11 0,0 10 0,0 1 0,-14-11 0,11 10 0,-10 1 0,13-11 0,0 24 0,-14-24 0,11 11 0,-10-14 0,13 13 0,0-10 0,0 24 0,-14-24 0,11 24 0,-10-24 0,13 24 0,-14-23 0,11 22 0,-10-22 0,13 22 0,-14-9 0,11 0 0,-10 9 0,13-22 0,-14 22 0,11-22 0,-10 22 0,0-22 0,9 22 0,-22-9 0,22 0 0,-22 9 0,22-9 0,-22 0 0,9 10 0,0-11 0,-9 1 0,9 10 0,0-11 0,-9 1 0,9 10 0,-13-11 0,-13 14 0,10-13 0,-24 10-1243,24 3 1243,-24 3 0,-3 24 0,-16-11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15T01:21:49.2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2606 2756 24575,'-17'0'0,"4"0"0,13 0 0,0 0 0,-13 0 0,9 0 0,-9 0 0,13 0 0,13 0 0,-9 0 0,9 0 0,-13 13 0,0-10 0,0 24 0,0-24 0,0 24 0,0-10 0,0 12 0,0 1 0,0 0 0,0 0 0,0 0-562,0 14 562,13-11 0,-9 10 0,9 0 0,-13-9 0,0 9 0,0-13 0,0 13 0,0-10 0,0 11 0,0-14 0,0 0 0,0 0 0,0-1 0,0 1 0,13-13 0,-9 10 0,9-24 0,-13 10 562,0 1-562,0-11 0,0 10 0,0-13 0,0 0 0,-13 0 0,23-13 0,-7-4 0</inkml:trace>
  <inkml:trace contextRef="#ctx0" brushRef="#br0" timeOffset="552">2396 3415 24575,'17'13'0,"-4"4"0,-13-1 0,0 11 0,13-24 0,-9 24 0,9-11 0,-13 1 0,0 10 0,13-24 0,-9 24 0,9-24 0,-13 24 0,0-24 0,0 10 0,0 1 0,0-11 0,0 10 0,0-13 0,0 14 0,0-11 0,0 10 0,0-13 0,0 0 0,13-13 0,-9 10 0,9-11 0,0 1 0,-9 10 0,9-11 0,0 1 0,-9 10 0,22-24 0,-22 24 0,9-11 0,0 1 0,-9 10 0,22-24 0,-23 24 0,24-24 0,-24 24 0,24-11 0,-24 1 0,24 10 0,-24-10 0,24-1 0,-24 11 0,11-10 0</inkml:trace>
  <inkml:trace contextRef="#ctx0" brushRef="#br0" timeOffset="1678">5032 6170 24575,'0'17'0,"0"-4"0,0-13 0,0 14 0,0-11 0,13 24 0,-9-24 0,9 23 0,-13-9 0,0 0 0,0 9 0,0-9 0,0 13 0,0 0 0,0-13 0,0 9 0,13-9 0,-9 13 0,9-14 0,-13 11 0,0-10 0,0 13 0,13-14 0,-9 11 0,9-10 0,-13-1 0,0 11 0,0-24 0,0 24 0,0-24 0,0 10 0,0 1 0,0-11 0,0 10 0,0-13 0,0 0 0,0-13 0,0 10 0,-13-11 0,9 14 0,-9 0 0</inkml:trace>
  <inkml:trace contextRef="#ctx0" brushRef="#br0" timeOffset="2127">4882 6350 24575,'0'-17'0,"14"4"0,-11 0 0,10 9 0,1-22 0,-11 22 0,10-22 0,1 23 0,-11-11 0,10 1 0,0 10 0,-9-11 0,22 14 0,-22 0 0,9 0 0,0 0 0,-9 0 0,9 0 0,0 14 0,-9-11 0,22 10 0,-22 1 0,9-11 0,-13 23 0,13-22 0,-9 9 0,9 0 0,-13-9 0,0 22 0,-13-22 0,9 9 0,-9-13 0</inkml:trace>
  <inkml:trace contextRef="#ctx0" brushRef="#br0" timeOffset="3025">7668 5841 24575,'0'16'0,"0"-2"0,0-14 0,0 0 0,0 13 0,0-10 0,0 11 0,0-1 0,0-10 0,0 24 0,0-10 0,0-1 0,0 11 0,0-10 0,0 12 0,0 1 0,0 0 0,0 0 0,0 0 0,0 0 0,0 0 0,0 0 0,0 0 0,0-13 0,0 9 0,0-22 0,0 22 0,0-22 0,0 9 0,0 0 0,0-9 0,0 22 0,0-22 0,13 22 0,-9-23 0,9 24 0,-13-24 0,0 24 0,0-24 0,0 24 0,0-24 0,0 24 0,0-24 0,0 11 0,0-1 0,0-10 0,0 11 0,0-14 0,0 0 0,-13 0 0,9 0 0,-9 0 0,13 0 0</inkml:trace>
  <inkml:trace contextRef="#ctx0" brushRef="#br0" timeOffset="3452">7548 6560 24575,'13'30'0,"-9"-14"0,9 11 0,-13-24 0,0 11 0,0-1 0,13-10 0,-9 10 0,9-13 0,0 0 0,-9-13 0,22 10 0,-22-24 0,22 24 0,-22-24 0,22 11 0,-22-1 0,22-10 0,-23 24 0,11-24 0,-14 24 0,13-10 0,-10-1 0,11 11 0,-14-10 0</inkml:trace>
  <inkml:trace contextRef="#ctx0" brushRef="#br0" timeOffset="4488">9735 8057 24575,'16'0'0,"-2"14"0,-14-11 0,0 10 0,0 1 0,0-11 0,0 24 0,0-24 0,0 23 0,0-9 0,0 13 0,0 13 0,0-9 0,0 9 0,0-13-563,13 13 563,-10-10 0,11 11 0,-14-14 0,0 0 0,0 0 0,0-1 0,0 1 0,0 0 0,0 0 0,0-13 0,0 10 0,0-24 563,0 10-563,0-13 0,0 14 0,0-11 0,0 10 0,0-13 0,0 0 0,0-13 0,0-4 0</inkml:trace>
  <inkml:trace contextRef="#ctx0" brushRef="#br0" timeOffset="5184">9615 8207 24575,'0'-17'0,"13"4"0,-10 0 0,11 9 0,-14-9 0,0 0 0,0 10 0,0-24 0,0 24 0,0-24 0,0 24 0,0-11 0,13 1 0,-10 10 0,11-11 0,-14 14 0,0-13 0,0 10 0,0-11 0,0 14 0,0 0 0,13 0 0,-10 14 0,11-11 0,-14 24 0,13-11 0,-10 1 0,11 10 0,-1-11 0,-10 1 0,24 9 0,-24-9 0,24 0 0,-24 9 0,11-22 0,-1 9 0,-10-13 0,10 13 0,-13-9 0,0 9 0,0-13 0,0 0 0,0-13 0,0-4 0</inkml:trace>
  <inkml:trace contextRef="#ctx0" brushRef="#br0" timeOffset="48400">5661 2905 24575,'13'4'0,"-9"6"0,9-24 0,-13 14 0,0 0 0,0 14 0,0-11 0,0 10 0,0-13 0,0 0 0,0 14 0,0-11 0,13 24 0,-9-24 0,9 24 0,-13-24 0,13 24 0,-9-24 0,9 24 0,0-11 0,-9 1 0,9 9 0,0-9 0,-9 0 0,9 9 0,0-22 0,-10 22 0,11-22 0,-1 22 0,-10-22 0,11 9 0,-14 0 0,13-10 0,-10 11 0,11-1 0,-14-10 0,0 11 0,0-14 0,0 0 0,13 0 0,-10 0 0,11 0 0,-14 0 0,0 0 0,-14 0 0,11 0 0,-10 0 0,13-14 0,0-2 0</inkml:trace>
  <inkml:trace contextRef="#ctx0" brushRef="#br0" timeOffset="49152">5661 3325 24575,'13'16'0,"-9"-2"0,9-14 0,-13 0 0,0 0 0,0-14 0,0 11 0,0-10 0,0 13 0,13 0 0,-9 0 0,9 0 0,-13 0 0,0 0 0,0-14 0,0 11 0,13-24 0,-9 24 0,9-23 0,0 22 0,-9-22 0,22 9 0,-22-13 0,22 13 0,-9-9 0,-1 9 0,11-13 0,-24 0 0,24 0 0,-24 0 0,24 14 0,-24-11 0,11 24 0,-1-24 0,-10 24 0,11-11 0,-14 14 0,0 0 0,0-13 0,0 10 0,0-11 0,0 14 0,0 0 0,0 14 0,0-11 0,0 10 0</inkml:trace>
  <inkml:trace contextRef="#ctx0" brushRef="#br0" timeOffset="50654">18691 4583 24575,'0'16'0,"13"-2"0,-10-14 0,11 0 0,-14 0 0,0 13 0,0-10 0,0 11 0,0-1 0,13 4 0,-10-1 0,10 11 0,-13-10 0,14 13 0,-11-14 0,24 11 0,-24-11 0,10 14 0,1 0 0,-11 0 0,10 0 0,1 0 0,-11-13 0,24 9 0,-24-9 0,10 13 0,1-13 0,-11 9 0,10-22 0,-13 9 0,14 0 0,-11-9 0,10 9 0,-13-13 0,0 0 0,0-13 0,0 9 0,-13-22 0,10 22 0,-11-9 0</inkml:trace>
  <inkml:trace contextRef="#ctx0" brushRef="#br0" timeOffset="51144">18661 5032 24575,'0'-17'0,"13"4"0,-10 0 0,24 9 0,-24-22 0,24 9 0,-24 1 0,10-11 0,1 10 0,-11 1 0,24-11 0,-24 24 0,10-24 0,-13 24 0,14-11 0,-11 14 0,10-13 0,-13 10 0,0-10 0,0 13 0,14-14 0,-11 11 0,10-10 0,-13 13 0,14 0 0,-11-14 0,24 11 0,-24-10 0,10 13 0,-13 0 0,0 0 0,0 0 0</inkml:trace>
  <inkml:trace contextRef="#ctx0" brushRef="#br0" timeOffset="52233">18631 4253 24575,'0'-16'0,"0"2"0,13 14 0,-10 0 0,11-13 0,-14 10 0,13-11 0,-10 14 0,24-13 0,-24 10 0,11-11 0,-1 14 0,-10-13 0,10 10 0,-13-11 0,0 14 0,0 0 0,14 0 0,-11 0 0,10 0 0,-13 0 0,0 0 0,14 0 0,-11 14 0,10-11 0,1 24 0,-11-24 0,10 10 0,1 1 0,-11 2 0,10 1 0,1 10 0,2-24 0,1 24 0,-4-24 0,1 24 0,-11-24 0,23 23 0,-22-22 0,9 9 0,-13-13 0,0 0 0,13 0 0,4 0 0</inkml:trace>
  <inkml:trace contextRef="#ctx0" brushRef="#br0" timeOffset="57819">13509 2875 24575,'0'-16'0,"0"3"0,0 13 0,0 0 0,13 0 0,-10 13 0,11-10 0,-14 10 0,0-13 0,0 0 0,13 0 0,-10 0 0,11 14 0,-1-11 0,-10 24 0,24-24 0,-24 24 0,11-24 0,-1 24 0,-10-24 0,24 24 0,-11-24 0,1 24 0,10-24 0,-24 24 0,24-24 0,-24 23 0,24-22 0,-24 9 0,24 0 0,-24-9 0,10 22 0,1-22 0,-11 9 0,23 0 0,-22-9 0,22 22 0,-22-22 0,9 9 0,0 0 0,-9-9 0,9 22 0,0-23 0,-9 11 0,9-1 0,-13-10 0,13 11 0,-9-14 0,9 0 0,-13 0 0,0 13 0,0 4 0</inkml:trace>
  <inkml:trace contextRef="#ctx0" brushRef="#br0" timeOffset="58335">13718 3325 24575,'0'-17'0,"0"4"0,14-1 0,-11 11 0,10-23 0,-13 22 0,0-22 0,14 9 0,-11 0 0,10-9 0,1 22 0,-11-22 0,10 9 0,1 0 0,-11-9 0,24 9 0,-24 1 0,10-11 0,0 24 0,-9-24 0,9 24 0,-13-11 0,0 14 0,13-13 0,-9 10 0,9-11 0,-13 14 0,0 0 0,0 0 0</inkml:trace>
  <inkml:trace contextRef="#ctx0" brushRef="#br0" timeOffset="59059">13569 2696 24575,'0'-17'0,"0"4"0,0 13 0,0 0 0,13 0 0,-10 0 0,11 0 0,-14-14 0,0 11 0,13-10 0,-10 0 0,24 9 0,-24-22 0,24 22 0,-24-9 0,24 0 0,-24 9 0,24-22 0,-24 22 0,10-22 0,1 22 0,-11-22 0,24 22 0,-24-9 0,10 0 0,1 9 0,-11-9 0,10 13 0,-13-13 0,0 10 0,14-11 0,-11 14 0,10 0 0,-13 0 0,0 0 0,0 14 0,0-11 0,0 10 0,0 0 0,13-9 0,-9 22 0,9-22 0,-13 22 0,0-22 0,13 22 0,-9-22 0,9 22 0,-13-9 0,13 0 0,-9 9 0,9-22 0,-13 22 0,13-23 0,-9 11 0,9-1 0,-13-10 0,0 11 0,0-14 0</inkml:trace>
  <inkml:trace contextRef="#ctx0" brushRef="#br0" timeOffset="60181">14407 3205 24575,'14'17'0,"-11"-4"0,24-13 0,-24 0 0,24 0 0,-11 0 0,14 0 0,0 0 0,-13-13 0,9 9 0,-9-9 0,13 13 0,0 0 0,-13 0 0,9 0 0,-23 0 0,24 0 0,-24 0 0,11 0 0,-14 0 0,13 0 0,-10 0 0,11 0 0,-14 0 0,0-13 0,0-4 0</inkml:trace>
  <inkml:trace contextRef="#ctx0" brushRef="#br0" timeOffset="60812">15216 2846 24575,'-17'0'0,"4"0"0,13 0 0,0 0 0,0 13 0,0-10 0,0 10 0,0 1 0,13-11 0,-9 24 0,9-11 0,0 14 0,-9 0 0,22-13 0,-22 10 0,22-11 0,-22 14 0,9 0 0,0-13 0,-9 9 0,22-9 0,-23 0 0,24 9 0,-24-22 0,11 22 0,-1-22 0,-10 22 0,11-23 0,-1 11 0,-10-1 0,11-10 0,-14 11 0,13-14 0,-10 0 0,11 0 0,-14 0 0,0 0 0,0 0 0</inkml:trace>
  <inkml:trace contextRef="#ctx0" brushRef="#br0" timeOffset="61147">15276 3265 24575,'0'-17'0,"0"4"0,0 0 0,13 9 0,-9-9 0,9 0 0,-13 9 0,0-22 0,13 22 0,-9-22 0,22 9 0,-23 0 0,24-9 0,-24 9 0,24 1 0,-24-11 0,24 10 0,-24 1 0,24-11 0,-24 24 0,11-24 0,-1 24 0,-10-11 0,11 14 0,-14-13 0,0 10 0,0-11 0</inkml:trace>
  <inkml:trace contextRef="#ctx0" brushRef="#br0" timeOffset="62516">13209 2396 24575,'0'30'0,"14"0"0,-11 13-1961,10-9 1961,-13 22 0,13-9-2167,-9 26 2167,9-10-666,-13-19 1,0-1 665,13 20 0,-11-20 0,0 1 0,11 19-648,0 10 648,-9-13 0,9 0-755,-13 0 755,13 0 0,-9 0 1005,9-14-1005,-13-3 0,13-13 2165,-9 0-2165,9 0 756,-13-13-756,0 10 1928,0-24-1928,0 10 235,0-13 1,0 0 0,0 0 0</inkml:trace>
  <inkml:trace contextRef="#ctx0" brushRef="#br0" timeOffset="63203">15935 2486 24575,'0'30'0,"0"0"0,0 0 0,0 13-1967,0 4 1967,0-1 0,0 11-1440,0-10 1440,0 12 0,0 1 0,13 0 0,-9 0 0,9-13 0,-13 9 190,0-22-190,0 9 0,0-13-48,13 0 48,-9 0 0,9 0 891,-13-14-891,0 11 1626,0-24-1626,0 11 691,0-1-691,0-10 14,0 11 0,0-14 0,0 0 1</inkml:trace>
  <inkml:trace contextRef="#ctx0" brushRef="#br0" timeOffset="64163">16534 2965 24575,'13'-16'0,"-9"-11"0,9 10 0,0 1 0,-9-11 0,22 24 0,-22-24 0,9 24 0,0-24 0,-10 24 0,11-10 0,-14 13 0,13 0 0,-10-14 0,11 11 0,-14 3 0,0 3 0,13 11 0,-10-14 0,11 13 0,-14-10 0,13 11 0,-10-1 0,24-10 0,-24 24 0,11-24 0,-1 10 0,-10 1 0,11-11 0,-1 10 0,-10-13 0,10 14 0,1-11 0,-11 10 0,10-13 0,1 0 0,-11-13 0,24 10 0,-24-11 0,10 14 0,1 0 0,-11-13 0,10 10 0,1-11 0,-11 14 0,10 0 0,-13 0 0,0 0 0,0-13 0,0 10 0,0-10 0,0 13 0</inkml:trace>
  <inkml:trace contextRef="#ctx0" brushRef="#br0" timeOffset="64587">16594 3115 24575,'17'0'0,"-4"0"0,0 0 0,4-13 0,-1 9 0,11-9 0,-10 13 0,13 0 0,-14 0 0,11 0 0,-10 0 0,12 0 0,-12 0 0,10 0 0,-24 0 0,24 0 0,-24-13 0,24 10 0,-24-11 0,10 14 0,1 0 0,-11 0 0,10 0 0,-13 0 0,0 0 0,0 0 0</inkml:trace>
  <inkml:trace contextRef="#ctx0" brushRef="#br0" timeOffset="65340">17403 2846 24575,'-17'16'0,"-10"-3"0,24 1 0,-10-11 0,-1 24 0,11-24 0,-10 24 0,-1-24 0,11 24 0,-10-24 0,13 24 0,0-24 0,0 24 0,0-24 0,-14 24 0,11-24 0,-10 23 0,13-9 0,0 0 0,0 9 0,0-22 0,0 22 0,13-22 0,-10 22 0,11-22 0,-14 9 0,0 0 0,13-9 0,-10 9 0,11-13 0,-1 0 0,-10 0 0,11 0 0,-1 0 0,4 0 0,-1 0 0,11 0 0,-10-13 0,-1 9 0,11-9 0,-11 0 0,1 9 0,10-22 0,-24 22 0,24-22 0,-24 9 0,10 0 0,-13-9 0,14 22 0,-11-22 0,10 9 0,-13 1 0,0-11 0,-13 10 0,10 1 0,-11-11 0,14 10 0,0 1 0,-13 2 0,10 1 0,-11 10 0,14-11 0,-13 14 0,10-13 0,-11 10 0,1-10 0,-4 13 0,-12 0 0,-1 0 0,0 0 0</inkml:trace>
  <inkml:trace contextRef="#ctx0" brushRef="#br0" timeOffset="66216">14048 3864 24575,'73'17'0,"4"9"0,-27-23 0,3-2-3881,0 5 0,0 1 3881,6 0 0,2-1-1536,12-4 0,1-1 1536,-5 6 0,1 0-610,-12-2 0,2-1 0,-1 0 610,24-2 0,0-1 0,-24 3 0,1 1 0,1 0-863,3 0 0,0-1 0,1 0 863,0-2 0,0-2 0,1 1-264,4 3 1,0 1-1,0 0 264,-4-1 0,-1 1 0,0-1-108,4-3 0,1 0 0,-2 0 108,-7 4 0,0 0 0,0-1-6,3-3 1,1-2 0,-1 1 5,-4 0 0,0 0 0,-1 0 93,25 0 1,-1 0-94,-1 0 0,-1 0 231,-12 0 1,-2 0-232,1-7 0,-3 0 587,-10 6 0,-3-1-587,-6-5 0,-2 1 700,29 6 1,-26 0 0,-4 0 0</inkml:trace>
  <inkml:trace contextRef="#ctx0" brushRef="#br0" timeOffset="99087">13119 4613 24575,'-16'13'0,"-11"-10"0,-3 24 0,10-10 0,-20-1 0,24 11 0,-14-24 0,0 24 0,13-10 0,-10-1 0,11 11 0,-1-24 0,4 24 0,0-24 0,9 10 0,-9 1 0,13-11 0,0 10 0,13 1 0,-9-11 0,22 10 0,-9 1 0,13-11 0,0 10 0,0-13 0,0 0 0,0 14 0,-1-11 0,1 10 0,0-13 0,0 0 0,-13 0 0,10 0 0,-24 0 0,10 0 0,-13 0 0,14 13 0,-11-9 0,10 9 0,-26-13 0,10 13 0,-11-9 0,14 22 0,-13-22 0,10 22 0,-24-22 0,24 9 0,-11 0 0,1-9 0,10 9 0,-11-13 0,1 13 0,10-9 0,-11 9 0,14-13 0,0-13 0,-13 9 0,10-9 0,-11 0 0,14 9 0,0-22 0,0 9 0,0-13 0</inkml:trace>
  <inkml:trace contextRef="#ctx0" brushRef="#br0" timeOffset="99245">13239 5032 24575,'13'30'0,"-9"0"0,9 0 0,-13 0 0,0 0 0,0-14 0,0 11 0,0-10 0,0-1 0,0-2 0,-13-14 0,-4 0 0</inkml:trace>
  <inkml:trace contextRef="#ctx0" brushRef="#br0" timeOffset="99767">13449 5092 24575,'0'17'0,"0"-4"0,0-13 0,0 0 0,0-13 0,0 9 0,13-9 0,-10 0 0,11 9 0,-14-22 0,13 22 0,-10-22 0,11 22 0,-14-22 0,13 22 0,-10-9 0,11 0 0,-14 10 0,0-11 0,0 14 0,13 0 0,-10 0 0,11 0 0,-14 14 0,13-11 0,-10 23 0,11-22 0,-14 22 0,13-22 0,-10 22 0,11-9 0,-14 0 0,0 9 0,13-9 0,-10 0 0,10-4 0,-13 0 0,0-9 0,-13 9 0,10-13 0,-10 0 0,13 0 0</inkml:trace>
  <inkml:trace contextRef="#ctx0" brushRef="#br0" timeOffset="100213">13179 4643 24575,'14'16'0,"-11"11"0,10-24 0,-13 11 0,0-14 0,0 13 0,0-10 0,14 11 0,-11-14 0,10 13 0,-13-10 0,0 11 0,0-14 0,13 0 0,-9 13 0,9-10 0,-13 10 0,0-13 0,0 0 0,13 0 0,-9 0 0,9 14 0,-13-11 0,0 10 0,13-13 0,-9 0 0,9 0 0,-13 0 0,0 0 0,13 14 0,-9-11 0,9 10 0,-13-13 0,0 0 0,0 0 0</inkml:trace>
  <inkml:trace contextRef="#ctx0" brushRef="#br0" timeOffset="100737">13389 4942 24575,'17'14'0,"-4"-11"0,-13 23 0,0-22 0,0 22 0,0-9 0,0 0 0,0 9 0,13-9 0,-9 13 0,9-13 0,-13 9 0,0-9 0,0-1 0,0 11 0,0-24 0,0 11 0,0-1 0,13-10 0,-10 11 0,11-14 0,-14 0 0,0 0 0,-14 0 0,11 0 0,-10 0 0,13 0 0</inkml:trace>
  <inkml:trace contextRef="#ctx0" brushRef="#br0" timeOffset="101633">14048 4673 24575,'0'16'0,"0"-2"0,0-14 0,0 0 0,-13 0 0,9 13 0,-9-10 0,0 24 0,9-24 0,-22 24 0,22-11 0,-22 14 0,22 0 0,-9-13 0,0 23 0,9-20 0,-9 23 0,0-13 0,9-13 0,-9 9 0,13-9 0,0 13 0,0 0 0,0 0 0,0-13 0,0 9 0,13-23 0,-9 24 0,9-24 0,-13 24 0,13-24 0,-9 11 0,9-14 0,0 0 0,4 0 0</inkml:trace>
  <inkml:trace contextRef="#ctx0" brushRef="#br0" timeOffset="101953">14138 4852 24575,'16'17'0,"-2"10"0,-14-11 0,0 1 0,0 10 0,0-11 0,13 14 0,-10-13 0,11 9 0,-14-9 0,13 0 0,-10 9 0,24-22 0,-24 22 0,11-9 0,-1 0 0,-10-4 0,11 0 0,-1-10 0,-10 11 0,10-14 0,1 0 0,-11 0 0,10 0 0,1 0 0,-11 0 0,10-14 0,-13 11 0,0-10 0</inkml:trace>
  <inkml:trace contextRef="#ctx0" brushRef="#br0" timeOffset="102233">14138 5122 24575,'13'-17'0,"-10"4"0,24 0 0,-10-4 0,-1 0 0,11-9 0,-10 9 0,-1-13 0,11 14 0,-11-11 0,14 10 0,-13-13 0,10 14 0,-24-11 0,24 10 0,-24 1 0,10-11 0,1 24 0,-11-10 0,10-1 0,-13 11 0,0-10 0,0-1 0,0-2 0</inkml:trace>
  <inkml:trace contextRef="#ctx0" brushRef="#br0" timeOffset="102735">14647 4703 24575,'13'16'0,"-9"-2"0,9-1 0,0 4 0,-9 12 0,22 1 0,-23-13 0,11 10 0,-14 3 0,13 3 0,-10 10 0,11-13 0,-14 0 0,0 0 0,0 0 0,0 0 0,-14 0 0,11 0 0,-10 0 0,13 0 0,-14-14 0,11 11 0,-10-10 0,0-1 0,9-2 0,-9-1 0,13-10 0,-13 11 0,9-28 0,-9-2 0</inkml:trace>
  <inkml:trace contextRef="#ctx0" brushRef="#br0" timeOffset="104739">15186 4912 24575,'0'17'0,"0"-4"0,0-13 0,0 0 0,13 0 0,-9 0 0,9 0 0,-13 0 0,13 0 0,-9 0 0,22 0 0,-9 0 0,0 0 0,9 0 0,-22 0 0,22 0 0,-23 0 0,24 0 0,-24 0 0,24 0 0,-24 0 0,24-13 0,-24 10 0,11-11 0,-1 14 0,-10 0 0,11 0 0,-14 0 0,0 0 0,0 0 0</inkml:trace>
  <inkml:trace contextRef="#ctx0" brushRef="#br0" timeOffset="105005">15216 5032 24575,'0'17'0,"13"-4"0,-9-13 0,9 0 0,-13 0 0,13 0 0,-9 0 0,22 0 0,-22 0 0,9 0 0,0 0 0,-9 0 0,22 0 0,-9 0 0,-1 13 0,-2-9 0,-1 9 0,-10-13 0,11 0 0,-1 0 0,-10 0 0,11 0 0,-14-13 0,0-4 0</inkml:trace>
  <inkml:trace contextRef="#ctx0" brushRef="#br0" timeOffset="106007">15905 4763 24575,'-17'0'0,"-9"13"0,22-10 0,-22 10 0,22-13 0,-9 14 0,0-11 0,9 10 0,-9 1 0,13-11 0,0 24 0,-13-24 0,10 10 0,-11 1 0,14-11 0,0 10 0,14 1 0,-11-11 0,10 24 0,0-24 0,-9 10 0,22 0 0,-9 4 0,0 0 0,9 9 0,-9-22 0,0 9 0,9 0 0,-22-9 0,22 22 0,-22-22 0,9 9 0,-13 0 0,0-9 0,0 9 0,0 0 0,0-9 0,-13 9 0,-4 0 0,0-10 0,-9 24 0,9-24 0,-13 11 0,13-1 0,-9-10 0,9 11 0,0-14 0,-9 13 0,23-10 0,-11 11 0,14-28 0,-13 11 0,10-10 0,-11-1 0,14 11 0,14-24 0,-11 11 0,10-14 0</inkml:trace>
  <inkml:trace contextRef="#ctx0" brushRef="#br0" timeOffset="106205">16115 4912 24575,'0'17'0,"0"10"0,0-11 0,0 14 0,0-13 0,0 9 0,0-9 0,0 13 0,0-13 0,0 9 0,0-22 0,-14 22 0,11-22 0,-10 22 0,13-23 0,0 11 0,0-14 0,0 0 0,-14 0 0,11-14 0,-10-2 0</inkml:trace>
  <inkml:trace contextRef="#ctx0" brushRef="#br0" timeOffset="106707">16055 4733 24575,'16'0'0,"-2"0"0,-14 0 0,0 0 0,0 0 0</inkml:trace>
  <inkml:trace contextRef="#ctx0" brushRef="#br0" timeOffset="107237">16175 5152 24575,'0'17'0,"0"-4"0,0-13 0,0 0 0,0-13 0,0 9 0,0-9 0,0 0 0,0 9 0,0-9 0,13 0 0,-10 9 0,10-22 0,-13 22 0,0-22 0,0 22 0,0-22 0,14 22 0,-11-9 0,10 0 0,-13 9 0,14-22 0,-11 23 0,10-11 0,-13 14 0,0 0 0,14 0 0,-11 0 0,10 0 0,-13 0 0,0 14 0,14-11 0,-11 10 0,10 0 0,-13-9 0,0 22 0,14-9 0,-11 0 0,10 9 0,-13-22 0,0 22 0,0-22 0,0 22 0,0-22 0,0 9 0,0 0 0,0-9 0,0 9 0,0-13 0,0 0 0</inkml:trace>
  <inkml:trace contextRef="#ctx0" brushRef="#br0" timeOffset="107591">16714 4763 24575,'-14'29'0,"11"1"0,-24 0-1172,24 14 1172,-10-11 0,-1 10 0,11-13 0,-10 13 0,13-9 0,0 9 383,0-26-383,0 9 194,0-9-194,0 13 0,0-14 0,0 11 595,0-24-595,0 11 0,13-14 0,-10 0 0,11 0 0</inkml:trace>
  <inkml:trace contextRef="#ctx0" brushRef="#br0" timeOffset="108147">16744 4912 24575,'16'0'0,"-2"-13"0,-1 10 0,-10-11 0,24 14 0,-11 0 0,1 0 0,10 0 0,-24 0 0,24 0 0,-11 14 0,1-11 0,10 10 0,-24-13 0,10 0 0,1 0 0,-11 14 0,10-11 0,-13 24 0,0-24 0,0 23 0,0-22 0,0 22 0,-13-9 0,10 13 0,-24-13 0,24 9 0,-24-9 0,10 0 0,1 9 0,2-22 0,1 22 0,10-23 0,-11 11 0,14-14 0,0 0 0,-13 0 0,10 0 0,-11 0 0,28 0 0,-11 0 0,10 13 0,-13-10 0,0 11 0,14-14 0,-11 0 0,10 0 0,1 0 0,-11 0 0,24 0 0,-24 0 0,24 0 0,-24-14 0,24 11 0,-24-10 0,10 13 0,1 0 0,-11 0 0,10-14 0,-13 11 0,0-10 0,0 13 0,0-13 0,0-4 0</inkml:trace>
  <inkml:trace contextRef="#ctx0" brushRef="#br0" timeOffset="109046">17223 4882 24575,'0'17'0,"0"-4"0,0 1 0,0-11 0,0 24 0,13-11 0,-9 1 0,9 9 0,-13-9 0,0 13 0,0-13 0,0 9 0,0-9 0,0 0 0,0 9 0,0-22 0,0 22 0,0-23 0,0 11 0,0-14 0,0 13 0,0-10 0,0 11 0,0-14 0,0 0 0,0-14 0,0 11 0,0-10 0,0 13 0,0 0 0,0-14 0,-13 11 0,-4-10 0</inkml:trace>
  <inkml:trace contextRef="#ctx0" brushRef="#br0" timeOffset="110037">17073 4852 24575,'17'0'0,"9"0"0,-22 0 0,22 0 0,-22 0 0,22 0 0,-9 0 0,0 0 0,9 14 0,-9-11 0,13 10 0,-14-26 0,11 10 0,-10-11 0,13 14 0,0 0 0,-14 0 0,11 0 0,-24 0 0,11 0 0,-1 0 0,-10 0 0,10 0 0,-13 0 0,0 0 0,-13 0 0,10 0 0,-10 0 0,13 0 0,0 0 0,-14 0 0,11 0 0,-10 0 0,13 0 0,0 0 0,0 14 0,0-11 0,-14 10 0,11-13 0,-10 0 0,13 0 0,0 0 0,-14 14 0,11-11 0,-10 10 0,13-13 0,0 14 0,0-11 0,0 24 0,0-11 0,0 14 0,0-13 0,0 9 0,0-22 0,0 22 0,0-22 0,0 22 0,0-22 0,0 9 0,13 0 0,-10-9 0,11-4 0,-14-4 0,0-9 0,0 13 0,13-13 0,-10-4 0,11-13 0</inkml:trace>
  <inkml:trace contextRef="#ctx0" brushRef="#br0" timeOffset="114054">17762 4583 24575,'-17'0'0,"4"0"0,13 0 0,0 0 0,0 13 0,0-10 0,0 11 0,0-14 0,-13 0 0,9 0 0,-9 13 0,13-10 0,0 11 0,0-1 0,-13-10 0,9 24 0,-9-24 0,13 24 0,0-24 0,-13 24 0,10-10 0,-11-1 0,14 11 0,0-11 0,0 14 0,0 0 0,0 0 0,0 0 0,0 0 0,0 0 0,0 0 0,0 0 0,14 0 0,-11 0-529,10 13 529,-13-10 0,0 11 0,0-14 0,0 0 0,0-14 0,0 11 0,0-10 0,0 13 0,0-14 0,0 11 529,0-24-529,0 24 0,0-24 0,0 24 0,0-24 0,0 24 0,0-24 0,0 24 0,0-24 0,0 10 0,0-13 0,0 14 0,0-11 0,0 10 0,0-13 0,0 0 0,0-13 0,-13 10 0,10-11 0,-11 1 0,14 10 0,-13-24 0,-4 10 0</inkml:trace>
  <inkml:trace contextRef="#ctx0" brushRef="#br0" timeOffset="114315">17612 4972 24575,'17'17'0,"-4"-4"0,-13-13 0,0 0 0,14 0 0,-11 0 0,10 13 0,0-9 0,-9 9 0,22-13 0,-22 0 0,9 0 0,0 0 0,-9 0 0,9 0 0,0 0 0,-9 0 0,9 0 0</inkml:trace>
  <inkml:trace contextRef="#ctx0" brushRef="#br0" timeOffset="117331">17972 4912 24575,'0'17'0,"0"-4"0,0-13 0,0 0 0,0 14 0,0-11 0,0 10 0,0-13 0,0 0 0,13 13 0,-10-9 0,11 22 0,-1-22 0,-10 22 0,11-22 0,-1 22 0,-10-22 0,24 22 0,-24-22 0,24 22 0,-24-22 0,24 22 0,-24-22 0,24 9 0,-24 0 0,10-10 0,1 11 0,-11-14 0,10 0 0,-13 13 0,14-10 0,-11 11 0,10-14 0,-13 0 0,0-14 0,0 11 0,0-10 0,-13 13 0,10 0 0,-11 0 0,1 0 0,10-14 0,-24 11 0,10-10 0</inkml:trace>
  <inkml:trace contextRef="#ctx0" brushRef="#br0" timeOffset="117863">18121 4852 24575,'0'17'0,"0"10"0,0-24 0,-13 24 0,10-11 0,-10 1 0,13 9 0,-14-9 0,11 13 0,-10 0 0,-1 0 0,11-13 0,-10 9 0,-1-9 0,11 13 0,-10-14 0,-1 11 0,11-24 0,-10 24 0,13-24 0,0 11 0,0-1 0,0-10 0,0 11 0,0-14 0,0 0 0,0-14 0,-14 11 0,11-10 0,-10 13 0,13 0 0</inkml:trace>
  <inkml:trace contextRef="#ctx0" brushRef="#br0" timeOffset="118445">18211 4613 24575,'14'16'0,"-11"11"0,10-10 0,-13 13 0,14-14 0,-11 11 0,24-10 0,-24 12 0,23 1 0,-22 0-642,9 14 642,0-11 0,-9 10 0,22-13 0,-22 0 0,9 0 0,-13 0 0,0 0 0,0 0 0,0 0 0,0-14 0,0 11 642,-13-10-642,9-1 0,-9 11 0,0-24 0,9 24 0,-22-24 0,22 24 0,-22-24 0,23 11 0,-24-1 0,10-10 0,1 11 0,-11-14 0,24 13 0,-24-10 0,10 10 0</inkml:trace>
  <inkml:trace contextRef="#ctx0" brushRef="#br0" timeOffset="125880">20907 3714 24575,'17'0'0,"-4"-13"0,-13 10 0,0-11 0,0 14 0,13 0 0,-9-13 0,9 10 0,0-11 0,-9 1 0,22 10 0,-22-11 0,22 14 0,-9-13 0,-1 10 0,11-24 0,-24 24 0,24-11 0,-24 14 0,11 0 0,-1 0 0,-10 0 0,11 14 0,-1-11 0,-10 10 0,11 1 0,-14-11 0,0 24 0,0-24 0,0 24 0,0-11 0,0 1 0,0 9 0,-14-9 0,11 0 0,-10 9 0,-1-9 0,11 0 0,-24 9 0,24-22 0,-10 22 0,-1-22 0,11 9 0,-10-13 0,13 0 0,0 0 0,13 0 0,-10 0 0,11 0 0,-14 0 0,13 0 0,-10 0 0,24 0 0,-24 13 0,24-9 0,-24 9 0,24-13 0,-10 0 0,-1 0 0,-2 0 0,-1 0 0,-10 0 0,10 0 0,1 0 0,-11 0 0,10 0 0,-13 0 0,0 0 0,0-13 0,0 9 0,0-22 0,0 22 0,0-9 0</inkml:trace>
  <inkml:trace contextRef="#ctx0" brushRef="#br0" timeOffset="126102">21326 3714 24575,'0'30'0,"0"0"0,0-13 0,0 9 0,0-9 0,0 0 0,0 9 0,0-9 0,0 0 0,0-4 0,0 0 0,0-10 0,0 11 0,0-14 0,0 0 0,0-14 0,0 11 0,0-10 0</inkml:trace>
  <inkml:trace contextRef="#ctx0" brushRef="#br0" timeOffset="126448">21596 3624 24575,'17'0'0,"-4"0"0,-13 0 0,0 0 0,-13 0 0,9 0 0,-9 0 0,13 14 0,0-11 0,0 10 0,0-13 0,0 0 0,-13 14 0,9-11 0,-9 24 0,13-11 0,-13 1 0,9 9 0,-9-9 0,13 0 0,0 9 0,0-9 0,0 13 0,0-13 0,0 9 0,0-22 0,0 9 0,0-13 0,0 0 0,0 13 0,13-23 0,-9 20 0,9-23 0</inkml:trace>
  <inkml:trace contextRef="#ctx0" brushRef="#br0" timeOffset="126775">21896 3355 24575,'-17'0'0,"4"0"0,-1 13 0,11-10 0,-10 24 0,-1-24 0,11 24 0,-24-10 0,24 13 0,-10-1 0,-1 15-1067,11-11 1067,-10 24 0,13-24 0,-14 23 0,11-9 0,-10 0 0,13 9 0,0-9 0,0-1 0,0-2 0,13-1 0,-10-10 0,11 10 0,-14-13 0,0 0 0,0-13 0,0 10 0,0-24 0,13 10 1067,-10 1-1067,11-11 0,-14 10 0,0-13 0,-14 0 0,11 0 0,-10 0 0,13 0 0,0 0 0,0-13 0,-14 10 0,11-24 0,-10 10 0,13-13 0</inkml:trace>
  <inkml:trace contextRef="#ctx0" brushRef="#br0" timeOffset="127665">21416 3654 24575,'-16'0'0,"2"0"0,14 0 0,0 0 0,0 14 0,-13-11 0,10 10 0,-11-13 0,14 0 0,0 0 0,0-13 0,0 10 0,0-11 0,0 14 0,0 0 0,14 0 0,-11 0 0,10 0 0,-13 0 0,0 0 0,14 0 0,-11 0 0,24 0 0,-24 0 0,24 0 0,-24-13 0,23 10 0,-22-11 0,22 14 0,-22 0 0,9 0 0,0 0 0,-9 0 0,9 0 0,0 0 0,-9 0 0,9 0 0</inkml:trace>
  <inkml:trace contextRef="#ctx0" brushRef="#br0" timeOffset="128182">21925 3684 24575,'0'17'0,"0"-4"0,14 0 0,-11-9 0,10 22 0,-13-22 0,14 22 0,-11-22 0,24 22 0,-24-9 0,10 0 0,1 9 0,-11-9 0,24 0 0,-24 9 0,10-23 0,1 11 0,-11-1 0,10-10 0,1 11 0,-11-14 0,10 0 0,-13 0 0,13 0 0,-9 13 0,9-10 0,-13 11 0,0-14 0</inkml:trace>
  <inkml:trace contextRef="#ctx0" brushRef="#br0" timeOffset="128485">21955 3924 24575,'17'-13'0,"-4"9"0,-13-9 0,0 13 0,14-13 0,-11 9 0,24-9 0,-24 0 0,24 9 0,-24-22 0,24 22 0,-24-22 0,24 22 0,-24-22 0,23 22 0,-22-22 0,22 22 0,-22-9 0,9 13 0,-13-13 0,0 10 0,0-11 0,0 14 0,0-13 0,0-4 0</inkml:trace>
  <inkml:trace contextRef="#ctx0" brushRef="#br0" timeOffset="130303">21985 3684 24575,'17'0'0,"-4"-13"0,-13 10 0,0-11 0</inkml:trace>
  <inkml:trace contextRef="#ctx0" brushRef="#br0" timeOffset="130930">21746 3744 24575,'0'-17'0,"0"4"0,-14 26 0,11-9 0,-10 9 0,13-13 0,-14 0 0,11 0 0,-10 0 0,13 0 0,0 0 0,13 0 0,-10 0 0,11 0 0,-1 0 0,-10 0 0,24 0 0,-24 0 0,24 0 0,-24-13 0,24 9 0,-24-9 0,11 13 0</inkml:trace>
  <inkml:trace contextRef="#ctx0" brushRef="#br0" timeOffset="131566">22195 3744 24575,'17'0'0,"-4"0"0,0 0 0,4 0 0,13 0 0,0 0 0,0 0-531,13 0 531,-10 0 0,11 0 0,-14 0 0,-14 0 0,11 0 0,-11 0 0,14 0 0,-13-13 0,-4 9 531,1-9-531,-11 13 0,10 0 0,-13 0 0,0 13 0,0-9 0,-13 9 0,10-13 0,-24 0 0,10 0 0,-13 0 0,1 0 0</inkml:trace>
  <inkml:trace contextRef="#ctx0" brushRef="#br0" timeOffset="131820">22015 3834 24575,'0'17'0,"0"-4"0,14-13 0,-11 0 0,10 0 0,-13 0 0,14 0 0,-11 0 0,24 0 0,-11 0 0,14 0 0,0 0 0,0 0 0,0 0 0,0 13 0,0-9 0,-13 9 0,9-13 0,-9 0 0,13 0 0,-14 0 0,11 0 0,-24 0 0,11 0 0,-1 0 0,-10 0 0,11 0 0,-14 0 0,0-13 0,0 9 0,0-9 0</inkml:trace>
  <inkml:trace contextRef="#ctx0" brushRef="#br0" timeOffset="132240">22914 3714 24575,'17'0'0,"-4"0"0,0 0 0,-9 0 0,9 0 0,0-13 0,-10 10 0,11-11 0,-1 1 0,-10 10 0,11-11 0,-14 1 0,0 10 0,13-11 0,-10 14 0,11-13 0,-14 10 0,0-11 0,0 14 0,0 0 0,0 14 0,-14-11 0,11 24 0,-10-24 0,13 24 0,0-11 0,0 14 0,0 0 0,-14 0 0,11 0 0,-10 0 0,13 0 0,0 0 0,0 0 0,0-14 0,0 11 0,0-10 0,0-1 0,0-2 0,0-1 0,0-10 0,0 11 0,0-14 0,-14 0 0,-2 0 0</inkml:trace>
  <inkml:trace contextRef="#ctx0" brushRef="#br0" timeOffset="132398">22884 4163 24575,'17'-16'0,"-4"2"0,0 14 0,-9-13 0,9 10 0,-13-10 0</inkml:trace>
  <inkml:trace contextRef="#ctx0" brushRef="#br0" timeOffset="133276">21836 4283 24575,'-17'14'0,"4"-11"0,-1 10 0,11 1 0,-10-11 0,13 23 0,-14-9 0,11 13 0,-24 0 0,24 0 0,-10 0-637,-1 13 637,11-10-1241,-10 24 1241,13-10 0,-13 13 0,9-14 0,-9 11 0,13-11 0,13 1 0,-9 9 0,9-9 0,-13 0 0,0-4 0,0 0-457,0-10 457,0 11 0,0-14 0,0-14 0,0 11 583,0-24-583,0 11 1250,0-1-1250,0-10 502,0 11-502,0-28 0,0 11 0,-13-10 0,9-1 0,-9-2 0,13-14 0</inkml:trace>
  <inkml:trace contextRef="#ctx0" brushRef="#br0" timeOffset="133444">21596 4703 24575,'17'0'0,"9"0"0,-22-14 0,22 11 0,-9-10 0,13 13 0,0 0 0,0 0 0,0 0 0,-14 0 0,11 0 0,-10-14 0,13-2 0</inkml:trace>
  <inkml:trace contextRef="#ctx0" brushRef="#br0" timeOffset="133649">22105 4763 24575,'17'0'0,"-4"0"0,0 0 0,4 0 0,0 0 0,9 0 0,-9 0 0,0 0 0,9 0 0,-22 0 0,22 0 0,-22 0 0,9 0 0,-13 0 0,0 0 0,0 0 0</inkml:trace>
  <inkml:trace contextRef="#ctx0" brushRef="#br0" timeOffset="133810">22105 4912 24575,'30'0'0,"0"0"0,-13 14 0,9-11 0,-22 10 0,22-13 0,-9 0 0</inkml:trace>
  <inkml:trace contextRef="#ctx0" brushRef="#br0" timeOffset="134188">22914 4313 24575,'0'17'0,"0"-4"0,0 0 0,0 4 0,0 13 0,0 0 0,0 0 0,0 0 0,0 0 0,0 0 0,0 0 0,-13 0 0,9 0 0,-9 0 0,13 0 0,13 0 0,-9 0 0,9-14 0,-13 11 0,0-24 0,0 10 0,0 1 0,0-11 0,0 10 0,0-13 0,0 0 0,0 0 0</inkml:trace>
  <inkml:trace contextRef="#ctx0" brushRef="#br0" timeOffset="134411">22525 4942 24575,'29'0'0,"1"14"0,0-11 0,0 10-1034,14-13 1034,-11 0 0,10 0 0,0 0 0,-9 0 0,22 0 0,-22 0 0,22 0 0,-23 0 0,11 0 0,-14-13 0,0 10 84,0-11 1,-14 14 0,-3 0-1</inkml:trace>
  <inkml:trace contextRef="#ctx0" brushRef="#br0" timeOffset="134990">22554 5332 24575,'17'0'0,"-4"0"0,-13 0 0,14-14 0,-11 11 0,24-10 0,-24 13 0,24-14 0,-11 11 0,1-10 0,10 13 0,-11 0 0,1 0 0,9 0 0,-9 0 0,0 0 0,9 0 0,-22 13 0,9-10 0,-13 11 0,0-1 0,0-10 0,0 24 0,0-10 0,0-1 0,-13 11 0,9-11 0,-22 1 0,9 10 0,0-24 0,-9 24 0,9-24 0,1 10 0,-11 1 0,24-11 0,-11 10 0,14-13 0,-13 0 0,10 0 0,-11 0 0,14 0 0,0 0 0,14 0 0,-11 0 0,10 0 0,1 0 0,-11 0 0,24 0 0,-11 0 0,1 0 0,9 0 0,-9 0 0,13 0 0,-13 0 0,-4 0 0,0 14 0,-9-11 0,9 10 0,-13-13 0,13 0 0,-9 0 0,9 0 0</inkml:trace>
  <inkml:trace contextRef="#ctx0" brushRef="#br0" timeOffset="135244">23094 5272 24575,'0'16'0,"0"-2"0,0-14 0,0 13 0,0 4 0,0-1 0,0 11 0,0-10 0,0-1 0,0 11 0,0-11 0,-14 14 0,24-13 0,-20 10 0,24-11 0,-14 1 0,0 10 0,0-24 0,0 10 0,0 0 0,0-9 0,-14 9 0,11-13 0,-10 0 0,13-13 0,0 9 0,0-22 0,0 9 0</inkml:trace>
  <inkml:trace contextRef="#ctx0" brushRef="#br0" timeOffset="135602">22944 5182 24575,'17'16'0,"9"-2"0,-9-14 0,-1 0 0,11 13 0,-24-10 0,24 11 0,-10-14 0,13 0 0,0 0 0,-14 0 0,11 0 0,-11-14 0,14 11 0,-13-10 0,10 13 0,-24 0 0,24 0 0,-24 0 0,10 0 0,-13 0 0,0 0 0,0 13 0,-13-10 0,10 24 0,-11-10 0,14 13 0,-13 0 0,10 0 0,-11 0 0,14-1 0,0 1 0,0-13 0,0 10 0,0-11 0,0 1 0,0 10 0,0-24 0,-13 10 0,10 1 0,-11-11 0,14 10 0,-13-26 0,-4 10 0,-13-11 0</inkml:trace>
  <inkml:trace contextRef="#ctx0" brushRef="#br0" timeOffset="136115">21776 5811 24575,'60'0'0,"-14"0"0,24 0-4886,-20 0 4886,-8 0 0,3 0 0,31 0 0,-32 0 0,2 0-1417,5-1 0,1 2 1417,1 5 0,1 1 0,-1-5 0,0-1 0,5 6 0,1 0 0,-6-6 0,0-2 0,0 1 0,1 0 0,4 0 0,0 0 0,-11 0 0,-1 0 0,6 0 0,-1 0 0</inkml:trace>
  <inkml:trace contextRef="#ctx0" brushRef="#br0" timeOffset="136299">24022 5841 24575,'0'0'0</inkml:trace>
  <inkml:trace contextRef="#ctx0" brushRef="#br0" timeOffset="146790">21836 5062 24575,'-17'0'0,"4"0"0,13 0 0,0 0 0,0 13 0,0-9 0,0 9 0,0-13 0,0 0 0,0 13 0,0-9 0,0 9 0,0-13 0,0 13 0,0-9 0,0 9 0,0-13 0,0 13 0,0-9 0,0 9 0,0-13 0,0 13 0,0-10 0,0 24 0,0-24 0,0 11 0,0-14 0,0 13 0,0-10 0,0 11 0,13-14 0,-10 0 0,11 13 0,-14-10 0,0 11 0,0-14 0,0 0 0,0 13 0,13-10 0,-10 11 0,11-14 0,-14 0 0,0 0 0,13 0 0,-10 0 0,11 0 0,-1-14 0,-10 11 0,24-10 0,-24 13 0,10 0 0,1 0 0,-11 0 0,10-14 0,1 11 0,-11-10 0,10 13 0,-13 0 0,14 0 0,-11-14 0,10 11 0,-13-10 0,0 13 0,0 0 0,0-14 0,14 11 0,-11-10 0,10 13 0,-13-14 0,0 11 0,0-10 0,0 13 0,0 0 0,-13 0 0,10 0 0,-11 0 0,14-13 0,0 9 0,0-9 0,0 13 0,0 0 0,-13-13 0,10 9 0,-11-9 0,14 13 0,0-13 0,0 9 0,-13-9 0,10 13 0,-11 0 0,14-13 0,0 9 0,-13-9 0,10 13 0,-11 0 0,14 0 0,0 0 0,-13-13 0,10 9 0,-11-9 0,1 13 0,-3 0 0</inkml:trace>
  <inkml:trace contextRef="#ctx0" brushRef="#br0" timeOffset="151826">10723 9825 24575,'-17'16'0,"4"-3"0,13-13 0,0 0 0,-13 0 0,10 14 0,-11-11 0,14 10 0,-13-13 0,10 14 0,-11-11 0,14 10 0,0 1 0,0-11 0,0 24 0,-13-24 0,10 24 0,-11-11 0,14 1 0,0 10 0,0-11 0,0 14 0,0 13-566,0-9 566,14 9 0,-11-13 0,10 0 0,-13 0 0,0 13 0,0-10 0,0 11 0,0-14 0,0-1 0,0 1 0,0-13 0,14 10 0,-11-11 0,10 1 0,-13-4 566,0 1-566,0-11 0,0 10 0,0-13 0,0 0 0,-13-13 0,10 10 0,-11-11 0,1 1 0,-4-4 0,-13-13 0</inkml:trace>
  <inkml:trace contextRef="#ctx0" brushRef="#br0" timeOffset="152102">10424 10244 24575,'0'17'0,"0"-4"0,0-13 0,13 0 0,-10 0 0,24 0 0,-24 0 0,24 0 0,-11 13 0,14-10 0,0 11 0,0-14 0,-13-14 0,10 11 0,-11-10 0,14 13 0,-13 0 0,9 0 0,-22-13 0,9-4 0</inkml:trace>
  <inkml:trace contextRef="#ctx0" brushRef="#br0" timeOffset="154184">10753 10394 24575,'17'0'0,"-4"0"0,-13 0 0,13 0 0,-9 0 0,9-14 0,0 11 0,-9-10 0,9 13 0,0 0 0,-9 0 0,22 0 0,-22 0 0,9 0 0,0 0 0,-10 0 0,11 0 0,-14 0 0,13 0 0,-10 0 0,11 0 0,-14 0 0,0 0 0,0 13 0,0-10 0,0 11 0,0-14 0,0 0 0,-14 0 0,11 13 0,-10-10 0,13 11 0,-14-1 0,11-10 0,-10 11 0,0-1 0,9-10 0,-9 10 0,13-13 0,-13 14 0,9-11 0,-9 10 0,13-13 0,0 0 0,0 14 0,0-11 0,0 10 0,0-13 0,0 0 0,0-13 0,13 10 0,-9-11 0,9 14 0,0 0 0,-9 0 0,9 0 0,0 0 0,-10 0 0,24 0 0,-24 0 0,11 0 0,-14 0 0,13 0 0,-10 0 0,11 14 0,-14-11 0,0 10 0,0-13 0,0 0 0,0 14 0,-14-11 0,11 10 0,-24 1 0,24-11 0,-24 10 0,11 1 0,-1-11 0,-9 10 0,22 1 0,-22-11 0,22 24 0,-22-24 0,22 10 0,-9 0 0,0-9 0,9 9 0,-9-13 0,13 0 0,0 0 0</inkml:trace>
  <inkml:trace contextRef="#ctx0" brushRef="#br0" timeOffset="156074">11113 10184 24575,'16'0'0,"-3"0"0,-13 0 0,0 0 0,0 13 0,0-9 0,0 9 0,14-13 0,-11 0 0,10 0 0,-13 0 0,0 0 0,0-13 0,0 9 0,0-9 0,0 13 0,0 0 0,14 0 0,-11 0 0,10 0 0,-13 0 0,0 0 0,14 0 0,-11 0 0,10 0 0,-13 0 0,14 0 0,-11 0 0,10 0 0,1 0 0,-11 0 0,10 13 0,-13-9 0,14 9 0,-11-13 0,10 0 0,0 0 0,-9 0 0,9 0 0,-13 0 0,0 0 0,13 0 0,-9 0 0,9 0 0,-13-13 0,0 9 0,0-9 0,0 13 0,0 0 0</inkml:trace>
  <inkml:trace contextRef="#ctx0" brushRef="#br0" timeOffset="156800">11232 10334 24575,'-16'0'0,"2"0"0,14 0 0,0 0 0,-13 0 0,10 0 0,-11 0 0,14 0 0,0 0 0,-13 0 0,10 0 0,-11 0 0,14 0 0,0 0 0,14 0 0,-11 0 0,10 0 0,-13 0 0,0 0 0,14 0 0,-11 0 0,10 0 0,1 0 0,-11 0 0,10 0 0,1-14 0,2 11 0,1-10 0,10 13 0,-11 0 0,1 0 0,9 0 0,-22 0 0,9-14 0,0 11 0,-9-10 0,9 13 0,-13 0 0,13 0 0,-9 0 0,9 0 0,-13 0 0,0 0 0,-13 0 0,9 0 0,-9 0 0,13 0 0,0 0 0</inkml:trace>
  <inkml:trace contextRef="#ctx0" brushRef="#br0" timeOffset="158490">11771 9854 24575,'14'-16'0,"-11"3"0,10 13 0,1 0 0,-11 0 0,24 0 0,-24 0 0,24 0 0,-24 0 0,10 0 0,1 0 0,-11 0 0,10 0 0,1 13 0,-11-10 0,10 10 0,-13-13 0,0 14 0,0-11 0,0 10 0,0 1 0,-13-11 0,10 10 0,-11-13 0,14 14 0,0-11 0,0 10 0,0-13 0,0 0 0,0 14 0,0-11 0,0 10 0,0-13 0,0-13 0,0 10 0,0-11 0,0 14 0,0 0 0,14 0 0,-11 0 0,10 0 0,-13 0 0,13 0 0,-9 0 0,22 0 0,-22 14 0,9-11 0,0 10 0,-9-13 0,9 0 0,-13 14 0,0-11 0,0 10 0,0 1 0,0-11 0,0 24 0,0-24 0,-13 23 0,9-22 0,-22 9 0,22 0 0,-22-9 0,22 9 0,-22-13 0,9 13 0,1-9 0,-11 9 0,24-13 0,-11 0 0,1-13 0,10 9 0,-11-9 0,14 13 0,0 0 0,-13 0 0,10-13 0,-11 9 0,1-9 0,10 13 0,-11 0 0,14 0 0</inkml:trace>
  <inkml:trace contextRef="#ctx0" brushRef="#br0" timeOffset="159070">11592 10244 24575,'0'17'0,"13"-4"0,-10-13 0,11 0 0,-1 0 0,4 0 0,-1 0 0,11 0 0,-10 0 0,13-13 0,13 9 0,-10-9 0,10 13 0,-13 0 0,0 0 0,0 0 0,0 0 0,0 0 0,0 0 0,0 0 0,0 0 0,-13 0 0,9 0 0,-22 0 0,9 0 0,-13 0 0,0 0 0,0-13 0,0-4 0</inkml:trace>
  <inkml:trace contextRef="#ctx0" brushRef="#br0" timeOffset="159877">11682 10454 24575,'16'0'0,"-2"0"0,-14 0 0,13 0 0,-10-14 0,24 11 0,-24-10 0,10 13 0,1 0 0,-11 0 0,24-14 0,-24 11 0,24-10 0,-24-1 0,10 11 0,-13 3 0,14 3 0,-11 11 0,10-14 0,1 13 0,-11-10 0,10 24 0,-13-24 0,0 24 0,0-11 0,0 1 0,0 10 0,-13-24 0,10 24 0,-11-11 0,1 1 0,10 10 0,-24-24 0,24 24 0,-24-24 0,10 24 0,1-24 0,-11 23 0,24-22 0,-24 22 0,24-22 0,-24 9 0,24-13 0,-24 0 0,24 0 0,-10-13 0,13 9 0,-14-9 0,11 0 0,-10 9 0,26-22 0,-10 23 0,11-11 0,-14 1 0,0 10 0,13-11 0,-10 14 0,11-13 0,-1 10 0,-10-11 0,24 14 0,-24 0 0,24 0 0,-24 0 0,24 14 0,-11-11 0,1 10 0,10-13 0,-24 14 0,24-11 0,-24 10 0,10-13 0,1 14 0,-11-11 0,24 10 0,-24-13 0,10 0 0,-13 0 0,0 0 0,0-13 0,0 10 0,0-11 0</inkml:trace>
  <inkml:trace contextRef="#ctx0" brushRef="#br0" timeOffset="160164">12041 10394 24575,'0'30'0,"0"0"0,0-1 0,0 1 0,0-13 0,0 10 0,0-11 0,0 1 0,0 10 0,0-11 0,0 1 0,0 10 0,0-24 0,0 23 0,0-22 0,13 9 0,-9-13 0,9 0 0,-13 0 0,-13 0 0,9 0 0,-9 0 0,13-13 0,0-4 0</inkml:trace>
  <inkml:trace contextRef="#ctx0" brushRef="#br0" timeOffset="160553">11981 10364 24575,'13'16'0,"-9"-2"0,9-1 0,0-10 0,-9 11 0,9-14 0,0 13 0,-9-10 0,22 11 0,-22-14 0,22 0 0,-22 0 0,9 0 0,0 0 0,-9 0 0,22 0 0,-23 0 0,11 0 0,-1 0 0,-10-14 0,11 11 0,-14-10 0,0 13 0,0 0 0,0 13 0,0-10 0,0 11 0,0-1 0,0-10 0,0 24 0,0-24 0,-14 24 0,11-11 0,-10 14 0,13-13 0,0 10 0,13-11 0,-10 14 0,11-13 0,-14 9 0,0-9 0,0 0 0,13 9 0,-10-22 0,11 22 0,-14-22 0,0 9 0,0-13 0,0 0 0,0-13 0,0 9 0,0-9 0</inkml:trace>
  <inkml:trace contextRef="#ctx0" brushRef="#br0" timeOffset="176098">4433 7728 24575,'-17'0'0,"4"-13"0,13 9 0,0-9 0,-13 13 0,9 0 0,-9 0 0,13 0 0,0 0 0,-13 0 0,9 0 0,-9 0 0,13 0 0,0 0 0,-13 0 0,10 0 0,-11 0 0,14 0 0,0 0 0,14 0 0,-11 0 0,23 0 0,-9 0 0,13 0 0,0 0 0,0 0 0,0 0 0,0 0 0,0 0 0,0 0 0,0 0 0,0 0 0,0 0 0,-14 0 0,11 13 0,-10-9 0,13 9 0,-1-13 0,-12-13 0,10 9 0,-24-9 0,24 13 0,-24 0 0,10 0 0,1 0 0,-11 0 0,10 0 0,-13 0 0,0 0 0,-13 0 0,10 0 0,-11 13 0,1-9 0,-4 9 0</inkml:trace>
  <inkml:trace contextRef="#ctx0" brushRef="#br0" timeOffset="176384">4733 7518 24575,'16'0'0,"-2"-13"0,-14 10 0,13-11 0,-10 14 0,24 0 0,-24 14 0,24-11 0,-24 10 0,24-13 0,-24 0 0,24 13 0,-24-9 0,10 9 0,1 0 0,-11-9 0,10 22 0,-13-22 0,14 22 0,-11-9 0,-3 13 0,-3 0 0,-11 0 0,14-14 0,0 11 0,-13-10 0,10 26 0,-11-10 0,1 11 0,10-14 0,-24-1 0,24 1 0,-11 0 0</inkml:trace>
  <inkml:trace contextRef="#ctx0" brushRef="#br0" timeOffset="177271">4613 9884 24575,'16'0'0,"-2"0"0,-14 0 0,13 0 0,-10 0 0,24 0 0,-24-13 0,24 10 0,-10-11 0,13 14 0,-14 0 0,11-13 0,-11 10 0,14-10 0,-13 13 0,10 0 0,-11 0 0,1-14 0,10 11 0,-11-10 0,1 13 0,9 0 0,-22 0 0,9 0 0,0 0 0,-9 0 0,9 0 0,-13 0 0,0 0 0,0-14 0,0 11 0,0-10 0,0 13 0,0 0 0,-13 0 0,9 0 0,-9 0 0,13 0 0,0 0 0</inkml:trace>
  <inkml:trace contextRef="#ctx0" brushRef="#br0" timeOffset="177543">4882 9615 24575,'17'0'0,"-4"0"0,1 13 0,2-10 0,1 11 0,-4-14 0,0 13 0,-9-10 0,22 24 0,-22-24 0,9 24 0,-13-24 0,0 24 0,0-10 0,0 13 0,0 0 0,0-1 0,0-12 0,-13 10 0,9-11 0,-9 14 0,0 0 0,9-13 0,-9 10 0,0-24 0,10 10 0,-11 1 0,14 2 0</inkml:trace>
  <inkml:trace contextRef="#ctx0" brushRef="#br0" timeOffset="180874">24741 9285 24575,'0'-16'0,"0"2"0,0 14 0,0 0 0,-13 0 0,9-13 0,-9 10 0,13-11 0,-13 1 0,9 10 0,-22-24 0,9 24 0,-13-24 0,0 24 0,0-10-1082,-13 13 1082,-4-14-1686,-12 11 1686,-1-10 0,0 13 0,13 0 0,-9 0 0,9 0 0,-13 0 0,0-14 0,0 11 0,14-10 0,-11 13 0,11 0-1094,-1 0 1094,-10 0 0,24 0 0,-24 0-580,24 0 580,-10 0 707,13 0-707,0 0 1594,0 0-1594,13 0 1208,-9 0-1208,22 0 707,-22 0-707,23 0 226,-11 0-226,1 0 0,10 0 0,-24 0 0,24 0 0,-11 0 0,1 0 0,10 0 0,-11 0 0,14 0 0,-13 13 0,10-10 0,-11 11 0,14-14 0,0 0 0,-13 0 0,10 0 0,-11 0 0,14 0 0,0 0 0,-13 0 0,10 0 0,-11 0 0,14 0 0,0 0 0,-13 0 0,10 0 0,-10 13 0,13-10 0,0 11 0,-14-14 0,11 13 0,-10-10 0,-1 24 0,11-10 0,-24 12 0,11 1 0,-1 0 0,-10 0-807,24 14 807,-24-11-1414,11 23 1414,-1-9 0,-9 0 0,22 9 0,-22-9 0,22 13 0,-9 0 0,0 0 0,9-1 0,-22-12 0,22 10 0,-9-11 0,0 14 0,9-13 0,-9 9 0,13-22 0,0 22 0,-13-23 0,9 24-203,-9-24 203,13-3 0,0-3 0,0-11 741,0 1-741,0 10 1456,0-24-1456,0 10 227,0-13-227,0 14 0,0-11 0,0 10 0,0-13 0,0 0 0,0-13 0,13 10 0,-9-11 0,9 14 0,0 0 0,-9-13 0,22 10 0,-9-11 0,13 1 0,0 10 0,0-11 0,0 1 0,0 10 0,0-10 0,0 13 0,13 0 0,-10 0-1229,24 0 1229,-11 0-1660,14 0 1660,0 0 0,0 0-2425,13 0 2425,4 0 0,-1 0 0,-32 0 0,-1 0 0,34 0 0,-33 0 0,1 0 0,0-7 0,0 0 0,0 6 0,0-1 0,0-5 0,0 1 0,0 5 0,0 2 0,0-1 0,0 0 0,0 0 0,0 0 0,-1-7 0,1 0 0,0 6 0,0-1 0,1-5 0,-2 1 0,33 6 0,-34-7 0,0 0 0,20 4 0,11-10-1588,-14 13 1588,-1 0 611,-12 0-611,10-14 0,-24 11 0,10-10 0,-13 13 0,-17-46 0,-10-30 0,-2 11 0,-1 5-605,-2-8 1,-2-15 0,-7 18 604,-19 19 0,0-14 317,0 0-317,0 0 0,-13 13 0,10-9 0,-11 9 386,15 0-386,-1 4 0,13 0-90,-10 23 90,11-20 0,-1 23 3309,-10 1-3309,11-11 2133,-1 24-2133,-23-11 0,20 14 0,-23 0 0</inkml:trace>
  <inkml:trace contextRef="#ctx0" brushRef="#br0" timeOffset="191642">23004 8057 24575,'0'17'0,"0"10"0,13-24 0,-10 24 0,11-11 0,-14 14 0,0-13 0,13 9 0,-10-9 0,11 13 0,-14-13 0,13 9 0,-10-9 0,11 13 0,-1-14 0,-10 11 0,11-10 0,-1-1 0,-10 11 0,11-24 0,-1 24 0,-10-10 0,10-1 0,1-2 0,-11-1 0,10-10 0,-13 11 0,0-14 0,0 0 0,14 0 0,-11 0 0,-3-14 0,-3 11 0,-11-10 0,14 13 0</inkml:trace>
  <inkml:trace contextRef="#ctx0" brushRef="#br0" timeOffset="191958">22854 8537 24575,'17'-14'0,"-4"11"0,-13-10 0,13-1 0,-9 11 0,22-24 0,-9 24 0,0-24 0,9 11 0,-9-1 0,13-10 0,0 11 0,0-14 0,-14 0-505,11 0 505,-10 0 0,12 13-94,-12-9 94,10 9 0,-24 0 0,10-9 0,1 23 0,-11-24 502,10 24-502,-13-11 97,0 14-97,0-13 0,0 10 0,0-11 0,0 14 0,0 0 0,-13 0 0,-4 0 0</inkml:trace>
  <inkml:trace contextRef="#ctx0" brushRef="#br0" timeOffset="192448">22944 7728 24575,'0'-17'0,"0"4"0,0 13 0,13 0 0,-9-13 0,9 9 0,0-22 0,-10 22 0,24-22 0,-24 22 0,24-9 0,-24 0 0,24 9 0,-10-22 0,-1 22 0,11-9 0,-24 13 0,11 0 0,-1 0 0,-10 0 0,24 13 0,-24-9 0,24 22 0,-24-22 0,24 22 0,-24-22 0,10 22 0,-13-9 0,14 0 0,-11 9 0,10-9 0,-13-1 0,0 11 0,0-24 0,0 24 0,0-10 0</inkml:trace>
  <inkml:trace contextRef="#ctx0" brushRef="#br0" timeOffset="192832">23573 8207 24575,'17'0'0,"-4"0"0,-13 0 0,0-13 0,13 9 0,-10-9 0,24 13 0,-24 0 0,24 0 0,-24 0 0,24 0 0,-24 0 0,24 0 0,-10-13 0,-1 9 0,-2-9 0,-14 26 0,0-9 0,0 9 0,0-13 0,0 0 0</inkml:trace>
  <inkml:trace contextRef="#ctx0" brushRef="#br0" timeOffset="193002">23543 8327 24575,'17'17'0,"-4"-4"0,0-13 0,-9 0 0,22 0 0,-23 0 0,24 0 0,-24 0 0,24 0 0,-24 0 0,11 0 0,-14 0 0</inkml:trace>
  <inkml:trace contextRef="#ctx0" brushRef="#br0" timeOffset="193283">24052 8057 24575,'-17'17'0,"4"10"0,13-11 0,0 14 0,-13 0 0,10 0 0,-11 0 0,14 0 0,-13 0 0,10 0 0,-11-13 0,14 9 0,0-9 0,0 13 0,0-14 0,0 11 0,-13-24 0,10 11 0,-11-14 0,14 0 0,0 0 0,0 0 0</inkml:trace>
  <inkml:trace contextRef="#ctx0" brushRef="#br0" timeOffset="193521">24052 7938 24575,'0'16'0,"13"11"0,-9-11 0,9 14 0,0 0 0,-9 0 0,9 0 0,0 0 0,-9 0 0,22 0-1024,-22 13 1024,22-9 0,-22 9 251,22-26-251,-22 9 0,9-9 0,0-1 0,-10 11 0,11-24 773,-14 11-773,0-14 0,0 0 0,-14-14 0,-2-2 0</inkml:trace>
  <inkml:trace contextRef="#ctx0" brushRef="#br0" timeOffset="193709">23992 8267 24575,'30'0'0,"-13"0"0,9 13 0,-9-9 0,13 9 0,0-13 0,0 0 0,0 0 0,-13 0 0,9 0 0,-9 0 0,13 0 0</inkml:trace>
  <inkml:trace contextRef="#ctx0" brushRef="#br0" timeOffset="194000">24471 7997 24575,'0'10'0,"0"-16"0,0 46 0,0-24 0,0 14 0,0 0 0,14 0 0,-11 0 0,10 0 0,-13 0 0,0 0 0,0 0 0,0 0 0,0-13 0,0 9 0,0-23 0,0 24 0,0-24 0,0 11 0,0-1 0,0-10 0,0 11 0,-13-14 0,10-14 0,-11 11 0,1-24 0,-3 11 0</inkml:trace>
  <inkml:trace contextRef="#ctx0" brushRef="#br0" timeOffset="194162">24442 8177 24575,'29'17'0,"1"-4"0,0-13 0,0 0 0,0 0 0,0 0 0</inkml:trace>
  <inkml:trace contextRef="#ctx0" brushRef="#br0" timeOffset="194438">24801 8057 24575,'-17'30'0,"4"-13"0,13 10 0,0-11 0,0 14 0,0 0 0,0 0 0,0 0 0,0 0 0,13 0 0,-9 0 0,9 0 0,-13-14 0,0 11 0,0-10 0,0-1 0,0-2 0,0-1 0,0-10 0,0 11 0,0-14 0,0 0 0,0-14 0,0 11 0,0-10 0</inkml:trace>
  <inkml:trace contextRef="#ctx0" brushRef="#br0" timeOffset="194867">24771 8057 24575,'17'0'0,"9"0"0,-9 0 0,0 0 0,9 0 0,-23 0 0,24 0 0,-10 0 0,-1 0 0,-2 14 0,-1-11 0,-10 10 0,11-13 0,-1 0 0,-10 14 0,11-11 0,-14 24 0,0-24 0,-14 23 0,11-22 0,-10 22 0,13-22 0,-14 22 0,11-22 0,-10 9 0,13 0 0,0-9 0,0 9 0,-14-13 0,11 0 0,-10 13 0,13-9 0,13 9 0,-10-13 0,11 0 0,-1 0 0,-10 0 0,24 0 0,-24 0 0,24 13 0,-24-9 0,24 9 0,-24 0 0,24-9 0,-24 9 0,10 0 0,1-10 0,-11 11 0,10-1 0,-13-10 0,0 11 0,0-14 0,-13 13 0,10-10 0,-24 11 0,11-14 0,-14 13 0,0-10 0,0 11 0,13-14 0,-10 0 0,11 0 0,-1 0 0,-10 0 0,24 0 0,-23 0 0,9 0 0,-13 0 0</inkml:trace>
  <inkml:trace contextRef="#ctx0" brushRef="#br0" timeOffset="248530">12101 7279 24575,'17'-17'0,"-4"4"0,-13 13 0,0 0 0,0 13 0,0-10 0,0 11 0,0-14 0,0 0 0,0 13 0,0-10 0,0 24 0,0-11 0,0 1 0,0 10 0,0-11 0,13 14 0,-9 14-535,9-11 535,-13 10 0,0-13 0,0 0 0,0 0 0,0 0 0,0 0 0,0-13 0,0 9 0,0-9 535,0-1-535,0 11 0,0-24 0,0 11 0,0-14 0,0 13 0,0-10 0,0 11 0,0-14 0,0 0 0,0-14 0,0 11 0,0-10 0,13 13 0,-10 0 0,11 0 0,-14 0 0,0 0 0,13 0 0,-10 0 0,11 0 0,-1 0 0,-10 13 0,24-10 0,-24 11 0,24-14 0,-24 0 0,24 0 0,-24 0 0,24 0 0,-24 0 0,24 0 0,-24 0 0,24-14 0,-24 11 0,24-10 0,-24 13 0,10 0 0,1 0 0,-11 0 0,10 0 0,-13 0 0,0 0 0,-13 0 0,10 0 0,-11 0 0,14-14 0,0-2 0</inkml:trace>
  <inkml:trace contextRef="#ctx0" brushRef="#br0" timeOffset="248889">12430 7728 24575,'0'16'0,"0"11"0,0-10 0,0-1 0,0 11 0,0-10 0,0-1 0,14 11 0,-11-24 0,10 11 0,-13-1 0,0-10 0,0 11 0,14-14 0,-11 0 0,24 0 0,-24 0 0,24 0 0,-24 0 0,24-14 0,-11-2 0,1-1 0,9-10 0,-9 11 0,0-14 0,9 0 0,-22 0 0,9 0 0,-13 0 0,0 0 0,0 13 0,0-9 0,0 22 0,0-22 0,0 22 0,0-9 0,0 13 0,-13-13 0,9 9 0,-9-9 0,13 13 0,0 0 0,0 13 0,-13-9 0,9 9 0,-9 0 0,0-9 0,9 22 0,-9-22 0,0 22 0,10-9 0,-11 13 0</inkml:trace>
  <inkml:trace contextRef="#ctx0" brushRef="#br0" timeOffset="249460">12820 7728 24575,'0'16'0,"0"-2"0,0-1 0,0-10 0,0 24 0,0-10 0,0-1 0,0 11 0,0-24 0,13 24 0,-10-24 0,11 11 0,-14-14 0,0 13 0,0-10 0,0 11 0,0-14 0,13 0 0,-10-14 0,11 11 0,-14-10 0,13-1 0,-10-2 0,24-14 0,-24 13 0,11-10 0,-1 11 0,-10-14 0,11 0 0,-14 0 0,0 13 0,0-9 0,0 22 0,0-22 0,0 22 0,0-9 0,13 13 0,-10 0 0,11 13 0,-14-9 0,0 22 0,0-22 0,0 22 0,0-9 0,0 13 0,13 0 0,-10 0 0,10-14 0,-13 11 0,14-10 0,-11-1 0,10 11 0,1-24 0,-11 24 0,10-24 0,-13 11 0,0-14 0,14 0 0,-11 0 0,10 0 0,-13-14 0,14 11 0,-11-24 0,10 11 0,-13-1 0,0-10 0,0 11 0,0-14 0,0 0 0,0 13 0,0-9 0,0 22 0,0-22 0,0 22 0,0-9 0,0 13 0,0 0 0,0-13 0,-13 23 0,10-20 0,3 23 0,16-13 0</inkml:trace>
  <inkml:trace contextRef="#ctx0" brushRef="#br0" timeOffset="249850">13868 7039 24575,'-30'17'0,"14"9"0,-11 4-1880,10 3 1880,1 24-1623,-11-10 1623,24 12 0,-11 15 0,14-11 0,0-20 0,0 0-1321,0 34 1321,0 0-1267,0-34 1,0 0 1266,0 34 0,0-1 0,7-32 0,0-1-762,-4 20 762,24 10 0,-24-13 0,24-13 375,-24 9-375,24-22 1738,-24 9-1738,10-13 2794,-13-14-2794,0 11 1969,0-24-1969,0 24 1243,0-24-1243,0 11 0,0-14 0,-13-14 0,10 11 0,-24-10 0,10-1 0,-13-2 0,0-14 0</inkml:trace>
  <inkml:trace contextRef="#ctx0" brushRef="#br0" timeOffset="250268">13629 7608 24575,'29'0'0,"1"13"0,0-9 0,-13 9 0,10 0 0,-11-9 0,14 22 0,-13-22 0,10 22 0,-11-9 0,14-1 0,-13 11 0,9-24 0,-22 24 0,22-10 0,-22-1 0,9 11 0,-13-10 0,13-1 0,-9 11 0,9-10 0,-13-1 0,0-3 0,0-13 0,-13 14 0,9-11 0,-9 10 0,13-13 0,0 0 0,0-13 0,0 10 0,0-11 0,0 1 0,0 10 0,-13-24 0,9 11 0,-9-1 0,13-10 0,0 24 0,0-24 0,0 11 0,0-1 0,0-10 0,0 24 0,13-24 0,-9 11 0,9-1 0,-13-9 0,13 22 0,-9-22 0,9 22 0,0-22 0,-9 22 0,9-9 0,0 13 0,-9 0 0,9-13 0,-13 23 0,0-20 0,0 23 0,0 0 0,0 4 0</inkml:trace>
  <inkml:trace contextRef="#ctx0" brushRef="#br0" timeOffset="250928">14168 7967 24575,'16'-16'0,"-2"-11"0,-1 11 0,-10-14 0,11 13 0,-1-10 0,-10 11 0,11-14 0,-14 0 0,13 13 0,-10-9 0,11 9 0,-14 0 0,0-9 0,0 22 0,0-9 0,0 0 0,0 9 0,-14-9 0,11 13 0,-10 13 0,13-9 0,-14 22 0,11-9 0,-24 0 0,24 9 0,-10-9 0,-1 13 0,11 0 0,-10 0 0,13-14 0,-14 11 0,11-10 0,3-1 0,3 11 0,11-24 0,-14 11 0,13-1 0,-10-10 0,24-3 0,-10-3 0,13-10 0,0-1 0,-14-2 0,11-1 0,-11-10 0,14 11-1042,0-28 1042,0 11 0,-13-10 0,10 13 0,-11-13-613,1 9 613,-4-9 0,0 13 0,-9 13 0,9-9 0,-13 23 0,0-24 1010,0 24-1010,-13-11 645,9 14-645,-9 0 0,0 14 0,9 2 0,-22 1 0,23 9 0,-24-9 0,24 13 0,-24 0 0,24 0 0,-11 0 0,1 0 0,10 0 0,-11 0 0,14 0 0,0-14 0,0-2 0,0-14 0,0 0 0,14 0 0,-11 0 0,10 0 0,-13-14 0,0 11 0,14-24 0,-11 24 0,24-24 0,-24 11 0,10-1 0,1-9 0,-11 22 0,10-9 0,0 0 0,-9 23 0,22-20 0,-22 36 0,22-9 0,-22 13 0,9 0 0,0 13-1628,-9 4 1628,22 13 0,-22-1 0,9 1 0,0-13 0,-9 10 0,9-11-824,-13 1 824,13-4 0,-9-13 0,9 0 0,-13-13 0,0-4 0,0 0 1557,0-23-1557,-13 20 895,9-36-895,-22 9 0,9-13 0,-13 0-227,0 0 1,13-13 0,4-4 0</inkml:trace>
  <inkml:trace contextRef="#ctx0" brushRef="#br0" timeOffset="251065">15276 7908 24575,'0'0'0</inkml:trace>
  <inkml:trace contextRef="#ctx0" brushRef="#br0" timeOffset="252507">13299 8327 24575,'0'17'0,"0"-4"0,0-13 0,0 0 0,0 13 0,0-10 0,0 24 0,0-24 0,13 24 0,-9-10 0,9 13 0,-13 0 0,0 0 0,0 0 0,0 13-946,0-10 946,0 24 0,0-24 0,0 23 0,0-9 0,0 0 0,0 9 0,0-9 0,0-1 0,0 11 0,0-24 0,0 11 0,0-28 0,0 11 0,0-24 0,0 24 0,0-24 0,0 10 946,0 1-946,0-11 0,0 10 0,0-13 0,0 0 0,13 0 0,-9 0 0,9 0 0,-13 0 0,0 0 0,0-13 0,-13 10 0,9-11 0,-9 14 0,13 0 0,0 0 0,0-13 0,0 10 0,0-11 0,0 14 0,0 0 0,-13 0 0,9-13 0,-9 10 0,0-10 0,-4 13 0</inkml:trace>
  <inkml:trace contextRef="#ctx0" brushRef="#br0" timeOffset="253055">13000 8986 24575,'16'0'0,"-3"0"0,-13 0 0,0 0 0,14 13 0,-11-10 0,10 11 0,-13-14 0,14 13 0,-11-10 0,10 24 0,1-24 0,-11 24 0,24-24 0,-24 24 0,24-10 0,-11-1 0,1 11 0,10-10 0,-11-1 0,1 11 0,9-24 0,-22 24 0,22-24 0,-9 10 0,0-13 0,9 0 0,-9 0 0,13-13 0,0-4 0,0 1 0,0-11 0,0 11 0,-14-14 0,11 0 0,-10 0 0,-1 0 0,11 0 0,-24 0 0,24 0 0,-24 13 0,10-9 0,-13 9 0,0 0 0,0-9 0,0 22 0,0-22 0,0 22 0,-13-22 0,10 22 0,-11-9 0,14 13 0,-13 0 0,10 0 0,-24 0 0,11 0 0</inkml:trace>
  <inkml:trace contextRef="#ctx0" brushRef="#br0" timeOffset="256917">14108 9645 24575,'-17'0'0,"4"0"0,13 13 0,-13-10 0,9 11 0,-9-14 0,0 0 0,9 0 0,-9 13 0,13-10 0,0 11 0,-13-14 0,9 13 0,-9-10 0,13 24 0,0-24 0,0 24 0,-13-24 0,9 24 0,-9-10 0,13 12 0,0 1 0,13 0 0,-9 0 0,9 0 0,-13 0-555,0 14 555,13-11 0,-9 23 0,9-22 0,-13 22-1229,0-22 1229,13 22 0,-9-23-280,9 11 280,-13-14 0,0 0 0,0-1 0,0 1 0,0 0 0,0 0 513,0-13-513,13 10 0,-9-24 0,9 24 1244,-13-24-1244,0 10 307,0-13-307,0 0 0,0-13 0,-13 10 0,9-11 0,-9 1 0,0-4 0,9-13 0,-9 0 0</inkml:trace>
  <inkml:trace contextRef="#ctx0" brushRef="#br0" timeOffset="257161">13988 10094 24575,'30'-13'0,"-13"9"0,9-9 0,-9 13 0,-1 0 0,11 13 0,-24-9 0,24 9 0,-24-13 0,11 0 0,-14 0 0,13 0 0,-10 0 0,11 0 0,-14 0 0,0 0 0,0 0 0</inkml:trace>
  <inkml:trace contextRef="#ctx0" brushRef="#br0" timeOffset="257316">14168 10184 24575,'0'17'0,"0"9"0,0-9 0,0 13 0,0 0 0,0-14 0,-14 11 0,11-10 0,-10 13 0,13-14 0,0 11 0,0-24 0,0 24 0,0-24 0,0 10 0,0-13 0,0 0 0,13 0 0,-10 0 0,11-13 0,-14-3 0,0-1 0,0 4 0</inkml:trace>
  <inkml:trace contextRef="#ctx0" brushRef="#br0" timeOffset="258213">14347 10094 24575,'17'30'0,"-4"0"0,-13-13 0,0 9 0,0 4 0,0 4 0,0 9 0,0-13 0,0-14 0,0 11 0,0-10 0,0-1 0,0-2 0,0-1 0,0-10 0,0 24 0,0-24 0,0 10 0,0-13 0,0 0 0,0-13 0,0 10 0,0-24 0,0 11 0,0-1 0,0-10 0,0 11 0,0-1 0,0-10 0,0 11 0,14-1 0,-11-9 0,10 22 0,-13-22 0,14 22 0,-11-22 0,10 22 0,1-22 0,-11 22 0,10-22 0,-13 22 0,14-9 0,-11 0 0,10 9 0,-13-9 0,13 13 0,-9 0 0,9 0 0,-13 0 0,13 13 0,-9-9 0,9 22 0,-13-22 0,0 22 0,0-9 0,0 0 0,0 9 0,0-9 0,0 13 0,0 0 0,0-14 0,0 11 0,0-10 0,0 13 0,0 0 0,13-14 0,-9 11 0,9-11 0,-13 1 0,0 10 0,0-24 0,13 10 0,-9-13 0,9 0 0,0 0 0,-9 0 0,9-13 0,0 10 0,4-24 0,0 24 0,9-24 0,-23 11 0,24-1 0,-24-10 0,24 11 0,-24-14 0,24 0 0,-24 0 0,11 0 0,-1 0 0,-10 0 0,11 0 0,-14 0 0,0 0 0,0 13 0,0-9 0,0 9 0,-14 1 0,11 2 0,-10 14 0,-1-13 0,11 23 0,-24-20 0,24 23 0,-24 1 0,24-11 0,-24 23 0,24-9 0,-23 13 0,22 0 0,-9 0 0,13 0 0,0 0-564,0 13 564,13-10 0,-9 11 0,22-14 0,-23-14 0,24 11 0,-10-10 0,-1-1 0,11-3 0,-10-13 564,13 0-564,0-13 0,-14 10 0,11-24 0,-24-3 0,10-16 0</inkml:trace>
  <inkml:trace contextRef="#ctx0" brushRef="#br0" timeOffset="258905">14138 9854 24575,'16'0'0,"-2"0"0,-14 0 0,0 0 0,0-13 0,0-3 0</inkml:trace>
  <inkml:trace contextRef="#ctx0" brushRef="#br0" timeOffset="259272">13748 9914 24575,'30'0'0,"-13"-13"0,-4 10 0,1-11 0,-11 14 0,24-13 0,-11 10 0,1-11 0,9 14 0,-9-13 0,13 10 0,-13-10 0,9 13 0,-9 0 0,13 0 0,-13 0 0,-4 0 0,0 0 0,-10 0 0,11 0 0</inkml:trace>
  <inkml:trace contextRef="#ctx0" brushRef="#br0" timeOffset="260428">15695 9974 24575,'-16'0'0,"-11"14"0,24-11 0,-24 10 0,24-13 0,-24 14 0,24-11 0,-11 10 0,1-13 0,10 14 0,-24 2 0,24 1 0,-24 9 0,24-9 0,-10 0 0,13 9 0,0-9 0,-14 13 0,11 0 0,3-13 0,3 9 0,11-9 0,-14-1 0,0 11 0,0-24 0,13 11 0,-10-14 0,24 0 0,-24 0 0,24 0 0,-11 0 0,1-14 0,10 11 0,-11-24 0,1 11 0,10-1 0,-11-9 0,1 9 0,10-13-819,-11-13 819,1 9 0,9-22 0,-22 23 0,9-24-1243,0 24 1243,-9-24 0,22 10 0,-22 1 0,9 3-187,-13 13 187,0 0 0,0 0 759,0 13-759,0-10 0,0 24 0,0-10 1282,0 0-1282,0 9 208,0-9-208,0 13 0,0 0 0,0 13 0,0-9 0,0 22 0,-13-9 0,9 13 0,-9 0 0,13 0 0,-13 0 0,9 13 0,-9-10-784,13 10 784,0 1 0,0-11 0,0 10 0,13 1 0,-9-11 0,9 10 0,0-13-207,-9 0 207,22 0 0,-22-13 0,22 9 0,-22-22 0,22 22 775,-9-23-775,0 11 216,9-14-216,-9 0 0,13-14 0,0 11 0,0-23 0,-14 22 0,11-22 0,-10 9 0,-1 0 0,11-9 0,-24 9 0,10-13 0,-13 13 0,0-9 0,0 9 0,-13-13 0,10 0 0,-24 0 0,24 14 0,-10-11 0,-1 24 0,11-24 0,-24 24 0,24-11 0,-10 14 0,-1 0 0,11 14 0,-24-11 0,24 24 0,-10-11 0,13 1 0,0 10 0,0-11 0,0 1 0,0 10 0,0-11 0,0 14 0,0 0 0,13 0 0,-10-13 0,24 9 0,-24-22 0,24 22 0,-10-22 0,-1 9 0,11-13 0,-11 0 0,1-13 0,-4-4 0</inkml:trace>
  <inkml:trace contextRef="#ctx0" brushRef="#br0" timeOffset="260723">16444 9675 24575,'0'16'0,"0"11"0,0-10 0,0 26 0,0-10-1461,0 10 1461,0 1 0,0-11 0,0 24 0,0-24 0,13 10 0,-9-13 0,9 13 0,-13-9 475,0-4-475,0-4 242,13-9-242,-9 0 0,9 9 0,-13-23 744,0 11-744,0-14 0,0 0 0,0-14 0,0 11 0,0-10 0,0 0 0,0 9 0,0-9 0,0 0 0,0-4 0</inkml:trace>
  <inkml:trace contextRef="#ctx0" brushRef="#br0" timeOffset="260912">16354 9974 24575,'47'0'0,"-4"0"0,-13 0 0,0 0 0,0 0 0,0 0 0,0 0 0,0 0 0,-14 0 0,11 0 0,-24 0 0,24 0 0,-10 0 0</inkml:trace>
  <inkml:trace contextRef="#ctx0" brushRef="#br0" timeOffset="261787">16774 10064 24575,'-14'17'0,"11"-4"0,-24-13 0,24 0 0,-24 0 0,24 13 0,-10-9 0,-1 22 0,11-22 0,-24 22 0,24-9 0,-10 0 0,13 9 0,-13-9 0,9 0 0,-9 9 0,13-23 0,13 24 0,-9-24 0,9 11 0,-13-1 0,13-10 0,-10 11 0,24-14 0,-24-14 0,24 11 0,-24-10 0,24-1 0,-24-2 0,24-1 0,-24-9 0,24 22 0,-24-22 0,11 9 0,-14 0 0,0-9 0,0 22 0,0-22 0,0 22 0,0-22 0,0 22 0,0-9 0,0 13 0,0-13 0,0 9 0,0-9 0,0 13 0,0 0 0,0 13 0,0-9 0,0 9 0,0 0 0,0-9 0,0 22 0,0-22 0,0 22 0,0-22 0,0 22 0,13-22 0,-10 22 0,10-9 0,1 0 0,-11-4 0,10 0 0,1-10 0,-11 11 0,10-14 0,1-14 0,-11 11 0,24-10 0,-24 0 0,10 9 0,-13-22 0,0 9 0,0 0 0,0-9 0,0 22 0,0-22 0,0 22 0,0-22 0,0 22 0,0-9 0,0 13 0,0 0 0,0 13 0,0-9 0,0 22 0,14-22 0,-11 22 0,10-22 0,-13 22 0,0-22 0,0 22 0,0-9 0,0 0 0,0-4 0,14 0 0,-11-10 0,10 11 0,-13-14 0,0 0 0,0-14 0,0 11 0,0-10 0</inkml:trace>
  <inkml:trace contextRef="#ctx0" brushRef="#br0" timeOffset="262032">16923 9795 24575,'0'16'0,"14"-2"0,-11-14 0,10 13 0,-13-10 0,0 10 0,-13-13 0,10 14 0,-11-11 0,14 10 0</inkml:trace>
  <inkml:trace contextRef="#ctx0" brushRef="#br0" timeOffset="262424">17133 9675 24575,'17'16'0,"-4"-2"0,-13-1 0,0-10 0,0 24 0,0-10 0,13 13 0,-9 0 0,9-14 0,-13 11 0,0-11 0,0 28 0,0-11 0,0 10 0,0-13 0,0 0 0,0 0 0,0 0 0,0 0 0,0 0 0,0-13 0,0 9 0,0-9 0,0 0 0,0-4 0,0 0 0,13-10 0,-9 11 0,9-14 0,-13 0 0,0 0 0,0-14 0,0 11 0,0-10 0,0 0 0,0 9 0,0-22 0,-13 22 0,-4-9 0</inkml:trace>
  <inkml:trace contextRef="#ctx0" brushRef="#br0" timeOffset="262867">17463 9974 24575,'-17'14'0,"4"-11"0,-1 10 0,11-13 0,-10 14 0,-1-11 0,11 10 0,-10 1 0,13-11 0,-14 10 0,11-13 0,-10 13 0,13-9 0,0 22 0,0-22 0,0 9 0,0 0 0,13-9 0,-10 9 0,11 0 0,-1-9 0,-10 9 0,11 0 0,-1-9 0,-10 9 0,24 0 0,-24-9 0,11 9 0,-1 0 0,-10-9 0,10 9 0,1-13 0,-11 13 0,10-10 0,-13 11 0,0-14 0,0 0 0,-13 0 0,10 0 0,-11 0 0,14 0 0,-13 0 0,10-14 0,-24 11 0,11-10 0,-1 0 0,4-4 0</inkml:trace>
  <inkml:trace contextRef="#ctx0" brushRef="#br0" timeOffset="264224">17283 10394 24575,'0'16'0,"13"-16"0,-10-3 0,11-10 0,-14 13 0,13-14 0,-10 11 0,24-10 0,-24 13 0,24-14 0,-24 11 0,24-10 0,-24-1 0,24 11 0,-24-10 0,11 13 0,-1-14 0,-10 11 0,10-10 0,1 13 0,-11 0 0,10 0 0,-13-13 0,0 9 0,0-9 0,0 13 0,14 0 0,-11 0 0,10 0 0,-13 0 0,0 0 0,-13 0 0,10 0 0,-11 0 0,14 0 0</inkml:trace>
  <inkml:trace contextRef="#ctx0" brushRef="#br0" timeOffset="289676">10813 11921 24575,'0'-16'0,"0"2"0,0 14 0,0-13 0,-13 10 0,9-11 0,-9 14 0,13 0 0,0 0 0,-13-13 0,9 10 0,-9-11 0,13 14 0,-13 14 0,9-11 0,-22 10 0,22 1 0,-9-11 0,13 24 0,-13-11 0,10 14 0,-11 0 0,14 0-506,0 13 506,0-9-1250,0 22 1250,0-9-1643,0 13 1643,-13 0 0,10 0 0,-11-14 0,14 11 0,0-11-1117,0 14 1117,0-13 0,0 9 0,14-22 127,-11 9-127,10-13 0,-13 0 0,0 0 0,0 0 1074,0-14-1074,0 11 1652,0-24-1652,0 11 1316,14-1-1316,-11-10 347,10 11-347,-13-14 0,0 0 0,0-14 0,-13 11 0,10-10 0,-11-1 0,14 11 0,-13-24 0,10 11 0,-11-14 0</inkml:trace>
  <inkml:trace contextRef="#ctx0" brushRef="#br0" timeOffset="289906">10364 12400 24575,'16'0'0,"-2"0"0,-1 0 0,-10 0 0,24 0 0,-10 0 0,12 0 0,1 0 0,0 0 0,0 0 0,0 0 0,0 0 0,-13-13 0,10 10 0,-11-10 0,1 13 0,-4 0 0</inkml:trace>
  <inkml:trace contextRef="#ctx0" brushRef="#br0" timeOffset="290450">10873 12281 24575,'0'16'0,"-13"-2"0,9-14 0,-9 13 0,13-10 0,0 11 0,0-1 0,-13-10 0,9 24 0,-9-24 0,13 24 0,0-24 0,0 24 0,0-24 0,0 10 0,0 1 0,0-11 0,13 24 0,-9-24 0,9 10 0,0 1 0,-9-11 0,22 10 0,-22 1 0,9-11 0,0 10 0,-10-13 0,11 0 0,-1 0 0,-10 14 0,11-11 0,-14 10 0,0-13 0,13 0 0,-10 0 0,11 13 0,-28-9 0,11 9 0,-10-13 0,13 13 0,0-9 0,0 9 0,-14 0 0,11-9 0,-10 9 0,-1 0 0,11-9 0,-23 9 0,22-13 0,-22 0 0,9 0 0,0-13 0,4-4 0</inkml:trace>
  <inkml:trace contextRef="#ctx0" brushRef="#br0" timeOffset="290654">10843 12281 24575,'13'16'0,"-9"-2"0,22-14 0,-22 0 0,22 0 0,-9 0 0,-1 0 0,11 0 0,-10 0 0,13-14 0,-14 11 0,11-10 0,-24 13 0,11 0 0,-14 0 0,0 0 0,0-14 0,0-2 0</inkml:trace>
  <inkml:trace contextRef="#ctx0" brushRef="#br0" timeOffset="290937">11232 12281 24575,'17'16'0,"-4"-2"0,1-14 0,-11 0 0,24 0 0,-24 0 0,23 0 0,-22 13 0,22-10 0,-22 11 0,22-14 0,-22 0 0,22 0 0,-22 0 0,9 0 0,-13 0 0,0 0 0,0 0 0</inkml:trace>
  <inkml:trace contextRef="#ctx0" brushRef="#br0" timeOffset="291137">11292 12520 24575,'17'0'0,"-4"0"0,0 0 0,-9 0 0,9 0 0,0 0 0,-9 0 0,9 0 0,0 0 0,-9 0 0,9 0 0,-13 0 0,0 0 0,0 0 0</inkml:trace>
  <inkml:trace contextRef="#ctx0" brushRef="#br0" timeOffset="291702">11682 12131 24575,'0'17'0,"0"-4"0,0 0 0,-14 4 0,11-1 0,-10 11 0,13-24 0,0 24 0,0-10 0,0-1 0,0 11 0,0-24 0,0 11 0,0-1 0,0-10 0,0 11 0,13-14 0,-10 0 0,11 0 0,-1 0 0,-10 0 0,24 0 0,-10 0 0,-1-14 0,11 11 0,-24-10 0,24 13 0,-24 0 0,24 0 0,-24 0 0,10 0 0,1 0 0,-11 0 0,10 13 0,-13-10 0,14 11 0,-11-1 0,10-10 0,-13 24 0,0-24 0,0 24 0,0-24 0,0 10 0,0 1 0,0-11 0,-13 24 0,10-24 0,-11 10 0,14 1 0,-13-11 0,10 10 0,-11-13 0,1 0 0,-4 0 0,1 0 0,-11 0 0,10 0 0,1 0 0,-11-13 0,11-4 0</inkml:trace>
  <inkml:trace contextRef="#ctx0" brushRef="#br0" timeOffset="291922">11592 12071 24575,'30'0'0,"-14"0"0,11 0 0,-10 0 0,13 0 0,0 0 0,-1 0 0,1 0 0,0-13 0,0 9 0,0-9 0,0 13 0,-13 0 0,9 0 0,-22 0 0,22 0 0,-9 0 0</inkml:trace>
  <inkml:trace contextRef="#ctx0" brushRef="#br0" timeOffset="292283">12281 11921 24575,'-14'17'0,"11"9"0,-24-22 0,24 22 0,-24-9 0,24 13 0,-10 0 0,13 0 0,-14 13 0,11-10 0,-10 11-1274,13-1 1274,0 4 0,0 13 0,13-14 0,-10 11 0,11-11 0,-14 1 0,13 9 0,-10-9 0,11 0 0,-1 9 0,-10-22 0,11 9 0,-14-13 0,13 0 0,-10-14 0,11 11 0,-14-10 0,0-1 1274,0-2-1274,-14-14 0,11 0 0,-10 0 0,-1 0 0,-2-14 0,-14 11 0,13-10 0,-9-1 0,9-2 0</inkml:trace>
  <inkml:trace contextRef="#ctx0" brushRef="#br0" timeOffset="292755">12011 12371 24575,'30'0'0,"-13"0"0,9 0 0,-9 0 0,13 0 0,-13 0 0,9 0 0,-9 0 0,13-14 0,-14 11 0,11-10 0,-24 13 0,24 0 0,-24 0 0,11 0 0,-1 0 0,-10 0 0,11 0 0,-14 0 0,13 0 0,-10 13 0,11-10 0,-14 11 0,0-1 0,0 3 0,0 1 0,0 10 0,0-11 0,-14 14 0,11-13 0,-10 10 0,13-11 0,0 14 0,0-13 0,0 9 0,0-9 0,0 0 0,13-4 0,-10 0 0,11-9 0,-14 9 0,0-13 0,13 0 0,-10 0 0,24-13 0,-24 9 0,10-22 0,1 9 0,-11-13 0,10 0 0,-13 0 0,0 0 0,0 14 0,-13-11 0,10 10 0,-24 1 0,24 2 0,-24 14 0,11-13 0,-14 23 0,13-20 0,-10 23 0,24-13 0,-24 0 0,11 0 0,-1 0 0,4 14 0,13-11 0,0 10 0</inkml:trace>
  <inkml:trace contextRef="#ctx0" brushRef="#br0" timeOffset="300462">4822 11951 24575,'-16'0'0,"2"0"0,1 13 0,10-9 0,-24 9 0,24-13 0,-10 0 0,-1 13 0,11-9 0,-24 9 0,24-13 0,-10 13 0,13-9 0,0 9 0,-14-13 0,11 0 0,-10 0 0,13 0 0,0 0 0,13 0 0,-10 0 0,11 0 0,-14 0 0,0 0 0,13 0 0,-10 0 0,24 0 0,-10 0 0,-1 0 0,11 0 0,-11 0 0,14 0 0,0-13 0,0 9 0,0-9 0,0 13 0,0-13 0,-13 9 0,9-9 0,-9 13 0,0 0 0,-4 0 0,0 0 0,-9 0 0,9 0 0,0-13 0,-9 9 0,9-9 0,-13 13 0,0 0 0,13 0 0,-9 0 0,9 0 0,-13 0 0,0 0 0,-13 0 0,9 0 0,-9 0 0,13 0 0,0 0 0,-13 0 0,9 0 0,-9-13 0,13-4 0</inkml:trace>
  <inkml:trace contextRef="#ctx0" brushRef="#br0" timeOffset="300794">4972 11652 24575,'17'0'0,"-4"0"0,-13 0 0,0 0 0,0 13 0,0-10 0,13 11 0,-9-1 0,9-10 0,-13 11 0,0-1 0,0-10 0,13 24 0,-9-11 0,9 1 0,-13 10 0,0-11 0,0 14 0,13 0 0,-9 0 0,9 0 0,-13 13 0,0-23 0,0 20 0,0-23 0,0 13 0,0 0 0,0 0 0,-13-14 0,9 11 0,-9-24 0,13 24 0,0-24 0,0 11 0</inkml:trace>
  <inkml:trace contextRef="#ctx0" brushRef="#br0" timeOffset="319803">1857 7338 24575,'0'-16'0,"0"2"0,0 14 0,0 0 0,-13 0 0,9 0 0,-9 0 0,13 0 0,0 0 0,-13 0 0,9-13 0,-9 10 0,13-10 0,0 13 0,0 0 0,-13 0 0,10 0 0,-11 0 0,14 0 0,0 0 0,-13 0 0,10-14 0,-11 11 0,14-10 0,0 13 0,-13 0 0,10 0 0,-11 0 0,14 0 0,0 0 0,-13 0 0,10 0 0,-11 0 0,14 0 0,-13 0 0,10 0 0,-11 0 0,14 0 0,-13 0 0,10 13 0,-11-10 0,14 11 0,0-14 0,0 0 0,-13 0 0,10 0 0,-10 0 0,13 0 0,0 0 0,-14 0 0,11 0 0,-10 0 0,13 13 0,0-10 0,-14 10 0,11-13 0,-10 0 0,13 0 0,-14 14 0,11-11 0,-10 10 0,13-13 0,0 14 0,-14-11 0,11 10 0,-10-13 0,13 0 0,0 14 0,0-11 0,0 10 0,0-13 0,-14 0 0,11 14 0,-10-11 0,13 10 0,0-13 0,0 14 0,0-11 0,0 10 0,-14-13 0,11 14 0,-10-11 0,13 24 0,0-24 0,0 10 0,0-13 0,0 13 0,0-9 0,0 9 0,0-13 0,0 0 0,0 13 0,0-9 0,0 9 0,0-13 0,0 13 0,0-9 0,0 9 0,0-13 0,0 0 0,0 13 0,0-9 0,0 9 0,0 0 0,0-9 0,0 9 0,0-13 0,0 13 0,0-9 0,0 9 0,0 0 0,0-9 0,0 9 0,0 0 0,0-10 0,0 11 0,0-14 0,0 13 0,0-10 0,0 11 0,0-14 0,0 13 0,0-10 0,0 11 0,0-14 0,0 0 0,0 13 0,0-10 0,0 11 0,0-14 0,0 0 0,0 13 0,0-10 0,0 11 0,13-14 0,-10 13 0,11-10 0,-14 11 0,0-14 0,0 0 0,0 13 0,0-10 0,0 11 0,0-14 0,0 0 0,0 13 0,0-10 0,0 10 0,13-13 0,-10 0 0,11 0 0,-14 0 0,0 14 0,0-11 0,0 10 0,0-13 0,0 0 0,0 14 0,0-11 0,0 10 0,0-13 0,13 0 0,-10 0 0,11 0 0,-14 0 0,0 0 0,0 14 0,0-11 0,0 10 0,0-13 0,0 0 0,13 0 0,-10 0 0,11 0 0,-14 0 0,0 0 0,0 14 0,13-11 0,-10 10 0,11-13 0,-14 0 0,0 0 0,13 0 0,-10 0 0,11 0 0,-14 14 0,13-11 0,-10 10 0,10-13 0,-13 0 0,0 0 0,14 0 0,-11 0 0,10 0 0,-13 0 0,14 0 0,-11 14 0,10-11 0,-13 10 0,0-13 0,14 0 0,-11 0 0,10 0 0,-13 0 0,0 0 0,14 0 0,-11 0 0,10 0 0,-13 0 0,0 0 0,14 0 0,-11 0 0,10 0 0,-13 0 0,0 0 0,14 0 0,-11 0 0,10 0 0,-13 0 0,0 0 0,13 0 0,-9 0 0,9 0 0,-13 0 0,0 0 0,13 0 0,-9 0 0,9 0 0,-13 0 0,0 0 0,13 0 0,-9 0 0,9 0 0,-13-13 0,0 10 0,0-11 0,0 14 0,0 0 0,13 0 0,-9 0 0,9 0 0,-13 0 0,0 0 0,13-13 0,-9 10 0,9-11 0,-13 14 0,0 0 0,13-13 0,-9 10 0,9-11 0,-13 14 0,0 0 0,13-13 0,-9 10 0,9-11 0,-13 14 0,0 0 0,0-13 0,13 10 0,-10-11 0,11 14 0,-14 0 0,0 0 0,0-13 0,0 10 0,13-11 0,-10 14 0,11 0 0,-14 0 0,0-13 0,0 10 0,0-10 0,13 13 0,-10-14 0,11 11 0,-14-10 0,0 13 0,0-14 0,0 11 0,0-10 0,0 13 0,0 0 0,0-14 0,0 11 0,0-10 0,13 13 0,-10 0 0,11 0 0,-14-14 0,0 11 0,0-10 0,0 13 0,0-14 0,0 11 0,0-10 0,0 13 0,0-14 0,0 11 0,0-10 0,0 13 0,0-14 0,0 11 0,0-10 0,0 0 0,0 9 0,0-9 0,0 0 0,0 9 0,0-9 0,0 0 0,0 9 0,0-9 0,0 0 0,0 9 0,-14-22 0,11 22 0,-10-9 0,13 0 0,0 9 0,0-9 0,0 13 0,0-13 0,0 9 0,0-9 0,0 13 0,-14 0 0,11-13 0,-10 10 0,13-11 0,0 14 0,0-13 0,-14 10 0,11-11 0,-10 1 0,13 10 0,-14-11 0,11 1 0,-10 10 0,13-11 0,-13 1 0,9 10 0,-9-11 0,0 14 0,9-13 0,-9 10 0,13-11 0,-13 14 0,9-13 0,-9 10 0,0-11 0,9 14 0,-9 0 0,13 0 0,0 0 0,-13 0 0,9-13 0,-9 10 0,13-10 0,-13 26 0,-4-10 0,0 10 0,-9 1 0,9 2 0</inkml:trace>
  <inkml:trace contextRef="#ctx0" brushRef="#br0" timeOffset="321759">1887 9225 24575,'0'-16'0,"-13"3"0,9 13 0,-9 0 0,13 0 0,0 0 0,-13 0 0,9 0 0,-9 0 0,13 0 0,-13 0 0,9 0 0,-9 0 0,13 0 0,-13-14 0,10 11 0,-11-10 0,1 13 0,10 0 0,-11 0 0,14 0 0,-13 0 0,10 0 0,-11 0 0,1 0 0,10 0 0,-11 0 0,1 0 0,10 0 0,-11 0 0,1 0 0,10 13 0,-11-10 0,1 11 0,10-14 0,-24 0 0,24 0 0,-10 13 0,-1-10 0,11 10 0,-10-13 0,-1 14 0,11-11 0,-24 10 0,24 1 0,-10-11 0,13 10 0,-14-13 0,11 14 0,-10-11 0,13 10 0,-14-13 0,11 14 0,-10-11 0,13 10 0,0-13 0,0 14 0,0-11 0,-14 24 0,11-24 0,-10 10 0,13-13 0,0 14 0,0-11 0,0 10 0,-13 0 0,9-9 0,-9 9 0,13 0 0,0-9 0,0 9 0,0-13 0,0 13 0,0-9 0,0 9 0,0 0 0,-13-9 0,9 22 0,-9-22 0,13 22 0,0-22 0,0 22 0,0-23 0,0 24 0,0-24 0,0 24 0,0-24 0,0 11 0,0-1 0,0-10 0,0 24 0,0-24 0,0 11 0,0-1 0,13-10 0,-9 24 0,9-24 0,-13 11 0,0-1 0,0-10 0,0 10 0,0 1 0,13-11 0,-9 10 0,9-13 0,-13 14 0,0-11 0,0 10 0,0-13 0,0 0 0,0 14 0,0-11 0,13 10 0,-10-13 0,11 0 0,-14 0 0,0 14 0,0-11 0,0 10 0,13 1 0,-10-11 0,24 10 0,-24-13 0,11 14 0,-1-11 0,-10 10 0,11-13 0,-1 0 0,-10 0 0,11 14 0,-1-11 0,-10 10 0,24-13 0,-10 0 0,-1 0 0,11 0 0,-24 0 0,24 0 0,-11 0 0,1 0 0,10 0 0,-24 0 0,24 0 0,-24-13 0,10 10 0,1-11 0,-11 14 0,23 0 0,-22 0 0,9 0 0,0 0 0,-9 0 0,22 0 0,-22-13 0,9 10 0,0-11 0,-9 14 0,22-13 0,-22 10 0,9-11 0,0 14 0,-9 0 0,9-13 0,0 10 0,-9-11 0,9 14 0,0 0 0,-10-13 0,11 10 0,-14-11 0,13 14 0,-10 0 0,11-13 0,-14 10 0,13-24 0,-10 24 0,11-24 0,-1 24 0,-10-24 0,11 11 0,-1-14 0,-10 0 0,11 0 0,-14 0 0,13 0 0,-10-13 0,11 9 0,-14-22 0,0 22 0,0-22-790,0 23 790,0-11 0,0 14 0,0-13 0,-14 10 0,11 3 0,-10 3 0,13 11 0,-14-14 0,11 0 0,-24 13 0,11-10 0,-28 24 0,11-10 0,-37 13 0,7 0 0</inkml:trace>
  <inkml:trace contextRef="#ctx0" brushRef="#br0" timeOffset="323992">1947 11202 24575,'-17'0'0,"4"0"0,0 0 0,9 0 0,-22-13 0,22 10 0,-22-11 0,22 14 0,-22 0 0,22 0 0,-9 0 0,0 0 0,10 0 0,-11 0 0,1 0 0,10 0 0,-24 0 0,24 0 0,-24 0 0,24 0 0,-24 0 0,24 0 0,-24 0 0,24 0 0,-11 14 0,1-11 0,10 10 0,-24-13 0,24 0 0,-24 0 0,24 0 0,-24 0 0,24 0 0,-24 0 0,24 14 0,-24-11 0,24 10 0,-24-13 0,24 0 0,-24 14 0,24-11 0,-23 10 0,9-13 0,0 14 0,-9-11 0,22 10 0,-22-13 0,22 14 0,-22-11 0,22 10 0,-22 0 0,22-9 0,-22 9 0,22-13 0,-22 13 0,23-9 0,-24 9 0,24 0 0,-11-9 0,1 9 0,10 0 0,-24-9 0,24 9 0,-11 0 0,14-9 0,-13 9 0,10-13 0,-11 13 0,1-9 0,10 9 0,-11 0 0,14-9 0,-13 9 0,10 0 0,-11-10 0,14 11 0,-13-1 0,10-10 0,-10 11 0,13-1 0,0-10 0,0 11 0,0-14 0,0 13 0,-14-10 0,11 11 0,-10-1 0,13-10 0,0 11 0,0-1 0,0-10 0,0 24 0,0-24 0,-14 11 0,11-1 0,-10-10 0,13 24 0,0-24 0,0 24 0,0-11 0,0 1 0,0 10 0,0-24 0,0 24 0,0-11 0,0 1 0,13 9 0,-10-22 0,11 22 0,-14-22 0,0 22 0,0-9 0,0 0 0,13 9 0,-10-22 0,11 22 0,-14-9 0,0 0 0,0 9 0,0-23 0,13 24 0,-10-24 0,10 11 0,-13-1 0,0-10 0,14 24 0,-11-24 0,10 11 0,-13-1 0,0-10 0,14 11 0,-11-1 0,10-10 0,-13 11 0,0-1 0,0-10 0,14 11 0,-11-14 0,10 13 0,-13-10 0,0 10 0,0-13 0,14 14 0,-11-11 0,10 10 0,1 1 0,-11-11 0,10 10 0,-13 1 0,14-11 0,-11 10 0,10-13 0,1 14 0,-11-11 0,10 10 0,-13 1 0,13-11 0,-9 10 0,9-13 0,0 14 0,-9-11 0,22 10 0,-22-13 0,9 0 0,0 14 0,-9-11 0,9 10 0,0-13 0,-9 0 0,22 0 0,-22 0 0,9 0 0,0 0 0,-9 13 0,22-9 0,-23 9 0,24-13 0,-10 0 0,-1 0 0,-2 0 0,-1 0 0,-10 0 0,24 0 0,-24 0 0,24 0 0,-24 0 0,24 0 0,-24 0 0,24-13 0,-24 9 0,24-9 0,-24 13 0,24 0 0,-24 0 0,24 0 0,-24-13 0,24 10 0,-24-11 0,24 14 0,-24-13 0,24 10 0,-24-11 0,23 14 0,-22 0 0,9 0 0,0-13 0,-9 10 0,9-11 0,0 14 0,-9-13 0,9 10 0,-13-11 0,0 14 0,13 0 0,-9-13 0,9 10 0,0-11 0,-9 14 0,9 0 0,-13 0 0,0-13 0,13 10 0,-9-24 0,9 24 0,-13-11 0,13 1 0,-9 10 0,9-10 0,-13-1 0,0 11 0,13-24 0,-10 11 0,11-1 0,-14-10 0,13 11 0,-10-1 0,11-10 0,-14 11 0,0-14 0,0 13 0,13-9 0,-10 9 0,11 0 0,-14-9 0,0 9 0,0 0 0,0-9 0,0 22 0,0-22 0,0 22 0,0-9 0,0 0 0,0 10 0,0-24 0,0 24 0,0-24 0,0 24 0,0-24 0,0 10 0,0 1 0,0-11 0,0 24 0,0-24 0,0 24 0,0-24 0,0 24 0,0-24 0,0 24 0,0-24 0,0 24 0,0-24 0,-14 24 0,11-10 0,-10-1 0,13 11 0,0-10 0,0-1 0,0 11 0,0-10 0,0 13 0,0-14 0,0 11 0,0-10 0,0 13 0,0-13 0,0 9 0,0-9 0,0 13 0,0 0 0,0-13 0,0 9 0,0-9 0,0 13 0,0 0 0,-14 0 0,11 0 0,-10-13 0,13 9 0,0-9 0,0 13 0,0 0 0,0-13 0,0 9 0,-14-9 0,11 13 0,-10 0 0,13 0 0,0 0 0,-13 0 0,9 0 0,-9-13 0,13 9 0,0-9 0,0 13 0,0 0 0,-13 0 0,9 0 0,-9 0 0,13 0 0,0 0 0,0-13 0,0 9 0,0-9 0,-13 13 0,9 0 0,-9 0 0,13 0 0,0 0 0,-13 0 0,9-13 0,-9 9 0,13-9 0,-13 13 0,9 0 0,-22 0 0,9 0 0</inkml:trace>
  <inkml:trace contextRef="#ctx0" brushRef="#br0" timeOffset="334859">22614 13029 24575,'17'0'0,"-4"14"0,-13-11 0,14 10 0,-11-13 0,24 0 0,-11 0 0,28 0-1518,2-13 1518,14 10 0,0-11 0,0 14-2236,0 0 2236,13 0 0,-10 0 0,-20 0 0,1 0-2353,32 0 2353,-31 0 0,0 0 0,0 0 0,0 0 0,0 0 0,0 0 0,-1 0 0,2 0 0,18 7 0,1 0 0,-15-6 0,0 1 0,16 5 0,-2-1 0,13-6 0,-34 7 0,0 0 0,20-4 0,11 10-1219,-28-13 1219,11 14 532,-24-11-532,10 10 1651,-13-13-1651,0 0 2511,-13 0-2511,-4 0 413,-39-13 1,6 10 0,-24-11-1</inkml:trace>
  <inkml:trace contextRef="#ctx0" brushRef="#br0" timeOffset="349579">13419 10184 24575,'0'17'0,"0"-4"0,0-13 0,0 0 0,13 0 0,-9 0 0,9 0 0,-13 0 0,0 0 0,-13 13 0,9-9 0,-9 9 0,13 0 0,0-9 0,0 22 0,0-23 0,0 24 0,0-24 0,0 24 0,-13-10 0,9-1 0,-9 11 0,13-10 0,0-1 0,0 11 0,0-11 0,0 1 0,0 10 0,0-11 0,0 14 0,0 0 0,0 0 0,0 0 0,0 0 0,0 0 0,0 0 0,0 0 0,0 0 0,0 13-523,0-9 523,0 9 0,0-13 0,0 13 0,0-10 0,0 11 0,0-14 0,0-1 0,0-12 0,0 10 0,0-11 0,0 14 0,0 0 0,0 0 523,0 0-523,0-13 0,0 9 0,0-9 0,0 0 0,0 9 0,0-9 0,0 13 0,0-13 0,0 9 0,0-9 0,0 13 0,0-14 0,0 11 0,0-10 0,0 13 0,0-14 0,13 11 0,-9-10 0,9 13 0,-13-14 0,0 11 0,0-11 0,0 1 0,0 10 0,0-11 0,0 1 0,0 10 0,0-11 0,0 1 0,0 9 0,0-9 0,0 13 0,0-13 0,0 9 0,0-9 0,0 13 0,0-13 0,0 9 0,13-9 0,-9 13 0,9 0 0,-13 0 0,0 0 0,0 0 0,0 0 0,0 0 0,0-1 0,0 1 0,0 0 0,0 0 0,0 0 0,-13 0 0,9 0 0,-9 0 0,13-13 0,0 9 0,0-9 0,0 13 0,0 0 0,0 0 0,0 0 0,0 0 0,0 0 0,0 0 0,0 0 0,0 0 0,0 0 0,0 0 0,0-1 0,0 1 0,0 0 0,0 0 0,0 0 0,-13 0 0,9 0 0,-9-13 0,13 9 0,0-9 0,0 0 0,0 9 0,0-9 0,0 0 0,0 9 0,0-9 0,0 0 0,13 9 0,-9-22 0,9 22 0,-13-23 0,0 24 0,0-24 0,0 24 0,0-24 0,0 24 0,0-24 0,0 24 0,0-24 0,0 24 0,0-24 0,0 11 0,0-1 0,0-10 0,0 10 0,0-13 0,0 14 0,0-11 0,0 10 0,0-13 0,0 0 0,13 0 0,-9 0 0,9 0 0,-13 0 0,0 0 0,-13 0 0,9 0 0,-9 0 0,13 0 0,0 14 0,0-11 0,0 10 0,13-13 0,-23 0 0,20-13 0,-23 10 0,13-11 0,0 14 0,0-13 0,0 10 0,-13-11 0,9 1 0,-22-3 0,22-1 0,-22-10 0,22 11 0,-9-14 0,0 0 0,9 0 0,-22 0 0,22 13 0,-9-9 0,0 9 0,9 0 0,-9-9 0,13 22 0,0-9 0,-13 13 0,10-13 0,-11 9 0,14-9 0,0 13 0,0 0 0,14 0 0,-11 0 0,10 13 0,-13-9 0,0 9 0,0-13 0,0 0 0,0 13 0,13-9 0,-9 9 0,9 0 0,-13-9 0,13 22 0,-9-22 0,9 22 0,0-9 0,-9-1 0,22 11 0,-22-10 0,9-1 0,0 11 0,-9-24 0,9 24 0,0-24 0,-9 24 0,9-24 0,-13 24 0,0-24 0,13 24 0,-9-24 0,9 10 0,-13-13 0,0 14 0,0-11 0,13 10 0,-10-13 0,11 0 0,-14 0 0,0 0 0,0 14 0,0-11 0,0 10 0,0-13 0,0 0 0,0-13 0,0 10 0,0-11 0,0 1 0,13 10 0,-10-24 0,11 10 0,-14-12 0,13-1 0,-10 0 0,11 0 0,-1 0 0,-10 0 0,24 0 0,-24 0 0,24 0 0,-24 0 0,24 0 0,-11 0 0,1 0 0,10 0 0,-24 0 0,10 14 0,1-11 0,-11 10 0,10 1 0,-13 2 0,14 1 0,-11 10 0,10-11 0,-13 14 0,0 0 0,0-13 0,0 10 0,0-11 0,-13 28 0,10-11 0,-24 10 0,10-13 0,-26 0 0,-3 0 0</inkml:trace>
  <inkml:trace contextRef="#ctx0" brushRef="#br0" timeOffset="364496">21356 14258 24575,'17'-17'0,"-4"4"0,-13 13 0,14 0 0,-11 0 0,24 0 0,-11 0 0,1-14 0,9 11 0,-9-10 0,13 13 0,0 0 0,-13 0 0,9-14 0,-9 11 0,13-10 0,0 13 0,0 0 0,0 0 0,13 0 0,-10 0 0,11 0 0,-14 0-535,13 0 535,-10 0 0,10 0 0,1 0 0,-11 0 0,23 0 0,-22 0 0,22 0 0,-22 0 0,22 0 0,-23 0 0,24 0 0,-24 0 0,24 0-1203,-11 0 1203,1-14 0,10 11 0,-11-10 0,1 13 0,9 13 0,-22-10 0,22 11 0,-9-14 0,-1 0 0,11 0 0,-24 0 0,24 0 0,-11 0 0,1 0 0,10 0 0,-24-14 0,24 11 0,-24-10 0,23 13 0,-22 0 0,22 0-656,-22 0 656,9 0 271,-13 0-271,0 0 0,0 0 0,0 0 0,0 0 0,0 0 0,-1 13 1177,-12-10-1177,10 11 710,-11-14-710,1 0 236,10 0-236,3 0 0,3 0 0,-3 0 0,-4 0 0,-9 0 0,13 0 0,0 0 0,0 0 0,-13 0 0,9 0 0,-22 0 0,22 0 0,-23 0 0,11 0 0,-14 0 0,0 0 0,13 0 0,-10 0 0,11 0 0,-14 0 0,13 0 0,-10 0 0,11 0 0,-14 0 0,13 0 0,-10 0 0,11 0 0,-14 0 0,13 0 0,-10 0 0,11 0 0,-14 0 0,0 0 0,13 0 0,-10 0 0,11 0 0,-14 0 0,13 0 0,-10 0 0,11 0 0,-14 0 0,13 0 0,-10 0 0,10 0 0,-13 0 0,0 0 0,0 13 0,0-10 0,0 11 0,0-1 0,0-10 0,-13 24 0,10-10 0,-10-1 0,13 11 0,0-11 0,0 14 0,0 0 0,0 0 0,0 0 0,0 0 0,0 0 0,0 13 0,0-9 0,0 9 0,0-13-510,0 13 510,0-10 0,0 11 0,0-1 0,0-10 0,13 11 0,-10-1 0,10-10 0,-13 10 0,14-13 0,-11 0 0,10 0 0,-13 0 0,0-13 0,0 9 0,14-9 0,-11 0 510,10-4-510,-13 0 0,0-9 0,0 9 0,0 0 0,0-9 0,0 9 0,0-13 0,0-13 0,0 9 0,-13-22 0,10 22 0,-11-9 0</inkml:trace>
  <inkml:trace contextRef="#ctx0" brushRef="#br0" timeOffset="366013">21207 14317 24575,'-17'0'0,"-10"0"0,24 14 0,-24-11 0,24 10 0,-10-13 0,13 0 0,-14 0 0,11 14 0,-10-11 0,13 10 0,-14-13 0,11 0 0,-10 0 0,13 0 0,0 0 0,-13 0 0,9 0 0,-9 0 0,13 0 0,0 0 0,-13 0 0,9 0 0,-9 0 0,13 0 0,0 0 0,-13 0 0,9 0 0,-9-13 0,13 10 0,0-11 0,0 14 0,0 0 0,-13 14 0,9-11 0,-9 10 0,13-13 0,0 0 0,0 14 0,0 2 0,-13 1 0,9 10 0,-9 3 0,13 3-860,-13 23 860,9-22 0,-9 22 0,13-9 0,0-1-1426,0 11 1426,0-10 0,0 13 0,0-14-967,13 11 967,-9-24 0,9 24 0,-13-24 0,0 23 0,13-22 0,-9 9 0,9-13 0,-13 13-456,0-10 456,13 11 0,-9-14 0,9 0 735,-13 0-735,0-14 1372,13 11-1372,-9-11 1060,9 14-1060,-13 0 542,0-13-542,0-4 0,0 1 0,0-11 0,0 10 0,0-13 0,0 0 0,0 14 0,0-11 0,0 10 0,0-13 0,0 0 0,13 0 0,-9 0 0,9 0 0,-13 0 0,0 0 0,13 0 0,-9 0 0,22 0 0,-23 0 0,24 0 0,-24 0 0,24 0 0,-10 0 0,13 0 0,0 0 0,0 0 0,0 0 0,-1 0-553,15 0 553,-11 0 0,10 0 0,1 0 0,-11 0-1246,23 0 1246,-9 0 0,13 0 0,-14 0 0,11 0 0,-10 0-2084,26 0 2084,-10 0 0,10 0 0,-13 0 0,13 0 0,-9 0-1077,-21 0 1,0 0 1076,20 0 0,-20-6 0,1-1 0,33 4 0,-1-11 0,-33 13 0,1 2 0,32-1 0,1-13 0,-34 11 0,0 1 0,20-13 0,-19 13 0,-1 2 0,20-1 0,-20-6 0,1-1 0,19 4 0,10-11 0,-13 14-1015,0 0 1015,0 0 0,0 0-165,-14-13 165,11 10 0,-24-11 0,24 14 0,-24 0 0,24 0 0,-24 0 0,24-13 1063,-24 10-1063,10-11 1980,-13 14-1980,0 0 0,0 0 1719,-13 0-1719,9 0 1441,-22 0-1441,22 0 818,-22 0-818,9 0 195,-13 0-195,0 0 0,13 0 0,-10 0 0,11 0 0,-14 0 0,0 0 0,-14 0 0,11 0 0,-10 0 0,0 0 0,-4 0 0,-13 0 0,-13 0-246,9 0 1,-22 0-1,9 0 1</inkml:trace>
  <inkml:trace contextRef="#ctx0" brushRef="#br0" timeOffset="383529">18331 6500 24575,'13'16'0,"-9"-2"0,9-1 0,-13-10 0,0 24 0,13-10 0,-9-1 0,9 11 0,0-10 0,-9 12 0,9 1 0,0 0 0,-9 0 0,9 0 0,0 0 0,-9-13 0,9 10 0,-13-11 0,13 1 0,-9-4 0,9 0 0,-13-9 0,0 9 0,0-13 0,0 13 0,0-9 0,0 9 0,13-13 0,-10 0 0,11 0 0,-28-13 0,11 9 0,-10-9 0,13 13 0,0 0 0</inkml:trace>
  <inkml:trace contextRef="#ctx0" brushRef="#br0" timeOffset="383787">18211 7009 24575,'17'-13'0,"10"9"0,-11-22 0,1 9 0,9 0 0,-9-9 0,13 9 0,0-13 0,-13 0 0,9 0 0,-9 14 0,13-11 0,-13 10 0,9-13 0,-9 14 0,-1-11 0,11 24 0,-24-10 0,11-1 0,-14 11 0,0-10 0,0 13 0</inkml:trace>
  <inkml:trace contextRef="#ctx0" brushRef="#br0" timeOffset="384084">18721 6859 24575,'0'17'0,"0"9"0,0-22 0,13 22 0,-10-9 0,10 0 0,-13 9 0,0-9 0,0 0 0,0 9 0,14-9 0,-11 0 0,10 9 0,-13-23 0,0 24 0,0-24 0,0 11 0,0-1 0,0-10 0,-13-3 0,-4-16 0</inkml:trace>
  <inkml:trace contextRef="#ctx0" brushRef="#br0" timeOffset="384545">18331 6230 24575,'13'-16'0,"-9"2"0,9 14 0,-13 0 0,13 0 0,-9-13 0,22 10 0,-9-24 0,0 24 0,9-11 0,-22 14 0,22-13 0,-22 10 0,9-11 0,0 14 0,-10 14 0,11-11 0,-14 10 0,13-13 0,-10 14 0,11-11 0,-1 10 0,-10 1 0,11-11 0,-1 24 0,-10-24 0,11 10 0,-14 1 0,0-11 0,13 23 0,4-9 0</inkml:trace>
  <inkml:trace contextRef="#ctx0" brushRef="#br0" timeOffset="385548">18631 8626 24575,'13'17'0,"-10"10"0,11-24 0,-14 24 0,13-11 0,-10 1 0,11 10 0,-1-11 0,-10 14 0,11 0 0,-1 0 0,-10-13 0,24 9 0,-24-9 0,10 13 0,1 0 0,-11-14 0,10 11 0,1-24 0,-11 24 0,10-24 0,-13 11 0,0-1 0,0-10 0,0 11 0,14-14 0,-24 0 0,6 0 0,-26 0 0</inkml:trace>
  <inkml:trace contextRef="#ctx0" brushRef="#br0" timeOffset="385767">18571 9136 24575,'13'-30'0,"-10"13"0,11-10 0,-1 11 0,-10-14 0,24 0 0,-24 0 0,24 0 0,-24 0 0,24 0 0,-10 0 0,-1 0 0,11 0 0,-24 14 0,24-11 0,-24 24 0,10-24 0,1 24 0,-11-11 0,10 1 0,-13 10 0,0-11 0</inkml:trace>
  <inkml:trace contextRef="#ctx0" brushRef="#br0" timeOffset="386338">18960 9076 24575,'17'-14'0,"-4"11"0,-13-10 0,0 13 0,0 0 0,13 0 0,-9 0 0,22 0 0,-22 0 0,22 0 0,-22 0 0,22 0 0,-22 0 0,9 0 0,0 0 0,-9 0 0,9 0 0,-13 0 0,0 0 0,13 0 0,-9 13 0,9-10 0,-13 11 0,0-1 0,0-10 0,0 24 0,0-24 0,0 24 0,0-24 0,0 24 0,0-24 0,0 11 0,0-1 0,0-10 0,13 10 0,-10-13 0,11 0 0,-14 0 0,13 0 0,-10 0 0,24 0 0,-24 0 0,24 0 0,-24-13 0,11 10 0,-14-10 0,0-1 0,0 11 0,0-10 0</inkml:trace>
  <inkml:trace contextRef="#ctx0" brushRef="#br0" timeOffset="386999">18691 8387 24575,'0'-17'0,"0"4"0,0 13 0,0 0 0,13 0 0,-10 0 0,11 0 0,-14-13 0,13 9 0,-10-9 0,10 13 0,1-13 0,-11 9 0,24-9 0,-24 13 0,24-13 0,-24 9 0,10-9 0,1 13 0,-11 0 0,10 0 0,-13 0 0,14 0 0,-11 0 0,10 0 0,-13 0 0,0 13 0,14-9 0,-11 9 0,10 0 0,-13-9 0,0 22 0,14-22 0,-11 22 0,10-23 0,-13 11 0,0-1 0,0-10 0,0 24 0,0-10 0</inkml:trace>
  <inkml:trace contextRef="#ctx0" brushRef="#br0" timeOffset="387678">18691 11053 24575,'16'16'0,"11"11"0,-11-10 0,1 12 0,10 1 0,-11-13 0,14 10 0,-13-11 0,10 14 0,-11 0 0,1 0 0,10-13 0,-11 9 0,1-9 0,-4 0 0,0 9 0,-9-22 0,9 9 0,-13 0 0,0-9 0,0 9 0,0-13 0,0 0 0,0 0 0</inkml:trace>
  <inkml:trace contextRef="#ctx0" brushRef="#br0" timeOffset="387833">18780 11412 24575,'17'-30'0,"10"13"0,-24-9 0,24 9 0,-11 1 0,14-11 0,0 10 0,0-13 0,-13 0 0,9 14 0,-9-11 0,13 10 0,0-12 0</inkml:trace>
  <inkml:trace contextRef="#ctx0" brushRef="#br0" timeOffset="388203">19200 11202 24575,'16'0'0,"-2"0"0,-1 0 0,-10 0 0,24 0 0,-24 0 0,11 0 0,-14 0 0,0 14 0,0-11 0,0 10 0,0 1 0,0-11 0,0 24 0,0-24 0,-14 24 0,11-24 0,-10 23 0,13-22 0,0 22 0,0-22 0,0 9 0,0 0 0,0-9 0,0 9 0,13-13 0,-10 0 0,11 13 0,-1-9 0,-10 9 0,24-26 0,-10 9 0,-1-9 0,-3 13 0,1 13 0,-11-9 0,10 9 0,-13-13 0,0 13 0,0-9 0,-13 22 0,10-22 0,-24 22 0,11-9 0,-1 13 0,-10-14 0,11 11 0,-1-24 0,-10 11 0,24-1 0,-24-10 0,11-3 0,-1-3 0,4-10 0</inkml:trace>
  <inkml:trace contextRef="#ctx0" brushRef="#br0" timeOffset="388611">18780 10843 24575,'17'-13'0,"10"9"0,-24-9 0,24 0 0,-24 9 0,24-22 0,-24 22 0,10-22 0,1 22 0,-11-22 0,24 22 0,-24-22 0,10 23 0,-13-11 0,13 14 0,-9 0 0,9 0 0,-13 0 0,0 0 0,13 0 0,-9 14 0,9-11 0,-13 23 0,13-9 0,-9 13 0,9-13 0,0 9 0,-9-9 0,9 13 0,-13 0 0,0-13 0,13 9 0,4-9 0</inkml:trace>
  <inkml:trace contextRef="#ctx0" brushRef="#br0" timeOffset="389733">18840 13389 24575,'0'17'0,"14"-4"0,-11 0 0,10-9 0,-13 22 0,14-23 0,-11 24 0,24-24 0,-24 24 0,10-10 0,1-1 0,-11 11 0,23-24 0,-22 24 0,9-10 0,0-1 0,-9 11 0,9-24 0,0 10 0,-9 1 0,9-11 0,0 24 0,-9-24 0,9 10 0,-13-13 0,0 14 0,0-11 0,0 10 0,0-13 0,0 0 0,0 0 0</inkml:trace>
  <inkml:trace contextRef="#ctx0" brushRef="#br0" timeOffset="389997">18840 13868 24575,'47'-63'0,"-4"6"0,-13 27 0,0 14 0,-13-11 0,9 10 0,-9-12 0,0 12 0,9 4 0,-22-1 0,22 11 0,-22-10 0,9 13 0,-13-14 0,0 11 0,13-10 0,4 13 0</inkml:trace>
  <inkml:trace contextRef="#ctx0" brushRef="#br0" timeOffset="390434">19320 13658 24575,'-17'14'0,"4"-11"0,13 10 0,0 1 0,0-11 0,-14 24 0,11-24 0,-10 24 0,13-24 0,0 37 0,0-33 0,0 19 0,0-12 0,0-11 0,0 10 0,0 0 0,0-9 0,0 9 0,13-13 0,-10-13 0,11 9 0,-1-9 0,-10 13 0,24-13 0,-24 10 0,11-11 0,-1 1 0,-10 10 0,10-11 0,-13 14 0,14 0 0,-11 0 0,10 0 0,-13 14 0,0-11 0,0 10 0,0 1 0,0 2 0,0 14 0,0-13 0,0 9 0,0-9 0,0 13 0,0 0 0,0 0 0,0-13 0,0 9 0,0-23 0,0 11 0,-13-14 0,10 0 0,-11 0 0</inkml:trace>
  <inkml:trace contextRef="#ctx0" brushRef="#br0" timeOffset="390936">18960 13179 24575,'17'-13'0,"9"10"0,-22-11 0,22 14 0,-22-13 0,22 10 0,-22-11 0,22 14 0,-9-13 0,0 10 0,9-11 0,-9 1 0,-1 10 0,11-11 0,-10 14 0,-1 0 0,11 0 0,-10 0 0,-1 14 0,11-11 0,-24 24 0,11-11 0,-1 1 0,-10 10 0,10-11 0,1 14 0,-11 0 0,10 0 0,-13 0 0,0-13 0,0 9 0,0-9 0,0 0 0,0-4 0,0-13 0</inkml:trace>
  <inkml:trace contextRef="#ctx0" brushRef="#br0" timeOffset="397105">4882 15426 24575,'0'16'0,"0"-2"0,0-14 0,0 13 0,0 4 0,0-1 0,0 11 0,14-10 0,-11 12 0,10 1 0,-13 0 0,0 14-1013,0-11 1013,0 24 0,0-11-1692,0 14 1692,14 0 0,-11 0 0,10-14 0,-13 11 0,0-10-1125,0-1 1125,14 11 0,-11-24 0,10 24-608,-13-24 608,0 10 835,0-13-835,0-13 1606,13 9-1606,-9-9 1249,9 0-1249,-13-4 748,0 0-748,0-9 0,0 9 0,0-13 0,0 0 0,-13 0 0,9 0 0,-9 0 0</inkml:trace>
  <inkml:trace contextRef="#ctx0" brushRef="#br0" timeOffset="397607">5122 15965 24575,'17'0'0,"-4"0"0,-13 0 0,0 0 0,0 13 0,0-9 0,13 9 0,-9 0 0,9 4 0,0-1 0,-10 11 0,24-24 0,-24 24 0,24-24 0,-24 24 0,24-10 0,-10-1 0,-1 11 0,11-24 0,-24 24 0,24-24 0,-24 10 0,24 1 0,-24-11 0,10 10 0,-13-13 0,14 14 0,-11-11 0,10 10 0,-13-13 0,0 0 0,-13 0 0,10-13 0,-11-4 0</inkml:trace>
  <inkml:trace contextRef="#ctx0" brushRef="#br0" timeOffset="397866">5242 16234 24575,'13'-16'0,"-10"-11"0,11 11 0,-1-1 0,-10-10 0,24 11 0,-24-14 0,24 13 0,-24-10 0,11 24 0,-1-24 0,-10 24 0,11-10 0,-14 0 0,0 9 0,13-9 0,-10 13 0,10-13 0,-13 9 0,0-9 0,0 13 0</inkml:trace>
  <inkml:trace contextRef="#ctx0" brushRef="#br0" timeOffset="398706">5182 15695 24575,'16'0'0,"-2"-13"0,-14 10 0,0-11 0,0 14 0,0 0 0,13 0 0,-10-13 0,11 10 0,-14-11 0,0 14 0,0 0 0,13 0 0,-10 0 0,11 0 0,-1 0 0,-10 14 0,11-11 0,-1 10 0,-10-13 0,24 0 0,-24 14 0,24-11 0,-24 10 0,11 1 0,-1-11 0,-10 10 0,10-13 0,-13 0 0,0 14 0,0-11 0,0 10 0</inkml:trace>
  <inkml:trace contextRef="#ctx0" brushRef="#br0" timeOffset="399380">5661 16175 24575,'-13'16'0,"9"11"0,-9-24 0,13 24 0,0-24 0,-13 24 0,9-24 0,-9 24 0,13-24 0,0 10 0,0-13 0,0 0 0,0 14 0,0-11 0,13-3 0,-9-3 0,9-11 0,-13 14 0,0 0 0,13-13 0,-9 10 0,9-11 0,0 14 0,-9-13 0,9 10 0,-13-11 0,0 14 0,13 0 0,-9 0 0,9 0 0,-13 14 0,0-11 0,13 10 0,-9 1 0,9-11 0,-13 24 0,0-24 0,0 24 0,0-24 0,0 24 0,13-24 0,-9 10 0,-4 0 0,-4-9 0,-9 9 0,13-13 0,0 0 0,0 0 0</inkml:trace>
  <inkml:trace contextRef="#ctx0" brushRef="#br0" timeOffset="399729">5991 16145 24575,'13'16'0,"-10"-2"0,11-14 0,-14 0 0,0 0 0,13 0 0,-10 13 0,24-10 0,-24 10 0,10-13 0,1 0 0,-11 0 0,10 0 0,1 0 0,-11 0 0,10 0 0,1 0 0,-11 0 0,10 0 0,-13 0 0,0 0 0,0 0 0</inkml:trace>
  <inkml:trace contextRef="#ctx0" brushRef="#br0" timeOffset="400191">6440 15965 24575,'0'17'0,"13"-4"0,-10 0 0,24-10 0,-24 24 0,24-10 0,-24 13 0,24-14 0,-24 11 0,24-10 0,-10 13 0,13-1 0,-14-12 0,11 10 0,-11-11 0,1 1 0,10 10 0,-24-24 0,24 10 0,-24-13 0,10 14 0,-13-11 0,0 10 0,0-13 0,0 0 0</inkml:trace>
  <inkml:trace contextRef="#ctx0" brushRef="#br0" timeOffset="400441">6530 16294 24575,'0'-16'0,"0"-11"0,0 24 0,13-24 0,-10 24 0,11-24 0,-1 11 0,-10-1 0,24-10 0,-24 11 0,11-1 0,-1-10 0,-10 24 0,11-24 0,-14 24 0,0-24 0,13 24 0,-10-23 0,10 22 0,-13-9 0</inkml:trace>
  <inkml:trace contextRef="#ctx0" brushRef="#br0" timeOffset="401423">7039 15336 24575,'17'43'0,"-4"-10"0,0 24-3457,-9-10 3457,22 12-1727,-23 15 1727,11-11-699,-7-20 0,-1 0 699,-3 34 0,11 0 0,-7-34 0,-1 0 0,-3 34 0,11-1 0,-13-32 0,-2-1 0,1 20-1510,0 10 1510,0-13 0,0 0 0,0 0 183,13-14-183,-10 11 1514,11-24-1514,-14-3 2590,0-3-2590,0-24 2032,0 24-2032,0-24 1513,0 10-1513,0-13 260,0 0-260,0-13 0,0 10 0,0-24 0,0 11 0,0-14 0</inkml:trace>
  <inkml:trace contextRef="#ctx0" brushRef="#br0" timeOffset="403703">8357 15456 24575,'0'16'0,"-13"-2"0,9-1 0,-22-10 0,22 24 0,-22-10 0,9 12-672,-13 1 672,0 0 0,0 0 0,0 0 0,14 14 0,-11-11 0,10 10 0,-13-26-136,14 9 136,-11-9 0,10 0 0,1 9 0,2-22 0,1 22 668,10-22-668,-10 22 140,-1-22-140,11 9 0,-10-13 0,13 0 0,0 13 0,0-10 0,0 11 0,-14-14 0,11 0 0,-10 0 0,13 0 0,0-14 0,0 11 0,0-10 0,0 26 0,0-10 0,0 11 0,13-14 0,-10 0 0,11 0 0,-14 0 0,0 0 0,0 13 0,0-10 0,13 11 0,-10-14 0,11 0 0,-14 0 0,13 13 0,-10-10 0,24 11 0,-24-14 0,24 13 0,-24-10 0,24 11 0,-11-1 0,14-10 0,0 11 0,0-1 0,0-10 0,0 11 0,0-1-563,13-10 563,-9 10 0,9 1 0,0-11 0,-10 10 0,11-13 0,-14 14 0,13-11 0,-10 10 0,10 1 0,-13-11 0,-13 10 0,10-13 0,-11 14 0,1-11 0,10 10 0,-24-13 563,23 0-563,-22 0 0,9 0 0,0 0 0,-9 0 0,9 0 0,-13 14 0,0-11 0,0 10 0,0-13 0,13 0 0,-9 0 0,9 0 0,-13 0 0,0 0 0,-13 0 0,9-13 0,-22 10 0,9-11 0</inkml:trace>
  <inkml:trace contextRef="#ctx0" brushRef="#br0" timeOffset="412573">9555 15396 24575,'0'-17'0,"0"4"0,0 13 0,0 0 0,0-14 0,0 11 0,0-10 0,0 13 0,0 0 0,0 13 0,0-10 0,0 11 0,0-14 0,0 0 0,13 13 0,-9-10 0,9 24 0,-13-24 0,0 24 0,0-24 0,0 24 0,0-10 0,0 13 0,0 0 0,0-1 0,0 1 0,0 0-617,13 14 617,-9-11 0,9 24 0,-13-24 0,0 23-1184,0-9 1184,0 0 0,0 9 0,0-23 0,0 24 0,0-10 0,0-1 0,0 11 0,0-24 0,0 24 0,0-24 0,0 23-121,0-22 121,0 22 0,-13-22-208,9 9 208,-9 0 0,13-10 0,0 11-206,0-14 206,0 0 0,0 0 1150,0-14-1150,0 11 126,0-24-126,0 24 830,0-24-830,0 10 230,0-13-230,0 14 0,0-11 0,0 10 0,0-13 0,0 0 0,0-13 0,0 10 0,0-11 0,-13 1 0,-4-4 0</inkml:trace>
  <inkml:trace contextRef="#ctx0" brushRef="#br0" timeOffset="415052">9854 15725 24575,'0'17'0,"0"-4"0,0-13 0,0 0 0,0 14 0,0-11 0,0 23 0,0-9 0,0 13 0,0-13 0,0 9 0,0-9 0,14 13 0,-11 0 0,10 0 0,-13 0 0,14 0 0,-11 0 0,24 0 0,-24-14 0,24 11 0,-24-10 0,24 12 0,-24-12 0,24 10 0,-24-11 0,10 1 0,1 10 0,-11-24 0,10 24 0,0-24 0,-9 10 0,9-13 0,-13 0 0,13 0 0,-9 14 0,9-11 0,-13 10 0,0-13 0,0 0 0,0-13 0,-13 10 0,-4-11 0</inkml:trace>
  <inkml:trace contextRef="#ctx0" brushRef="#br0" timeOffset="415399">9854 16384 24575,'14'-16'0,"-11"-11"0,24 24 0,-24-24 0,24 10 0,-24-13 0,24 0-1042,-11 0 1042,14-13 0,-13 10 0,10-10 0,-11 13-362,1 0 362,9 0 0,-22 13 0,22-9 0,-22 22 0,9-22 1023,-13 22-1023,0-9 381,0 13-381,0 0 0,0-13 0,0-4 0</inkml:trace>
  <inkml:trace contextRef="#ctx0" brushRef="#br0" timeOffset="416074">10154 16234 24575,'17'-13'0,"-4"10"0,-13-11 0,13 14 0,-9 0 0,22 0 0,-22-13 0,22 10 0,-9-10 0,-1 13 0,11-14 0,-24 11 0,24-10 0,-24 13 0,11 0 0,-14 0 0,0 0 0,13 0 0,-10 0 0,-3 13 0,-3-10 0,-10 11 0,13-14 0,0 13 0,-14-10 0,11 10 0,-10 1 0,13-11 0,0 10 0,-14-13 0,11 14 0,-10-11 0,13 10 0,0-13 0,0 0 0,-14 14 0,11-11 0,-10 10 0,13-13 0,0 0 0,13 0 0,-10 0 0,11 0 0,-14 0 0,13 0 0,-10 0 0,24 0 0,-24 0 0,24 14 0,-24-11 0,11 10 0,-1-13 0,-10 0 0,11 0 0,-1 0 0,-10 0 0,11 14 0,-14-11 0,0 10 0,0-13 0,-14 14 0,11-11 0,-10 24 0,-1-24 0,11 10 0,-24-13 0,24 13 0,-24-9 0,24 9 0,-24-13 0,11 0 0,-1 0 0,4 0 0</inkml:trace>
  <inkml:trace contextRef="#ctx0" brushRef="#br0" timeOffset="416690">9944 15516 24575,'17'-17'0,"-4"-10"0,1 24 0,-11-10 0,10 13 0,-13 0 0,14 0 0,-11-14 0,10 11 0,-13-10 0,0 13 0,14 0 0,-11 13 0,10-10 0,-13 11 0,0-14 0,13 0 0,-9 13 0,9-10 0,-13 11 0,0-1 0,0-10 0,13 11 0,-9-1 0,9-10 0,-13 24 0,0-11 0</inkml:trace>
  <inkml:trace contextRef="#ctx0" brushRef="#br0" timeOffset="417375">10693 16115 24575,'-16'0'0,"29"0"0,-7 0 0,34-14 0,-36 11 0,22-10 0,-9 13 0,0 0 0,9 0 0,-9 0 0,13 0 0,-13 0 0,9 0 0,-9 0 0,13 0 0,-14 0 0,11 0 0,-24 0 0,11 0 0,-1 0 0,-10 0 0,11 0 0,-14 0 0,0-14 0,0 11 0,0-10 0</inkml:trace>
  <inkml:trace contextRef="#ctx0" brushRef="#br0" timeOffset="417752">11142 15815 24575,'14'17'0,"-11"9"0,10-22 0,1 22 0,-11-9 0,10 0 0,1 9 0,-11-22 0,10 22 0,1-9 0,-11-1 0,24 11 0,-24-10 0,10-1 0,1 11 0,-11-24 0,10 24 0,0-24 0,-9 11 0,9-1 0,0-10 0,-9 11 0,9-14 0,-13 0 0,0 0 0,0 0 0</inkml:trace>
  <inkml:trace contextRef="#ctx0" brushRef="#br0" timeOffset="418016">11202 16145 24575,'17'-34'0,"10"-6"0,-11 24 0,1-14 0,10 0 0,-24 0 0,23 0 0,-22 13 0,22-9 0,-22 9 0,9 0 0,-13 4 0,0 0 0,0 9 0,0-9 0,0 13 0,0 0 0</inkml:trace>
  <inkml:trace contextRef="#ctx0" brushRef="#br0" timeOffset="418413">11622 15336 24575,'16'46'0,"-2"11"0,-14-10-3385,0 13 3385,0-1-1766,13 15 1766,-10-11 0,4-20 0,0 0 0,-7 21 0,0-22 0,0 2 0,0 33 0,0-1-578,0-32 0,0-1 578,0 20 0,-1-20 0,2 1 0,12 19-1560,-10 10 1560,11-13 0,-14 0 186,0-14-186,0 11 1733,0-24-1733,0 11 2366,0-28-2366,0 11 2089,0-24-2089,0 10 373,-14-13 0,11 0 0,-10 0 1</inkml:trace>
  <inkml:trace contextRef="#ctx0" brushRef="#br0" timeOffset="418970">12640 15516 24575,'0'16'0,"-13"11"0,9-11 0,-22 14 0,9 0 0,1 14-2606,-11-11 2606,10 24 0,-13-24 0,0 10 0,0 0 0,0-9 0,1 9 0,-1 0 0,0-10 0,13 11 830,-10-28-830,24 11 429,-10-10-429,-1-1 0,11 11 0,-10-24 1347,13 10-1347,13 1 0,-10-11 0,24 10 0,-10 1 0,-1-11 0,11 10 0,-10 1 0,26-11-617,-10 24 617,10-24 0,-13 10 0,0 1 0,0-11 0,14 24 0,-11-24 0,10 10 0,-13 1 0,-13-11 0,9 10 0,-22-13 0,9 13 0,0-9 0,4 9 0</inkml:trace>
  <inkml:trace contextRef="#ctx0" brushRef="#br0" timeOffset="421731">13299 15306 24575,'0'17'0,"13"9"0,-9-9 0,9 26-2915,-13 4 2915,0 13 0,0-1-1923,0 15 1923,0-11-729,0-20 0,0 0 729,0 34 0,0-33 0,0 2 0,0-1 0,0 0 0,0 0 0,0 0 0,0 31 0,-1-33 0,2 1 0,12 32 0,-9 1-1682,9-4 1682,-13-13 0,0 0 30,0-14-30,0 11 1510,0-24-1510,0-3 2523,0-3-2523,0-11 2229,0 1-2229,0-4 1450,0-13-1450,-13 0 0,9 0 0,-9 0 0</inkml:trace>
  <inkml:trace contextRef="#ctx0" brushRef="#br0" timeOffset="422131">13658 15845 24575,'0'17'0,"0"9"0,0-9 0,0 13 0,14-13 0,-11 9 0,10-9 0,1 13 0,-11 0 0,24 0 0,-24 0 0,10 0-781,1 13 781,2-10 0,1 10 0,10-13 0,-24 0 0,24-13 0,-11 10 0,1-11 0,9 1 0,-9 9 0,0-22 781,-4 9-781,-13 0 0,13-9 0,-23 9 0,20-13 0,-23 0 0</inkml:trace>
  <inkml:trace contextRef="#ctx0" brushRef="#br0" timeOffset="422349">13688 16414 24575,'17'-30'0,"-4"14"0,1-24 0,2 20 0,1-24 0,10 28 0,-24-11 0,24 10 0,-11-12 0,1 12 0,9-10 0,-9 11 0,0-1 0,9-10 0,-22 24 0,22-10 0,-22-1 0,9 11 0,-13-10 0</inkml:trace>
  <inkml:trace contextRef="#ctx0" brushRef="#br0" timeOffset="422790">14108 16204 24575,'13'-16'0,"-10"3"0,11 13 0,-1 0 0,-10 0 0,24 0 0,-24 0 0,24 0 0,-24 0 0,24 0 0,-24 0 0,24 0 0,-24 0 0,11 0 0,-14 13 0,13-10 0,-10 10 0,10 1 0,-26 2 0,10 1 0,-10 10 0,13-11 0,-14 1 0,11 10 0,-10-11 0,13 1 0,-14 10 0,11-24 0,-10 23 0,13-22 0,0 9 0,0-13 0,0 0 0,0 13 0,0-9 0,0 9 0</inkml:trace>
  <inkml:trace contextRef="#ctx0" brushRef="#br0" timeOffset="423356">13838 15516 24575,'17'-30'0,"9"13"0,-22-10 0,9 24 0,-13-10 0,13 13 0,-9-14 0,9 11 0,-13-10 0,0 13 0,0 0 0,13 0 0,-9 13 0,9-10 0,-13 24 0,13-24 0,-9 24 0,9-10 0,0-1 0,-9 11 0,22-24 0,-22 11 0,9-1 0,0-10 0,-9 24 0,9-24 0,0 10 0,-10-13 0,11 0 0</inkml:trace>
  <inkml:trace contextRef="#ctx0" brushRef="#br0" timeOffset="424188">14198 16384 24575,'0'17'0,"13"-4"0,-10-13 0,11-13 0,-14 10 0,13-11 0,-10 14 0,24 0 0,-24 0 0,24-13 0,-24 10 0,24-11 0,-24 14 0,10 0 0,1 0 0,-11 0 0,10 0 0,1 0 0,-11 0 0,10 0 0,-13 0 0,0 0 0,14 0 0,-11 0 0,10 0 0,-13 0 0,0 0 0,0 0 0</inkml:trace>
  <inkml:trace contextRef="#ctx0" brushRef="#br0" timeOffset="424612">14647 16204 24575,'17'0'0,"-4"0"0,0 0 0,-9 0 0,22 0 0,-23 0 0,24 0 0,-24 0 0,24 0 0,-24 0 0,24 0 0,-24 0 0,24 0 0,-24 0 0,24 0 0,-24 0 0,24 0 0,-24 0 0,24-13 0,-24 10 0,10-10 0</inkml:trace>
  <inkml:trace contextRef="#ctx0" brushRef="#br0" timeOffset="425234">15216 15935 24575,'0'17'0,"0"9"0,0-22 0,0 22 0,0-23 0,13 24 0,-9-10 0,9-1 0,0 11 0,-9-10 0,22 13 0,-22 0 0,22-14 0,-9 11 0,-1-11 0,11 1 0,-24 10 0,24-11 0,-24 1 0,11 10 0,-1-24 0,-10 10 0,11 1 0,-1-11 0,-10 10 0,11-13 0,-14 0 0,0 0 0</inkml:trace>
  <inkml:trace contextRef="#ctx0" brushRef="#br0" timeOffset="425468">15246 16324 24575,'0'-30'0,"13"14"0,-9-11 0,22 10 0,-22 1 0,9-11 0,0 11 0,4-14 0,-1 0 0,11 13 0,-24-10 0,11 24 0,-1-24 0,-10 24 0,11-10 0,-14 13 0,0 0 0</inkml:trace>
  <inkml:trace contextRef="#ctx0" brushRef="#br0" timeOffset="425858">15875 15246 24575,'0'30'0,"0"0"0,0 26 0,0-19-3858,0 33 3858,0-10 0,0 3-925,0-20 1,0 1 924,0 19 0,0-20 0,0 0 0,0 21 0,0-22 0,0 2 0,0 33 0,0-1 0,0-32 0,0-1 0,0 20 0,0 10 612,0-13-612,0 0 0,0 0 0,0-13 0,0-4 0,0-13 0,0 0 0,0 0 0,0 0 0</inkml:trace>
  <inkml:trace contextRef="#ctx0" brushRef="#br0" timeOffset="427080">16923 15546 24575,'-16'13'0,"2"-10"0,1 24 0,-4-11 0,1 14 0,-11 0-845,11 0 845,-14 0 0,0 0-945,-14 0 945,11 0 0,-10 0 0,13 0 0,0 0 0,0 0 0,0 0 0,0 0-121,0-14 121,13 11 0,-9-10 0,23 13 0,-24-14 596,24 11-596,-11-24 1182,14 24-1182,0-24 133,0 11-133,0-14 0,0 13 0,0-10 0,14 24 0,2-24 0,1 24 0,9-24 0,-9 24 0,13-24 0,13 10-609,-9 1 609,9-11 0,0 10 0,-10 1 0,11-11 0,-14 10 0,13 1 0,-10-11 0,10 10 0,-13-13 0,0 0 0,-13 0 0,10 0 0,-24 0 0,10 0 0,1 14 0,-24-24 0,6 6 0</inkml:trace>
  <inkml:trace contextRef="#ctx0" brushRef="#br0" timeOffset="429016">17403 15306 24575,'0'30'0,"0"0"0,13 0 0,-10 0-1972,11 13 1972,-14 4-1522,0 12 1522,0 1 0,0 0 0,0 0 0,13 0 0,-10 0-1329,11 13 1329,-1-10 0,-10 11 0,10-14 0,1-1-1531,-11 1 1531,10 0 0,1 0 0,-11-13-58,10 9 58,1-22 0,-11 9 1115,10-13-1115,-13 0 2077,0-14-2077,0 11 1870,0-24-1870,0 11 1077,0-14-1077,0 0 68,-13 0 0,10 0 0,-11 0 1</inkml:trace>
  <inkml:trace contextRef="#ctx0" brushRef="#br0" timeOffset="429560">17822 15605 24575,'0'17'0,"0"10"0,0-11 0,13 14 0,-9 0 0,9 0 0,0 0 0,-9 0 0,22 0 0,-9 0 0,-1 0 0,11 0-1048,-10 13 1048,-1-10 0,11 11 0,-24-28 257,24 11-257,-10-10 0,-1-1 0,11 11 0,-24-24 0,10 11 791,-13-14-791,0 0 0,0 0 0</inkml:trace>
  <inkml:trace contextRef="#ctx0" brushRef="#br0" timeOffset="429824">17852 16234 24575,'17'-33'0,"9"-7"0,-23 24 0,24-14 0,-24 0 0,24 0 0,-10 0-1365,13 0 1365,0 0 0,-14 0 0,11 0 0,-10 0 0,12 0 0,-12 0 0,10 0 444,-24 0-444,24 14 226,-24 2-226,10 1 0,-13 10 0,0-11 0,0 14 0,0 0 0</inkml:trace>
  <inkml:trace contextRef="#ctx0" brushRef="#br0" timeOffset="430136">18301 15965 24575,'13'46'0,"-9"-2"0,9-14 0,-13 0 0,0 0 0,0 0 0,0-1 0,0 1 0,0 0 0,13-13 0,-9 10 0,9-11 0,-13 1 0,0 10 0,0-24 0,0 10 0,0-13 0,0 14 0,-13-11 0,9 10 0,-9-26 0,13-4 0</inkml:trace>
  <inkml:trace contextRef="#ctx0" brushRef="#br0" timeOffset="430784">17972 15426 24575,'16'-17'0,"11"-10"0,-24 24 0,24-10 0,-24-1 0,24 11 0,-24-23 0,11 22 0,-1-9 0,-10 0 0,10 9 0,-13-9 0,0 13 0,14 0 0,-11 0 0,10 0 0,-13 0 0,0 0 0,0 13 0,0-9 0,14 9 0,-11 0 0,10-9 0,-13 22 0,0-23 0,14 24 0,-11-10 0,10-1 0,-13 11 0,0-24 0,0 24 0,0-10 0</inkml:trace>
  <inkml:trace contextRef="#ctx0" brushRef="#br0" timeOffset="431259">18661 16055 24575,'16'0'0,"-2"0"0,-14 0 0,13 0 0,-10 0 0,24 0 0,-11 0 0,1-14 0,10 11 0,-11-10 0,1 13 0,10 0 0,-24 0 0,10 0 0,-13 0 0,14 0 0,2 0 0</inkml:trace>
  <inkml:trace contextRef="#ctx0" brushRef="#br0" timeOffset="431684">18960 15665 24575,'17'0'0,"-4"0"0,-13 14 0,0-11 0,13 24 0,-9-11 0,22 1 0,-22 10 0,22-11 0,-9 14 0,0-13 0,9 9 0,-9-9 0,13 13 0,-14 0 0,11-13 0,-10 9 0,-1-22 0,11 22 0,-10-23 0,-1 24 0,-2-24 0,-14 11 0,0-1 0,0-10 0,0 11 0,0-14 0,0 0 0,0 0 0</inkml:trace>
  <inkml:trace contextRef="#ctx0" brushRef="#br0" timeOffset="431888">19050 16085 24575,'17'-30'0,"9"0"0,-22 13 0,22-9 0,-22 22 0,22-22 0,-9 9 0,-1-13 0,11 13 0,-10 4 0</inkml:trace>
  <inkml:trace contextRef="#ctx0" brushRef="#br0" timeOffset="432292">19799 15186 24575,'0'30'0,"0"0"0,0 0 0,0 0-1994,0 13 1994,0 4-2033,0 13 2033,0 13 0,0-10-853,0-20 0,0 1 853,0 32 0,0-31 0,0 0 0,1 0 0,-2 0 0,-6 0 0,1 0 0,2 31-470,-3-32 0,1-1 470,6 20 0,13 10-833,-9-13 833,9 0 0,-13-13 1191,0 9-1191,0-36 0,0 20 2528,0-23-2528,0-1 1136,0 11-1136,0-24 2143,0 11-2143,0-28 0,-13 11 0,-4-10 0</inkml:trace>
  <inkml:trace contextRef="#ctx0" brushRef="#br0" timeOffset="445852">479 6290 24575,'-16'0'0,"2"0"0,14 0 0,0 0 0,0 13 0,0-9 0,0 22 0,0-9 0,0 0 0,0 9 0,0-9 0,0 13 0,14 0 0,-11 0 0,10 0 0,-13 0 0,0-14 0,0 11 0,0-10 0,0-1 0,0 11 0,0-11 0,0 1 0,0 10 0,14-24 0,-11 24 0,10-24 0,-13 10 0,0-13 0,0 14 0,0-11 0,0 10 0,0-13 0,0 0 0,0-13 0,0 10 0,0-11 0,0 1 0,0-4 0</inkml:trace>
  <inkml:trace contextRef="#ctx0" brushRef="#br0" timeOffset="446702">449 6200 24575,'17'-16'0,"-4"2"0,1 14 0,-11 0 0,24 0 0,-24 0 0,23 0 0,-9 0 0,0 0 0,9 0 0,-9 0 0,0 0 0,9 0 0,-22 0 0,9 0 0,0 0 0,-9 0 0,9 0 0,-13 0 0,0 14 0,13-11 0,-9 24 0,9-24 0,-13 24 0,0-11 0,0 1 0,-13 9 0,9-9 0,-9 0 0,13 9 0,0-9 0,-13 0 0,9-4 0,-9 0 0,0-9 0,9 22 0,-9-23 0,0 11 0,9-1 0,-9-10 0,13 11 0,0-14 0,-13 0 0,9 0 0,-9 0 0,13 0 0,0 0 0,13 0 0,-9 0 0,9 0 0,-13 0 0,0 0 0,0-14 0,0 11 0,13-10 0,-9 13 0,9 0 0,0 0 0,-9-14 0,9 11 0,0-10 0,-9 13 0,22 0 0,-22 0 0,9 0 0,0 0 0,-10 0 0,24 0 0,-24 0 0,11 13 0,-1-10 0,-10 11 0,11-1 0,-1-10 0,-10 11 0,11-1 0,-14-10 0,0 24 0,0-24 0,0 24 0,0-24 0,0 24 0,-14-24 0,11 24 0,-24-24 0,24 24 0,-24-11 0,24 1 0,-24 10 0,11-24 0,-1 24 0,-9-24 0,22 10 0,-22 1 0,22-11 0,-22 10 0,22-13 0,-9 0 0,0 0 0,9 0 0,-9 0 0,0 0 0,9 0 0,-9 0 0,13 0 0,0 0 0,0 0 0</inkml:trace>
  <inkml:trace contextRef="#ctx0" brushRef="#br0" timeOffset="447631">988 6530 24575,'0'-17'0,"0"4"0,0 13 0,0 0 0,-13 0 0,10 0 0,-11 0 0,14 0 0,0 0 0,-13 13 0,10-10 0,-10 11 0,13-14 0,0 0 0,-14 13 0,11-10 0,-10 11 0,-1-1 0,11-10 0,-10 11 0,13-1 0,0-10 0,0 11 0,0-1 0,0-10 0,-14 11 0,11-1 0,-10-10 0,13 10 0,13-13 0,-10 0 0,11 0 0,-14 0 0,0 0 0,13 0 0,-10 0 0,11 0 0,-1 0 0,-10 0 0,24 0 0,-24 0 0,10 0 0,1-13 0,-11 10 0,24-10 0,-24-1 0,10 11 0,1-24 0,-11 24 0,10-10 0,-13-1 0,0 11 0,14-24 0,-11 24 0,10-24 0,-13 24 0,0-24 0,0 24 0,0-10 0,0-1 0,0 11 0,-13-10 0,10 0 0,-11 9 0,14-9 0,0 13 0,0 0 0,0 13 0,0-9 0,0 9 0,0 0 0,0-10 0,0 24 0,0-24 0,0 24 0,0-10 0,0 13 0,0-14 0,0 11 0,0-10 0,0-1 0,0 11 0,14-24 0,-11 24 0,10-24 0,-13 24 0,14-24 0,-11 10 0,10 1 0,-13-11 0,14 10 0,-11-13 0,10 0 0,-13 0 0,0 0 0,14-13 0,-11 10 0,10-11 0</inkml:trace>
  <inkml:trace contextRef="#ctx0" brushRef="#br0" timeOffset="448020">1378 6440 24575,'-17'0'0,"4"0"0,13 0 0,0 0 0,-13 13 0,9-10 0,-9 11 0,13-14 0,0 0 0,-13 13 0,9-10 0,-9 11 0,13-14 0,0 0 0,0 13 0,0-10 0,13 11 0,-9-1 0,9-10 0,0 11 0,-9-1 0,9-10 0,0 24 0,-9-24 0,9 11 0,-13-14 0,0 13 0,0-10 0,0 11 0,0-14 0,0 13 0,0-10 0,0 10 0,0-13 0,0 0 0,-13 14 0,9-11 0,-9 10 0,0-13 0,9 0 0,-9 0 0,0 0 0,9 0 0,-9 0 0,13 0 0,0 0 0,0 0 0</inkml:trace>
  <inkml:trace contextRef="#ctx0" brushRef="#br0" timeOffset="448920">1528 6560 24575,'16'13'0,"-2"-10"0,-14 11 0,0-14 0,0 0 0,13 0 0,-10 0 0,24 0 0,-24 0 0,10 0 0,1 0 0,-11-14 0,10 11 0,1-10 0,-11 13 0,10 0 0,-13 0 0,14-14 0,-11 11 0,10-10 0,-13 13 0,0-14 0,14 11 0,-11-10 0,10-1 0,-13 11 0,0-10 0,0 13 0,0-14 0,-13 11 0,10-10 0,-11 13 0,14 0 0,0 0 0,0-13 0,0 9 0,-13-9 0,10 13 0,-11 0 0,14 13 0,-13-9 0,10 9 0,-11-13 0,1 0 0,10 0 0,-11 13 0,1-10 0,10 24 0,-10-24 0,-1 24 0,11-24 0,-10 24 0,13-10 0,-14-1 0,11 11 0,-10-24 0,13 24 0,0-24 0,13 24 0,-10-24 0,11 10 0,-1 1 0,-10-11 0,24 10 0,-11-13 0,1 0 0,10-13 0,-11 10 0,14-11 0,0 1 0,-13-3 0,-4-14 0</inkml:trace>
  <inkml:trace contextRef="#ctx0" brushRef="#br0" timeOffset="451522">1048 8836 24575,'-16'0'0,"2"-13"0,14 9 0,0-9 0,0 13 0,-13 0 0,10 0 0,-11 0 0,1 0 0,10 0 0,-24 0 0,24 0 0,-24 0 0,11 0 0,-1 0 0,4 0 0,-1 0 0,11 0 0,-24 0 0,24 0 0,-24 13 0,24-9 0,-10 9 0,-1-13 0,11 0 0,-10 0 0,0 13 0,9-9 0,-22 9 0,22-13 0,-22 13 0,22-9 0,-22 9 0,22 0 0,-22-9 0,22 22 0,-22-22 0,22 22 0,-22-22 0,22 22 0,-22-23 0,23 24 0,-11-24 0,1 24 0,10-24 0,-24 24 0,24-10 0,-24-1 0,24 11 0,-11-10 0,1-1 0,10 11 0,-11-24 0,14 24 0,-13-24 0,10 24 0,-11-24 0,14 10 0,0 1 0,0-11 0,0 24 0,-13-24 0,10 24 0,-11-24 0,14 24 0,0-24 0,0 10 0,0 1 0,0-11 0,0 10 0,0-13 0,0 13 0,0-9 0,0 9 0,0 0 0,14-9 0,-11 9 0,10-13 0,-13 13 0,0-9 0,0 9 0,14 0 0,-11-9 0,10 9 0,-13 0 0,14-9 0,-11 22 0,10-22 0,1 22 0,-11-23 0,24 24 0,-24-24 0,24 24 0,-24-10 0,24 13 0,-24-14 0,23 11 0,-22-10 0,22 13 0,-22-1 0,22 1 0,-22 0 0,22 0 0,-22 0 0,9 0 0,-13 0 0,0 0 0,0 0 0,0 13 0,0-9 0,0 9 0,-13-13 0,9 0 0,-22 0 0,9-14 0,0 11 0,-9-10 0,9 13 0,1-14 0,-11 11 0,24-24 0,-24 11 0,10-14 0,1 0 0,2 0 0,1 0 0,10 0 0,-11 0 0,1-14 0,10-2 0,-11-14 0,14 13 0,0-10 0,14 11 0,-11-14 0,10 13 0,-13 4 0,0 0 0,14 9 0,-11-9 0,10 13 0,1 0 0,-11 0 0,10 0 0,1 13 0,-11-9 0,10 9 0,-13 0 0,0-10 0,14 24 0,-11-10 0,10 13 0,-13 0 0,0-14 0,0 11 0,0 3 0,0 3 0,-13 10 0,10-13 0,-11 14 0,14 2 0,0 1 0,-13-4 0,10 0 0,-11-9 0,14 9 0,-13 0 0,10-10 0,-11 11 0,14-14 0,-13 0 0,10 0 0,-11 0 0,1-1 0,10 1 0,-24 0 0,24 0 0,-24 0 0,24 0 0,-24 0 0,24 13 0,-24-9 0,11 9 0,-1-13 0,-10 13 0,11 4 0,-14-1-1731,0 11 1731,13-10 0,-9 12 0,9 1 0,-13 0 0,13 13-478,14-29 0,0 15 0,0 15 1,2 10-1,0 9 0,0 5 1,0 4-1,1 0 0,0-1 0,0-5 1,0-7-1,0-9 0,0-13 478,0 11 0,0-15 0,0-3 0,0 4 0,0 14-320,0-11 1,-1 13-1,1 9 1</inkml:trace>
  <inkml:trace contextRef="#ctx0" brushRef="#br0" timeOffset="451522">0 14497 12480,'7'51'0,"-1"-12"-238,-5 7 1,2-2 237,23 32 0,-17-32 0,-1-1-22,9 34 22,-4-27 0,0 3 889,-5-7 0,1 1-889,5 5 0,2-1 0,-1-5 0,0-2 2876,1 32-2876,-2-32 0,-1-1-727,4 20 727,13 10 0,0-13 0,-1 0 0,1-13 1127,0-17-1127,-13-4 2850,10-22-2850,-11 9 2408,14-26-2408,-13 9 2280,-4-22-2280,1-4 0,-11-3 0,10-24 0,-13 10 0</inkml:trace>
  <inkml:trace contextRef="#ctx0" brushRef="#br0" timeOffset="453620">1078 10603 24575,'-16'0'0,"2"0"0,14 14 0,-13-11 0,10 24 0,-24-24 0,24 24 0,-11-11 0,14 1 0,-13 9 0,10-9 0,-11 0 0,14 9 0,0-22 0,0 22 0,0-22 0,14 9 0,-11 0 0,10-9 0,-13 9 0,0-13 0,0 0 0,14 0 0,-11-13 0,10 9 0,1-9 0,-11 0 0,10-4 0,1 0 0,-11-9 0,24 9 0,-24-13 0,10 0 0,-13 0 0,14 0 0,-11 0 0,10 0 0,-13-13 0,14-4-842,-11 1 842,10 3-251,-13 13 251,0 0 0,0 0 0,0 0 0,0 0 0,0 13 0,0-9 831,0 22-831,0-22 262,0 22-262,0-22 0,0 22 0,0-9 0,0 13 0,0 0 0,-13 0 0,10 0 0,-11 13 0,14-9 0,0 22 0,0-9 0,0 13 0,0 0 0,0 0 0,0 13 0,0-10 0,0 24 0,0-24 0,0 24-1242,14-11 1242,-11 1 0,10 10 0,-13-24 0,13 23-714,-9-22 714,9 9 0,0-13 0,-9-13 0,9 9 0,0-22 0,-9 22 1195,9-23-1195,0 11 761,-9-14-761,22-14 0,-22 11 0,9-23 0,0 22 0,-9-22 0,22 9 0,-22-13 0,9 0 0,0 0 0,-10-13 0,11 10 0,-14-11 0,0 14 0,0 14 0,0-11 0,0 10 0,0 1 0,0 2 0,0 1 0,0 10 0,0-11 0,-14 14 0,11 14 0,-10-11 0,13 10 0,0 1 0,0 2 0,0 14 0,-13 0 0,9 0 0,-9 0 0,26 0 0,-9 0 0,9 0 0,-13 0 0,0 0 0,13-13 0,-10 9 0,11-22 0,-1 9 0,-10 0 0,11-9 0,-1 9 0,-10-26 0,24 9 0,-24-22 0,24 9 0,-24-13 0,24 0 0,-24 0 0,11-13 0,-1-4 0,-10 1-256,11-11 0,-14 24 0,0-11 0</inkml:trace>
  <inkml:trace contextRef="#ctx0" brushRef="#br0" timeOffset="454436">1588 10394 24575,'0'-80'0,"0"23"0,0 44 0,0 13 0,0 0 0,0 13 0,0 4 0,0 13 0,0 0 0,0 0 0,0 13 0,0-10 0,13 24-766,-10-24 766,10 10 0,1 1 0,-11-11 0,10 10 0,-13-26 0,0 9 0,0-9 0,0 0 0,0-4 0,0 0 766,0-9-766,0 9 0,0-26 0,0 9 0,0-9 0,-13 0 0,10 9 0,-11-22 0,14 22 0,-13-9 0,10 0 0,-10 9 0,13-22 0,0 23 0,0-11 0,0 14 0,13 0 0,-10-13 0,10 10 0,-13-11 0,14 14 0,-11 0 0,24-13 0,-11 10 0,1-11 0,10 14 0,-24 0 0,24 0 0,-11 0 0,1 0 0,-4 0 0,0 0 0,-9 0 0,9 0 0,-13 0 0,13 14 0,-9-11 0,9 10 0,-26-13 0,9 0 0,-9 0 0,13 0 0,0 0 0,-13 14 0,9-11 0,-9 10 0,13 1 0,-13 2 0,10 1 0,-11 9 0,14-22 0,0 22 0,0-22 0,0 22 0,0-9 0,0 0 0,0-4 0,0 0 0,0-9 0,0 9 0,0-13 0,0 0 0,14 0 0,-11 0 0,10-13 0,0 9 0,-9-22 0,9 22 0,0-22 0,-9 22 0,9-22 0,0 9 0,-9-13 0,9 13 0,-13-9 0,0 9 0,0 1 0,0-11 0,0 24 0,0-24 0,0 24 0,0-11 0,0 14 0,0 0 0,0 14 0,0-11 0,0 10 0,0 1 0,0 2 0,0 1 0,0 10 0,0-11 0,0 14 0,0-13 0,0 9 0,0-22 0,13 9 0,-9 0 0,9-9 0,-13 9 0,0-13 0,0 0 0,13 0 0,-9 0 0,9-13 0,-13 9 0,13-22 0,-9 22 0,9-22 0,-13 22 0,0-9 0,0 0 0,0 9 0,0-9 0,0 13 0,0 0 0,13 0 0,-9 0 0,9 0 0,-13 13 0,0-9 0,0 22 0,0-22 0,0 22 0,0-22 0,13 22 0,-10-22 0,11 22 0,-14-22 0,0 22 0,0-22 0,0 9 0,0-13 0,0 0 0,-14 0 0,-2 0 0</inkml:trace>
  <inkml:trace contextRef="#ctx0" brushRef="#br0" timeOffset="454591">1917 10334 24575,'0'0'0</inkml:trace>
  <inkml:trace contextRef="#ctx0" brushRef="#br0" timeOffset="454949">2127 10274 24575,'0'16'0,"0"11"0,0-24 0,0 24 0,0-10 0,13 26 0,-10-10 0,11 10 0,-14 1 0,0-11 0,0 24 0,0-24 0,13 23-807,-10-22 807,11 9-187,-14-13 187,0 0 0,0-13 0,13 9 0,-10-22 0,11 22 799,-14-23-799,0 11 195,0-14-195,0 0 0,0-14 0,0 11 0,0-23 0,0 9 0,-14-13 0,-2 0 0</inkml:trace>
  <inkml:trace contextRef="#ctx0" brushRef="#br0" timeOffset="455938">2486 10543 24575,'-17'14'0,"4"-11"0,0 10 0,9-13 0,-9 14 0,0-11 0,10 10 0,-11 1 0,14-11 0,-13 24 0,10-24 0,-11 24 0,14-11 0,0 1 0,0 9 0,0-9 0,14 0 0,-11 9 0,10-22 0,1 22 0,-11-22 0,23 22 0,-22-22 0,22 9 0,-9-13 0,13 0 0</inkml:trace>
  <inkml:trace contextRef="#ctx0" brushRef="#br0" timeOffset="456364">2696 10633 24575,'-34'34'0,"-5"5"0,35-35 0,-9 22 0,13-9 0,0 0 0,0 9 0,0-22 0,0 22 0,13-22 0,-9 9 0,9 0 0,0-9 0,-10 9 0,24-13 0,-24-13 0,24 9 0,-24-22 0,11 22 0,-1-22 0,-10 22 0,11-22 0,-1 9 0,-10-13 0,11 0 0,-14 0 0,0 0-537,0-13 537,0 10 0,0-11 0,0 14 0,0 1 0,-14-15 0,11 11 0,-10 3 0,-1 3 0,11 11 0,-10-1 0,-1 4 0,11 0 0,-10 9 537,13-9-537,0 13 0,-14 0 0,11 13 0,-10-9 0,13 22 0,13-9 0,-10 26 0,11-10-1348,-14 24 1348,13-11 0,-10 14-1868,24 0 1868,-24 0 0,24 0 0,-24 0 0,24 0 0,-24-13 0,24 9-785,-24-23 785,24 11 0,-24-28 0,10 11 1161,1-24-1161,-11 11 0,10-14 0,-13 0 0</inkml:trace>
  <inkml:trace contextRef="#ctx0" brushRef="#br0" timeOffset="456834">2546 10483 24575,'0'0'0</inkml:trace>
  <inkml:trace contextRef="#ctx0" brushRef="#br0" timeOffset="457680">2516 10603 24575,'0'30'0,"-13"-13"0,9 10 0,-9-11 0,0 1 0,9 9 0,-9-9 0,13 0 0,-13 9 0,9-22 0,-9 9 0,13 0 0,0-9 0,0 9 0,-13-13 0,10 13 0,-11-9 0,14 9 0,0-13 0</inkml:trace>
  <inkml:trace contextRef="#ctx0" brushRef="#br0" timeOffset="459169">3475 10543 24575,'0'17'0,"-14"-4"0,11 1 0,-24 2 0,24 1 0,-24 10 0,24-11 0,-10 14 0,-1-13 0,11 9 0,-10-9 0,13 13 0,-14-13 0,11 9 0,-10-9 0,13 0 0,0 9 0,0-22 0,0 9 0,0-13 0,13 0 0,-10 0 0,11 0 0,-14 0 0,0 0 0,13 0 0,-10-13 0,24 9 0,-24-22 0,24 9 0,-24 0 0,11-9 0,-1 22 0,-10-9 0,11 0 0,-14 9 0,0-9 0,0 13 0,0-13 0,0 9 0,13-9 0,-10 13 0,10 13 0,-13-9 0,0 9 0,0 0 0,0-9 0,0 22 0,0-22 0,0 22 0,14-22 0,-11 22 0,24-22 0,-24 9 0,10 0 0,1-9 0,-11 9 0,24-13 0,-24 0 0,24 0 0,-24 0 0,24 0 0,-24 0 0,10-13 0,-13 9 0,0-9 0,0 0 0,0 9 0,0-22 0,-13 22 0,10-22 0,-11 22 0,1-9 0,10 0 0,-24 9 0,24-9 0,-24 13 0,24 0 0,-11 0 0,14-13 0,0 9 0,0-9 0,0 13 0,0 0 0,0-13 0,14 9 0,-11-9 0,24 0 0,-24 10 0,10-11 0,1 14 0,-11 0 0,24-13 0,-24 10 0,10-11 0,-13 14 0,0 0 0,14 0 0,-11 14 0,10-11 0,-13 10 0,0-13 0,0 14 0,13-11 0,-9 23 0,9-22 0,-13 22 0,0-22 0,0 22 0,0-22 0,0 22 0,0-22 0,0 9 0,0-13 0,0 0 0,13 0 0,-9 13 0,9-9 0,-13-4 0,0-4 0,0-9 0,0 13 0,0 0 0,0-13 0,13 9 0,-9-9 0,9 0 0,-13 9 0,0-9 0,13 0 0,-9 9 0,9-9 0,-13 0 0,0 9 0,0-9 0,13 13 0,-9 0 0,9 0 0,-13 0 0,0 13 0,0-9 0,0 9 0,0 0 0,13 4 0,-9 0 0,9 9 0,-13-9 0,0 0 0,0 9 0,13-22 0,-9 9 0,9-13 0,-13 13 0,0-9 0,0 9 0,0-13 0,13 0 0,-10-13 0,11 9 0,-14-9 0,13 0 0,-10 9 0,11-9 0,-1 0 0,-10 9 0,11-22 0,-14 22 0,0-9 0,0 0 0,0 9 0,0-9 0,0 13 0,0 0 0,13 0 0,-10 0 0,11 0 0,-14 0 0,0 13 0,0-9 0,0 36 0,13-20 0,-10 23 0,11-13 0,-14 0-586,13 13 586,-10-10 0,11 11 0,-14-14 0,13 0-65,-10-1 65,10 1 0,-13 0 0,0 0 0,0-13 0,0-4 0,0 1 0,0-11 583,0 10-583,0-26 68,0 10-68,0-24 0,0 24 0,-13-24 0,10 10 0,-10-13 0,-1 0 0,11-13-569,-10 10 569,13-10 0,0-1 0,0 11 0,0-10 0,0 13 0,0 0 0,0 0 0,0 0 0,0 13 0,0-9 0,0 22 0,0-9 569,0 13-569,0 0 0,13 0 0,-10 0 0,11 0 0,-14 0 0,13 13 0,-10-9 0,10 22 0,-13-22 0,0 22 0,0-22 0,0 22 0,0-22 0,0 22 0,0-22 0,0 22 0,0-22 0,-13 22 0,10-23 0,-10 11 0,13-14 0,0 0 0,-14 0 0,-2 0 0</inkml:trace>
  <inkml:trace contextRef="#ctx0" brushRef="#br0" timeOffset="460112">4283 10873 24575,'0'63'0,"0"-20"0,0-16 0,0-24 0,14 11 0,-11-14 0,10 0 0,-13 0 0,14 0 0,-11-14 0,23 11 0,-22-24 0,22 24 0,-22-24 0,9 11 0,-13-1 0,0-9 0,0 9 0,0 0 0,0-9 0,0 22 0,0-22 0,0 22 0,0-9 0,-13 0 0,9 9 0,-9-9 0,13 13 0,0 0 0,0-13 0,13 9 0,-9-9 0,9 13 0,-13 0 0,0 0 0,0 13 0,0-9 0,0 9 0,0-13 0,13 0 0,-9 0 0,9 13 0,-13-9 0,0 9 0,13-13 0,-9 0 0,9 13 0,-13-9 0,0 9 0,0-13 0,13 0 0,-9 0 0,9 0 0,-13 0 0,0 13 0,0-9 0,0 9 0,0-13 0,0 0 0,0-13 0,0 9 0,13-9 0,-9 13 0,9 0 0,-13 0 0,0 0 0,13 0 0,-9 0 0,9 0 0,-13 0 0,0 0 0,0 13 0,13-9 0,-10 9 0,11 0 0,-14-9 0,13 9 0,-10-13 0,11 13 0,-1-9 0,-10 9 0,11 0 0,-1-10 0,-10 11 0,11-14 0,-1 0 0,-10 0 0,11 0 0,-1 0 0,-10-14 0,11 11 0,-14-10 0,13 0 0,-10 9 0,11-9 0,-14 0 0,0 9 0,0-22 0,0 22 0,0-9 0,0 0 0,-14 9 0,11-9 0,-10 13 0,13-13 0,-14 9 0,11-9 0,-10 13 0,13 0 0,0 0 0,0 13 0,-14-9 0,11 9 0,-10-13 0,13 13 0,0-9 0,0 22 0,13-22 0,-10 22 0,11-22 0,-14 22 0,13-22 0,-10 9 0,24 0 0,-24-10 0,24 11 0,-24-14 0,24 0 0,-11-14 0,1 11 0,10-10 0,-11 0 0,1-4 0,10-13 0,-24 13 0,24-9 0,-24-4-663,23-4 663,-9-9 0,0 13 0,-4-13 0,0 10 0,-9-11 0,9 1 0,-13 10 0,0-10 0,0 26 0,0-10 0,0 11 0,0-1 0,0 4 0,0 13 663,0-14-663,0 11 0,0-10 0,0 26 0,-13-10 0,9 11 0,-9-1 0,13 4 0,0 13 0,0 0 0,0 13-1006,0-10 1006,0 24 0,0-11 0,13 14 0,-9-13 0,9 9 0,-13-22 0,13 22 0,-9-22 0,9 9-300,0-13 300,-9 0 0,9-14 0,-26 11 0,9-24 0,-22-3 0,22-3 0,-9-10 0</inkml:trace>
  <inkml:trace contextRef="#ctx0" brushRef="#br0" timeOffset="460399">5421 10933 24575,'17'-17'0,"-4"-9"0,1 9 0,-11-13 0,10 0 0</inkml:trace>
  <inkml:trace contextRef="#ctx0" brushRef="#br0" timeOffset="460828">3894 11172 24575,'17'0'0,"9"0"0,-9 0 0,26 0-3665,4 0 3665,26 0-2626,3 0 2626,-31 0 0,0 0 0,0 0 0,0 0 0,7 0 0,-1 0 0,-4 0 0,-1 0 0,6 0 0,0 0 0,-7 1 0,0-2 0,-1-5 0,1-1 0,0 5 0,0 1 0,0-6 0,0 0 0</inkml:trace>
  <inkml:trace contextRef="#ctx0" brushRef="#br0" timeOffset="464765">6170 10064 24575,'0'30'0,"-13"13"0,10-9-2648,-24 22 2648,24-9-1489,-24 13 1489,10 0 0,1 0 0,-11-1 0,11-12 0,-14 10 0,13-11 0,-10 14 0,11-13 0,-1 9 192,-10-22-192,24 9 0,-10-27 0,-1 11 1185,11-24-1185,-10 24 1863,-1-24-1863,11 11 224,-10-14 0,13 0 0,0 0 1</inkml:trace>
  <inkml:trace contextRef="#ctx0" brushRef="#br0" timeOffset="465115">6290 10274 24575,'0'16'0,"0"-2"0,0-14 0,0 13 0,13-10 0,-9 24 0,9-10 0,-13 13 0,0 0 0,13 26 0,-9-6-1151,22 10 1151,-22-17 0,9 1-573,0-11 573,-9 10 0,9-13 0,0 13 0,-9-23 0,9 20 0,-13-23 0,0-1 0,0 11 1117,0-24-1117,0 24 607,0-24-607,-13 11 0,9-14 0,-9 13 0,13 4 0</inkml:trace>
  <inkml:trace contextRef="#ctx0" brushRef="#br0" timeOffset="465663">6650 10364 24575,'0'16'0,"0"11"0,0-10 0,0 13 0,0-1 0,0 15 0,0-11-785,0 10 785,0 1 0,0-11 0,13 23 0,-10-22 0,10 9 0,-13-13-51,14 0 51,-11 0 0,10 0 0,-13-14 0,0-2 0,14-1 0,-11-10 783,10 11-783,-13-14 53,14-14-53,-11 11 0,10-10 0,1-1 0,-11-2 0,10-14 0,1 0 0,-11 0 0,10 0 0,-13 0 0,0 0 0,0 0 0,0 0 0,0 14 0,0-11 0,0 24 0,0-24 0,0 24 0,0-11 0,0 14 0,0 0 0,0 14 0,0-11 0,14 24 0,-11-11 0,10 14 0,-13 0 0,0 0 0,0 0 0,0-13 0,14 9 0,-11-9 0,10 13 0,-13 0 0,0 0 0,0-14 0,0 11 0,0-24 0,0 11 0,-13-14 0,-4 0 0</inkml:trace>
  <inkml:trace contextRef="#ctx0" brushRef="#br0" timeOffset="465995">6290 10573 24575,'13'17'0,"-9"-4"0,9-13 0,0 0 0,-9 0 0,22 0 0,-22 0 0,22 0 0,-9 0 0,0 0 0,9 0 0,-23-13 0,24 10 0,-10-11 0,13 14 0</inkml:trace>
  <inkml:trace contextRef="#ctx0" brushRef="#br0" timeOffset="466282">6829 10364 24575,'17'0'0,"-4"0"0,-13 0 0,0 0 0,0-14 0,0 11 0,0-10 0,0 13 0,0 0 0,0 0 0</inkml:trace>
  <inkml:trace contextRef="#ctx0" brushRef="#br0" timeOffset="466850">7189 10663 24575,'0'17'0,"0"-4"0,0-13 0,0 0 0,-14 0 0,11 0 0,-10 13 0,13-9 0,0 22 0,-14-22 0,11 22 0,-10-22 0,13 22 0,0-22 0,0 22 0,0-22 0,0 9 0,0-13 0,0 13 0,0-9 0,0 9 0,0-13 0,0 0 0,0-13 0,13 9 0,-10-9 0,11 0 0,-14 9 0,0-22 0,13 22 0,-10-22 0,11 22 0,-14-22 0,0 22 0,0-22 0,0 22 0,0-9 0,0 13 0,0 0 0,0 13 0,13-9 0,-10 22 0,11-9 0,-14 13 0,13 0 0,-10 0-640,11 13 640,-1-10-1406,-10 24 1406,24-10 0,-24-1 0,24 11 0,-24-24 0,10 24-663,-13-24 663,0 10-174,0-13 174,0 0 0,0 0 568,0-13-568,0 9 1385,-13-22-1385,10 9 729,-24-13-729,24 0 201,-24 0-201,24 0 0,-24-13 0,11 9 0,-1-22 0,-10 9 0,11-13 0,-1-13 0,4-4 0</inkml:trace>
  <inkml:trace contextRef="#ctx0" brushRef="#br0" timeOffset="467189">7368 10424 24575,'17'43'0,"-4"3"0,1 14-2878,-11-13 2878,10 10 0,-13-11 0,14 1 0,-11 9 28,10-22-28,-13 9 0,14-13 673,-11-14-673,10 11 0,-13-24 0,0 24 1440,0-24-1440,0 11 737,0-14-737,0 0 0,14-14 0,-11 11 0,10-24 0,-13 11 0,13-14 0,-9 0 0,22 0 0,-22 0 0,9 13 0,0-9 0,-9 9 0,9 0 0,-13-9 0,0 22 0,13-9 0,-9 13 0,9 0 0,-13 0 0,0 13 0,13-9 0,-9 22 0,9-22 0,0 22 0,-9-9 0,9 0 0,0 9 0,-9-22 0,9 22 0,-13-22 0,13 9 0,4-13 0</inkml:trace>
  <inkml:trace contextRef="#ctx0" brushRef="#br0" timeOffset="467491">8177 10304 24575,'-13'-17'0,"9"4"0,-9 13 0,13 0 0,-13 13 0,10-10 0,-11 24 0,1-10 0,10 13 0,-11 13-1095,1-10 1095,10 24 0,-11 3 0,14 3-1245,0-20 0,0 0 1245,0 21 0,-1-22 0,2 2 0,13 33 0,-11-1 0,10-32 0,1-1 0,-11 20 0,10 10 0,1 1 0,-11-11-1498,23-3 1498,-22-4 0,9-22 0,-13 9 869,13-27-869,-9 11 2398,9-24-2398,-26 11 1816,9-28-1816,-9 11 0,0-24 0,9 11 0,-9-14 0</inkml:trace>
  <inkml:trace contextRef="#ctx0" brushRef="#br0" timeOffset="467850">7938 10813 24575,'29'-13'0,"-12"9"0,10-9 0,-11 13 0,14 0 0,0 0 0,-13 0 0,10 0 0,-11 0 0,1 0 0,9 0 0,-22 13 0,22-9 0,-22 22 0,9-22 0,0 22 0,-9-9 0,9 0 0,-13 9 0,13-9 0,-9-1 0,9 11 0,-13-24 0,0 11 0,0-1 0,0-10 0,0 11 0,0-14 0,0 0 0,0-14 0,0 11 0,0-24 0,0 24 0,0-24 0,0 11 0,0-1 0,0-9 0,0 9 0,0-13 0,0 13 0,0-9 0,13 9 0,-9 0 0,9-9 0,0 9 0,-9 0 0,22-9 0,-23 23 0,11-11 0,-1 1 0,-10 10 0,11-11 0,-14 14 0,13 0 0,4 0 0</inkml:trace>
  <inkml:trace contextRef="#ctx0" brushRef="#br0" timeOffset="468451">8537 10873 24575,'13'-30'0,"-10"13"0,24 4 0,-24 0 0,10 9 0,1-22 0,-11 22 0,10-22 0,-13 22 0,14-9 0,-11 13 0,10-13 0,-13 9 0,0-9 0,0 13 0,0 0 0,-13 0 0,10 13 0,-11-9 0,14 9 0,-13 0 0,10-9 0,-11 22 0,1-22 0,10 22 0,-10-22 0,13 22 0,-14-9 0,11 0 0,-10-4 0,13 0 0,13-9 0,-10 9 0,11-13 0,-14 0 0,0 0 0,13-13 0,-10 9 0,24-9 0,-24 0 0,24 9 0,-24-22 0,24 22 0,-11-22 0,1 22 0,10-22 0,-24 9 0,10 0 0,1 4 0,-11 0 0,10 9 0,-13-9 0,0 13 0,0 0 0,0 13 0,0-9 0,0 9 0,-13 0 0,10-9 0,-11 22 0,14-22 0,0 22 0,0-22 0,0 22 0,0-22 0,0 22 0,0-22 0,14 9 0,-11-13 0,10 13 0,-13-9 0,0 9 0,13-13 0,-9 0 0,9 0 0,0 13 0,4-10 0,0 24 0,9-10 0,-9 13 0,0 0 0,9 0-1095,-22 13 1095,9 3 0,-13 14-1907,0 0 1907,-13 0 0,9-13-985,-9 9 985,0-22 0,9 22 0,-9-23 0,0 11 0,9-28 931,-9 11-931,13-24 1901,0 11-1901,0-14 288,-13-14 1,9-2 0,-9-14 0</inkml:trace>
  <inkml:trace contextRef="#ctx0" brushRef="#br0" timeOffset="468593">9375 11142 24575,'-16'-16'0,"-11"-11"0,10 11 0</inkml:trace>
  <inkml:trace contextRef="#ctx0" brushRef="#br0" timeOffset="468958">6979 11502 24575,'17'0'0,"23"0"0,-20 0-2142,36-13 2142,-9 9-2163,26-9 2163,-10 0-1027,-20 12 1,1-2 1026,0-10 0,2 0 0,0 11 0,1 0 0,4-10 0,1-2 0,0 5 0,-1 1 0,-4 0 0,-1-1-350,-1-4 0,0 0 0,-1 5 1,-1-1-1,33-21 0</inkml:trace>
  <inkml:trace contextRef="#ctx0" brushRef="#br0" timeOffset="469116">9675 11442 24575,'16'0'0,"-2"0"0,-14 0 0,0 0 0,0-13 0,0 9 0,0-9 0,0 0 0,0-4 0</inkml:trace>
  <inkml:trace contextRef="#ctx0" brushRef="#br0" timeOffset="470599">12131 8297 24575,'13'-17'0,"-9"4"0,9 13 0,-13 0 0,0 0 0,13 0 0,4 0 0,-1 0 0,24 0 0,-20 0-1551,37 0 1551,3-13 0,3 9 0,-21-3 0,3 1 0,-1 5 0,1 2-1942,8 0 1,1-2 1941,5-5 0,2-1-1967,5 5 0,1 0 1967,1-4 0,0-1 0,7 6 0,0 2-1696,0 0 1,0-2 1695,6-5 0,1-1 0,-6 5 0,1 0 0,5-4 0,-1-1 0,-5 6 0,-2 2-809,-6-1 0,0 0 809,7-1 0,-3 2 303,-17 6 0,0-1-303,10-4 0,-1 0 0,-16 5 0,-2-1 472,5-5 0,1-2-472,-6 1 0,-2 0 0,32 0 2063,-3 13-2063,-13-9 0,0 9 3244,-13-13-3244,-17 0 1871,-4 0-1871,-9 0 2774,0 0-2774,-4 13 2351,-13-9-2351,0 9 131,0-13 0,0 13 0,0 4 0</inkml:trace>
  <inkml:trace contextRef="#ctx0" brushRef="#br0" timeOffset="496176">1977 13479 24575,'-17'0'0,"4"0"0,13 0 0,0 0 0,0-14 0,0 11 0,0-10 0,-13 13 0,9 0 0,-9 0 0,13 0 0,0-13 0,-13 9 0,9-9 0,-9 13 0,13 0 0,-13 0 0,9-13 0,-9 9 0,0-9 0,9 13 0,-9-13 0,0 9 0,9-9 0,-9 13 0,0 0 0,10-13 0,-11 9 0,1-9 0,10 13 0,-11 0 0,14 0 0,-13 0 0,10 0 0,-11 0 0,14 0 0,0 0 0,-13 0 0,10-13 0,-11 9 0,14-9 0,0 13 0,0 0 0,-13 0 0,10 0 0,-11 0 0,14 0 0,-13 0 0,10 0 0,-11 0 0,14 0 0,-13 0 0,10 0 0,-10 0 0,-1 0 0,11 0 0,-10 0 0,-1 0 0,11 0 0,-10 13 0,-1-9 0,11 9 0,-10-13 0,-1 0 0,11 0 0,-24 0 0,24 0 0,-10 0 0,-1 0 0,11 0 0,-24 0 0,24 0 0,-23 0 0,22 0 0,-9 0 0,0 0 0,9 0 0,-22 0 0,22 13 0,-9-9 0,0 9 0,9-13 0,-22 0 0,22 0 0,-9 0 0,0 0 0,9 0 0,-9 0 0,0 0 0,9 0 0,-9 0 0,0 0 0,10 0 0,-11 0 0,1 13 0,10-9 0,-11 9 0,1-13 0,10 0 0,-11 13 0,1-9 0,10 9 0,-24-13 0,10 13 0,1-9 0,-11 22 0,24-23 0,-24 24 0,24-24 0,-24 24 0,24-24 0,-24 24 0,24-24 0,-24 24 0,24-10 0,-24-1 0,24 11 0,-10-24 0,-1 24 0,11-24 0,-10 10 0,13 1 0,-14-11 0,11 24 0,-10-24 0,13 24 0,-13-24 0,9 24 0,-9-24 0,13 10 0,0 1 0,-13-11 0,9 24 0,-9-24 0,13 10 0,0 0 0,-13-9 0,9 9 0,-9 0 0,13-9 0,0 9 0,0 0 0,0-9 0,-13 9 0,9 0 0,-9-9 0,13 9 0,0 0 0,0-9 0,0 9 0,0 0 0,0-9 0,0 22 0,0-22 0,0 9 0,-13 0 0,9-10 0,-9 11 0,13-1 0,0 4 0,0-1 0,0 11 0,0-24 0,0 24 0,0-24 0,0 24 0,0-10 0,0-1 0,0-2 0,13-1 0,-9-10 0,9 24 0,-13-24 0,0 10 0,0 1 0,0-11 0,0 24 0,0-24 0,0 24 0,13-24 0,-9 24 0,9-24 0,-13 24 0,13-24 0,-9 23 0,9-22 0,-13 22 0,13-22 0,-9 22 0,9-22 0,0 22 0,-9-22 0,9 9 0,0 0 0,-10-9 0,11 9 0,-1 0 0,-10-9 0,24 22 0,-24-22 0,24 9 0,-24-13 0,11 13 0,-1-10 0,4 11 0,-1-1 0,11-10 0,-24 11 0,24-14 0,-24 0 0,24 13 0,-24-10 0,24 11 0,-24-14 0,24 0 0,-11 0 0,1 13 0,10-10 0,-24 11 0,24-14 0,-24 0 0,23 0 0,-22 0 0,22 13 0,-22-10 0,22 11 0,-22-14 0,22 0 0,-22 0 0,22 0 0,-22 0 0,9 0 0,0 0 0,-9 0 0,22 13 0,-22-10 0,9 11 0,0-14 0,-10 0 0,11 0 0,-1 0 0,-10 0 0,11 0 0,-1-14 0,-10 11 0,11-10 0,-1 13 0,-10 0 0,11 0 0,-14 0 0,13 0 0,-10 0 0,11 0 0,-1 0 0,-10 0 0,11 0 0,-1 0 0,-10-14 0,11 11 0,-1-10 0,-10 13 0,24 0 0,-24 0 0,10 0 0,1 0 0,-11 0 0,24 0 0,-24 0 0,10 0 0,1-14 0,-11 11 0,10-10 0,1 13 0,-11 0 0,10-14 0,1 11 0,-11-10 0,23 13 0,-22-14 0,22 11 0,-22-10 0,22-1 0,-22 11 0,22-10 0,-22 13 0,9-13 0,0 9 0,-9-22 0,22 22 0,-22-22 0,22 22 0,-22-22 0,9 22 0,0-9 0,-10 0 0,11 9 0,-1-22 0,-10 22 0,11-9 0,-14 0 0,0 9 0,13-9 0,-10 0 0,11 10 0,-14-11 0,0 1 0,13 10 0,-10-24 0,11 24 0,-14-24 0,13 24 0,-10-24 0,11 24 0,-14-24 0,0 24 0,0-24 0,0 24 0,0-24 0,0 24 0,0-24 0,0 11 0,0-14 0,0 13 0,0-10 0,0 24 0,0-24 0,0 11 0,0-1 0,0-9 0,0 22 0,0-22 0,-14 22 0,11-22 0,-10 22 0,13-9 0,0 0 0,0 9 0,0-22 0,0 22 0,0-22 0,0 22 0,0-22 0,0 22 0,0-22 0,-14 23 0,11-24 0,-10 24 0,13-24 0,0 24 0,0-24 0,0 24 0,0-11 0,0 1 0,0 10 0,0-24 0,0 24 0,0-11 0,0 1 0,0 10 0,0-11 0,0 1 0,0 10 0,0-10 0,0-1 0,0 11 0,0-10 0,0-1 0,0 11 0,0-10 0,0 13 0,0-14 0,0 11 0,0-10 0,-14 13 0,11-14 0,-10 11 0,13-10 0,0 13 0,0 0 0,-14 0 0,11 0 0,-10 0 0,13 0 0,0 0 0,-14 0 0,11 0 0,-10 0 0,0 0 0,9 0 0,-22 0 0,9 0 0,-13 0 0,0 0 0,0 0 0</inkml:trace>
  <inkml:trace contextRef="#ctx0" brushRef="#br0" timeOffset="507603">7279 17313 24575,'0'16'0,"0"-2"0,0-14 0,0 0 0,-14 0 0,11 0 0,-10 0 0,13 0 0,0 0 0,-14 0 0,11 0 0,-10 0 0,13 0 0,0 0 0,-14 0 0,11 0 0,-10 0 0,13 0 0,-14 0 0,11 0 0,-10 0 0,-1 0 0,11 0 0,-10 0 0,-1 0 0,11 0 0,-10 0 0,0 0 0,9 13 0,-9-10 0,0 11 0,9-14 0,-22 0 0,22 0 0,-9 13 0,13-10 0,-13 11 0,9-14 0,-9 13 0,0-10 0,9 11 0,-9-14 0,0 0 0,9 13 0,-9-10 0,13 11 0,0-14 0,0 0 0,0 13 0,0-10 0,-13 10 0,9-13 0,-9 0 0,13 14 0,0-11 0,0 10 0,0 1 0,0-11 0,0 10 0,0 1 0,0-11 0,0 10 0,0 1 0,0-11 0,0 10 0,0 1 0,0-11 0,0 24 0,0-24 0,0 10 0,13 0 0,-9-9 0,9 9 0,-13 0 0,0-9 0,13 22 0,4-22 0,0 9 0,9-13 0,-22 13 0,22-9 0,-9 9 0,0-13 0,9 0 0,-22 0 0,22 0 0,-23 0 0,24 0 0,-24 0 0,24 0 0,-24 0 0,24 0 0,-24-13 0,24 9 0,-24-9 0,-3 13 0,-3 0 0,-10 0 0,-1 0 0,-2 0 0</inkml:trace>
  <inkml:trace contextRef="#ctx0" brushRef="#br0" timeOffset="510283">7338 17792 24575,'17'0'0,"-4"-13"0,-13 9 0,0-9 0,14 0 0,-11 9 0,10-9 0,-13 13 0,0-13 0,0 9 0,0-9 0,0 13 0,0-13 0,14 9 0,-11-9 0,10 13 0,-13 0 0,0 0 0,14 0 0,-11-13 0,10 10 0,-13-11 0,0 14 0,0 0 0,0 14 0,0-11 0,0 10 0,0-13 0,0 0 0,-13 0 0,10 13 0,-11-9 0,14 9 0,0-13 0,0 0 0,0 13 0,-13-9 0,10 9 0,-11-13 0,14 0 0,0 0 0,0 13 0,0-9 0,0 9 0,0-13 0,-13 0 0,10 13 0,-11-9 0,14 9 0,0-13 0,0 0 0,0 13 0,0-9 0,0 9 0,0-13 0,0 0 0,0 13 0,0-9 0,0 9 0,0-13 0,0 0 0,14 0 0,-11 0 0,10 13 0,-13-9 0,0 9 0,0-13 0,0 0 0,14 0 0,-11 0 0,10 13 0,-13-10 0,0 11 0,14-14 0,-11 0 0,10 0 0,-13 0 0,14 0 0,-11 13 0,10-10 0,-13 11 0,0-14 0,0 0 0,14 0 0,-11 0 0,10 0 0,-13 0 0,0 0 0,13 0 0,-9 0 0,9 0 0,-13 0 0,0 0 0,13-14 0,-9 11 0,9-10 0,-13 13 0,0 0 0,13 0 0,-9-14 0,9 11 0,-13-10 0,0 13 0,0 0 0,0-13 0,13 9 0,-9-9 0,9 13 0,-13-13 0,0 9 0,0-9 0,0 0 0,0 9 0,0-9 0,0 13 0,0-13 0,0 9 0,0-22 0,0 22 0,0-9 0,-13 0 0,9 9 0,-9-9 0,13 0 0,0 9 0,0-9 0,-13 13 0,9 0 0,-9 0 0,13-13 0,-13 10 0,9-11 0,-22 14 0,22 0 0,-22 0 0,23 0 0,-24 0 0,10 0 0,1 0 0,-11 14 0,10-11 0,-13 10 0,14 0 0,-11-9 0,10 9 0,-12-13 0,12 0 0,4 0 0</inkml:trace>
  <inkml:trace contextRef="#ctx0" brushRef="#br0" timeOffset="510876">7997 17463 24575,'0'16'0,"0"-3"0,0-13 0,0 0 0,0 14 0,14-11 0,-11 10 0,10-13 0,1 0 0,-11 0 0,24 0 0,-24 0 0,24 14 0,-24-11 0,24 10 0,-11-13 0,1 0 0,9 0 0,-9 0 0,0 0 0,9 0 0,-22 0 0,9 0 0,0-13 0,-9 10 0,22-11 0,-22 14 0,9 0 0,-13 0 0,0 0 0,-13 0 0,9 0 0,-22 0 0,9 0 0</inkml:trace>
  <inkml:trace contextRef="#ctx0" brushRef="#br0" timeOffset="511141">7967 17732 24575,'17'0'0,"-4"0"0,1 0 0,-11 0 0,24 0 0,-24 0 0,24 0 0,-24 0 0,24 0 0,-24 0 0,24 0 0,-24 0 0,23-13 0,-22 9 0,22-9 0,-22 13 0,9 0 0,0 0 0,-9 0 0,9 0 0,-13 0 0,13 0 0,-9 0 0,9 0 0,-13 0 0,0 0 0,-13 0 0,-4 0 0</inkml:trace>
  <inkml:trace contextRef="#ctx0" brushRef="#br0" timeOffset="512069">8776 17283 24575,'-16'0'0,"2"0"0,14 0 0,14 0 0,-11 0 0,10 0 0,-13 0 0,13 0 0,-9 0 0,22-14 0,-22 11 0,22-10 0,-9 13 0,0-13 0,9 9 0,-22-9 0,22 13 0,-22 13 0,22-9 0,-22 9 0,9-13 0,0 13 0,-10-10 0,11 24 0,-14-24 0,0 24 0,0-24 0,0 24 0,-14-24 0,11 24 0,-10-24 0,13 24 0,0-24 0,0 11 0,0-14 0,0 0 0,13 0 0,-10 0 0,11 13 0,-14-10 0,13 11 0,-10-14 0,24 0 0,-24 0 0,24 13 0,-24-10 0,11 10 0,-1 1 0,-10-11 0,24 24 0,-24-24 0,11 24 0,-14-24 0,0 24 0,0-11 0,-14 1 0,-2 10 0,-1-11 0,-10 14 0,24-13 0,-24 9 0,11-22 0,-1 22 0,4-22 0,13 9 0,0-13 0,0 0 0,0 0 0</inkml:trace>
  <inkml:trace contextRef="#ctx0" brushRef="#br0" timeOffset="512225">9525 17612 24575,'-17'47'0,"4"-4"0,13-13 0,-13 0 0,9 0 0,-9 0 0,13 0 0,0-13 0,0-4 0</inkml:trace>
  <inkml:trace contextRef="#ctx0" brushRef="#br0" timeOffset="512808">11322 17163 24575,'-16'17'0,"-11"-4"0,10 0 0,1 4 0,-11 0 0,10 9 0,-13-9 0,0 13 0,14 0-492,-11 0 492,11 0 0,-1 0 0,4 0 0,13-1 0,0 15 0,0-11 0,0 10 0,0-13 0,13 0 0,4 0 0,-1 0 0,11 0 0,-11 0 0,1-13 0,10 9 0,-11-22 0,14 9 0,-13-13 0,10-13 0,-11-4 0</inkml:trace>
  <inkml:trace contextRef="#ctx0" brushRef="#br0" timeOffset="513127">11622 17642 24575,'13'-16'0,"-10"2"0,11 1 0,-14 10 0,0-24 0,0 24 0,0-11 0,13 1 0,-10 10 0,11-11 0,-14 14 0,0 0 0,0 14 0,0-11 0,0 24 0,0-24 0,0 24 0,0-11 0,0 14 0,0 0 0,13 0 0,-10 0 0,11-13 0,-14 9 0,0-9 0,0 13 0,13-13 0,-10 9 0,11-22 0,-14 9 0,0-13 0,0 0 0,0 0 0</inkml:trace>
  <inkml:trace contextRef="#ctx0" brushRef="#br0" timeOffset="513408">11951 17433 24575,'17'13'0,"9"-10"0,-22 11 0,22-14 0,-9 0 0,13 0 0,0 0 0,-13 0 0,9 0 0,-9 0 0,-1 0 0,11 0 0,-24 0 0,11-14 0,-1 11 0,-10-10 0,-3 13 0,-3 0 0,-10 0 0,-1 0 0,11-14 0,-10-2 0</inkml:trace>
  <inkml:trace contextRef="#ctx0" brushRef="#br0" timeOffset="513643">11891 17582 24575,'30'0'0,"-13"0"0,9 0 0,-9 0 0,0 0 0,9 0 0,-9 0 0,13 0 0,-13 0 0,9 0 0,-9 0 0,0 0 0,9 0 0,-23 0 0,24 0 0,-24 0 0,24 0 0,-24 0 0,24 0 0,-24-13 0,11 10 0,-14-11 0,0 14 0,-14 0 0,11 0 0,-10 0 0</inkml:trace>
  <inkml:trace contextRef="#ctx0" brushRef="#br0" timeOffset="514917">12760 17193 24575,'13'-17'0,"-9"4"0,9 13 0,-13 0 0,0 0 0,0 13 0,0 4 0,0 0 0,0 9 0,0-9 0,0 13 0,0 13-516,0-10 516,0 11 0,0-14 0,0 0 0,0-1 0,0 1 0,0 0 0,0 0 0,0-13 0,0 10 0,-13-11 0,9-12 0,-9-8 0</inkml:trace>
  <inkml:trace contextRef="#ctx0" brushRef="#br0" timeOffset="515081">12940 17732 24575,'0'47'0,"0"-4"0,0-13 0,0 0 0,0-14 0,0 11 0,0-10 0,0-1 0,0-2 0,0-14 0,0 0 0</inkml:trace>
  <inkml:trace contextRef="#ctx0" brushRef="#br0" timeOffset="515520">14258 17253 24575,'-17'0'0,"-10"0"0,24 0 0,-24 0 0,24 13 0,-24-10 0,24 24 0,-24-10 0,24 13 0,-10 0 0,-1 0-541,11 13 541,-10-10 0,13 10 0,0-13 0,0 14 0,0-11 0,0 10 0,13-13 0,-10-13 0,24 9 0,-24-22 0,24 22 0,-10-22 0,-1-4 541,11-4-541,-10-9 0,-1 0 0,-2-4 0</inkml:trace>
  <inkml:trace contextRef="#ctx0" brushRef="#br0" timeOffset="516029">14407 17612 24575,'17'0'0,"10"0"0,-24 0 0,10 0 0,1 0 0,-11 0 0,10 0 0,0 0 0,-9 0 0,9 0 0,-13 14 0,13-11 0,-9 10 0,9 1 0,-13-11 0,0 23 0,0-22 0,0 22 0,-13-9 0,9 13 0,-9-13 0,13 9 0,0-9 0,0 0 0,0 9 0,0-22 0,0 9 0,0 0 0,0-10 0,13 11 0,-9-14 0,22 0 0,-22 0 0,22-14 0,-9 11 0,0-23 0,9 22 0,-22-22 0,9 9 0</inkml:trace>
  <inkml:trace contextRef="#ctx0" brushRef="#br0" timeOffset="516487">15156 17433 24575,'-17'0'0,"4"0"0,13 0 0,13 0 0,-9 0 0,9 0 0,0 0 0,-9 0 0,22 0 0,-9 0 0,13 0 0,0 0 0,0 0 0,0 0 0,0 0 0,-14 0 0,11 0 0,-24 0 0,11 0 0,-1 0 0,-10 0 0,11 0 0,-14 0 0</inkml:trace>
  <inkml:trace contextRef="#ctx0" brushRef="#br0" timeOffset="516729">15186 17672 24575,'17'0'0,"9"0"0,-22 0 0,22 13 0,-9-9 0,13 9 0,-13-13 0,9 0 0,-9 0 0,13 0 0,0 0 0,-14 0 0,11 0 0,-24 0 0,24 0 0,-24 0 0,24 0 0,-24 0 0,24 0 0,-24 13 0,10-9 0,-13 9 0,0-13 0,14-13 0,-24 9 0,6-9 0</inkml:trace>
  <inkml:trace contextRef="#ctx0" brushRef="#br0" timeOffset="518039">15995 17343 24575,'0'30'0,"0"0"0,0 0 0,0 13-1014,0-10 1014,0 10 0,0-13 0,0 0 256,13 0-256,-10 0 0,11 0 187,-1 0-187,-10-13 0,24 9 0,-24-22 512,24 9-512,-10-13 59,-1-13-59,11-4 0,-10 0 0,-1-9 0,11 9 0,-24-26 0,10 10 0,-13-11 0,0 14 0,0 0 0,0 0 0,0 1 0,-13-1 0,10 0 0,-11 0 0,1 13 0,10-10 0,-10 24 0,-1-24 0,11 24 0,-10-10 0,13 13 0,-14 0 0,11 0 0,-24 0 0,24 13 0,-10 4 0</inkml:trace>
  <inkml:trace contextRef="#ctx0" brushRef="#br0" timeOffset="518495">16414 17522 24575,'-16'0'0,"2"0"0,14 0 0,0 0 0,0 0 0</inkml:trace>
  <inkml:trace contextRef="#ctx0" brushRef="#br0" timeOffset="519065">16654 17552 24575,'0'17'0,"0"10"0,-14-11 0,11 1 0,-10 10 0,13-11 0,0 14 0,0-13 0,0 9 0,13-22 0,-10 22 0,11-22 0,-14 9 0,13 0 0,-10-9 0,24 9 0,-24-13 0,24-13 0,-10 9 0,-1-9 0,11 0 0,-24 9 0,24-22 0,-11 9 0,1 0 0,-4-9 0,1 9 0,-11 1 0,10-11 0,-13 10 0,0-13 0,0 0 0,0 14 0,-13-11 0,10 10 0,-11 1 0,1-11 0,10 24 0,-24-24 0,24 24 0,-24-24 0,24 24 0,-24-24 0,11 24 0,-1-10 0,-10-1 0,24 11 0,-24-10 0,24 13 0,-24-14 0,24 11 0,-10-10 0,13-1 0,0 11 0,0-10 0,0 0 0,0 9 0,0-9 0,0 0 0,13 9 0,-10-22 0,24 22 0,-10-22 0,-1 22 0,11-9 0,-10 0 0,-1 9 0,11-9 0,-24 13 0,24 0 0,-11 13 0,1-9 0,10 22 0,-24-22 0,10 22 0,-13-9 0,0 13 0,0 0 0,14 0 0,-11 0 0,10-14 0,-13 11 0,0-10 0,0 13 0,0-14 0,0 11 0,-13-10 0,23-1 0,-7-3 0</inkml:trace>
  <inkml:trace contextRef="#ctx0" brushRef="#br0" timeOffset="520023">18271 17253 24575,'-16'13'0,"2"-10"0,1 11 0,-4-1 0,1 4 0,-11-1 0,24 11 0,-24-10 0,10 13 0,1-14 0,3 11 0,-1-10 0,11 12 0,-10 1 0,13 0 0,0 0 0,13 0 0,-10-13 0,24 10 0,-24-11 0,24 1 0,-11 9 0,14-22 0,0 9 0,0-13 0,0 0 0,-13 0 0,9 0 0,-22-13 0,22 9 0,-22-22 0,9 9 0</inkml:trace>
  <inkml:trace contextRef="#ctx0" brushRef="#br0" timeOffset="520463">18421 17343 24575,'17'16'0,"9"-2"0,-22-14 0,22 0 0,-22 0 0,22 0 0,-23 13 0,24-10 0,-24 24 0,11-24 0,-14 11 0,13-1 0,-10-10 0,11 24 0,-14-24 0,-14 24 0,11-11 0,-10 1 0,13 10 0,0-24 0,0 10 0,0-13 0,0 14 0,-14-11 0,11 10 0,-10-13 0,13 0 0,0 0 0,13 0 0,-10 0 0,11 0 0,-14 0 0,13 0 0,-10 0 0,24 0 0,-10 0 0,-1 0 0,-2 0 0,-1 0 0,-10 0 0,24 0 0,-24 14 0,24-11 0,-24 10 0,10 1 0,-13-11 0,0 10 0,0 0 0,0-9 0,-13 22 0,-3-9 0,-1 0 0,-10 9 0,11-22 0,-1 22 0,-10-22 0,24 9 0,-24-13 0,11 0 0,-1 0 0,4 0 0,13 0 0</inkml:trace>
  <inkml:trace contextRef="#ctx0" brushRef="#br0" timeOffset="520849">18960 17433 24575,'0'16'0,"0"-2"0,13-14 0,-9-14 0,22 11 0,-22-10 0,22 13 0,-22 0 0,22 0 0,-9 0 0,0 0 0,9-14 0,-9 11 0,0-10 0,9 13 0,-9 0 0,-1 0 0,-2 0 0,-1 0 0,-10 0 0,11-14 0,-14 11 0,0-10 0</inkml:trace>
  <inkml:trace contextRef="#ctx0" brushRef="#br0" timeOffset="521151">18930 17612 24575,'17'0'0,"-4"14"0,-13-11 0,13 10 0,-9-13 0,22 0 0,-22 0 0,22 0 0,-22 0 0,22 0 0,-9 0 0,0 0 0,9 0 0,-22 0 0,22 0 0,-9 0 0,-1 0 0,11 0 0,-24 0 0,11 0 0,-14 0 0,13 0 0,-10 0 0,11 0 0,-14 0 0,0 0 0,-14 0 0,11-13 0,-10-4 0</inkml:trace>
  <inkml:trace contextRef="#ctx0" brushRef="#br0" timeOffset="522656">19649 17373 24575,'-17'13'0,"4"4"0,13 13 0,0 0 0,0-14 0,0 11 0,0-11 0,0 14 0,0-13 0,0 10 0,0-24 0,0 24 0,13-24 0,-9 10 0,22 1 0,-22-11 0,22 10 0,-22-13 0,22 0 0,-22 0 0,22-13 0,-22 10 0,22-11 0,-9 1 0,-1 10 0,11-24 0,-24 10 0,24 1 0,-24-11 0,11 24 0,-14-24 0,13 10 0,-10 1 0,11-11 0,-28 11 0,11-14 0,-10 13 0,13-10 0,0 11 0,-14-1 0,11-10 0,-10 24 0,-1-24 0,11 24 0,-10-10 0,13 13 0,-14-13 0,11 9 0,-10-9 0,13 13 0,-13 13 0,9-9 0,-22 9 0,22-13 0,-9 0 0</inkml:trace>
  <inkml:trace contextRef="#ctx0" brushRef="#br0" timeOffset="522901">20128 17702 24575,'0'-17'0,"0"4"0,0 13 0,0 0 0,14 0 0,-11 0 0,10 0 0,-13 0 0,0 0 0,0-13 0,0 10 0,-13-11 0,10 14 0,-11 0 0,14-13 0,0-4 0</inkml:trace>
  <inkml:trace contextRef="#ctx0" brushRef="#br0" timeOffset="523489">20518 17103 24575,'-17'47'0,"4"-4"0,-1-13 0,11 0 0,-24 0 0,24-14 0,-23 11 0,22-10 0,-22 13 0,22 0 0,-22-14 0,22 11 0,-9-24 0,13 24 0,0-24 0,-13 10 0,9-13 0,-9 0 0,13 0 0,0 0 0,13 0 0,-9 14 0,9-11 0,0 10 0,-9-26 0,22 10 0,-9-11 0,0 14 0,9 0 0,-9 0 0,13 0 0,-14-13 0,11 10 0,-10-10 0,-1-1 0,11 11 0,-24-10 0,24 13 0,-24-14 0,11 11 0,-1-10 0,-10 13 0,10 0 0,-13-14 0,0 11 0,0-10 0,-13 13 0,-3 0 0</inkml:trace>
  <inkml:trace contextRef="#ctx0" brushRef="#br0" timeOffset="523712">20548 17133 24575,'0'30'0,"0"0"0,0 0 0,0 0 0,0 0 0,0 0-679,0 13 679,0-10 0,0 24 0,13-24 0,-10 24 0,11-24 0,-1 24 0,-10-24 0,24 10 0,-24-13 168,11-13-168,-1 9 0,-10-9 0,24 0 0,-24-4 0,10 0 511,-13-9-511,0 9 0,-13-26 0,-4-4 0</inkml:trace>
  <inkml:trace contextRef="#ctx0" brushRef="#br0" timeOffset="529509">11622 18271 24575,'16'0'0,"-2"-13"0,-1 10 0,-10-11 0,24 14 0,-24 0 0,24-13 0,-24 10 0,24-11 0,-24 14 0,24 0 0,-24 0 0,24 0 0,-24 0 0,10 0 0,-13 0 0,0 0 0,0 14 0,0-11 0,0 10 0,-13 1 0,10 2 0,-11 14 0,1-13 0,10 9 0,-11-9 0,14 0 0,0 9 0,-13-22 0,10 22 0,-10-22 0,13 9 0,0-13 0,13 0 0,-10 0 0,24 0 0,-24 0 0,24 0 0,-11 0 0,14-13 0,0 9 0,0-9 0,0 13 0,0 0 0,0 0 0,-13 0 0,9 0 0,-9 0 0,0 0 0,9 0 0,-22 0 0,9 13 0,0-9 0,-9 22 0,9-22 0,-26 22 0,9-22 0,-22 22 0,22-9 0,-22-1 0,22 11 0,-22-10 0,9-1 0,0 11 0,-9-24 0,9 11 0,0-1 0,4-10 0,13 11 0,0-14 0</inkml:trace>
  <inkml:trace contextRef="#ctx0" brushRef="#br0" timeOffset="529718">12311 18511 24575,'-14'16'0,"11"11"0,-10-10 0,13 13 0,-14 0 0,11-14 0,-10 11 0,13-10 0,-14 13 0,11-1 0,-10 1 0,13 0 0,-14 0 0,11 0 0,-10-13 0,13-4 0,0-13 0</inkml:trace>
  <inkml:trace contextRef="#ctx0" brushRef="#br0" timeOffset="530125">12700 18151 24575,'0'17'0,"0"-4"0,0 1 0,0 2 0,0 14 0,0 0 0,0 0 0,13 0 0,-9 0 0,9 0-525,-13 13 525,0-9 0,0 9 0,0-13 0,13-14 0,-9 11 0,9-10 0,-13-1 0,0 11 0,0-24 131,0 11 0,0-14 0,0 0 1</inkml:trace>
  <inkml:trace contextRef="#ctx0" brushRef="#br0" timeOffset="530329">13059 18631 24575,'-16'30'0,"2"0"0,14-14 0,0 11 0,-13-11 0,10 1 0,-10 10 0,13-24 0,0 24 0,0-11 0</inkml:trace>
  <inkml:trace contextRef="#ctx0" brushRef="#br0" timeOffset="530749">13599 18241 24575,'-14'17'0,"11"-4"0,-10 1 0,-1 2 0,11 1 0,-10 9 0,13-9 0,-14 13 0,11 0 0,-10 0 0,13 0 0,13 0 0,-10 0 0,11 0 0,-14-14 0,13 11 0,-10-24 0,24 11 0,-24-14 0,24-14 0,-10 11 0,-1-24 0,11 11 0,-24-14 0,10 0 0,1 0 0,-11 0 0,10 0 0,-26 0 0,10 0 0,-11 13 0,1-9 0,10 9 0,-24 1 0,24-11 0,-10 24 0,-1-11 0,11 1 0,-24 10 0,24 3 0,-24 3 0,11 10 0</inkml:trace>
  <inkml:trace contextRef="#ctx0" brushRef="#br0" timeOffset="530949">13868 18601 24575,'0'0'0</inkml:trace>
  <inkml:trace contextRef="#ctx0" brushRef="#br0" timeOffset="531491">14048 18541 24575,'0'30'0,"-13"-14"0,9 11 0,-9-24 0,13 24 0,0-24 0,0 24 0,0-10 0,0-1 0,0 11 0,0-24 0,0 24 0,13-24 0,-9 10 0,9-13 0,-13 0 0,0 0 0,13 0 0,-9 0 0,9 0 0,0-13 0,-10 10 0,24-24 0,-24 24 0,11-24 0,-14 24 0,13-10 0,-10-1 0,11 11 0,-14-24 0,0 24 0,0-24 0,0 24 0,0-24 0,0 24 0,0-24 0,-14 24 0,11-24 0,-10 11 0,13-1 0,-14-9 0,11 9 0,-24 0 0,24-9 0,-23 22 0,22-22 0,-9 22 0,0-22 0,9 22 0,-22-9 0,22 0 0,-9 9 0,0-9 0,9 0 0,-9 10 0,0-11 0,9 14 0,-9-13 0,13 10 0,0-11 0,0 14 0,0 0 0,0-13 0,0 10 0,0-11 0,0 14 0,0 0 0,13 0 0,-9 0 0,9 0 0,0 0 0,4 0 0,13-13 0,0 10 0,0-11 0,0 14 0,-14 0 0,11 0 0,-10 0 0,-1 0 0,-2 14 0,-14-11 0,0 24 0,0-11 0,0 1 0,0 10 0,0 2 0,-14 5 0,11 9 0,-10-13 0,13 0 0,0 0 0,-14-13 0,11 9 0,-10-9 0</inkml:trace>
  <inkml:trace contextRef="#ctx0" brushRef="#br0" timeOffset="531711">14437 18601 24575,'0'16'0,"0"11"0,0-10 0,-13 13 0,10-14 0,-11 11 0,14-11 0,0 1 0,0 10 0,0-24 0,0 24 0,0-24 0,0 10 0,0-13 0,0 0 0</inkml:trace>
  <inkml:trace contextRef="#ctx0" brushRef="#br0" timeOffset="532444">15096 18271 24575,'-13'17'0,"10"-4"0,-11-13 0,14 13 0,-13 4 0,10 0 0,-11 9 0,14-9 0,0 13 0,-13 0 0,10 0 0,-11 0 0,14-14 0,14 11 0,-11-10 0,10 13 0,-13-14 0,14 11 0,-11-24 0,10 11 0,1-14 0,-11 0 0,24 0 0,-24-14 0,23 11 0,-22-24 0,22 11 0,-22-1 0,22-10 0,-22 11 0,9-14 0,-13-13 0,0 9 0,-13-9 0,9 13 0,-9 0 0,13 0 0,-13 0 0,9 0 0,-9 14 0,0-11 0,9 24 0,-9-11 0,0 14 0,10 0 0,-11 0 0</inkml:trace>
  <inkml:trace contextRef="#ctx0" brushRef="#br0" timeOffset="532621">15366 18691 24575,'16'0'0,"-2"0"0,-14-14 0,0-2 0</inkml:trace>
  <inkml:trace contextRef="#ctx0" brushRef="#br0" timeOffset="533008">15635 18121 24575,'0'17'0,"-13"-4"0,10 1 0,-11 2 0,14 1 0,0 10 0,0-11 0,-13 14 0,10 0 0,-11 0-517,14 13 517,0-9 0,0 9 0,0-26 0,0 9 0,0-9 0,0-1 0,0 11 517,0-24-517,14 11 0,-11-14 0,10 0 0,1 0 0,2 0 0,1-14 0,10 11 0,-11-24 0,1 24 0,10-23 0,-24 9 0,24 0 0,-24-9 0,23 22 0,-22-9 0,9 13 0,0 0 0,-9 0 0,9 0 0,0 0 0,-9 13 0,9-9 0,0 22 0,-9-9 0,9 13 0,0-14 0,-9 11 0,9-10 0,-13 13 0,0-14 0,0 11 0,0-24 0,13 11 0,-9-14 0,9 0 0</inkml:trace>
  <inkml:trace contextRef="#ctx0" brushRef="#br0" timeOffset="533482">16863 18451 24575,'-33'0'0,"7"0"0,26 0 0,0 0 0,13 0 0,3 0 0,14 0 0,0 0 0,14 0-1013,-11 0 1013,24 0 0,-24 0 0,23 0 0,-9 0 0,13 0-1864,0 0 1864,0 0 0,-14 0-889,11-13 889,-24 9 0,24-9 0,-24 13 0,10 0-191,-13 0 191,0 0 859,-13 0-859,9 0 1840,-22 0-1840,9-13 1023,-13 9-1023,0-9 235,0 13-235,-13-13 0,9 9 0,-9-9 0</inkml:trace>
  <inkml:trace contextRef="#ctx0" brushRef="#br0" timeOffset="533860">17043 18691 24575,'17'0'0,"9"0"0,-9 0 0,13 0 0,0 0 0,0 0 0,0-14 0,0 11-698,13-10 698,-10 13 0,11-14 0,-14 11 0,13-10 0,-10-1 0,10 11 0,-13-10 0,0 13 0,0-14 172,-13 11-172,10-10 0,-24 13 0,23 0 0,-22 0 0,9 0 526,-13 0-526,13 0 0,-9 0 0,9 0 0,-26 0 0,9 0 0,-9 0 0,0-14 0,9 11 0,-9-10 0,13 13 0</inkml:trace>
  <inkml:trace contextRef="#ctx0" brushRef="#br0" timeOffset="534144">17433 18151 24575,'13'17'0,"-10"-4"0,24-13 0,-24 14 0,24-11 0,-11 24 0,14-24 0,0 24 0,0-11 0,0 1 0,0 9 0,0-9 0,-13 13 0,9 0 0,-9-13 0,0 9 0,9-9 0,-22 13 0,9 0 0,-13 0 0,0 0 0,-13 0 0,9 0 0,-9 0 0,0 0 0,-4 0 0,0-14 0,4 11 0,0-24 0,-4 10 0</inkml:trace>
  <inkml:trace contextRef="#ctx0" brushRef="#br0" timeOffset="537199">18451 18032 24575,'0'30'0,"0"0"0,0-14 0,0 11 0,0-11 0,13 28 0,-9-11 0,9 10 0,-13-13 0,0 0 0,0 0 0,0 0 0,0 0 0,13 0 0,-9 0 0,9 0 0,-13-14 0,0 11 0,0-24 0,0 11 0,0-1 0,0-10 0,0 11 0,0-1 0,0-10 0,0 11 0,0-14 0,0 0 0,0-14 0,0 11 0,0-10 0</inkml:trace>
  <inkml:trace contextRef="#ctx0" brushRef="#br0" timeOffset="537552">18301 17972 24575,'0'16'0,"0"-2"0,0-14 0,0 0 0,13 0 0,-9 0 0,22 0 0,-22 0 0,22 0 0,-9 0 0,0 0 0,9 0 0,-9 13 0,13-10 0,-13 11 0,9-14 0,-9 0 0,13 0 0,-14 0 0,11 0 0,-10 0 0,-1 0 0,11 0 0,-10 0 0,-1 0 0,-2 0 0,-1 0 0,-10 0 0,10 0 0,-13 0 0,0 0 0,-13-14 0,10 11 0,-10-10 0,13 13 0</inkml:trace>
  <inkml:trace contextRef="#ctx0" brushRef="#br0" timeOffset="537774">18391 18271 24575,'63'0'0,"-6"-13"0,-27 10 0,0-11 0,0 14 0,0 0 0,0 0 0,-14-13 0,11 10 0,-10-11 0,-1 14 0,11 0 0,-24 0 0,10 0 0,-13 0 0,0 0 0</inkml:trace>
  <inkml:trace contextRef="#ctx0" brushRef="#br0" timeOffset="538160">18810 18301 24575,'-16'13'0,"2"-9"0,14 22 0,-13-22 0,10 36 0,-11-34 0,14 34 0,0-23 0,0 0 0,0 9 0,0-9 0,0-1 0,0 11 0,14-24 0,-11 11 0,10-1 0,1-10 0,2 11 0,1-14 0,10-14 0,-11 11 0,14-24 0,-13 11 0,10-14 0,-11 0 0,14 0 0,-13 0 0,9 0 0,-22 0 0,22 0 0,-22 0 0,9 14 0,-13-11 0,-13 10 0,9 1 0,-22-11 0,22 24 0,-22-11 0,9 14 0,0 0 0,-9 0 0,9 0 0,-13 14 0,0-11 0,14 10 0,2-13 0</inkml:trace>
  <inkml:trace contextRef="#ctx0" brushRef="#br0" timeOffset="538829">19110 18151 24575,'0'17'0,"0"10"0,0-11 0,0 14 0,0 0 0,0 0 0,0 0 0,0 0 0,0 0 0,0-13 0,0 9 0,0-9 0,0 0 0,13-4 0,-9 0 0,9-9 0,-13 9 0,0-13 0,0 0 0,0-13 0,0 9 0,13-22 0,-9 22 0,9-22 0,0 9 0,-10-13 0,11 0 0,-14 13 0,0-9 0,0 9 0,13 1 0,-10-11 0,11 24 0,-14-24 0,0 24 0,0-11 0,0 14 0,0 0 0,0 14 0,0-11 0,0 24 0,0-11 0,13 14 0,-10 0 0,11 0 0,-14 0 0,13 0 0,-10 0 0,24 0 0,-24 0 0,11-14 0,-1 11 0,-10-24 0,11 24 0,-1-24 0,-10 11 0,10-14 0,1 0 0,-11-14 0,10 11 0,-13-24 0,14 11 0,-11-14 0,10 0 0,-13 0 0,0 0 0,0 0 0,0 13 0,0-9 0,0 9 0,-13 0 0,10-9 0,-11 23 0,14-11 0,0 14 0,0 0 0,0 14 0,0-11 0,0 23 0,0-9 0,0 13 0,0 0 0,0 0 0,0 0 0,14-13 0,-11 9 0,10-22 0,-13 22 0,0-23 0,0 11 0,0-1 0,0-10 0,0 11 0,0-14 0,0-14 0,14 11 0,-11-10 0,10-1 0,-13-2 0,0-14 0,0 13 0,0-9 0,0 9 0,0-13 0,0 0 0,14 0 0,-11 13 0,10-9 0,-13 23 0,0-24 0,0 24 0,14-24 0,-11 24 0,10-11 0,-13 1 0,0 10 0,0-11 0,0 14 0,0 0 0,14 0 0,2 0 0</inkml:trace>
  <inkml:trace contextRef="#ctx0" brushRef="#br0" timeOffset="539032">19709 18301 24575,'0'30'0,"0"0"0,0-13 0,0 9 0,0-9 0,0 13 0,0 0 0,0-13 0,0 9 0,0-23 0,0 11 0,13-1 0,-9-10 0,9 11 0,-13-14 0,-13 0 0,9-14 0,-9 11 0,13-10 0</inkml:trace>
  <inkml:trace contextRef="#ctx0" brushRef="#br0" timeOffset="539793">20008 18361 24575,'0'-17'0,"0"-9"0,0 22 0,0-22 0,0 23 0,0-24 0,-13 24 0,10-11 0,-10 14 0,-1-13 0,11 10 0,-10-11 0,-1 28 0,11-11 0,-10 10 0,-1 1 0,11 2 0,-10 14 0,-1 0 0,11 0 0,-10 0 0,13 0 0,0 0 0,0 0 0,13 0 0,-10 0 0,24 0 0,-24-14 0,24 11 0,-10-24 0,-1 11 0,11-14 0,-11 0 0,1 0 0,10-14 0,-24-2 0,24-1 0,-11-10 0,1 11 0,-4-14 0,1 0 0,-11 0 0,10 0 0,-13 0 0,0 0 0,0 0 0,0 13 0,0-9 0,0 23 0,0-11 0,0 1 0,-13 10 0,10-11 0,-11 14 0,14 0 0,14 14 0,-11-11 0,10 24 0,-13-11 0,0 14 0,0-13 0,0 9 0,0-9 0,0 13 0,0 0 0,0 0 0,0-13 0,14 9 0,-11-23 0,10 11 0,-13-1 0,0-10 0,0 11 0,0-14 0,-13-14 0,10 11 0,-11-10 0,14-1 0,0 11 0,0-23 0,0 9 0,0 0 0,0-9 0,14 9 0,-11-13 0,10 13 0,-13-9 0,14 22 0,-11-22 0,10 22 0,0-22 0,-9 23 0,22-11 0,-9 14 0,0 0 0,9 0 0,-9 0 0,13 0 0,0 0 0,-13 0 0,9 0 0,-9 0 0,-1 0 0,-2 0 0,-1 0 0,-10 0 0,11 0 0</inkml:trace>
  <inkml:trace contextRef="#ctx0" brushRef="#br0" timeOffset="539986">19499 17912 24575,'17'0'0,"10"0"0,-11 0 0,14 0 0,0 0 0,0 0 0,0 0 0</inkml:trace>
  <inkml:trace contextRef="#ctx0" brushRef="#br0" timeOffset="541220">20907 18002 24575,'-17'0'0,"-9"0"0,22 13 0,-22-10 0,23 11 0,-11-1 0,1-10 0,10 11 0,-11-1 0,14-10 0,0 24 0,0-24 0,0 10 0,0 1 0,0 2 0,0 1 0,14 10 0,-11-11 0,24 14 0,-24-13 0,10 10 0,0-11 0,-9 14 0,22 0 0,-22-13 0,9 9 0,0-9 0,-9 0 0,9 9 0,-13-22 0,0 9 0,0-13 0,0 13 0,0-9 0,0 9 0,0-13 0,0 0 0,-13 0 0,9 0 0,-22 0 0,9 0 0,-13 0 0,14 0 0,-11 13 0,10-10 0,1 11 0,2-14 0,1 0 0,10 0 0,-11 0 0,14 0 0,0 0 0,0-14 0,0 11 0,14-10 0,-11 13 0,24 0 0,-24-13 0,24 9 0,-11-9 0,1 0 0,9 9 0,-9-9 0,13 0 0,0 9 0,0-9 0,0 0 0,0 9 0,0-22 0,0 22 0,-14-22 0,11 9 0,-10 0 0,-1-9 0,11 9 0,-24 1 0,24-11 0,-24 24 0,11-24 0,-14 24 0,0-11 0,0 1 0,0 10 0,0-11 0,0 1 0,0 10 0,-14-11 0,11 14 0,-10-13 0,-1 10 0,11-10 0,-10 13 0,-1 13 0,11-10 0,-24 10 0,24-13 0,-10 14 0,-1-11 0,11 24 0,-10-24 0,13 24 0,-14-11 0,11 14 0,-10-13 0,13 10 0,13-11 0,-10 14 0,24 0 0,-10 0 0,-1-13 0,11 9 0,-10-22 0,-1 9 0,11-13 0,-10 0 0,13 0 0,-14-13 0,11 9 0,-11-22 0,1 22 0,10-22 0,-24 22 0,24-22 0,-24 9 0,10 0 0,1-9 0,-11 9 0,10 1 0,-13-11 0,0 24 0,0-24 0,0 24 0,0-11 0,0 14 0,0 0 0,0 14 0,0-11 0,0 24 0,0-11 0,0 14 0,0-13 0,0 9 0,0-9 0,0 13 0,0 0 0,0-13 0,14 9 0,-11-9 0,10 0 0,-13-4 0,0-13 0,0 0 0,13 0 0,-9-13 0,9-4 0,-13 0 0,0-9 0,0 9 0,0 0 0,0-9 0,0 9 0,13-13 0,-9 0 0,9 14 0,-13-11 0,0 10 0,0 1 0,0-11 0,0 24 0,13-24 0,-9 24 0,9-11 0,-13 14 0,0 0 0,13-13 0,-9 10 0,9-10 0,-13 13 0,0 13 0,0-10 0,13 10 0,-9-13 0,9 0 0</inkml:trace>
  <inkml:trace contextRef="#ctx0" brushRef="#br0" timeOffset="541443">21806 18121 24575,'0'47'0,"0"-17"0,0-3 0,13-11 0,-10 14 0,11 0 0,-14 0 0,0 0 0,0 0 0,0-13 0,0 9 0,0-9 0,0 0 0,0-4 0,13-13 0,-10 13 0,-3-9 0,-3-4 0,-10-4 0,13-9 0</inkml:trace>
  <inkml:trace contextRef="#ctx0" brushRef="#br0" timeOffset="541602">21626 17882 24575,'17'0'0,"-4"0"0,0 0 0,-9 0 0,9 0 0,0 0 0,4 0 0</inkml:trace>
  <inkml:trace contextRef="#ctx0" brushRef="#br0" timeOffset="542041">22135 18121 24575,'-16'0'0,"-11"14"0,24-11 0,-24 24 0,24-24 0,-24 24 0,24-24 0,-11 24 0,1-11 0,10 1 0,-11 10 0,14-11 0,0 14 0,0-13 0,0 9 0,14-9 0,-11 0 0,10 9 0,1-22 0,2 9 0,1-13 0,10 0 0,-11 0 0,14 0 0,0-13 0,0 9 0,-13-22 0,9 22 0,-9-22 0,13 9 0</inkml:trace>
  <inkml:trace contextRef="#ctx0" brushRef="#br0" timeOffset="542302">22435 18002 24575,'-17'13'0,"4"-10"0,-1 24 0,11-10 0,-10-1 0,13 11 0,-14-11 0,11 1 0,-10 10 0,13-11 0,13 14 0,-10-13 0,11 10 0,-14-11 0,13 1 0,-10 9 0,11-22 0,-14 22 0,0-22 0,0 9 0,0 0 0,-14 4 0,11 0 0,-24-4 0,24 0 0,-10-9 0,0 9 0,9-13 0,-22 0 0,9 0 0,0 0 0,4 0 0,13 0 0</inkml:trace>
  <inkml:trace contextRef="#ctx0" brushRef="#br0" timeOffset="543167">22255 18151 24575,'-17'0'0,"4"0"0,13 0 0</inkml:trace>
  <inkml:trace contextRef="#ctx0" brushRef="#br0" timeOffset="544552">22075 18121 24575,'0'17'0,"0"-4"0,0 1 0,0-11 0,0 10 0,0 1 0,0-11 0,0 10 0,-13 1 0,10-11 0,-11 24 0,14-24 0,0 10 0,0 1 0,0-11 0,0 10 0,0-13 0,0 13 0,0-9 0,0 9 0,0-13 0,0 13 0,0-9 0,0 9 0,-13-13 0,10 0 0,-11 0 0,14 0 0,0 13 0,0-9 0,0 9 0,-13-13 0,10 0 0,-11 0 0,14 0 0,0 0 0,-13 0 0,10 0 0,-11 0 0,14 0 0,0 13 0,0-9 0,0 9 0,0-13 0,0 0 0,-13-13 0,10 9 0,-11-9 0</inkml:trace>
  <inkml:trace contextRef="#ctx0" brushRef="#br0" timeOffset="545724">19170 18870 24575,'16'0'0,"-2"0"0,-1 0 0,4 0 0,-1-13 0,11 10 0,-10-11 0,26 14 0,-10 0-848,10-13 848,1 10 0,-11-11 0,24 14 0,-24 0 0,23-13-1653,-9 10 1653,13-11 0,0 14 0,0-13 0,0 10 0,0-11 0,-1 14 0,-12 0 0,10 0 0,-11 0 0,14 0 0,-13-13 0,9 10-1073,-22-10 1073,22 26 0,-23-10 0,24 10 0,-24-13 0,24 0 0,-24 0 0,24 0 0,-11 0 0,1 0 0,9 0 0,-22 0 0,22 0 0,-9 14 0,0-11 0,9 10 0,-23-13 0,24 0 0,-24 0 0,24 0 0,-24 0 0,24 0 0,-24 0-651,10 0 651,0 0 0,-9 0 0,9 0 0,-13 0 0,13-13 0,-9 10 0,9-11 509,-13 14-509,0 0 0,0-13 0,0 10 0,0-10 0,0 13 0,-1-14 0,1 11 0,0-10 1541,-13 13-1541,10 0 1161,-24-14-1161,24 11 780,-24-10-780,24 13 234,-24 0-234,10 0 0,1 0 0,-11 0 0,10 0 0,-13 0 0,0 0 0,0 0 0</inkml:trace>
  <inkml:trace contextRef="#ctx0" brushRef="#br0" timeOffset="545889">23154 18691 24575,'0'-17'0,"0"4"0,0 13 0,-14 0 0,11 0 0,-10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15T01:31:11.7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8926 2576 24575,'0'-17'0,"0"4"0,0 13 0,0 0 0,13 0 0,-9 0 0,9 0 0,0-13 0,-9 9 0,9-9 0,-13 13 0,0 0 0,13 0 0,-10 0 0,11 0 0,-14 0 0,0 0 0,13 0 0,-10 0 0,11 0 0,-14 0 0,0 0 0,13 0 0,-10 0 0,11 0 0,-14 0 0,13 0 0,-10 0 0,24 0 0,-24 0 0,24 0 0,-24 0 0,24 0 0,-10 0 0,-1 0 0,11 0 0,-11 0 0,1 0 0,10 0 0,-11 0 0,1 0 0,23 0 0,-33 0 0,33 0 0,-24 0 0,1 0 0,9 0 0,-9 0 0,0 0 0,9 0 0,-9 0 0,0 0 0,9 0 0,-22 0 0,22 0 0,-9 0 0,-1 0 0,11 0 0,-10 0 0,13 13 0,-14-9 0,11 9 0,-10-13 0,13 0 0,-1 0 0,1 0 0,0 0 0,0 0 0,0 0 0,0 0 0,0 0 0,0 0 0,-13 0 0,9 0 0,-9 0 0,13 0 0,0 0 0,13 0 0,-23 0 0,33 0 0,-33 0 0,24 0 0,-14 0 0,0 0 0,0 0 0,-1 0 0,1 0 0,-13 0 0,10 0 0,-11 13 0,14-9 0,-13 9 0,10-13 0,-11 0 0,14 0 0,0 0 0,0 0 0,0 0 0,0 0 0,0 0 0,0 0 0,13-13-526,-10 9 526,11-9 0,-1 13 0,-10 0 0,24 0 0,-24 0 0,10 0 0,-13 0 0,0 0-1,0 0 1,0 0 0,0 0 0,0 13 0,-13-9 0,9 9 0,-9-13 0,13 0 525,-13 0-525,9 0 2,-9 0-2,13 0 0,0 0 0,0 13 0,0-9 0,0 9-527,13-13 527,-10 0 0,10 0 0,-13 0 0,14 13 0,-11-9 0,10 9 0,0-13 0,-9 0 0,9 0 0,-13 0 0,0 0 0,13 0 0,-10 0 0,11 13 0,-14-10 0,0 11 0,13-14 0,-10 0 0,24 0 0,-24 0 0,24 0 0,-24-14 0,23 11 0,-22-10 0,22 13 0,-22 0 0,22 0 0,-23 0 0,11 0 0,-1 0 0,-10-13 0,11 9 0,-15-9 0,1 13 0,0 0 0,0 0 0,0 0 0,14 0-513,-11 13 513,10-9 0,-13 9 0,13-13 0,-9 0 0,9 0 0,0 0 0,-10 0 0,24 0 0,-24 0 0,11 0 0,-1 13 0,-10-10 0,10 11 0,-13-14 0,14 0 0,-11 0 0,10 0 0,-13 13 0,0-10 0,-13 11 0,9-14 513,-9 0-513,13 0 0,0 0 0,0 13 0,0-10 0,0 11 0,-14-14 0,11 0 527,-10 0-527,13 0 0,13 0 0,-23 0 0,20 0 0,-24 0 0,14 0 0,0 0 0,0 0 0,0 0 0,0 0 0,0 0 0,0 0 0,0 0 0,0 13 0,0-10 0,0 11 0,0-14 0,0 0 0,0 0 0,-14 0 0,11 0 0,-10 0 0,13 0 0,0 0 0,-1 0 0,1 0-509,14 0 509,-11 0 0,10 0 0,-13 0 0,13 0 0,-9 0 0,9 0 0,0 0 0,-9 0 0,9 0 0,-13 0 0,13 0 0,-10 13 0,24-10 0,-24 11 0,24-14 0,-24 0-1231,24 0 1231,-11 0-1570,14-14 1570,0 11 0,0-10 0,0 13-2034,13 0 2034,-10 0 0,10 0 0,-13 0 0,0 0 0,14 0 0,-11 0 0,10 0 0,-13 0 0,0 0-1087,0 0 1087,0 0 0,-1 0 0,1 0 0,0 0 0,0 0 0,0 0 0,-13-14 158,9 11-158,-22-10 0,22 13 0,-23 0 0,11 0 1109,-14 0-1109,0 0 0,0 0 0,0 0 0,-1-14 2059,-12 11-2059,10-10 1822,-24 13-1822,24 0 1033,-11 0-1033,1 0 250,-4 0-250,1 0 0,-11 0 0,10 0 0,1 0 0,-11 0 0,10 0 0,-13 0 0,0 0 0,-13 0 0,-4 0 0,-13 0 0,-13-14 0,-4-2 0</inkml:trace>
  <inkml:trace contextRef="#ctx0" brushRef="#br0" timeOffset="13445">17642 7668 24575,'0'-17'0,"0"4"0,0 13 0,0 0 0,-13 0 0,10 0 0,-11 0 0,14 0 0,0 0 0,-13 0 0,10 0 0,-11 0 0,1 0 0,10 0 0,-11 0 0,1 0 0,10 0 0,-11 13 0,1-9 0,10 9 0,-24-13 0,24 0 0,-10 0 0,13 0 0,-14 13 0,11-9 0,-10 9 0,-1-13 0,11 0 0,-10 0 0,13 13 0,0-9 0,0 9 0,0-13 0,-14 0 0,11 13 0,-10-10 0,13 11 0,13-14 0,-10 13 0,11-10 0,-14 11 0,0-1 0,0-10 0,0 11 0,13-1 0,-10-10 0,11 24 0,-1-24 0,-10 24 0,24-24 0,-24 11 0,24-1 0,-24-10 0,10 24 0,1-24 0,-11 10 0,10 1 0,1-11 0,-11 10 0,10-13 0,-13 14 0,0-11 0,0 10 0,0-13 0,0 0 0,-13 14 0,10-11 0,-11 10 0,14-13 0,0 0 0,-13 0 0,10 0 0,-24 14 0,24-11 0,-24 10 0,24-13 0,-24 0 0,11 0 0,-1 0 0,-10 0 0,24 0 0,-10 0 0,-1-13 0,11 10 0,-10-11 0,13 14 0,-14 0 0,24-13 0,-20 10 0,24-11 0</inkml:trace>
  <inkml:trace contextRef="#ctx0" brushRef="#br0" timeOffset="14010">18121 7488 24575,'-16'0'0,"3"0"0,13 0 0,0 0 0,-14 0 0,11 0 0,-10 14 0,13-11 0,-14 10 0,11-13 0,-24 13 0,24-9 0,-24 22 0,24-22 0,-24 22 0,24-22 0,-24 22 0,24-9 0,-24 13 0,24 0 0,-10 0 0,0 0 0,9 0 0,-9 0 0,13 0 0,0 0 0,0 0 0,0 0 0,0-1 0,0 1 0,13 0 0,-9 0 0,22 0 0,-23-13 0,24 10 0,-24-11 0,24 1 0,-24-4 0,24 0 0,-10-9 0,-1 9 0,11-13 0,-10 0 0,-1 0 0,11 0 0,-24-13 0,10 9 0,-13-9 0</inkml:trace>
  <inkml:trace contextRef="#ctx0" brushRef="#br0" timeOffset="14450">18331 7578 24575,'-17'0'0,"4"0"0,13 0 0,0 13 0,0-9 0,0 9 0,0 0 0,0-9 0,0 22 0,0-22 0,0 22 0,0-22 0,0 22 0,-13-9 0,10 13 0,-11-14 0,14 11 0,0-10 0,0 13 0,0 0 0,0-14 0,0 11 0,14-10 0,-11 12 0,10 1 0,-13-13 0,0 10 0,13-24 0,-9 24 0,9-24 0,-13 24 0,13-24 0,-9 24 0,9-24 0,-13 10 0,13-13 0,-9 0 0,9 0 0,-13 0 0,0 0 0,0 0 0</inkml:trace>
  <inkml:trace contextRef="#ctx0" brushRef="#br0" timeOffset="14684">18151 7908 24575,'30'0'0,"0"0"0,0 0 0,0 0 0,0 0 0,13 0-1152,-9-14 1152,9 11 0,-13-10 0,0 13 377,0 0-377,0 0 0,0-14 0,0-2 0</inkml:trace>
  <inkml:trace contextRef="#ctx0" brushRef="#br0" timeOffset="14992">18780 7458 24575,'0'17'0,"14"10"0,-11-24 0,24 23 0,-24-9 0,10 0 0,1 9 0,-11-9 0,10 26 0,-13-9 0,14 9 0,-11-13 0,10 0 0,-13 0 0,0 0 0,0 0 0,0 0 0,0 0 0,-13-1 0,10 1 0,-24 0 0,24 0 0,-24-13 0,24 10 0,-24-11 0,24 1 0,-24 9 0,10-22 0,-12 9 0,-1-13 0</inkml:trace>
  <inkml:trace contextRef="#ctx0" brushRef="#br0" timeOffset="24330">18391 4613 24575,'-17'0'0,"4"0"0,13 0 0,0-14 0,0 11 0,0 16 0,0-6 0,0 33 0,-13-37 0,9 24 0,-9-10 0,13 13 0,0 0 0,0-1 0,0 1 0,0-13 0,0 10 0,0-11 0,0 14 0,0-13 0,0 10 0,0-24 0,13 23 0,-9-22 0,9 22 0,-13-22 0,13 9 0,-9-13 0,9 0 0,-13 0 0,13 0 0,-9 0 0,9 0 0,0 0 0,-9-13 0,22 9 0,-9-22 0,0 22 0,9-22 0,-23 9 0,24-13 0,-10 0 0,-1 0 0,-2 14 0,-1-11 0,-10 24 0,11-11 0,-14 1 0,0 10 0,0-10 0,0 13 0,0 0 0,0 13 0,0-10 0,0 24 0,13-24 0,-10 24 0,11-11 0,-14 14 0,0 0 0,0 0 0,13-13 0,-10 9 0,24-9 0,-24 13 0,11-13 0,-14 9 0,13-22 0,-10 22 0,10-22 0,1 9 0,-11-13 0,10 0 0,1 0 0,-11-13 0,24 9 0,-24-22 0,10 9 0,1-13 0,-11 0 0,10 0 0,-13 0 0,0 0 0,0 0 0,0 0 0,-13 0 0,10 0 0,-11 1 0,14-1 0,0 0 0,-13 13 0,10-10 0,-11 24 0,14-10 0,0-1 0,-13 11 0,10-10 0,-11 13 0,14 0 0,0 0 0</inkml:trace>
  <inkml:trace contextRef="#ctx0" brushRef="#br0" timeOffset="24707">19200 4703 24575,'0'16'0,"0"-2"0,0-14 0,0 0 0,0-14 0,0 11 0,0-10 0,0 13 0,13 0 0,-10 13 0,11-10 0,-14 11 0,0-14 0,0-14 0,0 11 0,13-10 0,-10 13 0,24 0 0,-10 0 0,-1 0 0,11 0 0,-24 0 0,24 0 0,-24 0 0,10-14 0,1 11 0,-11-10 0,10 13 0,-13 0 0,0 0 0,0 0 0</inkml:trace>
  <inkml:trace contextRef="#ctx0" brushRef="#br0" timeOffset="24996">19140 4882 24575,'17'0'0,"9"14"0,-23-11 0,24 10 0,-24-13 0,24 0 0,-10 0 0,-1 0 0,11 0 0,-10 0 0,-1 0 0,11 0 0,-24 0 0,24 0 0,-24 0 0,24 14 0,-24-11 0,24 10 0,-24-13 0,10-13 0,1 10 0,-11-11 0,10 14 0,-13 0 0,0 0 0,-13 0 0,-4 0 0</inkml:trace>
  <inkml:trace contextRef="#ctx0" brushRef="#br0" timeOffset="25739">19799 4643 24575,'0'-17'0,"0"4"0,0 13 0,0 0 0,0-14 0,0 11 0,0-10 0,13-1 0,-10 11 0,11-10 0,-1 0 0,-10 9 0,24-9 0,-10 13 0,-1 0 0,11-13 0,-24 9 0,24 4 0,-24 4 0,24 9 0,-24-13 0,10 13 0,1-9 0,-11 9 0,10 0 0,1 4 0,-11-1 0,10 11 0,-13-10 0,-13-1 0,10 11 0,-11-10 0,1-1 0,10 11 0,-24-10 0,24-1 0,-24 11 0,24-24 0,-24 24 0,24-24 0,-24 10 0,24-13 0,-24 0 0,24 0 0,-10 0 0,-1 0 0,11-13 0,-10 10 0,26-24 0,-10 24 0,11-24 0,-14 24 0,13-10 0,-10-1 0,24 11 0,-24-10 0,24 26 0,-24-10 0,24 11 0,-10-14 0,-1 13 0,11-10 0,-24 24 0,24-24 0,-11 24 0,1-24 0,10 10 0,-24 1 0,24-11 0,-24 10 0,10-13 0,1 0 0,-11 0 0,10 0 0,-13 0 0</inkml:trace>
  <inkml:trace contextRef="#ctx0" brushRef="#br0" timeOffset="26157">20278 4523 24575,'0'17'0,"0"-4"0,0 0 0,0-10 0,0 24 0,0-10 0,0-1 0,0 11 0,0-10 0,0 13 0,0 0 0,0 0 0,0-1 0,0-12 0,0 10 0,0-11 0,-13 1 0,9 10 0,-9-11 0,13 1 0,0-4 0,0-13 0,0 14 0,0-11 0,0 10 0,0-13 0,0-13 0,0 10 0,0-11 0,0 1 0,0-4 0,0-13 0</inkml:trace>
  <inkml:trace contextRef="#ctx0" brushRef="#br0" timeOffset="26566">20158 4433 24575,'14'17'0,"-11"-4"0,10 0 0,-13-9 0,14 22 0,-11-22 0,23 9 0,-22 0 0,22-9 0,-9 9 0,13 0 0,13-10-518,-9 11 518,9-14 0,-13 0 0,0 0-55,0 0 55,0-14 0,0 11 0,0-10 0,-14 13 0,11 0 0,-24-13 0,24 9 516,-24-9-516,10 13 57,-13-13-57,0 9 0,0-9 0,0 13 0,0 0 0,-13 0 0,10 0 0,-24 0 0,24 0 0,-24 0 0,24 0 0,-24 13 0,24-9 0,-24 22 0,24-22 0,-24 22 0,24-9 0,-24 13 0,24 0 0,-10 0 0,13 0 0,0 0 0,-14 0 0,11-14 0,3 11 0,3-11 0,11 14 0,-14-13 0,0 10 0,13-24 0,-10 10 0,11-13 0,-14 14 0,13-11 0,-10 10 0,11-13 0,-14 0 0,0 0 0</inkml:trace>
  <inkml:trace contextRef="#ctx0" brushRef="#br0" timeOffset="27074">21027 4133 24575,'-13'17'0,"9"-4"0,-9 1 0,0-11 0,9 24 0,-22-11 0,9 28-1301,0-11 1301,-9 23 0,22-9-1698,-22 13 1698,22 0 0,-22 0 0,23 0 0,-11 0 0,14 0-2083,-13 13 2083,10-10 0,-11 10 0,14-13 0,0 0-1154,14 0 1154,-11-14 0,10 11 0,-13-10 0,0-1 223,0-2-223,0-1 0,0-10 1405,14-3-1405,-11-3 2147,10-11-2147,-13 1 1460,0 10-1460,0-24 1001,0 10-1001,0-13 0,0 0 0,-13 0 0,10-13 0,-11 10 0,14-24 0,-13 10 0,10-13 0,-11 0 0</inkml:trace>
  <inkml:trace contextRef="#ctx0" brushRef="#br0" timeOffset="27213">20697 4852 24575,'30'0'0,"14"-13"0,-11 10 0,10-11 0</inkml:trace>
  <inkml:trace contextRef="#ctx0" brushRef="#br0" timeOffset="28272">18840 5242 24575,'17'16'0,"23"-2"0,-20-1-2428,36-10 2428,-9 24-2552,26-24 2552,4 11-1074,-33-7 0,2-1 1074,5-5 0,1 1 0,-6 12 0,1-1 0,11-11 0,1-1 0,-13 6 0,1 0 0,10-7 0,2 0 0,-5-1 0,-1 2 0,0 5 0,0 1-1099,-1-6 1,-1 1 1098,-5 5 0,-2-1 0,1-5 0,0-2 0,0 1 0,0 0-524,31 0 524,-2 0 0,-28 0 262,11 0 0,-24 0 0,10 0 1</inkml:trace>
  <inkml:trace contextRef="#ctx0" brushRef="#br0" timeOffset="28460">21746 5481 24575,'0'17'0,"0"-4"0</inkml:trace>
  <inkml:trace contextRef="#ctx0" brushRef="#br0" timeOffset="44096">1438 7488 24575,'0'17'0,"0"-4"0,0 0 0,0-9 0,0 22 0,0-22 0,0 22 0,0-9 0,0 13 0,0 0 0,0 0 0,0 0 0,13 0 0,-10 0 0,11 13 0,-14-10 0,0 11 0,0-14 0,0-14 0,0 11 0,0-11 0,0 1 0,0 10 0,0-24 0,0 10 0,0 1 0,0-11 0,0 10 0,0-13 0,0 0 0,0-13 0,0-4 0</inkml:trace>
  <inkml:trace contextRef="#ctx0" brushRef="#br0" timeOffset="44430">1198 7428 24575,'0'-16'0,"0"2"0,13 14 0,-9 0 0,9 0 0,0 0 0,4 14 0,13-11 0,0 10 0,13-13 0,-10 0 0,24 0 0,-24 0 0,24 14-769,-24-11 769,10 10-228,-13-13 228,0 0 0,0 0 0,0 0 0,0 0 0,-13 0 760,9 0-760,-22 0 237,22 0-237,-22 0 0,9 0 0,-13 0 0,0 0 0,0 0 0</inkml:trace>
  <inkml:trace contextRef="#ctx0" brushRef="#br0" timeOffset="44666">1498 7698 24575,'30'0'0,"-14"0"0,11 0 0,-10 13 0,12-9 0,-12 9 0,10-13 0,-11 0 0,1 0 0,-4 0 0,-13 0 0</inkml:trace>
  <inkml:trace contextRef="#ctx0" brushRef="#br0" timeOffset="45078">1797 7818 24575,'-16'16'0,"2"11"0,14-24 0,0 24 0,0-10 0,0-1 0,0 11 0,0-11 0,0 1 0,0 10 0,0-24 0,14 10 0,-11-13 0,10 14 0,0-11 0,-9 10 0,22-26 0,-22 10 0,22-11 0,-22 1 0,22 10 0,-9-24 0,0 10 0,-4 1 0,0-11 0,-9 11 0,9-1 0,-13-10 0,0 24 0,-13-10 0,9-1 0,-22 11 0,22-10 0,-22 26 0,9-10 0,0 11 0,-9-1 0,9-10 0,-13 11 0</inkml:trace>
  <inkml:trace contextRef="#ctx0" brushRef="#br0" timeOffset="45479">2127 8057 24575,'-17'-16'0,"4"2"0,13 1 0,0 10 0,0-24 0,-14 10 0,11 1 0,-10-11 0,13 11 0,0-1 0,13-10 0,-10 24 0,11-24 0,-14 24 0,0-24 0,0 24 0,13-24 0,-10 24 0,11-10 0,-1 13 0,-10 0 0,11 0 0,-14 0 0,0 0 0,13 0 0,-10 0 0,11 0 0</inkml:trace>
  <inkml:trace contextRef="#ctx0" brushRef="#br0" timeOffset="46012">2366 8057 24575,'14'-30'0,"-11"14"0,10-11 0,1 10 0,-11-12 0,10 12 0,-13-10 0,0 11 0,13-1 0,-9-10 0,9 24 0,-13-10 0,0-1 0,0 11 0,0-10 0,0 13 0,0 0 0,0 13 0,13-10 0,-9 11 0,9-1 0,-13-10 0,0 24 0,0-24 0,13 24 0,-9-24 0,9 24 0,-13-24 0,13 24 0,-9-24 0,9 10 0,-13-13 0,0 14 0,0-11 0,13 10 0,-9-13 0,9 0 0,-13 0 0,0 0 0,0-13 0,0 10 0,0-11 0,0 1 0,0 10 0,0-24 0,0 24 0,0-24 0,0 24 0,0-24 0,0 24 0,0-10 0,0-1 0,0 11 0,0-10 0,0 13 0,0 0 0,13-14 0,-9 11 0,22-10 0,-22 13 0,9 0 0,0 0 0,4 0 0</inkml:trace>
  <inkml:trace contextRef="#ctx0" brushRef="#br0" timeOffset="46701">2905 7788 24575,'-16'13'0,"2"-10"0,1 11 0,10-1 0,-10-10 0,-1 24 0,11-24 0,-10 24 0,13-24 0,0 24 0,0-24 0,0 24 0,0-24 0,0 10 0,0 1 0,0-11 0,0 10 0,0-13 0,0 0 0,13 0 0,-10 0 0,11-13 0,-1 10 0,-10-11 0,10 1 0,1 10 0,-11-24 0,10 24 0,1-24 0,-11 11 0,10-1 0,-13-10 0,0 24 0,0-24 0,0 24 0,0-10 0,0-1 0,0 11 0,0-10 0,0 13 0,0 0 0,0 13 0,0-10 0,0 24 0,0-24 0,0 24 0,14-10 0,-11-1 0,10-2 0,-13-1 0,0-10 0,0 11 0,0-1 0,14-10 0,-11 11 0,10-14 0,-13 0 0,0 0 0,0 13 0,0-10 0,0 10 0,0-26 0,14 10 0,-11-10 0,10 13 0,-13-14 0,14 11 0,-11-24 0,10 24 0,-13-24 0,14 24 0,-11-10 0,10-1 0,-13 11 0,0-10 0,0 13 0,0-14 0,0 11 0,0-10 0,0 26 0,13-10 0,-9 11 0,9-1 0,-13-10 0,0 24 0,0-10 0,0-1 0,0 11 0,0-24 0,0 11 0,0-1 0,0-10 0,0 10 0,0-13 0,0 0 0,0-13 0,0 10 0,0-24 0,0 24 0,0-24 0,0 11 0,13-14 0,-9 0 0,9 0 0,0 0 0,-9 0 0,9 13 0,-13-9 0,13 9 0,-9 0 0,9 4 0,0 0 0,-9 9 0,9-9 0,0 13 0,-9 0 0,9 0 0,0 0 0,-10 0 0,11 0 0,-14 0 0,13 0 0,4 0 0</inkml:trace>
  <inkml:trace contextRef="#ctx0" brushRef="#br0" timeOffset="47230">2246 7758 24575,'0'30'0,"0"0"0,0 0 0,0 0 0,0 0 0,0 0 0,0-1 0,0-12 0,14 10 0,-11-11 0,10 1 0,-13-4 0,0 1 0,0-11 0,0 10 0,14 1 0,-11-11 0,24 10 0,-11-13 0</inkml:trace>
  <inkml:trace contextRef="#ctx0" brushRef="#br0" timeOffset="47988">3564 7818 24575,'-16'0'0,"-11"13"0,24-10 0,-24 11 0,24-1 0,-24-10 0,24 24 0,-24-24 0,24 24 0,-10-10 0,13-1 0,-14 11 0,11-24 0,-10 24 0,13-24 0,0 10 0,0 1 0,0-11 0,13 10 0,-10-13 0,11 0 0,-14 0 0,13 0 0,-10 0 0,11-13 0,-1 10 0,-10-24 0,24 10 0,-24-13 0,10 1 0,1-1 0,-11 0 0,10 0 0,-13 0-522,14-14 522,-11 11 0,10-10 0,-13 0 0,0 9 0,0-9 0,0 13 0,-13 0 0,10 0 0,-11 14 0,14 2 0,0 1 0,0 10 0,0-11 522,0 14-522,0 14 0,0-11 0,0 24 0,0-11 0,0 27 0,0-9-784,0 22 784,0-22-1222,0 22 1222,0-9 0,0-1 0,14 11 0,-11-24 0,10 24 0,1-24 0,-11 10-342,10-13 342,1 0 0,-11 0 0,10 0 0,1-13 0,2-4 0</inkml:trace>
  <inkml:trace contextRef="#ctx0" brushRef="#br0" timeOffset="49181">4163 7548 24575,'-13'30'0,"10"0"0,-11 13-1043,14-9 1043,0 9 0,0-13 0,0 13 0,0-10 0,0 11 0,0-1 0,0-10 0,0 10 0,0-13 342,0-13-342,14 10 173,-11-11-173,10 1 0,1 10 0,-11-24 528,10 10-528,1 0 0,-11-9 0,10 9 0,1-13 0,2 0 0,1-13 0,10 9 0,-24-22 0,10 9 0,-13-13 0</inkml:trace>
  <inkml:trace contextRef="#ctx0" brushRef="#br0" timeOffset="49408">3954 7488 24575,'30'-13'0,"0"10"0,0-11 0,0 14 0,0 0 0,-1 0 0,15 0-1098,-11-13 1098,10 10 0,-13-11 0,14 14 0,-11 0 359,-3 0-359,-4 0 45,-22 14 1,22-11-1,-9 10 1</inkml:trace>
  <inkml:trace contextRef="#ctx0" brushRef="#br0" timeOffset="49568">4163 7848 24575,'30'0'0,"0"0"0</inkml:trace>
  <inkml:trace contextRef="#ctx0" brushRef="#br0" timeOffset="50022">4613 7967 24575,'-14'17'0,"11"10"0,-10-24 0,13 10 0,0 1 0,0-11 0,0 10 0,0-13 0,0 0 0,0 14 0,0-11 0,0 10 0,0-26 0,0 10 0,13-11 0,-10 14 0,11-13 0,-14 10 0,0-11 0,0 1 0,0 10 0,0-24 0,0 24 0,0-11 0,0 14 0,0 0 0,0-13 0,0 36 0,13-16 0,-10 36 0,11-13 0,-1 0-586,-10 14 586,11-11 0,-1 10 0,-10 0 0,11-9 0,-1 9 0,-10-13 0,11 13 0,-14-10 0,0 11 0,0-28 0,0 11 0,0-10 0,-14 13 0,11-14 0,-10 11 586,-1-24-586,11 24 0,-24-24 0,24 24 0,-10-24 0,13 10 0,-14-13 0,11 0 0,-10 0 0,-1-13 0,11 10 0,-24-11 0,24 14 0,-23-13 0,22-4 0,-9-13 0</inkml:trace>
  <inkml:trace contextRef="#ctx0" brushRef="#br0" timeOffset="50183">5032 8147 24575,'-17'0'0,"4"0"0</inkml:trace>
  <inkml:trace contextRef="#ctx0" brushRef="#br0" timeOffset="51322">5182 6110 24575,'0'17'0,"0"-4"0,0-13 0,0 0 0,-13 0 0,9 0 0,-9 0 0,0 0 0,9 0 0,-22 0 0,9 14 0,0-11 0,-9 10 0,9-13 0,-13 0 0,0 0 0,0 14 0,0-11 0,0 10 0,0-13 0,14 0 0,-11 0 0,24 0 0,-24 0 0,24-13 0,-10 10 0,-1-11 0,11 14 0,-10 0 0,13 0 0,0 0 0,13-13 0,4-4 0</inkml:trace>
  <inkml:trace contextRef="#ctx0" brushRef="#br0" timeOffset="52048">5541 7908 24575,'-30'0'0,"0"0"0,0 0 0,0 0 0,1 0 0,-1 0 0,0 13-1099,-14-10 1099,11 11 0,-10-14 0,13 0 360,13 0-360,-9 0 182,9 13-182,0-10 0,-9 10 0,22-13 557,-9 0-557,13 0 0,0 0 0,0-13 0,0 10 0,0-10 0,0 13 0,0 0 0,0 13 0,0-10 0,13 10 0,-9-13 0,9 0 0</inkml:trace>
  <inkml:trace contextRef="#ctx0" brushRef="#br0" timeOffset="52330">5182 7788 24575,'-17'0'0,"4"13"0,13-10 0,-13 11 0,9-1 0,-9-10 0,0 11 0,9-1 0,-9-10 0,0 24 0,9-24 0,-9 24 0,13-24 0,0 11 0,0-14 0,0 13 0,13-10 0,-9 10 0,9-13 0,-13 14 0,13-11 0,-9 10 0,22-13 0,-22-13 0,9-4 0</inkml:trace>
  <inkml:trace contextRef="#ctx0" brushRef="#br0" timeOffset="52991">4942 5901 24575,'-16'0'0,"2"13"0,1-10 0,10 24 0,-24-24 0,10 24 0,-13-24 0,0 24 0,14-24 0,-11 24 0,24-11 0,-24 1 0,24 10 0,-24-24 0,24 10 0,-10 1 0,13-11 0,0 10 0,-14-13 0,11 14 0,3-11 0,3 10 0,11-13 0,-14 0 0,0 14 0,13-11 0,-10 24 0,24-24 0,-24 24 0,24-24 0,-24 10 0,24-13 0,-11 0 0,14 0 0</inkml:trace>
  <inkml:trace contextRef="#ctx0" brushRef="#br0" timeOffset="54849">958 5302 24575,'0'16'0,"0"11"0,0-24 0,0 24 0,-13-10 0,10 26 0,-10-10 0,13 24-1649,0-24 1649,0 23 0,0-9 0,0 13 0,13 0 0,-10-14 0,10 11 0,-13-24-355,0 11 355,0-1 0,0-10 0,0-3 0,14-3 0,-11-11 0,10 1 1200,-13-4-1200,0-13 804,0 14-804,0-11 0,0 10 0,0-13 0,-13 0 0,10 0 0,-11 0 0,14 0 0,0 0 0,0 0 0</inkml:trace>
  <inkml:trace contextRef="#ctx0" brushRef="#br0" timeOffset="55672">1168 5781 24575,'0'30'0,"0"-14"0,0 11 0,0-10 0,0 13 0,0 0 0,0 0 0,-13 0 0,10 0 0,-11-14 0,14-3 0,0 1 0,0-11 0,0 10 0,0-13 0,0 0 0,0-13 0,0-4 0,-13 1 0,10-11 0,-11 11 0,14-1 0,0-10 0,0 11 0,14-14 0,-11 0 0,10 13 0,-13-10 0,0 11 0,0-1 0,14-9 0,-11 22 0,10-22 0,-13 22 0,0-9 0,13 13 0,-9 0 0,9 0 0,-13 0 0,0 0 0,13 0 0,-9 13 0,9-9 0,-13 22 0,13-9 0,-9 13 0,9-14 0,-13 11 0,13-10 0,-9 13 0,9 0 0,-13 0 0,0 0 0,0-14 0,13 11 0,-9-11 0,9 1 0,-13-4 0,0 1 0,0-11 0,0 10 0,0-13 0,0 0 0,13 0 0,-9 0 0,9-13 0,-13 10 0,13-24 0,-9 10 0,22-12 0,-23 12 0,11-10 0,-14 11 0,13-14 0,-10 0 0,11 13 0,-14-10 0,0 11 0,0-1 0,0 4 0,0 0 0,0 9 0,0-9 0,0 13 0,0 0 0,0 13 0,0 4 0,0-1 0,0 11 0,0 3 0,0 3 0,13 11 0,-10-14 0,11 0 0,-14-14 0,0 11 0,13-24 0,-10 24 0,11-11 0,-1 1 0,-10-4 0,11-13 0,-1 0 0,-10 0 0,24-13 0,-24-4 0,24 1 0,-24-11 0,10 10 0,1-12 0,-11-1 0,10 0 0,-13 13 0,0-10 0,0 24 0,0-24 0,0 24 0,0-10 0,0-1 0,0 11 0,0-10 0,0 13 0,0 0 0,0 0 0</inkml:trace>
  <inkml:trace contextRef="#ctx0" brushRef="#br0" timeOffset="56323">1887 6110 24575,'0'-16'0,"0"-11"0,13 10 0,-9 1 0,9-11 0,-13 11 0,0-1 0,0-10 0,0 11 0,0-1 0,0-10 0,0 24 0,-13-24 0,9 24 0,-9-10 0,13-1 0,0 11 0,0-10 0,0 13 0,0 0 0,-13 0 0,9 13 0,-9-10 0,0 24 0,9-24 0,-9 24 0,0-10 0,9 13 0,-9-14 0,13 11 0,0-10 0,0 13 0,0-14 0,0 11 0,0-11 0,0 1 0,0-4 0,13 1 0,-9-11 0,22 10 0,-22-13 0,22-13 0,-22 10 0,22-11 0,-9 1 0,0 10 0,9-24 0,-22 10 0,22 1 0,-22-11 0,9 24 0,0-24 0,-10 24 0,11-10 0,-14-1 0,0 11 0,0-10 0,0 13 0,0 13 0,0-10 0,0 11 0,0-1 0,0 4 0,0-1 0,0 11 0,0-11 0,0 1 0,13 10 0,-10-24 0,11 24 0,-14-24 0,0 10 0,0-13 0,0 0 0,0 14 0,0-38 0,0 18 0,0-24 0,0 3 0,0 10 0,0-12 0,0-15 0,0 11 0,0 3 0,0 3 0,0 11 0,0-14 0,0 13 0,0 4 0,0 0 0,0 9 0,13-9 0,-10 13 0,11 0 0,-14 0 0,0 0 0,0 13 0,0 4 0</inkml:trace>
  <inkml:trace contextRef="#ctx0" brushRef="#br0" timeOffset="56632">2426 5811 24575,'-16'0'0,"2"0"0,1 13 0,10-10 0,-11 11 0,1-14 0,10 13 0,-11-10 0,1 24 0,10-10 0,-11 13 0,14-14 0,0 11 0,0-10 0,14 13 0,-11-1 0,10 15 0,1-24 0,-11 20 0,10-24 0,-13 14 0,0 0 0,14-13 0,-11-4 0,10 0 0,-13-9 0,-13 9 0,10 0 0,-11-9 0,1 9 0,10-13 0,-24 0 0,10 0 0,1 0 0,-11 0 0,24-13 0,-24 9 0,24-22 0,-10 22 0,-1-22 0,-2 9 0</inkml:trace>
  <inkml:trace contextRef="#ctx0" brushRef="#br0" timeOffset="57729">2935 5332 24575,'-16'0'0,"2"0"0,14 0 0,-13 0 0,10 13 0,-11-10 0,14 11 0,0-1 0,0 4 0,-13 12 0,10 1 0,-10 0-533,13 14 533,0-11 0,0 10 0,0 0 0,0-9 0,0 22 0,0-22 0,0 22 0,13-23 0,-10 11 0,10-1 0,-13-10 0,0-3 0,0-3 0,14-11 0,-11 14 0,10 0 0,-13-13 0,0-4 533,0-13-533,0 0 0,-13 0 0,-4 0 0</inkml:trace>
  <inkml:trace contextRef="#ctx0" brushRef="#br0" timeOffset="58012">2516 5451 24575,'-17'0'0,"4"0"0,13 0 0,0 0 0,13 0 0,-9 0 0,22 0 0,-9 0 0,13 0 0,13 0-1030,-10 0 1030,24 0 0,-10 0 0,-1 0 0,11 0-1650,-11 0 1650,14-13 0,-13 10 0,10-11 0,-24 14 0,10 0-209,-13 0 209,0 0 0,0 0 0,0 0 0,0 0 0</inkml:trace>
  <inkml:trace contextRef="#ctx0" brushRef="#br0" timeOffset="58385">3175 6110 24575,'0'17'0,"0"-4"0,-13-13 0,9 0 0,-9-13 0,13 10 0,0-11 0,0 1 0,0-4 0,0 1 0,0-11 0,0 11 0,13-14 0,-9 0 0,9 0 0,-13 0 0,13 0 0,-9 0 0,9 0 0,0 13 0,-9-9 0,9 9 0,0 0 0,-9-9 0,22 22 0,-23-22 0,11 22 0,-14-9 0,13 13 0,-10 0 0,11 0 0,-1 0 0,-10 0 0,11 0 0,-14 0 0,13 13 0,-10 4 0,11 0 0,-14 9 0,0-9 0</inkml:trace>
  <inkml:trace contextRef="#ctx0" brushRef="#br0" timeOffset="59241">3445 5841 24575,'-17'0'0,"-10"0"0,24 0 0,-10 0 0,-1 0 0,11 0 0,-10 0 0,-1 13 0,11-10 0,-10 11 0,-1-1 0,11-10 0,-10 24 0,-1-10 0,11-1 0,-10 11 0,13-10 0,0 13 0,0-14 0,0 11 0,0-24 0,0 24 0,0-11 0,0 1 0,0-4 0,0 1 0,0-11 0,13 10 0,-10-13 0,11 0 0,-1 0 0,-10 0 0,11-13 0,-1 10 0,-10-11 0,24 1 0,-24 10 0,11-24 0,-1 10 0,-10 1 0,11-11 0,-1 11 0,-10-1 0,11-10 0,-14 24 0,13-24 0,-10 24 0,11-24 0,-14 24 0,0-24 0,0 24 0,0-10 0,0 13 0,0 0 0,-14-14 0,11 11 0,-10-10 0,13 26 0,0-10 0,0 11 0,0-14 0,0 0 0,0 13 0,0-10 0,0 11 0,0-1 0,0-10 0,0 24 0,0-10 0,13-1 0,-10 11 0,11-24 0,-14 24 0,0-24 0,13 10 0,-10 1 0,10-11 0,-13 10 0,14-13 0,-11 0 0,10 0 0,-13 0 0,0 0 0,14 0 0,-11 0 0,10 0 0,-13 0 0,0-13 0,14 10 0,-11-24 0,10 24 0,-13-24 0,14 24 0,-11-24 0,10 11 0,-13-1 0,14-10 0,-11 11 0,10-1 0,-13-10 0,0 24 0,0-24 0,0 24 0,0-23 0,0 22 0,0-9 0,0 13 0,0 0 0,0 13 0,0-9 0,0 22 0,0-9 0,0 13 0,0 0 0,0-14 0,0 11 0,0-10 0,0 13 0,0-14 0,0 11 0,0-24 0,0 10 0,14 1 0,-11-11 0,10 10 0,-13-13 0,0 0 0,0-13 0,14 10 0,-11-11 0,10 1 0,-13 10 0,0-24 0,0 11 0,13-1 0,-9-10 0,9 11 0,-13-1 0,0-10 0,0 24 0,0-24 0,0 24 0,13-10 0,-9 13 0,9 0 0,-13 0 0,0 0 0,0 13 0,0-10 0,0 24 0,0-10 0,13 13 0,-9 0 0,9-14 0,-13 11 0,0-24 0,13 11 0,-9-14 0,9 0 0,-13 13 0,0-10 0,0 10 0,13-13 0,-9-13 0,9 10 0,-13-10 0</inkml:trace>
  <inkml:trace contextRef="#ctx0" brushRef="#br0" timeOffset="59524">4014 5781 24575,'-17'0'0,"4"0"0,-1 0 0,11 0 0,-10 13 0,-1-9 0,11 22 0,-10-23 0,13 24 0,0-24 0,0 24 0,0-10 0,0-1 0,0 11 0,0-24 0,13 24 0,-10-10 0,24-1 0,-24 11 0,11-24 0,-1 24 0,-10-24 0,11 10 0,-14 1 0,0-11 0,0 10 0,0-13 0,0 14 0,-14-11 0,11 10 0,-24-13 0,24 0 0,-24 0 0,24 0 0,-10 0 0,0 0 0,9 0 0,-9 0 0,13 0 0,0-13 0,0-4 0,0-13 0</inkml:trace>
  <inkml:trace contextRef="#ctx0" brushRef="#br0" timeOffset="59771">4193 5511 24575,'-16'0'0,"2"14"0,14-11 0,0 24 0,-13-11 0,10 14 0,-11 0 0,14 13-1048,0-9 1048,-13 22 0,10-9-2076,-10 26 2076,13-10 0,0 11-2237,13-1 2237,-10-10 0,10 10-1336,-13-13 1336,14-13 0,-11 9 0,10-9 174,-13-1-174,0-2 0,14-14 1669,-11-14-1669,10 11 2313,-13-24-2313,0 24 1738,0-24-1738,0 11 803,0-28-803,-13 11 0,10-10 0,-11-1 0,1-2 0,-4-14 0</inkml:trace>
  <inkml:trace contextRef="#ctx0" brushRef="#br0" timeOffset="60646">4343 6170 24575,'0'17'0,"0"-4"0,0-13 0,0 0 0,0-13 0,0 10 0,0-11 0,0 14 0,0 0 0,0 0 0</inkml:trace>
  <inkml:trace contextRef="#ctx0" brushRef="#br0" timeOffset="60978">4074 5961 24575,'16'0'0,"-2"0"0,-1 0 0,3 0 0,14 0 0,-13 0 0,10 0 0,-11 0 0,1 0 0,10 0 0,-24-14 0,10-2 0</inkml:trace>
  <inkml:trace contextRef="#ctx0" brushRef="#br0" timeOffset="97861">13089 8477 24575,'17'0'0,"-4"0"0,-13 0 0,0 0 0,0-14 0,0 11 0,0-10 0,0 13 0,0 0 0,0 13 0,0-10 0,14 11 0,-11-14 0,10 0 0,-13 0 0,0 0 0,14 0 0,-11 0 0,10 0 0,-13 13 0,0-10 0,0 11 0,0-14 0,0 0 0,14 0 0,-11 0 0,10 13 0,-13-10 0,0 11 0,0-14 0,0 0 0,14 0 0,-11 0 0,10 0 0,-13 0 0,0 0 0,13 0 0,-9 13 0,9-10 0,-13 11 0,13-14 0,-9 0 0,9 0 0,-13 0 0,13 0 0,-9 0 0,9 0 0,-13 13 0,0-10 0,13 10 0,-9-13 0,9 0 0,-13 0 0,13 0 0,-9 0 0,9 0 0,-13 0 0,13 0 0,-9 0 0,9 0 0,0 0 0,-9 0 0,9 14 0,0-11 0,-10 10 0,11-13 0,-1 0 0,-10 0 0,11 0 0,-1 0 0,-10 0 0,24 0 0,-24 0 0,11-13 0,-1 10 0,-10-11 0,11 14 0,-1 0 0,-10 0 0,11 0 0,-1 0 0,-10 0 0,10 0 0,1 0 0,-11 0 0,10 0 0,-13 0 0,14-13 0,-11 10 0,10-10 0,1 13 0,-11 0 0,24 0 0,-24 0 0,10 0 0,1-14 0,-11 11 0,24-10 0,-24 13 0,10-14 0,1 11 0,-11-10 0,23 13 0,-22-14 0,22 11 0,-22-10 0,22 13 0,-22-14 0,9 11 0,0-10 0,-9-1 0,9 11 0,0-10 0,-9 13 0,9-14 0,-13 11 0,13-10 0,-9-1 0,9 11 0,-13-10 0,0 0 0,13 9 0,-9-22 0,9 22 0,-13-22 0,13 22 0,-10-9 0,11 0 0,-14 9 0,0-22 0,0 22 0,0-22 0,0 22 0,0-22 0,13 22 0,-10-22 0,11 23 0,-14-24 0,0 24 0,0-24 0,0 24 0,0-24 0,0 24 0,0-24 0,0 24 0,0-24 0,0 24 0,0-24 0,0 24 0,0-24 0,0 24 0,0-24 0,0 24 0,0-24 0,-14 11 0,11-1 0,-10-10 0,13 24 0,0-24 0,0 24 0,0-24 0,0 11 0,0-1 0,0-9 0,0 9 0,0 0 0,-14-9 0,11 22 0,-10-9 0,13 0 0,0 9 0,0-22 0,-13 22 0,9-9 0,-9 0 0,13 9 0,0-9 0,0 0 0,0 10 0,-13-11 0,9 1 0,-9 10 0,13-11 0,0 14 0,-13-13 0,9 10 0,-9-11 0,13 14 0,0 0 0,-13-13 0,9 10 0,-9-11 0,0 1 0,9 10 0,-9-11 0,0 1 0,9 10 0,-9-11 0,13 14 0,-13-13 0,9 10 0,-9-24 0,0 24 0,10-10 0,-11 13 0,14 0 0,-13 0 0,10-14 0,-11 11 0,1-10 0,10 13 0,-24-14 0,24 11 0,-11-10 0,1 13 0,10 0 0,-24 0 0,24 0 0,-24-14 0,10 11 0,1-10 0,-11 13 0,24 0 0,-24 0 0,11 0 0,-1 0 0,-10-14 0,11 11 0,-1-10 0,-10 13 0,11 0 0,-1 0 0,-9 0 0,9 0 0,0 0 0,-9 0 0,22 0 0,-22 0 0,22 0 0,-22 0 0,22 0 0,-9 13 0,0-10 0,9 11 0,-22-14 0,23 0 0,-11 0 0,1 0 0,10 13 0,-24-10 0,24 11 0,-24-14 0,24 13 0,-24-10 0,24 11 0,-24-1 0,24-10 0,-24 24 0,10-24 0,1 10 0,-11 1 0,24 2 0,-24 1 0,11 10 0,-1-11 0,-10 1 0,24 10 0,-24-11 0,24 14 0,-24-13 0,24 9 0,-10-9 0,0 13 0,9 0 0,-9 0 0,13 0 0,-13-13 0,9 9 0,-9-9 0,13 13 0,0 0 0,0-14 0,0 11 0,0-10 0,0 13 0,0 0 0,0 0 0,0-1 0,0 1 0,0 0 0,13 14-559,-9-11 559,9 10 0,0-13 0,-9 0 0,22 0 0,-23 0 0,24 0 0,-10 0 0,-1 0 0,11 0 0,-10-14 0,13 11 0,0-24 0,-1 24 0,-12-24 0,10 11 0,-11-14 0,1 0 0,-4 0 0</inkml:trace>
  <inkml:trace contextRef="#ctx0" brushRef="#br0" timeOffset="100739">14737 5392 24575,'-17'0'0,"4"0"0,13 0 0,0 0 0,0-14 0,-13 11 0,9-10 0,-9 13 0,13 0 0,-13 0 0,9 0 0,-9 0 0,13 0 0,0 0 0,-13-14 0,9 11 0,-9-10 0,0 13 0,9 0 0,-9 0 0,13 0 0,-13 0 0,9 0 0,-9-14 0,13 11 0,-13-10 0,9 13 0,-9 0 0,0 0 0,9 0 0,-9 0 0,0 0 0,10 0 0,-11-14 0,1 11 0,10-10 0,-24 13 0,10 0 0,1 0 0,2 0 0,1 0 0,10 0 0,-24 0 0,24 0 0,-24 0 0,24 0 0,-10 0 0,-1 0 0,11-14 0,-10 11 0,-1-10 0,11 13 0,-10 0 0,-1 0 0,11 0 0,-10 0 0,13 0 0,-14 0 0,11 0 0,-10 0 0,-1 0 0,11 0 0,-10 0 0,-1 0 0,11 0 0,-24 0 0,24 0 0,-10 0 0,0 0 0,9 0 0,-22 0 0,22 0 0,-9 0 0,0 0 0,9 0 0,-9 0 0,13 0 0,-13 0 0,9 0 0,-9 0 0,13 0 0,-13 13 0,9-10 0,-9 11 0,13-14 0,-13 0 0,9 0 0,-9 0 0,13 0 0,0 0 0,-13 13 0,9-10 0,-9 11 0,13-14 0,-13 0 0,10 0 0,-11 0 0,14 0 0,0 0 0,-13 13 0,10-10 0,-11 11 0,14-14 0,-13 0 0,10 13 0,-11-10 0,1 11 0,10-1 0,-24-10 0,24 11 0,-11-1 0,1-10 0,10 24 0,-11-24 0,1 10 0,10-13 0,-11 14 0,1-11 0,10 10 0,-10-13 0,13 14 0,-14-11 0,11 10 0,-10 1 0,-1-11 0,11 10 0,-10 1 0,13-11 0,-14 10 0,11-13 0,-10 14 0,13-11 0,-14 10 0,11 0 0,-10-9 0,13 9 0,-14-13 0,11 13 0,-10-9 0,13 22 0,-14-22 0,11 9 0,-10 0 0,13-9 0,0 22 0,-13-9 0,9 0 0,-9 9 0,0-22 0,9 22 0,-9-9 0,13-1 0,0 11 0,-13-10 0,9-1 0,-9 11 0,13-24 0,0 24 0,0-24 0,0 24 0,0-24 0,0 11 0,0-1 0,0-10 0,0 10 0,0 1 0,0-11 0,0 10 0,0 1 0,0-11 0,0 10 0,0 1 0,0-11 0,0 24 0,0-24 0,0 24 0,0-24 0,0 24 0,0-24 0,13 24 0,-9-24 0,9 23 0,-13-22 0,13 22 0,-9-22 0,9 9 0,-13 0 0,0-9 0,13 22 0,-9-22 0,9 9 0,-13 0 0,0-9 0,0 9 0,0-13 0,13 13 0,-10-9 0,11 9 0,-14 0 0,0-10 0,13 11 0,-10-14 0,11 0 0,-14 13 0,0-10 0,13 11 0,-10-14 0,11 13 0,-14-10 0,13 11 0,-10-14 0,11 0 0,-14 13 0,13-10 0,-10 11 0,11-14 0,-14 0 0,13 13 0,-10-10 0,11 11 0,-14-14 0,13 0 0,-10 0 0,10 0 0,1 13 0,-11-10 0,10 11 0,1-14 0,-11 0 0,24 0 0,-24 0 0,10 0 0,1 0 0,-11 13 0,10-10 0,1 11 0,-11-14 0,24 0 0,-24 0 0,10 13 0,1-10 0,-11 10 0,10-13 0,-13 0 0,13 0 0,-9 0 0,9 0 0,0 0 0,-9 0 0,9 14 0,0-11 0,-9 10 0,22-13 0,-22 0 0,22 0 0,-22 0 0,22 0 0,-22 0 0,22 0 0,-22 0 0,22 0 0,-23 0 0,24 0 0,-24 0 0,24 0 0,-24 0 0,24 0 0,-24 0 0,24 0 0,-24 0 0,24 0 0,-24 0 0,24 0 0,-10 0 0,-1 0 0,11 0 0,-24 0 0,24 0 0,-11 0 0,1 0 0,10 0 0,-24 0 0,24 0 0,-24-13 0,24 10 0,-11-11 0,1 14 0,9 0 0,-22 0 0,9 0 0,0 0 0,-9 0 0,22 0 0,-22-13 0,9 10 0,0-10 0,-9 13 0,9 0 0,0 0 0,-9 0 0,9-14 0,0 11 0,-9-10 0,9 13 0,0 0 0,-10 0 0,11-14 0,-1 11 0,-10-10 0,11 13 0,-1-14 0,-10 11 0,24-10 0,-24 13 0,11-14 0,-1 11 0,-10-10 0,11 13 0,-14 0 0,13-14 0,-10 11 0,11-10 0,-1-1 0,-10 11 0,11-10 0,-1 13 0,-10 0 0,10-14 0,-13 11 0,0-23 0,14 22 0,-11-9 0,10 13 0,1-13 0,-11 9 0,10-9 0,1 0 0,-11 9 0,10-22 0,-13 22 0,14-9 0,-11 0 0,10 9 0,-13-22 0,0 22 0,0-22 0,0 23 0,14-11 0,-11 1 0,10 10 0,-13-24 0,0 24 0,0-24 0,0 24 0,0-24 0,0 10 0,0 1 0,0-11 0,14 24 0,-11-24 0,10 24 0,-13-24 0,0 24 0,0-24 0,0 11 0,0-1 0,0-10 0,0 24 0,0-24 0,0 24 0,0-24 0,0 24 0,0-24 0,-13 11 0,10-1 0,-11-9 0,14 22 0,0-22 0,0 22 0,-13-22 0,10 9 0,-11 0 0,14-9 0,-13 22 0,10-22 0,-11 9 0,1 1 0,10-11 0,-11 24 0,1-24 0,10 10 0,-24 1 0,24-11 0,-24 10 0,24 1 0,-24-11 0,11 24 0,-1-24 0,-10 11 0,24-1 0,-24-10 0,11 24 0,-1-10 0,-10-1 0,24 11 0,-24-24 0,24 24 0,-10-10 0,0-1 0,9 11 0,-22-10 0,22-1 0,-22 11 0,9-10 0,0 0 0,4-4 0</inkml:trace>
  <inkml:trace contextRef="#ctx0" brushRef="#br0" timeOffset="119352">9435 16504 24575,'-16'0'0,"2"0"0,14 0 0,0 0 0,0-13 0,14 23 0,-11-20 0,10 23 0,-13-13 0,0 13 0,0-9 0,0 9 0,0-13 0,0 13 0,13-9 0,-9 9 0,9 0 0,0-9 0,-9 9 0,9 0 0,0-9 0,-9 22 0,22-23 0,-22 24 0,22-24 0,-22 24 0,22-10 0,-22-1 0,9 11 0,0-24 0,-10 24 0,11-24 0,-14 11 0,13-1 0,-10-10 0,11 10 0,-14-13 0,0 0 0,0 14 0,0-11 0,0 10 0,0-13 0,0 0 0,0-13 0,-14 10 0,-2-11 0</inkml:trace>
  <inkml:trace contextRef="#ctx0" brushRef="#br0" timeOffset="119710">9495 16833 24575,'17'-29'0,"-4"12"0,0-10 0,-9 11 0,22-14 0,-9 0 0,0 0 0,9 0 0,-9 0 0,-1 13 0,11-9 0,-24 9 0,24-13 0,-24 13 0,24-9 0,-24 22 0,11-22 0,-14 22 0,0-9 0,0 13 0,0 0 0,-14 13 0,11-9 0,-10 9 0,13-13 0</inkml:trace>
  <inkml:trace contextRef="#ctx0" brushRef="#br0" timeOffset="120076">10124 16324 24575,'-17'0'0,"4"0"0,13 14 0,0-11 0,-13 24 0,9-11 0,-9 14 0,0 0 0,10 0 0,-11 0-611,1 13 611,10-9 0,-11 9 0,14-13 0,0 13 0,0-10 0,0 11 0,0-14 0,0-1-23,0 1 23,0 0 0,14 0 0,-11 0 0,10-13 0,1 10 0,-11-24 0,23 10 610,-9-13-610,13 0 24,-13 0-24,9-13 0,-9-4 0,0 1 0,9-11 0,-9 10 0</inkml:trace>
  <inkml:trace contextRef="#ctx0" brushRef="#br0" timeOffset="120380">10394 16175 24575,'-14'16'0,"11"11"0,-10-11 0,13 14 0,0 0 0,0 0 0,0 0 0,0 14-1005,0-11 1005,0 23 0,0-22 0,0 22 0,-14-9 0,11-1 0,-10 11 0,13-24 0,0 11-236,0-15 236,0 1 0,0 0 0,13 0 0,-10-13 0,11 10 0,-14-24 0,0 10 993,0-13-993,0 0 248,0-13-248,-14 10 0,11-24 0,-10 24 0,13-11 0</inkml:trace>
  <inkml:trace contextRef="#ctx0" brushRef="#br0" timeOffset="120542">10184 16714 24575,'30'0'0,"0"-14"0,0 11 0,0-24 0,0 24 0,0-10 0,0-1 0,0 11 0,0-23 0,-1 9 0</inkml:trace>
  <inkml:trace contextRef="#ctx0" brushRef="#br0" timeOffset="120753">10603 16354 24575,'17'14'0,"10"2"0,-11 14-1331,14 0 1331,0 0 0,-13 0 0,9 0 0,-22 13 0,22-9 0,-22 9 0,9-13 0,0 13 0,-9-10 0,-4 11 0,-4-1 0,-9-10 0,0 10 0,9 1 0,-22-11 0,22 10 434,-22-26-434,22 9 0,-9-22 0,13 9 0</inkml:trace>
  <inkml:trace contextRef="#ctx0" brushRef="#br0" timeOffset="121649">12011 16804 24575,'0'16'0,"0"-3"0,0-13 0,0 0 0,13 0 0,-9 0 0,9 0 0,-13 0 0,0 0 0,13 0 0,4 0 0,13 0 0,0 0 0,13 0-1520,4-13 1520,13 10 0,0-10 0,-1 13 0,1 0-1834,0-14 1834,0 11-2405,13-10 2405,4 13-1269,-33 0 0,2 0 1269,-1-7 0,0 0 0,-1 6 0,2-1 0,5-5 0,1 1 0,-6 6 0,1 0 0,5-7 0,-1 0 0,-6 6 0,0-1 0,6-5 0,1 1 0,-5 5 0,-1 2 0,-1 0 0,0-2-290,-1-6 1,-1 0 289,20 4 0,10-10 0,-13 13 270,-13 0-270,9-14 1379,-23 11-1379,11-10 2568,-14 13-2568,0 0 2120,0 0-2120,-14 0 1471,11 0-1471,-24 0 820,24 0-820,-24 0 248,10 0-248,-13 0 0,14 0 0,-11 0 0,10 0 0,-13 0 0,0 0 0,-13 0 0,10 0 0,-11 0 0,14 0 0</inkml:trace>
  <inkml:trace contextRef="#ctx0" brushRef="#br0" timeOffset="122181">14138 16474 24575,'16'17'0,"11"-4"0,-24 0 0,11-9 0,-1 22 0,4-22 0,-1 22 0,11-22 0,-24 22 0,11-9 0,-14-1 0,13 11 0,-10-24 0,-3 24 0,-3-10 0,-10 13 0,-1 0 0,-2-14 0,-1 11 0,-10-11 0,11 14 0,-14-13 0,0 10-611,-14-24 611,11 10 0,-10-13 0,13 0 0</inkml:trace>
  <inkml:trace contextRef="#ctx0" brushRef="#br0" timeOffset="122850">12221 16534 24575,'-17'13'0,"-10"-9"0,24 9 0,-23 0 0,22-9 0,-22 22 0,9-22 0,0 22 0,-9-23 0,9 24 0,0-10 0,-9-1 0,22 11 0,-22-10 0,22-1 0,-9 11 0,13-10 0,0-1 0,0 11 0,0-24 0,0 24 0,13-24 0,4 24 0,13-24 0,0 10 0,13-13 0,-9 0 0,22 0-2165,4 0 2165,3 0 0,11-13 0,-15-4 0</inkml:trace>
  <inkml:trace contextRef="#ctx0" brushRef="#br0" timeOffset="124001">15066 15995 24575,'-16'0'0,"2"0"0,28 13 0,-11-10 0,10 11 0,-13-14 0,0 0 0,0 13 0,14-10 0,-11 11 0,10-1 0,-13-10 0,0 11 0,0-1 0,14 4 0,-11-1 0,10 11 0,-13-10 0,13 12 0,-9-12 0,9 10 0,0 3 0,-9 3 0,22 10 0,-22-13 0,22 0 0,-22 0 0,22 0 0,-22 0-629,22 13 629,-22-9 0,22 9 0,-22-13 0,22 0 0,-23 0 0,24 0 0,-24 0 0,24 0 0,-24-1 0,24-12 0,-24 10 0,24-24 0,-24 24 0,11-24 629,-14 10-629,0-13 0,13 14 0,-10-11 0,11-3 0,-14-3 0,-14-11 0,11 14 0,-10 0 0,13 0 0</inkml:trace>
  <inkml:trace contextRef="#ctx0" brushRef="#br0" timeOffset="124418">14857 17133 24575,'0'-17'0,"13"-9"0,-10 22 0,24-22 0,-10 9 0,12-13-2006,1-13 2006,14 10 0,-11-24-1572,10 10 1572,0 1 0,-9-11 0,9 11 0,-13-14 0,0 0 0,0 13 0,0-9 0,0 9-955,0 1 955,-14 2 0,11 14-271,-24 0 271,24 0 1261,-24 14-1261,11 2 2058,-14 1-2058,0 10 1137,0-24-1137,0 24 348,0-10-348,0 13 0,0 0 0,0 0 0</inkml:trace>
  <inkml:trace contextRef="#ctx0" brushRef="#br0" timeOffset="124800">14767 15995 24575,'16'0'0,"11"0"0,-10 0 0,-1 0 0,11 0 0,-10 0 0,13-13 0,-1 9 0,1-9 0,0 13 0,0-13 0,0-4 0</inkml:trace>
  <inkml:trace contextRef="#ctx0" brushRef="#br0" timeOffset="125063">15366 15995 24575,'16'0'0,"11"0"0,-24 0 0,24 0 0,-10 0 0,-1 0 0,11 13 0,-10-10 0,-1 11 0,11-14 0,-24 0 0,10 0 0</inkml:trace>
  <inkml:trace contextRef="#ctx0" brushRef="#br0" timeOffset="125703">15396 16953 24575,'16'0'0,"-2"0"0,-1 0 0,-10 0 0,24 0 0,-24 0 0,24 0 0,-24 0 0,24 0 0,-24 0 0,24 0 0,-24 0 0,24 0 0,-24 0 0,10 0 0,-13 0 0</inkml:trace>
  <inkml:trace contextRef="#ctx0" brushRef="#br0" timeOffset="126010">16115 16264 24575,'-17'17'0,"-10"-4"0,24 1 0,-24 2 0,24 1 0,-24 23 0,24-20-576,-23 23 576,9-13 0,0 0 0,4 13 0,0-9 0,9 9 0,-9 0 0,13-10 0,13 11 0,-9-14 0,9 0 143,0-14-143,-9 11 0,22-24 0,-22 24 0,22-24 0,-9-3 0,13-17 0</inkml:trace>
  <inkml:trace contextRef="#ctx0" brushRef="#br0" timeOffset="126402">16264 16594 24575,'0'17'0,"0"9"0,14-9 0,-11 13 0,10 0 0,1 13 0,-11-10 0,10 24-1696,1-24 1696,-11 24 0,10-11-1294,1 14 1294,-11 0 0,10-13 0,-13 9 0,0-9-1123,-13-1 1123,10 11 0,-11-24-482,1 11 482,-4-14 0,1-1 972,-11-12-972,10 10 1643,1-24-1643,-11 10 1268,10-13-1268,-12 0 0,-1 0 0,0-13 0,0-4 0,0 1-215,0-24 215,0 20 0,13-23 0,4-1 0,13-2 0</inkml:trace>
  <inkml:trace contextRef="#ctx0" brushRef="#br0" timeOffset="126584">16294 16294 24575,'0'-16'0,"0"2"0,0 1 0,0 10 0,0-11 0,14 14 0,-11 0 0,10 0 0,-13 0 0,14 0 0,-11 14 0,10-11 0,-13 10 0</inkml:trace>
  <inkml:trace contextRef="#ctx0" brushRef="#br0" timeOffset="127123">16534 16504 24575,'0'30'0,"0"-13"0,0 9 0,0-22 0,0 22 0,0-9 0,0 13 0,0 0 0,0 0 0,0 0 0,0 0 0,0 0 0,0-1 0,0 1 0,0 0 0,13-13 0,-9 10 0,9-24 0,0 24 0,-9-24 0,22 10 0,-22-26 0,22 10 0,-9-11 0,13 1 0,-14-4 0,11-13 0,-24 0 0,24 0 0,-24 14 0,11-11 0,-1 11 0,-10-14 0,11 0 0,-14 0 0,0 13 0,0-10 0,0 24 0,0-23 0,0 22 0,0-9 0,0 13 0,0 0 0,0 13 0,0-9 0,0 22 0,-14-23 0,11 24 0,-10-10 0,26-1 0,-10 11 0,11-10 0,-14 13 0,0-14 0,13 11 0,-10-24 0,10 10 0,-13 1 0,14-11 0,-11 10 0,24-13 0,-24-13 0,24 10 0,-24-24 0,24 24 0,-24-24 0,10 11 0,1-14 0,-11 0 0,10 0 0,-13 0 0,0 0 0,0 0 0,0 0 0,0 0 0,0 0 0,0 13 0,0-9 0,0 22 0,0-22 0,0 22 0,0-9 0,0 13 0,0-13 0,-13 10 0,10-24 0,-11 10 0</inkml:trace>
  <inkml:trace contextRef="#ctx0" brushRef="#br0" timeOffset="127377">17133 16025 24575,'17'13'0,"9"-10"0,-9 24 0,13-10 0,-13 13-1919,9 13 1919,-9-10-1302,13 24 1302,13-24 0,-23 24 0,20-11 0,-23 14 0,13-13 0,-14 9 0,11-9 0,-24-1 0,10 11 0,-26-24 0,10 24-130,-24-24 130,11 10 0,-28-13 0,11 0 0,-24 0 0,-3-13 0,-3 10 0,-10-11 0</inkml:trace>
  <inkml:trace contextRef="#ctx0" brushRef="#br0" timeOffset="128277">14707 17073 24575,'16'0'0,"11"0"0,-10 13 0,-1-9 0,11 9 0,-10-13 0,13-13 0,-14 9 0,11-9 0,-24 13 0,11 0 0,-1 0 0,-10 0 0,10 0 0,-13 0 0,0 0 0,0 13 0,0-9 0,-13 9 0,10-13 0,-24 0 0,24 0 0,-10 0 0,13 0 0,0 13 0,-14-9 0,11 9 0,-10-13 0,13 0 0,0-13 0,0 9 0,0-9 0</inkml:trace>
  <inkml:trace contextRef="#ctx0" brushRef="#br0" timeOffset="133652">9345 15036 24575,'-16'0'0,"2"0"0,14 0 0,0 0 0,0 14 0,0-11 0,0 24 0,0-24 0,0 24 0,0-11 0,0 14 0,0 0 0,0 0 0,0 0 0,0 0 0,0 0 0,0 0 0,0 0 0,0 13-511,0-10 511,0 11 0,0-14 0,0 0 0,0-1 0,0-12 0,0 10 0,0-11 0,0 1 0,0 10 511,0-11-511,0 1 0,0-4 0,0 1 0,0-11 0,0 10 0,0-13 0,0 0 0,0-13 0,0 10 0,0-11 0,0 14 0,0 0 0,0 14 0,0-11 0,0 10 0,0-13 0,0 0 0,-13 0 0,-4 0 0</inkml:trace>
  <inkml:trace contextRef="#ctx0" brushRef="#br0" timeOffset="134209">9046 15605 24575,'16'0'0,"-2"0"0,-14 0 0,0 0 0,0 14 0,0-11 0,0 10 0,13 1 0,-10-11 0,11 10 0,-1 1 0,-10-11 0,24 24 0,-24-24 0,24 24 0,-24-24 0,11 10 0,-1 1 0,-10-11 0,24 10 0,-24-13 0,10 0 0,1 0 0,-11 0 0,24 0 0,-11-13 0,1 10 0,10-24 0,-11 24 0,1-24 0,10 10 0,-24-13 0,23 0 0,-22 0 0,22 0 0,-22 14 0,9-11 0,-13 11 0,13-1 0,-9-10 0,9 24 0,-13-24 0,0 24 0,0-10 0,0-1 0,0 11 0,0-10 0,0 13 0,0-14 0,0 11 0,0-10 0,0-1 0,0 11 0,0-10 0,13 0 0,4-4 0</inkml:trace>
  <inkml:trace contextRef="#ctx0" brushRef="#br0" timeOffset="137854">8686 14497 24575,'0'-16'0,"0"2"0,0 14 0,14 0 0,-11-13 0,10 10 0,-13-11 0,0 14 0,0 0 0,0 14 0,0-11 0,0 24 0,0-11 0,0 1 0,0 9 0,0-9 0,0 13 0,0 0 0,0 0-509,0 13 509,0-10 0,0 11 0,0-14 0,0 0-18,0 0 18,0 0 0,0 0 0,14-1 0,-11 1 0,10-13 0,-13 10 0,0-24 0,0 24 508,0-24-508,0 10 19,14-13-19,-11 0 0,10 14 0,-13-11 0,0 10 0,0-26 0,0 10 0,0-11 0,0 14 0,-13 0 0,10 0 0,-11 0 0,28 0 0,-11-13 0,10-4 0</inkml:trace>
  <inkml:trace contextRef="#ctx0" brushRef="#br0" timeOffset="138756">8926 14827 24575,'0'16'0,"0"-2"0,0-14 0,0 13 0,-13-10 0,9 11 0,-9-1 0,13-10 0,0 24 0,0-24 0,0 10 0,0-13 0,13 14 0,-9-11 0,9 10 0,-13-13 0,0 0 0,13 0 0,-9-13 0,22 10 0,-22-11 0,22 1 0,-23-3 0,24-1 0,-24-10 0,24 24 0,-24-24 0,11 11 0,-14-1 0,0-10 0,0 11 0,0-1 0,0-10 0,0 24 0,-14-10 0,11 0 0,-10 9 0,-1-9 0,11 13 0,-10 0 0,13 0 0,-14 0 0,11 0 0,-10 0 0,13-13 0,0 9 0,0-9 0,0 13 0,0 0 0,13 0 0,-10 0 0,11 0 0,-14 13 0,0-9 0,13 9 0,-10-13 0,11 0 0,-1 0 0,-10 0 0,11 0 0,-1 13 0,-10-9 0,11 9 0,-14 0 0,13-10 0,-10 11 0,11-1 0,-14-10 0,0 24 0,0-10 0,0-1 0,0 11 0,13-24 0,-10 24 0,11-10 0,-14-1 0,0 11 0,0-24 0,0 10 0,0 1 0,0-11 0,0 10 0,0-13 0,0 0 0,13 0 0,-10 0 0,11-13 0,-1 10 0,-10-24 0,24 24 0,-24-24 0,24 24 0,-24-24 0,10 11 0,1-1 0,-11-10 0,10 11 0,-13-1 0,0-10 0,0 24 0,0-24 0,14 24 0,-11-23 0,10 22 0,-13-9 0,0 13 0,0 0 0,0 13 0,0-9 0,0 22 0,0-9 0,0-1 0,0 11 0,0-10 0,0 13 0,14-14 0,-11 11 0,10-24 0,-13 24 0,0-24 0,0 11 0,0-1 0,14-10 0,-11 24 0,10-24 0,-13 10 0,0-13 0,14 0 0,-11 14 0,10-24 0,0 20 0,-9-24 0,9 14 0,-13 0 0,13-13 0,-9 10 0,9-24 0,-13 24 0,0-24 0,0 24 0,0-10 0,0-1 0,0 11 0,0-24 0,0 24 0,0-24 0,0 11 0,0-1 0,-13 4 0,9-1 0,-9 11 0,13-24 0,0 24 0,0-10 0,0 13 0,0 0 0,0-13 0,0 9 0,0-9 0,0 13 0,0 0 0,13 0 0,-9 0 0,9 0 0,-13 0 0</inkml:trace>
  <inkml:trace contextRef="#ctx0" brushRef="#br0" timeOffset="139421">9825 14887 24575,'0'-17'0,"0"-10"0,0 24 0,0-24 0,-14 11 0,11-1 0,-10-10 0,13 24 0,-14-24 0,11 24 0,-10-23 0,13 22 0,-14-9 0,11 0 0,-10 9 0,13-9 0,0 13 0,0 0 0,-14 13 0,11-9 0,-10 22 0,13-22 0,-14 22 0,11-9 0,-10 13 0,13-14 0,0 11 0,0-10 0,0 13 0,0 0 0,0-14 0,13 11 0,-10-24 0,11 24 0,-1-24 0,-10 10 0,11-13 0,-1 0 0,-10 0 0,24 0 0,-24-13 0,24 10 0,-24-24 0,24 24 0,-24-24 0,10 11 0,-13-1 0,14-10 0,-11 11 0,10-1 0,-13-10 0,0 24 0,0-10 0,0 13 0,0-14 0,0 38 0,0-31 0,0 47 0,0-23 0,0 13 0,0 0 0,0 0 0,0-1 0,0-12 0,0 10 0,0-24 0,0 24 0,0-24 0,0 10 0,0-13 0,0 0 0,0-13 0,0 10 0,0-24 0,0 10 0,0-13 0,0 1 0,0-1 0,0 0 0,14 13 0,-11-10 0,10 11 0,-13-14 0,0 0 0,0 0 0,14 13 0,-11-9 0,10 22 0,1-22 0,-11 22 0,24-9 0,-24 13 0,24 0 0,-24-13 0,24 9 0,-24 4 0,23 4 0,-22 9 0,22-13 0,-22 0 0,9 13 0,0-9 0,4 9 0</inkml:trace>
  <inkml:trace contextRef="#ctx0" brushRef="#br0" timeOffset="139695">10244 14737 24575,'-17'16'0,"4"-2"0,0-14 0,9 13 0,-22-10 0,22 24 0,-9-24 0,0 24 0,9-10 0,-9 13 0,0 0 0,9-14 0,-9 11 0,13-11 0,13 14 0,-9-13 0,9 10 0,-13-11 0,13 1 0,4 10 0,0-24 0,9 10 0,-9-13 0,13 0 0,0 0 0,-14 0 0,11-13 0,-10 10 0,13-11 0,-14 1 0,11 10 0,-10-24 0,13 10 0</inkml:trace>
  <inkml:trace contextRef="#ctx0" brushRef="#br0" timeOffset="140118">10573 14737 24575,'-16'0'0,"2"0"0,1 0 0,10 0 0,-24 13 0,10-10 0,1 11 0,-11-1 0,24-10 0,-24 11 0,24-1 0,-24 4 0,24-1 0,-10 11 0,-1-10 0,11-1 0,-10 11 0,13-11 0,0 1 0,0-4 0,0 1 0,0-11 0,13 10 0,-10-13 0,11 0 0,-14 0 0,13 0 0,-10-13 0,11 10 0,-1-24 0,-10 10 0,24 1 0,-24-11 0,24 11 0,-24-14 0,24 0 0,-24 13 0,10-10 0,-13 24 0,14-24 0,-11 24 0,10-10 0,-13 13 0,0 0 0,0 13 0,0-10 0,14 24 0,-11-10 0,10-1 0,-13 11 0,0-24 0,0 24 0,0-10 0,14-1 0,-11-2 0,10-1 0,-13-10 0,0 10 0,14-13 0,-11 0 0,10 0 0,-13 0 0,14-13 0,-11 10 0,24-10 0,-24-1 0,10-2 0,0-1 0,-9-10 0,22 11 0,-9-14 0</inkml:trace>
  <inkml:trace contextRef="#ctx0" brushRef="#br0" timeOffset="140555">10813 14677 24575,'-17'0'0,"4"0"0,0 13 0,9-9 0,-9 22 0,0-9 0,9-1 0,-9 11 0,13-10 0,0 13 0,0 0 0,0 0 0,0-14 0,13 11 0,-9-11 0,9 14 0,-13-13 0,0 10 0,0-24 0,13 24 0,-9-24 0,9 10 0,-13-13 0,0 0 0,-13 14 0,9-11 0,-9 10 0,13-26 0,0 10 0,-13-11 0,9 14 0,-9 0 0,13 0 0,0 0 0,0-13 0,13 10 0,-9-11 0,22 14 0,-22 0 0,22 0 0,-9 0 0,13-13 0,-13 10 0,9-11 0,-9 1 0,13 10 0,-14-11 0,11 1 0,-10-4 0,13 1 0,-14-11 0,11 11 0,-24-1 0,24-10 0,-24 11 0,11-1 0,-1-10 0,-10 24 0,10-24 0,-13 24 0,-13-24 0,10 24 0,-10-10 0,-1 13 0,11 0 0,-24 0 0,24 0 0,-24 0 0,24 13 0,-24 4 0,24-1 0,-10 11 0,13-10 0,-14 13 0,11 0 0,3 0 0,3 0 0,11-1 0,-1 1 0,-10 0 0,24-13 0,-10 10 0,13-11 0,0 1 0,-1-4 0,1-13 0,14 0 0,2 0 0</inkml:trace>
  <inkml:trace contextRef="#ctx0" brushRef="#br0" timeOffset="142073">15246 15096 24575,'-17'-13'0,"4"10"0,13-11 0,0 14 0,0-13 0,0 10 0,0-11 0,0 14 0,0 0 0,0 14 0,0-11 0,0 24 0,0-11 0,0 1 0,0 9 0,0-9 0,0 13 0,0 0 0,0 0 0,0 13-497,0-9 497,0 9 0,0-13 0,0 0 0,0 0 0,0 0 0,0 0 0,0 0 0,0-1 0,0-12 0,0 10 0,0-24 0,0 10 497,13 1-497,-9-11 0,9 10 0,-13-13 0,0 0 0,13-13 0,-9 10 0,9-11 0,-13 14 0,0 0 0,0-13 0,0 10 0,0-11 0</inkml:trace>
  <inkml:trace contextRef="#ctx0" brushRef="#br0" timeOffset="143094">15126 15486 24575,'-16'0'0,"2"0"0,14 0 0,0 0 0,14 0 0,-11 0 0,10 0 0,-13 0 0,0 0 0,0-14 0,0 11 0,0-10 0,0 13 0,0 0 0,0-14 0,0 11 0,0-10 0,0 13 0,0 0 0,0 13 0,0-10 0,0 11 0,0-14 0,0 0 0,13 0 0,-9 0 0,9 0 0,-13 0 0,0 13 0,0-10 0,13 11 0,-9-14 0,9 13 0,-13-10 0,13 11 0,-9-1 0,9-10 0,-13 11 0,13-1 0,-9-10 0,9 10 0,-13-13 0,0 0 0,13 14 0,-9-11 0,9 10 0,-13-13 0,0 0 0,0-13 0,0 10 0,0-11 0,0 1 0,0 10 0,0-24 0,13 24 0,-9-24 0,9 11 0,-13-1 0,0-10 0,13 24 0,-9-24 0,9 24 0,-13-24 0,0 24 0,13-10 0,-10-1 0,11 11 0,-14-10 0,0 13 0,0 0 0,-14 13 0,11-10 0,-10 11 0,13-14 0,0 13 0,-13-10 0,9 11 0,-22-14 0,22 0 0,-9 0 0</inkml:trace>
  <inkml:trace contextRef="#ctx0" brushRef="#br0" timeOffset="148560">14647 14497 24575,'-17'13'0,"-9"-9"0,22 9 0,-22 0 0,22-9 0,-22 22 0,22-22 0,-22 22 0,22-22 0,-9 22 0,0-22 0,10 22 0,-11-22 0,14 9 0,0 0 0,0-9 0,0 9 0,0 0 0,0-10 0,0 11 0,0-14 0,0 13 0,0-10 0,0 11 0,0-14 0,0 0 0,14 0 0,-11 0 0,23 0 0,-22 0 0,22 0 0,-9 0 0,0 0 0,9-14 0,-9 11 0,0-10 0,9 13 0,-22 0 0,22 0 0,-9 0 0</inkml:trace>
  <inkml:trace contextRef="#ctx0" brushRef="#br0" timeOffset="149521">14857 14647 24575,'-14'-17'0,"11"4"0,-10 26 0,13-9 0,0 9 0,0-13 0,-14 0 0,11 13 0,-10-9 0,13 9 0,-14 0 0,11-9 0,-10 9 0,13 0 0,0-10 0,0 11 0,0-1 0,0-10 0,0 11 0,0-14 0,0 0 0,13 0 0,-10 0 0,11 0 0,-1 0 0,-10 0 0,11-14 0,-1 11 0,-10-24 0,11 24 0,-1-23 0,-10 22 0,24-22 0,-24 9 0,11 0 0,-14-9 0,13 22 0,-10-22 0,10 22 0,-13-22 0,0 22 0,0-9 0,0 13 0,0-13 0,0 9 0,0-9 0,0 13 0,0 0 0,0 13 0,0-9 0,0 22 0,0-22 0,0 22 0,0-9 0,0 0 0,0 9 0,0-9 0,14 0 0,-11 9 0,10-22 0,-13 9 0,0 0 0,14-10 0,-11 11 0,10-14 0,-13 0 0,0 0 0,14 0 0,-11 0 0,24 0 0,-24-14 0,10 11 0,-13-23 0,0 22 0,14-22 0,-11 22 0,10-22 0,-13 22 0,0-9 0,0 0 0,0 9 0,0-9 0,0 13 0,0 0 0,0 13 0,-13 4 0,10 13 0,-11-13 0,14 9 0,0 4 0,0 3 0,-13 11 0,10-14 0,-11 0 0,14 0 0,0 0 0,0-1 0,0 1 0,0 0 0,0-13 0,0 10 0,0-24 0,0 10 0,0-13 0,0 0 0,0-13 0,0 10 0,0-24 0,0 10 0,0-13 0,0 0 0,0 1 0,0-1-532,14-14 532,-11 11 0,10-10 0,-13 13 0,0 0-92,14 0 92,-11 0 0,10 0 0,-13 0 0,0 13 0,14 4 0,-11 0 0,10 9 529,-13-9-529,0 13 95,0 0-95,13 0 0,-9 13 0,9-9 0,-13 9 0,0 0 0,0-9 0,0 9 0,0 0 0,0-9 0,0 22 0,0-22 0,0 9 0,0 0 0,0-9 0,-13 9 0,9 0 0,-9-9 0,0 9 0,10 0 0,-11-10 0,14 11 0,0-14 0,-13 0 0,-4 0 0</inkml:trace>
  <inkml:trace contextRef="#ctx0" brushRef="#br0" timeOffset="149752">15336 14707 24575,'0'30'0,"0"-14"0,0 11 0,0-10 0,0-1 0,0 11 0,0-24 0,0 11 0,-13-1 0,9-10 0,-9 11 0,13-14 0,0 0 0,0 0 0</inkml:trace>
  <inkml:trace contextRef="#ctx0" brushRef="#br0" timeOffset="150186">15516 14467 24575,'-17'47'0,"4"-4"0,13-13 0,0 0 0,0 0 0,0 0 0,0 0 0,0 0 0,0-14 0,0 11 0,0-10 0,0-1 0,0 11 0,0-24 0,0 11 0,0-14 0,0 13 0,0-10 0,0 11 0,0-14 0,0 0 0,0-14 0,0 11 0,0-24 0,0 11 0</inkml:trace>
  <inkml:trace contextRef="#ctx0" brushRef="#br0" timeOffset="150834">15815 14617 24575,'17'-17'0,"-4"4"0,0 13 0,-9 0 0,9 0 0,-13 0 0,0 0 0,-13 0 0,9 13 0,-22-9 0,22 9 0,-22-13 0,22 13 0,-22-9 0,23 22 0,-24-22 0,24 9 0,-24 0 0,24-9 0,-11 22 0,14-23 0,0 11 0,-13-1 0,10-10 0,-11 11 0,14-14 0,0 0 0,0 13 0,0-10 0,14 11 0,-11-14 0,10-14 0,-13 11 0,14-10 0,-11-1 0,24 11 0,-24-24 0,10 24 0,1-23 0,-11 22 0,10-9 0,-13 0 0,13 9 0,-9-9 0,9 0 0,-13 9 0,0-9 0,0 13 0,0 0 0,0 13 0,0-9 0,0 22 0,13-22 0,-9 22 0,9-22 0,-13 22 0,13-23 0,-9 24 0,9-24 0,0 24 0,-9-24 0,9 11 0,0-14 0,-9 0 0,22 0 0,-22 0 0,22 0 0,-22 0 0,22-14 0,-23 11 0,24-24 0,-24 11 0,24-14 0,-24 13 0,24-9 0,-24-4 0,11-4 0,-14-9 0,13 0 0,-10 10-798,11-11 798,-14 1 0,0 10 0,0-11 0,0 15 0,0 12 0,-14-10 0,11 24 0,-10-10 0,-1 26 798,11-10-798,-24 24 0,24-10 0,-24 12 0,24 15-1117,-10-11 1117,-1 24 0,11-24 0,-10 10 0,13 0-521,0-9 521,13 9 0,-10-13 0,11 0 0,-14 0 0,13-14 0,-10 11 0,11-24 1087,-14 11-1087,0-1 137,0-23 1,13 20 0,4-23 0</inkml:trace>
  <inkml:trace contextRef="#ctx0" brushRef="#br0" timeOffset="151160">15216 14467 24575,'13'-16'0,"-9"2"0,22 14 0,-22 0 0,9 0 0,0 0 0,-9 0 0,9 0 0,-13 0 0</inkml:trace>
  <inkml:trace contextRef="#ctx0" brushRef="#br0" timeOffset="151676">15426 14557 24575,'0'-17'0,"0"4"0,13 13 0,-10 0 0,24 0 0,-24 0 0,11 0 0,-1 0 0,4 0 0,-1-13 0,11 9 0,-24-9 0,24 13 0,-11 0 0,1 0 0,10-13 0,-24 10 0,10-11 0,1 14 0,-11 0 0,10 0 0,-13 14 0,0-11 0,0 10 0,0-13 0</inkml:trace>
  <inkml:trace contextRef="#ctx0" brushRef="#br0" timeOffset="158554">7997 1408 24575,'-30'0'0,"14"-14"0,-11 11 0,11-10 0,-14 0 0,13 9 0,-10-9 0,11 13 0,-14-13 0,0 9 0,0-9 0,13 0 0,-9 9 0,9-22 0,-13 22 0,0-9 0,0 13 0,0-13 0,0 9 0,0-9 0,0 0 0,0 9 0,0-9 0,0 13 0,-13 0-537,10 0 537,-10 0 0,13 0 0,0 0 0,0 0 0,0 0 0,-13 13 0,9-9-885,-9 22 885,0-22 0,9 22 0,-9-22 0,0 22 0,10-9 0,-11 0 0,1 9 0,10-9 0,-10 13 0,-1 0 0,11 0 0,-10 0-1519,-1 0 1519,11 13 0,-10-10 0,13 10 0,0 1 0,0-11 0,0 24 0,13-11 0,-9 14 0,9-13 0,1 9-1524,2 4 1524,1 3-1045,18-19 1,0-1 1044,-15 20 0,15-20 0,3 1 0,6 19 0,-6-20 0,0 0 0,9 34 0,3-39 0,0 0 0,-11 6 0,2-1 0,32 20 0,-22-19 0,1-1 0,25 20 0,-18-26 0,2-1 0,29 24 0,0 0-1024,-24-30 0,1 0 1024,-6 1 0,1-2 0,10-5 0,3-2-500,-7 1 0,0-2 500,7-5 0,0-2 0,32 16 0,-34-22 0,0 0 0,34 19 0,-33-31 0,1-2 0,1 12 0,-2-2 0,33-31 0,-34 19 0,0 0 0,34-22 0,-39 9 0,0-2 0,7 2 0,-3-4 0,-10-10 0,-1-3-576,13 0 0,-1-1 576,-11-5 0,-1-2 0,7-4 0,-3-3-544,-10 1 0,-3-2 544,7-6 0,-2 0 0,-9 0 0,-2 0 0,6 0 0,-1 0 0,-11 2 0,-3-4 0,2 6 0,1-4 0,-3 3 0,-4-9 0,-2-1 0,3 10 0,2-3 0,-3 4 0,-9-6 0,-1 4 0,6 4 0,-2 2 80,-9 0 0,-2 1-80,6 5 0,-1 2 0,-4-2 0,-4 2 25,-4 5 1,-1 1-26,6-6 0,-2 2 1220,-25-8-1220,13-20 0,-13 37 0,10-11 0,-11 14 2412,14 14-2412,-13 2 0,10 28 0,-24 2 0,24 14 0,-10 0 0</inkml:trace>
  <inkml:trace contextRef="#ctx0" brushRef="#br0" timeOffset="173904">20338 15845 24575,'0'17'0,"0"-4"0,0 0 0,0-9 0,13 22 0,-9-9 0,22 26-1230,-9-10 1230,0 24 0,9-24 0,-9 24 0,13-11-2101,0 14 2101,0 0 0,0-13 0,0 9 0,0-9 0,-1 13 0,1-13 0,0 9-1111,0-23 1111,0 11 0,0-14 0,-13 13 0,9-10 0,-22-3 0,22-3 1025,-22-11-1025,22 1 2090,-22 10-2090,9-24 1327,-13 24-1327,0-24 0,0 10 0,0-13 0</inkml:trace>
  <inkml:trace contextRef="#ctx0" brushRef="#br0" timeOffset="174236">20428 17013 24575,'16'-30'0,"11"0"0,-10 0-2844,13-13 2844,0-4 0,0 1 0,13-11-1959,-10 11 1959,10-14 0,1 0 0,-11 0 0,10 0 0,-13 0 0,0 0 0,0 0-216,0 14 216,0 3 0,0-1-695,-13 11 695,9-10 0,-9 13 0,-1 0 1146,11 0-1146,-24 13 2131,11-9-2131,-1 22 1516,-10-22-1516,11 22 921,-14-9-921,0 0 0,0 9 0,13-9 0,-10 13 0,11 0 0</inkml:trace>
  <inkml:trace contextRef="#ctx0" brushRef="#br0" timeOffset="174860">21566 15935 24575,'-17'0'0,"4"0"0,0 0 0,9 13 0,-22-9 0,9 22 0,1-22 0,-11 22 0,24-9 0,-24 13-775,24 13 775,-24-10 0,24 11 0,-24-1 0,24-10 0,-24 24 0,24-24 0,-11 24 0,14-24 0,0 23 0,-13-22 0,23 22 0,-20-22 0,23 9 0,-13 0 0,14-10 0,-11 11 0,24-28 0,-24 11 0,24-11 0,-24 1 0,10 10 0,1-24 193,-11 24 1,10-24 0,-13 10 0</inkml:trace>
  <inkml:trace contextRef="#ctx0" brushRef="#br0" timeOffset="175416">22015 16055 24575,'-16'0'0,"2"0"0,1 0 0,10 0 0,-11 0 0,1 0 0,10 0 0,-24 0 0,24 0 0,-24 0 0,24 0 0,-24 0 0,24 13 0,-24-10 0,24 11 0,-24-1 0,11-10 0,-1 24 0,4-10 0,-1 13 0,11-1 0,-10 1 0,-1 0 0,11 0 0,-10 0 0,13 14 0,0-11 0,0 10-1257,0 0 1257,0 4 0,0 0 0,13 9 0,-10-9 0,11 13 0,-14-14 0,13 11 0,-10-11 0,11 1 0,-14 10 0,0-11 0,13 1 0,-10 9 0,11-22 0,-14 22-695,0-23 695,0 11-262,-14-14 262,11 0 0,-24 0 0,24 0 0,-24-14 0,24 11 1194,-10-24-1194,0 24 730,9-24-730,-22 24 290,22-24-290,-22 10 0,9-13 0,0-13 0,-9 10 0,9-11 0,0 1 0,4-4 0</inkml:trace>
  <inkml:trace contextRef="#ctx0" brushRef="#br0" timeOffset="175641">21596 16624 24575,'17'0'0,"-4"0"0,0-13 0,-9 9 0,22-9 0,-9 13 0,13 0 0,0 0 0,0-13 0,0 9 0,0-9 0,0 13 0,0 0 0,-1-13 0,-12 9 0,10-9 0,-11 13 0</inkml:trace>
  <inkml:trace contextRef="#ctx0" brushRef="#br0" timeOffset="176069">22225 15965 24575,'-17'0'0,"4"0"0,13 0 0,0 0 0,13 0 0,-9 0 0,9 0 0,-13 13 0,13-9 0,4 22 0,0-23 0,9 24 0,-9-10 0,13 26-1326,0-10 1326,-14 24 0,11-24 0,-24 24 0,24-11-1744,-24 14 1744,11 0 0,-14 0 0,0 0 0,-14-13 0,11 9 0,-24-9 0,11-1 0,-1 11 0,-10-24 0,11 24-1088,-14-24 1088,0 10-235,13-13 235,-9-13 0,9 9 0,-13-22 0,0 22 0,0-22 0,0 9 0</inkml:trace>
  <inkml:trace contextRef="#ctx0" brushRef="#br0" timeOffset="177128">20218 17013 24575,'-16'17'0,"2"-4"0,14-13 0,0 0 0,14 0 0,-11 0 0,10 0 0,-13 0 0,0 0 0,0-13 0,13 10 0,-9-11 0,9 14 0,0 0 0,-9 0 0,9 0 0,0 0 0,-9 0 0,9-13 0,0 10 0,-9-11 0,22 14 0,-22 0 0,9 0 0,0 0 0,-9-13 0,9-4 0</inkml:trace>
  <inkml:trace contextRef="#ctx0" brushRef="#br0" timeOffset="177546">20937 16923 24575,'-17'14'0,"4"-11"0,26 10 0,-9-13 0,9 0 0,-13 0 0,0 0 0,0-13 0,13 10 0,-9-11 0,22 14 0,-22 0 0,22 0 0,-9 0 0,0 0 0,9 0 0,-9 0 0,-1 0 0,11 0 0,-24-13 0,11 10 0,-1-11 0,-10 14 0,11 0 0,-14 0 0,0 0 0,-14-13 0,11 10 0,-10-11 0</inkml:trace>
  <inkml:trace contextRef="#ctx0" brushRef="#br0" timeOffset="178167">20907 15875 24575,'17'-13'0,"-4"9"0,-13-9 0,13 13 0,-9 0 0,9-13 0,0 9 0,-9-9 0,9 13 0,-13 0 0,13 0 0,-9 0 0,9-13 0,-13 9 0,0-9 0,0 13 0,13 0 0,-9 0 0,9 0 0,-13 0 0,0 0 0,0 13 0,0-9 0,13 9 0,-10-13 0,11 0 0,-14 0 0,0 0 0</inkml:trace>
  <inkml:trace contextRef="#ctx0" brushRef="#br0" timeOffset="178663">20308 15755 24575,'17'0'0,"-4"0"0,-13 0 0,13 0 0,-9-13 0,22 10 0,-9-11 0,0 14 0,9 0 0,-9 0 0,-1 0 0,11-13 0,-10 10 0,-1-11 0,11 14 0,-10 0 0,-1 0 0,-2 0 0,-1 0 0,-10 0 0,11 0 0</inkml:trace>
  <inkml:trace contextRef="#ctx0" brushRef="#br0" timeOffset="180324">20248 15845 24575,'-30'13'0,"14"-9"0,-11 9 0,24-13 0,-11 0 0,14 0 0,-13 0 0,10 0 0,-11 0 0,14 0 0,0 0 0,0-13 0,14 9 0,-11-9 0,10 13 0,-13-13 0,0 9 0,0-9 0,0 0 0,0 9 0,0-9 0,0 0 0,0 10 0,0-11 0,0 14 0,0-13 0,0 10 0,0-11 0,0 14 0,0 0 0,0-13 0,0 10 0,0-11 0,0 14 0,0 0 0,0-13 0,0 10 0,0-11 0,0 14 0,0 0 0,14 0 0,-11 0 0,24 0 0,-24 0 0,10 0 0,0 0 0,-9 0 0,22 0 0,-22 14 0,9-11 0,0 10 0,-9-13 0,9 0 0,-13 0 0,0 0 0,-13 0 0,9 0 0,-22 0 0,22 0 0,-22 14 0,22-11 0,-22 10 0,9-13 0,1 0 0,2 0 0,1 0 0,10 0 0,-11 0 0,14 0 0,-13 0 0,10 0 0,-11 0 0,14 0 0,0 0 0,14 0 0,-11 0 0,10 0 0,-13 0 0,0 0 0,0 0 0</inkml:trace>
  <inkml:trace contextRef="#ctx0" brushRef="#br0" timeOffset="199487">7398 10603 24575,'17'0'0,"-4"0"0,-13-13 0,0 10 0,0-11 0,0 14 0,0 0 0,14 0 0,-11 0 0,10 0 0,-13 0 0,0 14 0,14-11 0,-11 10 0,24-13 0,-24 0 0,23-13 0,-22 10 0,22-11 0,-22 14 0,22 0 0,-22 0 0,9 0 0,0 0 0,-9 0 0,22 0 0,-22 0 0,22 0 0,-22 0 0,22 0 0,-22 0 0,22 0 0,-23 0 0,11 0 0,-1 0 0,-10 0 0,24 0 0,-24 0 0,11 0 0,-1 0 0,-10 0 0,24 0 0,-24 0 0,11 0 0,-1 0 0,-10 0 0,24 0 0,-24 0 0,11 0 0,-1 0 0,-10 0 0,24 0 0,-24 0 0,24 0 0,-24 0 0,24 0 0,-24 0 0,24 0 0,-24 0 0,24 0 0,-24 0 0,24 0 0,-11 0 0,1 0 0,9 0 0,-22 0 0,22 0 0,-9 0 0,0 0 0,9 0 0,-9 0 0,13 0 0,-13 0 0,9 0 0,-9 0 0,13 0 0,-14 0 0,11 0 0,-10 0 0,-1 0 0,11 0 0,-24 0 0,24 0 0,-24 0 0,24 0 0,-24 0 0,24 0 0,-24 0 0,24 0 0,-24 0 0,10 0 0,1 0 0,-11 0 0,24 0 0,-24 0 0,24 0 0,-24 14 0,24-11 0,-24 10 0,23-13 0,-22 0 0,22 0 0,-9 0 0,0 0 0,9 0 0,-9 0 0,0 0 0,9 0 0,-22 0 0,22 0 0,-9 0 0,-1 0 0,11 0 0,-10 0 0,13 0 0,-14 0 0,11 0 0,-10 0 0,13 0 0,0 0 0,-14 0 0,11 0 0,-11 0 0,14 0 0,-13 0 0,10 0 0,-11 0 0,14 0 0,0 0 0,-13 0 0,9 0 0,-9 0 0,13 0 0,-13-13 0,9 10 0,-9-11 0,13 14 0,-13 0 0,9 0 0,-9 0 0,13 0 0,-14 0 0,11 0 0,-10 0 0,13 14 0,0-11 0,0 10 0,-1-13 0,1 0 0,0 0 0,0 0 0,0 0 0,0 0 0,0 0 0,-13 0 0,9 0 0,-9 0 0,13 0 0,-13 0 0,9 0 0,-9 0 0,13 0 0,-13 0 0,9 0 0,-9 0 0,-1 0 0,11 0 0,-10 0 0,13 0 0,-14 0 0,11 0 0,-10 0 0,-1 0 0,11 0 0,-11 0 0,14 0 0,-13 0 0,10 0 0,-11-13 0,14 10 0,-13-11 0,10 14 0,-24 0 0,24 0 0,-24 0 0,23 0 0,-22 0 0,22 0 0,-22 0 0,22 0 0,-22 0 0,9 0 0,0 0 0,-9 0 0,22 0 0,-22 0 0,22 0 0,-9 0 0,0-13 0,9 10 0,-23-11 0,11 14 0,-1 0 0,-10 0 0,24 0 0,-24 0 0,24 0 0,-24 0 0,24 0 0,-24 0 0,11 0 0,-1 0 0,-10 0 0,24 0 0,-24 0 0,11 0 0,-1 0 0,-10 0 0,24 0 0,-24 0 0,24 0 0,-24 0 0,10 0 0,1 0 0,2 0 0,1 0 0,10 0 0,-11 0 0,1 0 0,9 0 0,-9 0 0,13 0 0,0 0 0,0 0 0,0 0 0,0 0 0,0 0 0,-14 0 0,11 0 0,-10 0 0,13 0 0,-14 0 0,11 0 0,-10 0 0,13 14 0,0-11 0,-14 10 0,11-13 0,-11 0 0,14 0 0,0 0 0,0 0 0,0 0 0,0 0 0,0 0 0,0 0 0,-13 0 0,9 0 0,-9 0 0,13 0 0,-13 0 0,9 0 0,-9 0 0,-1 0 0,11 0 0,-10 0 0,13 0 0,-14 0 0,24-13 0,-20 10 0,10-11 0,-3 14 0,-11 0 0,1 0 0,-4 0 0,1 0 0,-11 0 0,10 0 0,-13 0 0,14 0 0,-11 0 0,10 0 0,-13 0 0,0 0 0,14 0 0,-11 0 0,10 0 0,-13 0 0,0 0 0,14 0 0,-38 0 0,4 0 0</inkml:trace>
  <inkml:trace contextRef="#ctx0" brushRef="#br0" timeOffset="369264">8686 11622 24575,'-16'-14'0,"2"11"0,14-10 0,0 13 0,0 0 0,14 0 0,-11 0 0,10 0 0,-13 0 0,0 0 0,0 13 0,0-10 0,0 11 0,0-14 0,0 0 0,14 0 0,-11 0 0,10 0 0,-13 0 0,0 0 0,14 0 0,-11 0 0,10 0 0,-13 0 0,0 0 0,14 0 0,-11 0 0,10 0 0,-13 0 0,0 0 0,13 0 0,-9 0 0,9 0 0,-13 0 0,13 0 0,-9 0 0,9 0 0,0 0 0,-9 0 0,9 0 0,0 0 0,-9 0 0,9 0 0,-13 0 0,13 0 0,-9 0 0,9 0 0,-13 0 0,0 0 0,13 0 0,-9 0 0,9 0 0,-13 0 0,13 0 0,-9 0 0,22 0 0,-23 0 0,11 0 0,-1 0 0,-10 0 0,11 0 0,-1 0 0,-10 0 0,11 13 0,-14-10 0,13 11 0,-10-14 0,11 0 0,-1 0 0,-10 0 0,11 0 0,-1 0 0,-10 0 0,11 0 0,-14 0 0,13 0 0,-10 0 0,11 0 0,-1 0 0,-10 0 0,10 0 0,1 0 0,-11 0 0,10 0 0,1 0 0,-11 0 0,10 0 0,1 0 0,-11 0 0,24 0 0,-24 0 0,10 0 0,1 0 0,-11 0 0,24 0 0,-24 0 0,24 0 0,-24 0 0,10 0 0,0 0 0,-9 0 0,22 0 0,-22 0 0,22 0 0,-22 0 0,9 0 0,0 0 0,-9 0 0,22 0 0,-22 0 0,9 0 0,0 0 0,-9 0 0,9 0 0,-13 0 0,0 0 0,0 13 0,13-10 0,-10 11 0,11-14 0,-14 0 0,13 0 0,-10 0 0,11 0 0,-14 0 0,0 0 0,13 0 0,-10 0 0,11 0 0,-14 0 0,13 0 0,-10 0 0,11 0 0,-14 0 0,0 0 0,13 0 0,-10 0 0,11 0 0,-14 0 0,0 0 0,0-14 0,-14 11 0,-2-10 0</inkml:trace>
  <inkml:trace contextRef="#ctx0" brushRef="#br0" timeOffset="375679">11861 11891 24575,'17'0'0,"-4"0"0,1 0 0,-11-13 0,24 10 0,-24-11 0,23 14 0,-9 0 0,0 0 0,9 0 0,-9 0 0,13 0 0,-13 0 0,9 0 0,-9 0 0,0 0 0,9 0 0,-9 0 0,-1 0 0,11 0 0,-10 0 0,-1 0 0,11 0 0,-24 0 0,24 0 0,-24 0 0,24 0 0,-24 0 0,24 0 0,-24 0 0,24 0 0,-24 0 0,24 0 0,-24 0 0,24 0 0,-24 0 0,24 0 0,-24 0 0,24 0 0,-24 0 0,24-13 0,-11 10 0,1-11 0,9 14 0,-9 0 0,13 0 0,-13 0 0,9 0 0,-9 0 0,13 0 0,-13-13 0,9 10 0,-9-11 0,-1 14 0,11 0 0,-24 0 0,24 0 0,-24 0 0,24 0 0,-10 0 0,-1 0 0,11 0 0,-24 0 0,24 0 0,-11 0 0,1 0 0,10 0 0,-11 0 0,14 0 0,0 0 0,-13-13 0,10 10 0,-11-11 0,14 14 0,0 0 0,-13-13 0,9 10 0,-9-10 0,13 13 0,-13 0 0,9 0 0,-9 0 0,13 0 0,0 0 0,-14 0 0,11 0 0,-10 0 0,13 0 0,0-14 0,0 11 0,-1-10 0,-12 13 0,10 0 0,-11 0 0,14 0 0,0 0 0,0 0 0,0 0 0,0 13 0,-13-10 0,9 11 0,-9-14 0,13 0 0,0 0 0,-13 0 0,9 0 0,-9 0 0,13 0 0,0 0 0,0 0 0,-14 0 0,11 0 0,-10 0 0,13 0 0,0 0 0,-14 0 0,11 0 0,-11 0 0,14 0 0,0 0 0,-13 0 0,10 0 0,-11 0 0,14 0 0,0 13 0,0-10 0,-13 10 0,9-13 0,-9 0 0,13 0 0,0 0 0,0 0 0,0 0 0,0 0 0,0 0 0,0 0 0,0 0 0,-14 0 0,11 0 0,-10 0 0,13 0 0,-14 0 0,11 0 0,-11 0 0,14 0 0,-13 0 0,10 0 0,-11 0 0,14 0 0,0 0 0,-13 0 0,9 0 0,-9 0 0,13 0 0,0 0 0,0-13 0,0 10 0,0-10 0,0 13-476,13 0 476,-10 0 0,11 0 0,-14 0 0,0 0-34,-1 0 34,1 0 0,0 0 0,0 0 0,0 0 0,0 0 0,0 0 0,0 0 0,-13 0 0,9 0 0,-9 0 475,13 0-475,0 0 35,0 0-35,-13 0 0,9 0 0,-9 0 0,13 0 0,0 0 0,0 0 0,0 0 0,0 0 0,0 0 0,-1-14 0,1 11 0,0-10 0,0 13 0,0 0 0,0 0 0,14 0-500,-11 0 500,10 0 0,-13 0 0,0 0 0,0 0 0,0 0 0,0 0 0,0 0 0,0 0 0,-14 0 0,11 0 500,-10 0-500,-1 0 0,11 0 0,-24 0 0,24 0 0,-24 0 0,24 0 0,-24 0 0,24 0 0,-24 13 0,24-10 0,-24 11 0,24-14 0,-24 0 0,24 0 0,-11 0 0,14 0 0,0 0 0,-13 0 0,9 0 0,4 0 0,4-14 0,9 11 0,-13-10 0,-13 13 0,9 0 0,-9 0 0,13 13 0,0-10 0,0 11 0,-14-14 0,11 0 0,-10 0 0,-1 0 0,11 0 0,-24 0 0,24 0 0,-24 0 0,24 0 0,-24-14 0,10 11 0,-13-10 0,0 13 0,14 0 0,-11 0 0,10 0 0,-13 0 0,0 0 0,0 13 0,14-10 0,-11 11 0,10-14 0,-13 0 0,0 0 0,14 0 0,-11 0 0,10 0 0,-13 0 0,0 0 0,14 0 0,-11 0 0,10 0 0,-13 0 0,0 0 0,13 0 0,-9-14 0,9 11 0,-13-10 0,0 13 0,-13-14 0,9 11 0,-22-24 0,23 24 0,-11-10 0</inkml:trace>
  <inkml:trace contextRef="#ctx0" brushRef="#br0" timeOffset="383249">18721 9106 24575,'0'16'0,"0"-2"0,0-1 0,0 4 0,0 13 0,0-1 0,0 1 0,0 0 0,0 0 0,0 0 0,0 0-483,0 14 483,0-11 0,0 10 0,0 0 0,0-9 0,0 9 0,0 0 0,0-10 0,0 11 0,0-14 0,0 0 0,0 0 0,0-1 0,0 1 0,13-13 0,-10 10 0,10-11 0,-13 1 483,0-4-483,0-13 0,0 14 0,0-11 0,0 10 0,0-13 0,0 0 0,0-13 0,-13 10 0,10-11 0,-10 14 0</inkml:trace>
  <inkml:trace contextRef="#ctx0" brushRef="#br0" timeOffset="383607">18541 9585 24575,'13'-17'0,"-10"4"0,11 13 0,-14 0 0,13 0 0,-10 0 0,24 0 0,-10 0 0,-1 0 0,11 0 0,-10 0 0,-1 0 0,11 0 0,-11 0 0,1 0 0,10 0 0,-11 0 0,1 0 0,10 0 0,-24 0 0,24 0 0,-24 0 0,10 0 0,1 0 0,-11 13 0,10-9 0,-13 9 0,0-13 0,14 13 0,-11-9 0,10 9 0,-13-13 0,0 0 0,0 13 0,0-10 0,0 11 0,0-28 0,0-2 0</inkml:trace>
  <inkml:trace contextRef="#ctx0" brushRef="#br0" timeOffset="383957">18990 9225 24575,'0'17'0,"0"10"0,-13-24 0,9 24 0,-9-11 0,13 14 0,0 0 0,13 0 0,-9 0 0,9 0 0,-13 0 0,0 0 0,0 0 0,0 0 0,13 0 0,-9 0-533,9 13 533,-13-10 0,0 11 0,0-28 0,0 11 0,0-10 0,0 12 0,0-12 0,0 10 533,0-24-533,0 24 0,0-24 0,0 10 0,0-13 0,0 0 0,-13 0 0,9-13 0,-9-4 0</inkml:trace>
  <inkml:trace contextRef="#ctx0" brushRef="#br0" timeOffset="384567">19260 9315 24575,'0'17'0,"0"-4"0,0 1 0,0 2 0,0 14 0,0 0 0,0 0 0,0 0 0,0 0-508,0 13 508,13-9 0,-10 9 0,11-13 0,-14 13 0,0-10 0,0 11 0,0-14 0,0-14 0,0 11 0,0-11 0,0 1 0,0 10 0,0-24 508,0 10-508,0 1 0,0-11 0,0 10 0,0-13 0,0 0 0,0-13 0,0 10 0,0-24 0,0 24 0,0-24 0,0 10 0,0-13 0,0 1 0,0-1 0,0 0 0,-14 0 0,11 0 0,-10 0 0,13 0 0,0 0 0,0 0 0,0 0 0,0 0 0,-14 0 0,11 0 0,-10 13 0,13-9 0,0 9 0,0-13 0,0 14 0,0-11 0,0 24 0,13-24 0,-10 10 0,11 1 0,-14-11 0,13 24 0,-10-11 0,24 1 0,-24 10 0,11-10 0,-1 13 0,-10 0 0,11 0 0,-1 0 0,-10 0 0,10 0 0,1 0 0,-11 0 0,10 0 0,-13 0 0,0 13 0,14-10 0,-11 24 0,-3-11 0,-3 1 0,-11 10 0,14-11 0,-13 14 0,10 0 0,-11 0 0,1 0 0,-3 0 0,-1-13 0,-10 9 0,24-9 0,-10 0 0,-1 9 0,11-22 0,-10 22 0,-1-22 0,11 9 0,-10 0 0,13-10 0,0 11 0,0-14 0,0 0 0,0 0 0</inkml:trace>
  <inkml:trace contextRef="#ctx0" brushRef="#br0" timeOffset="384904">19679 9315 24575,'0'17'0,"0"10"0,13-24 0,-9 24 0,9-11 0,-13 14 0,0 13 0,0-9 0,0 9 0,0-13-513,0 13 513,0-10 0,0 11 0,0-14 0,0 0 0,0 0 0,0-14 0,0 11 0,0-11 0,0 1 0,0-4 513,0 1-513,0-11 0,0 10 0,0-13 0,13 0 0,-23-13 0,20 10 0,-23-11 0,0 1 0,9-4 0,-9-12 0</inkml:trace>
  <inkml:trace contextRef="#ctx0" brushRef="#br0" timeOffset="385161">19559 9225 24575,'17'0'0,"-4"0"0,0 0 0,-9 0 0,22 0 0,-9 0 0,0 0 0,9 0 0,-9 0 0,13 0 0,0 0 0,0 14 0,0-11 0,0 10 0,0-13 0,0 0 0,-14 0 0,11 0 0,-24 0 0,24 0 0,-24 0 0,10 0 0,-13 0 0</inkml:trace>
  <inkml:trace contextRef="#ctx0" brushRef="#br0" timeOffset="385333">19739 9585 24575,'30'13'0,"0"-9"0,0 9 0,0-13 0</inkml:trace>
  <inkml:trace contextRef="#ctx0" brushRef="#br0" timeOffset="389989">18810 10454 24575,'0'16'0,"0"11"0,0-24 0,0 24 0,0-11 0,0 1 0,0 10 0,0-11 0,0 14 0,0 0 0,0 0 0,0 13-546,0-9 546,-13 9 0,10-13 0,-11 0 0,14 0 0,-13 13 0,10-10 0,-11 11 0,14-14 0,0 0 0,0-14 0,0 11 0,0-24 0,0 10 546,0 1-546,0-11 0,0 10 0,0-13 0,0 0 0,14 0 0,-11 0 0,24 0 0,-24 0 0,24-13 0,-11 10 0,14-11 0,-13 14 0,10 0 0,-11-13 0,14 10 0,-13-10 0,9 13 0,-9 0 0,0 0 0,9 0 0,-22 0 0,22 0 0,-22 0 0,9-14 0,0 11 0,-9-10 0,9 13 0,-13 0 0,0 0 0,0 0 0</inkml:trace>
  <inkml:trace contextRef="#ctx0" brushRef="#br0" timeOffset="390707">19469 10483 24575,'0'17'0,"0"-4"0,0-13 0,0 0 0,0 14 0,0-11 0,0 10 0,0-13 0,0 0 0,0 14 0,0-11 0,0 10 0,0 1 0,0-11 0,0 24 0,0-24 0,0 24 0,0-24 0,0 24 0,0-11 0,0 14 0,14 0 0,-11 0 0,10 0 0,-13 0 0,0 0 0,0 0 0,0 0 0,0-14 0,0 11 0,0-10 0,0 13 0,0-14 0,0 11 0,0-10 0,0-1 0,0-2 0,0-14 0,0 13 0,0-10 0,0 10 0,0-13 0,0 0 0,0-13 0,0 10 0,-13-10 0,10-1 0,-11-2 0</inkml:trace>
  <inkml:trace contextRef="#ctx0" brushRef="#br0" timeOffset="391420">19409 10543 24575,'17'0'0,"-4"0"0,1 0 0,-11 0 0,10-13 0,1 10 0,-11-11 0,10 14 0,-13 0 0,14 0 0,-11 0 0,24 0 0,-24 0 0,24 0 0,-24 0 0,23 0 0,-22 0 0,22 0 0,-22 0 0,22 0 0,-22 0 0,22 0 0,-22 0 0,9 0 0,-13 0 0,13 0 0,-9 0 0,9 0 0,-13 0 0,13 0 0,-9 0 0,9 14 0,-13-11 0,0 10 0,0-13 0,0 14 0,0-11 0,0 24 0,0-24 0,0 10 0,0 1 0,0-11 0,-13 24 0,9-24 0,-22 24 0,22-11 0,-22 1 0,9 9 0,0-22 0,-9 22 0,9-22 0,0 22 0,-9-22 0,23 9 0,-24 0 0,24-9 0,-24 9 0,24-13 0,-11 0 0,14 13 0,0-9 0,0 9 0,0-26 0,0 9 0,0-9 0,-13 13 0,10-13 0,-11 9 0,14-9 0</inkml:trace>
  <inkml:trace contextRef="#ctx0" brushRef="#br0" timeOffset="392313">20008 10483 24575,'0'17'0,"0"-4"0,0-13 0,0 0 0,0 14 0,14-11 0,-11 10 0,10 1 0,-13-11 0,0 10 0,0 1 0,0-11 0,0 24 0,0-24 0,14 24 0,-11-11 0,10 1 0,-13 9 0,0-9 0,0 13 0,0 0 0,0 0 0,0 0 0,0 0 0,0 0 0,0 0 0,0 0 0,0 0 0,0-14 0,0 11 0,0-24 0,0 24 0,0-24 0,0 24 0,0-24 0,0 11 0,0-14 0,0 13 0,0-10 0,0 10 0,0-26 0,0 10 0,0-10 0,0 13 0,0 0 0,0-14 0,-13 11 0,10-10 0,-11 13 0</inkml:trace>
  <inkml:trace contextRef="#ctx0" brushRef="#br0" timeOffset="392922">19979 10394 24575,'0'16'0,"0"-2"0,0-14 0,0 0 0,13 0 0,-10 0 0,10 0 0,-13 0 0,14 0 0,2 13 0,1-10 0,10 11 0,-11-14 0,14 0 0,0 0 0,-13 0 0,10 0 0,-11 0 0,14 0 0,-13 0 0,9 0 0,-9 0 0,0 0 0,9 0 0,-22 0 0,22-14 0,-22 11 0,22-10 0,-22 13 0,9 0 0,-13 0 0,0 0 0,0 0 0</inkml:trace>
  <inkml:trace contextRef="#ctx0" brushRef="#br0" timeOffset="393311">20038 10723 24575,'17'13'0,"-4"-9"0,-13 9 0,14-13 0,-11 0 0,10 0 0,-13 0 0,14 0 0,-11 0 0,10 0 0,1 0 0,-11 0 0,24 0 0,-24 0 0,24 13 0,-24-9 0,10 9 0,0-13 0,-9 0 0,22 0 0,-22 0 0,9 0 0,0 0 0,-9 0 0,9 0 0,-13 0 0,0 0 0,-13 0 0,9 0 0,-9 0 0</inkml:trace>
  <inkml:trace contextRef="#ctx0" brushRef="#br0" timeOffset="401921">21836 9615 24575,'0'16'0,"0"-2"0,0-1 0,0 4 0,0-1 0,0 11 0,0-10 0,0 13 0,0 0 0,0 0 0,0-1 0,0 1 0,0 0 0,0 0 0,0 0 0,0 0 0,0 0 0,0 0 0,0 0 0,13-13 0,-10 9 0,11-9 0,-14 0 0,0 9 0,0-22 0,0 9 0,0 0 0,0-9 0,0 9 0,0-13 0,0 0 0,0-13 0,0 9 0,0-22 0,0 22 0,0-9 0</inkml:trace>
  <inkml:trace contextRef="#ctx0" brushRef="#br0" timeOffset="402737">21806 9705 24575,'16'-17'0,"-2"4"0,-1 13 0,-10 0 0,24 0 0,-24 0 0,24-14 0,-24 11 0,24-10 0,-24 13 0,24 0 0,-24 0 0,24 0 0,-24 0 0,10 0 0,1 0 0,-11 0 0,10 0 0,-13 0 0,14 0 0,-11 0 0,10 0 0,-13 0 0,0 13 0,0-10 0,0 11 0,0-14 0,0 0 0,0 13 0,14-10 0,-11 11 0,10-1 0,-13-10 0,0 24 0,0-24 0,0 24 0,0-24 0,0 24 0,-13-24 0,10 24 0,-11-24 0,14 10 0,-13 1 0,10-11 0,-11 24 0,14-24 0,0 10 0,-13-13 0,10 14 0,-11-11 0,14 10 0,0-13 0,0 0 0,14 0 0,-11 0 0,24 0 0,-24 0 0,24 0 0,-24 0 0,24 0 0,-24 0 0,23 0 0,-9 0 0,0 0 0,-4 14 0,0-11 0,-9 10 0,22 1 0,-22-11 0,22 10 0,-22 1 0,9-11 0,-13 10 0,0 1 0,0-11 0,0 10 0,0-13 0,-13 13 0,9-9 0,-9 9 0,0 0 0,9-9 0,-22 9 0,22-13 0,-22 0 0,9 13 0,0-9 0,-9 9 0,9-13 0,1 0 0,-11 0 0,10 0 0,1 0 0,2 0 0,1 0 0,10 0 0,-11 0 0,1 0 0,10 0 0,-11 0 0,14 0 0,0 0 0,0-13 0,14 9 0,2-9 0</inkml:trace>
  <inkml:trace contextRef="#ctx0" brushRef="#br0" timeOffset="403279">22405 9675 24575,'0'16'0,"0"-2"0,0-1 0,0-10 0,0 24 0,0-24 0,0 24 0,0-10 0,0 13 0,0-1 0,0 1 0,0-13 0,0 10 0,0 26 0,0 4 0,0-18-471,0 18 0,0-7 471,0-37 0,0-9 0,0 9 0,0-13 0,0 0 0,0-13 0,0 9 942,0-9-942,0 13 0,0-13 0,0 9 0,0-22 0,0 9 0,0 0 0,0 4 0</inkml:trace>
  <inkml:trace contextRef="#ctx0" brushRef="#br0" timeOffset="403804">22345 9675 24575,'16'0'0,"-2"0"0,-1 0 0,-10 0 0,24 0 0,-24 0 0,24 0 0,-24 0 0,24 0 0,-24 0 0,24 0 0,-10 0 0,-1 0 0,11 0 0,-24 0 0,24 0 0,-11 0 0,1 0 0,-4 0 0,1 0 0,-11 13 0,10-10 0,-13 11 0,0-14 0,0 0 0,0 13 0,0-10 0,0 11 0,0-14 0,-13 13 0,10-10 0,-11 24 0,1-24 0,-4 11 0,1-1 0,-11-10 0,24 24 0,-24-24 0,24 10 0,-24 1 0,24-11 0,-24 10 0,24-13 0,-24 14 0,24-11 0,-10 10 0,13-13 0,0 0 0,-14 0 0,11 0 0,-10 0 0,13 0 0,0 0 0,0-13 0,0-4 0</inkml:trace>
  <inkml:trace contextRef="#ctx0" brushRef="#br0" timeOffset="404290">22944 9705 24575,'0'16'0,"0"-2"0,0-14 0,0 13 0,0-10 0,0 24 0,0-10 0,0-1 0,0 11 0,0-11 0,0 14 0,0-13 0,-13 10 0,9-11 0,-9 14 0,13 0 0,0-13 0,0 10 0,0-11 0,0 1 0,13 9 0,-9-9 0,9 0 0,-13 9 0,0-22 0,0 22 0,0-22 0,0 9 0,0 0 0,0-9 0,0 9 0,0-13 0,0 0 0,-13 0 0,9 0 0,-9-13 0,13 9 0,-13-9 0,-4 13 0</inkml:trace>
  <inkml:trace contextRef="#ctx0" brushRef="#br0" timeOffset="404665">22854 9675 24575,'17'0'0,"-4"0"0,-13 0 0,0 0 0,13 0 0,-9 0 0,22 0 0,-9 0 0,0 0 0,9 0 0,-9 0 0,13 0 0,0 0 0,0 0 0,-14 0 0,11 0 0,-10 0 0,12 0 0,-12 0 0,10 0 0,-24 0 0,24 0 0,-24 0 0,10 0 0,-13 0 0,0 0 0,0 13 0,-13-10 0,-4 11 0</inkml:trace>
  <inkml:trace contextRef="#ctx0" brushRef="#br0" timeOffset="404910">22854 9944 24575,'17'0'0,"-4"14"0,-13-11 0,13 10 0,-9-13 0,9 0 0,0 0 0,-9 0 0,22 0 0,-9 0 0,13 0 0,0 0 0,0 0 0,0 0 0,0 0 0,-14 0 0,11 0 0,-24 0 0,24 0 0,-24-13 0,10-4 0</inkml:trace>
  <inkml:trace contextRef="#ctx0" brushRef="#br0" timeOffset="407258">18241 8686 24575,'0'17'0,"14"23"0,-11-20-3104,24 36 3104,-24 4-2706,10 17 2706,-13-33 0,0 2-862,7 5 1,-1 1 861,-10 0 0,-1 2-1665,10 12 0,-1 2 1665,-10-1 0,-1 2-1186,7 5 1,0 2 1185,-6 5 0,-1 1 0,5-6 0,1 1 0,-4-19 0,0 2 0,1-2 0,4 19 0,0-1 0,-6 6 0,-1-1 0,5-5 0,1-2-512,-6 2 1,0-2 511,7-5 0,0-2-121,0 1 0,0-2 121,-1-12 0,2-2 372,6 0 0,0-1-372,-6-5 0,1-2 1953,11 33-1953,-13-4 0,0-13 0,0-14 3250,14-2-3250,-11-28 3357,-3 11-3357,-3-24 754,-11-3 0,14-16 1,0-14-1</inkml:trace>
  <inkml:trace contextRef="#ctx0" brushRef="#br0" timeOffset="408216">18271 8507 24575,'17'0'0,"-4"0"0,0 0 0,-9 0 0,36 0 0,-20 0 0,36 0-2662,4 0 2662,17 0-1893,-27 0 0,3 0 1893,-1 0 0,2 0-2045,18 0 1,3 0 2044,0 0 0,3 0 0,-15 0 0,2 0 0,0 0 0,0 0 0,0 0 0,1 0-1098,4 0 0,0 0 1,0 0 1097,0 0 0,0 0 0,0 0-513,-1-1 0,1 1 0,0 1 513,4 2 0,1 3 0,-1-2-257,-3-3 0,0-1 0,0 2 257,8 6 0,0 3 0,0-3-82,-8-6 1,0-3 0,0 3 81,3 6 0,1 3 0,-1-3 0,-4-6 0,0-3 0,-1 3 0,1 6 0,0 3 0,0-3 0,0-6 0,0-2 0,0 1 0,-4 3 0,-1 1 0,0-1 257,0 1 0,0 0 1,-2-1-258,21-3 0,-2 1 0,-1 5 0,1-1 0,-18-5 0,0-1 0,-2-1 0,12 1 0,-1 0 0,9 0 0,-5 0 0,-30 0 0,-4 0 786,1 0 1,-1 0-787,20 0 2378,-3 0-2378,-4 0 3893,-22 0-3893,9 0 3284,-26 0-3284,9 0 2081,-22 0-2081,22 0 1666,-22 0-1666,9 0 737,0 0-737,-9 0 0,9 0 0,-13 0 0,0 0 0,13 0 0,-10 0 0,11 0 0,-14 14 0,0-11 0,0 10 0,0-13 0,0 0 0,0 14 0,0-11 0,0 10 0,0-13 0,0 0 0,0 14 0,13-11 0,-10 10 0,11 1 0,-14 2 0,0 14 0,0 0 0,0 13-1452,0 4 1452,0 13 0,0 0-2669,-14 13 2669,11 4-1567,-4-27 1,1 3 1566,6-7 0,0 1 0,-7 11 0,0 0 0,7-4 0,-3-1-1444,-10 6 0,0 2 1444,10-1 0,2-1 0,-5 1 0,-1 0 0,0 0 0,1 0 0,4 0 0,0 0 0,-5-7 0,1 0 0,6 6 0,0-1 0,-7-5 0,1 0-587,4 1 1,0-1 586,-5-1 0,1-1 0,5-6 0,2 0-52,-1 0 1,0 0 51,0 0 0,0 0 344,0 0 0,0 0-344,0 31 0,0-3 0,0-13 1758,0-13-1758,13 9 1961,-9-22-1961,9 9 2375,-13-26-2375,0 9 2369,13-23-2369,-23 11 1528,20-14-1528,-23 0 184,0-14 1,-4-2 0,-13-14 0</inkml:trace>
  <inkml:trace contextRef="#ctx0" brushRef="#br0" timeOffset="409480">18331 11652 24575,'17'0'0,"-4"0"0,0 0 0,-9 0 0,22 0 0,-9 0 0,0 0 0,9 0 0,-9 0 0,13 0 0,0 0 0,13 0-561,-10 0 561,11-14 0,-1 11 0,-10-10-1254,24 13 1254,-11 0 0,1-14 0,10 11 0,-11-10-1604,14 13 1604,0 0 0,0 0 0,0 0 0,0 0 0,0 0-1977,13 0 1977,-10 0-970,-20 0 1,1 0 969,32 0 0,-31 0 0,0 0 0,0 0 0,0 0 0,0 0 0,0 0 0,0 0 0,-1 0 0,1 0 0,0 0 0,7 0 0,0 0-891,-6 0 1,1 0 890,11 0 0,0 0 0,-11 0 0,-1 0 0,6 0 0,0 0 0,-1 0 0,1 0 0,-6 0 0,1 0 0,11 0 0,0 0 0,-4 0 0,-1 0 0,0 0 0,0 0 0,6 0 0,-1 0 0,-5 0 0,0 0 0,0 1 0,1-2 0,5-6 0,-2 0 0,-10 6 0,0-1 0,11-5 0,0 1 0,-11 5 0,-1 2-455,6-1 1,-1 0 454,-6 0 0,0 0 0,7 0 0,-1 0 0,-4 0 0,0 0 0,-2 0 0,-1 0-133,0 0 1,-1 0 132,34 0 0,-1 0 0,-32 0 0,-1 0 0,20 0 0,10 0 811,-13 0-811,-13 0 0,9 0 0,-9 0 1694,-1 0-1694,11 0 0,-24 0 0,24 0 1830,-24 0-1830,10 13 2097,-13-10-2097,0 11 0,0-14 0,0 0 0,0 0 1544,-13 0-1544,9 0 1265,-22 0-1265,9 0 765,-13 0-765,13 0 284,-9 0-284,9 0 0,-13 0 0,0 0 0,13 0 0,-9 13 0,9-10 0,-13 11 0,0-14 0,0 0 0,0-14 0,0 11 0,-13-10 0,-4 13 0,-13 0 0,0 0 0,0 0 0</inkml:trace>
  <inkml:trace contextRef="#ctx0" brushRef="#br0" timeOffset="463679">21177 5871 24575,'0'16'0,"0"11"0,0-24 0,0 37 0,0-20 0,-14 24 0,11-1-1498,-10 3 1498,13 14-2274,0 14 2274,-14-11-1280,13-21 0,-1 2 1280,-11 33 0,12-33 0,2 2 0,0-1 0,-2 0 0,-6-1 0,0 1 0,6 0 0,-1 0 0,-5 0 0,1 0 0,5 7 0,2-1 0,0-4 0,-2-1 0,-6 7 0,0-2 0,4 25 0,-4-32 0,1-1 0,6 20-917,0-20 0,0 0 917,0 21-172,0 9 172,-13-26 0,9 9 1153,-9-23-1153,13 11 2407,0-14-2407,0-14 2338,0 11-2338,-13-24 1700,9 11-1700,-9-1 740,0-23-740,9 20 0,-9-37 0,13 11 0</inkml:trace>
  <inkml:trace contextRef="#ctx0" brushRef="#br0" timeOffset="464807">21177 5901 24575,'-17'0'0,"4"13"0,13-10 0,0 11 0,0-14 0,13 0 0,-10 0 0,11 0 0,-1 0 0,4 0 0,26 0 0,3 0-1752,14 0 1752,0 0 0,0 0-2612,13 0 2612,4 0-1404,-33 0 0,2 0 1404,-2 0 0,2 0 0,5 0 0,1 0 0,-6 0 0,1 0 0,11 0 0,1 0 0,-6 0 0,0 0-1439,6 0 0,2 0 1439,-1 0 0,0 0 0,-1-1 0,1 2-895,7 5 0,0 1 895,-6-5 0,1-1 0,11 6 0,0 0 0,-11-7 0,-1 0-655,12 0 0,1 0 655,-6 0 0,0 0 0,0 0 0,1 0 0,-3 0 0,1 0 0,0 0 0,-1 0 223,-4 0 1,-1 0-224,-1 0 0,0 0 0,-1 0 0,-2 0 229,-10 0 0,-1 0-229,6 0 0,0 0 0,-7 0 0,0 0 1696,31 0-1696,-16 13 0,-3-10 0,-24 11 3460,10-14-3460,-13 0 0,0 0 1892,-13 0-1892,9 0 3133,-22 0-3133,9 13 1744,-13-10-1744,13 11 320,-9-14-320,9 0 0,-13 0 0,0 0 0,-13 0 0,9 0 0,-9 0 0,13 0 0,0 0 0,0 13 0,-13-10 0,9 10 0,-9-13 0,13 0 0,0 0 0,0 14 0,0-11 0,0 10 0,0-13 0,0 0 0,-13 0 0,9 14 0,-9-11 0,13 10 0,0-13 0,0 0 0,0 14 0,0-11 0,0 10 0,0-13 0,0 0 0,0 14 0,0-11 0,0 10 0,0-13 0,0 0 0,0 14 0,0-11 0,0 10 0,0-13 0,0 0 0,0 14 0,0-11 0,0 24 0,0-24 0,0 23 0,0-9 0,-13 0 0,9 23 0,-9-20 0,13 23 0,0 0 0,0-10 0,0 24-1679,0-10 1679,-13 13-2221,9 13 2221,-9-10-1238,12-20 0,2 1 1238,-1 32 0,0 1 0,7-34 0,-1 0 0,-2 34 0,3-33 0,-1 2 0,-5-2 0,-2 1 0,1 1 0,0-2 0,0 33 0,0-34 0,0 0 0,0 34 0,0-1-1593,0-2 1593,0-14 394,13-14-394,-9-3 1562,9-13-1562,-13 0 0,0 0 2540,-13-13-2540,9 10 2166,-9-24-2166,0 10 1073,-4-13-1073,-13 0 0,0-13 0,0-4 0</inkml:trace>
  <inkml:trace contextRef="#ctx0" brushRef="#br0" timeOffset="465566">20847 8087 24575,'17'0'0,"-4"0"0,0 0 0,4 0 0,0 0 0,9 0 0,4 0 0,4 0-1801,35 14 1801,-19-11-1344,-8 4 0,3-1 1344,31-6 0,-31 0 0,0 0 0,0 0 0,0 0-1546,6 0 0,1 0 1546,1 0 0,1 0 0,5 0 0,2 0-1563,-2 0 1,1 0 1562,6 0 0,2 0 0,-1 0 0,2 0 0,5 0 0,2 0 0,-2 0 0,2 0-1163,5 0 1,1 0 1162,-5 0 0,-1 0 0,-1 0 0,0 0-503,-1 0 0,-2 0 503,-10 0 0,-1 0-68,-1 0 1,0 0 67,-1 0 0,-2 0 375,-9 1 1,-2-2-376,-1-5 0,-1-1 0,1 5 0,-3 1 2343,21-13-2343,-3 14 0,-3 0 0,-24 0 3103,10 0-3103,-13 0 3330,-13 0-3330,9 0 2841,-22 0-2841,9 0 1494,0 0-1494,-9 0 310,9-13-310,-13 10 0,-13-11 0,-4 14 0,0 0 0,-23 14 0,7 2 0</inkml:trace>
  <inkml:trace contextRef="#ctx0" brushRef="#br0" timeOffset="468114">22674 6799 24575,'-16'0'0,"2"0"0,14 0 0,0 0 0,0 14 0,0-11 0,0 10 0,0-13 0,0 0 0,0 14 0,-13-11 0,10 10 0,-11-13 0,14 14 0,0-11 0,0 23 0,-13-22 0,10 22 0,-11-9 0,14 0 0,-13 9 0,10-22 0,-11 22 0,1-9 0,10 13 0,-10 0 0,-1 0 0,11-14 0,-10 11 0,-1-10 0,11 13 0,-10 0 0,-1 0 0,11-1 0,-24 1 0,24 0 0,-10 0 0,13 0 0,-14 0 0,11 0 0,-10-13 0,-1 9 0,11-9 0,-10 13 0,13-13 0,0 9 0,-13-22 0,9 22 0,-9-22 0,13 22 0,0-22 0,0 9 0,0-13 0,0 13 0,0-9 0,0 9 0,0-13 0,0 0 0,-13 0 0,9 0 0,-9-13 0,13-4 0</inkml:trace>
  <inkml:trace contextRef="#ctx0" brushRef="#br0" timeOffset="469100">22974 6440 24575,'0'-17'0,"-13"4"0,9 13 0,-9 0 0,0 0 0,9 0 0,-22 0 0,22 0 0,-22 0 0,22 0 0,-9 0 0,0 0 0,9 0 0,-22 0 0,9 0 0,0 0 0,-9 0 0,23 13 0,-24-9 0,10 9 0,1 0 0,-11-10 0,24 11 0,-24-1 0,10-10 0,1 24 0,-11-10 0,24-1 0,-24 11 0,24-10 0,-10-1 0,-1 11 0,11-10 0,-10 12 0,13 1 0,0 0 0,0 0 0,13-13 0,-10 10 0,24-11 0,-24 14 0,24 0 0,-11 0 0,14-13-904,14 9 904,-11-9 0,24 0-1699,-11-4 1699,14 0 0,0-9 0,0-4 0,0-4 0,0-9 0,0 0 0,-14-4 0,11 0 0,-24-9 0,24 9-1109,-24-13 1109,10 0 0,-13 0 0,0 0 0,-13-13 0,9 10-312,-22-11 312,9 15 0,0-15 0,-9 11 0,9-10 0,-26 13 0,9 0 0,-22 0 0,22 0 760,-22 13-760,22-9 1635,-22 22-1635,9-9 1248,-13 0-1248,0 9 0,0-9 0,0 26 0,0-9 0,-13 9 0,-4-13 0</inkml:trace>
  <inkml:trace contextRef="#ctx0" brushRef="#br0" timeOffset="469586">23363 6889 24575,'17'0'0,"-4"0"0,-13 0 0,0 0 0,0 13 0,0-9 0,0 22 0,0-9 0,0 13 0,0 13-1052,13-9 1052,-9 22 0,9-23 0,-13 24 0,0-10 0,13-1 0,-9 11 0,9-11 0,0 1 0,-9-4 0,9 0-566,0-9 566,-9 9 0,9-13 0,0 0 0,-9-13 0,9 9 0,0-22 0,-9 9 1021,9 0-1021,-13-10 597,0 11-597,0-14 0,0 0 0,-13 0 0,-4 0 0,-13 0 0</inkml:trace>
  <inkml:trace contextRef="#ctx0" brushRef="#br0" timeOffset="478433">22465 7308 24575,'0'-16'0,"13"3"0,-10-1 0,11 11 0,-1-24 0,-10 11 0,11-14 0,-1 0 0,-10 13 0,10-10 0,1 11 0,-11-1 0,10-9 0,1 9 0,-11 0 0,10 4 0,-13 13 0,0-13 0,0 9 0,0-9 0,0 26 0,0-9 0,-13 22 0,10-22 0,-24 22 0,10-9 0,1 13 0,-11 13 0,11-10 0,-14 11-1178,13-14 1178,-10 13 0,11-10 0,-1 10-379,-10-13 379,24 0 0,-10-13 0,0 10 0,9-24 0,-9 10 1155,13 1-1155,0-11 402,0 10-402,0-13 0,0 0 0,13 0 0,-10-13 0,24 10 0,-24-24 0,24 10 0,-24-13 0,24 0 0,-10 0 0,13 0 0,-14 0-527,11 1 527,-10-1 0,12 0 0,-12 0 0,10 13 0,-24-10 0,10 24 0,1-24 0,-11 24 0,10-10 0,-13 13 527,0 0-527,-13 13 0,10 4 0,-24-1 0,24 11 0,-24 3 0,10 3-638,1 11 638,-11-15-1014,11 15 1014,-14-11 0,13 10 0,-10-13 0,11 0-151,-1 0 151,4 0 0,-1-13 0,11 9 601,-10-22-601,13 9 1037,0-13-1037,0 0 165,0-13-165,13 9 0,4-22 0,-1 9 0,11-13 0,-10 0 0,13 0 0,-14 0-522,11 0 522,-10 0 0,12 0 0,1 0 0,0-13 0,0 23 0,-13-20 0,10 24 0,-24-14 0,24 13 0,-24 4 0,10-1 0,-13 11 0,0-10 0,0 13 522,0 13-522,0-10 0,-13 24 0,-4-10 0,-13 13 0,14 0-897,-11 13 897,10-10-1289,-13 24 1289,0-24 0,1 10 0,-1 1 0,13-11-476,-10 10 476,24-13 0,-24-13 0,24 9 817,-10-9-817,-1 0 1312,11-4-1312,-10-13 533,13 13-533,0-9 0,13-4 0,-10-4 0,24-22 0,-24 9 0,24-13 0,-10 0-798,13 0 798,-14-13 0,11 10 0,-11-11 0,14 14 0,0 0 0,0 0 0,-13 0 0,10 1 0,-24-1 0,24 0 0,-24 13 0,10-10 0,1 24 0,-11-10 798,10 13-798,-13-14 0,0 11 0,-13 3 0,10 3 0,-11 24 0,1-24 0,-17 51 0,10-31 0,-20 33-1575,23-12 1575,-13-11 0,0 10 0,1 1-894,12-11 894,-10 10 0,11-13-115,-1 0 115,4 0 0,-1-13 0,11 9 1491,-10-22-1491,13 9 962,0-13-962,0 0 131,13 0-131,-10-13 0,11-4 0,-1-13 0,4 0 0,-1 0-453,11 0 453,-10 0 0,12 0 0,-12-13 0,10 10 0,-11-11-1192,14 14 1192,0-13 0,-13 10 0,10-10 0,-24 26 0,10-10 0,1 24 0,-11-24 426,10 24-426,-13-10 1219,0 13-1219,0 0 0,-13 13 0,10 4 0,-24 13 0,10 0-1076,-13 0 1076,0 13 0,0-10 0,14 24-1473,-11-11 1473,10 1 0,-12 9 0,12-22-618,-10 9 618,11-13-139,-1 0 139,4 0 953,-1-13-953,11 9 1488,-10-23-1488,13 24 701,0-24-701,0 11 164,0-14-164,0 0 0,0-14 0,13 11 0,-10-24 0,24 11 0,-24-14 0,24 0 0,-10 0 0,-1 0-936,11-13 936,-11 9 0,14-9 0,0 13 0,0-13 0,0 10 0,0-11 0,0 14 0,-13 1-486,9-1 486,-9 0 0,0 0 0,-4 13 0,-13 4 0,13-1 0,-9 11 913,9-10-913,-26 26 509,9-10-509,-22 24 0,22-10 0,-22 26 0,9-10-1276,-13 24 1276,0-24-1737,0 24 1737,0-11 0,0 14 0,0 0 0,0-13 0,1 9 0,-1-22-613,13 9 613,-10-13 0,24 0 0,-24 0 0,24-14 1120,-10 11-1120,13-24 1787,0 11-1787,0-14 719,0 0-719,13-14 0,4-16 0,13-3-1210,-14-10 1210,11-1 0,3 11 0,3-23 0,10 22-1867,-13-22 1867,0 9 0,0 1 0,0-11 0,0 10 0,0 1-1003,0 3 1003,0 13 0,0 0-392,-13 0 392,9 0 1005,-22 13-1005,9-10 1825,-13 24-1825,13-10 1152,-9 0-1152,9 9 490,-13-9-490,-13 26 0,9-9 0,-9 22 0,0-9 0,-4 13 0,-13 0 0,13 13 0,-9-10 0,9 24-2122,-13-11 2122,0 14 0,0-13 0,0 9 0,14-9-1034,-11 0 1034,10-4-345,1-13 345,2 0 0,14 0 0,-13-14 0,10 11 1962,-11-24-1962,14 11 1131,0-14-1131,0 0 408,14 0-408,-11-14 0,24-2 0,-24-14 0,24 0 0,-24 0 0,24 0-1409,-11-13 1409,14-4 0,0 0 0,0-9 0,0 23 0,0-24 0,0 24 0,0-24 0,-13 24 0,9-10 0,-22 13 0,9 13 0,0-10 0,-10 24 0,11-24 0,-14 24 1409,0-10-1409,0 13 0,0 0 0,-14 13 0,11 4 0,-23 13 0,22 0 0,-22 0-1061,9 13 1061,-13-10-1672,0 24 1672,0-11 0,0 14 0,13-13 0,-9 9 0,9-9 0,1 0-612,-11-4 612,24-13 0,-24 0 0,24 0 0,-11-14 936,14 11-936,0-24 1703,0 11-1703,0-14 706,0 0-706,14-14 0,-11-2 0,24-1 0,-11-10 0,1-3-728,10-3 728,-11-10 0,14 13-1231,0-13 1231,0 9 0,0-22 0,0 23 0,-13-11 0,9 1 0,-9 10-166,-1-11 166,11 28 0,-24-11 0,24 11 676,-24-1-676,11 4 1264,-14-1-1264,0 11 185,0-10-185,0 26 0,-14-10 0,11 24 0,-24-10 0,11 13-1060,-14 13 1060,0-10 0,0 24 0,0-11-2117,0 14 2117,0 0 0,0-13 0,0 9 0,0-9-978,0-1 978,14-2 0,-11-14-98,24 0 98,-11 0 0,14 0 886,-13-14-886,10-3 2093,-11-13-2093,14 0 1151,14 0-1151,-11 0 123,10-13-123,1-3 0,2-14 0,14 0 0,-13 0-895,10-14 895,-11 11-1611,14-23 1611,0 9 0,0 0 0,0-9 0,0 9 0,0 1 0,0-11 0,0 24 0,-14-24-787,11 24 787,-24-10 0,24 26 0,-24-10 786,11 11-786,-1-1 1610,-10 4-1610,11 13 897,-14 0-897,-14 0 0,11 13 0,-10 4 0,-1 13 0,11 0 0,-24 13-1409,11-10 1409,-14 24 0,13-11-1921,-9 14 1921,9 0 0,-13 0 0,0 0 0,13-13-1096,-9 9 1096,9-23 0,0 24 0,-9-24 0,22-3 0,-9-3 1186,13-11-1186,0 1 1930,0-4-1930,0-13 1310,0 0-1310,0-13 0,13 10 0,4-24 0,0-3-756,9-3 756,-9-10-1415,13-1 1415,-13-2 0,9-14 0,-9 13-1688,13-9 1688,0 9 0,0-13 0,-14 0 0,11 14 0,-24-11 0,24 24 0,-24-10 0,24 26 637,-24-10-637,11 24 1334,-14-24-1334,0 24 1888,0-10-1888,0 13 0,0 13 0,-14-10 0,11 24 0,-24 3 0,24 3 0,-24 24-2044,11-11 2044,-14 14 0,13 0 0,-10 0 0,11 0 0,-14 0 0,13 0 0,-9-14 0,9 11-740,0-24 740,4 11 0,13-28 0,-13 11 0,9-24 0,-9 24 1962,13-24-1962,0 10 822,0-13-822,13-13 0,-9 10 0,9-24 0,0 11 0,4-14-1068,13-14 1068,0 11 0,-13-24 0,9 24-1591,-9-23 1591,13 9 0,0-13 0,0 0 0,0 14 0,-14-11 0,11 10 0,-24 1-548,24 3 548,-24 13 0,10 0 0,-13 13 0,0 4 950,14-1-950,-11 11 1628,10-10-1628,-13 13 629,-13 0-629,10 13 0,-11 4 0,1 13 0,10 0 0,-24 0 0,11-1-1251,-14 15 1251,13 2-1912,-10 14 1912,11 0 0,-14-13 0,0 9 0,13-9 0,-9 13 0,9-14-680,0-2 680,-9-14 0,22 0 0,-9 0 0,0-14 1082,9 11-1082,-9-24 1956,13 10-1956,0-13 805,0 0-805,13 0 0,-9-13 0,9-3 0,14-28 0,-21-2-1625,34-1 1625,-23-10 0,-1 24 0,11-23 0,-10 9 0,13 0 0,0-9 0,0 9 0,-14 1 0,11-11-931,-11 24 931,1-10-393,10 13 393,-24 0 0,10 0 0,-13 13 0,0 4 1510,0-1-1510,0 11 989,0-10-989,0 13 450,0 13-450,0-10 0,-13 24 0,10-10 0,-24 26 0,24-10-1531,-24 24 1531,11-11 0,-14 14 0,13 0-2041,-10 0 2041,11 0 0,-14 0 0,13 0-976,-10-14 976,24-2 0,-23-1 0,22-23 0,-22 20 0,22-23 1287,-9-1-1287,13 11 2080,0-24-2080,0 10 1181,0-13-1181,0 0 0,13-13 0,-9 10 0,9-24 0,0 11 0,4-14 0,-1 0 0,11-14 0,-10 11 0,13-24-1513,0 24 1513,-14-23 0,11 9 0,-10-13 0,12 14 0,-12 2 0,10 1-740,-24 10 740,24-11 0,-24 14 0,10 14 0,-13-11 0,0 24 1453,0-10-1453,0 13 800,0-14-800,0 11 0,0 16 0,0 7 0,-13 23 0,10-13-595,-24 14 595,24-11 0,-24 24 0,10-11-1470,1 14 1470,-11-13 0,11 9 0,-1-9 0,-10-1-581,24-2 581,-10-14 0,-1 0 0,11 0 0,-10-14 534,13 11-534,0-24 1466,0 10-1466,0-13 646,0 0-646,13-26 0,4 6 0,13-23-1119,-14-1 1119,11 11 0,-10-10 0,12 0 0,-12 9 0,10-22 0,-11 22 0,1-9 0,10 0 0,-24 10 0,24-11 0,-24 14 0,10 14 0,1-11 0,-11 24 0,10-24 0,-13 24 1119,0-11-1119,0 14 0,0 0 0,0 14 0,-13-11 0,10 24 0,-11-11 0,14 14 0,-13 0 0,10 14-1089,-24-11 1089,24 23 0,-24-22 0,10 22 0,1-22 0,-11 9-340,24-13 340,-11 0 0,1 0 0,10 0 0,-10 0 0,13-14 0,0-2 0,0-1 0,-14-10 1071,11 11-1071,3-14 358,3-14-358,11 11 0,-14-10 0,13-1 0,-10-2 0,24-14 0,-24 0 0,24 0 0,-24 0 0,24 0 0,-24 0 0,24 0 0,-11 0 0,1 0 0,10 0 0,-24 0 0,10 0 0,1 14 0,-11-11 0,10 24 0,-13-11 0,0 14 0,0 0 0,0 14 0,0-11 0,-13 24 0,10-11 0,-11 14 0,14 0 0,-13 0 0,10 0 0,-11 0 0,14 0 0,-13 0 0,10 0 0,-11 0 0,14-14 0,0 11 0,0-24 0,-13 11 0,10-14 0,-11 13 0,14-10 0,14 11 0,-11-14 0,10-14 0,-13 11 0,0-10 0,0 13 0,14-14 0,-11 11 0,10-24 0,-13 24 0,0-10 0,14-1 0,-11 11 0,10-10 0,-13 13 0,0 0 0,0 13 0,14-10 0,-11 24 0,10-24 0,-26 24 0,10-24 0,-11 11 0,14-1 0,0-10 0,-13 11 0,10-14 0,-24 0 0,10 0 0,-13 0 0</inkml:trace>
  <inkml:trace contextRef="#ctx0" brushRef="#br0" timeOffset="481867">23213 7249 24575,'0'-17'0,"0"4"0,14-1 0,-11-2 0,24-1 0,-24-10 0,24 11 0,-24-1 0,24-9 0,-24 22 0,10-22 0,-13 22 0,14-22 0,-11 22 0,10-9 0,-13 13 0,0 0 0,0 13 0,0-9 0,-13 22 0,10-9 0,-11 13 0,1 0 0,10 0 0,-11 0-585,14 13 585,-13-10 0,10 10 0,-11-13 0,14 0 0,0-13 0,0 10 0,0-24 0,0 24 0,0-24 0,0 10 585,0-13-585,0 14 0,0-11 0,14-3 0,-11-17 0,24-13 0,-24 14 0,10-11 0,1 10 0,-11 1 0,24-11 0,-24 24 0,10-11 0,0 1 0,-9 10 0,9-10 0,-13 13 0,0 0 0,-13 13 0,9 3 0,-9 1 0,13 10 0,-13-11 0,10 14 0,-11 0 0,14-13 0,-13 10 0,10-11 0,-11 1 0,14 9 0,0-22 0,0 9 0,0-13 0,0 13 0,0-9 0,0 9 0,0-13 0,0 0 0,0-13 0,0 9 0,0 18 0,-13-8 0,10 34 0,-11-36 0,14 22 0,-13-9 0,10 13 0,-11 0 0,14-14 0,-13 11 0,10-10 0,-11-1 0,14 11 0,0-24 0,0 11 0,0-1 0,0-10 0,0 11 0,0-28 0,14 11 0,-11-10 0,10-1 0,1 11 0,-11-24 0,10 24 0,1-24 0,-11 11 0,24-14 0,-11 0 0</inkml:trace>
  <inkml:trace contextRef="#ctx0" brushRef="#br0" timeOffset="493194">22495 7189 24575,'-17'30'0,"-10"0"0,24 0 0,-24-1-1554,11 15 1554,-1-11 0,-10 10 0,11 14 0,-14-21 0,13 21 0,-9-27 29,22 0-29,-22 0 0,22 0 0,-22 0 0,22 0 0,-9 0 0,0 0 0,9 0 370,-9-14-370,0 11 0,9-24 0,-9 24 777,0-24-777,10 11 378,-11-1-378,14-10 0,0 10 0,-13-13 0,10 14 0,-11-11 0,14 10 0,0-13 0,0 0 0,14-13 0,-11 10 0,10-24 0,-13 11 0,14-14 0,-11 0 0,23-14-1243,-9 11 1243,0-24 0,9 24 0,-9-23-1951,13 9 1951,0-13 0,0 14 0,-14-11 0,11 10-1408,-10 1 1408,13-11-884,-14 24 884,11-10 0,-24 13 0,24-14 839,-24 24-839,11-19 1787,-1 22-1787,-10 0 1562,11-9-1562,-14 22 1132,0-22-1132,0 22 166,0-9-166,0 13 0,0 0 0,0 13 0,-14-9 0,11 22 0,-24-9 0,11 13-832,-1 13 832,-10-10 0,11 24 0,-14-24 0,0 24-1900,13-11 1900,-9 14 0,9-13 0,-13 10 0,13-11-817,-9 1 817,22-4 0,-22 0 0,22-9 0,-22 9 0,22-13 0,-9-14 717,13 11-717,0-24 1890,-13 24-1890,10-24 235,-11 11 1,28-14-1,2 0 1</inkml:trace>
  <inkml:trace contextRef="#ctx0" brushRef="#br0" timeOffset="494539">23303 6979 24575,'0'17'0,"0"-4"0,0-13 0,0 0 0,0 13 0,0-9 0,0 9 0,0 0 0,0-9 0,14 22 0,-11-22 0,10 22 0,-13-9 0,0 13 0,0 0 0,0-14 0,14 24 0,-11-20 0,10 23 0,-13-13 0,0 0-543,14 14 543,-11-11 0,10 10 0,-13 0 0,0-9 0,13 22 0,-9-22 0,9 9 0,-13-13 0,0 13 0,13-10 0,-9 11 0,9-14 0,-13-14 0,13 11 0,-9-10 0,9-1 0,-13 11 0,0-24 543,0 10-543,0-13 0,0 14 0,0-11 0,0 10 0,0-13 0,0 0 0,0-13 0,0 10 0,0-11 0,0 1 0,0-4 0,-13-12 0,9 12 0,-9-23 0,13 20 0,0-23-717,0-1 717,0 11 0,0-23-1690,-13 9 1690,9-13 0,-9 0 0,13 0 0,0 0 0,0 0 0,0 1 0,0 12 0,0-10-681,0 24 681,0-10-171,0 13 171,0 0 0,0 0 625,0 0-625,0 13 1669,-13-9-1669,9 22 763,-9-9-763,13 13 202,0 0-202,13 13 0,-9 4 0,9 13 0,-13 0 0,0 0 0,0 13-1000,0-10 1000,0 24 0,0-10 0,0-1 0,13 37 0,-9-43 0,9 44 0,-13-51 0,0 23 0,13-22 0,-9 9-235,9-13 235,-13 0 0,0-13 0,0 9 0,0-23 0,0 24 987,13-24-987,-9 11 248,9-14-248,-13 0 0,0 0 0,-13-14 0,9-2 0,-9-1 0,13-9 0,0-4 0,-13-4 0,9-9 0,-9 0-1034,0-4 1034,9 1 0,-9-11 0,0 24 0,9-24 0,-9 11 0,13-1 0,-13 4 0,10 26 0,-11-10 0,14 11 0,0-1 0,0 4 0,0 0 1034,0 9-1034,0-9 0,-13 13 0,10 0 0,-11 0 0,14 13 0,0-9 0,14 22 0,-11-9 0,10 26 0,-13-10 0,0 24-1329,0-24 1329,14 24 0,-11-11 0,10 1 0,0 10 0,-9-24 0,9 23-751,-13-22 751,13 9-279,-9-13 279,9 0 0,-13-14 0,13 11 1257,-9-24-1257,9 11 792,-13-1-792,0-10 310,0 11-310,0-14 0,-13 0 0,-4-14 0,0 11 0,4-10 0</inkml:trace>
  <inkml:trace contextRef="#ctx0" brushRef="#br0" timeOffset="611237">22015 14737 24575,'-16'0'0,"29"0"0,-6 0 0,19 0 0,-12 0 0,-11 0 0,10 0 0,1 0 0,-11-14 0,24 11 0,-11-10 0,1 13 0,9 0 0,-9 0 0,0 0 0,9 0 0,-22 0 0,22 0 0,-22 0 0,22 0 0,-22 0 0,22 0 0,-23 0 0,24 0 0,-10 0 0,-1 0 0,11 0 0,-24 0 0,24 0 0,-10 0 0,13 0 0,-14 0 0,11 0 0,-11 0 0,14 0 0,0 0 0,0 0 0,0 0 0,0 0 0,-13 0 0,10 0 0,-11 0 0,1 0 0,9 0 0,-9 0 0,0 0 0,9 0 0,-9 0 0,13 0 0,0 0 0,0 0 0,0 0 0,0 0 0,0 0 0,0-13 0,0 9 0,0-9 0,-1 13-503,15 0 503,-11 0 0,10 0 0,-13 0 0,0 0 0,0 0 0,13 0 0,-9-13 0,9 9 0,-13-9 0,13 13 0,-10 0 0,24 0 0,-24 0 0,11 0 0,-14 0 0,0 0-14,-1 0 14,1 0 0,0-13 0,0 9 0,-13-9 0,10 13 0,-24 0 0,10 0 502,1 0-502,-11 0 15,10 0-15,-13 0 0,0 13 0,0-9 0,0 9 0,13-13 0,-9 0 0,9 0 0,-13 0 0,0 0 0,-13 0 0,9 0 0,-9 0 0,0 0 0,-4 0 0</inkml:trace>
  <inkml:trace contextRef="#ctx0" brushRef="#br0" timeOffset="613135">2276 15665 24575,'17'0'0,"-4"0"0,-13 0 0,0 0 0,14 0 0,-11 0 0,10 0 0,1 0 0,-11 0 0,10 0 0,1 0 0,-11-13 0,10 10 0,-13-11 0,0 14 0,14 0 0,-11 0 0,10 0 0,-13 0 0,0 0 0,13 0 0,-9 0 0,9 0 0,0 0 0,-9 0 0,9 0 0,0 0 0,-9 0 0,9 0 0,0-13 0,-9 10 0,9-11 0,0 14 0,-9 0 0,9 0 0,0 0 0,-9 0 0,9 0 0,-13 0 0,13 0 0,-9 0 0,9 0 0,-13 0 0,13 0 0,-10 0 0,24 0 0,-24 0 0,11 0 0,-1 0 0,-10 0 0,11-13 0,-1 23 0,-10-20 0,11 23 0,-1-13 0,-10 0 0,24 0 0,-24 0 0,11 0 0,-1 0 0,-10 0 0,24 0 0,-24 0 0,24 0 0,-24 0 0,10 0 0,1 0 0,-11 0 0,10 0 0,1 0 0,2 0 0,1 0 0,10-13 0,-24 10 0,24-11 0,-11 14 0,1 0 0,9 0 0,-9 0 0,0 0 0,9 0 0,-9 0 0,0 0 0,9-13 0,-9 10 0,0-10 0,9 13 0,-9 0 0,13 0 0,0 0 0,-14 0 0,11 0 0,-10 0 0,13 0 0,0 0 0,-1 0 0,1 0 0,-13 0 0,10 0 0,-11 0 0,14 0 0,0 0 0,0 0 0,0 0 0,0 0 0,0 0 0,0 0 0,0 0 0,0 0 0,0 0 0,0 0 0,0 0-476,13 0 476,-10 0 0,11 0 0,-14 0 0,-14 0 0,11 0 0,-11 0 0,14 0 0,0 0 0,0 0 476,-13 0-476,10 0 0,-24 0 0,24 0 0,-11 0 0,1 0 0,9 0 0,-22 0 0,22 0 0,-22 0 0,22-14 0,-22 11 0,9-10 0,0 13 0,-9 0 0,9 0 0,0 0 0,-9 0 0,9 0 0,-13 0 0,0 0 0,13 0 0,-9 0 0,9 0 0,-13 0 0,0 0 0,13 0 0,-10 0 0,11 0 0,-28 0 0,11 0 0,-10 0 0,13 0 0,0 0 0,-13 0 0,9 0 0,-9 0 0</inkml:trace>
  <inkml:trace contextRef="#ctx0" brushRef="#br0" timeOffset="650304">14557 7668 24575,'-17'-13'0,"4"9"0,13-9 0,0 13 0,0 0 0,0-13 0,0 9 0,0-9 0,0 13 0,0 0 0,0-13 0,13 9 0,-9-9 0,9 13 0,-13 0 0,13 0 0,-9 0 0,22-13 0,-22 9 0,22-9 0,-9 13 0,13 0 0,0-13 0,0 9-497,13-9 497,-10 13 0,24-13 0,-24 10 0,24-11 0,-24 1 0,24 10 0,-24-11 0,23 1 0,-22 10 0,9-11 0,-13 14 0,0-13 0,0 10 0,-13-11 0,9 14 0,-9 0 0,-1 0 0,11 0 497,-24 0-497,24 0 0,-24 0 0,11 0 0,-1 0 0,-10 0 0,11 0 0,-1 0 0,-10 0 0,11 14 0,-14-11 0,0 10 0,0-13 0,0 0 0,13 0 0,-10 14 0,11-11 0,-14 10 0,0-13 0,0 14 0,0-11 0,0 10 0,0-13 0</inkml:trace>
  <inkml:trace contextRef="#ctx0" brushRef="#br0" timeOffset="650835">15246 7129 24575,'17'0'0,"-4"0"0,-13 0 0,0 0 0,13 13 0,-9-10 0,22 11 0,-22-1 0,22-10 0,-23 24 0,24-24 0,-24 24 0,24-24 0,-24 24 0,24-24 0,-24 24 0,24-24 0,-24 24 0,11-24 0,-14 24 0,13-24 0,-10 24 0,11-24 0,-14 24 0,0-24 0,0 24 0,0-11 0,0 1 0,0 10 0,-14-24 0,11 23 0,-10-22 0,13 22 0,0-22 0,-14 22 0,11-22 0,-10 22 0,-1-22 0,-2 9 0</inkml:trace>
  <inkml:trace contextRef="#ctx0" brushRef="#br0" timeOffset="651733">15426 6260 24575,'16'0'0,"-2"0"0,-1-13 0,-10 10 0,24-11 0,-10 14 0,13-13 0,-1 10 0,1-24-795,14 24 795,-11-24 0,10 24 0,-13-24 0,0 24-163,0-24 163,0 24 0,0-11 0,0 1 0,0 10 0,0-11 0,0 14 0,0-13 0,0 10 0,-14-10 0,11 13 0,-10-14 0,-1 11 788,-2-10-788,-1 13 170,-10 0-170,11 0 0,-14 0 0,0 0 0,0 0 0</inkml:trace>
  <inkml:trace contextRef="#ctx0" brushRef="#br0" timeOffset="652129">16175 5781 24575,'16'17'0,"-3"9"0,-13-9 0,-13 13 0,10 0 0,-10 0 0,13 0 0,-14 0 0,11 0 0,-10-1 0,13 1 0,0 0 0,0 0 0,0-13 0,0 10 0,-14-24 0,11 24 0,-10-24 0,13 10 0</inkml:trace>
  <inkml:trace contextRef="#ctx0" brushRef="#br0" timeOffset="653791">16145 5781 24575,'16'0'0,"11"0"0,-24 0 0,24 0 0,-24 0 0,24 0 0,-24 0 0,24 0 0,-24 0 0,24 0 0,-11 0 0,1 0 0,10 13 0,-11-9 0,1 9 0,9-13 0,-22 13 0,22-10 0,-22 11 0,22-14 0,-22 0 0,9 0 0,0 13 0,-9-10 0,9 11 0,-13-14 0,0 0 0,0 13 0,0-10 0,0 11 0,0-14 0,-13 0 0,9 0 0,-22 13 0,22-10 0,-22 11 0,22-1 0,-22 4 0,9-1 0,1 11 0,-11-24 0,24 24 0,-24-24 0,24 24 0,-24-11 0,24 1 0,-24 10 0,24-24 0,-11 24 0,14-24 0,-13 10 0,10-13 0,-11 14 0,14-11 0,0 10 0,0-13 0,0 0 0,0-13 0,0-4 0</inkml:trace>
  <inkml:trace contextRef="#ctx0" brushRef="#br0" timeOffset="655360">15306 7159 24575,'17'0'0,"-4"0"0,0 0 0,-10 0 0,24 0 0,-10 0 0,-1 0 0,11 0 0,-10 0 0,13 0 0,0 0 0,0 13 0,-14-10 0,11 11 0,-11-14 0,14 0 0,0 0 0,-13 0 0,10 0 0,-24 13 0,24-10 0,-24 11 0,24-14 0,-24 0 0,10 0 0,-13 0 0,0 0 0,13 0 0,-9 0 0,9 0 0,-13 0 0,0 0 0,-13 0 0,9 0 0,-9 0 0,13 0 0,0 0 0,-13 0 0,10 13 0,-24-10 0,24 11 0,-11-1 0,1-10 0,-4 24 0,1-11 0,-11 1 0,10 10 0,1-11 0,-11 14 0,10-13 0,1 10 0,-11-24 0,24 24 0,-24-11 0,24 1 0,-10 9 0,-1-22 0,11 9 0,-10 0 0,-1-9 0,11 9 0,-10-13 0,13 0 0,0 13 0,0-9 0,0 9 0,0-13 0,0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15T01:42:33.4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10094 2486 24575,'0'-17'0,"0"4"0,0 13 0,13 0 0,-9 0 0,9 0 0,-13 0 0,0 0 0,13 0 0,-9 0 0,9 0 0,-13 0 0,0 0 0,13 0 0,-9-13 0,9 9 0,-13-9 0,13 13 0,-9 0 0,9 0 0,0 0 0,-9 0 0,9 0 0,0 0 0,-9 0 0,9 0 0,0 0 0,-10 0 0,11 0 0,-1 0 0,-10 0 0,24 0 0,-24 0 0,24-13 0,-24 10 0,11-11 0,-1 14 0,-10 0 0,11 0 0,-14 0 0,13 0 0,-10 0 0,11 0 0,-1 0 0,-10 0 0,10 0 0,-13 0 0,0 0 0,14 0 0,-11 0 0,10 0 0,-13 0 0,14 14 0,-11-11 0,10 10 0,-13-13 0,14 0 0,-11 0 0,10 0 0,1 0 0,-11 0 0,24 0 0,-24 0 0,10 0 0,1 0 0,-11 0 0,24 0 0,-24 0 0,10 0 0,0 13 0,-9-9 0,9 9 0,0-13 0,-9 0 0,22 0 0,-22 0 0,9 0 0,0 0 0,-9 0 0,9 0 0,0 0 0,-9 0 0,22 0 0,-22 0 0,22 0 0,-22 0 0,9 0 0,0 0 0,-10 0 0,24 0 0,-24 0 0,24 0 0,-24 13 0,24-9 0,-24 9 0,11-13 0,-1 0 0,-10 0 0,24 0 0,-24 0 0,11 0 0,-1 0 0,-10 0 0,11 0 0,-1 0 0,-10 0 0,24 0 0,-24 0 0,24 0 0,-24 0 0,10 13 0,1-9 0,-11 9 0,24-13 0,-24 0 0,10 0 0,1 0 0,-11 0 0,24 0 0,-24 0 0,10 0 0,0 0 0,-9 0 0,22 0 0,-22 0 0,22 0 0,-22 0 0,22 0 0,-22 13 0,22-9 0,-22 9 0,22-13 0,-9 0 0,0 0 0,9 0 0,-23 0 0,24-13 0,-24 23 0,24-20 0,-24 23 0,24-13 0,-24 0 0,24 0 0,-24 0 0,24 0 0,-24 0 0,24 0 0,-24 0 0,11 0 0,-1 0 0,-10-13 0,24 9 0,-24-9 0,24 13 0,-24 0 0,24 0 0,-24 0 0,24 0 0,-24 0 0,24 0 0,-24 0 0,24 0 0,-24 0 0,23 0 0,-22 0 0,22 0 0,-22 0 0,22 0 0,-22 0 0,22 0 0,-22 0 0,9 0 0,0 0 0,-9 0 0,22 0 0,-22 0 0,22-13 0,-22 9 0,22-9 0,-23 13 0,24 0 0,-24 0 0,11 0 0,-1 0 0,-10 0 0,24 0 0,-24 0 0,24 0 0,-24 0 0,24 0 0,-24-13 0,11 9 0,-1-9 0,-10 13 0,24 0 0,-24 0 0,10 0 0,1 0 0,-11 0 0,24 0 0,-24 0 0,10 0 0,1 0 0,-11 0 0,10 0 0,1 0 0,-11 0 0,24 0 0,-24 0 0,10 0 0,1 0 0,-11 0 0,24 0 0,-24 0 0,10 0 0,0 0 0,-9 0 0,22 0 0,-22 0 0,9 0 0,0 0 0,-9 0 0,22 0 0,-22 0 0,22-13 0,-22 9 0,22-9 0,-22 13 0,22 0 0,-9 0 0,-1 0 0,11 0 0,-24 0 0,24 0 0,-24 0 0,24 0 0,-10 0 0,-1 0 0,-2 0 0,-1 0 0,-10 0 0,24 0 0,-24 0 0,10 0 0,1-13 0,-11 10 0,24-11 0,-24 14 0,10 0 0,-13 0 0,14 0 0,-11 0 0,10 0 0,1 0 0,-11 0 0,10 0 0,1 0 0,-11 0 0,10 0 0,1 0 0,-11 0 0,10 0 0,1 0 0,-11 0 0,23 0 0,-22 0 0,22 0 0,-22 0 0,22 0 0,-9 0 0,0 0 0,9 0 0,-9 0 0,0 0 0,9 0 0,-22 0 0,22 0 0,-23 0 0,11 0 0,-1 0 0,-10 0 0,11 0 0,-1 0 0,-10 0 0,11 0 0,-14 0 0,0 0 0,13 0 0,-10 0 0,11 0 0,-14 0 0,13 0 0,-10 0 0,11 0 0,-14 0 0,13 0 0,-10 0 0,11 0 0,-14 0 0,0 0 0,13 0 0,-10 0 0,10 0 0,-13 0 0,14 0 0,-11 0 0,24 0 0,-24 0 0,24 0 0,-24 0 0,24 0 0,-24 0 0,24 0 0,-24 0 0,24 0 0,-24 0 0,24 0 0,-24 0 0,23 0 0,-22 0 0,22 0 0,-22 0 0,22 0 0,-22 0 0,22 0 0,-22 0 0,9 0 0,0 0 0,-9 0 0,9 0 0,0 0 0,-9 0 0,9 0 0,0 0 0,-9 0 0,9 0 0,-13 0 0,0 0 0,13 0 0,-10 0 0,11 0 0,-14 0 0,0 0 0,13 0 0,-10 0 0,24 0 0,-24 0 0,24-13 0,-24 10 0,24-11 0,-10 14 0,-1 0 0,11 0 0,-10 0 0,-1 0 0,11 0 0,-24 0 0,24 0 0,-24 0 0,10 0 0,1 0 0,-11 0 0,10 0 0,1 0 0,-11 0 0,10 0 0,-13 0 0,0 0 0,14 0 0,-11 0 0,10 0 0,-13 0 0,0 0 0,14 0 0,-11 0 0,10 0 0,-13 0 0,0 0 0,13 0 0,-9 0 0,9 0 0,-13 0 0,0 0 0,13 0 0,-9 0 0,9 0 0,-13 0 0,0 0 0,13 0 0,-9 0 0,9 0 0,-13 0 0,0 0 0,13 0 0,-9 0 0,9 0 0,-13 0 0,13 0 0,-9 0 0,9 0 0,0 0 0,-9 0 0,9 0 0,0 14 0,-9-11 0,9 10 0,0-13 0,-10 0 0,24-13 0,-24 10 0,11-11 0,-1 14 0,-10 0 0,11 0 0,-1 14 0,-10-11 0,11 10 0,-1-13 0,-10 0 0,11 0 0,-14 0 0,13 0 0,-10 0 0,11 0 0,-14 0 0,0 0 0,13 0 0,-10 0 0,11 0 0,-14 0 0,0 0 0,13 0 0,-10 0 0,10 0 0,-13 0 0,0 0 0,0 14 0,0-11 0,0 10 0,0-13 0,0 0 0,14 0 0,-11 0 0,10 0 0,-13 0 0,0 0 0,14 0 0,-11 0 0,10 0 0,-13 0 0,14 0 0,-11 0 0,24 13 0,-24-9 0,24 9 0,-24-13 0,24 0 0,-24 0 0,23 0 0,-9 0 0,0 0 0,9 0 0,-9 0 0,0 0 0,9 13 0,-9-9 0,0 9 0,9-13 0,-9 0 0,-1 0 0,11 0 0,-24 0 0,24 0 0,-10 13 0,-1-9 0,11 9 0,-24-13 0,24 0 0,-10 0 0,13 0 0,-14 0 0,11 0 0,-11 0 0,14 0 0,-13 0 0,10 0 0,-11 0 0,1 0 0,10 0 0,-11 0 0,1 0 0,9-13 0,-22 9 0,22-9 0,-22 13 0,22 0 0,-22 0 0,22 0 0,-22 0 0,22 0 0,-22 0 0,22 0 0,-22 0 0,9 0 0,0 0 0,-9 0 0,22 0 0,-23 0 0,11 0 0,-1 0 0,-10 0 0,24 0 0,-24 0 0,11 0 0,-1 0 0,4 0 0,-1 0 0,11 0 0,-24 0 0,24 0 0,-24 0 0,24 0 0,-11 0 0,1 0 0,10 0 0,-24 0 0,24 0 0,-24 0 0,24 0 0,-11-13 0,1 9 0,10-9 0,-11 13 0,1 0 0,9 0 0,-9 0 0,0 0 0,9 0 0,-22 0 0,22 0 0,-22 0 0,22 0 0,-9 0 0,0 0 0,9 0 0,-23 0 0,24 0 0,-24 0 0,24 0 0,-10-13 0,-1 9 0,11-9 0,-10 13 0,-1 0 0,11 0 0,-11 0 0,1 0 0,10 0 0,-11 0 0,1 0 0,10 0 0,-11 0 0,1 0 0,10 0 0,-11 0 0,1 0 0,9 0 0,-9 0 0,0 0 0,9 0 0,-9 0 0,13 0 0,0 0 0,-13 0 0,9 0 0,-9-13 0,13 10 0,-14-11 0,11 14 0,-10 0 0,-1 0 0,11 0 0,-24 0 0,24 0 0,-10 0 0,-1 0 0,11 0 0,-24 0 0,24 0 0,-24 0 0,24 0 0,-24 0 0,24 0 0,-11 0 0,1 0 0,10 0 0,-24-13 0,24 10 0,-11-11 0,1 14 0,9 0 0,-9 0 0,0 0 0,9 0 0,-9 0 0,0 0 0,9 0 0,-9 0 0,13 0 0,-14 0 0,11 0 0,-24 0 0,24 0 0,-10-13 0,-1 10 0,11-11 0,-24 14 0,24 0 0,-10 0 0,-1 0 0,11 0 0,-24 0 0,24 0 0,-11 0 0,14 0 0,-13 0 0,10 0 0,-11 0 0,1 0 0,10-13 0,-11 10 0,1-11 0,9 14 0,-9 0 0,0 0 0,9 0 0,-9 0 0,0 0 0,9 0 0,-22 0 0,22 0 0,-9 0 0,-1-13 0,11 10 0,-10-11 0,13 14 0,-14 0 0,11 0 0,-10 0 0,13 0 0,0 0 0,-1 0 0,1-13 0,0 10 0,-13-11 0,10 14 0,-11 0 0,14 0 0,0 0 0,0 0 0,0 0 0,0-13 0,0 10 0,0-10 0,0 13 0,0 0 0,0 0 0,0 0 0,-14 0 0,11 0 0,-10 0 0,13 0 0,0 0 0,0 0 0,-14 0 0,11-14 0,-11 11 0,14-10 0,-13 13 0,10 0 0,-11 0 0,1 0 0,10 0 0,-11 0 0,14 0 0,0 0 0,0 0 0,0 0 0,0 0 0,0 0 0,0 0 0,0 0 0,0 0 0,0 0 0,0 0 0,0 0 0,0 0 0,0 0 0,-1 0 0,1 0 0,0 0 0,0 0 0,0 0 0,0 0 0,-13 0 0,10 0 0,-11 0 0,1 0 0,9 0 0,-9 0 0,0 0 0,9 0 0,-22 0 0,22 0 0,-22 0 0,22 13 0,-9-10 0,0 11 0,9-14 0,-23 0 0,11 0 0,-1 0 0,-10 0 0,24 0 0,-24 0 0,11 0 0,-14 0 0,13 0 0,-10 0 0,11 0 0,-14 0 0,0 0 0,0-14 0,0 11 0,0-10 0,0 13 0,-14 0 0,11 0 0,-10 0 0</inkml:trace>
  <inkml:trace contextRef="#ctx0" brushRef="#br0" timeOffset="23086">17882 5421 24575,'16'0'0,"-2"-13"0,-14 10 0,0-10 0,13 13 0,-10 0 0,24 0 0,-24 0 0,24 0 0,-24 0 0,24-14 0,-24 11 0,24-10 0,-10-1 0,-1 11 0,11-10 0,-24-1 0,24 11 0,-11-10 0,1-1 0,10 11 0,-24-24 0,10 24 0,1-10 0,-11 13 0,10-14 0,-13 11 0,14-10 0,-11 13 0,10 0 0,-13 0 0,0-14 0,0 11 0,0-10 0,0 13 0,-13 0 0,10-13 0,-11 9 0,14-9 0,0 13 0,0 0 0,-13-13 0,10 9 0,-11-9 0,1 13 0,10 0 0,-11 0 0,1 0 0,10-13 0,-24 9 0,24-9 0,-24 13 0,24 0 0,-24 0 0,24 13 0,-24-9 0,24 9 0,-24 0 0,11-9 0,-1 22 0,-10-22 0,24 22 0,-24-9 0,24 13 0,-24-14 0,24 11 0,-10-10 0,13-1 0,0 11 0,0-10 0,0 13 0,0-14 0,0 11 0,0-11 0,13 14 0,-10-13 0,11 10 0,-1-24 0,4 24 0,13-24 0,0 10 0,0 1 0,0-11 0,0 10 0,-1-13 0,1 0-518,14-13 518,-11 10 0,10-11 0,-13 14 0</inkml:trace>
  <inkml:trace contextRef="#ctx0" brushRef="#br0" timeOffset="23587">18361 4822 24575,'0'17'0,"0"-4"0,13-13 0,-9 0 0,22 0 0,-22 0 0,22 0 0,-22 0 0,22 14 0,-9-11 0,0 10 0,9-13 0,-9 0 0,-1 0 0,11 0 0,-10 0 0,-1 0 0,11 0 0,-24 0 0,11 0 0,-1 0 0,-10 0 0,11 0 0,-14 0 0,0 0 0,0 0 0</inkml:trace>
  <inkml:trace contextRef="#ctx0" brushRef="#br0" timeOffset="24776">18900 4523 24575,'0'17'0,"0"-4"0,0-13 0,0 0 0,0 13 0,14 4 0,-11-1 0,10 11 0,-13-10 0,0 13 0,0 0 0,14 0 0,-11 0 0,10-1 0,-13 1 0,0 0 0,0 0 0,0-13 0,0 10 0,0-11 0,0 14 0,0 0 0,0-13 0,0 9 0,0-22 0,-13 22 0,10-22 0,-11 22 0,14-22 0,-13 22 0,10-22 0,-11 9 0,14 0 0,-13-9 0,10 9 0,-11-13 0,14 13 0,-13-10 0,10 11 0,-11-14 0,1-14 0,-4 11 0,1-10 0,2 13 0</inkml:trace>
  <inkml:trace contextRef="#ctx0" brushRef="#br0" timeOffset="24968">18960 4104 24575,'17'-17'0,"-4"-10"0,-13 24 0,0-10 0,13 13 0,-9 0 0,9 0 0,-13 0 0,0 0 0,0 0 0</inkml:trace>
  <inkml:trace contextRef="#ctx0" brushRef="#br0" timeOffset="25540">19080 4523 24575,'17'-13'0,"-4"9"0,0-9 0,-9 13 0,9-13 0,0 9 0,-9-9 0,9 13 0,0 0 0,-10 0 0,24 0 0,-24 13 0,11-9 0,-14 9 0,13 0 0,-10-9 0,11 22 0,-14-22 0,0 22 0,0-9 0,0-1 0,0 11 0,-14-10 0,11-1 0,-10 11 0,-1-24 0,11 24 0,-24-24 0,24 24 0,-10-24 0,0 24 0,9-24 0,-9 10 0,13-13 0,0 0 0,0 14 0,0-11 0,0 10 0,0-13 0,0 0 0,13 0 0,4 0 0,-1 0 0,11 14 0,-10-11 0,13 10 0,-14-13 0,11 0 0,-10 0 0,13 0 0,-1 0 0,-12 0 0,10 0 0,-24 0 0,24 0 0,-24 0 0,24 0 0,-24 0 0,10 0 0</inkml:trace>
  <inkml:trace contextRef="#ctx0" brushRef="#br0" timeOffset="26402">19529 4583 24575,'0'16'0,"0"11"0,0-10 0,0 13 0,0 0 0,0-14 0,0 11 0,0-10 0,0-1 0,0 11 0,0-24 0,0 24 0,0-24 0,0 10 0,0 1 0,0-11 0,0 10 0,0-13 0,0 0 0,0-13 0,0 10 0,0-24 0,0 24 0,0-24 0,0 10 0</inkml:trace>
  <inkml:trace contextRef="#ctx0" brushRef="#br0" timeOffset="27066">19499 4463 24575,'0'17'0,"14"-4"0,-11-13 0,10 0 0,1 0 0,2 0 0,1 0 0,9 0 0,-22 0 0,22 0 0,-9 0 0,0 0 0,9 0 0,-22 0 0,22 0 0,-22 0 0,22 0 0,-22 13 0,9-9 0,0 9 0,-9-13 0,9 0 0,-13 0 0,0 0 0,0 13 0,0-9 0,0 9 0,0-13 0,0 13 0,0-10 0,0 11 0,-13-1 0,9-10 0,-9 24 0,13-10 0,0-1 0,0 11 0,0-24 0,0 24 0,0-24 0,0 24 0,0-24 0,0 11 0,0-1 0,0-10 0,0 10 0,0-13 0,13 14 0,-9-11 0,9 10 0,-13-13 0,0 0 0,0 14 0,0-11 0,0 10 0,0-13 0,0-13 0,0 10 0,0-11 0,0 14 0</inkml:trace>
  <inkml:trace contextRef="#ctx0" brushRef="#br0" timeOffset="28617">20068 4223 24575,'-13'30'0,"10"0"0,-24 0 0,24 0 0,-11 0 0,14 0-1107,-13 13 1107,10-9 0,-10 22 0,13-23 0,0 24 0,0-24-1304,0 24 1304,0-10 0,13-1 0,-10 11 0,10-24 0,-13 24 0,0-24 0,0 23 575,14-22-575,-11 9 0,10-13 0,-13 0 0,0 0 0,0 0 0,0-14 525,0 11-525,0-24 1311,0 24-1311,0-24 0,0 11 0,0-1 0,0-10 0,0 11 0,0-14 0,0 0 0,-13-14 0,10 11 0,-24-10 0,24-1 0,-24 11 0,24-24 0,-10 11 0</inkml:trace>
  <inkml:trace contextRef="#ctx0" brushRef="#br0" timeOffset="28824">19919 4703 24575,'16'0'0,"11"0"0,-24 0 0,11 0 0,-1 0 0,-10 0 0,24 0 0,-24 0 0,10 0 0,-13 0 0</inkml:trace>
  <inkml:trace contextRef="#ctx0" brushRef="#br0" timeOffset="37810">20278 4433 24575,'0'17'0,"0"-4"0,0-13 0,0 0 0,0 13 0,0-9 0,0 9 0,0 0 0,0-9 0,0 22 0,0-22 0,0 9 0,-13 0 0,9-10 0,-9 24 0,13-24 0,0 24 0,0-24 0,0 11 0,0-1 0,0-10 0,0 11 0,0-1 0,0-10 0,0 11 0,0-1 0,0-10 0,0 11 0,0-14 0,0 0 0,0 13 0,0-10 0,0 11 0,0-14 0,0 0 0,0 13 0,0-10 0,0 10 0,0-13 0,0 0 0,0-13 0,0 10 0,13-10 0,-9 13 0,9 0 0,-13-14 0,0 11 0,0-10 0,0-1 0,0 11 0,0-10 0,0-1 0,0 11 0,0-24 0,0 24 0,13-24 0,-9 24 0,9-10 0,-13-1 0,0 11 0,0-24 0,0 24 0,0-10 0,13 0 0,-9 9 0,9-9 0,-13 13 0,0 0 0,0-13 0,0 9 0,0-9 0,0 13 0,0 0 0,0-13 0,13 9 0,-9-9 0,9 13 0,-13 0 0,0 0 0,13 0 0,-9 0 0,9 0 0,-13 0 0,0 0 0,0-13 0,0 9 0,0-9 0,0 13 0,0 0 0,0 13 0,0-9 0,13 9 0,-9-13 0,9 0 0,-13 0 0,0 0 0,13 0 0,-10 0 0,11 0 0,-14 0 0,0 0 0,0 13 0,0-9 0,13 9 0,-10-13 0,11 0 0,-14 0 0,0 0 0,0 13 0,0-9 0,0 9 0,0-13 0,0 0 0,13 0 0,-10 0 0,11 0 0,-14 0 0,0 0 0,0 13 0,0-9 0,0 9 0,0-13 0,0 0 0,0 13 0,0-10 0,0 11 0,0-1 0,0-10 0,0 11 0,0-1 0,0-10 0,0 24 0,0-24 0,0 24 0,0-24 0,-14 24 0,11-24 0,-10 11 0,13-1 0,0-10 0,0 24 0,0-24 0,13 24 0,-10-24 0,11 24 0,-28-24 0,11 10 0,-10 1 0,13-11 0,0 10 0,0-13 0,0 0 0,0 14 0,0-11 0,0 10 0,0-26 0,0 10 0,0-11 0,0 14 0,0 0 0,0 0 0</inkml:trace>
  <inkml:trace contextRef="#ctx0" brushRef="#br0" timeOffset="39818">21326 5092 24575,'17'0'0,"10"0"0,-11 0 0,14 0 0,-13 0 0,10 0 0,-11 0 0,1 0 0,9 13 0,-22-9 0,22 9 0,-9-13 0</inkml:trace>
  <inkml:trace contextRef="#ctx0" brushRef="#br0" timeOffset="40184">21237 5332 24575,'-17'16'0,"4"-2"0,26-14 0,-10 0 0,24 0 0,-24 0 0,24 0 0,-11 0 0,14 0 0,-13 0 0,10 0 0,-11 0 0,14 0 0,-13 0 0,10 0 0,-11 0 0,14 0 0,0 0 0,-13 0 0,9 0 0,-9-14 0,0 11 0,-4-10 0,0 13 0,-9 0 0,9 0 0,-13 0 0,0 0 0</inkml:trace>
  <inkml:trace contextRef="#ctx0" brushRef="#br0" timeOffset="41658">22375 5332 24575,'16'-14'0,"11"11"0,-24-24 0,24 24 0,-24-24 0,24 24 0,-24-10 0,11-1 0,-1 11 0,-10-24 0,11 24 0,-14-23 0,0 22 0,0-22 0,0 22 0,0-9 0,0 0 0,0 9 0,-14-9 0,11 0 0,-10 9 0,13-9 0,-14 13 0,11 0 0,-24 0 0,11 0 0,-1 0 0,-10 13 0,11-9 0,-1 9 0,-9 0 0,9-9 0,0 22 0,-9-9 0,22 0 0,-22 9 0,22-9 0,-22 13 0,22-14 0,-9 11 0,13-10 0,0 13 0,0-14 0,0 11 0,0-24 0,0 24 0,13-11 0,-9 1 0,22-4 0,-9 1 0,13-11 0,0 10 0,0 1 0,0-11 0,0 10 0,0-13 0,0 0 0,13-13 0,-10 10 0,10-11 0</inkml:trace>
  <inkml:trace contextRef="#ctx0" brushRef="#br0" timeOffset="42460">22764 4643 24575,'17'0'0,"-4"0"0,0 0 0,-9 0 0,22 0 0,-9 0 0,13 0 0,0 0 0,-13 0 0,9 0 0,-9 0 0,-1-14 0,11 11 0,-24-10 0,24 13 0,-24 0 0,11 0 0,-1 0 0,-10 0 0,11 0 0,-14 0 0,0 0 0,0 0 0</inkml:trace>
  <inkml:trace contextRef="#ctx0" brushRef="#br0" timeOffset="42834">23273 4523 24575,'17'46'0,"10"-2"0,-24-14 0,10 0 0,1 0 0,-11 0 0,10 0 0,-13-1 0,0 1 0,0-13 0,0 10 0,0-11 0,0 1 0,0 10 0,0-11 0,0 1 0,-13-4 0,10 0 0,-11-9 0,1 9 0,10 0 0,-11-9 0,1 9 0,10-13 0,-11 0 0,1 0 0,10 0 0,-24 0 0,10 0 0,-13 0 0,14 0 0,-11-13 0,11-4 0</inkml:trace>
  <inkml:trace contextRef="#ctx0" brushRef="#br0" timeOffset="43030">23333 4163 24575,'0'-30'0,"0"14"0,14 3 0,-11-1 0,10 11 0,1-24 0,-11 24 0,10-10 0,-13-1 0,0 11 0,0-10 0,0 13 0,0 0 0,0 13 0,0 4 0</inkml:trace>
  <inkml:trace contextRef="#ctx0" brushRef="#br0" timeOffset="44722">23483 4403 24575,'0'17'0,"0"-4"0,0-13 0,0 0 0,0 13 0,0-9 0,0 9 0,0-13 0,0 13 0,0-9 0,0 22 0,0-22 0,0 22 0,0-22 0,0 22 0,0-23 0,0 24 0,0-24 0,0 24 0,0-24 0,0 24 0,0-24 0,0 11 0,0-1 0,0-10 0,0 11 0,0-14 0,0 0 0,0 13 0,0-10 0,0 11 0,0-14 0,13 0 0,-9 0 0,9 0 0,-13-14 0,0 11 0,0-10 0,0 13 0,0 0 0,13 0 0,-9-14 0,9 11 0,0-10 0,-9-1 0,9 11 0,-13-24 0,0 24 0,13-24 0,-9 24 0,9-24 0,-13 24 0,0-23 0,13 22 0,-10-22 0,11 22 0,-14-9 0,0 0 0,0 9 0,0-9 0,0 13 0,0 0 0,0 13 0,0-9 0,0 22 0,0-22 0,0 22 0,0-9 0,0-1 0,0 11 0,0-10 0,13-1 0,-10 11 0,11-24 0,-14 24 0,13-24 0,-10 24 0,24-24 0,-24 11 0,11-1 0,-14-10 0,13 11 0,-10-14 0,11 0 0,-1-14 0,-10 11 0,11-10 0,-1-1 0,-10 11 0,11-24 0,-14 11 0,0-14 0,0 13 0,0-10 0,0 11 0,0-1 0,0-9 0,0 22 0,0-22 0,0 22 0,0-9 0,0 0 0,0 9 0,-14-9 0,11 13 0,-10-13 0,13 9 0,0-9 0,-14 13 0,-2 0 0</inkml:trace>
  <inkml:trace contextRef="#ctx0" brushRef="#br0" timeOffset="45782">23932 4403 24575,'0'17'0,"0"-4"0,0-13 0,0 0 0,0 13 0,0-9 0,0 9 0,0 0 0,0 4 0,0 0 0,0 9 0,0-22 0,0 22 0,0-9 0,0-1 0,0 11 0,0-24 0,0 24 0,14-24 0,-11 24 0,10-24 0,-13 24 0,0-24 0,0 11 0,0-14 0,0 0 0,0 13 0,0-10 0,0 11 0,0-14 0,0 0 0,-13 0 0,10-14 0,-11 11 0,14-10 0,0 13 0,0 0 0,0-14 0,0 11 0,0-24 0,0 24 0,0-24 0,0 24 0,0-10 0,0-1 0,14 11 0,-11-24 0,10 11 0,-13-1 0,0-9 0,0 22 0,0-22 0,0 22 0,0-22 0,14 22 0,-11-9 0,10 0 0,-13 9 0,14-22 0,-11 22 0,10-9 0,-13 0 0,0 9 0,0-9 0,0 13 0,0 0 0,13 0 0,-9 0 0,9 13 0,-13-9 0,0 9 0,0 0 0,13-9 0,-9 22 0,9-9 0,-13 0 0,13 9 0,-9-9 0,9 0 0,-13 9 0,0-23 0,13 24 0,-9-10 0,9-1 0,-13 11 0,0-24 0,13 24 0,-9-24 0,9 24 0,-13-24 0,-13 11 0,9-14 0,-9 0 0,13 0 0</inkml:trace>
  <inkml:trace contextRef="#ctx0" brushRef="#br0" timeOffset="46529">23842 5841 24521,'54'0'0,"-1"0"0,0 0 0,-3 0 0,27 0-2609,-34 0 1,0 0 2608,20 0 0,11 0 213,-28 0-213,-2 13 0,-1-10 1134,-23 11-1134,20-14 11,-37 0-11,24 0 0,-24 0 0,10 0 0</inkml:trace>
  <inkml:trace contextRef="#ctx0" brushRef="#br0" timeOffset="47256">22345 5721 24575,'16'0'0,"-2"0"0,-14 0 0,13 0 0,4 0 0,13 13 0,13-9-1597,4 9 1597,12 0 0,1-9-2701,14 9 2701,2 0 0,-31-11 0,0 0 0,0 4 0,0 1-1366,6-6 1,1-2 1365,-5 1 0,-1 0 0,6-1 0,-1 2 0,-5 5 0,-2 1 0,1-5 0,0-1-1004,0 6 0,0 0 1004,0-5 0,0-4-365,31-12 365,-2 11 0,-15-10 0,1 13 0,0 0 1849,-13 0-1849,-4 0 0,-13 0 0,0 0 0,0 0 2625,-13 0-2625,9 0 2728,-22 0-2728,9 0 2200,-13 0-2200,0 0 0,-13 0 0,9 0 0,-22-13 0,9-4 0</inkml:trace>
  <inkml:trace contextRef="#ctx0" brushRef="#br0" timeOffset="58213">14737 5931 24575,'0'16'0,"0"-2"0,0-1 0,0 4 0,0 13 0,13-1 0,-10 1 0,11 0 0,-14 0 0,0 0 0,0 0 0,0 0 0,13 0 0,-10 0 0,11 0 0,-14 0 0,0-13 0,0 9 0,0-22 0,0 22 0,0-22 0,0 9 0,0-13 0,0 0 0,0-13 0,0 9 0,0-22 0,0 22 0,13-22 0,-10 9 0,11-13 0,-14 0 0,0 13 0,0-9 0,0 9 0,0-13 0,0 0 0,13 0 0,-10 0 0,11 14 0,-1-11 0,-10 10 0,11-12 0,-1 12 0,-10-10 0,24 11 0,-24-1 0,24-10 0,-24 24 0,24-10 0,-24-1 0,10 11 0,1-10 0,-11 26 0,24-10 0,-24 11 0,24-1 0,-24 4 0,10 13 0,1-14 0,-11 11 0,10-10 0,-13 12 0,13 1 0,-9 0 0,9 0 0,-13 0 0,0-13 0,13 10 0,-9-11 0,9 1 0,-13 9 0,0-22 0,0 22 0,0-22 0,0 22 0,0-22 0,0 22 0,0-22 0,0 9 0,0-13 0</inkml:trace>
  <inkml:trace contextRef="#ctx0" brushRef="#br0" timeOffset="59444">14377 5931 24575,'-16'0'0,"2"0"0,14 0 0,0 0 0,-13 13 0,10-10 0,-11 11 0,1-1 0,10-10 0,-24 24 0,24-24 0,-24 24 0,11-11 0,-14 14 0,0 0 0,13-13 0,-10 10 0,11-11 0,-1 14 0,-9-13 0,22 10 0,-22-24 0,22 23 0,-22-22 0,22 22 0,-9-22 0,0 9 0,9-13 0,-9 13 0,13-9 0,0 9 0,0-13 0,0 0 0,0 13 0,0-9 0,13 9 0,-9-13 0,9 0 0,-13 0 0,13 0 0,-9 13 0,22-9 0,-22 9 0,22-13 0,-9 0 0,-1 0 0,11 0 0,-10 0 0,13 0 0,0 0 0,-14 13 0,11-9 0,-10 9 0,-1-13 0,11 0 0,-24 0 0,24 0 0,-11 0 0</inkml:trace>
  <inkml:trace contextRef="#ctx0" brushRef="#br0" timeOffset="60254">12700 6290 24575,'17'-17'0,"9"4"0,-22 13 0,22 0 0,-9 0 0,13 0 0,0 0 0,-14 0 0,11 0 0,-10-13 0,13 10 0,0-11 0,0 14 0,-14 0 0,11 0 0,-11 0 0,14-13 0,0 10 0,-13-11 0,10 14 0,-11 0 0,1 0 0,-4 0 0,1 0 0,-11 0 0,10 0 0,-13 0 0,0 0 0,0 0 0</inkml:trace>
  <inkml:trace contextRef="#ctx0" brushRef="#br0" timeOffset="60797">13479 6260 24575,'0'-16'0,"-14"2"0,11 14 0,-10-13 0,13 10 0,0-24 0,0 24 0,0-24 0,0 10 0,0 1 0,0-11 0,0 10 0,0-13 0,0 14 0,13-11 0,-10 24 0,24-24 0,-24 24 0,11-24 0,-1 24 0,-10-24 0,24 24 0,-24-10 0,24 13 0,-24 0 0,24 0 0,-24 13 0,11-10 0,-1 24 0,-10-10 0,24 13 0,-24 0 0,10-1-616,1 15 616,-11-11 0,10 10 0,1-13 0,-11 0-10,10 0 10,-13 0 0,14 0 0,-11 0 0,10-13 0,-13-4 0,14 0 0,-11-9 615,10 9-615,-13-13 11,14 0-11,-11 0 0,24-13 0,-11 9 0,1-22 0,9 9 0,-22 0 0,22-9 0,-22 9 0,9-13 0,0 0 0,-9 14 0,9-11 0,-13 24 0,13-11 0,-9 1 0,9 10 0,-13-11 0</inkml:trace>
  <inkml:trace contextRef="#ctx0" brushRef="#br0" timeOffset="61944">16025 5811 24575,'-17'30'0,"-9"-14"0,22 11 0,-22-10 0,9 13 0,-13-14 0,13 11 0,-9-10 0,9-1 0,-13 11 0,13-11 0,-9 1 0,23 10 0,-24-24 0,10 24 0,1-24 0,-11 10 0,24 1 0,-24-11 0,24 10 0,-11 1 0,14-11 0,-13 10 0,10-13 0,-11 14 0,14-11 0,0 10 0,0-13 0,0 0 0,0 14 0,0-11 0,0 10 0,14 0 0,-11-9 0,10 22 0,1-22 0,-11 9 0,24 0 0,-24-9 0,24 22 0,-24-22 0,24 22 0,-24-22 0,24 9 0,-24 0 0,23-9 0,-22 9 0,22-13 0,-22 13 0,22-10 0,-22 11 0,9-14 0,-13 0 0,13 0 0,-9 0 0,9 13 0,-13-10 0,0 11 0,0-14 0</inkml:trace>
  <inkml:trace contextRef="#ctx0" brushRef="#br0" timeOffset="62810">16264 6350 24575,'0'-17'0,"0"4"0,0 13 0,-13-13 0,10 9 0,-11-9 0,14 0 0,0 9 0,0-22 0,0 23 0,0-11 0,14 1 0,-11 10 0,10-24 0,-13 24 0,0-24 0,14 24 0,-11-24 0,24 24 0,-24-11 0,10 1 0,1 10 0,-11-11 0,24 14 0,-24-13 0,10 10 0,1-11 0,-11 14 0,10 0 0,-13 0 0,13 0 0,-9 0 0,22 0 0,-22 14 0,9-11 0,0 24 0,-9-24 0,9 24 0,0-24 0,-9 24 0,22-11 0,-22 1 0,9 10 0,0-11 0,-9 1 0,9 9 0,0-9 0,-9 0 0,9 9 0,0-22 0,-10 22 0,24-22 0,-24 9 0,24-13 0,-24 13 0,11-9 0,-1-4 0,4-4 0,-1-9 0,11 13 0,-24-13 0,24 9 0,-11-22 0,1 9 0,10 0 0,-24-9 0,10 9 0,1 1 0,-11-11 0,10 10 0,1 1 0,-11-11 0,10 24 0,-13-24 0,0 24 0,-13-11 0,10 1 0,-11 10 0,14-11 0</inkml:trace>
  <inkml:trace contextRef="#ctx0" brushRef="#br0" timeOffset="64884">17193 6650 24575,'-17'13'0,"4"-10"0,13 24 0,0-24 0,0 24 0,0-24 0,0 24 0,0-24 0,0 24 0,0-24 0,0 24 0,-13-24 0,9 10 0,-9 1 0,13-11 0,0 10 0,0-13 0</inkml:trace>
  <inkml:trace contextRef="#ctx0" brushRef="#br0" timeOffset="65459">17852 6140 24575,'0'17'0,"0"-4"0,0 1 0,0 2 0,0 1 0,0 10 0,0-11 0,0 14 0,0 0 0,0 0 0,0 0 0,0 0 0,0 0 0,0 0 0,0-14 0,0 11 0,0-24 0,0 24 0,0-24 0,0 11 0,0-14 0,0 0 0,0-14 0,0 11 0,0-24 0,0 11 0,0-1 0,0-10 0,0 11 0,0-1 0,13-9 0,-9 9 0,9-13 0,-13 13 0,0-9 0,13 22 0,-10-22 0,11 22 0,-14-9 0,0 13 0,0-13 0,0 10 0,0-11 0,13 14 0,-10 0 0,11 0 0,-14 0 0,0 0 0,13 14 0,-10-11 0,11 23 0,-14-22 0,0 22 0,0-9 0,13 0 0,-10 9 0,11-9 0,-14 0 0,0 9 0,0-22 0,0 22 0,0-23 0,0 11 0,0-1 0,0-10 0,-14 11 0,11-14 0,-10 13 0,13-10 0,0 11 0</inkml:trace>
  <inkml:trace contextRef="#ctx0" brushRef="#br0" timeOffset="67300">18571 6200 24575,'0'30'0,"0"-13"0,0 9 0,0-9 0,0 13 0,0 0 0,0 0 0,0-13 0,0 9 0,0-9 0,0-1 0,0 11 0,0-10 0,0-1 0,0-2 0,0-1 0,-14-10 0,11 11 0,-10-14 0</inkml:trace>
  <inkml:trace contextRef="#ctx0" brushRef="#br0" timeOffset="67887">18661 6470 24575,'0'-17'0,"0"4"0,13 0 0,-10 9 0,11-9 0,-14 0 0,13 9 0,-10-22 0,11 22 0,-1-9 0,-10 0 0,10 9 0,1-22 0,-11 22 0,10-9 0,-13 0 0,14 9 0,-11-9 0,10 13 0,-13 0 0,0 0 0,14 13 0,-11-9 0,10 22 0,-13-22 0,14 22 0,-11-22 0,10 22 0,-13-9 0,0 0 0,0 9 0,0-9 0,14-1 0,-11 11 0,10-24 0,-13 11 0,0-1 0,0-10 0,0 11 0,0-14 0</inkml:trace>
  <inkml:trace contextRef="#ctx0" brushRef="#br0" timeOffset="68191">19110 5901 24575,'0'60'0,"0"0"0,0-1-3749,0 1 3749,0 0 0,0 0-558,0 0 558,0-13 0,0 9 0,13-23 0,-9 24 369,9-24-369,-13 11 0,0-28 0,0 11 1760,0-10-1760,13-1 1444,-9 11-1444,9-24 734,-13 10-734,0-13 0,0 0 0,-13 0 0,9 0 0,-9-13 0,13-4 0</inkml:trace>
  <inkml:trace contextRef="#ctx0" brushRef="#br0" timeOffset="68948">18721 6170 24575,'0'17'0,"0"-4"0,0 1 0,0 2 0,0 1 0,0 9 0,0-9 0,0 0 0,0 9 0,0-9 0,0 13 0,0 0 0,0 0 0,0-14 0,0 11 0,0-10 0,0 13 0,0-14 0,0 11 0,0-24 0,0 24 0,0-24 0,0 11 0,0-1 0,0-10 0,0 11 0,0-14 0,0 0 0,0 0 0</inkml:trace>
  <inkml:trace contextRef="#ctx0" brushRef="#br0" timeOffset="69206">18481 5871 24575,'17'0'0,"-4"0"0,-13 0 0,0 0 0</inkml:trace>
  <inkml:trace contextRef="#ctx0" brushRef="#br0" timeOffset="69685">18900 6170 24575,'17'0'0,"-4"0"0,1 0 0,-11 0 0,23 0 0,-9 0 0,13 0 0,0 0 0,0 0 0,0 0 0,0 0 0,-13 0 0,9 0 0,-9 0 0,13 0 0</inkml:trace>
  <inkml:trace contextRef="#ctx0" brushRef="#br0" timeOffset="70197">19290 6470 24575,'13'-17'0,"-10"4"0,11 13 0,-1-13 0,-10 9 0,11-9 0,-14 13 0,13-13 0,-10 9 0,10-9 0,-13 13 0,0-13 0,0 9 0,0-9 0,0 13 0,0 0 0,-13 0 0,10 0 0,-10 0 0,13 0 0,-14 0 0,11 0 0,-10 0 0,-1 0 0,11 13 0,-10-9 0,-1 9 0,11-13 0,-10 13 0,-1-9 0,11 9 0,-10 0 0,13-9 0,0 9 0,0 0 0,0-10 0,-14 11 0,11-14 0,3 13 0,3-10 0,11 11 0,-14-14 0,0 13 0,0-10 0,13 11 0,-10-14 0,24 0 0,-24 13 0,24-10 0,-24 11 0,24-14 0,-10 0 0</inkml:trace>
  <inkml:trace contextRef="#ctx0" brushRef="#br0" timeOffset="70744">19679 6320 24575,'-30'0'0,"13"0"0,-9 0 0,22 0 0,-9 13 0,0-9 0,10 9 0,-11 0 0,1-9 0,10 9 0,-11 0 0,14-9 0,0 22 0,0-22 0,0 9 0,0 0 0,0-10 0,0 11 0,0-14 0,0 13 0,14-10 0,-11 11 0,10-14 0,-13 0 0,14-14 0,-11 11 0,10-10 0,0 13 0,-9 0 0,9-14 0,-13 11 0,0-10 0,13 0 0,-9 9 0,9-9 0,-13 13 0,0 0 0,0 13 0,0 4 0,13 13 0,-9 0 0,9 0 0,-13 0 0,13 0 0,-9 13 0,9-10-783,-13 24 783,0-24 0,0 10-237,0-13 237,0 0 0,0 0 0,0 0 0,0-13 0,0 9 0,-13-22 0,9 22 774,-22-22-774,22 9 246,-22-13-246,9 0 0,-13 0 0,0 0 0,0-13 0,14 9 0,-11-22 0,10 22 0,-13-22 0,14 9 0,2 0 0,1-9 0,10 9 0,-11 1 0,14-11 0,14 10 0,2-13 0</inkml:trace>
  <inkml:trace contextRef="#ctx0" brushRef="#br0" timeOffset="71414">19979 6440 24575,'13'-17'0,"-10"4"0,10 0 0,-13 9 0,0-9 0,-13 13 0,10 0 0,-10-13 0,-1 9 0,11-9 0,-24 13 0,24 0 0,-24 0 0,24 13 0,-24-9 0,24 9 0,-24-13 0,24 13 0,-24-9 0,24 22 0,-10-22 0,13 22 0,0-23 0,0 24 0,0-10 0,0 13 0,0 0 0,13-14 0,-10 11 0,24-10 0,-10-1 0,-1 11 0,11-24 0,-10 10 0,13-13 0,0 0 0,-1 0 0,-12 0 0,10 0 0,-11-13 0,1 10 0,10-24 0,-24 24 0,10-24 0,-13 24 0,14-24 0,-11 11 0,-3-1 0,-3-10 0,-11 11 0,14-1 0,0 4 0,0-1 0,0 11 0,0-10 0,0 13 0,0 0 0,0 13 0,0-10 0,0 11 0,0-1 0,0-10 0,0 24 0,0-10 0,0-1 0,0 11 0,0-24 0,0 24 0,0-24 0,0 11 0,0-1 0,0-10 0,0 11 0,0-14 0,0 0 0,0-14 0,0 11 0,0-10 0,0-1 0,0 11 0,-13-24 0,10 11 0,-11-1 0,14-10 0,0 11 0,0-1 0,0-10 0,0 24 0,0-23 0,14 22 0,-11-9 0,10 0 0,1 9 0,-11-9 0,24 13 0,-11 0 0,1-13 0,9 9 0,-9-9 0,13 13 0,0 13 0,0-9 0,-13 9 0,9-13 0,-9 0 0</inkml:trace>
  <inkml:trace contextRef="#ctx0" brushRef="#br0" timeOffset="71982">17972 7039 24575,'30'0'0,"0"13"0,13-9-2904,3 9 2904,14-13 0,0 0-2483,13 0 2483,4-13 0,-26 11 0,1 0 0,-6-5 0,1 1-1056,11 5 1,1 2 1055,-6-1 0,0 0 0,0 1 0,1-2 0,4-6 0,0 1 0,-4 4 0,-1 0 0,7-5 0,0 1 0,-7 5 0,0 2 0,6 0 0,-1-2 0,-11-6 0,-1 1-758,-1 4 1,0 0 757,28-11 0,0 13 0,-23 0 113,20 0-113,-37-13 0,10 9 1906,-13-9-1906,-13 13 3437,10 0-3437,-24 0 2236,24 0-2236,-24 0 330,10 0 0,-13 0 0,0 0 1</inkml:trace>
  <inkml:trace contextRef="#ctx0" brushRef="#br0" timeOffset="72190">21057 6859 24575,'0'0'0</inkml:trace>
  <inkml:trace contextRef="#ctx0" brushRef="#br0" timeOffset="115472">4104 5152 24575,'16'0'0,"-3"13"0,-13-9 0,0 9 0,0-13 0,0 0 0,14 0 0,-11 0 0,10 0 0,-13 0 0,0 0 0,14 0 0,-11 0 0,10 0 0,-13 0 0,0 0 0,14 0 0,-11 0 0,10 0 0,-13 0 0,0-13 0,14 9 0,-11-9 0,10 13 0,-13 0 0,0 0 0,14 0 0,-11 13 0,10-9 0,-13 9 0,0-13 0,0 0 0,14 0 0,-11 0 0,10 0 0,-13 0 0,14 0 0,-11 0 0,10 0 0,0 0 0,-9 0 0,9 0 0,0 0 0,-9 0 0,22 0 0,-22 0 0,9 0 0,0 0 0,-9 0 0,22 0 0,-22 0 0,22 0 0,-22 0 0,9 0 0,0 0 0,-9 0 0,22 0 0,-23 0 0,24 0 0,-24 0 0,24 0 0,-24 0 0,24 0 0,-24 0 0,24 0 0,-24 0 0,24 0 0,-24 0 0,24 0 0,-24 0 0,11 0 0,-1-13 0,-10 9 0,10-9 0,1 13 0,-11 0 0,10 0 0,-13 0 0,14 0 0,-11 0 0,10 0 0,1 0 0,-11 0 0,10 0 0,1 0 0,-11 13 0,10-9 0,-13 9 0,0-13 0,0 0 0,14 0 0,-11 0 0,10 0 0,-13 0 0,0 0 0,0 0 0</inkml:trace>
  <inkml:trace contextRef="#ctx0" brushRef="#br0" timeOffset="116717">4193 5032 24575,'-16'13'0,"2"-9"0,1 9 0,10-13 0,-11 0 0,14 13 0,0-9 0,-13 9 0,10-13 0,-10 0 0,13 0 0,-14 0 0,11 13 0,-10-9 0,13 9 0,0-13 0,-14 0 0,11 0 0,-10 0 0,13 0 0,0 0 0,-14 13 0,11-9 0,-10 9 0,13-13 0,0 0 0,-14 0 0,11 0 0,-10 0 0,13 0 0,0 0 0,0 13 0,0-9 0,0 9 0,0-13 0,0 0 0,13 0 0,-10 0 0,11 0 0,-1 0 0,-10 0 0,24 0 0,-24 13 0,24-10 0,-24 11 0,24-28 0,-24 11 0,24-10 0,-11 13 0,1 0 0,10 0 0,-24 0 0,10 0 0,1-13 0,-11 9 0,24-9 0,-24 13 0,24 0 0,-24 0 0,10 0 0,-13 0 0,14 0 0,-11 0 0,10 0 0,-13 0 0,0 0 0,13 0 0,-9 0 0,9 0 0,-13 13 0,0-9 0,0 9 0,0-13 0,0 0 0,0 0 0</inkml:trace>
  <inkml:trace contextRef="#ctx0" brushRef="#br0" timeOffset="118457">3924 5062 24575,'16'17'0,"-2"-4"0,-1-13 0,-10 13 0,11-9 0,-1 9 0,4 0 0,-1-9 0,11 9 0,-10-13 0,-1 13 0,11-9 0,-24 9 0,24 0 0,-11-10 0,1 11 0,10-1 0,-24-10 0,24 11 0,-24-14 0,24 13 0,-24-10 0,24 11 0,-24-14 0,10 0 0,1 0 0,-11 0 0,10 0 0,0 0 0,-9 0 0,9 0 0,-13 0 0,0 0 0,0 0 0</inkml:trace>
  <inkml:trace contextRef="#ctx0" brushRef="#br0" timeOffset="119709">1617 4403 24575,'14'17'0,"-11"9"0,10-9 0,-13 13 0,0 0 0,14 13 0,-11-10 0,24 11 0,-24-1 0,24 4-1889,-24-1 1889,24 11 0,-11-24 0,1 24 0,9-11 0,-9 1 0,0 9 0,9-22-463,-9 22 463,0-23 0,9 11-475,-9-14 475,0 0 0,9 0 0,-22 0 0,22 0 0,-23-1 0,24 1 0,-24-13 1329,24 10-1329,-24-11 961,24 1-961,-24-4 537,11 1-537,-1-11 0,-10 10 0,11-13 0,-14 0 0,0 0 0,13 0 0,-10-13 0,11 10 0,-14-11 0,0 14 0</inkml:trace>
  <inkml:trace contextRef="#ctx0" brushRef="#br0" timeOffset="120092">1647 5661 24575,'0'-30'0,"0"0"0,0 0 0,0 0 0,14 0 0,-11-13 0,24-4-1936,-24 1 1936,24-11 0,-11 11 0,14-14 0,0 0 0,0 0 0,0 0 0,0 13 0,0-9 0,0 23 0,0-24 0,0 24 0,0-10 466,0 13-466,-14 0 0,11 13 0,-24-10 0,11 11 0,-1-1 0,-10 4 1470,11-1-1470,-14 11 0,0-10 0,0 13 0,0-14 0,0-2 0</inkml:trace>
  <inkml:trace contextRef="#ctx0" brushRef="#br0" timeOffset="120682">2486 4553 24575,'-17'0'0,"4"13"0,0-10 0,9 11 0,-22-1 0,23 4 0,-24 13 0,10 0 0,1 0 0,-11 0 0,24 13 0,-24-10 0,24 24-1249,-24-24 1249,24 24 0,-11-24 0,14 23-144,0-22 144,0 22 0,0-22 0,0 9 0,14-13 0,-11 0 0,10 0 0,1 0 0,-11 0 0,10 0 0,1-1 0,-11-12 1239,10-4-1239,-13 1 154,14-11-154,-11 10 0,10 1 0,-13-11 0,0 10 0,0-13 0</inkml:trace>
  <inkml:trace contextRef="#ctx0" brushRef="#br0" timeOffset="121350">2606 4703 24575,'-13'16'0,"9"-2"0,-9-1 0,0-10 0,9 24 0,-22-24 0,22 24 0,-9-24 0,0 24 0,9-24 0,-9 24 0,0-24 0,9 24 0,-9-11 0,13 1 0,0 10 0,0-11 0,-13 14 0,9 0 0,-9 0 0,13 0 0,0 0 0,0 0 0,0 0 0,0 0 0,0 13 0,0-10 0,0 11 0,0-14-524,0 13 524,0-10 0,0 24 0,13-24 0,-9 10 0,9 0 0,-13-9 0,0 9 0,0 0 0,0-9 0,13 9 0,-9-13 0,9 0-38,-13 0 38,0 0 0,0 0 0,0 0 0,0-14 0,0 11 0,0-24 0,0 24 522,0-24-522,0 10 40,0-13-40,0 0 0,-13-13 0,9 10 0,-9-11 0</inkml:trace>
  <inkml:trace contextRef="#ctx0" brushRef="#br0" timeOffset="122129">2786 4673 24575,'16'16'0,"-2"11"0,-14-10 0,13 13 0,-10-1 0,11 1 0,-1 0 0,-10 0-833,24 14 833,-24-11 0,10 10 0,-13-13 0,14 13 0,-11-9 0,10 9 0,-13-13 0,0 0 0,0 13 0,-13-10 0,10 11 0,-11-14 0,1 0 0,10-1 0,-24 15 0,11-11 0,-1 10 0,-10-26 205,24 10-205,-24-11 0,24 14 0,-24-13 0,11-4 0</inkml:trace>
  <inkml:trace contextRef="#ctx0" brushRef="#br0" timeOffset="123190">2336 5122 24575,'-16'0'0,"2"0"0,14 0 0,0 0 0,0-13 0,14 23 0,-11-20 0,10 23 0,-13-13 0,0-13 0,14 9 0,-11-9 0,10 13 0,-13 0 0,14 0 0,-11 0 0,24 0 0,-24 0 0,10 0 0,0 0 0,-9 0 0,22 0 0,-22 0 0,22 0 0,-22 0 0,9 0 0,0 0 0,-9 0 0,9 0 0,0 0 0,-9 0 0,9 0 0,-13 0 0,0 0 0,0 13 0,0-9 0,0 9 0,-13-13 0,-4 0 0</inkml:trace>
  <inkml:trace contextRef="#ctx0" brushRef="#br0" timeOffset="126050">3295 5631 24575,'0'17'0,"0"-4"0,0-13 0,0 0 0,0 13 0,0-9 0,0 22 0,0-9 0,0 13 0,0-13 0,13 9 0,-10-9 0,11 13 0,-1 0 0,-10 0-655,11 13 655,-1-10 0,-10 11 0,24-15 0,-24 1 0,24 14 0,-24-11 0,24 10 0,-24-13 0,24 0 0,-24 0 0,24 0 0,-24 0 0,24 0 0,-24 0 0,24 0 0,-24-14 0,10 11 0,1-24 0,-11 24 0,10-24 0,-13 11 655,0-14-655,0 0 0,14 0 0,-11 13 0,10-10 0,-13 11 0,-13-14 0,10 0 0,-11 0 0,14 0 0,0 0 0,-13 0 0,-4 0 0</inkml:trace>
  <inkml:trace contextRef="#ctx0" brushRef="#br0" timeOffset="126288">3175 6500 24575,'17'-47'0,"9"4"0,-9 13-6227,13 0 6227,-14-13 0,11 9 929,-10-9-929,13 13 0,0-13 0,0 10 0,0-11 0,0 14 0,-1 1 0,-12 12 1081,10-10-1081,-11 11 0,1-1 0,10-10 808,-24 24 0,10-10 0,-13 13 0</inkml:trace>
  <inkml:trace contextRef="#ctx0" brushRef="#br0" timeOffset="126639">4074 5901 24575,'-17'16'0,"4"11"0,-1-24 0,11 24 0,-10-24 0,13 24 0,-14-10 0,11 12 0,-10 1 0,13 0-554,0 14 554,-14-11 0,11 10 0,-10-13 0,13 0-5,0 0 5,0 0 0,13 0 0,-10 0 0,11 0 0,-14 0 0,13 0 0,-10-14 0,24 11 0,-24-24 0,11 24 554,-14-24-554,13 11 5,-10-14-5,11 13 0,-1-10 0,-10 11 0,11-14 0,-14-14 0,0 11 0,0-10 0</inkml:trace>
  <inkml:trace contextRef="#ctx0" brushRef="#br0" timeOffset="127552">4223 6170 24575,'-16'0'0,"2"0"0,14 14 0,0-11 0,0 10 0,0-13 0,0 0 0,0 14 0,0-11 0,0 10 0,0-13 0,0 14 0,0-11 0,14 10 0,-11 0 0,10-9 0,-13 22 0,0-22 0,0 22 0,0-22 0,14 22 0,-11-22 0,10 22 0,-13-22 0,0 22 0,0-22 0,14 9 0,-11 0 0,10-10 0,-13 24 0,0-24 0,0 11 0,0-14 0,14 0 0,-11 13 0,10-10 0,-13 11 0,0-14 0,0 0 0,14 0 0,-11 0 0,10 0 0,-13-14 0,0 11 0,13-10 0,-9 13 0,9-14 0,-13 11 0,0-10 0,13-1 0,-9-2 0,9-1 0,-13-9 0,0 22 0,13-22 0,-9 9 0,9 0 0,0-9 0,-9 9 0,9 0 0,-13-9 0,0 23 0,0-11 0,0 14 0,0-13 0,0 10 0,0-11 0,0 14 0,0 0 0,0 14 0,0-11 0,0 10 0,0 1 0,0-11 0,0 10 0,0 0 0,-13-9 0,9 22 0,-9-9 0,13 0 0,0 9 0,0-22 0,0 22 0,13-9 0,-9 0 0,9 9 0,-13-23 0,0 24 0,0-24 0,13 24 0,-9-24 0,9 24 0,-13-24 0,13 24 0,-9-24 0,22 11 0,-22-1 0,9-10 0,0 11 0,-10-14 0,24 0 0,-24 0 0,24 0 0,-24 0 0,11 0 0,-1 0 0,-10 0 0,11-14 0,-1 11 0,-10-24 0,11 24 0,-14-24 0,13 11 0,-10-14 0,11 0 0,-14 0 0,0 0 0,0 0 0,0 0 0,0 0 0,0 0 0,0 13 0,-14-9 0,11 9 0,-10-13 0,13 14 0,0-11 0,-14 24 0,11-11 0,-10 1 0,13 10 0,0-11 0,-14 14 0,11-13 0,-10 10 0,13-11 0,-14 14 0,-2 0 0</inkml:trace>
  <inkml:trace contextRef="#ctx0" brushRef="#br0" timeOffset="128005">4852 5721 24575,'14'17'0,"2"9"0,14-9 0,0 13 0,-13 0-1000,9 0 1000,-9 0 0,13 0 0,-13 0 0,9 0 0,-9 0 0,0-1 0,9 1 0,-22 0 0,9 0 0,0 14 0,-9-11 0,-4 10 0,-4-13 0,-9 0 0,0 0 0,9 13 0,-22-9 0,9 9-957,-13 0 957,13-10 0,-9 11 0,9-14 111,0 0-111,-9-1 0,23 1 0,-24 0 0,24-13 0,-11 10 118,1-24 0,10 24 0,-11-11 1</inkml:trace>
  <inkml:trace contextRef="#ctx0" brushRef="#br0" timeOffset="192514">19829 12071 24575,'16'0'0,"11"-13"0,-24 9 0,24-22 0,-24 22 0,24-9 0,-24 0 0,24 9 0,-24-22 0,11 22 0,-14-22 0,0 23 0,0-11 0,0 1 0,0 10 0,0-11 0,0 1 0,0 10 0,-14-11 0,11 1 0,-24 10 0,24-11 0,-24 14 0,24 0 0,-24 14 0,11-11 0,-14 10 0,0 1 0,13-11 0,-9 24 0,9-24 0,0 24 0,-9-11 0,22 14 0,-22-13 0,22 9 0,-9-9 0,13 13 0,0 13-515,0-9 515,0 9 0,0-13 0,13-14 0,-9 11 0,22-10 0,-9-1 0,13 11 0,0-24-621,13 11 621,-10-1 0,11-10 0,-14 11 0,13-28 0,-10 11 0,10-10 0,-13 13 0,0-14 124,-13 11 1,10-24 0,-11 11 0</inkml:trace>
  <inkml:trace contextRef="#ctx0" brushRef="#br0" timeOffset="193636">20158 11442 24575,'17'0'0,"-4"0"0,1 0 0,-11 0 0,23 0 0,-22 0 0,9 0 0,0 0 0,4 0 0,13 0 0,-13 0 0,9 0 0,-9 0 0,0 0 0,9 0 0,-22 0 0,22 0 0,-23 0 0,11 0 0,-1 0 0,-10 0 0,11 0 0,-14 0 0,0 0 0,0-13 0,0 9 0,0-9 0</inkml:trace>
  <inkml:trace contextRef="#ctx0" brushRef="#br0" timeOffset="193940">20697 11322 24575,'14'30'0,"-11"0"0,10 0 0,1 0 0,-11 0 0,10 0 0,-13 0 0,0 0 0,0 0 0,0 0 0,0 0 0,0 0 0,0 0 0,-13 0 0,10-14 0,-11 11 0,1-11 0,10 14 0,-11-13 0,1 10 0,-4-24 0,1 10 0,-11 1 0,11-11 0,-14 10 0,13-26 0,4-4 0</inkml:trace>
  <inkml:trace contextRef="#ctx0" brushRef="#br0" timeOffset="194680">20967 11142 24575,'0'34'0,"0"6"0,0-24 0,0 14 0,0 0 0,-13-13 0,9 9 0,-9-9 0,13 13 0,0 0 0,13-13 0,-9 9 0,9-22 0,-13 22 0,0-22 0,0 9 0,0-13 0,13 0 0,-9 0 0,9 0 0,0 0 0,-9-13 0,9 9 0,0-22 0,-9 9 0,22 0 0,-23-9 0,11 9 0,-1 0 0,-10-9 0,11 22 0,-14-22 0,0 23 0,0-11 0,0 1 0,0 10 0,0-11 0,0 14 0,0 0 0,0 14 0,0-11 0,0 24 0,0-24 0,0 23 0,0-22 0,0 22 0,0-9 0,13 0 0,-10-4 0,11 0 0,-1-9 0,-10 22 0,11-22 0,-1 9 0,-10-13 0,24 0 0,-10 0 0,-1 0 0,11-13 0,-11 9 0,1-22 0,10 22 0,-24-22 0,24 22 0,-24-22 0,24 22 0,-24-22 0,10 22 0,-13-22 0,0 23 0,-13-11 0,10 1 0,-11 10 0,1-24 0,10 24 0,-24-11 0,10 14 0,1-13 0,-11 10 0,24-11 0,-10 14 0</inkml:trace>
  <inkml:trace contextRef="#ctx0" brushRef="#br0" timeOffset="195130">21566 11232 24575,'0'34'0,"13"6"0,-9-24 0,9 14 0,-13-13 0,0 9 0,0-22 0,0 22 0,0-22 0,0 9 0,0-13 0,0 13 0,0-9 0,0 9 0,0-13 0,0 0 0,0-13 0,0 9 0,0-22 0,0 22 0,0-22 0,0 9 0,0-13 0,13 13 0,-9-9 0,9 9 0,-13 1 0,13-11 0,-9 10 0,9 1 0,0-11 0,-9 24 0,9-11 0,0 14 0,-10 0 0,24 0 0,-24 14 0,24-11 0,-24 24 0,11-24 0,-1 24 0,-10-11 0,24 14 0,-24-13 0,11 9 0,-1-9 0,-10 0 0,11 9 0,-14-22 0,0 9 0,0-13 0</inkml:trace>
  <inkml:trace contextRef="#ctx0" brushRef="#br0" timeOffset="195520">20638 10903 24575,'0'0'0</inkml:trace>
  <inkml:trace contextRef="#ctx0" brushRef="#br0" timeOffset="206755">10723 9705 24575,'17'0'0,"-4"0"0,-13 0 0,0 0 0,13 13 0,-9-10 0,9 11 0,-13-14 0,0 0 0,13 0 0,-9 0 0,9 0 0,-13 0 0,13 0 0,-9 0 0,9 0 0,0 0 0,-9 0 0,9 0 0,-13 0 0,13 0 0,-9 0 0,9 0 0,0 0 0,-10 0 0,11 13 0,-14-10 0,13 11 0,-10-14 0,11 0 0,-1 0 0,-10 0 0,11 0 0,-1 0 0,-10 0 0,11 0 0,-14 0 0,13 0 0,-10 0 0,24 0 0,-24 0 0,24 0 0,-24 0 0,11 0 0,-1 0 0,-10 0 0,24 0 0,-11 0 0,1 0 0,10 0 0,-24 0 0,24 0 0,-24 0 0,24-14 0,-24 11 0,24-10 0,-24 13 0,23 0 0,-9 0 0,0 0 0,9 0 0,-22 0 0,22 0 0,-9 0 0,0 0 0,9 0 0,-22 0 0,22 0 0,-22 0 0,9 0 0,0 0 0,-10 0 0,11 0 0,-1 0 0,-10 0 0,11 0 0,-14 0 0,13 0 0,-10 0 0,11 0 0,-14 0 0,0 0 0,13 0 0,-10 0 0,11 0 0,-14 0 0,0 0 0,0 13 0,0-10 0,0 11 0,13-14 0,-23 0 0,7 0 0,-14 0 0,-10 0 0,11 0 0,-14 0 0,13 0 0,-9 0 0,9 0 0,-13 13 0,0-10 0,13 11 0,-9-14 0,9 0 0,-13 0 0,13 0 0,-9 0 0,9 0 0,1 0 0,-11 0 0,10 0 0,1 0 0,-11 0 0,24 0 0,-24 0 0,24 0 0,-24 0 0,24 0 0,-24 0 0,24 0 0,-24 0 0,24 0 0,-24 0 0,24 0 0,-24 0 0,24 0 0,-24 0 0,24 0 0,-24 0 0,24 0 0,-24 0 0,24 0 0,-10 0 0,0 0 0,9 13 0,-22-10 0,22 11 0,-22-14 0,22 0 0,-22 0 0,22 0 0,-9 0 0,0 0 0,9 0 0,-9 0 0,0 13 0,9-10 0,-9 10 0,13-13 0,0 0 0,-13 0 0,9 0 0,-9 0 0,13 0 0,0 0 0,13 0 0,-9 0 0,9 0 0,-13-13 0,13 10 0,4-10 0,0 13 0,9 0 0,-9-14 0,13 11 0,-13-10 0,9-1 0,-9 11 0,13-10 0,0 13 0,0 0 0,0 0 0,0 0 0,0 0 0,0 0 0,-1 0 0,1-14 0,0 11 0,0-10 0,0 13 0,0 0 0,0 0 0,-13 0 0,9 0 0,-9 0 0,0-14 0,9 11 0,-22-10 0,22 13 0,-22 0 0,9 0 0,-13 0 0,0 0 0,13 0 0,-9 0 0,9 0 0,-13 0 0,0 0 0,-13 0 0,9 0 0,-9 0 0,13 0 0,0 0 0,-13 13 0,9-10 0,-9 11 0,0-14 0,9 0 0,-22 0 0,22 0 0,-22 0 0,9 0 0,0 0 0,-9 0 0,9 0 0,-13 0 0,0 0 0,0 0 0,0 0 0,0 0 0,1 0 0,-1 0 0,13 13 0,-10-10 0,11 11 0,-14-14 0,0 0 0,0 0 0,13 0 0,-9 0 0,9 0 0,0 0 0,-9 0 0,22 0 0,-9 0 0,13 0 0,-13 0 0,9 0 0,-9 0 0,13 0 0,0 0 0,-13 0 0,9 0 0,-9 0 0,13 0 0,0 0 0,-13 0 0,9 0 0,-9 0 0,13 0 0,0 0 0,0-14 0,0 11 0,0-10 0,-13 13 0,9 0 0,-9 0 0,13 0 0,0 0 0,13 0 0,-9 0 0,9 0 0,0 0 0,4-14 0,13 11 0,0-10 0,0 13 0,0 0 0,0 0 0,0 0 0,0 0 0,0 0 0,0 0 0,0 0 0,0 0-514,13 0 514,-10 0 0,10 0 0,-26 13 0,10-10 0,-24 11 0,10-14 0</inkml:trace>
  <inkml:trace contextRef="#ctx0" brushRef="#br0" timeOffset="244526">5571 11831 24575,'17'0'0,"-4"0"0,-13 0 0,0 0 0,13 0 0,-9 0 0,9 0 0,-13 0 0,0 0 0,0-13 0,0 10 0,13-11 0,-9 14 0,9 0 0,0 0 0,-9 0 0,22 0 0,-22 0 0,22-13 0,-9 10 0,13-11 0,0 14 0,0 0 0,0 0 0,0 0 0,0-13-563,13 10 563,-10-10 0,24 13 0,-11 0-1232,1 0 1232,10 0 0,-24 0-274,10 0 274,-13 0 0,0-14 0,13 11 0,-23-10 0,20 13 0,-23 0 0,-1 0 520,11 0-520,-24 0 1248,24 0-1248,-24 0 301,11 0-301,-14 0 0,0 0 0,-14-14 0,11 11 0,-10-10 0</inkml:trace>
  <inkml:trace contextRef="#ctx0" brushRef="#br0" timeOffset="248721">7758 4343 24575,'-47'-16'0,"4"2"0,0 14-2075,9-13 2075,-22 10 0,9-11 0,-26 1-2275,10 10 2275,-10-11 0,-1 1 0,11 10-828,20-11 0,0 1 828,-34 10 0,0-24 0,34 25 0,0 1 0,-34-13 0,1 1 0,33 11 0,-1 1 0,-32-13 0,-1 1 0,34 12 0,0-1 0,-34-11 0,32 13 0,0 0 0,-31-14 0,32 13 0,1-1 0,-20-11-962,20 12 1,-1 2 961,-19-1-733,-10 0 733,13 0 0,0 0 0,0 0 0,0 0 933,14 0-933,3 0 0,-1 0 0,11 0 2113,-10 0-2113,13 0 0,0 0 0,0 0 0,0 0 0,0 13 2278,13-10-2278,-9 11 2062,9-14-2062,0 0 978,-9 0-978,22 13 298,-22-10-298,22 10 0,-9-13 0,13 0 0,-13 0 0,10 0 0,-11 0 0,14 0 0,0 0 0,-13 14 0,10-11 0,-11 10 0,14-13 0,0 0 0,0 14 0,0-11 0,0 10 0,0-13 0,0 14 0,14 2 0,-11 1 0,10 10 0,-13-11 0,0 14 0,14 13-1050,-11-9 1050,10 22 0,0-9-1797,-9 13 1797,22 0 0,-22 0 0,22 0-2297,-22 13 2297,22-10 0,-24-20 0,0 1 0,24 19 0,-22 10 0,22 0 0,-22-10 0,22 11 0,-22-14 0,22 13 0,-23-10 0,24 10 0,-24-13-1211,11 0 1211,-1-13 0,-10 9 0,24-9 0,-24-1 0,11 11 0,-1-24 0,-10 24-86,11-24 86,-14 24 0,13-24 0,-10 10 1239,11-13-1239,-14 0 2288,0-13-2288,13 9 1506,-10-9-1506,11 13 1155,-14-13-1155,0 9 253,0-22-253,0 22 0,0-22 0,13 9 0,-10 0 0,10-10 0,-13 11 0,0-14 0,0 13 0,0-10 0,0 11 0,0-14 0,0 0 0,-13 13 0,10-10 0,-10 11 0,13-14 0,0 0 0,0 13 0,0-10 0,0 11 0,0-14 0,0 0 0,0 13 0,0-10 0,0 11 0,0-14 0,0 0 0,13 0 0,-10 0 0,10 0 0,-13 0 0,0 0 0,14 0 0,-11 0 0,24 0 0,-11 0 0,14 0 0,0 0 0,0 0-497,13 0 497,-9 0-1259,22 0 1259,-9 0 0,13 0 0,0 0 0,0 0-2172,13 0 2172,-10 0-1123,-20-1 0,1 2 1123,19 12 0,-21-11 0,2-1 0,1 6 0,0 0-1036,1-7 1,1 0 1035,5-1 0,0 2 0,0 5 0,-1 1 0,-5-5 0,1-1 0,11 6 0,0 0 0,-11-7 0,0 0 0,4 0 0,1 0 0,-6-1 0,-2 2-873,32 12 873,-32-12 0,-1 1 0,20 11 0,10-13 136,-13 0-136,0 0 828,-13 0-828,9-13 1881,-23 10-1881,11-10 2121,-14 13-2121,-14 0 1924,11 0-1924,-10 0 1447,-1 0-1447,-2-14 781,-1 11-781,-10-10 0,11 13 0,-14 0 0,13 0 0,-10 0 0,10 0 0,-13 0 0,0 0 0,0-14 0,0 11 0,0-10 0,0 13 0,0 0 0,14 0 0,-11 0 0,10-14 0,-13 11 0,0-10 0,0 13 0,0-14 0,0-2 0,0-1 0,0-10 0,0 11 0,0-1 0,0-9 0,0 9 0,0-26 0,0 9 0,0-9-1227,0 0 1227,0-4 0,0 1 0,0-11-2045,0-3 2045,-13-3 0,10-10 0,-11 13 0,14 0 0,0-13 0,-13 9 0,10-9 0,-10 13 0,13 0 0,-14-13 0,11 10 0,-10-10 0,13 13 0,0 0 0,-14 0 0,11 0 0,-10-13 0,13 10 0,0-11 0,-14 15 0,11-1 0,-10 0 0,13-13 0,0 23 0,0-20 0,0 23 0,-14-13-1246,11 14 1246,-10-11-613,13 24 613,0-11 797,0 15-797,0-1 1919,0 0-1919,0 13 1410,0-10-1410,0 24 778,0-10-778,0-1 227,0 11-227,-14-10 0,11 13 0,-10 0 0,13 0 0,0 0 0,0 13 0,0-10 0,13 11 0,-10-14 0,11 0 0</inkml:trace>
  <inkml:trace contextRef="#ctx0" brushRef="#br0" timeOffset="270055">17343 9405 24575,'-17'0'0,"-10"-13"0,24 10 0,-10-11 0,-1 14 0,11 0 0,-23 0 0,22-13 0,-22 10 0,9-11 0,0 14 0,-9 0 0,22 0 0,-22 0 0,22 0 0,-22-13 0,22 10 0,-22-11 0,22 14 0,-22 0 0,23 0 0,-24 0 0,24 0 0,-11 0 0,1 0 0,10 0 0,-24 0 0,10 0 0,1 0 0,-11 0 0,24 0 0,-24 0 0,10 0 0,1 0 0,-11 0 0,11 0 0,-1 0 0,-10 0 0,11 0 0,-1 14 0,-10-11 0,24 10 0,-24-13 0,11 0 0,-1 0 0,-9 0 0,9 14 0,0-11 0,-9 10 0,22-13 0,-22 0 0,22 0 0,-22 0 0,22 14 0,-22-11 0,22 10 0,-22-13 0,23 0 0,-24 0 0,24 0 0,-24 14 0,24-11 0,-24 10 0,24-13 0,-24 0 0,24 0 0,-11 13 0,1-9 0,10 9 0,-11-13 0,1 0 0,10 0 0,-11 13 0,14-9 0,-13 9 0,10-13 0,-10 0 0,13 0 0,-14 0 0,11 0 0,-10 13 0,-1-9 0,11 9 0,-10 0 0,-1-9 0,11 9 0,-10 0 0,13-9 0,-14 9 0,11-13 0,-10 0 0,13 0 0,0 13 0,-14-9 0,11 9 0,-10-13 0,13 13 0,0-10 0,-14 11 0,11-14 0,-10 13 0,13-10 0,0 24 0,-13-24 0,9 11 0,-9-1 0,13-10 0,0 24 0,0-24 0,0 11 0,-13-1 0,9-10 0,-9 11 0,13-1 0,0-10 0,0 24 0,0-24 0,0 24 0,-13-24 0,9 24 0,-9-24 0,13 24 0,0-24 0,0 24 0,0-24 0,0 10 0,-13 1 0,9-11 0,-9 24 0,13-24 0,0 10 0,0 1 0,0-11 0,13 23 0,-9-22 0,9 22 0,-13-22 0,0 9 0,0 0 0,0-9 0,0 22 0,13-22 0,-9 22 0,9-22 0,-13 9 0,0 0 0,13-9 0,-9 22 0,9-22 0,-13 9 0,13 0 0,-9-10 0,9 11 0,0-14 0,-10 13 0,11-10 0,-1 11 0,-10-1 0,11-10 0,-1 11 0,-10-1 0,11-10 0,-1 11 0,-10-1 0,24-10 0,-24 11 0,11-1 0,-1-10 0,-10 11 0,11-1 0,-1-10 0,-10 10 0,24 1 0,-24-11 0,10 10 0,1-13 0,-11 14 0,10-11 0,1 10 0,-11-13 0,24 14 0,-24-11 0,10 10 0,1-13 0,-11 0 0,24 0 0,-24 0 0,10 14 0,1-11 0,-11 10 0,23-13 0,-22 0 0,22 0 0,-22 0 0,22 0 0,-22 14 0,22-11 0,-22 10 0,22-13 0,-9 0 0,0 0 0,9 0 0,-22 0 0,22 0 0,-23 0 0,24 0 0,-10 0 0,-1 14 0,11-11 0,-24 10 0,24-13 0,-24 0 0,24 0 0,-24 0 0,24 0 0,-24 0 0,24 0 0,-24 0 0,10 0 0,1 0 0,-11 0 0,24 0 0,-11 0 0,1 0 0,10 0 0,-24 0 0,24 0 0,-11 0 0,1 0 0,9 0 0,-9 0 0,0-13 0,9 10 0,-9-11 0,13 14 0,-13 0 0,9-13 0,-22 10 0,22-11 0,-22 14 0,22 0 0,-23-13 0,24 10 0,-24-11 0,24 14 0,-24-13 0,24 10 0,-24-11 0,24 1 0,-10 10 0,-1-11 0,11 1 0,-24 10 0,24-24 0,-24 24 0,24-24 0,-24 24 0,24-24 0,-24 24 0,24-24 0,-24 24 0,10-24 0,1 24 0,-11-24 0,10 24 0,1-24 0,-11 24 0,10-23 0,-13 9 0,14 0 0,-11-9 0,10 22 0,-13-22 0,0 22 0,0-22 0,0 22 0,0-22 0,0 22 0,0-22 0,0 9 0,13 1 0,-9-11 0,9 24 0,-13-24 0,0 10 0,0 1 0,0-11 0,0 24 0,0-24 0,0 24 0,0-11 0,0 1 0,0 10 0,0-11 0,-13 1 0,9 10 0,-9-24 0,13 24 0,0-24 0,0 24 0,0-10 0,0-1 0,0 11 0,0-24 0,0 24 0,-13-24 0,10 24 0,-11-24 0,14 24 0,0-24 0,-13 11 0,10-1 0,-11-9 0,1 9 0,10 0 0,-24-9 0,24 22 0,-24-22 0,24 22 0,-24-22 0,10 22 0,1-22 0,-11 23 0,11-24 0,-1 24 0,-10-24 0,11 24 0,-1-11 0,-10 1 0,11 10 0,-14-11 0,13 14 0,-9-13 0,9 10 0,-13-11 0,0 14 0,0 0 0,0 0 0</inkml:trace>
  <inkml:trace contextRef="#ctx0" brushRef="#br0" timeOffset="280515">5751 11682 24575,'-17'0'0,"4"0"0,13 0 0,0 0 0,-13 0 0,9 0 0,-9 0 0,13 0 0,0 0 0,0 13 0,-13-10 0,9 11 0,-9-14 0,13 0 0,0 0 0,13 0 0,-9 0 0,9 0 0,-13 0 0,0 0 0,13 0 0,-9 0 0,22 0 0,-9 0 0,13 0 0,0 0 0,0 0 0,0 0-606,13 0 606,-10 0 0,24 0 0,-24 0 0,10 0 0,1 0 0,-11 0 0,10 0 0,-13 0 0,0 0 0,13 0-32,-23 0 32,20 0 0,-23 0 0,13 0 0,-13 0 0,9 0 604,-23 13-604,11-10 34,-1 11-34,-10-14 0,11 0 0,-14 0 0,0 0 0,-14 0 0,11-14 0,-10 11 0,-1-10 0,-2 13 0,-14 0 0,0 0 0,0 0 0,0 0 0,0-14 0,0 11 0,0-10 0,0 13-484,-13 0 484,10 0 0,-11-14 0,14 11 0,1-10-21,-1 13 21,0 0 0,0 0 0,0 0 0,0 0 0,0 0 0,13 0 0,-9 0 0,22 0 484,-22 0-484,22 0 21,-9 0-21,13 0 0,0 0 0,13 0 0,-9 0 0,22 0 0,-9 13 0,13-10 0,0 11 0,13-14-519,-10 0 519,11 0 0,-1 0 0,-10 0 0,10 0 0,-13-14 0,0-2 0</inkml:trace>
  <inkml:trace contextRef="#ctx0" brushRef="#br0" timeOffset="286152">6979 10454 24575,'-13'-17'0,"9"4"0,-22 13 0,22 0 0,-22 0 0,9 0 0,-13 0 0,14-14 0,-11 11 0,-3-10 0,-3 13 0,-11 0-762,1 0 762,10 0 0,-24 0-1633,11 0 1633,-14 0 0,0 0 0,0 0 0,0 0 0,0 0 0,0 13 0,0-10 0,0 24 0,1-24-1890,-1 24 1890,0-11 0,0 1 0,0 10 0,0-11 0,13 1-1069,-9 10 1069,23-11 0,-37 28 0,33-11-766,-19 10 766,26 0 0,0-9 0,0 22 0,0-22 0,0 22 0,0-23 0,0 24 0,0-10 0,13 12 0,-9 1 0,22 0 0,-9 0 0,0 0 0,9 0 0,-9 0 0,13 0 0,13 0 0,-9 0 0,22 0 0,-22-1-337,22 1 337,-9 0 0,13-13 0,0 9 0,0-22 0,0 22 361,0-22-361,13 9 0,-10-13 0,24 0 0,-11 0 0,14-14-891,13 11 891,-9-24 0,-21 5 0,0-2 0,34-20 0,-33 13 0,2-1-676,-2-10 0,2-3 676,5 1 0,1-2-700,-6 1 1,1-3 699,11-10 0,0-1 0,-11 13 0,0-1 0,11-9 0,0-4 0,-11 0 0,-1 0-934,12-1 1,1-2 933,-6-2 0,0-3 0,0 1 0,1 1 0,-2 5 0,-1-1 0,-5-11 0,-2-1 111,-5 13 0,-2-1-111,1-11 0,-3 0 0,-3 11 0,-4 0 66,-4-10 0,-1-2-66,7 5 0,-3 1 0,-7-38 354,1 32 1,-3 1-355,-14-20 740,10 20 0,-2-1-740,-22-19 0,17 20 0,-4 0 0,-29-21 0,22-9 126,-22 27-126,9-11 0,-26 24 0,10-24 0,-11 24 0,1-10 0,-3 13 0,-1 0 0,-10 0 0,11 0 0</inkml:trace>
  <inkml:trace contextRef="#ctx0" brushRef="#br0" timeOffset="287775">11352 4553 24575,'-17'-13'0,"4"9"0,13-9 0,-13 13 0,10-13 0,-24 9 0,10-9 0,1 0 0,-11 9 0,10-9 0,-13 0 0,0 9 0,1-9 0,-1 13 0,0 0 0,0-13 0,0 9-516,-14-9 516,11 13 0,-10 0 0,0 13 0,9-9 0,-9 9 0,0-13 0,10 13 0,-24-9 0,24 9 0,-11 0 0,1 4 0,10 0 0,-10 9-1183,-1-9 1183,11 13 0,-10 0 0,0 0 0,9 0 0,-9 0 0,13 13 0,-13-10 0,9 10 0,-9 1 0,13-11 0,0 10 0,0 0 0,0-9 0,0 22 0,14-22 0,-11 9 0,24 0-583,-24-10 583,24 11 0,-10-1 0,-1-10 0,11 11 0,-10-1 0,13-10 0,0 10 0,0-13 0,0 14 0,0-11 0,0 10 0,0 0 0,0-9 0,13 9 0,-10 0 0,24-10 0,-24 11 0,24-1 0,-24-10 0,24 11 0,-11-15 0,14 1 0,0 0 0,0 0-1050,14 0 1050,-11 0 0,23 0 0,-22 0 0,22 0 0,-9-13-1198,13 9 1198,0-22 0,0 22 0,-1-22 0,1 9 0,0 0 0,0-9 0,0 9 0,0-26 0,0 9 0,0-9 0,0 13 0,0-13 0,-14 9 0,11-22 0,-11 22 0,14-22 0,-13 9 0,9-13 0,-22-13 0,22 10 0,-22-11 0,22 14 0,-23-13 0,11-3 0,-14-14 0,0 13 0,0-23 0,-14 20-1130,11-23 1130,-24 0 0,24 10 0,-25 19 0,-1 1 0,12-20 0,-13-10 0,0-1 0,0 11 0,0-10 0,0 13-961,0 0 961,-13 0 0,10 14 60,-10 2-60,-1 1 0,11 10 1096,-24-10-1096,24 13 0,-24 0 0,24 0 0,-24 0 0,24-14 0,-24 11 0,11-10 0,-1 13 0,-10 0 0,11 0 0</inkml:trace>
  <inkml:trace contextRef="#ctx0" brushRef="#br0" timeOffset="310011">16324 15456 24575,'14'16'0,"-11"-2"0,10-1 0,-13-10 0,14 24 0,-11-24 0,24 24 0,-24-11 0,23 1 0,-22 10 0,22-11 0,-9 14 0,0-13 0,9 10 0,-9-11 0,0 1 0,9 10 0,-22-11 0,22 1 0,-9 9 0,-1-22 0,11 22 0,-24-22 0,11 22 0,-14-22 0,13 9 0,-10 0 0,11-9 0,-14 9 0,0-13 0,0 13 0,0-9 0,0 9 0,0-13 0,0 0 0,0 13 0,0-9 0,-14 9 0,11-13 0,-10 13 0,13 4 0</inkml:trace>
  <inkml:trace contextRef="#ctx0" brushRef="#br0" timeOffset="310625">16324 15965 24575,'17'-30'0,"-4"13"0,1-9 0,-11 9 0,24-13 0,-11 0 0,1 0 0,9 0 0,-22 0 0,22 0 0,-9 14 0,0-11 0,9 10 0,-22-13 0,22 0 0,-22 14 0,9-11 0,0 24 0,-9-10 0,9-1 0,-13 11 0,0-10 0,13-1 0,-10 11 0,11-10 0,-14 13 0,0 0 0,13 0 0,-10 0 0,11 0 0,-14-14 0,0 11 0,0-10 0,0 13 0,-14 0 0,11 0 0,-10 0 0,13 13 0,0-10 0,0 11 0</inkml:trace>
  <inkml:trace contextRef="#ctx0" brushRef="#br0" timeOffset="311400">16833 15366 24575,'0'16'0,"0"-2"0,0-14 0,0 0 0,0 13 0,14-10 0,-11 24 0,10-24 0,-13 11 0,0-1 0,0-10 0,0 24 0,0-24 0,0 24 0,14-24 0,-11 24 0,10-24 0,-13 10 0,0 1 0,0-11 0,0 10 0,0-13 0,0 14 0,0-11 0,0 10 0,0-13 0,0 14 0,0-11 0,0 10 0,0-13 0,0 14 0,0-11 0,0 10 0,0 1 0,0-11 0,0 10 0,0 1 0,0-11 0,0 10 0,0 1 0,0-11 0,0 10 0,0 0 0,0-9 0,0 22 0,14-22 0,-11 9 0,10 0 0,-13-9 0,0 9 0,0 0 0,0-9 0,0 22 0,0-22 0,0 9 0,0 0 0,0-9 0,0 9 0,0 0 0,0-9 0,0 9 0,0-13 0,0 0 0,0 13 0,0-10 0,0 11 0,0-14 0,0 0 0,0 13 0,0-10 0,0 11 0,14-14 0,-11 0 0,10 0 0,-13 0 0,0 0 0,14-14 0,-11 11 0,24-10 0,-24 13 0,10 0 0,1 0 0,-11 0 0,10 0 0,-13 0 0,0 0 0,-13 0 0,-4 0 0</inkml:trace>
  <inkml:trace contextRef="#ctx0" brushRef="#br0" timeOffset="312192">17103 15546 24575,'17'-17'0,"-4"4"0,-13 13 0</inkml:trace>
  <inkml:trace contextRef="#ctx0" brushRef="#br0" timeOffset="312660">16774 15306 24575,'16'0'0,"-2"0"0,-1 0 0,-10 0 0,24 0 0,-24 0 0,24 0 0,-11 13 0,1-9 0,10 9 0,-24-13 0,24 0 0,-24 0 0,24 0 0,-24 0 0,24 0 0,-24 0 0,10 0 0,0 0 0,-9 0 0,9 0 0,-13 0 0,0 0 0,-13 0 0,9 0 0,-22 0 0,9 13 0,-13 4 0</inkml:trace>
  <inkml:trace contextRef="#ctx0" brushRef="#br0" timeOffset="313736">17073 15605 24575,'0'-16'0,"0"2"0,0 14 0,0 0 0,0 14 0,0-11 0,0 10 0,0-13 0,0 0 0,0 14 0,0-11 0,0 10 0,13 1 0,-9-11 0,9 24 0,-13-24 0,0 24 0,13-24 0,-9 24 0,9-24 0,-13 10 0,0 1 0,0-11 0,0 10 0,0 0 0,0-9 0,0 9 0,0-13 0,0 0 0,0-13 0,0 9 0,0-9 0,0 0 0,0 10 0,0-24 0,0 24 0,0-24 0,0 10 0,13-13 0,-9 14 0,9-11 0,-13 10 0,0-13 0,0 1 0,0 12 0,0-10 0,0 24 0,13-24 0,-9 24 0,9-24 0,-13 24 0,0-10 0,0 13 0,0 0 0,13 0 0,-9 0 0,9 0 0,-13 0 0,13 13 0,-9-10 0,9 11 0,0-14 0,-10 13 0,11-10 0,-14 11 0,13-1 0,-10-10 0,11 11 0,-1-14 0,-10 13 0,11-10 0,-14 24 0,0-24 0,0 24 0,0-24 0,0 24 0,13-11 0,-10 1 0,11 10 0,-14-24 0,0 24 0,0-24 0,0 24 0,0-24 0,0 24 0,0-24 0,0 10 0,0 0 0,-14-9 0,11 9 0,-10-13 0,13 0 0,0 0 0,0 0 0</inkml:trace>
  <inkml:trace contextRef="#ctx0" brushRef="#br0" timeOffset="315868">17522 15306 24575,'0'-17'0,"0"4"0,0 13 0,0 0 0,14 0 0,-11 0 0,10 0 0,-13 0 0,14 0 0,-11 0 0,10 0 0,1 0 0,-11 0 0,24-13 0,-24 9 0,10-9 0,-13 13 0,14 0 0,-11 0 0,10 0 0,0 0 0,-9 0 0,9 0 0,-13 0 0,0 0 0,13 0 0,-9 0 0,9 0 0,-13 0 0,0 0 0,0-13 0,0 9 0,0-9 0,0 26 0,0-9 0,0 9 0,0-13 0,0 0 0,0 13 0,0-9 0,0 9 0,0 0 0,0-9 0,13 22 0,-9-9 0,9-1 0,-13 11 0,0-10 0,0-1 0,0 11 0,0-10 0,0 13 0,0 0 0,0 0 0,0-1 0,0-12 0,0 10 0,0-11 0,0 14 0,0-13 0,0 10 0,0-11 0,13 14 0,-9-13 0,9 9 0,-13-9 0,0 13 0,0-13 0,0 9 0,0-22 0,0 22 0,0-22 0,0 22 0,0-22 0,13 22 0,-9-22 0,9 9 0,-13-13 0,0 13 0,0-10 0,0 11 0,0-14 0,0 13 0,0-10 0,0 11 0,0-14 0,0 13 0,0-10 0,0 11 0,0-14 0,0 13 0,0-10 0,0 11 0,0-14 0,0 0 0,-13 0 0,9 0 0,-9 0 0,13 13 0,-13-10 0,9 11 0,-22-14 0,22 0 0,-9 0 0,13 0 0,-13 0 0,9 0 0,-9 13 0,13-10 0,-13 11 0,9-14 0,-22-14 0,23 11 0,-11-10 0,14 13 0,0 0 0,-13 0 0,10 0 0,-11 0 0,14 0 0,-13-14 0,10 11 0,-11-10 0,14-1 0,0-2 0</inkml:trace>
  <inkml:trace contextRef="#ctx0" brushRef="#br0" timeOffset="317036">18721 15635 24575,'16'0'0,"-3"0"0,-13 0 0,0 0 0,14 14 0,-11-11 0,10 10 0,1-13 0,2 0 0,1 0 0,10 0 0,-11 0 0,14 0 0,0 0 0,0 0 0,0 0 0,0 0 0,0 0 0,13 0-523,-9 0 523,9 0 0,0 0 0,-10 0 0,11 0 0,-1 0 0,-10 0-1260,24 0 1260,-11 0-1597,14 0 1597,0 0 0,0 0 0,0 0 0,0 0 0,0 0 0,13 0 0,-10 0 0,-20 0 0,1 0-2043,19 0 2043,-20 0 0,1 0 0,19 0 0,10 0 0,0 0 0,-10 0 0,11 0 0,-14 0 0,-1 0-1074,1 0 1074,0 0 0,0 0 0,0 14 0,0-11 0,0 10 0,-14-13 226,11 14-226,-24-11 0,24 10 0,-24-13 0,10 0 1327,-13 0-1327,14 0 2108,-24 0-2108,20 0 1852,-37 0-1852,24 0 984,-24 0-984,10 0 0,-13 0 0,-13 0 0,10 0 0,-11-13 0,14-4 0</inkml:trace>
  <inkml:trace contextRef="#ctx0" brushRef="#br0" timeOffset="317918">18960 15396 24575,'-16'0'0,"2"0"0,14 0 0,0 0 0,0 13 0,-13-10 0,10 24 0,-24-24 0,24 11 0,-11-1 0,1-10 0,10 11 0,-11-1 0,14-10 0,-13 24 0,10-24 0,-11 24 0,1-24 0,10 10 0,-11 1 0,14-11 0,0 24 0,0-24 0,0 10 0,0-13 0,0 0 0,0 14 0,0-11 0,0 10 0,0-13 0,0 0 0,0 14 0,0-11 0,14 10 0,-11-13 0,10 14 0,1-11 0,-11 10 0,10-13 0,-13 0 0,14 14 0,-11-11 0,10 10 0,1-13 0,-11 0 0,10 0 0,1 0 0,-11 14 0,10-11 0,-13 10 0,14-13 0,-11 13 0,10-9 0,-13 9 0</inkml:trace>
  <inkml:trace contextRef="#ctx0" brushRef="#br0" timeOffset="318755">21147 15426 24575,'16'0'0,"-2"0"0,-1 0 0,4 0 0,-1 0 0,11 0 0,-10 0 0,-1 13 0,11-10 0,-11 11 0,14-14 0,-13 13 0,10-10 0,-11 11 0,1-1 0,-4-10 0,1 11 0,-11-1 0,10-10 0,-13 24 0,0-24 0,0 10 0,0 1 0,0 2 0,0 1 0,-13 10 0,10-11 0,-24 1 0,24 10 0,-24-11 0,10 1 0,1 10 0,-11-11 0,24 1 0,-24-4 0,24 0 0,-11-9 0,14 9 0,-13-13 0,10 0 0,-10 0 0,-1 0 0,-2 0 0</inkml:trace>
  <inkml:trace contextRef="#ctx0" brushRef="#br0" timeOffset="324740">22105 14767 24575,'0'16'0,"0"-2"0,0-1 0,14-10 0,-11 11 0,10-1 0,-13-10 0,0 24 0,0-24 0,13 24 0,-9-10 0,9-1 0,0 11 0,-9-11 0,22 14 0,-22 0 0,22 0 0,-9 0 0,0 13-917,9-9 917,-9 9 0,13-13 0,0 0 0,0 13 0,0-10 0,0 11 0,0-14 0,-14 0 0,11 0 0,-11 13 0,14-10 0,0 10 0,-13-13 0,10 0 0,-11 0 0,1-13 0,10 10 0,-24-11 0,24 1 0,-24 9 917,23-22-917,-22 22 0,9-22 0,0 9 0,-9-13 0,9 0 0,-13 0 0,0 13 0,0-9 0,0 9 0,0-26 0,0 9 0,0-9 0,0 13 0,-13 0 0,9 0 0,-22 0 0,22 0 0,-9 0 0</inkml:trace>
  <inkml:trace contextRef="#ctx0" brushRef="#br0" timeOffset="325112">22195 15995 24575,'0'-30'0,"0"13"0,0-23 0,13 20 0,-9-23 0,22 0-3189,-22-4 3189,22-13 0,-9 0-2229,13-13 2229,0 10 0,0-10 0,0-1 0,0 11 0,0-10 0,13 13 0,-10 0 0,10 0 619,-13 14-619,0-11 0,-13 24 0,10-10 0,-24 13 0,24 0 0,-24 0 0,24 13 1385,-24-10-1385,10 24 2679,-13-10-2679,0 13 735,0 0-735,-13 0 0,10 0 0,-24 0 0,10 0 0</inkml:trace>
  <inkml:trace contextRef="#ctx0" brushRef="#br0" timeOffset="325494">22105 16115 24575,'14'-17'0,"-11"4"0,23-1 0,-22 11 0,22-10 0,-9-1 0,0 11 0,9-24 0,-9 24 0,0-10 0,9 0 0,-9 9 0,-1-9 0,11 13 0,-24 0 0,11-13 0,-14 9 0,0-9 0,0 13 0</inkml:trace>
  <inkml:trace contextRef="#ctx0" brushRef="#br0" timeOffset="325764">21596 14707 24575,'0'-17'0,"0"4"0,0 13 0,13 0 0,4 0 0,13-13 0,0 9 0,13-9-1478,4 13 1478,13 0 0,0 0-1836,-1-13 1836,1 9 0,0 4 0,0 4 0,0 9 0</inkml:trace>
  <inkml:trace contextRef="#ctx0" brushRef="#br0" timeOffset="326006">22584 14797 24575,'17'-17'0,"-4"4"0,1 13 0,2-14 0,14 11 0,0-10 0,0 13 0,0 0 0,0 0 0,-13 0 0,9 0 0,-9 0 0,13 0 0,0 0 0</inkml:trace>
  <inkml:trace contextRef="#ctx0" brushRef="#br0" timeOffset="326278">22764 15935 24575,'17'0'0,"-4"0"0,0 0 0,-9 0 0,22 0 0,-22 0 0,22 0 0,-22 0 0,22-13 0,-9 9 0,0-9 0,9 13 0,-22 0 0,9 0 0</inkml:trace>
  <inkml:trace contextRef="#ctx0" brushRef="#br0" timeOffset="326611">23423 14917 24575,'-17'0'0,"-9"13"0,9-10 0,1 24 0,-11-11 0,10 28-1756,1-11 1756,-11 24 0,10-11 0,1 1 0,2 9 0,1-9 0,10-1 0,-11 11 0,14-10 0,0-1 0,0-2 0,0-1 0,14 3 0,2 1 277,1-17-277,-4-3 0,1-11 0,-11 1 0,24-4 0,-24 0 330,24-9 0,-11-4 1,14-17-1</inkml:trace>
  <inkml:trace contextRef="#ctx0" brushRef="#br0" timeOffset="327492">23723 15456 24575,'0'-17'0,"13"-10"0,-10 24 0,11-10 0,-14 13 0,0-14 0,0 11 0,0-10 0,0 13 0,0 0 0,0-14 0,0 11 0,0-10 0,0 13 0,-14-13 0,11 9 0,-10-9 0,13 13 0,0 0 0,-14 0 0,11 0 0,-10 0 0,13 0 0,-14 0 0,11 0 0,-10 0 0,-1 0 0,11 0 0,-10 13 0,-1-9 0,11 22 0,-10-23 0,13 24 0,0-10 0,0 13 0,0 0 0,0 0 0,0 0 0,0 0 0,0-1 0,0 1 0,0 0 0,13 0 0,-10-13 0,24 10 0,-24-11 0,24 1 0,-24 10 0,24-24 0,-10 10 0,-1-13 0,11 13 0,-24-9 0,11-4 0,-1-4 0,-10-9 0,11 13 0</inkml:trace>
  <inkml:trace contextRef="#ctx0" brushRef="#br0" timeOffset="328100">24022 14917 24575,'0'16'0,"13"-3"0,-9 1 0,22 2 0,-22 1 0,9 10 0,0-11 0,-9 1 0,9 10 0,-13-11 0,0 14 0,0 0 0,0 0 0,0 0 0,0 0 0,0 0 0,-13 0 0,9 0 0,-9-14 0,0 11 0,9-10 0,-9-1 0,0 11 0,9-24 0,-22 24 0,23-24 0,-24 11 0,24-14 0,-24 0 0,24 0 0,-24-14 0,10 11 0,1-24 0,-11 24 0,10-10 0</inkml:trace>
  <inkml:trace contextRef="#ctx0" brushRef="#br0" timeOffset="328287">23962 14677 24575,'17'0'0,"-4"0"0,-13-13 0,0 9 0,0-9 0,0 13 0,14 0 0,-11 0 0,10 0 0</inkml:trace>
  <inkml:trace contextRef="#ctx0" brushRef="#br0" timeOffset="328930">24202 14976 24575,'0'17'0,"0"-4"0,0 1 0,0-11 0,0 24 0,0-11 0,13 1 0,-9 10 0,9-24 0,-13 23 0,0-22 0,13 9 0,-10 0 0,11-9 0,-14 22 0,0-22 0,0 9 0,0-13 0,0 0 0,13 0 0,-10-13 0,24 9 0,-24-9 0,11 0 0,-1 9 0,-10-22 0,11 22 0,-1-22 0,-10 23 0,11-24 0,-14 10 0,13 1 0,-10-11 0,11 24 0,-14-24 0,0 24 0,0-11 0,0 1 0,0 10 0,0-11 0,0 14 0,0 0 0,0 14 0,0-11 0,0 10 0,0 1 0,0-11 0,0 24 0,13-24 0,-10 24 0,11-24 0,-14 24 0,0-24 0,0 10 0,13-13 0,-10 14 0,10-11 0,-13 10 0,0-13 0,14-13 0,-11 10 0,10-11 0,1 1 0,-11 10 0,10-24 0,-13 10 0,14-13 0,-11 14 0,10-11 0,-13 10 0,0 1 0,0-11 0,0 24 0,0-24 0,0 24 0,0-10 0,0 13 0,-13-14 0,10 11 0,-11-10 0,14 13 0,0 0 0</inkml:trace>
  <inkml:trace contextRef="#ctx0" brushRef="#br0" timeOffset="329458">24891 14827 24575,'16'46'0,"11"-2"0,-10-15-1606,-1 1 1606,11 14 0,-10-11 0,-1 24 0,11-24 0,-24 23 0,11-22 0,-14 22 0,13-22 0,-10 22 0,-3-23 0,-3 24 0,-10-24 0,-1 24 0,11-24 0,-24 10 0,24 1 0,-24-11 0,11 10 0,-14-13 0,0 0 0,0 0 0,0-13 0,0 9 0,-13-9 0,9 0 0,-9-4 0</inkml:trace>
  <inkml:trace contextRef="#ctx0" brushRef="#br0" timeOffset="341731">18721 17013 24575,'0'17'0,"0"-4"0,0 0 0,-14 4 0,11 0 0,-10 9 0,13-9 0,0 13 0,0 0 0,0 0 0,-14 0 0,11 0 0,-10 0 0,13 0 0,0 0 0,0 0 0,0-14 0,0 11 0,0-10 0,0 12 0,13 1 0,-10 0 0,11-13 0,-14 10 0,0-11 0,0 1 0,0 10 0,0-24 0,0 23 0,0-22 0,0 9 0,0 0 0,0-9 0,0 9 0,0-13 0,0 0 0,-14 0 0,11-13 0,-10 9 0,13-22 0,0 22 0,0-9 0</inkml:trace>
  <inkml:trace contextRef="#ctx0" brushRef="#br0" timeOffset="342116">18691 16863 24575,'16'0'0,"11"0"0,-24 0 0,24 0 0,-11 14 0,14-11 0,-13 10 0,10-13 0,-11 0 0,14 0 0,0 0 0,-13-13 0,9 10 0,-9-11 0,0 14 0,9 0 0,-22 0 0,22 0 0,-22 0 0,9 0 0,-13 0 0,0 0 0,-13 0 0,9 0 0,-9 0 0</inkml:trace>
  <inkml:trace contextRef="#ctx0" brushRef="#br0" timeOffset="342491">18661 17313 24575,'0'16'0,"0"-2"0,0-14 0,0 0 0,13 0 0,-10 0 0,24 0 0,-10 0 0,-1 0 0,11 0 0,-11 0 0,14-14 0,-13 11 0,10-10 0,-24 13 0,24 0 0,-24-14 0,24 11 0,-24-10 0,24 13 0,-24 0 0,10 0 0,-13 0 0,0 0 0,13 0 0,-9 0 0,9 0 0,-13 0 0,0 0 0,-13 0 0,9 0 0,-9 0 0,13 0 0,0 0 0</inkml:trace>
  <inkml:trace contextRef="#ctx0" brushRef="#br0" timeOffset="343158">19469 16983 24575,'0'17'0,"0"-4"0,0 1 0,0-11 0,0 23 0,0-9 0,0 13 0,0-13 0,0 9 0,0-9 0,0 13 0,0 0 0,0 0 0,0 0 0,0 0 0,0 0 0,0 0 0,0 0 0,0 0 0,0 0 0,0-14 0,0 11 0,14-24 0,-11 10 0,10 1 0,-13-11 0,0 10 0,0-13 0,0 0 0,0 14 0,-13-24 0,10 20 0,-11-24 0,14 14 0,-13 0 0,-4 0 0</inkml:trace>
  <inkml:trace contextRef="#ctx0" brushRef="#br0" timeOffset="343589">19170 17043 24575,'16'0'0,"-2"-13"0,-14 10 0,13-11 0,-10 14 0,11-13 0,-1 10 0,4-11 0,-1 1 0,11 10 0,-10-11 0,13 14 0,-1-13 0,-12 10 0,10-11 0,-11 14 0,14 0 0,0 0 0,0-13 0,0 10 0,0-11 0,-13 14 0,9 0 0,-9 0 0,0 0 0,9 0 0,-22 0 0,9 0 0,0 0 0,-9 0 0,9 0 0,0 0 0,-9 0 0,9 0 0,-13 0 0,0 0 0,0 14 0,0-11 0,0 10 0</inkml:trace>
  <inkml:trace contextRef="#ctx0" brushRef="#br0" timeOffset="344702">20278 17103 24575,'0'30'0,"0"0"0,0 0 0,0 0-1112,13 13 1112,-9-10-1280,9 24 1280,-13-10-1034,13 13 1034,-9-1 0,9 1 0,-13 0 0,0 0 0,0 0 0,0-13 0,0 9-603,0-23 603,0 11 0,13-1 0,-9-23 466,9 20-466,-13-23 1140,0-1-1140,-13-2 1699,9-14-1699,-9 0 724,13 0-724,0 0 0,0-14 0,-13-2 0,9-28 0,-9 11-1269,13-24 1269,0 11 0,-13-14 0,9 13 0,-9-9 0,13 9-1685,0-13 1685,0 0 0,0 0 0,13 1 0,-9 12-567,9 4 567,0 13 0,-9 0-123,9 0 123,0 0 1112,-9 13-1112,9-9 1725,0 22-1725,-9-9 658,22 13-658,-22 0 149,22 0-149,-23 0 0,24 13 0,-24-9 0,11 22 0,-1-9 0,-10 0 0,11 9 0,-14-9 0,0 13 0,0 0 0,0 0 0,0 0 0,-14 0 0,-2-14 0,-1 11 0,-10-11 0,24 14 0,-23-13 0,9 10 0,0-24 0,-9 24 0,22-24 0,-9 10 0,13-13 0,0 0 0,-13 0 0,9 0 0,-9 0 0</inkml:trace>
  <inkml:trace contextRef="#ctx0" brushRef="#br0" timeOffset="345238">20757 17283 24575,'0'16'0,"0"-2"0,0-14 0,-13 0 0,10 0 0,-24 0 0,24 0 0,-11 0 0,1 13 0,10-10 0,-24 11 0,24-1 0,-24-10 0,24 24 0,-10-24 0,-1 24 0,11-24 0,-10 24 0,13-10 0,0-1 0,0 11 0,0-24 0,0 24 0,0-24 0,0 24 0,0-24 0,0 10 0,0-13 0,0 14 0,13-11 0,-10 10 0,11-13 0,-1 0 0,-10-13 0,24 10 0,-24-24 0,24 24 0,-24-24 0,24 10 0,-24 1 0,24-11 0,-24 11 0,10-1 0,1-10 0,-11 11 0,10-1 0,-13-10 0,0 24 0,0-24 0,0 24 0,0-10 0,0 13 0,0 0 0,0 13 0,0-10 0,0 24 0,-13-10 0,10-1 0,-11 11 0,14-24 0,0 24 0,0-10 0,0-1 0,14 11 0,-11-24 0,10 24 0,-13-24 0,0 24 0,0-24 0,0 10 0,14-13 0,-11 0 0,10 0 0,-13 0 0,0 0 0,0 0 0</inkml:trace>
  <inkml:trace contextRef="#ctx0" brushRef="#br0" timeOffset="345523">20967 17253 24575,'0'16'0,"0"-2"0,0-1 0,0-10 0,0 24 0,0-10 0,0-1 0,0 11 0,13-10 0,-9 13 0,9-14 0,-13 11 0,0-11 0,0 1 0,0 10 0,0-24 0,0 24 0,0-24 0,0 10 0,0 1 0,0-11 0,0 10 0,0-13 0,0 0 0,-13 0 0,9-13 0,-9 10 0,0-24 0,-4 10 0</inkml:trace>
  <inkml:trace contextRef="#ctx0" brushRef="#br0" timeOffset="346134">21177 17552 24575,'-14'30'0,"11"-13"0,-10 10 0,13-24 0,0 24 0,0-24 0,0 10 0,0-13 0,0 13 0,0-9 0,0 9 0,0-26 0,0 9 0,0-9 0,0 0 0,0 10 0,0-24 0,0 10 0,0-13 0,0 14 0,0-11 0,0 10 0,13-13 0,-10 1 0,11-1 0,-14 0 0,0 0 0,0 13 0,0-10 0,13 24 0,-10-24 0,11 24 0,-14-10 0,0 13 0,0 0 0,13 0 0,-10 0 0,24 0 0,-24 0 0,24 0 0,-24 0 0,24 0 0,-24 13 0,10-10 0,1 11 0,-11-14 0,10 0 0,-13 0 0,0 0 0</inkml:trace>
  <inkml:trace contextRef="#ctx0" brushRef="#br0" timeOffset="346404">20997 16833 24575,'17'0'0,"-4"0"0,-13 0 0</inkml:trace>
  <inkml:trace contextRef="#ctx0" brushRef="#br0" timeOffset="347034">19110 17912 24575,'56'0'0,"-6"0"0,24 0-5754,-1 0 5754,3 0-1192,-25 0 0,2 0 1192,-7-1 0,1 2 0,11 5 0,0 1 0,-5-5 0,1-1-671,5 6 0,2 0 671,-2-6 0,1-2 0,0 1 0,0 0 0,0 0 0,0 0 0,6 0 0,1 0-1292,-5 0 1,-1 0 1291,6 0 0,-1 0 0,-5 0 0,-2 0-237,-5 0 1,-1 0 236,6 0 0,-2 0 435,23 0-435,-29 0 0,-2 0 1448,1 0-1448,20-14 0,-37 11 0,10-10 0</inkml:trace>
  <inkml:trace contextRef="#ctx0" brushRef="#br0" timeOffset="362404">6739 16741 5734,'-3'3'0,"2"-1"0,5 0 0,6 4 0,2 2 0,2 3 0,2 5 0,-6-4 0,4 5 0,1 4 0,-4-4 0,3 7 0,5 9 0,-7-12 0,1 1 0,-1 0 0,-2-5 0,10 16 0,-13-22 0,3 3 0,-6-11 0,0-2 0,0-3 0,-1-9 0,-2 2 0,-1-7 0,-3 5 0,-1 0 0,1 0 0,-2 0 0</inkml:trace>
  <inkml:trace contextRef="#ctx0" brushRef="#br0" timeOffset="362688">6848 17039 5734,'5'-13'0,"0"3"0,2-3 0,4-1 0,-4 2 0,4-4 0,0 0 0,-3 4 0,3-3 0,0 2 0,-3 3 0,2-1 0,0 0 0,-4 5 0,6-5 0,-8 10 0,0-2 0,-8 22 0,0-9 0,-4 13 0,4-13 0,0 0 0</inkml:trace>
  <inkml:trace contextRef="#ctx0" brushRef="#br0" timeOffset="363190">7081 16947 5734,'-1'4'0,"1"1"0,0-4 0,0 2 0,0 2 0,0 0 0,-2 9 0,2-4 0,-3 7 0,2-3 0,0 9 0,1-5 0,4 11 0,0 1 0,0-10 0,2 6 0,0-5 0,-2-17 0,1-9 0,-2-5 0,0-10 0</inkml:trace>
  <inkml:trace contextRef="#ctx0" brushRef="#br0" timeOffset="363592">7240 16782 5734,'-1'11'0,"0"-1"0,0 0 0,-4 25 0,2-16 0,-2 18 0,4-18 0,2-4 0,1 3 0,3 3 0,-1-8 0,6 10 0,-6-15 0,7 5 0,-6-10 0,6 1 0,-5-4 0,5-4 0,-6 0 0,1-2 0,-5-4 0,-1 4 0,-1-5 0</inkml:trace>
  <inkml:trace contextRef="#ctx0" brushRef="#br0" timeOffset="363791">7203 16694 5734,'11'-3'0,"8"-1"0,-5 2 0,18 2 0,-16 1 0,9 2 0</inkml:trace>
  <inkml:trace contextRef="#ctx0" brushRef="#br0" timeOffset="364188">7460 16869 5734,'3'9'0,"2"12"0,-1-8 0,3 20 0,-4-20 0,1 7 0,-1-8 0,-2-5 0,1 1 0,-1-3 0,0-3 0,0-1 0,2-4 0,-1-1 0,1-4 0,3-6 0,-2 3 0,4-5 0,-3-2 0,0 5 0,0-4 0,4-6 0,-3 8 0,4-7 0,-4 13 0,-1 4 0,1-1 0,0 3 0,1 0 0,1 5 0,-2 2 0,3 3 0,4 24 0,-7-14-218,6 17 218,-8-21 0,-1-1 0,1 3 0,-2-4 0,0 1 0,-3-3 0,0-4 0,-1 1 0</inkml:trace>
  <inkml:trace contextRef="#ctx0" brushRef="#br0" timeOffset="364687">7790 16689 5734,'13'3'0,"-1"-1"0,-8-3 0,2 0 0,0-1 0,5-1 0,-4 1 0,7-2 0,-8 2 0,3-1 0,-5 2 0,-2 1 0,0-1 0,-1 0 0,-1 0 0,-1-1 0,2 10 0,0 0 0,1 6 0,0 4 0,-1-5 0,1 19 0,-1-13 0,-1 10 0,0-3 0,0-7 0,0 6 0,2 12 0,-2-17 0,3 17 0,-2-26 0,-1 2 0,0-6 0,-17 1 0,7-4 0,-13-2 0,14-6 0,2-2 0</inkml:trace>
  <inkml:trace contextRef="#ctx0" brushRef="#br0" timeOffset="365784">6822 17790 5734,'-4'2'0,"2"1"0,4 0 0,6 3 0,7 7 0,-2-2 0,5 5 0,-2 2 0,-3-4 0,3 6 0,0 1 0,-4-5 0,4 6 0,1-1 0,-5-6 0,7 9 0,-10-12 0,6 8 0,-10-11 0,1 3 0,-6-11 0,-1-1 0</inkml:trace>
  <inkml:trace contextRef="#ctx0" brushRef="#br0" timeOffset="366020">6946 18061 5734,'6'-19'0,"5"-9"0,0 9 0,10-18 0,-5 14 0,4-10 0,1 3 0,-7 7 0,3-3 0,-8 12 0,-3 4 0,-1 3 0,-1 2 0,0 2 0,-1-1 0</inkml:trace>
  <inkml:trace contextRef="#ctx0" brushRef="#br0" timeOffset="366489">7222 17913 5734,'12'-4'0,"-3"2"0,14-4 0,-11 4 0,5 0 0,-10 2 0,3 6 0,-5 1 0,-1 11 0,-5-4 0,-3 7 0,-4 4 0,3-6 0,-5 10 0,6-14 0,0 2 0,3-5 0,2-5 0,2 0 0,7-4 0,-2-2 0,6-2 0,8-11 0,-3 3 0,4-4 0,-8 4 0,-5 1 0,-1-2 0</inkml:trace>
  <inkml:trace contextRef="#ctx0" brushRef="#br0" timeOffset="366855">7549 17729 5734,'-2'12'0,"-1"0"0,1 4 0,-1 11 0,1-6 0,0 10 0,2 0 0,0-6 0,1 1 0,1 0 0,1-3 0,3 14 0,-3-25 0,3 2 0,-1-5 0,3 1 0,2-6 0,-1-3 0,10-5 0,-8-3 0,5-4 0,-2-5 0,-4 3 0,1-10 0,-9 10 0,-2-5 0,-3 3 0,-1-1 0</inkml:trace>
  <inkml:trace contextRef="#ctx0" brushRef="#br0" timeOffset="367026">7514 17717 5734,'18'-1'0,"-1"0"0,-2 3 0,-4 0 0,2 1 0</inkml:trace>
  <inkml:trace contextRef="#ctx0" brushRef="#br0" timeOffset="367437">7747 17813 5734,'2'10'0,"2"8"0,-2-3 0,1 14 0,-2-13 0,1 6 0,-1-2 0,0-9 0,1 4 0,-2-11 0,1-3 0,0-5 0,2-2 0,0-4 0,2-5 0,0 2 0,2-12 0,-2 10 0,2-3 0,-1 3 0,-1 4 0,3-3 0,-3 9 0,2-1 0,0 8 0,-1 2 0,9 30 0,-9-17 0,6 22 0,-9-23 0,0 7 0,-1-8 0,1 7 0,-3-11 0,0-1 0,-1-10 0,0-4 0</inkml:trace>
  <inkml:trace contextRef="#ctx0" brushRef="#br0" timeOffset="367880">7943 17675 5734,'9'-3'0,"1"1"0,0 0 0,-1 0 0,1 1 0,2 0 0,-4 0 0,7 3 0,-10-1 0,2 3 0,-5 1 0,0-2 0,-1 3 0,1 1 0,-1 0 0,2 6 0,-2-3 0,1 3 0,0 5 0,0-4 0,1 5 0,1 5 0,-1-5 0,1 17 0,-1-13 0,1 7 0,-3 1 0,-1-1 0,0-1 0,0 0 0,-2-1 0,-5-9 0,2-6 0,-11 7 0,6-11 0,-13 7 0,10-7 0,-3 1 0,5-3 0,6-3 0,0-1 0,1 0 0,-1 0 0,0-1 0,0-1 0,-2-2 0,2-5 0,0-1 0</inkml:trace>
  <inkml:trace contextRef="#ctx0" brushRef="#br0" timeOffset="369066">3617 16932 5734,'6'0'0,"7"4"0,-1 2 0,6 3 0,-1-1 0,4 3 0,2 0 0,3 1-568,-2 0 0,-1-1 568,-3-2 0,1 0 0,15 6 0,-13-6 0,11 5 40,-15-8-40,-6-2 0,1 0 0,-7 0 0,-4 0 0,0 3 0</inkml:trace>
  <inkml:trace contextRef="#ctx0" brushRef="#br0" timeOffset="369238">3819 17246 5734,'15'-40'0,"-1"11"0,1 2 0,2 1 0,7-7 0,2 1 0,-1 3-272,-7 8 1,-2 2 0,-3 6 0,-7 7 0</inkml:trace>
  <inkml:trace contextRef="#ctx0" brushRef="#br0" timeOffset="369505">4150 17209 5734,'0'19'0,"0"11"0,1-7 0,1 16 0,-1-17 0,1 4 0,-4 5 0,1-21 0,-2 9 0</inkml:trace>
  <inkml:trace contextRef="#ctx0" brushRef="#br0" timeOffset="369987">4214 16972 5734,'2'34'0,"1"-4"0,-2-13 0,0 9 0,2-6 0,1 15 0,0-15 0,2 6 0,8 5 0,-6-15 0,7 10 0,-7-20 0,-4-4 0,1-3 0,-7-7 0,0-3 0</inkml:trace>
  <inkml:trace contextRef="#ctx0" brushRef="#br0" timeOffset="370138">4158 16957 5734,'18'-7'0,"-1"0"0,-5 3 0,14 0 0,-10 1 0,10 0 0</inkml:trace>
  <inkml:trace contextRef="#ctx0" brushRef="#br0" timeOffset="370484">4367 17099 5734,'1'8'0,"1"2"0,-1 0 0,1 0 0,-1 2 0,1 2 0,-2-5 0,3 3 0,-2-10 0,0-1 0,0-6 0,1-2 0,2-7 0,-1 2 0,2-4 0,3-9 0,-3 11 0,9-25 0,-8 28 0,4-11 0,-8 19 0,6 7 0,-3 1 0,10 18 0,-9-8 0,5 10 0,-6-9 0,0-1 0,0 1 0,0-2 0,1-1 0,-2-1 0,1 0 0,-1-1 0,-3 0 0,-2-1 0,-3-3 0,1-4 0,-1-3 0</inkml:trace>
  <inkml:trace contextRef="#ctx0" brushRef="#br0" timeOffset="370974">4567 16926 5734,'11'-2'0,"-1"0"0,4 0 0,-3-1 0,2-1 0,1-2 0,-4-1 0,2 1 0,-6 4 0,-4 3 0,-2 1 0,0 1 0,0 4 0,0-1 0,1 5 0,-1 4 0,1-2 0,-1 5 0,2-5 0,3 13 0,-2-9 0,3 8 0,-4-11 0,1 2 0,-2 16 0,1-10 0,-3 20 0,1-21 0,-4 6 0,-2 0 0,2-9 0,-3 9 0,3-16 0,0 2 0,0-5 0,1-3 0,-4-3 0,4-9 0,0-4 0</inkml:trace>
  <inkml:trace contextRef="#ctx0" brushRef="#br0" timeOffset="371580">4876 17082 5734,'2'5'0,"0"-1"0,-1-3 0,0-2 0,1 1 0,6-2 0,-2 1 0,15-2 0,-8 2 0,18-2 0,-16 2 0,13 0 0,-6 1 0,-4 0 0,1 0 0,-11 0 0,0 0 0,1 0 0,-3-1 0,0 0 0,-6 0 0,0-1 0</inkml:trace>
  <inkml:trace contextRef="#ctx0" brushRef="#br0" timeOffset="371838">4921 17174 5734,'42'-2'0,"-6"1"0,-15-3 0,-7 2 0,16-2 0,-18 2 0,14-3 0,-19 3 0,3-1 0,-14 2 0,-8 5 0,1 0 0,-5 3 0</inkml:trace>
  <inkml:trace contextRef="#ctx0" brushRef="#br0" timeOffset="372124">4974 16951 5734,'0'9'0,"0"17"0,0-7 0,0 21 0,0-17 0,0 6 0,0 3 0,0-8 0,0 6 0,2-2 0,-1-8 0,2 8 0,-3-14 0,1 1 0,-2-10 0,1-6 0,2-5 0</inkml:trace>
  <inkml:trace contextRef="#ctx0" brushRef="#br0" timeOffset="372498">5179 16896 5734,'5'16'0,"0"-5"0,8 12 0,-5-11 0,4 6 0,7 11 0,-9-12-660,10 14 660,-10-16 0,-1-1 215,0 0-215,0-2 109,-1 0-109,1-2 0,4 2 0,-6-5 84,3 2 0,-8-5 0,1 1 0</inkml:trace>
  <inkml:trace contextRef="#ctx0" brushRef="#br0" timeOffset="372691">5193 17035 5734,'15'-20'0,"-1"2"0,20-14 0,-18 17-521,17-12 521,-24 21 170,-3 3-170,0-1 0,-2 3 0,0-1 0</inkml:trace>
  <inkml:trace contextRef="#ctx0" brushRef="#br0" timeOffset="373040">5414 17079 5734,'8'0'0,"0"0"0,4 2 0,-4-1 0,12 1 0,-12 0 0,6 0 0,-6 16 0,-5-8 0,2 13 0,-7-12 0,0 5 0,2-4 0,-1 4 0,2-2 0,2-4 0,5 4 0,0-9 0,3 1 0,5-8 0,-4 0 0,6-3 0,-6 2 0,0-1 0,-1 2 0,2-6 0,-4 1 0,3-3 0</inkml:trace>
  <inkml:trace contextRef="#ctx0" brushRef="#br0" timeOffset="373358">5684 16924 5734,'-3'11'0,"2"-1"0,-3 5 0,3 2 0,1-3 0,1 4 0,2 1 0,-1-3 0,1 5 0,2 2 0,-1-4 0,1 4 0,1-3 0,-1-5 0,1 2 0,0-4 0,0-4 0,13 1 0,-9-7 0,6-1 0,-11-4 0,-2 0 0,-4-6 0,-2 0 0,-2-5 0</inkml:trace>
  <inkml:trace contextRef="#ctx0" brushRef="#br0" timeOffset="373890">5789 17090 5734,'2'8'0,"0"4"0,0-5 0,-1 2 0,0 0 0,1-3 0,-2 1 0,4-4 0,-1-4 0,5-11 0,-3 3 0,8-18 0,-7 15 0,18-30 0,-16 28 0,10-14 0,-13 26 0,-1 3 0,1 3 0,0 11 0,-1-4 0,4 22 0,-3-10 0,3 11 0,-2-13 0,3 2 0,-4-11 0,0 1 0,-1-2 0,-2-3 0,-2 2 0,-2-8 0,0-4 0,0-4 0</inkml:trace>
  <inkml:trace contextRef="#ctx0" brushRef="#br0" timeOffset="374290">5986 16891 5734,'14'-1'0,"-1"0"0,-3 3 0,-4 0 0,5 1 0,-7-3 0,4 1 0,-6-2 0,2 1 0,-3 0 0,0 1 0,2 6 0,0-2 0,1 14 0,-1-9 0,0 19 0,-2-15 0,-1 23 0,0-19 0,1 10 0,0-4 0,0-5 0,0 5 0,1 11 0,-1-17 0,2 13 0,-3-22 0,0-2 0,-8-3 0,4-8 0,-6-3 0</inkml:trace>
  <inkml:trace contextRef="#ctx0" brushRef="#br0" timeOffset="374592">5538 16886 5734,'9'3'0,"-1"-1"0,3 2 0,-3-2 0,8-1 0,-5-1 0,14-2 0,-13 0 0,8-2 0</inkml:trace>
  <inkml:trace contextRef="#ctx0" brushRef="#br0" timeOffset="375032">5780 17053 5734,'0'17'0,"0"-1"0,0 5 0,0-4 0,0 6 0,0-4 0,-1-2 0,2-3 0,-1-4 0</inkml:trace>
  <inkml:trace contextRef="#ctx0" brushRef="#br0" timeOffset="375913">8672 16956 5734,'8'4'0,"1"-2"0,17-4 0,0 0-948,16-2 948,-12 2 0,2 0-1075,-5-1 0,0 1 1075,10 0 0,3 0 0,-2 0 0,3 1 0,-3-1 0,0 1 0,1 1 0,2-1 0,7 1 0,0-1 0,-7 1 0,-2 0 0,0 1 0,0-1 0,6 0 0,0 0 0,-7 0 0,-4 0 0,-1 1 0,9-1 0,5 0 0,-7 0 0,4 1-235,-1-2 1,-4 1 234,-20-1 0,12-2 0,-32 0 332,-2 0-332,-6-1 434,1 0 1,-4-1-1,2 2 1</inkml:trace>
  <inkml:trace contextRef="#ctx0" brushRef="#br0" timeOffset="376989">8822 17978 5734,'-4'-1'0,"2"1"0,9 1 0,14 3 0,5 0 0,5-1 0,9 0 0,-4 0 0,-4-2 0,0 1-1093,8 0 1,5 0 0,-5 0 856,-5-1 0,-3-1 236,3 1 0,2 1-223,-3-1 1,2 0-1,-1 0 223,5 1 0,1 1 0,2-1 0,3 1 0,-4 0 0,-5 1 0,-2-1 0,9 2 0,-1 1 0,-7-1 0,-3 1 0,-9-2 0,0 1-369,10 1 1,-3 0 368,-1 0 0,2 1 0,-13-6 0,-8-3 2073,-2-3-2073,-8-5 1784,-4 1-1784,-4-5 0,-3 3 0,-2-1 0</inkml:trace>
  <inkml:trace contextRef="#ctx0" brushRef="#br0" timeOffset="377637">8677 16900 5734,'2'5'0,"0"0"0,-3-1 0,-5 8 0,0-4 0,-5 7 0,0 0 0,3-4 0,-1 6 0,2 12 0,5-12 0,1 13 0,5-19 0,1-1 0,6 4 0,-3-3 0,5 3 0,-3-3 0,2-4 0,2-2 0</inkml:trace>
  <inkml:trace contextRef="#ctx0" brushRef="#br0" timeOffset="378023">8807 17956 5734,'-4'15'0,"1"-4"0,3 12 0,4-13 0,11 4 0,0-11 0,8-2 0,-1-5 0,4-4 0,3-5 0,3-3 0,2-4 0</inkml:trace>
  <inkml:trace contextRef="#ctx0" brushRef="#br0" timeOffset="378438">9966 17788 5734,'8'7'0,"1"7"0,-4-1 0,0 13 0,-4-7 0,-2 6 0,-2 2 0,0-7 0,-5 15 0,3-20 0,-8 10 0,6-18 0,-4-1 0,2-10 0,1-2 0</inkml:trace>
  <inkml:trace contextRef="#ctx0" brushRef="#br0" timeOffset="379338">9802 16820 5734,'9'4'0,"10"8"0,-7-2 0,10 5 0,-3-1 0,-3-4 0,5 2 0,3 5 0,-9-6 0,11 16 0,-18-14 0,2 7 0,-6-4 0,-1 2 0,-2 7 0,-1-8 0,-6 2 0,1-10 0,-2 1 0,1-3 0,-1 0 0,1-1 0</inkml:trace>
  <inkml:trace contextRef="#ctx0" brushRef="#br0" timeOffset="382217">10501 16574 5734,'-4'-1'0,"1"1"0,3 2 0,2 2 0,2 10 0,0-1 0,4 8 0,3 7 0,-1-5 0,5 8 0,-2-7 0,1-1 0,6 7-857,0 1 1,1-1 856,1-2 0,9 9 0,3-5 0,0-1 0,-2-3 0,2 1 0,-3-3 0,-16-16-66,6 4 66,-9-8 0,3 2 0,-13-9 0,-1 0 0,-4-4 0,0 2 0</inkml:trace>
  <inkml:trace contextRef="#ctx0" brushRef="#br0" timeOffset="382455">10551 17175 5734,'5'-25'0,"3"0"0,1-1 0,2 0 0,4-8 0,4-6 0,2 0-2864,-1 5 2864,-4 8 0,1-1 0,4-3 0,-1 2 0,2-5 0,-1 5 0,-2 2 437,-8 7-437,0 2 0,2-5 0,-4 7 0,2-3 0</inkml:trace>
  <inkml:trace contextRef="#ctx0" brushRef="#br0" timeOffset="382874">10325 16663 5734,'19'-16'0,"8"-3"0,-7 8 0,1 1 0,2 0 0,9-1 0,4-2 0,-11 7 0</inkml:trace>
  <inkml:trace contextRef="#ctx0" brushRef="#br0" timeOffset="383322">10407 17128 5734,'-4'1'0,"2"-1"0,16 2 0,-3-3 0,14-1 0,-1 1 0,2 0 0,3-1 0,-2 0 0,0-1 0,-3-1 0</inkml:trace>
  <inkml:trace contextRef="#ctx0" brushRef="#br0" timeOffset="384089">11109 17014 5734,'-2'8'0,"-5"16"0,3-9 0,-3 12 0,4-13 0,2 1 0,-2 7 0,2-7 0,-1 6 0,3-5 0,1 1 0,-1-5 0,2-7 0,-2-12 0,1-7 0</inkml:trace>
  <inkml:trace contextRef="#ctx0" brushRef="#br0" timeOffset="384521">10755 16550 5734,'7'-1'0,"6"-1"0,0 0 0,2 0 0,-2 0 0</inkml:trace>
  <inkml:trace contextRef="#ctx0" brushRef="#br0" timeOffset="385854">10918 17053 5734,'-8'0'0,"-1"1"0,-3 6 0,3-3 0,-14 10 0,14-8 0,-6 2 0,12-6 0,2-1 0,1 0 0,6-5 0,-1 1 0,6-3 0,19-5 0,-16 6 0,16-6 0,-19 6 0,-6 3 0,2-1 0,-7 2 0,-2 0 0,-1 1 0,1-1 0,1 1 0</inkml:trace>
  <inkml:trace contextRef="#ctx0" brushRef="#br0" timeOffset="386529">11302 16650 5734,'-9'6'0,"-4"7"0,6-5 0,-3 7 0,-4 7 0,5-5 0,-1 5 0,0 1 0,3 1 0,-3 13 0,9-6 0,1-8 0,4 6 0,5-4 0,0-8 0,3 4 0,4-5 0,-3-5 0,5 1 0,5-4 0,-2-5 0,4-1 0,-10-4 0,-6 0 0</inkml:trace>
  <inkml:trace contextRef="#ctx0" brushRef="#br0" timeOffset="386939">11444 17032 5734,'14'-8'0,"-4"1"0,10-13 0,-12 9 0,4-13 0,-2-2 0,-5 6-568,5-22 568,-11 30 186,-4-3-186,0 4 94,-4-2-94,-7 3 0,5 5 0,-25 11 0,23 2 0,-13 9 0,20-5 0,0 0 0,2 15 0,3-9 0,6 25 0,2-25 288,5 10-288,4-11 0,-3-6 0,19 5 0,-14-11 0,9-1 0,-7-6 0,-6-1 0,1-1 0,-7 1 0,-1 0 0,-1 0 0</inkml:trace>
  <inkml:trace contextRef="#ctx0" brushRef="#br0" timeOffset="387217">11731 16668 5734,'5'7'0,"1"5"0,-2 0 0,-2 6 0,-3 6 0,0-4 0,-2 8 0,-1 10 0,1-14 0,-1 12 0,0-12 0,1-7 0,-3 5 0,-7-3 0,5-8 0,-26-8 0,21-11 0,-14-10 0</inkml:trace>
  <inkml:trace contextRef="#ctx0" brushRef="#br0" timeOffset="387806">11843 16740 5734,'-1'9'0,"2"10"0,0-8 0,5 14 0,-3-16 0,3 5 0,0-7 0,-1-2 0,1-1 0,2-3 0,-2-2 0,3-3 0,3-4 0,-2 0 0,2-3 0,0-10 0,-5 7 0,5-19 0,-7 20 0,0-6 0,-2 12 0,-2 2 0,1 2 0,11 28 0,-5-14 0,9 19 0,-4-17 0,-5-5 0,3 2 0,-2-4 0,-3-4 0,1-2 0,0-6 0,-1-17 0,-2 7 0,-2-12 0,-5 2 0,0 11 0,-5-16 0,5 20 0,-6-8 0,6 14 0,-5-3 0,6 7 0,-1-1 0</inkml:trace>
  <inkml:trace contextRef="#ctx0" brushRef="#br0" timeOffset="388022">12163 16541 5734,'28'23'0,"-8"-6"0,3 9 0,1 5-1639,-7 2 1,-2 1 1040,0-1 1,0 0 597,-4 4 0,-3-3 829,-5 6-829,-3-11 0,-1 0 0,-2 14 0,1-16 0,-2-1 0,-6 19 0,-1-15 0,-5 2 0,2-21 0,-2-9 0,-1-5 0</inkml:trace>
  <inkml:trace contextRef="#ctx0" brushRef="#br0" timeOffset="388379">11640 16374 5734,'-7'-4'0,"2"0"0,2 2 0,1 0 0,1 0 0,9 2 0,-3-1 0,7 2 0,-4-1 0,0 1 0</inkml:trace>
  <inkml:trace contextRef="#ctx0" brushRef="#br0" timeOffset="390157">10364 17680 5734,'-4'-7'0,"2"0"0,2 3 0,3 4 0,2 6 0,1 4 0,12 29 0,-5-9-959,3 3 0,-1 2 959,3 6 0,-5-15 0,0 3-597,6 10 1,1 0 596,-7-15 0,0 1-272,3 5 0,2 2 0,-3-4 272,8 8-199,-5-10 0,0-1 199,0-2 1363,7 4-1363,-14-16 0,-1-3 304,-8-9 1,-3-4 0,-2-4 0</inkml:trace>
  <inkml:trace contextRef="#ctx0" brushRef="#br0" timeOffset="390388">10440 18310 5734,'6'-40'0,"0"5"0,2 6 0,3-5 0,-1 2-1639,-1 4 1,1 0 1277,1-2 0,1-3 0,-1 4 361,1 2 0,-1 2-181,0-1 0,1 1 181,-1 0 0,1 0 0,4-8 0,0 1 0,-4 9 0,0 0 0,5-10 0,0 2 784,0 3-784,3-2 0,-9 18 0,-2 4 0,-1 2 0</inkml:trace>
  <inkml:trace contextRef="#ctx0" brushRef="#br0" timeOffset="391154">10838 18191 5734,'15'-11'0,"0"3"0,-1 7 0,-2 2 0,3 1 0,-2 6 0,-5 0 0,1 10 0,-12 9 0,-1-4 0,-7 6 0,-7-2 0,7-11 0,-8 11 0,13-17 0,0 0 0,5-1 0,3-4 0,7 3 0,-1-4 0,20-1 0,-10-2 0,20-3 0,-17-1 0,3 0 0,-6 3 0,-7 0 0,1 0 0,-7-3 0,0-2 0</inkml:trace>
  <inkml:trace contextRef="#ctx0" brushRef="#br0" timeOffset="391538">11210 17731 5734,'-37'25'0,"16"-7"0,3 1 0,4 9-758,4 0 1,0 2 757,1 9 0,4-14 0,1 2 0,3 1 0,0-2 0,2 15 239,0-16 0,2 1-239,4 1 0,0-2 0,5 4-341,8 11 341,-5-27 0,0-3 0,6-3 0,-4-6 0,5-4 0,-7-5 0</inkml:trace>
  <inkml:trace contextRef="#ctx0" brushRef="#br0" timeOffset="392704">11474 18063 5734,'12'-21'0,"0"-1"0,0-1 0,-1-10 0,-4 8 0,-4-15 0,-5 19 0,-5-5 0,-5 10 0,-6 9 0,-5 8 0,3 9 0,2 9 0,7 0 0,2 3 0,5 2 0,2 2 0,-1 8-310,4-1 1,2-1 309,4-3 0,2-6 0,3-1 0,15 3 0,2-3 0,16-10 0,-16-11 0,8-4-64,-6-11 0,-9 0 1,5-7-1</inkml:trace>
  <inkml:trace contextRef="#ctx0" brushRef="#br0" timeOffset="393175">11812 17550 5734,'6'10'0,"-1"3"0,-2 3 0,3 16 0,-3-5 0,0-1 0,-2 0 0,0 7 0,-2 1 0,-2 1 0,-1-10 0,0-2-547,-1 6 0,0-2 547,-7 9-740,-4-4 740,6-14 0,-5 6 0,4-16 0,1-5 0,-11-7 0,8-7 0,-6-6 0</inkml:trace>
  <inkml:trace contextRef="#ctx0" brushRef="#br0" timeOffset="393339">11746 17495 5734,'12'-1'0,"-3"1"0,7 2 0,-7 0 0,4 1 0</inkml:trace>
  <inkml:trace contextRef="#ctx0" brushRef="#br0" timeOffset="393819">11967 17705 5734,'0'13'0,"0"0"0,0-2 0,2 13 0,0-8 0,2 14 0,-2-18 0,2 3 0,4-6 0,-3-7 0,6-2 0,-5-7 0,2-6 0,-2 1 0,1-9 0,-4 10 0,0-4 0,-2 4 0,-1 4 0,0-1 0,1 7 0,2 7 0,0 0 0,3 5 0,-1-5 0,0-1 0,4-2 0,0-3 0,1-3 0,-1-4 0,-3-1 0,0-3 0,0-7 0,-2 3 0,-1-6 0,-8-14 0,1 17 0,-4-13 0,0 19 0,5 2 0,-2-4 0</inkml:trace>
  <inkml:trace contextRef="#ctx0" brushRef="#br0" timeOffset="394258">12323 17589 5734,'16'25'0,"-1"0"0,-4-1 0,0 4 0,-4-4 0,-2 1-1084,3 16 1084,-4-3 0,-2 0-912,-3-13 1,0-1 911,-1 8 0,-2 1 0,-4 1 0,0-2 0,0-7 0,0 0 0,-2 5 0,-3 2 0,-10 11 0,-1-4 0,-2-2 0,2-2 0,-1-6 142,-3-20 1,7-6-1,-5-3 1</inkml:trace>
  <inkml:trace contextRef="#ctx0" brushRef="#br0" timeOffset="396055">13419 16531 5734,'-13'-12'0,"6"8"0,15 21 0,2 3 0,6 12 0,0-3 0,1 1 0,5 10-565,-4-8 0,1 1 565,-2-5 0,-1-3 0,-4-4 0,1 0 0,4 5 0,2 4 0,-2-3 0,-4-6 0,1 0 0,4 6 0,2 5 0,-3-6 0,4 7 0,-5-8 0,-1-3 0,-2-4 217,-4-2-217,-1-2 0,-3 2 0,-4-9 0,-3-1 0,-4-9 0</inkml:trace>
  <inkml:trace contextRef="#ctx0" brushRef="#br0" timeOffset="396224">13415 17138 5734,'5'-22'0,"1"-1"0,6-1 0,16-13-2984,-2 8 2984,-8 10 0,3-1 0,3 1 0,1 0 0,13-9 0,-12 10 0,1 1 0,-2 3 0,-1 1 0,13-5 0,-15 7 0,1 0 0</inkml:trace>
  <inkml:trace contextRef="#ctx0" brushRef="#br0" timeOffset="396455">14009 17067 5734,'-4'20'0,"0"0"0,0-2 0,1 11 0,0-7 0,0 15 0,2-17 0,1 6 0,1-16 0,0 0 0</inkml:trace>
  <inkml:trace contextRef="#ctx0" brushRef="#br0" timeOffset="397468">13320 16411 5734,'16'-6'0,"-4"2"0,10-1 0,-6 2 0</inkml:trace>
  <inkml:trace contextRef="#ctx0" brushRef="#br0" timeOffset="397655">13786 16607 5734,'11'-9'0,"0"0"0,-4 2 0,1 0 0</inkml:trace>
  <inkml:trace contextRef="#ctx0" brushRef="#br0" timeOffset="398321">14413 16524 5734,'-27'16'0,"6"2"0,1 1 0,-3 5 0,5 10 0,-2 10 0,4-6 0,7-14 0,2 0-1093,-3 10 1,-1 5 0,4-7 1092,6 0 0,4 12-148,1-12 148,4 8 74,4-7-74,-2-11 0,5 3 0,7-11 0,-7-8 0,9-2 0,-10-7 0</inkml:trace>
  <inkml:trace contextRef="#ctx0" brushRef="#br0" timeOffset="398696">14470 16974 5734,'38'-14'0,"-4"2"0,-1-8 0,-12 6 0,11-10 0,-11 5 0,-8 4 0,5-13 0,-13 13 0,-5-13 0,-6 17 0,-6-2 0,-4 11 0,4 4 0,-7 3 0,0 8 0,4-1 0,-2 7 0,2 15 0,7-10 0,-1 15 0,13 5 0,0-15 0,2-3 0,0 0-442,3-4 442,3 5 0,0-6 0,2-4 0,1-1 0,-1-7 0,1-6 0,-4-4 0,9-2 0,-10 0 0,5-1 0</inkml:trace>
  <inkml:trace contextRef="#ctx0" brushRef="#br0" timeOffset="399172">14762 16555 5734,'5'11'0,"1"0"0,2 4 0,-1-1 0,1 6 0,-2 16 0,-3-13 0,-1 3 0,-2 0 0,-3-4 0,-4 19 0,-6-13 0,1-5 0,-4-3 0,6-15 0,-1-2 0,1-4 0,0-1 0</inkml:trace>
  <inkml:trace contextRef="#ctx0" brushRef="#br0" timeOffset="399806">14944 16567 5734,'-5'7'0,"-2"5"0,1-2 0,-1 4 0,2 0 0,3-3 0,0 3 0,3 0 0,1-6 0,3 4 0,-2-10 0,9-6 0,-4-2 0,3-7 0,-2-2 0,-3 3 0,1-4 0,2-10 0,-5 15 0,4-9 0,-7 19 0,2 9 0,-1 0 0,3 19 0,-3-12 0,3 9 0,5-3 0,-4-10 0,6 4 0,-5-13 0,-2-3 0,2-1 0,1-7 0,-2 0 0,3-5 0,-5 1 0,1-29 0,-3 20 0,-2-5 0,-1 0 0,-1 12 0,-2-7 0,-3 9 0,3 6 0,-2-1 0,5 4 0</inkml:trace>
  <inkml:trace contextRef="#ctx0" brushRef="#br0" timeOffset="400043">15131 16393 5734,'9'14'0,"13"18"0,-7-9 0,9 15 0,-8-2-2167,-5-7 2167,0 12 0,-7 6 0,-4-11 0,-2 12 0,-5-16 0,-1-1-854,-2 8 854,0-7 0,1-3 0,-3-3 343,2-1-343,-1-7 0,1-2 0,-7 3 0,4-8 0,-6 5 0,6-7 0</inkml:trace>
  <inkml:trace contextRef="#ctx0" brushRef="#br0" timeOffset="400688">15544 16855 5734,'-4'0'0,"1"0"0,2 0 0,7-2 0,1 1 0,24-4 0,-11 3 0,16-3 0,6 1 0,-15 2 0,-1 0 0,0 0 0,6-1-565,-1 2 565,-5 0 0,-12 1 0,-2-1 0,-4 2 0,-6 1 0,-5 2 0,-5 1 0,-1 0 0</inkml:trace>
  <inkml:trace contextRef="#ctx0" brushRef="#br0" timeOffset="400889">15532 17101 5734,'6'3'0,"30"1"0,-15-3-1176,23 0 1176,-23-3 0,2 0 0,11-4 0,-7 1 0,6-3 0,-5 1 0,-10 1 376,2-2-376,-13 0 48,-5 0 1,-4 0-1,-4 2 1</inkml:trace>
  <inkml:trace contextRef="#ctx0" brushRef="#br0" timeOffset="401111">15641 16699 5734,'-3'28'0,"-1"15"0,0-7 0,1 3 0,0 1-2948,1 2 2948,0-9 0,0 1 0,1 13 24,1-20 0,0 0-24,1 17 0,0-3 431,-6-20-431,2-9 0,-4-2 0,2-11 0</inkml:trace>
  <inkml:trace contextRef="#ctx0" brushRef="#br0" timeOffset="401988">16132 16589 5734,'-3'-5'0,"1"1"0,1 7 0,0 3 0,1 6 0,4 15 0,1-3 0,4 12 0,2-6 0,1 0 0,5 10-876,-3-10 1,3 4-1,-1-3 876,-4-10 0,-1 0 0,8 12 0,-1-1-541,-3-9 1,-1-1 540,6 9-296,1 5 1,-2 0 295,-10-11-9,7 20 1,-25-42-1,-2-4 1</inkml:trace>
  <inkml:trace contextRef="#ctx0" brushRef="#br0" timeOffset="402175">16060 17154 5734,'5'-27'0,"2"0"0,7 4 0,3 1 0,6-7-601,-3 5 1,1-1 600,1 6 0,0 1-1309,12-10 1309,-12 11 0,1-1 0,7-6 0,-1 1 0,1-1 0,-5 3 0,-2 2 0,-10 9 0,-1 1 0</inkml:trace>
  <inkml:trace contextRef="#ctx0" brushRef="#br0" timeOffset="402488">16435 17047 5734,'6'-5'0,"0"0"0,5 0 0,-2 1 0,3 0 0,0 3 0,-2 0 0,1 2 0,1 1 0,-4 1 0,1 3 0,-6 35 0,-1-21-429,-1 26 429,-1-31 0,1-3 0,2-2 0,1-1 0,5 0 0,0-4 0,24-14 0,-18 1 0,16-11 0,-22 8 0,-1-1 0,0-2 0,0 1 0</inkml:trace>
  <inkml:trace contextRef="#ctx0" brushRef="#br0" timeOffset="402822">16936 16541 5734,'-15'16'0,"-8"13"0,5-4 0,1 6 0,0 2-2692,0 4 2692,5-9 0,1 2 0,0 17 0,4-11 0,0 9-427,4-4 427,4-11 677,-1 5-677,8 2 0,-3-15 0,5 10 0,2-19 0,-2-7 321,9-3 0,-6-5 0,5-2 0</inkml:trace>
  <inkml:trace contextRef="#ctx0" brushRef="#br0" timeOffset="403205">17078 16990 5734,'14'-13'0,"-3"4"0,3-4 0,-5 4 0,0-1 0,-1 0 0,-1-7 0,-2 4 0,-1-4 0,-8-2 0,-1 7 0,-15-8 0,8 15 0,-26 5 0,18 8 0,-9 4 0,17 3 0,6-4 0,-1 10 0,5-5 0,0 7 0,10 9 0,0-12 0,7 11 0,10-6 0,2-9-584,4 3 584,-6-13 0,-9-6-156,7-6 156,-6-1 0,2-3 0,-8 0 0,-2-1 0,-1 1 0</inkml:trace>
  <inkml:trace contextRef="#ctx0" brushRef="#br0" timeOffset="403488">17364 16564 5734,'6'10'0,"2"7"0,2 26 0,-3-13-1461,-1 17 1461,-6-24 0,-3 9 0,-1-8 0,-2 6 0,-5-3 0,3-8 0,-16 13 0,11-18 462,-10 2-462,4-14 0,5-4 60,-5-4 0,7-3 0,1 0 1</inkml:trace>
  <inkml:trace contextRef="#ctx0" brushRef="#br0" timeOffset="404038">17474 16626 5734,'1'8'0,"1"4"0,-1-2 0,2 2 0,2-1 0,-2-4 0,3 1 0,1-3 0,0-5 0,7-7 0,-5-1 0,1-5 0,-4 3 0,-1-1 0,0 0 0,0-6 0,-2 7 0,1-6 0,-1 18 0,0-1 0,-1 7 0,2 1 0,-1-2 0,3 5 0,-2-6 0,0 0 0,2-8 0,-3-1 0,2-5 0,-2-4 0,0 2 0,1-6 0,-2-2 0,0 5 0,-1-4 0,-1 7 0,-1-1 0,0 2 0,-1 0 0,1 4 0,-2-2 0,2 4 0,-3-1 0,3 3 0,0 1 0</inkml:trace>
  <inkml:trace contextRef="#ctx0" brushRef="#br0" timeOffset="404505">17778 16390 5734,'6'6'0,"12"13"0,-6-5 0,9 11 0,-2 3 0,-6-4 0,0 7 0,0 2 0,-1 4-381,-4-6 0,0 0 381,-6-4 0,-1-1-1023,-2 15 1023,0-15 0,-1 1 0,-7 7 0,-2-3 0,-4 10 0,-5 1 0,-3-3 0,2-9 0,4-8 0,-2-3 0,-11 0-607,6-9 607,-8-1-64,12-7 1,0-4-1,2 0 1</inkml:trace>
  <inkml:trace contextRef="#ctx0" brushRef="#br0" timeOffset="405980">13526 17805 5734,'-6'-1'0,"2"1"0,4 1 0,32 1 0,-6-1-215,-1 0 0,5-1 215,4-2 0,3 0 0,-1 0-633,1 0 1,5-1 632,-7 0 0,5 0 0,5-1 0,1 0 0,-3 1 0,-4-1-814,9 0 1,-5 1 0,6-2 813,-10 2 0,5-1 0,3 0 0,1 0 0,0 0 0,-2 1 0,-5-1-400,7 1 0,-5-1 0,0 1 1,3 0 399,-7 0 0,2 0 0,1 0 0,1 0 0,0 1 0,0-1 0,3 1 0,2 0 0,0 0 0,-1 0 0,0 0 0,-1 1 0,-1-1 0,-2 0 0,-1 1 0,2-1 0,4 1 0,-5 0 0,4 0 0,3 0 0,0 0 0,1 0 0,-2 1 0,-2-1 0,-4 1 0,3-1 0,-4 1 0,-1 0 0,1-1 0,5 1 0,-7 0 0,4 0 0,3 0 0,1 0 0,0 0 0,0 0 0,-2 0 0,-3-1 0,-5 1 0,12 0 0,-6 0 0,-1 0 0,4-1 0,-7 1 0,4-1 0,2 1 0,0-1 0,-2 0 0,-3 0 0,-7 0 0,2 0 0,-6-1 0,1 0 0,4 1 0,1-1 0,-3 0 0,-4-2 0,-3 0 0,5-1 0,-7-8 0,-25 2 2064,0 0-2064,-3 1 3254,8 0-3254,2 2 0,7-9 0,-2 5 0,3-5 416,5-5-416,11-13 0,-6 5-160,-7 12 0,-1-1 160,13-12 0,-5 5 0,2-3 0,1 0 0,2-4 0,-4 3 0,5-6 0,-3 4-347,-10 10 1,1 0 346,2-5 0,5-5 0,-1 0 0,-4 4 0,-3 4 0,0-1 0,7-10 0,3-6 0,-4 6 0,-8 11 0,-1 1 0,3-8 0,3-4 0,-4 5 0,0-6 0,-4 0 0,-2 2 0,-6 10 0,-1-9-76,-3 15 76,0 8 0,0-2 0,0 6 295,3-1-295,1 2 709,1 1-709,0 3 85,-1 1-85,1-3 0,-2 2 0,2-1 0,-4 0 0,0 0 0,0 0 0,0 1 0,2 0 0,-2 1 0,2-2 0,-2 0 0,0 0 0,-2-4 0,-1 2 0,-2-3 0,-1-2 0,0 2 0,-2-4 0,-7-6 0,2 6 0,-17-16 0,15 15 0,-9-7 0,6 9 0,5 2 0,-4 0 0,7 5 0,-1 0 0,2 0 0,1 1 0,1 0 0,-3 0 0,-4-2 0,4 1 0,-2 1 0,8 2 0,-1-1 0,4-2 0,-2 1 0,2-2 0</inkml:trace>
  <inkml:trace contextRef="#ctx0" brushRef="#br0" timeOffset="408114">12740 16135 5734,'-7'40'0,"1"1"0,0-1 0,1-7 0,0-1 0,1 0-1093,0 4 1,1 0 0,0-2 224,0 6 1,1-2 867,0 3 0,0 0 0,1-1 0,-1 3-226,1-4 0,0 4 0,0-3 226,-1 5 0,1 3-9,1-10 0,-1 6 0,1 2 0,0-2 1,-1-6 8,2 8 0,-1-1 0,0-8 0,1 5 0,0-2 0,0-8 0,3 14 0,-1-20 0,2-1 0,3 7 681,3 0-681,4-29 405,-4-13 1,5-17 0,-4-8-1</inkml:trace>
  <inkml:trace contextRef="#ctx0" brushRef="#br0" timeOffset="408587">12607 16066 5734,'46'-9'0,"1"0"0,-3 2 0,-2 0 0,-16 5 0,1 1-1093,10 0 1,6-1 0,-3 0-100,1 0 0,1 0 1167,1 0 1,3-1 0,0 0 24,-5 1 0,1-1 0,-3-1 0,-6 2 0,-1-1 0,1 1 0,9-1 0,1-1 0,5 0 0,-4 0 0,4 0 0,3 0 0,-2-1 0,-5 2 0,3-2 0,-3 1 0,4 0 0,-10 1 0,4-1 0,3 0 0,-1 0 0,-2 0 0,-6 1 0,5-1 0,-4 1 0,-1-1 0,1 0 0,1 1 0,3-2 0,-1 1 0,5-1 0,2 0 0,-1 0 0,-3 1 0,-6 0 0,-2 0 0,-1 0 0,4 0 0,4 0 0,3-1 0,2 0 0,-1 0 0,-2 0 0,2 0 0,0 1 0,-2-1 0,-2 1 0,5-1 0,-2 1 0,3-1 0,-4 1 0,2-1 0,0 1 0,1 0 0,0 0 0,1 0 0,-1 0 0,-1 1 0,-9 1 0,-2-1 0,0 1 0,3-1 0,7 1 0,2-1 0,1 0 0,-1 1 0,-1 0 0,0 1 0,-1 0 0,-2 1 0,2-1 0,-2 0 0,2 0 0,-4 1 0,2 0 0,0 1 0,-1-1 0,-3 1 0,1 0 0,-2 1 0,-1-1 0,2 1 0,-2 0 0,2-1 0,-4 1 0,1 0 0,1 0 0,1 0 0,5 0 0,2 0 0,-1 1 0,-3-1 0,-5 0 0,-3 0 0,5 0 0,3 0 0,7 1 0,1-1 0,-2 0 0,-8 0 0,6-1 0,-1 0 0,-1-1 0,6 0 0,0-1 0,-8 0 0,-4 0 0,-2-1 0,0-1 0,3 0 0,-5 1 0,-8-1 0,0 1 0,11-1 0,5 0 0,-4 0 0,-9 1 0,0 1 0,10-1 0,3 0 0,-7 1 0,-6 1 0,-3 1 0,-1 1 0,-6-1 0,10 1 498,-25-2 0,-2 0 1,-1 0-1</inkml:trace>
  <inkml:trace contextRef="#ctx0" brushRef="#br0" timeOffset="408811">18198 16036 5734,'0'33'0,"-1"-1"0,2 0 0,-1-1 0,1-7 0,1 1-693,2 10 1,2 4 692,-1-5 0,1 3 0,0 1-1093,1 8 1,0 2 0,1-1 1044,-2-6 1,1-1-1,-2-1 48,1-1 0,-1-1 0,-1-3-167,-1-3 1,-1-1 166,0 0 0,-1 2 0,-1 14 0,-1 1 0,-1-10 0,0-1 0,-2 11 0,-1 1-86,-5-3 1,-2-3 0,2-11 0,0 0 0,-5 6 0,1 1 0</inkml:trace>
  <inkml:trace contextRef="#ctx0" brushRef="#br0" timeOffset="409311">16608 17855 5734,'3'4'0,"-2"1"0,0-5 0,-3-4 0,2-3 0</inkml:trace>
  <inkml:trace contextRef="#ctx0" brushRef="#br0" timeOffset="539163">20877 10124 24575,'0'17'0,"0"9"0,0-9 0,0 0 0,0 9 0,0-9 0,0 0 0,0 9 0,0-9 0,0-1 0,0 11 0,0-24 0,0 11 0,0-1 0,0-10 0,0 11 0,0-14 0,0 13 0,0-10 0,0 11 0,13-14 0,-9-14 0,9 11 0,-13-10 0,13-1 0,-9 11 0,22-24 0,-22 24 0,22-24 0,-22 11 0,22-1 0,-22-9 0,22 9 0,-22-13 0,9 13 0,-13 4 0,13 0 0,-10 9 0,11-9 0,-14 13 0,0 0 0,0-13 0,0 9 0,0-9 0,0 26 0,0-9 0,0 9 0,0 0 0,0-9 0,0 22 0,0-9 0,0 13 0,0-13 0,0 9 0,0-9 0,0 13 0,13 0 0,-10 0 0,11 0 0,-1-14 0,-10 11 0,11-24 0,-1 24 0,-10-24 0,24 10 0,-24-13 0,37 0 0,-33-13 0,33 10 0,-37-24 0,10 11 0,1-1 0,-11-10 0,10 11 0,-13-28 0,0 11 0,0-10 0,0 13 0,0 0 0,0 0 0,-13 0 0,10 13 0,-11-9 0,14 22 0,-13-22 0,10 22 0,-10-9 0,-1 13 0,11 0 0,-24 0 0,24 0 0,-10 0 0,13 0 0</inkml:trace>
  <inkml:trace contextRef="#ctx0" brushRef="#br0" timeOffset="539743">21626 10274 24575,'-17'0'0,"4"0"0,0 0 0,9 0 0,-9 0 0,13 0 0,0 0 0,13 0 0,-9 0 0,9 0 0,0 0 0,-9 0 0,22 13 0,-9-10 0,0 11 0,9-14 0,-23 0 0,24 0 0,-10 0 0,13 13 0,-14-10 0,11 11 0,-24-14 0,24 0 0,-10 0 0,-1 0 0,-2 0 0,-1 0 0,-10 0 0,10 0 0,-13 0 0,0 0 0,0-14 0,0 11 0,0-10 0,0 13 0,0 0 0,0 0 0</inkml:trace>
  <inkml:trace contextRef="#ctx0" brushRef="#br0" timeOffset="540034">22015 10154 24575,'17'17'0,"-4"9"0,-13-9 0,0 0 0,0 9 0,0-9 0,0-1 0,0 11 0,0-24 0,-13 24 0,10-10 0,-11-1 0,14 11 0,-13-10 0,10-1 0,-11 11 0,1-24 0,10 10 0,-11 1 0,14-11 0,0 10 0,0-13 0</inkml:trace>
  <inkml:trace contextRef="#ctx0" brushRef="#br0" timeOffset="541050">22375 10124 24575,'-14'17'0,"11"-4"0,-23 0 0,9-9 0,0 22 0,-9-9 0,22 0 0,-9 9 0,0-9 0,9 13 0,-9-14 0,13 11 0,0-24 0,0 24 0,0-10 0,0-1 0,0 11 0,0-24 0,0 24 0,13-24 0,-9 24 0,22-24 0,-22 10 0,22-13 0,-22 0 0,22 0 0,-23 0 0,24 0 0,-10 0 0,-1 0 0,11 0 0,-24 0 0,24 0 0,-10-13 0,-1 10 0,-2-11 0,-1 14 0,-10-13 0,11 10 0,-14-10 0,0 13 0</inkml:trace>
  <inkml:trace contextRef="#ctx0" brushRef="#br0" timeOffset="541587">22584 10304 24575,'-16'30'0,"2"-14"0,14 11 0,0-24 0,0 24 0,0-24 0,0 24 0,0-24 0,0 24 0,0-24 0,14 24 0,-11-24 0,10 10 0,-13-13 0,0 14 0,14-11 0,-11 10 0,10-13 0,1 0 0,-11-13 0,10 10 0,1-11 0,-11 1 0,10 10 0,-13-24 0,14 11 0,-11-1 0,10-10 0,-13 11 0,0-14 0,0 13 0,-13-10 0,10 11 0,-11-1 0,14-9 0,0 22 0,0-22 0,-13 22 0,10-22 0,-11 22 0,14-9 0,0 13 0,0 0 0,0 0 0</inkml:trace>
  <inkml:trace contextRef="#ctx0" brushRef="#br0" timeOffset="542037">22854 10304 24575,'17'30'0,"-4"-14"0,-13 11 0,0-24 0,0 24 0,0-24 0,0 24 0,0-24 0,0 11 0,0-14 0,0 13 0,0-10 0,0 10 0,0-13 0,0 0 0,0-13 0,0 10 0,0-10 0,0-1 0,13 11 0,-9-24 0,9 11 0,-13-1 0,13-10 0,-9 11 0,9-1 0,-13-10 0,0 24 0,13-10 0,-9 0 0,9 9 0,-13-22 0,0 22 0,0-9 0,0 13 0,13 0 0,-10 0 0,11 0 0,-14 0 0,0 13 0,0-9 0,13 22 0,-10-22 0,11 22 0,-14-23 0,0 24 0,0-10 0,0-1 0,13 11 0,-10-24 0,11 24 0,-14-24 0,0 24 0,0-24 0,0 11 0,0-1 0,0-10 0,0 10 0,0-13 0,0 0 0,0 0 0</inkml:trace>
  <inkml:trace contextRef="#ctx0" brushRef="#br0" timeOffset="542323">23303 9974 24575,'0'30'0,"0"0"0,0 0 0,0 13 0,0-9-1551,0 22 1551,0-22 0,0 9 223,0-13-223,0 0 0,0 0 0,0 0 0,0 0 0,0 0 324,0-14-324,14 11 0,-11-24 0,10 10 782,-13-13-782,0 0 222,0-13-222,-13 10 0,10-24 0,-11 11 0</inkml:trace>
  <inkml:trace contextRef="#ctx0" brushRef="#br0" timeOffset="542710">23213 10154 24575,'17'17'0,"-4"-4"0,1-13 0,-11 13 0,24-9 0,-24 9 0,24-13 0,-11 0 0,1 0 0,10 0 0,-24 0 0,23 0 0,-22 0 0,22 0 0,-22 0 0,22 0 0,-22-13 0,22 9 0,-22-9 0,9 13 0,-13-13 0,13 9 0,-9-9 0,9 13 0,-13-13 0,0 9 0,0-9 0,0 13 0,0 0 0,0 13 0,0-9 0,0 9 0,0 0 0,0 4 0,0 0 0,0 9 0,0-9 0,0 13 0,0 0 0,0 0 0,0-14 0,0 11 0,0-10 0,0 13 0,-13-14 0,9 11 0,-9-24 0,13 24 0,0-24 0,0 10 0,-13-13 0,9 14 0,-9-11 0,0 10 0,9-26 0,-9 10 0,13-11 0</inkml:trace>
  <inkml:trace contextRef="#ctx0" brushRef="#br0" timeOffset="543407">23543 9854 24575,'0'-16'0,"0"3"0,0 13 0,0 0 0,0-14 0,0 11 0,0-10 0,0 26 0,0-10 0,0 11 0,0-14 0,0 13 0,0-10 0,0 10 0</inkml:trace>
  <inkml:trace contextRef="#ctx0" brushRef="#br0" timeOffset="544705">23723 10214 24575,'0'17'0,"0"9"0,0-22 0,0 22 0,0-23 0,0 24 0,0-10 0,0-1 0,0 11 0,0-24 0,0 24 0,0-24 0,0 11 0,0-1 0,0-10 0,0 11 0,0-14 0,0 0 0,0-14 0,0 11 0,0-24 0,0 24 0,0-24 0,0 24 0,0-24 0,0 11 0,0-1 0,13-10 0,-10 11 0,11-1 0,-14-9 0,0 22 0,13-22 0,-10 22 0,11-22 0,-14 22 0,0-9 0,13 13 0,-10 0 0,11-13 0,-14 9 0,13-9 0,-10 13 0,10 0 0,-13 13 0,0-9 0,14 9 0,-11-13 0,10 13 0,-13-9 0,0 9 0,0 0 0,0-9 0,0 22 0,0-22 0,0 22 0,0-22 0,0 22 0,0-23 0,0 24 0,0-24 0,0 24 0,0-24 0,0 24 0,0-24 0,0 11 0,0-1 0,14-10 0,-11 11 0,10-14 0,-13 0 0,0 13 0,0-10 0,14-3 0,-11-3 0,10-10 0,1 13 0,-11 0 0,10-14 0,1 11 0,-11-10 0,24-1 0,-24 11 0,23-24 0,-22 24 0,9-10 0,0-1 0,-9 11 0,9-24 0,-13 24 0,13-23 0,-9 9 0,9 0 0,-13 4 0,0 0 0,0 9 0,0-22 0,0 22 0,-13-9 0,9 13 0,-9-13 0,13 9 0,0-9 0,0 13 0,0 0 0,0 13 0,0-9 0,0 22 0,0-22 0,-13 22 0,9-22 0,-9 22 0,13-22 0,0 22 0,0-9 0,0-1 0,0 11 0,0-24 0,0 24 0,0-24 0,0 24 0,0-24 0,0 11 0,0-14 0,0 13 0,13-10 0,-9 11 0,9-14 0,-13 0 0,0-14 0,0 11 0,13-10 0,-9 13 0,9-14 0,-13 11 0,0-24 0,0 24 0,0-24 0,0 24 0,13-24 0,-9 24 0,9-10 0,-13 0 0,0 9 0,0-22 0,0 22 0,0-22 0,0 22 0,0-9 0,0 13 0,0-13 0,0 9 0,0-9 0,0 13 0,0 0 0,0 13 0,13-9 0,-9 9 0,9-13 0,-13 13 0,0-9 0,0 22 0,0-22 0,0 22 0,0-9 0,0-1 0,0 11 0,0-10 0,0-1 0,0 11 0,13-10 0,-9-1 0,9-2 0,-13-1 0,0-10 0,0 11 0,0-1 0,13-10 0,-9 10 0,9-13 0,-13 0 0,13 0 0,-10 0 0,11 0 0,-14 0 0,0 0 0,13 0 0,-10 0 0,11 0 0,-14 0 0,0 0 0,0-13 0,0 10 0,0-10 0,0 13 0,0 0 0,-14 0 0,11 0 0,-10 0 0,13 0 0</inkml:trace>
  <inkml:trace contextRef="#ctx0" brushRef="#br0" timeOffset="545206">24471 10304 24575,'0'-17'0,"0"-9"0,0 9 0,0 0 0,0-9 0,0 22 0,-13-9 0,10 0 0,-10 9 0,-1-9 0,11 0 0,-24 9 0,24-9 0,-10 13 0,-1 0 0,11 13 0,-10-9 0,-1 22 0,11-22 0,-10 22 0,13-9 0,0 13 0,0 0 0,0 0 0,0 0 0,0-14 0,13 11 0,-10-10 0,24 13 0,-24-14 0,24 11 0,-10-24 0,-1 24 0,11-24 0,-24 10 0,24-13 0,-24 0 0,10 0 0,1-13 0,2-4 0</inkml:trace>
  <inkml:trace contextRef="#ctx0" brushRef="#br0" timeOffset="545838">22884 10663 24575,'43'0'0,"-9"0"0,22 14-1002,-9-11 1002,13 10-2714,-1-13 2714,15 0 0,-11 0-913,-20 0 1,0 0 912,34 0 0,-33 0 0,2 0 0,-2 0 0,2 0-1288,5 0 0,1 0 1288,-5 0 0,-1 0 0,-1 0 0,0 0-585,-1 0 1,-2 0 584,22 0 960,9 13-960,-13-9 0,0 9 0,-14-13 0,-2 0 0,-14 0 0</inkml:trace>
  <inkml:trace contextRef="#ctx0" brushRef="#br0" timeOffset="558370">20954 8595 5734,'0'22'0,"0"-3"0,-1-13 0,1-2 0,-1-2 0,0-10 0,-1 0 0,1-16 0,1-2 0,-1 0-355,1 0 0,1 1 355,0 3-462,3-7 462,-1 8 0,1-6 0,5-1 0,-4 11 0,8-13 0,-8 24 0,5-2 0,-6 12 675,2 2-675,5 16 0,-4-5 0,5 19 0,-6-16 497,1 8-497,0 1 0,-2-6-303,0 5 303,-2-9 0,0 5 0,-1-6 0,-1 2 0,0-6 0,-1-5 0,0-1 0,0-5 0,0-2 0,-1-1 0</inkml:trace>
  <inkml:trace contextRef="#ctx0" brushRef="#br0" timeOffset="559021">21302 8469 5734,'9'2'0,"-5"-1"0,14-1 0,-6-1 0,9-1 0,-4 0 0,7 0 0,1 0 0,-5 2 0,9 1 0,2 1 0,-6-1 0,-1 1 0,1 0 0,-2 0 0,-10-2 0,7 1 0,-9-1 0,-3 0 0,1-4 0,-5 0 0,-1-3 0,-6-1 0,0 0 0,-1-2 0,1 2 0,1 0 0</inkml:trace>
  <inkml:trace contextRef="#ctx0" brushRef="#br0" timeOffset="559274">21544 8277 5734,'5'6'0,"5"3"0,13 10 0,-7-5 0,10 6 0,-11-7 0,-4-3 0,1 4 0,-6 2 0,-2-4 0,-8 16 0,-1-12 0,-15 22 0,8-21 0,-6 11 0,7-11 0,3-4 0,-1 1 0,4-4 0,5-3 0,2 0 0</inkml:trace>
  <inkml:trace contextRef="#ctx0" brushRef="#br0" timeOffset="560372">22148 8352 5734,'-11'-2'0,"1"0"0,0 3 0,2 0 0,-3 2 0,2 1 0,0 0 0,0 2 0,0 0 0,-17 29 0,14-17 0,-10 22 0,20-17 0,1-6 0,2 5 0,3-1 0,0-6 0,3 3 0,9-6 0,-4-5 0,19-10 0,-16-5 0,15-18 0,-17 8 0,2-8 0,-3-18 0,-5 14 0,-1 0 0,-1-2 0,-5 5 0,0 0 0,0 0 0,0-1-459,-2 2 1,-1 2 458,-1-8-332,-1 7 332,1 9 0,-3-9 0,4 16 0,-1-2 0,2 12 884,-1 2-884,0 4 365,0 4-365,2 2 0,-2 3 0,4 25 0,0-12-232,2 18 232,2-5 0,-1-9 0,2 1 0,1 0 0,0-1 0,-1-7 0,1-2 0,5 4 0,-2-8 0,12 8 0,-11-19 0,18-3 0,-16-11 0,7-7 0,-7-8 0,-4 2 0,3-9 0,-4-4 0,-3 7 0,1-8 0,-2 5 0,-3 8 0,1 0 0,-2 9 0,0 2 0,0 5 0,-1 2 0,-1 48 0,2-25-310,0 8 1,0-1 309,3-7 0,0 0-6,4 7 6,-1-7 0,1 5 0,1-7 0,-4-6 0,1 2 0,-3-7 0,-4-6 0,0-1 212,-3-7 1,0-1 0,-1-1-1</inkml:trace>
  <inkml:trace contextRef="#ctx0" brushRef="#br0" timeOffset="561139">22398 8117 5734,'-8'-32'0,"0"-5"0,5 23 0,3-9 0,1 17 0,6-1 0,-2 9 0,4 3 0,6 14 0,-6-5-68,7 12 0,-8-9 0,2 0 1</inkml:trace>
  <inkml:trace contextRef="#ctx0" brushRef="#br0" timeOffset="561571">22589 8367 5734,'-25'10'0,"8"-4"0,-12 11 0,16-7 0,-2 3 0,3 3 0,4 8 0,11 7 0,2-3 0,17 4 0,-8-16 0,22 16 0,-16-17 0,0 1 0,-2-1 0,-4-3 0,8 7 0,-17-12 0,2 0 0,-10-5 0,-1 0 0,-13-1 0,5-1 0,-19-3 0,17 0 0,-7-3 0,13 2 0,2-1 0,2-1 0</inkml:trace>
  <inkml:trace contextRef="#ctx0" brushRef="#br0" timeOffset="562271">22740 8413 5734,'-1'10'0,"1"-2"0,-1 4 0,2 4 0,0-2 0,1 19 0,0-15 0,0 21 0,-2-24 0,0 7 0,1-10 0,-1-4 0,0 2 0,0-8 0,2-8 0,1-14 0,-1 2 0,0-7 0,-1 3 0,0 4 0,1-5 0,7-14 0,-2 17 0,5-13 0,0 20 0,-4 7 0,2 0 0,2 4 0,-3 0 0,5 2 0,-1 2 0,-3 1 0,7 5 0,-9-3 0,1 5 0,-6-4 0,0 0 0</inkml:trace>
  <inkml:trace contextRef="#ctx0" brushRef="#br0" timeOffset="562718">22978 8624 5734,'13'-6'0,"-2"1"0,3-4 0,-1-3 0,-3 2 0,2-5 0,-3-8 0,-3 8 0,0-8 0,-8 6 0,0 5 0,-7-6 0,2 9 0,-5 0 0,-3 6 0,3 2 0,-4 2 0,2 5 0,4 1 0,-3 2 0,6 0 0,-1 6 0,4-3 0,1 10 0,3-8 0,4 4 0,4-1 0,0-4 0,4 2 0,13 0 0,-5-10 0,9 2 0,-12-12 0,-5-1 0,-1-4 0,1-1 0,-2-1 0,9-19 0,-7 9 0,5-14 0,-9 12-597,-1-2 597,0-2 0,-1 0 0,0 0 0,-1 0 0</inkml:trace>
  <inkml:trace contextRef="#ctx0" brushRef="#br0" timeOffset="562907">23204 8224 5734,'-5'-38'0,"1"11"0,2 41 0,0 14 0,0-5 0,-2 11 0,1 6-1493,1-8 1493,-1 10 0,2 0 0,1-12 0,1 9-462,3-1 462,-1-14-244,4 11 244,-3-23 0,1 1 0,1-7 1009,-4-3-1009,1-3 0,-6-5 0,-1-2 0</inkml:trace>
  <inkml:trace contextRef="#ctx0" brushRef="#br0" timeOffset="563072">23144 8435 5734,'18'-6'0,"9"-2"0,-6 2 0,7 0 0,-5 3 0,-6 1 0,4 0 0</inkml:trace>
  <inkml:trace contextRef="#ctx0" brushRef="#br0" timeOffset="563438">23434 8601 5734,'16'-23'0,"-7"7"0,7-17 0,-10 16 0,1-5 0,-5-1 0,-2 6 0,-2-3 0,-15 3 0,4 13 0,-8-1 0,9 13 0,4 1 0,1 2 0,2 1 0,1 15 0,3-9 0,5 18 0,2-19 0,12 14 0,-6-17 0,8 5 0,3-11 0,-8-4 0,6 0 0,-12-6 0,0-2 0,0-1 0</inkml:trace>
  <inkml:trace contextRef="#ctx0" brushRef="#br0" timeOffset="564338">21235 8912 5734,'23'2'0,"0"-1"0,16 1-1639,-6-2 1,2 0 1132,-5 1 1,1-2 505,13 1 0,3 0 0,-7 0 0,0 0 0,0 0-482,-7 0 0,0 0 0,1 0 482,9 1 0,3-1 0,3 0 0,-9 0 0,2 0 0,2 0 0,-1 0 0,-3 0 0,5 0 0,-3 0 0,7 1 0,-11-1 0,6 0 0,3 0 0,1 1 0,-1-1 0,-3 0 0,-7 1 0,8-1 0,-6 1 0,6-1 0,-6 1 0,7 0 0,3 1 0,2-1 0,-2 0 0,-5 1 0,-6-1 0,0 0 0,-5 0 0,2 0 0,12 1 0,6 0 0,-2 0 0,-11-1 0,5 0 0,-19 0 0,0-1 0,10-2 0,7-1 0</inkml:trace>
  <inkml:trace contextRef="#ctx0" brushRef="#br0" timeOffset="564539">23882 8931 5734,'4'1'0,"0"0"0,-1 4 0,0-2 0,0 2 0</inkml:trace>
  <inkml:trace contextRef="#ctx0" brushRef="#br0" timeOffset="650441">15840 14261 5734,'-3'-2'0,"0"3"0,3 0 0,0 2 0,0-1 0,0 2 0,0 0 0,0 3 0,0 0 0,0 4 0,0 0 0,0 27 0,-1-16 0,1 5 0,0 0-782,-1 1 782,1 12 0,0 5 0,2-9 0,-1-12 0,0 2 0,2 3 0,0 1 0,-2-7 0,1 2 0,1 11 0,1 6 0,0-5 0,-2-5 0,1 0 0,0 3 0,1 6 0,1 1 0,-2-7-472,0-2 0,0 1 472,0 0 0,1 5 0,0 0 0,-1-6-836,0-4 0,-1-1 836,1 14 0,1 1 0,-2-10 0,0-2-183,0 8 183,1-6 0,-1-1 0,-2-6 0,1 5 0,-1-13 550,0 5-550,-1-2 0,-2 6 0,1-11 800,0-1-800,-1-7 1957,0-2-1957,-1-1 274,-2-2-274,-18-10 0,6-3 0,-13-7 0</inkml:trace>
  <inkml:trace contextRef="#ctx0" brushRef="#br0" timeOffset="651599">15743 14216 5734,'44'-14'0,"-4"2"0,-19 7 0,2 0 0,1 2 0,1 1 0,8-2-756,-7 2 0,0 0 756,4 2 0,2-1 356,2 1-356,-3 0 0,7 0 0,-4 0 0,-7 0 0,0 0-590,8 0 0,4 0 0,-6 0 590,6 0 0,0 0 0,2 0 0,-15-1 0,2 0 0,7 0 0,5-1 0,-4 0 0,-5-1 0,0 0 0,10-2 0,4 0 0,-12 0 0,2-1 0,-2 1-1136,9-2 1,0 1 1135,-6 0 0,2-1 0,3 0 0,1 1 0,4-2 0,0 1 0,-3 1 0,-4 0 0,-2 0 0,6 0 0,-7 1 0,6 0 0,3-1 0,1 0 0,-1 1 0,-2 0 0,-6 0 0,11 0 0,-6 1 0,5-1 0,-6 1 0,5 0 0,3 0 0,-1 0 0,-2 0 0,-6 1-179,7 0 0,-6 0 0,2 1 179,-2-1 0,1 1 0,2-1 0,-1 1 0,0 1 0,0-1 0,-1 1 0,-1 0 0,2 0 0,-2-1 0,4 1 0,-5 0 0,3 1 0,2-1 0,0 0 0,0 1 0,1 0 0,1 0 0,-1 0 0,0 0 0,-2 0 0,5 1 0,-2-1 0,0 0 0,1 0 0,-5 1 0,3-1 0,-1 1 0,-2-1 0,-4 1 0,2 0 0,-5 0 0,0 0 0,2 0 0,-1 0 0,1 0 0,-2 0 0,-1 0 0,3 1 0,-1-1 0,3 1 0,0 0 0,-3-1 0,2 1 0,-1-1 0,0 1 0,-1 0 0,1 0 0,0 0 0,-3 0 0,-1-1 0,-3 1 0,3-1 0,10 2 0,4-1 0,-3 1 0,-10-2 0,-2 1 0,2 0 0,6 0 0,2 0 0,4 0 0,-5 0 0,4-1 0,2 1 0,-3-1 0,-4 0 0,-2 0 0,-5 0 0,6 0 0,0-1 0,8 1 0,2-1 0,0 0 0,-4 0 0,-8 0 0,5-1 0,-3 0 0,1 0 0,2-1 0,-2 0 0,4-1 0,-5 1 366,-9 0 1,2-1-367,6 1 0,5-2 0,-4 1 0,-10 1 0,2 0 0,12-2 0,7 0 0,-7 0 0,-13 2 0,-1-1 0,4 0 0,5-2 0,1 1 0,-6 0-367,1 0 1,-1 0 366,1 0 0,2-1 0,-1 0 0,9-1 0,-2 0 0,-9 1 0,1 0 0,9-2 0,3 1 0,0-1 0,0 2 0,-11 1 0,0 0 0,12-1 0,-1 0 0,-14 3 0,-1 0 0,1 0 0,0 0 0,-1 0 0,0 1 0,0-1 0,0 2 0,-2-1 0,3 1 0,5 0 0,6 1 0,1 1 0,-5-1 0,4 0 0,-1 0 0,-5 0 0,6 1 0,0-1 0,-6 1 0,7 0 0,-6 0 0,-6-1 0,-1 0 0,9 1 0,3 0 0,-8-1 0,3-1 0,-3 1 0,0 0 0,-1 0 0,2 0 0,2-1 0,-5 1 0,-4 0 0,-3-1 0,0 1 0,0 0 0,0 0 0,-1-1 0,-2 1 0,2 0 0,6 1 0,4 0 0,-3 0 0,-6-1 0,1 1 0,6 0 0,8 1 0,-1 1 0,-7-1 0,-9-1 0,-2 1 0,23 2 0,-2 0 0,-2 0 615,-11-1-615,7 0 0,0-1 0,-15-1 458,16 1-458,-26-2 1937,3 0-1937,-8-1 1401,-4 0-1401,2 0 940,-2 0-940,-1 0 383,3 0-383,-1-1 0,4 0 0,-2 0 0,6 0 0,-6-1 0,1 1 0,-6-2 0,-6 1 0,-4-3 0,-7 0 0,-2-3 0</inkml:trace>
  <inkml:trace contextRef="#ctx0" brushRef="#br0" timeOffset="654175">15813 15636 5734,'-9'24'0,"1"-1"0,-7 20 0,9-24 0,-2 14 0,2-8 0,-2 10 0,0 12 0,4-16 0,1 2 0,1 3 0,2-10 0,1-1-744,0 0 1,0 0 743,2 18 0,1-21-29,2 5 29,-1-6 0,3 4 0,-1-2 0,0-7 0,0 3 0,1-4 0,-3-5 0,2 3 1090,1-1-1090,-3-4 426,1 2-426,-3-6 0,-1-1 0,1 0 0,-1-1 0,0 0 0,2-2 0,-2 1 0,3-2 0,-1 1 0,0-3 0,-2 2 0,-2 0 0,2 1 0,-1 0 0,5 1 0,27-6 0,-18 3 0,21-3 0,-24 3 0,0 1 0,8-1 0,-6 1 0,7-1 0,6 0 0,-8 0 0,26-5 0,-24 3 0,12-3 0,-7 0 0,-5 1-314,6-1 314,-8 0 0,-1 1 0,0 0 0,-1 0 0,0 0 0,5-2 0,-5 3 0,4-2 0,-6 4 0,10-2 0,2 1 0,2-1-123,-1 0 1,3 1 122,8-3-776,-7 1 776,11-2 0,-18 3 0,0 0 0,15-2-1475,-13 2 0,-1 0 1475,14-3 0,-12 3 0,1 0-873,15-2 873,-16 2 0,2 1-239,15 1 0,1 0 239,-11 1 0,-1 0 0,12 0 0,2-1 0,-2 1 0,-5 0 0,5-1 0,-11 0 0,1 1 0,-8 0 0,-2 0 0,16-2 0,-15 2 0,1 1 0,0-2 0,0 0 0,14 0 0,-15 1 0,2-1 0,8 1 0,0 0 0,-14 1 0,2 0 0,10-1 0,5 1 0,-6 0 0,14 1 0,-11-1 0,0 2 0,-8-1 0,-2 0 0,16 1 0,-15 0 0,1-1 0,1 0 0,-1 0 0,18 0-49,-16 0 0,-1 0 49,14 0 0,-11 1 0,1 0 0,-9-1 0,1 1 0,9 1 0,-1-1 0,-11 0 0,2 0 0,12 2 0,8 0 0,2 0 0,-6 0 0,0 0 0,-1 0 0,1 0 0,7 0 0,-1 1 0,-9-1 0,-9-1 0,-3 0 0,2 1 0,0 0 0,-1 0 0,2 0 0,6 0 0,4 1 0,-2-1 0,-1 1 0,1-1 0,0 1 0,3-1 0,-2 1 0,9 0 0,-2 0 0,-10 0 0,0-1 0,9 1 0,4 1 0,-2 0 0,3 1 0,-2 0 0,-12-1 0,-1-1 0,1 0 0,0 1 0,1-1 0,1 1 0,-1 0 0,10 1 0,-1 0 0,-5 0 0,-5-2 0,-1 0 0,0 1 0,2 0 0,-1-1 0,7 1 0,-2 0 0,-9-2 0,0 1 0,9 1 0,1-1 0,0 1 0,-2-1 0,-9 0 0,0-1 0,8 1 0,2 1 0,-5 0 0,1-1 0,-3 1 0,0-1 0,1 0 0,1 1 0,6 1 0,0 1 0,-6-2 0,-2 0 0,0 0 0,-1 0 0,3 1 0,-1 0 0,1-1 0,-1 1 0,-1-1 0,-1 0 0,2 1 0,1-1 0,6 1 0,-1 1 0,-5-2 0,0 0 0,-2 0 0,0-1 0,3 1 0,-1 0 0,7 0 0,-3-1 0,-8 0 0,0-1 0,8 1 0,4 0 0,-5 0 0,4 0 0,0 1 0,-5-2 0,5 1 0,-1 0 0,-3 0 0,3 0 0,1 1 0,-2-2 0,-1 0 0,-1-1 0,-4 0 0,3 0 0,-1 0 0,1 0 0,3 0 0,-4-1 0,-6 1 0,0 0 0,14-1 0,1 1 0,-11 0 0,1-1 0,9 1 0,2 0 0,0-1 0,-1 0 0,-10 0 0,0-1 0,9 1 0,1 0 0,-3 0 0,2-1 0,-8 0 0,1 1 0,0 0 0,7-1 0,3 0 0,-6 0 0,5 2 0,0-1 0,-8 0 0,-7-1 0,0 1 0,15 1 0,6 0 0,-9 0 0,-4 1 0,-11-1 0,0 0 0,9 0 0,-12 0 0,6-1 0,-8 1 0,-8 0 0,2-1 2228,-5 0-2228,-5-1 2396,2 1-2396,-6-2 829,0 0-829,-2-1 281,1 0-281,4-3 0,-1 1 0,4-1 0,6-1 0,-4 2 0,18-5 0,-6 3 0,6-2 0,6 2 0,-11 1-660,10-2 660,-7 2 0,15-2 0,3-1 0,1 1 0,-3 0 0,9-1 0,-8 2 0,-19 2 0,-2 1 0,15-2 0,5-1 0,-6 1 0,8-1 0,-11 1 0,1 0 0,-2 0 0,-2 1 0,8-2 0,-10 1 0,0 0 0,-5 0 0</inkml:trace>
  <inkml:trace contextRef="#ctx0" brushRef="#br0" timeOffset="654175">25399 16174 5734,'-3'-3'0,"-5"-6"0,-3-4 0,5 2 0,1 4 0,0-3 0,0-1 0,2 3 0,-5-12 0,3 8 0,-14-16 0,3 7 0,-9-8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15T01:52:09.5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13240 5357 5734,'9'-6'0,"1"2"0,30-1 0,-12 2-530,-2 1 1,1 0 529,3-1 0,1 0-1039,-5 1 0,1 1 1039,9-2 0,2 1 0,6 0 0,-1 0 0,-9 1 0,0-1 0,8 1 0,5-1 0,-8 1 0,5 0 0,0 0 0,-5 0-881,3 0 0,0 1 881,-4-1 0,5 0 0,-1 0 0,-7 0 0,12 0-740,-4 0 740,-4-1-95,-6 1 95,-3 1 727,5-2-727,-16 2 2392,6-2-2392,-18 2 1228,-1-1-1228,-2 1 786,2-2-786,-3 1 601,2-1-601,-4 2 0,-6 0 0,0 0 0,-4-1 0</inkml:trace>
  <inkml:trace contextRef="#ctx0" brushRef="#br0" timeOffset="284">14300 5198 5734,'28'9'0,"-11"-3"0,15 16 0,-21-10 0,5 23 0,-13-17 0,-10 28 0,0-25 0,-5 1 0,-1 0 0,3-4 0,-15 15 0,16-22 0,-5 3 0,10-10 0,0-2 0</inkml:trace>
  <inkml:trace contextRef="#ctx0" brushRef="#br0" timeOffset="3335">14961 5050 5734,'0'33'0,"-1"-1"0,0-5-1368,0 1 1368,0 2 0,1-1 0,-1 0 0,1 9 0,-1-4 0,2 0 0,-1-3-84,1-3 1,1 0 83,0-2 0,1 12 0,-1-23 360,2 9-360,-2-14 0,0 5 0,-6-19 0,1-3 0,-2-5 0</inkml:trace>
  <inkml:trace contextRef="#ctx0" brushRef="#br0" timeOffset="3631">14866 4946 5734,'11'-4'0,"-1"0"0,17 1 0,-6 2 0,10 0 0,-4-1 0,-1 0 0,9 0 0,-3 0 0,5-2 0,-4 1 0,4-1-252,-1 1 1,-4-1 251,-14 2 123,1 0-123,-10 1 0,-2 3 0,-9 0 0,-4 2 0</inkml:trace>
  <inkml:trace contextRef="#ctx0" brushRef="#br0" timeOffset="3864">14899 5214 5734,'9'1'0,"1"0"0,-1-2 0,1 1 0,12-4 0,16-3 0,-5 1-808,8-1 808,-18 4 0,0 1 0,7-1 0,-12 3 0,6-1 0,-14 1 0</inkml:trace>
  <inkml:trace contextRef="#ctx0" brushRef="#br0" timeOffset="4508">15317 5311 5734,'-5'1'0,"0"1"0,0 0 0,-4 6 0,1 0 0,-2 4 0,0 4 0,2-2 0,-1 3 0,0 21 0,5-21 0,0 18 0,7-29 0,2-2 0,8-4 0,-3-4 0,16-14 0,-14 5 0,6-8 0,-9 3 0,-4 5 0,0-3 0,-3 4 0,-1 3 0,-1-1 0,-1 1 0,0 3 0,-2-1 0,-1 4 0,-1 2 0,1 0 0,1 1 0,3 1 0</inkml:trace>
  <inkml:trace contextRef="#ctx0" brushRef="#br0" timeOffset="4882">15522 5318 5734,'1'15'0,"-1"-4"0,2 5 0,-1 0 0,0-3 0,1 2 0,-1-1 0,0-5 0,0 1 0,-1-4 0,1-3 0,0 1 0,0-9 0,-1 1 0,0-6 0,-1 1 0,0-6 0,-1 4 0,2-7 0,1-1 0,1 3 0,2-5 0,9-10 0,-3 9 0,5-7 0,-4 15 0,1 5 0,-3 2 0,3 0 0,-4 4 0,-3 3 0,1 2 0,-4 2 0,1 1 0,0 2 0</inkml:trace>
  <inkml:trace contextRef="#ctx0" brushRef="#br0" timeOffset="5420">15706 5379 5734,'4'14'0,"-1"5"0,0-9 0,0 4 0,1-3 0,-2-4 0,1 2 0,-1-3 0,-1-3 0,1 1 0,-1-4 0,1 0 0,0-1 0,2-3 0,-2-2 0,4-2 0,0-7 0,-1 3 0,1-5 0,1-11 0,-3 15 0,2-11 0,-5 20 0,0 4 0,0 2 0,1 4 0,1 2 0,-1 2 0,2 4 0,4 12 0,-2-6 0,3 4 0,-1-14 0,-3-3 0,3 0 0,0-5 0,0-3 0,2-2 0,2-8 0,-1 1 0,2-7 0,-1-4 0,-4 3 0,2-6 0,-4 0 0,-2 7 0,-1-4 0,-1 5 0,-2 4 0,0 0 0,-8 8 0,2 2 0,-5 3 0</inkml:trace>
  <inkml:trace contextRef="#ctx0" brushRef="#br0" timeOffset="6219">16084 5372 5734,'-8'3'0,"1"0"0,-11 15 0,10-8 0,-10 12 0,13-11 0,-1 3 0,2-3 0,0 3 0,3-1 0,0-6 0,2 2 0,2-8 0,1-2 0,2-4 0,2-5 0,-2 0 0,3-5 0,-2 3 0,2-6 0,-3 4 0,2-9 0,-4 10 0,0-2 0,-2 4 0,0 4 0,1-1 0,-2 5 0,0 2 0,0 3 0,0 2 0,2 3 0,3 10 0,-1-7 0,9 15 0,-7-14 0,26 12 0,-18-17 0,15 4 0,-14-13 0,-5-1 0,3-1 0,-1-5 0,-5 4 0,3-4 0,-8 6 0,1 0 0,-3 4 0,-3 8 0,-1 0 0,-4 13 0,3-7 0,-1 7 0,1 8 0,1-10 0,0 14 0,1-20 0,1 1 0,1-7 0,0-4 0,3-3 0,3-15 0,-1 2 0,6-22 0,-6 14 0,2-10 0,-2-3 0,-1 7 0,0-5 0,1 1 0,-1 7 0,2-2 0,-2 13 0,0 9 0,-1 5 0,1 1 0,3 5 0,-1 0 0,2 3 0</inkml:trace>
  <inkml:trace contextRef="#ctx0" brushRef="#br0" timeOffset="6634">16564 5436 5734,'-10'-6'0,"0"1"0,-4 2 0,5 2 0,-8 2 0,9 3 0,-2 3 0,1 5 0,3-3 0,0 5 0,3-4 0,2 8 0,1-10 0,2 5 0,2-13 0,9-8 0,-4-1 0,17-26 0,-14 12-893,5-17 893,-10 13 0,-2-10 0,-2-2 0,1-5-745,-1 4 0,-1 1 745,-2 8 0,0-6 0,0 14 0,0-8 0,0 22 0,0 9 0,2 10 0,3 37 0,0-17 0,0 11 0,1 0 0,0-2 0,1 3 0,0 0-184,-1-8 184,-3-9 0,0-2 0,-2-5 0,-2-3 0</inkml:trace>
  <inkml:trace contextRef="#ctx0" brushRef="#br0" timeOffset="7140">17122 5203 5734,'-3'26'0,"0"0"0,0-2 0,1 0 0,-1 9 0,2-1 0,0 9 0,3 1 0,3-1 0,2-9 0,1-5 0,0-2 0,3-7 0,3 2 0,5-10 0,-4-5 0,7-1 0,11-13 0,-12 3 0,16-13 0,-23 7 0,2-5 0,-7 4 0</inkml:trace>
  <inkml:trace contextRef="#ctx0" brushRef="#br0" timeOffset="7385">17018 5189 5734,'9'-6'0,"9"-1"0,0 2 0,8-3 0,11 1 0,-7 2-303,13-2 303,1-1-1064,-11 2 1064,8-2 0,-10 3-241,-9 1 241,-1 0 0,-12 3 0,-4 1 0,-3 0 0</inkml:trace>
  <inkml:trace contextRef="#ctx0" brushRef="#br0" timeOffset="7540">17133 5402 5734,'34'-10'0,"-6"3"0,-1 0 0,3-1 0,15-2 0,-22 5 0</inkml:trace>
  <inkml:trace contextRef="#ctx0" brushRef="#br0" timeOffset="8117">17510 5391 5734,'-10'1'0,"0"2"0,-4 6 0,3 2 0,-4 6 0,1 4 0,6-5 0,-4 10 0,7-9 0,1-1 0,3-3 0,3-9 0,4-4 0,0-5 0,4-4 0,2-6 0,-3 2 0,4-6 0,2-7 0,-6 10 0,7-14 0,-13 20 0,2 1 0,-5 12 0,-3 5 0,-6 25 0,3-9 0,0 8 0,0 1 0,1-1 0,3 1 0,1-1 0,1-7 0,10 20 0,-3-34 0,7 4 0,-6-19 0,7-5 0,-3 0 0,5-3 0,3-2 0,-5 5 0,4-1 0,4 7 0,1 15 0,-1-1 0,-5 13 0,-11 8 0,-3-5 0,0 11 0,-4-12 0,-1 0 0,0 7 0,0 0 0,-1-1 0,0-9 0,-5 11 0,2-28 0,-1-3 0,1-10 0</inkml:trace>
  <inkml:trace contextRef="#ctx0" brushRef="#br0" timeOffset="8620">17667 5318 5734,'3'24'0,"0"-2"0,1 2 0,0-6 0,1 7 0,0-9 0,0 0 0,0-1 0,-1-2 0,3 2 0,-2-6 0,7 1 0,-3-9 0,4-2 0,0-11 0,-2 1 0,9-22 0,-11 13 0,3-13 0,-8 8 0,-1 6 0,-2-15 0,-1 19 0,-2-6 0,-1 11 0,1 3 0,0-1 0</inkml:trace>
  <inkml:trace contextRef="#ctx0" brushRef="#br0" timeOffset="9038">18032 5397 5734,'-8'-17'0,"-6"4"0,7 14 0,-7 2 0,1 7 0,3-2 0,-4 6 0,3 4 0,3-2 0,-2 18 0,7-16 0,1 10 0,3-13 0,1-5 0,2 0 0,1-5 0,0-5 0,11-10 0,-5-1 0,6-9 0,-1-4 0,-4 4 0,2-7 0,3-12 0,-9 22 0,5-13 0,-10 27 0,1 3 0,-2 4 0,3 2 0,0 8 0,-1-3 0,2 5 0,1-1 0,-2-4 0,1 3 0,-1-5 0,-1-4 0,2-1 0</inkml:trace>
  <inkml:trace contextRef="#ctx0" brushRef="#br0" timeOffset="9278">18198 5017 5734,'-2'26'0,"1"-3"0,0 11 0,0 8-701,2-9 701,0-5 0,0 2 0,1-2 0,1 0 0,1 18 0,1-1 228,-3-26-228,2 4 0,-1-9 116,-1 2-116,-3-13 0,-2-4 0,-2-2 89,0-3 0,0-2 0,-1-2 1</inkml:trace>
  <inkml:trace contextRef="#ctx0" brushRef="#br0" timeOffset="9590">18139 5281 5734,'14'5'0,"-3"0"0,6 0 0,4 0 0,-4-2 0,6 1 0,1-3 0,-6-2 0,17-6 0,-12 2 0,3-4 0,-11 4 0,-8 1 0,-1 1 0,0 1 0,-2 2 0,0 2 0,-2 2 0,-1 2 0,0 1 0,2 10 0,-2 8 0,0 4 0,1-4 0,-1 1 0,0 3 0,0-2 0,-2 3 0,-1-24 0,-1-2 0,-2-2 0,-1-2 0,1-5 0,-1-2 0</inkml:trace>
  <inkml:trace contextRef="#ctx0" brushRef="#br0" timeOffset="10023">18549 5397 5734,'-11'16'0,"0"-2"0,2 2 0,2-3 0,0 3 0,4-2 0,1-4 0,3 1 0,4-6 0,0-1 0,4-3 0,4-5 0,-2-2 0,2-3 0,-1-6 0,-4 1 0,-1-5 0,-4-12 0,-4 12 0,-5-14 0,-3 18 0,0 2 0,0 6 0,3 5 0,0 1 0,-1 2 0,5 0 0,0-1 0</inkml:trace>
  <inkml:trace contextRef="#ctx0" brushRef="#br0" timeOffset="10318">18669 5331 5734,'3'9'0,"0"8"0,0-2 0,1 15 0,-2-12 0,0 7 0,0-5 0,0-5 0,0 2 0,2-5 0,-1-6 0,5-3 0,-2-6 0,3-6 0,3-8 0,-2 2 0,5-6 0,1 0 0,0 1 0,-1 2 0,16-17 0,-19 33 0,-2 3 0,2 5 0,3 18 0,-7-5 0,-1 5 0,-2 2 0,-9 9 0,3-1 0,-8-14 0,4-16 0</inkml:trace>
  <inkml:trace contextRef="#ctx0" brushRef="#br0" timeOffset="10596">18389 4931 5734,'5'2'0,"1"0"0,2-1 0,-3 0 0,-2 1 0,-4-1 0</inkml:trace>
  <inkml:trace contextRef="#ctx0" brushRef="#br0" timeOffset="12374">14998 7417 5734,'10'-3'0,"21"-3"0,-7 4 0,17-2 0,3 1-1639,-18 1 1,0 1 1324,15-1 1,4 1 313,-10 1 0,1 1 0,-2 0 0,-1 0 0,1 0 0,2 1 0,2-1 0,-4 1 0,-6 0 0,-2 0 0,0 0 0,0 0 310,-1 0 1,-1 1-311,8 0 0,0 1 0,12 1 0,-17-2 0,-1 0 0,12 2 0,-12-1 0,3-1 706,-12-1-706,-7-1 0,-1-1 0,-9 0 0,-8-1 0,-5 0 0</inkml:trace>
  <inkml:trace contextRef="#ctx0" brushRef="#br0" timeOffset="12602">15831 7344 5734,'25'22'0,"-4"-3"0,-12-8 0,-2-1 0,-1 5 0,-4-3 0,-2 5 0,-6-1 0,0-4 0,-4 3 0,2-7 0,1-2 0</inkml:trace>
  <inkml:trace contextRef="#ctx0" brushRef="#br0" timeOffset="13351">16700 6926 5734,'-3'34'0,"1"-8"0,2 11 0,0-11 0,1 2 0,0 0 0,1 9 0,-1-7 0,1 0 0,2 16 0,-2-13 0,1 12 0,1 0 0,-2-12-410,1 2 1,-1-4 409,-1-19 0,0-1 0,-1-3 0,-1-2 0,-1-5 0,-1-2 0</inkml:trace>
  <inkml:trace contextRef="#ctx0" brushRef="#br0" timeOffset="13801">16793 7287 5734,'2'20'0,"0"4"0,0-12 0,-1 4 0,0-6 0,0-3 0,0 1 0,-1-5 0,0-1 0,5-10 0,-3 2 0,5-6 0,1-1 0,-1 2 0,7-14 0,-6 13 0,5-8 0,-2 7 0,-3 4 0,3-2 0,7 10 0,-9 4 0,8 6 0,-12 2 0,1 9 0,-3-3 0,1 6 0,-2 0 0,-2-5 0,1 5 0,-1-9 0,0-1 0,2 9 0,0-11 0,-1 5 0,0-12 0,0-2 0,1-2 0</inkml:trace>
  <inkml:trace contextRef="#ctx0" brushRef="#br0" timeOffset="14152">17062 7247 5734,'4'10'0,"3"7"0,-2-2 0,3 6 0,3 18 0,-3-17-505,3 16 505,-5-24 0,-1-2 124,1 1-124,-3-6 0,2 0 0,-1-9 0,1-2 0,1-4 381,2-6-381,-2 2 0,2-6 0,3-13 0,-5 12 0,5-25 0,-8 27 0,1-9 0,-4 21 0,0-1 0,-1 5 0,0 0 0,-1-1 0</inkml:trace>
  <inkml:trace contextRef="#ctx0" brushRef="#br0" timeOffset="14767">17388 7341 5734,'6'-18'0,"1"-9"0,-2 6 0,-1-7 0,-3 5 0,-2 6 0,-1-2 0,-3 6 0,1 4 0,-3 0 0,0 8 0,0 3 0,-2 3 0,-2 8 0,3-1 0,-1 6 0,1 5 0,4-5 0,-1 6 0,5 2 0,1-7 0,3 7 0,4-2 0,-2-7 0,12 10 0,-2-15 0,10 0 0,-7-11 0,1-6 0,4-11 0,-9 4 0,12-15 0,-17 15 0,4-7 0,-9 15 0,-1 0 0,-3 5 0,-2 2 0,-1 12 0,1-5 0,-1 11 0,0-7 0,2 2 0,-1 0 0,1 8 0,0-6 0,0 6 0,1-1 0,0-11 0,1 6 0,-1-15 0,-1-7 0,0-4 0,0-7 0,0-18 0,0 9 0,1-1 0,-1-1 0,1 0 0,1-9 0,2 3 0,-1 9 0,9-20 0,-2 18 0,4-4 0,-2 15 0,-3 8 0,1 4 0,5 2 0,-3 2 0,3 2 0,-3 0 0,-2 1 0,1 1 0</inkml:trace>
  <inkml:trace contextRef="#ctx0" brushRef="#br0" timeOffset="15302">17805 7232 5734,'-12'9'0,"3"-1"0,-4 4 0,3 5 0,2-3 0,0 5 0,5 18 0,1-18 0,3 16 0,0-25 0,1 2 0,-1-3 0,0 0 0,-3 0 0,1-2 0,-3 2 0,-1 0 0,-5 3 0,2-2 0,-3 0 0,7-5 0,-2 0 0,2-2 0,0 0 0,4 0 0,1-1 0,4 1 0,0-1 0,3 0 0,5-1 0,-1 0 0,5-1 0,12-6 0,-10 2 0,19-10 0,-20 5 0,4-4 0,-2-6 0,-6 4 0,3-7 0,-1-12 0,-8 13 0,2-18 0,-15 14 0,-6 3 0,-4 6 0,-3 11 0,-5 9 0,6 2 0,-8 10 0,12-3 0,-1 7 0,7 6 0,5-5 0,2 7 0,15 7 0,-4-13 0,11 9 0,1-14 0,-5-7 0,9-3 0,-12-9 0,3-4 0</inkml:trace>
  <inkml:trace contextRef="#ctx0" brushRef="#br0" timeOffset="16087">16815 7262 5734,'5'22'0,"-2"-7"0,4 24 0,-2-10 0,0 2 0,-1-9 0,-1-6 0,-2-7 0,1 3 0,-1-8 0,-1-1 0,0-1 0,0-1 0</inkml:trace>
  <inkml:trace contextRef="#ctx0" brushRef="#br0" timeOffset="16986">18520 6995 5734,'-5'15'0,"2"2"0,-2 3 0,0 13 0,0-5 0,0 9 0,2-3 0,1 0 0,0 5-916,0-4 1,1-1 915,1-5-304,1-4 0,0 0 304,0 5 0,3 13 0,-1-15 0,-1-13 0,1 8 0,-3-18 1241,2 1-1241,-5-7 1198,0-3-1198,-3-5 0,1-3 0,-1-1 0</inkml:trace>
  <inkml:trace contextRef="#ctx0" brushRef="#br0" timeOffset="17240">18209 7062 5734,'38'0'0,"0"-1"0,8 1 0,-10 1 0,-1 0-564,-1 2 564,-9-1 0,0 0-1311,14 2 1311,-14-1 0,1 0 0,-1-1 0,-1 1 0,15 0 0,9 0 0,-4-1 0,-12-2 0,5-1 101,-11 0-101,-10 0 0,0 1 0,-10 3 60,-5-1 1,-1 1 0,-2 0 0</inkml:trace>
  <inkml:trace contextRef="#ctx0" brushRef="#br0" timeOffset="17637">18757 7337 5734,'-1'18'0,"0"0"0,0 4 0,2-4 0,0 22 0,1-19 0,1 21 0,-2-27 0,1 7 0,-1-13 0,0-3 0,0-2 0,1-6 0,0-2 0,3-18 0,-3 5 0,4-12 0,-1-1 0,0 6 0,1-7 0,2 0 0,-2 9 0,6-15 0,7 4 0,1 1-622,2 5 622,-5 12-373,9 6 373,-10 4-24,14 4 24,-18 4 0,2 5 0,-3 5 0,-3-2 0,2 4 0</inkml:trace>
  <inkml:trace contextRef="#ctx0" brushRef="#br0" timeOffset="18490">19093 7357 5734,'-10'-1'0,"-8"2"0,4 3 0,-3 2 0,2 2 0,5 0 0,0 1 0,-3 7 0,5-2 0,-2 4 0,7 2 0,2-6 0,1 5 0,12 8 0,-6-15 0,10 9 0,-9-19 0,6-4 0,-2-3 0,4-3 0,0-7 0,-3 3 0,3-7 0,-2-3 0,-4 5 0,1-6 0,-2-8 0,-3 12 0,2-15 0,-5 21 0,0-2 0,-1 4 0,-1 5 0,0-2 0,0 7 0,-2 7 0,1 5 0,-1 10 0,4 8 0,0-8 0,3 4 0,2-5 0,-2-4 0,2 3 0,-2-8 0,-1-2 0,1-1 0,0 1 0,-1-4 0,7-6 0,-4-4 0,8-11 0,-7 5 0,7-17 0,-7 12 0,9-21 0,-11 20 0,5-13 0,-9 21 0,1-4 0,-2 8 0,-1 1 0,0 1 0,-1 2 0,-1 13 0,2-3 0,-2 11 0,3-1 0,0-5 0,3 5 0,2-2 0,-1-5 0,6 10 0,-6-15 0,3 3 0,-5-11 0,1-1 0,2-6 0,-2 2 0,1-5 0,-2-1 0,0 3 0,3-8 0,-4 10 0,2-2 0,-3 9 0,2 2 0,0 1 0,4 7 0,-1-1 0,2 5 0,3 4 0,-4-3 0,4 5 0,4 5 0,-5-9 0,7 12 0,-11-18 0,1 2 0,-4-4 0,1-4 0,1 0 0,1-3 0</inkml:trace>
  <inkml:trace contextRef="#ctx0" brushRef="#br0" timeOffset="18806">19629 7372 5734,'-5'-14'0,"-2"1"0,3 7 0,-2 1 0,-1 2 0,1 3 0,0 1 0,-2 6 0,3 1 0,-2 4 0,4 5 0,2-2 0,1 5 0,4 2 0,-1-5 0,2 5 0,0-1 0,-1-6 0,0 3 0,-2-4 0,-2-5 0,0 1 0,-6-3 0,0-2 0,-5 1 0,-6-3 0,4-1 0,-4-1 0,-13-9 0,16 2 0,-11-7 0,21 2 0,4-2 0</inkml:trace>
  <inkml:trace contextRef="#ctx0" brushRef="#br0" timeOffset="19122">19965 6952 5734,'-3'-14'0,"-3"1"0,2 10 0,-3 2 0,0 6 0,0 4 0,0 5 0,0 4 0,0 24 0,0-6-361,4-10 1,0 2 360,0 6 0,1 1-508,1 4 1,1 5 507,0-9 0,0 3 0,1 1 0,0-3 0,0 0 0,0-3 0,0 4 0,1 8 0,0 4 0,0 0 0,0-7 0,0-2 0,-1-1 0,1-3 0,0 5 0,1-1 0,-2-7 0,1-5 0,-1-3 0,1 11 0,0-3 0,-3-10 0,-1-12 0,-7-20 0,1-6 0,-7-17-812,4 4 812,-1-3 0,-1-5 0,0-1 0</inkml:trace>
  <inkml:trace contextRef="#ctx0" brushRef="#br0" timeOffset="19498">19936 7342 5734,'46'4'0,"-7"0"0,-12 4 0,-10-2 0,6 4 0,-6 7 0,-7-5 0,11 24 0,-16-22 0,5 12 0,-7-20 0,-1 1 0,0-4 0,0 0 0,5-8 0,-2 0 0,10-17 0,-8 9 0,4-15 0,-9 15 0,-2-4 0,-2 7 0,-2 0 0,-1 1 0,-3 1 0,-1 1 0,-7 1 0,2 4 0,-6 2 0,-1 5 0,4 1 0,-12 9 0,17-7 0,-4 5 0</inkml:trace>
  <inkml:trace contextRef="#ctx0" brushRef="#br0" timeOffset="20253">20346 7279 5734,'0'6'0,"0"7"0,-1-3 0,1 5 0,2 19 0,-1-14-479,1 18 479,0-21 0,0 0 66,1 4-66,-1-5 0,0 0 0,0-2 0,-1-8 0,0 0 359,-1-8-359,1-3 54,-1-10-54,0 2 0,1-8 0,1-13 0,-1 11 0,3-21 0,-2 24 0,3-5 0,5-1 0,-2 11 0,10-12 0,-8 18 0,4-2 0,0 4 0,4 3 0,-2 3 0,-2 2 0,-6 5 0,-2-2 0,0 1 0,0 0 0</inkml:trace>
  <inkml:trace contextRef="#ctx0" brushRef="#br0" timeOffset="20796">20580 7312 5734,'-1'10'0,"0"5"0,1-4 0,0 5 0,0 1 0,1-3 0,0 4 0,1-1 0,-1-6 0,0 3 0,0-5 0,0-4 0,1 1 0,-1-3 0,0-2 0,0 0 0,4-16 0,-2 5 0,4-11 0,-3 8 0,0 2 0,0-3 0,0 1 0,-1-2 0,4-11 0,-2 10 0,2-11 0,-3 16 0,1-6 0,-2 11 0,2-3 0,-3 10 0,5 8 0,-3-2 0,8 14 0,-6-10 0,10 12 0,-9-15 0,7 6 0,-8-11 0,7-3 0,-7-3 0,13-12 0,-10 6 0,16-16 0,-13 14 0,15-13 0,-16 16 0,15-3 0,-16 11 0,6 3 0,-9 3 0,0 1 0,-2 3 0,5 13 0,-3-7 0,1 9 0,-3-7 0,-3-5 0,-1 2 0,1-8 0,1-1 0,2-1 0</inkml:trace>
  <inkml:trace contextRef="#ctx0" brushRef="#br0" timeOffset="44010">11651 4785 5734,'-4'-1'0,"-1"0"0,-1 0 0,1-1 0,-4 0 0,-3 0 0,2 0 0,-4-1 0,-3-2 0,3 2 0,-5-4 0,-6 0 0,0-1 0,-2 0-466,0-1 0,0 1 466,4 2-426,-21-8 426,15 6 0,0-1 0,-1 0 0,1 0 0,-11-3 0,1 0 0,7 3 0,-7-1 0,-3 0 0,2 2 0,-3-1 0,1 1-1207,5 3 1207,13 1 0,-1 1 0,-2 0 0,1 1 0,-17-1 0,16 1 0,-2 0 0,0 1 0,1 0 0,-15 1 0,16-1 0,-1 1 0,-4 0 0,3 1 0,-8 0-433,5 0 1,3 0 432,6 1 682,-4-1-682,4 0 0,10-1 359,-9 1-359,16-1 1235,-6 0-1235,7 0 1154,-5 1-1154,6 0 0,-2 0 0,-6 1 0,6-1 0,-4 0 0,7-1 0,0 0 0,1 0 0,-1 0 0,1 0 0,1 1 0,-2 0 0,2 0 0,-2 0 0,2-1 0,-2 0 0,1 1 0,0 0 0,0 0 0,1 0 0,0 0 0,0 0 0,0 0 0,-1 1 0,2-1 0,-4 2 0,2 0 0,-5 6 0,3-2 0,-8 15 0,6-9 0,-13 27 0,10-18 0,-7 13 0,4-3 0,3-7 0,0 3 0,0 0 0,0 2 0,-1 4 0,0 1 0,-1 7-643,4-17 0,1 0 643,-3 12 0,4-11 0,0 0 0,-1 12 0,2-10 0,-1 9 0,2 0-691,1-9 691,-1 8-224,2 9 224,0-8 0,1 8 0,0-15 0,0-10 0,0 8 0,0-7 0,0 4 0,0-1 0,0-6 0,0 5 0,1-6 0,0-1 1155,1 0-1155,0 0 0,0-1 0,-1 0 768,1 1-768,1-2 278,-1 0-278,0-1 0,-1 0 0,0 0 0,0-1 0,0 1 0,-1-1 0,0 0 0,0-1 0,1 6 0,0-4 0,1 4 0,-1-6 0,1-1 0,-1-1 0,0 1 0,4 19 0,-1-7 0,1 10 0,0-8 0,-3-9 0,0 3 0,0 2 0,0-4 0,1 4 0,1 0 0,-2-3 0,1 4 0,0 5 0,-1-6 0,1 6 0,0-10 0,-2-4 0,3 5 0,-3-7 0,2 4 0,-2-9 0,1-1 0,-1-1 0,0 1 0,1-1 0,0-1 0,-1 0 0,0-1 0,1-1 0,-1 0 0,2-1 0,-2 0 0,1 1 0,5 0 0,-1 0 0,4 0 0,10-1 0,1 0 0,5 1-223,-4-1 223,-5 1 0,21 0 0,3 0 0,0 1-426,3-1 0,2 0 426,-17 1 0,1-1 0,10 1 0,4-1 0,-2 1-1512,4-1 0,1 1 1512,-4-1 0,4 0 0,-3 1 0,3-1 0,-3 1-793,-9-1 1,0 0 792,10 0 0,1 1 0,-3 0 0,-2 0 0,-9 0 0,-1 0 0,8 0 0,0 1-25,-4-1 0,-1-1 25,-9 1 0,2-1 0,4 0 0,4 0 0,-4 0 0,17 0 0,-12 0 0,0-1 0,-10 0 0,-3 0 0,15-1 467,8-1-467,1-1 0,-12 1 0,11-1 0,0-2 0,-12 2 0,10-3 0,-3 0 0,-11 2 1729,8-3-1729,-6 2 0,-10 2 1785,14-5-1785,-17 4 0,2-1 1425,-10 3-1425,-6 0 328,-2 1-328,0 0 0,-1 0 0,-1 1 0,1-1 0,-2-1 0,1 1 0,-2-2 0,0 1 0,0-1 0,-1 2 0,0-1 0,-3-4 0,1 2 0,-8-8 0,6 5 0,-6-9 0,6 7 0,0-5 0,-5-11 0,5 6 0,-3-8 0,0-1 0,0-4 0,-2-11 0,0-3-359,5 23 1,1-2 358,-2-14 0,-2-7 0,2 0-674,1 7 0,2 1 1,-1-2 673,0 5 0,1-1 0,-1 0 0,1 1-695,0-4 0,0 0 0,1 3 695,-1-5 0,1 3 0,2 11 0,-1 2-416,0-1 1,1 0 415,0 1 0,0 0 0,0-9 0,1 0 0,0 11 0,0-2 0,0-18 0,0 0 0,0 4 0,-1 11 0,0 2 346,-1-3-346,0 0 0,0 8 0,0 2 1328,0 14-1328,2 1 2409,-1 1-2409,0 1 1571,-2 0-1571,1 1 0,-3 2 0,0 3 0,-3 2 0,-1 3 0</inkml:trace>
  <inkml:trace contextRef="#ctx0" brushRef="#br0" timeOffset="49101">11651 6884 5734,'4'31'0,"0"-5"0,0 11 0,-2 10-2772,-1-9 2772,-1-14 0,1 2 0,0 9 0,1 1 232,-1-5 1,1 2-233,0 10 0,0 5 0,0-4-800,0-6 1,0-2 799,-1-3 0,0 3 0,0-5 0,1 11-695,-1-3 1,0-1 694,1 10-111,-1-5 0,0-2 111,1-7 162,0 6-162,-1-11 0,-1-2 0,1-7 0,-1-4 1636,1-11-1636,-1 0 1832,1-3-1832,-1 0 1887,1-6-1887,2 1 0,-1-2 0,4-4 0,-4 4 0,4-8 0,-3 8 0,0-4 0,1-2 0,-2 5 0,2-5 0,-3 6 0,1-1 0,-1 1 0,1 0 0,2-1 0,0 1 0,1-1 0,3 0 0,9-2 0,-1 2 0,5 0 0,-5 3 0,12-2 0,-5 3 0,12-3 0,9 1 0,-7 1-307,-11 1 1,1 1 306,4 0 0,-1 0-808,-5 2 0,-1-1 808,8 0 0,2 1 0,13 2 0,-2 0 0,-14 0 0,-1-1-817,17 1 0,0 1 817,-22-2 0,-1 1 0,0-1 0,1 1-131,22 2 131,-14-2 0,-1 0 0,15 3 36,-18-3 1,0-1-37,-4 1 0,-2-1 636,11 1-636,8 0 0,-9-1 0,-10 0 1782,5-1-1782,-7-1 184,-2-1-184,7 0 0,-12 0 458,1 1-458,-12 0 861,0 0-861,-2 0 0,1-1 0,-2 0 0,1 0 0,-2-2 0,1 1 0,-2-1 0,-1-4 0,0-4 0,-1 0 0,1-2 0,-4-14 0,0-3 0,2-1-152,-2-2 1,0-4 151,3-1 0,2 1-504,-1 11 0,2-1 504,-1-8 0,0-5 0,1 4-944,0 7 0,1 0 944,0-9 0,0 0 0,1-1 0,0 3-666,0 8 0,0 0 666,1-6 0,-1-2 0,0-6 0,0 2 0,0 15 0,0 0 0,-1-9 0,0-4 0,0 5 0,0-7 0,-1-1 0,0 1 0,1 10 174,-3-13-174,2 17 0,-1 7 664,-1-16-664,0 17 0,1-4 1755,0 13-1755,2 5 1938,0 0-1938,0 1 0,0 0 0,-2 2 0,2 0 0,-3 1 0,-1 0 0,-1 0 0,-17 0 0,4 0 0,-15 0 0,-11 1-1569,5 0 1569,11 0 0,-2-1 0,-7 1 0,0 0 0,7 0 0,-2 0 0,-1 0 0,-5 0 0,-2 1 0,6-1-1293,-7 0 1,1 1 1292,0 0 0,-4-1 0,2 1 0,8 0 0,1 0 0,2-1 0,-6 2 0,-1-1 0,-9 2 0,-1-1-790,3 1 0,1 0 790,12 0 0,0-1 0,-7 1 0,0 0 0,8-1 0,2 0 0,-10 0 362,-7 0-362,4 2 0,21-3 0,-11 3 0</inkml:trace>
  <inkml:trace contextRef="#ctx0" brushRef="#br0" timeOffset="59871">6728 9993 5734,'-7'-4'0,"2"1"0,-2 1 0,5 1 0,-1 0 0,2-1 0,-1 1 0,1 0 0,5 2 0,-2-1 0,8 2 0,-6-1 0,8 2 0,-5 0 0,4 0 0,1 0 0,-2-1 0,4-1 0,5 2 0,-6-1 0,13 3 0,-15-3 0,15 6 0,-12-5 0,4 2 0,-6-4 0,5 1 0,-6-1 0,7 1 0,-9-2 0,0 0 0,0 0 0,7 0 0,-2 1 0,10 1 0,-11 0 0,7 0 0,-11-1 0,4 1 0,-1-1 0,-2 0 0,2 0 0,1 1 0,-3-2 0,3 2 0,0-1 0,-3 1 0,4-1 0,2 0 0,-4-1 0,5 0 0,2-1 0,-4 0 0,5 0 0,2-1 0,-6 1 0,6-1 0,0 0 0,-5 2 0,5-1 0,0 0 0,-5 1 0,6-2 0,3 0 0,1 0 0,1-1-516,1 0 0,0 0 516,-5-1 0,13-3 0,-8 2 0,9-3 0,0 0 0,-9 1 0,9-2 0,-11 4 0,5-1 0,2 0 0,-2 0 0,0 1 0,-2 0 0,-9 1 0,-6 2 0,2-2 0,-3 5 0,-6-2 1032,5 2-1032,-9-1 0,1 0 0,-1 0 0,-3 0 0,1 0 0,1 1 0,4 0 0,4 0 0</inkml:trace>
  <inkml:trace contextRef="#ctx0" brushRef="#br0" timeOffset="62341">14955 10118 5734,'3'-2'0,"2"-1"0,-5 2 0,2-2 0,-1 3 0,0 0 0,2 0 0,-2 0 0,2 0 0,5 0 0,-3 0 0,8 2 0,-5-1 0,2 0 0,1 1 0,-3-1 0,13 4 0,2-1 0,1 1 0,0-1 0,-10-3 0,7 1 0,-5-1 0,7-1 0,9-2 0,-12 1 0,19-2 0,-10 3 0,-6 0 0,1 1 0,-12 0 0,7 1 0,-6 0 0,6 0 0,-5-1 0,-2 1 0,3-1 0,3-1 0,-4 1 0,4-1 0,0 0 0,-4 0 0,4 0 0,0 0 0,-4 0 0,3 0 0,1 0 0,-4-1 0,4 1 0,0-3 0,-4 1 0,4-1 0,1 0 0,-5 1 0,4 0 0,15-2 0,-15 2 0,15-2 0,-21 3 0,1 0 0,-1 1 0,0 0 0,-2-1 0,1 0 0,29-2 0,-22 1 0,21 0 0,-29 1 0,6 1 0,-3 0 0,5 0 0,2 0 0,-3 0 0,5 0 0,2 0 0,-7 0 0,6 0 0,-1-1 0,-5 0 0,5 0 0,0-1 0,-4 0 0,6 1 0,-2-1 0,-5 1 0,3-1 0,-2 1 0,-5 0 0,4 0 0,-1 0 0,-4 1 0,5-2 0,6 1 0,20-2 0,-8 1 0,10-1 0,-18 1 0,-5 1 0,13 0 0,-15 1 0,7 0 0,-1 1 0,-6-1 0,4 1 0,4 0 0,-10-1 0,10 0 0,-3 0 0,-4-1 0,18 0 0,-19 0 0,15 0 0,-20-1 0,5 1 0,-6 0 0,9 0 0,-5 0 0,5-1 0,1 1 0,-7 0 0,20-2 0,-16 2 0,21-3 0,-20 3 0,9-1 0,6-1 0,-13 2 0,11-2 0,-12 1 0,-7 1 0,29-1 0,-25 1-229,17 0 229,-25 1 0,1-1 0,5 0 0,-4 0 0,6-1 0,1-1 0,-3 2 0,14-2 0,3 1 0,-5 1 0,2-1 0,1 1 0,11 1 0,-16 0 229,16 0-229,-14 0 0,-8 0 0,7 0 0,-5-2 0,-7 1 0,4 0 0,-5 1 0,-4-1 0,1 0 0,-2 0 0,-3 0 0,1 0 0,0 2 0,-2-1 0,3 1 0,3-2 0,-1 0 0,5-1 0,5 1 0,-3-1 0,6 2 0,20-1 0,-1 2 0,-20-1 0,1 0 0,5 1 0,-3 1 0,-3-1 0,20 1 0,-25-1 0,3 0 0,-2 1 0,-7-1 0,4 1 0,9 1 0,-10-1 0,19 1 0,-17-3 0,14 1 0,-11-1 0,5 0 0,1-1 0,-7 0 0,5-1 0,8 1 0,-11-1 0,26-2 0,-28 2 0,13-2-241,-16 3 241,0-1 0,1 0 0,19-2 0,-13 1 0,5-1 0,1 1 0,-3 0 0,-1 0 0,0 0 0,-1 1 0,5-1 0,10 4 0,-12 0-488,11 2 488,-19-1 0,8 1 0,-9-1 0,11 1 0,-5-3 0,-4 1 0,23-2 0,3 0 0,-7 0 0,3 0 0,1 0 0,-16 0 0,-3 1 0,9-1 0,-8 1 0,1-1 0,14 1 0,-9 0 0,2-1 0,1 1 0,4-1 0,-10 1 0,1-1 0,18-2 0,-13 1 0,11-1 0,-1-2 0,-10 2 0,3-2 0,0 1 0,2-1 0,-9 2 0,1 0 0,-7 0 0,-2 2-960,14-2 960,-13 2 0,1 0 0,0 1 0,-1 0 0,14 1 0,-12-1 0,-1 1 0,10 0 37,-6 1 0,2-1-37,-2 0 0,0-1 0,0 1 0,-1 0-414,13-1 414,-25 0 0,-3 0 421,-2-1-421,-1-3 969,-7 0-969,-12-5 0,-6 2 0,-15-2 0,-4-1 0,-4-1 0</inkml:trace>
  <inkml:trace contextRef="#ctx0" brushRef="#br0" timeOffset="64435">2749 10964 5734,'4'0'0,"-1"0"0,9 2 0,-4 0 0,8-1 0,-3 1 0,5 0 0,8-2 0,-10 1 0,16-1 0,-17 0 0,5 0 0,-7 0 0,5 0 0,-5 1 0,3-1 0,-6 1 0,-1 0 0,1-1 0,2 1 0,-2-1 0,3 1 0,-1-2 0,2 1 0,1-1 0,-1 1 0,-4 0 0,0 0 0,0 1 0,3 0 0,-3 0 0,3 0 0,-5 0 0,2 1 0,-1-1 0,0 0 0,1-1 0,17 6 0,-12-4 0,20 5 0,-24-5 0,14 1 0,-15-1 0,6 0 0,-5 0 0,-4-1 0,4 0 0,-5 0 0,0-1 0,1 0 0,6 2 0,-5-1 0,7 0 0,-3 0 0,-2-1 0,4 1 0,-1-1 0,-2 0 0,13 1 0,-6-1 0,3 0 0,-5 0 0,-6 1 0,0-1 0,0 2 0,0-2 0,0 1 0,0 0 0,0 1 0,1-2 0,0 1 0,1-1 0,0 0 0,21 0 0,-17 0 0,22-1 0,-27 1 0,5-1 0,-6 0 0,-3 0 0,3 0 0,0 1 0,-1-1 0,3 0 0,7 0 0,-7 0 0,11 0 0,-12 0 0,4 1 0,1-2 0,-4 0 0,4 1 0,0-1 0,2-1 0,16-5 0,-13 3 0,12-4 0,-20 6 0,14-2 0,-13 3 0,7-1 0,-4 0 0,-5 1 0,5-1 0,7-1 0,-1 0 0,4 0-252,-6 0 252,-4 2 0,-1-1 0,10 1 0,1-1 0,2 1 0,9-1 0,1 1 0,-9 0 0,8 0 0,-1 1 0,-2-1 0,5 0 0,-1 1 0,-5-2 0,5 1 0,0-1 0,-4-1 0,-8 2 0,-1-1 0,10 0 0,-12 1 0,1 0 0,0-1 0,-9 1 0,15-2 0,-27 3 0,1-1 0,-3 1 0,2 0 252,-3 1-252,0-1 0,-6 1 0,2 0 0,-3 3 0,3 0 0,2 2 0</inkml:trace>
  <inkml:trace contextRef="#ctx0" brushRef="#br0" timeOffset="68802">20939 10809 5734,'16'1'0,"0"0"0,8-1 0,-2 0 0,9 0 0,3 0 0,11 0-820,-14-1 1,8 1 0,1-1 0,-5 1 115,6-1 0,3 0 704,-3 1 0,8-1 0,3 1 0,-1 0 0,-7 0 0,-3 0 0,-4 0 0,5 1 0,-6 0 0,6 0 0,4 0 0,0 1 0,0-1 0,-4 1 0,-5 0 0,10 0 0,-7 0 0,7 1 0,-10 0 0,6 0 0,3 0 0,1 1 0,-2-1 0,-3 0 0,-5 0-350,7 1 0,-6 0 1,3-1 349,4 2 0,4-1 0,-1 1 0,-7-1 0,4 1 0,-6-1 0,0 0 0,-1 0 0,-4 0 0,2-1 0,6 1 0,4 0 0,-6-1 0,-9-1 0,-2 0 0,5 1 0,3-1 0,-9 0 0,-12-4 0,-7 0 0,-10-5 1261,-9 1-1261,-12-4 0,-8 3 0,-7-1 0,-2 1 0</inkml:trace>
  <inkml:trace contextRef="#ctx0" brushRef="#br0" timeOffset="70302">2820 11734 5734,'34'-2'0,"-3"0"0,10 2 0,-14 0 0,17 1 0,-7-2-1669,-9 1 1669,10-1 0,3 0 0,-9 0 0,10-1 0,0 1 0,-10 0 0,9 0 0,-1 0 0,-9 0 0,8 0 0,-1-1 0,-10 0 0,7 1 427,-2-2-427,1 0 0,-8 2 0,0 0 0,9 0-345,3 2 345,-17 0 0,0 1 0,1-1 0,21 2 0,-13 0 0,4-1 0,1 1 0,-3-2 0,9-1 0,0-1 0,-8-1-82,-3 0 0,-1-1 82,-4 1-614,11-3 614,-9 2 0,8 0 0,0 0 0,-2 1 291,-4 0 1,0 1-292,15 0 0,-15 1 0,3 0 0,1 0 0,-3 1 0,1-2 0,1 1-919,1-1 919,14-1 0,-12 1 0,0-1 0,12 1 0,-11 0 0,6 0 0,-1 0 0,-6 1 0,0 0 0,2 0 0,6 1 0,3-1 0,-2 0-558,-5 0 1,-1 1 0,-2-1 557,9 0 0,-3 0 0,-11 0 0,-1 0 70,0-1 0,1 0-70,6 0 0,2-1 0,-1 1-751,-2-1 1,0 0 750,0 0 0,2 1 0,-2-1 0,6-1 0,-4 1 0,-8 1 0,-1-1 0,8 0 0,3 0 0,-7 1 0,2-1 0,-3 0 0,-5 1 0,-1-1 0,19 0 0,-3-1 781,-16 2-781,-3-1 283,-4 1-283,-3 0 1952,-2-1-1952,-2 2 1996,-3-1-1996,4-1 644,-8 1-644,5-3 0,-5 2 0,3-1 0</inkml:trace>
  <inkml:trace contextRef="#ctx0" brushRef="#br0" timeOffset="89396">14422 12774 5734,'-2'11'0,"-1"4"0,2-9 0,1 6 0,0-9 0,2 1 0,0-4 0,-1-1 0,1-1 0,2 1 0,-2 0 0,4 1 0,-1 0 0,-2 0 0,3 0 0,-2-1 0,1 1 0,0-1 0,3 0 0,-2-1 0,3 0 0,-3-1 0,1 0 0,-1 1 0,0 0 0,0 0 0,12-1 0,-9 1 0,14-3 0,-16 4 0,9-3 0,-8 2 0,3-1 0,-3 1 0,-2 0 0,2 0 0,7 0 0,-7 0 0,7-1 0,-9 0 0,15 1 0,-11 1 0,12 2 0,-9 2 0,-4 0 0,2 0 0,0-1 0,-3-1 0,5 0 0,-5-1 0,0 0 0,1 0 0,4-1 0,-2 0 0,3 0 0,4-1 0,-6 2 0,14-2 0,-15 2 0,10-3 0,-12 2 0,4-2 0,4 3 0,-7 0 0,14 3 0,-14-1 0,5 2 0,5 1 0,-2 0 0,6 2 0,-5-3 0,1 2 0,-3-1 0,11 4 0,-11-4 0,3 0 0,-6-1 0,-2 0 0,0 0 0,14 3 0,-12-3 0,10 2 0,-12-4 0,-4-1 0,12-1 0,-10 0 0,18-3 0,-15 2 0,20-3 0,-17 3 0,22-3 0,-21 3 0,9-2 0,-6 2 0,-5-1 0,11 0 0,-11 0 0,5 1 0,-7 0 0,6 0 0,-5 1 0,4-1 0,1-1 0,-4-1 0,4 0 0,16-2 0,-16 3-334,17-3 334,-20 2 0,0 1 0,8-1 0,-5 2 0,6-1-24,5-1 24,-11 1 0,17-1 0,-7 1 0,-6 1 0,3 0 0,-11 1 0,7 0 0,-6 0 0,6 1 0,0 0 0,-4 1 0,4 0 0,1-1 0,-6 0 0,5-1 0,3 0 0,-9 0 0,8 0 332,-10 0-332,-1 0 26,2 0-26,7-2 0,-4 1 0,7 0 0,1 0 0,-6 1 0,7 0 0,4 0 0,-11-2 0,17-1 0,-9 1 0,13 1 0,-13 1 0,1 0 0,-2 0 0,-11-1 0,19 1 0,-10 0 0,0 0 0,8 1 0,-13 0-225,8 0 225,-11 0 0,2 1 0,-2-1 0,12 0 0,-10 1 0,9 0 0,6 0 0,-13-1 0,13 1 0,-18-2 0,11 1 0,-8-1 0,10 0 0,-2-1 0,-5 1 0,6-2 0,-7 0 0,-2 0 0,1 0 0,-2 1 0,8 1 0,-7 0 0,5 0 0,-9 0 0,0 0 0,0 0 0,-1 1 0,-2-1 0,0 1 0,-3-1 0,0 2 225,-1-2-225,0 1 0,0-1 0,2 0 0,-1 0 0,1 0 0,0 0 0,2 0 0,1 0 0,6 1 0,-4-1 0,5 0 0,0 0 0,-5 0 0,5-1 0,28 3 0,-23-1 0,4-1 0,0 1 0,1-2 0,-1-2-351,0 1 351,-12 1 0,1-1 0,-1 1 0,6-1 0,-4 0 0,6 1 0,6 0 0,-10 0 0,11 1 0,1 1 0,-11-1 0,11 1 0,-14-2 0,-2 1 0,-1-1 0,6 1 0,-6 1 0,5 0 0,-7 0 0,1 0 0,-1 1 0,1-1 351,0 0-351,24 1 0,-16-2 0,19 1 0,-15-3 0,-7-1 0,6-1 0,6-2 0,-11 2 0,12-1 0,0-1 0,-8 2-329,1-1 1,-2 2 328,-8-1 0,0 2-93,2-1 93,0 0 0,9-2 0,-7 2 0,6-1 0,0 2 0,-6 0 0,6 0 0,4 0 0,4 2 0,1-2 0,7 1 650,-15-1-650,16 0 0,-17 0 100,8 1-100,3-1 0,-9 1 0,7-1 0,-1-1 0,-14 2 0,12 0 0,-23 1 0,6-1 0,-12 1 0,3 0 0,-5 0 0,1 0 0,-4-3 0,-8 2 0,1-1 0,-5 1 0,5 0 0</inkml:trace>
  <inkml:trace contextRef="#ctx0" brushRef="#br0" timeOffset="133311">8604 4762 5734,'5'-1'0,"-1"0"0,-2-3 0,5-4 0,1-1 0,5-4 0,9-7 0,-2 3 0,10-8 0,-2 5 0,5-3 0,-3 3 0,-5 3 0,0-1-861,8-4 1,5-2 0,-5 3 860,-11 6 0,-1 2 0,6-3 0,3-3 0,-2 3 0,-2-1 0,1 1 0,13-8 0,1-1-884,-6 4 1,-3 1 883,9-5 0,-13 8 0,4-3 0,-5 4 0,3-4-111,-4 4 1,-3 0 110,-4 4 0,-2 0 0,12-8 0,-12 7 0,16-11 0,-22 16 0,6-6 0,-11 11 1910,-1-2-1910,-3 3 2274,-2 1-2274,-9 0 385,-1 2-385,-8 1 0,2 1 0,-1-1 0,-1 2 0</inkml:trace>
  <inkml:trace contextRef="#ctx0" brushRef="#br0" timeOffset="133596">9324 4052 5734,'21'-3'0,"0"0"0,9 3 0,-9 1 0,9 1 0,-14 0 0,-1 0 0,-1 1 0,6 4 0,-7-2 0,6 10 0,-13-6 0,1 14 0,-7-11 0,-1 12 0,-5-2 0,-1-2 0,0-2 0,3-10 0,3-5 0</inkml:trace>
  <inkml:trace contextRef="#ctx0" brushRef="#br0" timeOffset="134428">10183 3736 5734,'-4'0'0,"1"1"0,1-1 0,0 0 0,0 0 0,0 0 0,0 0 0,1 0 0,-1 1 0,1-1 0,-2 1 0,0-1 0,-1 1 0,-2 0 0,-3 0 0,2-1 0,-11 3 0,8-1 0,-16 7 0,12-5 0,-17 14 0,16-8 0,-8 8 0,7 2 0,-3 11 0,2 3-709,3 1 709,9-11 0,3-7 0,2-1 0,2 0 0,5 10 0,1-10 0,17 14 0,-9-20 0,20 4 0,-5-12 0,0-2 0,-6-5 0,-2-1 0,1-2 0,18-11 0,-25 7 0,2-3 0</inkml:trace>
  <inkml:trace contextRef="#ctx0" brushRef="#br0" timeOffset="134820">10324 3799 5734,'-21'23'0,"4"0"0,2 1 0,3-1 0,1 4 0,0-1 0,6-3 0,0 6 0,6-3 0,2-8 0,2 5 0,6-6 0,-2-6 0,6 2 0,6-8 0,-3-4 0,6-2 0,-1-7 0,-5 0 0,3-4 0,-6-7 0,-4 4 0,0-7 0,-7-3 0,-2 6 0,-5-19 0,-2 21 0,-11-16 0,7 24 0,-6-3 0,-4 11 0,6 1 0,-5 2 0,9 0 0</inkml:trace>
  <inkml:trace contextRef="#ctx0" brushRef="#br0" timeOffset="135272">10511 3833 5734,'-1'24'0,"0"7"0,1-12 0,1 22 0,0-21 0,1 20 0,0-26 0,2 12 0,-3-21 0,2 3 0,-1-12 0,2-7 0,0 0 0,4-19 0,-3 12 0,3-12 0,6-12 0,-7 22 0,6-17 0,-10 29 0,-1 2 0,0 2 0,-1 3 0,3 3 0,-1 3 0,1 3 0,1 7 0,-2-3 0,5 22 0,-4-16 0,3 11 0,-2-9 0,0-5 0,2 3 0,2-6 0,-5-4 0,2-1 0,-3-2 0,1-4 0,2 0 0,-1-5 0,-2 0 0</inkml:trace>
  <inkml:trace contextRef="#ctx0" brushRef="#br0" timeOffset="135594">10736 3816 5734,'-3'12'0,"1"-2"0,2 4 0,1 6 0,0-2 0,3 21 0,0-17 0,3 11 0,0-10 0,0-8 0,2 5 0,13-3 0,-9-10 0,11 2 0,-13-12 0,0-1 0,0-3 0,0-2 0,-2-1 0,4-10 0,-4 3 0,2-6 0,-1-4 0,-1-6 0,-3 5 0,-1 1 0,-5 17 0,0 1 0,-2 3 0,0 1 0,-2 2 0,-4 2 0,0 2 0,-2 3 0,1 0 0</inkml:trace>
  <inkml:trace contextRef="#ctx0" brushRef="#br0" timeOffset="136259">11062 4005 5734,'8'-11'0,"-2"2"0,1-3 0,-3-13 0,-2 11 0,-1-11 0,-3 15 0,-2 0 0,-1-2 0,1 4 0,-1-2 0,-1 4 0,0 2 0,-1 1 0,-4 4 0,4 1 0,-4 3 0,3 4 0,2-1 0,-1 5 0,5-2 0,1 7 0,1-4 0,1 5 0,1-5 0,5 6 0,-1-6 0,3 5 0,0-8 0,-1-1 0,12 3 0,21-11 0,-11 2 0,-3-12 0,-2-4 0,-10-1 0,11-16 0,-16 14 0,1-5 0,-4 2 0,-2 5 0,0-2 0,-3 8 0,-1 0 0,0 4 0,-1 3 0,-1 5 0,0 3 0,0 1 0,-1 16 0,1-12 0,1 11 0,1-6 0,-1-8 0,-1 10 0,0-15 0,1-1 0,-1-19 0,1 5 0,1-28 0,0 19 0,1-5 0,0-1 0,1 2 0,6-17 0,-3 23 0,2-3 0,14-2 0,-11 12 0,14-5 0,-15 12 0,1 3 0,1 1 0,-2 0 0,3 2 0,-4 1 0,1-1 0</inkml:trace>
  <inkml:trace contextRef="#ctx0" brushRef="#br0" timeOffset="136709">11474 3855 5734,'-8'34'0,"5"5"0,2-13 0,5 0 0,-1-15 0,5 1 0,-3-7 0,9-6 0,-7-5 0,5-8 0,1-20 0,-6 13-349,5-17 349,-8 22 0,1-4 0,-2 9 0,1 0 0,-3 13 0,-1 6 0,2 28 0,-1-7 0,1 14 0,1 3-885,-1-21 0,-1 0 885,2 14 0,1 2 0,-2-7 0,1-1 0,-1-9 0,-1 2 0,2 22 0,-1 0 0,-3-2 0,2-12 0,-3-2-737,-6 7 737,1-13-139,-9-2 0,-2-3 139,2-8 0,-17 6-41,21-24 41,-1-4 1844,0-3-1844,-4-15 0,8 1 0,-2-10 0</inkml:trace>
  <inkml:trace contextRef="#ctx0" brushRef="#br0" timeOffset="137143">11816 3957 5734,'12'-20'0,"-3"4"0,1-5 0,-4-2 0,-4-4 0,0 4 0,-5 0 0,-6 12 0,1 6 0,-8 0 0,-3 12 0,3 1 0,-15 20 0,15-11 0,2 6 0,1 2 0,4-2 0,5 6 0,1 0 0,6-3 0,4 2 0,3 0 0,1-6 0,6-1 0,1-3 0,0-7 0,11 1 0,3-23 0,-11 1 0,11-10 0</inkml:trace>
  <inkml:trace contextRef="#ctx0" brushRef="#br0" timeOffset="137483">11974 3893 5734,'3'24'0,"1"18"0,-1-15 0,1 1 0,-1-1 0,1-7 0,2 15 0,-3-25 0,2 0 0,-2-11 0,3-15 0,-3 4 0,7-26 0,-5 18 0,5-13 0,9-11 0,-9 24 0,10-16 0,-12 31 0,4 5 0,-2 3 0,3 7 0,1 12 0,-4-2 0,3 10 0,-2-2 0,-1 1 0,1 3-470,-1-4 1,-1-1 469,-3-8 0,-2-4 0,-3 0 0,-1-7 0,-3-2 0</inkml:trace>
  <inkml:trace contextRef="#ctx0" brushRef="#br0" timeOffset="139883">11490 3864 5734,'4'-7'0,"1"-2"0,-2 4 0,1-2 0,0 3 0,-2 0 0,4-4 0,-4 4 0,5-5 0,-5 5 0,2-1 0,-1 2 0,0 1 0,0 0 0,-1 1 0,1 1 0,2 0 0,-1 0 0,3 0 0,-3 1 0,0 0 0,-1 0 0</inkml:trace>
  <inkml:trace contextRef="#ctx0" brushRef="#br0" timeOffset="140697">12484 3806 5734,'-16'6'0,"0"0"0,-4 8 0,5-3 0,-17 12 0,16-12 0,-9 5 0,7-1 0,5-2 0,-10 19 0,12-9 0,-2 6 0,8-9 0,3-7 0,3 1 0,4 4 0,1-5 0,3 3 0,7-3 0,-2-4 0,7 1 0,26-5 0,-19-4-421,-2-1 0,-1-2 421,-2-4 0,14-12 0,-13 5 0,9-9 0,-18 8 0</inkml:trace>
  <inkml:trace contextRef="#ctx0" brushRef="#br0" timeOffset="141086">12654 4026 5734,'10'-7'0,"-1"0"0,-6 3 0,0-1 0,-1-3 0,-1 1 0,-2-3 0,-3 0 0,0 1 0,-2-1 0,-5 2 0,2 2 0,-4 0 0,-2 5 0,4 1 0,-4 2 0,1 5 0,3 0 0,-3 4 0,5 6 0,2-3 0,1 5 0,3 3 0,2-4 0,2 6 0,4 0 0,2-6 0,3 2 0,10-6 0,4-3 0,11-2-127,-8 0 0,0-3 127,17-12 0,-17-4 0,5-4 0,-10 0 0</inkml:trace>
  <inkml:trace contextRef="#ctx0" brushRef="#br0" timeOffset="141819">10597 4453 5734,'9'2'0,"5"1"0,15-1 0,5 0 0,-10-1 0,4 0-1093,13 0 1,8 0 0,-4 0-100,1-1 0,-1-1 1179,-5 1 1,4 0-1,2 0 13,-6 0 0,3 0 0,2 0 0,-2 0 0,-2-1-12,6 1 0,-3 0 1,6 0 11,-8 0 0,5-1 0,3 1 0,0-1 0,-2 1 0,-7-1 0,7 1 0,-5-1 0,1 0 0,-1 1 0,1-1 0,1-1 0,-4 1 0,-1 0 0,-2 1 0,0-2 0,-1 1 0,1 0 0,-1 0 0,-1-1 0,-1 1 0,0-1 0,-2 1 0,0 0 0,1-1 0,7 0 0,1-1 0,2-1 0,-5 0 0,2 0 0,0-1 0,-2 0 0,0 1 0,-2 0 0,1-1 0,4 0 0,0-1 0,-6-1 0,-10-1 0,-5 0 0,5-1 0,7-6 0</inkml:trace>
  <inkml:trace contextRef="#ctx0" brushRef="#br0" timeOffset="150940">7030 4567 5734,'-24'-15'0,"-4"2"0,-9-4 0,2 7 0,-1 0-1239,-9 0 1239,5 2 0,-8-1 0,5 1-513,8 3 1,-1 0 512,-6 1 0,-7-1 0,-1 0 0,6 1-355,-1 0 1,0 1 354,4 1 0,-5-1 0,-1 1 0,4 0-803,1 0 1,3 2 0,0-1 802,0 0 0,0 0 0,-1 1 0,-8 1 0,-1 0 0,5 1-177,2 1 0,1 0 177,7 0 0,-3 0 0,1 2 0,-1 1 0,0 1 0,1 0 0,-7 2 0,-1 1 0,7-1 0,-1 0 0,-1 1 0,-1 2 0,0 1 0,1 0 0,9-3 0,0 0 0,-3 1 0,-2 2 0,-6 3 0,-2 0 0,2-1 0,4-1 0,2 0 0,3-1 0,-4 2 0,3-1 0,-5 3 0,-3 1 0,1 0 0,3-1 0,5-2 0,1 0 0,3 0 0,-1 0 0,-2 2 0,-3 0 0,0 2 0,4-1 0,-11 10 0,6 0 0,8-6 0,1 1 0,-6 6 0,2 3 0,7 3 0,3 0 0,5-9 0,2 3 0,1 10 0,2 5 0,3-3 0,4-8 0,3 0 0,-2 0 0,1 2 0,10 1 0,9-6 0,10 1 0,5 1 0,3-1 0,-3-2 0,-4-4 0,3 3 0,-4-5 0,6 3 0,-2 0 0,6 4 0,3 2 0,0-2 0,-2-3 0,-4-7 0,1-6 0,-3-6 0,1 0 0,2 1 0,1-1 0,1 0 0,1-1 0,0 0 0,4-2 0,2 0 0,4-1 0,1-1 0,-2-1 0,-9 0 0,-1 0 0,-1-1 0,3 0 0,-1 0 0,2-1 0,1 1 0,0-2 0,0 0 0,1-2 0,0-1 0,1-1 0,-2 0 0,-1 1 0,2-2 0,-3 1 0,0-1 0,2 0 0,-1 0 0,1 0 0,1-1 0,1-2 0,1 0 0,-1-2 0,2-2 0,1 0 0,-1-1 0,-1 0 0,-3 1 0,2 0 0,-3 0 0,-1-1 0,4 0 0,-4 0 0,4-1 0,2-1 0,-2-1 0,-2 2 0,-5-1 0,5-3 0,-5 1 0,-1-2 0,0 0 0,-1 0 0,-2-1 0,-2 1 0,-2-1 0,1-3 0,-1-7 0,2-4 0,-3-2 0,-2 3 0,-4 4 0,-3 1 0,0-3 0,0-2 0,2-3 0,-2 0 0,-7 1 0,-7-4 0,-6 2 0,-2 2 0,0-7 0,-3 1 0,-1 6 0,-2-1 0,-3 2 0,-5 3 0,-3 2 0,0 2 0,-4-5 0,-3 3 0,4 5 0,-2 0 0,-1 3 0,-3 4 0,-1 2 0,1 3 0,-6-1 0,0 1 0,-11-1 0,0 3 0,13 8 0,1-1 0</inkml:trace>
  <inkml:trace contextRef="#ctx0" brushRef="#br0" timeOffset="153184">9881 15406 5734,'9'-8'0,"6"-4"0,-9 6 0,10-8 0,-10 9 0,3-3 0,2 3 0,-5 3 0,5-1 0,-7 2 0,1 1 0,0 0 0,0 0 0,2 0 0,-2-1 0,3 0 0,-2 0 0,9 0 0,-6 1 0,6 0 0,-9 0 0,3 0 0,-2 1 0,3 0 0,1 1 0,-2-2 0,4 2 0,-1 0 0,-2 0 0,13 1 0,-10-1 0,9 0 0,-3 0 0,-3-1 0,7 0 0,3-1 0,-4 0 0,7-2 0,16-1 0,-14 1-718,-1-1 1,1 0 717,3-1 0,11-1 0,-18 1 0,0 1 0,18-4 0,-13 3 0,6-1 0,-1 1 0,6-2 0,0 0-825,-8 1 0,0 1 0,0-1 825,8-1 0,-3 1 0,-9 0 0,-1 1-346,1 0 1,1 0 345,15-2 0,0 1 0,-10 0 0,0 1-567,11-2 1,-1 1 566,-14 2 0,-1 0 0,13-1 0,1 0 0,-12 1 0,-1 0 0,8-1 0,4 1 0,-4 0 0,2 0 0,-3 0 0,-5 1 0,-1-1 0,5 1 0,3-1 0,-5 1 0,7-2 0,-8 1 0,0 0 0,7-1 11,-4 1 0,-2 0-11,-12 1 405,14-1-405,-28 1 1669,1 1-1669,-11 0 455,-4 0 0,-1 0 1,-3 0-1</inkml:trace>
  <inkml:trace contextRef="#ctx0" brushRef="#br0" timeOffset="154868">12797 15517 5734,'15'0'0,"0"0"0,7 0 0,-6 0 0,19 0 0,-17 0 0,12 0 0,4-3 0,-11 1 0,5-2 0,0 0 0,-3 0 0,16-3 0,-8-2-959,-8 3 959,8-3 0,11-4 0,-16 5 0,-2 0 0,0 0 0,-2 2 0,7-2 231,0 2-231,-1 2 0,2 1 0,9-2 0,1 2 0,-2 1-925,-10 1 925,14 0 0,-10 0 0,-8 1 0,8-1 0,0-1 0,-5 1 0,6-1 0,1 0 0,0 0 0,5 1 0,-1-1-266,-10 1 266,15 0 0,-9 0 0,-8-1 0,7 1-601,-4 1 601,-8 0 832,7 0-832,4 0 0,-12-1 0,3 0 0,1-1 0,-4 0 0,22-4 0,-22 4 0,5-3 0,14-1 0,-15 2 0,6-1 0,0 0 0,-3 1 0,5-1 0,-1 0 0,-3 1 0,17-2 0,1 0 0,-9 2-195,0 0 0,-2-1 195,-10 3 0,-1 0 0,0 1 0,8-1 207,-8 0 0,0 1-207,14 0 0,-10 1 0,10-1 0,-5 0 0,0 0 0,6 0-656,-5-1 0,0 1 656,-3-2 0,1 1 1191,0-1-1191,12-2 0,3 0 0,-25 3 0,1 0-608,14-2 0,6 0 0,-7 0 608,2 2 0,5 0 0,1 0 0,-6-1-180,-9 1 1,2 0 179,-7 0 0,-1-1 0,15 0 0,-13 1 0,0 0 0,0 0 0,0 0 0,14-1 0,0 0 0,0 1 0,0-1 0,-10 1 0,0 0 0,11 1 0,-11 0 1133,9 0-1133,-10 3 0,1 0 0,4 0-448,-4 1 1,0 0 447,-4-1 0,0 1 1136,14 0-1136,-10 0 0,11 1 0,-11-2 0,-1 1 0,11 0 0,3 2 0,-15-2 0,-1 0 0,17 1 0,-2 1 0,1 0 0,-14-1 0,13 2 0,-10-3 0,9 2 0,-1-1 0,-9-2 0,9 1 0,1-2 0,-11-1 0,9 0 0,-2-1 0,-9 1 0,8-2 0,-12 2 0,-1 0 0,8 0 0,0 1 0,0-1 0,1 0 0,11 2 0,3-2 0,-12 1 0,10 0 0,-15 1 0,-1-1 0,11 1-560,-6-2 0,9-2 0,2 1 0,-7 0 560,-6 0 0,0 0 0,12-1 0,6-1 0,-6 0-450,-11 2 0,-4 0 450,19-1 26,-17 1 0,1 1-26,0 0 0,-1 1 0,17-1 0,-18 2 0,2-1 0,-4 0 0,1 0 0,13 1 0,0-1 0,-12 0 0,0 0 258,6 1 1,-2 0-259,3 2 0,-17-1 0,16 4 0,-25-4 2514,3 2-2514,-8-2 1877,-2-1-1877,2 0 774,-5-2-774,-15 0 0,0 0 0,-16-1 0,5 0 0,-3-2 0</inkml:trace>
  <inkml:trace contextRef="#ctx0" brushRef="#br0" timeOffset="156627">6314 15688 5734,'1'19'0,"1"-4"0,2 11 0,4 9 0,-1-5-2467,3 16 2467,-1-7-1106,0 7 1106,-3-22 0,0 4 0,1 10 0,1 6 0,0-2-852,0 1 1,1 1 851,-3-10 0,1 3 0,-1 0 0,1 0 0,1 10 0,1-1 0,-1-1-153,-1-7 0,-1-1 1,1 2 152,0-1 0,0 1 0,1 1 0,-1 1 0,2 5 0,0 1 0,-1 0 0,1-2 0,-2-8 0,0-2 0,0 1 0,2 8 0,-2-8 0,1 5 0,2 4 0,0 3 0,1 2 0,0 2 0,-1-1 0,1-1 0,-1-3 0,0-3 0,-2-5 0,2 10 0,0-6 0,-2-2 0,2 1 0,0 6 0,-1-9 0,0 3 0,1 4 0,0 1 0,1 1 0,-1-1 0,1 0 0,-1-2 0,-1-3 0,0-4 0,2 9 0,0-3 0,-1-3 0,-1-3 0,0-2 0,1 5 0,-1-5 0,0 4 0,2 2 0,0 5 0,0-3 0,-3-9 0,3 7 0,-4-4 0,-5-30 0</inkml:trace>
  <inkml:trace contextRef="#ctx0" brushRef="#br0" timeOffset="158623">6249 15617 5734,'5'0'0,"3"0"0,6 0 0,0-1 0,7-1 0,8-2 0,-5 0 0,10-2 0,0-2 0,8-2 0,-4 1-1371,-10 2 1,2 1 1370,9-4 0,7-1 0,-3 1 0,-7 4 0,-2 1 0,-2 1 0,2 0 0,0 0 0,0 0 0,3 0 0,1 2 0,1 2 0,0 1 0,-2 1 0,0-1 0,2 0 0,-5 2 0,5 0 0,0 0 0,-5 0 0,2 0 0,-2 1 0,11 1 0,3 0-828,-6-1 0,2-1 0,-3 1 828,0-1 0,2 1 0,-7-2 0,6 0 0,3 1 0,-3-1 0,-5 0-255,11 1 1,-2-1 254,-10-1 0,2 1 0,1 0 0,-2-1 0,4 0 0,0-1 0,-3 0 0,9 0 0,1 0 0,-9 0 0,3-1 0,0 0 0,0 0 0,1-1 0,-3 0 0,8-1 0,0 0 0,-7 1 0,1-1 0,0 1 0,0-2 0,-1 1 0,1-1 0,1-1 0,1 1 0,0 0 0,-1-1 0,0 1 0,2 0 0,-7 0 0,2 0 0,-2-1 0,-2 2 0,8-2 0,-1 1 0,-7 0 0,1 0 0,1 1 0,-1 0 0,0 0 0,-2 0 0,7 0 0,0 1 0,-6-1 0,2 0 0,-3 1 0,2 0 0,0-1 0,-2 1 0,2-1 0,-2 1 0,6-1 0,-1 0 0,-6 1 0,1-1 0,4-1 0,0 1 0,4-2 0,3 1 0,-2-1 0,-5 1 0,-1 0 0,-4 1 0,4-1 0,0 1 0,6-2 0,1 0 0,-1 1 0,-4 0 0,8 1 0,-3-1 0,-3 2 0,0-1 0,0 0 0,0 0 0,3 0 0,-3 1 0,4 0 0,-4 1 0,-9 0 0,1 0 0,8 0 0,0 0 0,-13 0 0,-2 0 0,1 0 0,0-1 0,-2 1 0,2-1 0,5 0 0,3-1 0,-3 1 0,-1-1 0,1 0 0,13-2 0,6-1 0,-8 1 0,-15 1 0,-1 1 0,8-2 0,4 0 0,-7 0 919,5 1-919,-6 0 0,-1 2 0,-12 1 1283,8 1-1283,-12 3 315,-3-1-315,2 1 3217,-4-1-3217,10 4 0,-1-1 0,3 2 0,4-2 0,-14-2 0,13 2 0,-17-3 0,3 1 0,-5-1 0,-2 0 0,2-1 0,1 2 0,-1 0 0,5 1 0,-5-1 0,1 0 0,0-1 0,9 1 0,-7 0 0,6 1 0,-9-1 0,-3 0 0,2 0 0,-2 8 0,-1-2 0,-1 15 0,0-7 0,-2 8 0,0 22 0,-1-14-252,1-6 0,0 2 252,0-1 0,0-1-1544,0 18 1544,1-15 0,-1 1 0,2 5 0,0 0 0,0-8 0,-1 1 0,2 9 0,0 4 0,0-4 0,0 3 0,0-1 0,0-4 0,0 0 0,0 1-874,1 6 0,0 3 0,-1-3 874,1 7 0,-1-4 0,0-13 0,-1-1-532,1 0 0,-1 0 532,0-2 0,0 3 0,1 4 0,1 8 0,1 1 0,-2-6 0,1 3 0,0 3 0,0-9 0,1 9 0,1 5 0,0 2 0,0-1 0,0-5 0,-1-8 0,-1-1 0,1-7 0,-1 5 0,2 5 0,0 6 0,0 2 0,0-3 0,-1-6 0,2 10 0,-1-7 0,-1-9 0,0 1 0,0-1 0,0 2 0,0-3 0,-1-6 0,0-2 0,0 6 0,1-1 251,-1 12-251,-1-14 1530,2 10-1530,-3-24 1310,0 7-1310,-1-15 1233,-1 1-1233,0-3 903,-1-1-903,-4 2 507,1-3-507,-20 3 0,10-4 0,-15 1 0,-2-4 0,4 1 0,-12 0 0,-6 3 0,-3 1 0,21-2 0,-2 1-285,-11 1 1,-5 0 0,0 1 284,4 0 0,1 0 0,2-1-1035,4 0 0,2 1 0,-2-1 1035,-7 1 0,-1 0 0,1-1 0,6 0 0,0-1 0,2 0 0,-7 1 0,-1-1 0,6 0 0,-2 0 0,2-1-839,-4 0 1,1-1 838,-2 1 0,0-2-50,-1 1 1,-2 0 49,3-1 0,-4 0 0,2 1 0,10-1 0,0 1 0,-1 0 0,-8 0 0,-3-1 0,1 1 0,1 0 0,-1 1 0,3 0 0,8-1 0,2 1 0,-2 0 0,-8 0 0,-2 0 0,3 1 0,-2 0 0,2 0 0,0 1 0,0 0 0,1-1 0,1 0 0,1 1 0,0 0 0,2-1 0,1 0 0,1 0 0,0 0 0,2-1 0,0 1 0,3-1 0,-2 0 0,-9 0 0,-5-1 0,4 1 0,5-1 0,0 0 0,-10 1 0,-6-1 0,7 0 0,15 0 0,2 0 0,-7 0 0,-5 0 0,-2-1 0,-4 1 0,4 0 0,4 0 0,1 0 0,-6 0 0,-5 0 0,7 1 0,11 0 0,3 0 0,-1 1 0,0-1 62,0 1 0,0 0-62,1-1 0,0-1 127,1 1 1,-1 0-128,-9 0 0,-1-1 0,10 0 0,-1 0 0,-6 0 0,-1-1 0,4 0 0,-1 0 0,0-1 0,-1 1 0,2-1 0,-2 0 0,-4 0 0,-3 0 0,4-1 0,8 2 0,0-1 0,-10-1 0,-4 1 0,4-1 0,12 2 0,1-1 0,-9 0 0,0 0 0,-2 2 0,1-1 294,9 0 0,-2 1-294,-18-1 0,0 1 221,18 0 1,0 0-222,-7-1 0,-2 0 0,-2 1 0,1-1 0,7 0 0,0 1 0,-10-1 0,0-1 0,10 1 0,2 0 0,-2 0 0,-1-1 0,1 1 0,-2 0 0,-14 1 0,0 0 0,10 0 0,0 0 0,-8 1 0,-6 0 0,9 3 0,-7 1 0,1 0 0,5 0 0,-4 0 0,-1 1 0,5 0 0,-7 1 0,-3 1 0,3-1 0,10 0 0,0 0 0,3 0 0,-8 1 0,-4 1 0,6-1 0,13-2 0,1-1 0,-7 1 0,1 0 306,-7 2-306,5-1 0,11-3 0,2 0 0,-4 1 407,-8 2-407,22-5 582,5 0-582,-3 0 1891,7 0-1891,0 0 1138,4 0-1138,0 1 0,3 2 0,-1-1 0,2 2 0,-1 1 0,0-3 0,2 1 0,-1-5 0,5-3 0,0-4 0</inkml:trace>
  <inkml:trace contextRef="#ctx0" brushRef="#br0" timeOffset="162301">7436 17366 5734,'0'3'0,"1"3"0,2-3 0,1 2 0,6 3 0,-1-1 0,10 9 0,-5-6 0,4 4 0,4 1 0,-5-3 0,7 4 0,-7-4 0,1 0 0,0 0 0,9 7 0,1 0 0,-2-1-257,5 2 0,-1-1 257,-12-9 0,5 2 0,0 0 0,-6-5 0,14 6 0,-13-7 0,5 1-166,-2-4 166,-5-1 0,4-2 0,-2-3 0,-4-1 0,10-7 504,-9 3-504,12-9 0,-11 5 176,7-4-176,0-2 0,-5 3 0,5-3 0,1 0 0,-6 4-322,5-2 322,-7 5 0,1 0 0,15-10 0,-9 8 0,-2 1 0,2 0 0,-1 2 0,7-2 0,3 6 0,-4 2 0,8 1 0,3 3 0,-14 2 0,0 0 0,16 1 0,-13 2 0,-3 1-498,-2 3 498,6 4 0,-2 6 0,-5-2 306,6 8-306,2 5 0,-7-5 0,-2-2 0,0 1 0,-3-1-485,8 9 485,-17-18 0,-1-2 0,-1-2 488,-3-2-488,3 1 0,-4-4 0,-3-3 511,-2-6-511,-5-9 0,1 2 0,-1-5 0,0-5 0,0 4 0,-1-17 0,4 11 0,0-9 0,6-4 0,-2 9 0,4-8 0,-1 13 0,1 2 0,1 3 0,2-3 0,-1 6 0,3-2 0,-2 8 0,5-3 0,-3 4 0,16-5 0,-12 8 0,11-1 0,12 9 0,-11 0 0,19 4 0,-6 0 0,-8-1 0,0 2 0,0-1 0,1 1 0,-3 0 0,0-1-709,-2-1 709,8 2 0,-1-2 0,-8-3 0,7 1 0,-1-2 0,-6-3 0,6 0 0,-4-3 0,-1-1 0,4 0 0,-4 1 0,1-1-137,4-3 137,-6 2 0,15-7 0,-14 4 0,6-4 0,2 0 0,-7 3 0,7-4 0,0-2 0,-7 4 0,-5 1 0,0 0 0,4-2 349,-2 0 1,2-2-350,12-13 0,1 2-682,-9-1 682,-15 12 0,-2-1-159,0 0 159,-1 0 0,8-8 0,-1-2 0,-3 6 0,4-5 0,-3 3 0,-10 12 0,-1 1 0,-2 3 815,-2 2-815,-2 2 173,1-1-173,0 1 0,0 0 0,1 1 0,-5 3 0,2-1 0,-14 6 0,4-4 0,-9 3 0,6-2 0,0-1 0</inkml:trace>
  <inkml:trace contextRef="#ctx0" brushRef="#br0" timeOffset="1.96191E6">11008 15539 5734,'-32'4'0,"-13"0"0,-4 0 0,19-2 0,0 1-1093,-6-1 1,-4 1 0,3 0 288,3-1 1,2 0 803,-3-1 0,-4 1-213,0 0 1,-6-1-1,-1 0 1,3 0 212,3 0 0,2 0 0,-3-1 0,5 1 0,-2 0 0,-3-1 0,1 1 0,1-1 0,-4 0 0,-1-1 0,2 0 0,2 1 0,-5-1 0,3 1 0,-5-1 0,4 1 0,-5-1 0,-2 0 0,2 1 0,4-1 0,-5 1 0,5 0 0,-2 0 0,1-1 0,-2 1 0,1 0 0,3 0 0,1 0 0,3 1 0,-3 0 0,1 0 0,-2 0 0,-1 1 0,2 0 0,-1 0 0,1 0 0,-1 0 0,3 0 0,0 0 0,-2 1 0,2 0 0,1 0 0,0 0 0,1 1 0,2 0 0,-2-1 0,2 1 0,-4 0 0,0 1 0,-6 1 0,-1 1 0,1-1 0,6-1 0,3 1 0,3-1 0,-2 1 0,-1 0 0,-2 0 0,-2 1 0,0 0 0,-2 1 0,-2 0 0,2 1 0,5-2 0,0 0 0,1 0 0,-10 2 0,-6 2 0,14-4 0,18-3 0,-3 1 0,8-3 0,-9 2 0,13-2 423,-14 0-423,16-2 2442,-7 0-2442,10 0 2869,0-2-2869,0 2 0,-1-2 0,-5-2 0,3 2 0,-12-5 0,11 4 0,-10-2 0,14 4 0,-1-2 0,4 2 0,3-1 0,-1 1 0,1 0 0,-4 7 0,1 1 0,-3 7 0,-12 15 0,-1 4 0,-1 2-252,-1 0 1,-1 4 251,3-1 0,3-1-1114,6-12 0,-1 1 1114,-6 15 0,1 4 0,6-11 0,1 2 0,1-2-998,0 0 1,1 1 997,-1 0 0,0 3 0,2-1 0,1 5 0,2 1 0,1-8 0,2 2 0,0-1 0,0 9 0,1 0 0,1 4 0,1-3-96,4-2 96,-1-8 0,0 0 0,1 7-33,-2-10 1,0-2 32,-2-3 0,0-2 0,-2-1 1304,-2-1-1304,-2-1 0,-2-1 2408,-3 0-2408,-10 8 0,4-7-437,-7 6 437,6-10 0,-1-2 309,1-1-309,1-1 0,-10 10 0,12-11 0,-6 7 381,14-14-381,3-1 0,4 8 0,8 2 0,11 9 0,1-1-109,-1-5 0,2 0 109,12 6 0,-10-6 0,4-1 0,10 4 0,2-2 0,-7-3 0,2 0-371,-4-2 1,2 1-1,2-1 371,6 1 0,1 0 0,-1-2 0,-8-2 0,-2-1 0,6 0 0,-2-1 0,5 0 0,2 1 0,1-1 0,-1-1 0,-6 0-882,9 0 0,-4-2 0,3 1 882,-6-2 0,2 2 0,1-1 0,1-1 0,0-2 0,3-3 0,0-2 0,1-1 0,-3-1 0,-3 0 0,3-1 0,-3-1 0,2 0 0,0-2 0,0 1 0,0 0 0,-1 0 0,1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15T01:56:11.7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16212 5231 5734,'-3'-2'0,"2"0"0,3 1 0,0 0 0,4-1 0,-3 2 0,1-1 0,-1 1 0,-2 0 0,2-2 0,-2 2 0,1-1 0,1 1 0,-2 0 0,2 0 0,-1 0 0,3 0 0,-1 0 0,0 0 0,-2 0 0,-1 0 0,1 0 0,2 0 0,-1 0 0,4 0 0,-3 0 0,1 0 0,0 1 0,-2 0 0,4 1 0,-3-1 0,1 1 0,-1-1 0,1 1 0,0-1 0,0 1 0,1 0 0,-1-1 0,3 0 0,1 0 0,-2 0 0,1 2 0,-4-2 0,1 0 0,0 0 0,-1-1 0,1 1 0,0 0 0,0 0 0,1-1 0,0 1 0,0-2 0,6 3 0,-6 0 0,3 0 0,-3 0 0,2 0 0,0-1 0,2 2 0,1-1 0,-3-1 0,4 1 0,-4-1 0,0 1 0,-1 0 0,5 2 0,-3-2 0,3 3 0,-1-1 0,-3 0 0,3 1 0,1-1 0,-4-1 0,4 1 0,-4-2 0,0 1 0,1-1 0,0 0 0,0 1 0,2-1 0,-4 0 0,3-1 0,-3 1 0,0-2 0,4 2 0,1-2 0,6 3 0,-5-2 0,2 0 0,-5 0 0,-1-1 0,1 0 0,0-1 0,0 1 0,0-1 0,0 1 0,0 0 0,4-2 0,-2 1 0,-1 0 0,-3 1 0,-1 0 0,6 0 0,-5 0 0,5 1 0,-5-1 0,1 1 0,0 0 0,26 0 0,-19 0 0,31-1 0,-32 0 0,7 1 0,-10-1 0,-1 1 0,0-1 0,4 1 0,-3 0 0,1 0 0,-4 1 0,3-1 0,-2-1 0,10 0 0,-9 0 0,35-4 0,-29 3 0,22-3 0,-23 2 0,-4 1 0,8-2 0,-8 2 0,4-1 0,5 1 0,-8 0 0,11 0 0,-2 1 0,-4 0 0,3 0 0,-10 0 0,0 1 0,5 0 0,-4 1 0,15 1 0,-12-2 0,22 2 0,-19-2 0,24 1 0,-23 0 0,25 0 0,-23-1 0,26 0 0,-25-1 0,13 0 0,-5 0 0,-6 0 0,8-1 0,2 0 0,-7-1 0,7 1 0,1-1 0,0 2 0,-9-1 0,-1 1 0,8-1 0,7-1 0,-24 1 0,4-1 0,-1 2 0,-7 0 0,13 3 0,-13-2 0,6 1 0,-4-1 0,-3 0 0,9 1 0,-3 0 0,1 0 0,6 0 0,-8 0 0,4 0 0,2-1 0,-5 1 0,6 0 0,-6-1 0,1 0 0,0 0 0,2 1 0,0-1 0,0 0-249,2 0 249,-1 1 0,0-1 0,0 0 0,0 0 0,10 0 0,-6-1-508,7 1 508,-10-1 0,1 0 0,0 0 0,0 0 0,0 0 0,0 0-296,-1 0 296,0 0 0,1 0 0,0 0 0,1 0 0,0 0 0,3 0 0,14 0 0,-6 0 0,2 0 0,-11 0 0,0 0-21,8 0 0,0 0 21,5 0-438,-9 0 438,9-1 0,-14 1-326,9-2 326,-9 1 0,5 0-353,-5 0 353,-7 0 238,10 0-238,-6 0 0,-1-1 0,-2 0 881,-5 1-881,0 0 0,7-1 0,-4 2 0,4-1 661,-7 1-661,6-2 0,-4 1 0,3-1 432,-6 1-432,-1 1 0,1-1 0,-1 1 0,4-1 0,-5 1 0,11-1 0,-12 1 0,10-1 0,-13 0 0,8 1 0,-10 0 0,7 0 0,-7-1 0,11 1 0,-11-2 0,7 2 0,-9-1 0,0 1 0,0 0 0,-1 0 0,0 0 0,0 0 0,0 0 0,-1 1 0,0-1 0,1 0 0,0-1 0,0 1 0,0-1 0,-1 1 0,0 0 0,1 0 0,0-1 0,0-1 0,-1 1 0,0 0 0,-8-1 0,-4-1 0,-10-2 0,-1 0 0</inkml:trace>
  <inkml:trace contextRef="#ctx0" brushRef="#br0" timeOffset="4717">21062 4095 5734,'-3'1'0,"0"0"0,2-1 0,0 0 0,1 2 0,0-1 0,0 2 0,0-1 0,0-1 0,0 3 0,0-1 0,1 4 0,-1-1 0,4 34 0,-3-18 0,0 3 0,1-1 0,-2 0-566,0 3 566,-1 0 0,1 0 0,0 11 0,0-9 0,0 7 0,0 4 0,0-16 0,1 17 0,-1-26 0,1 3 0,-1-5 0,0-5 566,0 1-566,0-4 0,0-2 0,0-1 0,-3-4 0,-13-8 0,5 3 0,-11-5 0,11 6 0</inkml:trace>
  <inkml:trace contextRef="#ctx0" brushRef="#br0" timeOffset="6128">20998 4080 5734,'2'1'0,"-2"-1"0,4-3 0,-4 1 0,-1 1 0,5 3 0,-2-1 0,4 2 0,1-3 0,-1 0 0,4-1 0,0-2 0,-1 0 0,1 0 0,-3 1 0,-1 0 0,0 1 0,2 1 0,-3 0 0,5 2 0,-2 0 0,-1 0 0,0 0 0,-4-1 0,3 0 0,-3 1 0,2 1 0,-2 1 0,0-1 0,-1 2 0,0-1 0,-1 11 0,-1-6 0,0 9 0,-3-8 0,0 0 0,0 1 0,-2 1 0,-1 1 0,-6 6 0,4-3 0,-5 4 0,-9 12 0,12-18 0,-10 13 0,16-22 0,1-3 0,-1 2 0,2-3 0,-1 0 0,1-1 0,1 0 0,-1-1 0,5-2 0,-1 1 0,6-3 0,-4 3 0,4-1 0,4-2 0,-3 2 0,14-4 0,-10 6 0,24 3 0,-21 2 0,14 5 0,-16-2 0,-1 2 0,0 1 0,-1 1 0,0 1 0,3 6 0,-5-4 0,0 6 0,-5-7 0,-3 7 0,-2-5 0,-2 4 0,-6-1 0,0-4 0,-5 4 0,1-6 0,-3 1 0,0-2 0,-2 0 0,0-1 0,-1-1 0,1-1 0,0 0 0,2-1 0,-7 0 0,6-2 0,-3 0 0,4-3 0,3-3 0,-5-1 0,8-1 0,0-2 0,6 1 0,0-1 0</inkml:trace>
  <inkml:trace contextRef="#ctx0" brushRef="#br0" timeOffset="6630">21493 4108 5734,'1'6'0,"0"8"0,-1 11 0,0 0 0,0 6 0,1-11 0,0 2-426,-1 1 426,1 0 0,-1 1 0,0 0 0,0-1 0,0 1 0,-1 16 0,0-15 0,0 1 0,0-2 0,-1-4 0,0 13 0,1-19 105,-1 2-105,2-2 0,-1-6 0,0 2 0,1-7 0,-1-3 321,-2-3-321,1-1 0,-3-2 0,2-1 0,1-1 0</inkml:trace>
  <inkml:trace contextRef="#ctx0" brushRef="#br0" timeOffset="7083">21765 4089 5734,'-4'3'0,"1"-1"0,3 1 0,0-1 0,0 3 0,0 4 0,0 0 0,-1 20 0,0 3 0,1-4-523,-1 5 1,1 0 522,1-9-610,2 9 610,-2-7 0,1 6 0,-1-3 0,1-7 0,-1 17 0,0-21 0,-1 9 0,0-13 0,0-4 0,0 1 975,0-5-975,-1-3 680,-1 0-680,-1-3 0,-2 0 0,-14-8 0,9 3 0,-11-6 0,14 5 0</inkml:trace>
  <inkml:trace contextRef="#ctx0" brushRef="#br0" timeOffset="7838">21691 4095 5734,'8'0'0,"-1"0"0,-1 1 0,5-1 0,-2 0 0,5 0 0,3 2 0,-3 0 0,4 2 0,1 2 0,-4 0 0,3 2 0,-2 1 0,-5-2 0,3 3 0,-5 1 0,-1-2 0,-1 2 0,-2 2 0,-3-4 0,0 4 0,-5 1 0,0-2 0,-3 4 0,-6 4 0,1-6 0,-6 6 0,-3 0 0,4-5 0,-16 14 0,12-12 0,-4 2 0,10-9 0,6-7 0,1 0 0,1-1 0,2 0 0,1-1 0,0 1 0,2-1 0,0-1 0,6-3 0,0 0 0,5-4 0,6 2 0,-2 1 0,6 0 0,-3 1 0,2 1 0,0 1 0,10 1 0,-8 1 0,14 1 0,-16 0 0,4 2 0,-4 1 0,-6-1 0,2 2 0,-7 1 0,-3-1 0,1 1 0,-6-2 0,0 0 0,-4 1 0,-1 0 0,-2 0 0,-3 1 0,-19 6 0,5-4 0,-2-1 0,-16 5-527,16-6 1,1 0 526,3-2 0,0-1-205,1 0 205,1 0 0,1-1-5,1 0 5,2 0 0,1 0 0,2 0 1029,2-1-1029,3 0 0,2-1 0,2 0 0</inkml:trace>
  <inkml:trace contextRef="#ctx0" brushRef="#br0" timeOffset="8345">22302 4247 5734,'-2'-4'0,"1"0"0,1 2 0,0 0 0,-1 0 0,-5 6 0,1 0 0,-5 6 0,-5 8 0,3-2 0,-4 7 0,-1 7 0,6-7 0,-4 10 0,4 0 0,5-7 0,2 0 0,2-1 0,3 0 0,3 0 0,2-2 0,4-6 0,16 6 0,3-19 0,3-3-780,3-9 780,-8-2 0,0-5 0,8-12 0,-11 4-928,5-10 928,-14 7 0,-1-13 0,-7 9 0,-1-8 0,-13 11 0,-3 0 0,-2-1 0,-1 3 0,-2 2 0,-5 8 0,-3 4 0,-3 2 0,-8-1 0,6 2 0,1 3 0,-2 5 0,1 2 0</inkml:trace>
  <inkml:trace contextRef="#ctx0" brushRef="#br0" timeOffset="11530">5684 4226 5734,'2'32'0,"0"2"0,0 4-2659,1 3 2659,0 2 0,0 1 0,1 3 0,-2-17 0,1 0 0,0 1 0,-1 2 0,1-1 0,1 8 0,0 1-894,0-4 1,0 2 0,0-2 893,1 10 0,0 0 0,-1-10 0,0-1 0,-1-3 296,0-5 0,0-3-296,2 11 0,-1-1 0,-1-9 0,0-1 0,2 7 0,-1-1 0,-1-4 0,-1-3 0,3 13 0,-2 6 0,1-10-255,-2-10 255,1 4 850,-2-9-850,1-7 3016,0 1-3016,-1-7 660,-1-2-660,-1-3 119,-6-10 0,-2-2 0,-4-8 0</inkml:trace>
  <inkml:trace contextRef="#ctx0" brushRef="#br0" timeOffset="15717">5683 4110 5734,'17'-4'0,"0"2"0,4 0 0,-4 1 0,26 1 0,-6 2 0,-1 0 0,1 0 0,9 1-1639,-9-1 1,-2-1 1540,1 0 98,1 0 0,1-1 0,2 0 0,-10 0 0,1 0-223,-6 0 0,-1 0 223,14 0 383,-13 0 0,2 0-383,17-1 0,1 1 0,-19-1 0,0 0-611,20 0 1,-1-1 610,-6-1 0,1-1 0,-12 0 0,0 1 0,14-3 584,-15 3 0,1 0-584,-2 0 0,-1 0 0,13 0 0,-14 1 0,1 0 0,19-1 199,-10 2-199,9 0 0,-1 0 0,-10 0 0,10 0 0,1-1 0,-8 0 0,10-1 0,-12 0 0,-1 1-619,1-1 619,-1 1 0,1 0 0,-1 1 0,0 0 0,0 0 0,-2 0 0,0 1 0,-1 1 0,0 1 0,1-1 0,13 2 0,3 0 0,2-1-114,-1 1 1,-1-1 113,-8-2 0,-3-1 0,9-1 0,-6 0 0,-9 2 0,0-1 0,9-1 0,5 0 0,-8 1 0,0-1-100,-11 2 0,1-1 100,2 1 0,0-1 0,0 0 0,0 1 0,-2 0 0,0-1 0,10 0 0,0 0 0,12 0 0,-10 0 0,5-1 0,-4 0 0,-9 1 0,-1-1-336,9 0 0,3 0 0,-4 0 336,-7 1 0,-2 0 0,9-1 0,1 0 0,8 1 0,-1 1 0,-16 0 0,0 0 64,14 0 0,0 0-64,-12 1 0,-1 1 0,15 0 0,-16 0 0,0 0 0,1 0 0,-2 1 0,16 0 0,-16 0 0,1 0 0,1-1 0,0-1 0,16 3 123,-15-2 1,0-1-124,12 2 0,1-1 0,-1 1 0,1-1-225,3 1 0,3 0 225,-14 0 0,0 0 0,14 0 0,-2 1 0,-20-1 0,-2 0 0,10 1 0,11 1 0,2-1 0,-1 1 0,-1-1 0,-1 1 0,-5-1 0,-14-1 0,0-1 0,12 1 0,1 0 1795,-26-3-1795,-5 0 495,0 0-495,-2 0 1441,-3 0-1441,0 0 1293,0 0-1293,-2-1 14,0 1-14,0 0 0,-5 0 0,4 1 0,-5-1 0,4 1 0,0 0 0,-1 3 0,1-1 0,-1 19 0,0-9 0,-1 13 0,1-4 0,1-4 0,-2 8 0,0 1 0,0 0 0,0 3 0,-1 1-802,1-4 802,-2 10 0,0 3 0,1-10 0,-2 9 0,3-12 0,0-1-511,1 0 511,0-1 0,0-1 0,1-1 0,1-1 0,1 7 0,-1-7 0,3 5 0,-1-2 0,0-6 0,1 7 0,0-2 0,-1-6 0,1 5 0,-2-7 0,1-2 758,-1 1-758,1-1 555,0-2-555,0 6 0,-1-5 0,1 3 0,0-6 0,-1 0 0,1 6 0,1 0 0,-1 1 0,1-4 0,-1-5 0,-1-1 0,0 1 0,0-3 0,-1 0 0,0-1 0,0 2 0,0-3 0,-1 3 0,1-3 0,0 1 0,0 0 0,0-1 0,1 2 0,0-3 0,-1 1 0,1-1 0,0 0 0,-1 0 0,0-1 0,0 1 0,1 3 0,0-2 0,-1 2 0,0-3 0,0-1 0,0 1 0,0 0 0,0 0 0,0 0 0,0-1 0,0 1 0,-2-2 0,0 0 0,-1 0 0,2 0 0,0 1 0,-1-1 0,1 2 0,0 0 0,0-2 0,-2 0 0,1-1 0,-2 0 0,2 1 0,1 1 0,-1-1 0,0 1 0,1-1 0,-1 1 0,1-1 0,-1 1 0,1-1 0,-1 1 0,1 0 0,-1-1 0,1 1 0,-1-1 0,0 0 0,1 0 0,-1 1 0,1-1 0,-2 1 0,-3 0 0,2-1 0,-3 1 0,3 0 0,0 1 0,-7 0 0,5-1 0,-7 2 0,8-2 0,-7 0 0,5 0 0,-5-1 0,6 0 0,-5 1 0,4 0 0,-4 0 0,0-1 0,1 1 0,-2-1 0,-3-1 0,2 1 0,-15 0 0,13 0 0,-8 0 0,7 0 0,4 0 0,-4 0 0,5 0 0,0 0 0,1 0 0,1 0 0,-5 0 0,3 2 0,-3-2 0,3 1 0,2-1 0,-2 0 0,-3 0 0,3 0 0,-4 0 0,4 1 0,1-1 0,-11 0 0,-1 0 0,0 0 0,1 0 0,10 0 0,-9-1 0,8 1 0,-7 0 0,5-2 0,-8 2 0,5-1 0,-4 1 0,3-1 0,5 1 0,-11-2 0,12 1 0,-4-1 0,5 2 0,0-1 0,0 1 0,1 0 0,-1 0 0,-3 0 0,2 0 0,-3-1 0,5 1 0,0-1 0,-1 1 0,0 0 0,0-1 0,1 0 0,-5 1 0,4-1 0,-3 1 0,3 0 0,-4 0 0,3 0 0,-3 0 0,0 0 0,3 0 0,-9 0 0,9 0 0,-9-1 0,9 1 0,-2-1 0,-2 0 0,5 1 0,-4 0 0,5 0 0,0 0 0,0 0 0,-1 0 0,-15 0 0,10 0 0,-15 0 0,8 2 0,3 0 0,-8 1 0,14-2 0,-4 1 0,1 0 0,5-1 0,-13 2 0,11-2 0,-6 1 0,3 0 0,4-2 0,-6 2 0,1-2 0,3 1 0,-3-1 0,0 2 0,4-2 0,-5 2 0,1-2 0,4 1 0,-4 0 0,-2 1 0,4-1 0,-6 1 0,8-1 0,-2 0 0,1 1 0,-1-1 0,1 0 0,1 0 0,-14 2 0,-2 0 0,-1 1 0,-2 1 0,18-2 0,-5 1 0,-16-1 0,17-1 0,-16 1 0,4-1 0,7 0 0,-9 0 0,12 0 0,6-1 0,0 0 0,0 0 0,0 0 0,-12 0 0,9 1 0,-23 0 0,23-1 0,-10 0 0,14 0 0,0-1 0,1 2 0,-7-1 0,5 0 0,-5-1 0,-4 1 0,7-1 0,-16 2 0,18-1 0,-12 1 0,14-1 0,-4 0 0,-4 0 0,8 0 0,-8-1 0,-4 2 0,11-1 0,-10 1 0,14-1 0,-2-1 0,2 1 0,-10 0 0,9-1 0,-10 1 0,-7-1 0,-1 0 0,-1-1 0,0 1 0,-1 0 0,-7-1 0,12 1 0,-13-1 0,7 1 0,8 0 0,-8 0 0,0 0 0,8 0 0,-6 0 0,3 0 0,7 0 0,-4 0 0,2 0 0,6 0 0,-4 0 0,1 0 0,6-1 0,-5 2 0,1-1 0,4 0 0,-5 0 0,-1 0 0,4 0 0,-5 0 0,0 0 0,5 0 0,-5 0 0,-25-4 0,24 1 0,-23-2 0,27 2 0,5 2 0,-4-1 0,-3-1 0,8 2 0,-12 0 0,-2 1 0,7 0 0,-7-1 0,8 0 0,4 1 0,-5-1 0,-9 1 0,10 0 0,-17 1 0,19 0 0,-5 0 0,4-1 0,4 0 0,-3 0 0,-2 1 0,6 0 0,-8 0 0,11 0 0,-2-2 0,1 1 0,2-1 0,-2 2 0,-3-1 0,5 1 0,-13-1 0,6 0 0,-14 1 0,10 0 0,-3 0 0,10 0 0,-1 1 0,-5-2 0,3 1 0,-4-1 0,6 0 0,-4 1 0,4 0 0,-4 0 0,-6 0 0,9-1 0,-7 1 0,13-1 0,-1 0 0,2 0 0,0 0 0,3 0 0,0 0 0,0 0 0,1-1 0,-1 1 0,1 0 0,0 0 0,-1 0 0,1 0 0,-1 0 0,1 0 0,-1 0 0,-1 0 0,1 0 0,-1 0 0,0 0 0,0 0 0,-1 0 0,0 0 0,-2 0 0,1 0 0,-1 0 0,2 0 0,0 0 0,-1 0 0,0-1 0,-1 1 0,1-2 0,-11 1 0,5 0 0,-6 1 0,9 0 0,3 0 0,-3 0 0,2 0 0,-3 0 0,4 0 0,0 0 0,0 0 0,0 0 0,-1 0 0,-3 0 0,1 0 0,-1 0 0,3 0 0,2 0 0,0 0 0,-2 0 0,1-1 0,-1 0 0,-5 0 0,6 1 0,-6-1 0,5 1 0,3 0 0,-5 0 0,4 0 0,0 0 0,-1 0 0,2 0 0,0-1 0,-1 1 0,3 0 0,-2 0 0,0-1 0,0 0 0,-2-1 0,1 1 0,-1 0 0,1 0 0,2 1 0,1 0 0,0 0 0,1 0 0,-1 0 0,1-1 0,-1 1 0,1-2 0,1 2 0,1-2 0,0 1 0,1 8 0,1-1 0,-1 7 0</inkml:trace>
  <inkml:trace contextRef="#ctx0" brushRef="#br0" timeOffset="1.51118E6">13841 10783 5734,'6'-2'0,"-1"0"0,2 1 0,5 0 0,-2 0 0,5 1 0,2 0 0,-3 0 0,21 0 0,-16 0 0,13 0 0,-6 0 0,-6 0 0,5 0 0,-1 1 0,-7 0 0,5 1 0,0 1 0,-5-1 0,5 2 0,-1-1 0,-5 1 0,5-1 0,0 2 0,-5-3 0,5 2 0,-5-2 0,8 2 0,4-1 0,0-2 0,1 1 0,3-1-564,14-1 564,-32 0 0,5 2 0,-5-1 0,4 0 0,27 2 0,-23-2-516,26-1 516,-31 0 459,1-2-459,0 0 0,9 2 0,-6 0 0,5 1 0,-1-1 0,-7 0 0,4 0 0,-2 1 0,-6 1 0,14 0 0,-13 0 0,8-1 0,-4 0 0,-3 0 0,4 0 0,4-1 0,-5 0 271,4 0 0,4 0-271,16-1 0,-18 0 0,-1 1-454,15-2 454,-18 1 0,0 1-209,0 0 209,0 1 0,-1 0 0,11-2 0,1 0 0,-2 0-436,2-1 1,-1 0 435,-11-1 0,1 1 0,1-1 0,10 0 0,-7 0 474,6 0-474,1 2 0,-9 1 200,7-1-200,-1 1 0,-8-1 0,26 0 0,-22 0 939,15-1-939,-6 0 0,-8 1 0,10-1 0,1 0 0,-8 1 0,-5-1 0,3 1 0,3-1 0,-1 0-728,-4 1 0,-1-1 728,7 0 0,-2-1 0,4 1-205,1-1 205,-10 1 0,1-1 0,12-2-506,-12 2 0,-1 0 506,10-3 0,-4 3 0,5 1 0,-4 0 0,14-2 0,-13 2 0,4 0 0,-7 0 0,-8 1 0,4 0-17,-7 0 17,-6 2 1252,2-1-1252,-3 2 210,-2-1-210,8 3 1205,-7-1-1205,3 1 23,-3-1-23,-5-2 0,2 1 0,-3-1 0,-1 0 0,-2-1 0,-5-4 0,0-1 0,-4-4 0</inkml:trace>
  <inkml:trace contextRef="#ctx0" brushRef="#br0" timeOffset="1.51133E6">17015 10648 5734,'-2'-27'0,"3"6"0,6-4 0,3 8 0</inkml:trace>
  <inkml:trace contextRef="#ctx0" brushRef="#br0" timeOffset="1.51483E6">14162 4050 5734,'-13'3'0,"-2"0"0,-1 1 0,-4-1 0,-27 0 0,12-2-1093,2-1 1,-5-1 0,2 0 783,5 0 0,0 0 309,0-1 0,-3 1 0,-4-1-313,-1 0 1,-5 0-1,-3-1 1,3 0 0,4 1 312,1 0 0,5 0 0,-6-1-56,-1 1 1,-7-1-1,-1 0 1,2 0 0,8 1 55,-5-1 0,4 1 0,2 0 0,-2-1 0,2 1 0,-4-1 0,-2 0 0,5 1 0,-4-1 0,-1 1 0,7 0 0,-2-1 0,0 1 0,-2 1 0,-6-1 0,1 1 0,7-1 0,9 2 0,1-1 0,-8 1 0,-4-1 0,7 1 0,0 1 0,-8 0 0,17 1 0,2-1 0,2 0 0,2 0 1490,2 0-1490,1 1 2970,2 0-2970,-6 1 955,5 0-955,-3 0 319,6-1-319,0-1 0,0 2 0,1-1 0,-1 0 0,1 1 0,-1-1 0,2 1 0,-1-1 0,-2 1 0,3 0 0,-3 0 0,5-1 0,0 0 0,1-1 0,0 0 0,1 0 0,-7 2 0,6-2 0,-5 2 0,9-3 0,0 0 0,1 0 0,1 0 0,-1 0 0,1 0 0,3-3 0,-2 3 0,3-1 0,-3 4 0,-2 1 0,0 4 0,-6 12 0,0 0 0,-4 12 0,1 0 0,1 7 0,-1 10 0,2-5-1639,1-8 1,0 1 1609,1-3 0,-1 6 0,0-1 1,1-2 28,-1 11 0,2-4-953,0-7 1,0-1 952,2-5 0,-1 2 0,1-1-146,-1 0 0,1 0 1,0 0 145,0 2 0,1-1 0,-1 0 0,1 0 0,-1 0 0,1-1 0,-1 13 0,0-4 0,3-14 0,-1-1 0,1-1 0,0-1 209,0 21-209,0-4 0,2-5 0,0 9 0,1-14 0,0 5 1816,-1-16-1816,1 6 0,-1-12 769,0 7-769,0-14 1804,-1 0-1804,0-4 1136,0 0-1136,0-2 0,2-2 0,-1-1 0,2 0 0,1 2 0,0 0 0,3-1 0,1 0 0,3 0 0,2 1 0,4 0 0,14 1 0,-4 0-357,14 2 357,-16-1 0,5 1 0,4 0 0,8 1 0,2 0 0,-5-1-906,-2 1 1,-3-1-1,4 0 906,6 1 0,6 1 0,-2-1 0,-5 0-1187,6 0 0,-4-1 1187,-13-1 0,0 1 0,1-1-96,1 0 1,1 0 0,-1 0 95,1 0 0,-1 0 0,1 0 0,0 1 0,0-1 0,1 0 0,-1 0 0,0-1 0,1 1 0,-1 0 0,0 0 0,0-1 0,0 1 0,-1-1 0,2 0 0,-1 1 0,2-1 0,0 0 0,-1 0 0,0 0 0,-1 0 0,1 0 0,8 0 0,1 0 0,1 0 0,-9-1 0,1 0 0,0 0 0,-4 0 0,10 1 0,0-1 0,-2 0 0,3 0 0,-6 0 0,-12 0 0,-3-1 0,20 1 0,-7-2 0,-7 1 1446,-6 0-1446,5 0 0,-13 0 0,3 0 631,-12 3-631,-3-2 2676,1 1-2676,-3 0 981,0-2-981,0 1 0,-1 1 0,0 1 0,-1 0 0,0 0 0,-1-1 0,-3-4 0,2 0 0,-3-3 0,4 1 0,-1-3 0,1 1 0,-1-3 0,2-4 0,1 2 0,0-6 0,2 2 0,-2-4 0,2-6 0,0-2 0,0-12-1013,0 5 1,0-1 1012,-1 11 0,1 0 0,-1-3 0,0-2 0,1-1 0,-1 0 0,0-2 0,1-1 0,-1 1 0,0-2 0,-1 2 0,1-5 0,-1-1-682,0 6 0,-1-1 0,0 2 682,0-1 0,-1 1 0,0 1 0,0-1-564,-1 2 0,1 0 564,-1 0 0,-1 1 0,1 0 0,0 1 0,-1 0 0,0 1-268,1 0 1,0 1 267,-1 0 0,1 1 0,-1 0 0,1 0 0,0-8 0,-1 1 0,1 7 0,0 1 0,0-7 0,0 1 253,0-8-253,1 2 0,0 2 1134,0 4-1134,1 3 1318,0 5-1318,0 2 0,0 3 1324,0 3-1324,0-4 987,0 11-987,0-1 718,0 11-718,-1 2 0,-1 2 0,-2 4 0,-1 2 0,-2 4 0,-2 0 0,-2 2 0</inkml:trace>
  <inkml:trace contextRef="#ctx0" brushRef="#br0" timeOffset="1.51621E6">19187 8766 5734,'-1'14'0,"0"6"0,-1 24 0,0-2-258,1-14 1,0 5 257,0 8 0,0 5 0,0-4-1639,0-5 1,0 1 1506,0 6 1,0 4-1,0-6 132,0-14 0,1-1-400,-1 19 1,-1 0 399,2-18 0,-1 0-137,0 13 1,-1-1 136,2-14 0,-1-2 0,-1 10 0,0 5 0,-2-13 0,1-9 130,-4 0-130,0-8 0,1-5 0,0-1 0</inkml:trace>
  <inkml:trace contextRef="#ctx0" brushRef="#br0" timeOffset="1.51665E6">19591 9224 5734,'-24'5'0,"2"2"0,4 8 0,4-1 0,-3 7 0,2 4 0,5-6 0,-2 7 0,5-3 0,3-6 0,1 4 0,6-7 0,-1-5 0,5 0 0,3-9 0,-1-3 0,4-5 0,0-9 0,-2 2 0,1-8 0,-1-1 0,-5 5 0,3-3 0,-4 10 0,-2 1 0,1 1 0,-1 9 0,0 2 0,-1 9 0,1 11 0,-1-2 0,3 7 0,-3-4-280,3-1 280,1 0 0,3 7 0,-1-9 0,0 5 0,-4-9 0,1 2 0,-1-8 0,2 0 0</inkml:trace>
  <inkml:trace contextRef="#ctx0" brushRef="#br0" timeOffset="1.51692E6">19945 8874 5734,'2'4'0,"-1"3"0,0 13 0,-2 6 0,1 8 0,-1 3 0,1-13 0,0 2-1093,0 14 1,0 6 0,1-5 1006,0-11 0,0 0 86,0 7 0,1 4 0,0-5 0,-1-10 0,1-1 0,-1 7 0,0 0 766,1 7-766,-3 8 0,0-14 0,-2-8 0,0-2 0,-1-6 0,-3 1 0,4-18 0</inkml:trace>
  <inkml:trace contextRef="#ctx0" brushRef="#br0" timeOffset="1.51737E6">20578 8966 5734,'-31'35'0,"7"-7"0,0 0 0,-2 2-1639,1 0 1,0 1 1529,1-2 109,-6 9-301,14-17 1,1 0 300,-4 5 821,-7 11-821,14-14 0,4 2 0,4-4 0,6 0 0,7-11 0,9 3 0,0-3 0,4 0 0,1-2 0,3 2 0,14 2 0,-4-2 0,-14-5 0,15 4 0,-24-7 0,1 1 1572,-6-3-1572,-4 1 398,-2-1 1,-4-3-1,-2-1 1</inkml:trace>
  <inkml:trace contextRef="#ctx0" brushRef="#br0" timeOffset="1.51775E6">21064 9055 5734,'-2'-10'0,"1"-1"0,0 6 0,1-3 0,0 4 0,0 1 0,-1 25 0,0-8 0,-2 19 0,-2 0 0,1-7 0,-2 11 0,-2 7 0,1 1 0,0-4-222,0 4 0,1-2 222,3-12 0,2-9 0,0 4-68,1-7 68,0-6 0,-1 1 0,1-6 0,0-2 0,1-2 0</inkml:trace>
  <inkml:trace contextRef="#ctx0" brushRef="#br0" timeOffset="1.51788E6">20997 9656 5734,'7'-5'0,"4"-4"0,0 1 0,4-3 0,-1 3 0</inkml:trace>
  <inkml:trace contextRef="#ctx0" brushRef="#br0" timeOffset="1.52454E6">21609 13366 5734,'-1'-3'0,"0"0"0,1 2 0,0 0 0,2 0 0,1 0 0,2 1 0,4 1 0,-2 0 0,11 3 0,-8-2 0,6 3 0,-5-2 0,1 1 0,0 1 0,2-1 0,1 1 0,0 0 0,2-1 0,0-1 0,1 0 0,1-1 0,0 0 0,11-1 0,-5 0-451,7-1 451,-10 0 0,11-2 0,-7 1 0,7 0 0,2 0 0,-8 1 0,9 0 0,-2-1 0,8 1 0,-6-1 0,-9 1 0,0 0-714,13-1 1,5 1 0,-7-1 713,7-1 0,3-1-191,-23 2 0,1-1 191,13-1 0,1 0 0,-9 1 0,0-1 0,10 1 0,1-1 0,-1 0 0,0 0 0,-11 1 0,1 0 0,6 0 0,3-1 0,-3 1 0,-10 0 0,0 1-513,13-1 0,-3 0 513,-2 0 0,-5 2-313,-2-1 313,-4 1 0,-3 0 1658,-3 0-1658,-3 0 767,-3 0-767,1-1 1373,-4 1-1373,1 0 514,-4-1-514,-3 1 0,-11 2 0,-3 0 0,-11-1 0,2 0 0</inkml:trace>
  <inkml:trace contextRef="#ctx0" brushRef="#br0" timeOffset="1.53455E6">1792 11921 5734,'2'33'0,"-1"-1"0,0 9 0,0-7-703,-1 13 703,0-22 0,0 0-1213,0 13 1213,0-13 0,0-1 0,0 10 0,0-3-105,0-1 105,1-3-37,0 5 37,0-10 0,-1 2 296,0-10-296,0-5 1080,0-2-1080,-2-9 636,0-3-636,0-6 0,1-16 0,-1-4 0,2-17-329,0 12 1,0-1 328,1 5 0,0 3-939,2-6 939,2-10 0,-1 15 0,0 1-502,1 2 502,0 1 0,2-6 0,0 5 0,-1 2 0,-1 9 597,-2 9-597,1 3 949,-1 1-949,3 3 598,0 3-598,-1 3 0,0 4 0,0 4 0,0 3 0,-1 2-343,1 2 343,0 2 0,0 2 0,2 12 0,-3-9-623,0 9 623,-2-14-357,-1 5 357,0-9 309,0 3-309,-1-12 0,0-1 0,0-7 620,1-8-620,0-5 0,2-9 0,-1 1 0,5-15 0,0-1 0,0 0 71,1 0 1,0 0-72,-1 6 0,-2 8 0,2-2 0,-4 13 0,1 1 0,-1 5 0,0 3 0,2 4 0,-1 4 0,6 22 0,-4-7-490,4 17 490,-4-13 0,0 1 0,0 2 0,1-1 0,0 0 0,3 9 0,-2-9 0,0 5 0,-3-13-5,-1-3 5,1-2 0,-2-2 0,0-3 0,0 5 0,-2-9 0,1 5 0,-1-9 0</inkml:trace>
  <inkml:trace contextRef="#ctx0" brushRef="#br0" timeOffset="1.53498E6">2245 12133 5734,'-3'-3'0,"-3"5"0,2 2 0,-3 5 0,-2 9 0,1-3 0,-3 9 0,1 5 0,4-5 0,-1 7 0,5-1 0,0-8 0,0 6 0,2-13 0,0-1 0,0-3 0,2-3 0,0-4 0,1-2 0,1-4 0,2-8 0,0 0 0,0-8 0,-1 3 0,-2-2 0,0 1 0,1-17 0,-3 18 0,1-11 0,-2 22 0,0 3 0,0 7 0,0 1 0,0 6 0,2 3 0,0-4 0,3 14 0,0-11 0,2 7 0,-1-8 0,-1 0 0,3 2 0,-3-5 0,2 0 0,-2-5 0,4-4 0,-2-2 0,5-4 0,-3-5 0,2-2 0,0-1 0</inkml:trace>
  <inkml:trace contextRef="#ctx0" brushRef="#br0" timeOffset="1.53534E6">2412 12159 5734,'-16'4'0,"2"0"0,6 1 0,-2 6 0,3-1 0,-6 14 0,8-10 0,-4 15 0,8-19 0,0 4 0,3-12 0,0-1 0,4-10 0,-2 3 0,5-12 0,-5 10 0,2-4 0,-1 7 0,0 3 0,1 3 0,7 23 0,-5-4-270,4 19 270,-8-14 0,-1 1-1471,1 17 1471,-1-13 0,-1 1 0,0 16 0,-1 0 0,-2-10 0,0 4 0,0-4 0,0-9 0,0 0 0,-1 6 0,0 3 0,-1-7 0,-1-8 0,-3-4 0,-5-2 0,3-8 0,-6-2 230,6-9-230,-2-2 1511,2-4-1511,1-3 0,1-2 0,0-19 0,4 11 0,-2-23 0,4 20 0,0-7 0,3 7 0,1 0 0</inkml:trace>
  <inkml:trace contextRef="#ctx0" brushRef="#br0" timeOffset="1.53592E6">2463 12195 5734,'5'-13'0,"-2"4"0,-1 3 0,0 6 0,0 9 0,-1-1 0,3 24 0,-2-13 0,2 9 0,-1 1 0,1-5 0,3 23 0,-4-32 0,0 1 0,1-8 0,-1-3 0,7-12 0,-4-2 0,10-29 0,-9 15 0,1-6 0,-1 0 0,-3 3 0,4-14 0,-6 18 0,1 8 0,-1 0 0,-1 9 0,-1 8 0,-1 8 0,1 3 0,-2 7 0,2 4 0,2-6 0,-1 7 0,3-9 0,-1-1 0,1-2 0,-1-2 0,3 2 0,-2-6 0,2 1 0,-2-7 0,8-8 0,-4-1 0,8-13 0,-8 7 0,4-12 0,-6 9 0,1-5 0,-3 6 0,0 0 0,0 1 0,-1 1 0,-1 2 0,0 2 0,-1 1 0,1 2 0,-1 3 0,2 6 0,-2 3 0,2 6 0,-1-1 0,0 1 0,0 3 0,0 0 0,2 3 0,1 9 0,1-5-340,-1 6 340,-1-8 0,2 5 0,-2-8 0,3 9 0,-6-16 0,0 0 0,-5-12 0,-1-5 0,1-2 0</inkml:trace>
  <inkml:trace contextRef="#ctx0" brushRef="#br0" timeOffset="1.5361E6">2688 11812 5734,'-2'-18'0,"2"-4"0,3 11 0,2-2 0,4 6 0,-1 4 0,3 1 0,-2 4 0</inkml:trace>
  <inkml:trace contextRef="#ctx0" brushRef="#br0" timeOffset="1.53673E6">2881 11862 5734,'0'18'0,"0"-2"0,1 5 0,0 11 0,1-6 0,0 11 0,-1 6-2231,-1-9 2231,0 10 0,-2 0 0,1-12 0,-1 9 0,1 0 0,1-18 684,-4 14-684,3-29 363,-4-1-363,3-10 0,0-3 0,1-1 1184,-2-1-1184,3-7 0,0 3 0,0-4 0,2 3 0,2-10 0,0 9 0,6-13 0,-4 16 0,2-3 0,-1 6 0,4-3 0,-4 4 0,3-2 0,-4 4 0,10 7 0,-9 2 0,7 6 0,-7 14 0,-3-6 0,3 28 0,-4-24 0,1 2 0,0 0 0,-1-5 0,7 15 0,-6-24 0,15-14 0,-10-6 0,9-17 0,-10 7 0,2-15 0,-4 8-724,3-10 724,-5 12 0,1 2-114,-1 2 114,0 4 0,-1 3 0,-1 2 0,1 8 0,-1 15 0,0 2 0,-1 14 0,-1 5 0,2-6 169,-1 8-169,2-11 0,1 0-82,0-2 82,0-3 0,0-2 0,1-2 0,0-4 0,3-2 0,-3-6 541,2-2-541,-2-4 210,0-2-210,0-1 0,-2-2 0,1-2 0,-1 1 0</inkml:trace>
  <inkml:trace contextRef="#ctx0" brushRef="#br0" timeOffset="1.5374E6">3354 12200 5734,'-11'4'0,"-3"4"0,4 0 0,-2 5 0,0 4 0,3-2 0,-5 13 0,6 5 0,2-5-221,5 2 221,4-16 0,2-2 0,4-1 0,-1-7 0,15-12 0,-10-2 0,4-10 0,-1-3 0,-2-2 0,6-18 0,-15 15 0,-2 1 0,1-9-288,-2 7 1,-1 0 287,-2-5-657,0 1 657,-1 0 0,-1 4-408,1 3 408,-1 3-157,0-1 157,0 9 501,1-2-501,0 11 858,0 3-858,-2 3 467,1 5-467,-1 3 0,0 12 0,2-1 192,1 10-192,4 11 0,1-7-1159,2 12 1159,-1-11 0,0-10 0,0 1 0,3 13 0,0-8 0,1-1 0,2 2 0,1-6 0,1-2 0,1-5 0,9 4 0,-9-21 0,8-11 0,-4-2 0,6-9 0,0-13-1123,-7 6 1123,5-13 0,-9 10 0,-6 4 0,0 0 0,0-5 0,0-13 0,-10 30 0,-5 6 1016,-1 7-1016,-9 14 0,5 3 0,-3 12 0,7 0-787,1 4 787,3 4 0,7-2 0,3 8 0,1-6 0,-1-8 0,0-1 0,2 9 0,2 3 0,2-8 0,18-2 0,-5-14 0,7-5 0,-2-30 0,-10-2 0,5-15 0</inkml:trace>
  <inkml:trace contextRef="#ctx0" brushRef="#br0" timeOffset="1.53779E6">2656 12079 5734,'2'-4'0,"1"1"0,3 1 0,-1 2 0,4-1 0,-4 0 0,-1-2 0,-2-1 0</inkml:trace>
  <inkml:trace contextRef="#ctx0" brushRef="#br0" timeOffset="1.54693E6">16513 8647 5734,'-2'5'0,"4"-4"0,2-2 0,7-4 0,4-5 0,5-3-1246,5-4 1246,5-5 0,7-3 0,2-1 0,-12 8 0,-1 0 0,2 0 0,2-2 0,1 1 0,5-3 0,1 1 0,-2 1-1305,1-1 1,0 1 1304,2-1 0,2-1 0,-3 2 0,-6 3 0,-1 1-606,-2 1 1,1-1 0,-1 1 605,4-3 0,-1 1-32,8-6 1,0 1 31,-15 7 0,0 0 0,6-5 0,0 1 0,-9 4 0,0 1 0,4-4 0,0 1 0,10-10 0,-11 9 396,0-2-396,-12 9 1947,-1 0-1947,-5 3 2022,-2-1-2022,-11 1 0,2 2 0,-7-3 0</inkml:trace>
  <inkml:trace contextRef="#ctx0" brushRef="#br0" timeOffset="1.54718E6">17521 7823 5734,'22'-9'0,"-1"2"0,20 4 0,-13 3 0,2 6 0,-1 3 0,-5 4 0,9 12-1109,-22-5 1109,-4 4 0,-5 2 0,-3 3 0,-8 16 0,0-10 0,-2 1 0,-2-1 0,0 0 0,1-5 0,-1-2 0,0-2 0,2-5 0,2-8 0</inkml:trace>
  <inkml:trace contextRef="#ctx0" brushRef="#br0" timeOffset="1.54921E6">18449 7005 5734,'-22'21'0,"4"-3"0,1 1 0,-10 13-1482,9-10 1,1 2 1481,-6 11 0,6 8 0,1 1 0,9-19 0,0-1 0,-4 20 0,4-3 0,11-10-232,11 9 232,1-12 0,8 4 0,-2-14 0,15-1 0,-8-8 0,10-2 0,-1-12 0,-10-2 436,15-13-436,-21 4 0,4-7 0,-9-2 0,-5 6 0,0-4 0,-6 8 0,-3 3 0,1 3 1393,-3 1-1393,1 1 1029,-1 2-1029,0 3 337,-3 8-337,-1 37 0,2-16 0,2 8 0,2-1 0,2-10 0,5 10 0,-2-16 0,-1-7 0,4 0 0,1-9 0,1-7 0,0-4 0,-4-5 0,-4-1 0,-3-12 0,-2 5-451,-3-9 451,-2 9 0,-1 2 0,-1 2 0,-5-3 0,2 7 0,-3-1 0,1 8 0,0 2 0,0 2 0,2 2 0,1-1 0</inkml:trace>
  <inkml:trace contextRef="#ctx0" brushRef="#br0" timeOffset="1.54983E6">18849 7420 5734,'0'18'0,"0"9"0,0-8 0,2 15 0,-2-20 0,1 6 0,0-12 0,-1-4 0,2 1 0,0-8 0,-1-1 0,2-6 0,4-24 0,-3 14-397,3-18 397,-4 20 0,2-9 0,-2 10 0,2-7 0,-2 12 0,-1 5 0,1 0 0,2 14 0,-1 1 397,2 9-397,-2 0 0,0 3 0,2 10 0,0-6 0,1 7 0,-1-4 0,-1-8 0,0 3 0,-3-11 0,2 1 0,-1-6 0,0 2 0,1-8 0,0-2 0,0-5 0,0-2 0,7-35 0,-5 22-481,6-25 481,-8 33 0,0 2 0,-1 1 0,0 3 0,0 2 0,5 5 0,-3 3 481,4 5-481,-4 2 0,1 2 0,0 3 0,0 0 0,0 3 0,1 0 0,0 0 0,0-1 0,3 4 0,0-2 0,-1-2 0,2-6 0,-4-8 0,3-3 0,-2-3 0,12-34 0,-10 17 0,0-2 0,-1-1 0,-5 1 0</inkml:trace>
  <inkml:trace contextRef="#ctx0" brushRef="#br0" timeOffset="1.55019E6">19244 7357 5734,'2'-16'0,"0"4"0,0 22 0,-2 2 0,0 34 0,-1-16 0,0-6 0,1 3 0,-1 6 0,2 2 0,-1-3 0,-1-6 0,1-1 0,0 7 0,-1 4 0,1-4 0,-1-4 0,1-4 0,-1 7 0,1 16 0,-1-39 0,-1-16 0,0-9 0,-1-16-774,1 8 774,-1-5 0,2 6 0,0-1 0,1-14-668,0 12 0,0-1 668,3-10 0,-1 11 0,2-1 0,2-11 0,-1 15 0,0 1-26,4-6 26,1 5 0,1 3 0,1 2 0,6 1 0,-4 7 0,3 2 662,-5 8-662,7 36 0,-12-14 721,-1 6 0,-3 3-721,-18 14 0,3-9-728,-8 3 728,9-21 0,-2-1-228,-5 0 228,4-5 0,-11-1 0,11-10 0,-4-1 0,8-6 0,1-2 0</inkml:trace>
  <inkml:trace contextRef="#ctx0" brushRef="#br0" timeOffset="1.55078E6">19423 7034 5734,'2'47'0,"0"-12"0,1 2 0,-1-8 0,1 1-1404,1 6 0,1-2 1404,3 2 0,0-2-485,7 9 485,-3-12 0,5 5 102,4-10-102,-4-9 0,7 1 0,2-11 0,-7-5 0,6-2 0,-6-7 0,-6 0 1225,1-6-1225,-7-4 1156,-3 4-1156,-3-6 810,-3 6-810,-3 2 0,0-1 0,-3 2 0,-1 2 0,0 2 0,-3 2 0,0 3 0,-1 2 0,0 2 0,-1 3 0,-3 6 0,5-1 0,-2 5 0,9-4 0,0 1 0,3 0 0,1 0 0,2 1 0,7 4 0,1-5 0,6 3 0,7-6 0,13-5 0,-6-3 0,-1-10 0,-2-3 0,-7-2 0,13-14 0,-22 3 0,-4 4-230,-2-6 230,-4 7 0,-3 1 0,-4-11 0,3 12 0,-2-5 0,3 12 0,1 5 0,1 1 0,1 5 230,3 8-230,0 0 0,4 7 0,-1-2 0,2 3 0,0 1 0,1 1 0,1 0 0,4 9 0,-2-7-345,4 5 345,-4-10 0,20 11 0,-13-13 0,14 7 0,-13-16 0,-5-3 0,2-1 0,-4-2 0,-5-1 0,0 0 0</inkml:trace>
  <inkml:trace contextRef="#ctx0" brushRef="#br0" timeOffset="1.55096E6">19875 7598 5734,'13'-26'0,"9"-15"0,-4 10-2284,6-11 2284,-6 13 0,-1 1 698,1 1-698,-1 3 0,0 1 0,5-5 0,-5 7 0,-1 1 0,1 2 0</inkml:trace>
  <inkml:trace contextRef="#ctx0" brushRef="#br0" timeOffset="1.55208E6">20406 7412 5734,'-2'29'0,"1"-6"0,-2 8 0,-1 12 0,1-16 0,1 0 0,-1-1 0,1-7 0,-1 15 0,2-28 0,2-3 0,1-12 0,1-6 0,0 0 0,1-2 0,-1-2 0,4-11 0,2-11 0,1 9 0,0 0 0,4-11 0,-5 19 0,-1 3 0,0 8 0,-1 2 0,1 1 0,4-2 0,-4 6 0,8 5 0,-10 6 0,5 18 0,-9-8 0,1 12 0,-3-5 0,0-3 0,1 4 0,0 3 0,0-6 0,1 7 0,1-11 0,-1-2 0,1-1 0,1 1 0,4-3 0,0-1 0,11-8 0,-8-4 0,6-5 0,-8-1 0,10-23 0,-9 13 0,6-16 0,-10 5 0,-4 10 0,1-8 0,-4 14 0,-1 2 0,-1 1 0,-1 1 0,1 5 0,0-1 0,0 4 0,2 3 0,-1 1 0,1 3 0,-1 4 0,2 1 0,0 4 0,1 9 0,1-5-246,0 8 246,1-8 0,1-1 0,-1 1 0,1-4 0,0-1 0,-1-3 0,1-1 0,1-4 0,-1-1 246,6-4-246,-2-3 0,3-4 0,-1-3 0,3-21 0,0-5 0,-2 4-141,2-6 0,-2 1 141,-6 4 0,-3 10 0,1-2 0,-2 12 0,-1 3 0,0 3 0,1 5 0,0 18 0,1-2 0,0 14 0,2-1 0,-1-6-48,3 7 48,0-10 0,2 8 0,-1-8 0,2 4 0,7-2 0,-8-12 0,8 3 0,-9-16 0,0-2 0,1-1 0</inkml:trace>
  <inkml:trace contextRef="#ctx0" brushRef="#br0" timeOffset="1.55267E6">21002 7417 5734,'-4'21'0,"0"0"0,0 3 0,1-5 0,0 7 0,2 0 0,1-7 0,0 5 0,0-6 0,0-6 0,0 1 0,0-5 0,0-3 0,1-2 0,-1-12 0,0 0 0,0-8 0,0 4 0,1-10 0,0 5 0,1-8 0,0 8 0,1-1 0,4-8 0,4-8 0,-2 11 0,2-1 0,-8 23 0,6 7 0,-4 1 0,9 39 0,-10-22-326,0 1 1,0 0 325,-4-4 0,1 0-195,-1 5 195,0-8 0,0 3 0,0-10 0,0-1 0,0-2 0,1-5 638,-1-1-638,2-6 208,0-3-208,1-1 0,-1-3 0,3-9 0,0 4 0,0-7 0,-1 5 0,1 0 0,1 0 0,-1 1 0,1 0 0,1 2 0,-1 2 0,0 1 0,1 3 0,-1 3 0,2 2 0,7 28 0,-5-9-490,4 23 490,-10-16 0,1 12 0,-1-7 0,1 7 0,-2-13-276,1 6 276,-2-8 0,0 6 0,-1-15 0,-2 1 0,1-8 0,-1-1 0</inkml:trace>
  <inkml:trace contextRef="#ctx0" brushRef="#br0" timeOffset="1.55315E6">21282 7065 5734,'-2'36'0,"0"-1"0,0-9 0,1 4 0,0 1-1851,1 2 1851,0 2 0,1-10 0,0 0 0,1 13 0,1 3 0,1 1 0,0-6 0,-1-5 0,1-3 0,0-9 576,0-3-576,-1-2 303,2-1-303,-2-5 0,1-1 0,-2-9 972,-1-3-972,-1-5 0,-1 0 0,-2-3 0,0-2 0,-3-8 0,3 4 0,-2-4 0,3 2 0,0 5 0,2-1 0,1 6 0,1 2 0,1 0 0,1 2 0,8-3 0,1 7 0,4-1 0,12 29 0,-17-10 0,10 18 0,-16-10 0,-4-6 0,0 6 0,-7 0 0,-5-1 0,-1 0 0,-3-4 0,2-8 0,1-2 0,0-1 0,1-2 0,2-2 0,-2-3 0,5-2 0,-1-3 0,4-3 0,3-2 0,1-1 0,3-2 0,0 0 0</inkml:trace>
  <inkml:trace contextRef="#ctx0" brushRef="#br0" timeOffset="1.55379E6">21452 7644 5734,'30'-3'0,"-2"0"0,-13-3 0,15-12 0,-11 5 0,12-10 0,-10 0 0,2-10 0,-4 6 0,-4-3 0,-13 8 0,-3 9 0,-3-6 0,-2 11 0,-1 0 0,-3 2 0,-1 2 0,-13 4 0,7 2 0,-9 4 0,13 3 0,0 2 0,2 2 0,2 1 0,1 2 0,2 2 0,3 10 0,3-7-332,3 8 332,4-9 0,2-2 0,2 0 0,2-3 0,0-1 0,2-4 0,1-3 0,0-2 0,7-6 0,9-10 0,-6-1 0,2-8 0,-15-1 0,-3-2 0,3-3 0,-4 2 0,-1 0 0,-3-8-90,-3 9 90,0-3 0,-2 9 0,-1 6 0,-3 9 0,0 7 0,-2 9 0,1 11 0,2-4-9,-2 9 9,3-8 0,-2 1 0,2-1 0,-1 8 0,1-8 0,0 3 0,0-12 0,1 3 0,0-8 0,1 1 0,-1-11 0,1-3 431,-1-6-431,0-2 0,-3-15 0,-2-3 0,1-1 0,-1 0 0,0-2 0,2-1-626,3 10 626,0-6 0,22-8 0,-6 21 0,17-13 0,-11 27 0,13 1 0,-7 3 0,8 2 0,-5 6 0,-8-1 0,-1 5 0,-10-4 0</inkml:trace>
  <inkml:trace contextRef="#ctx0" brushRef="#br0" timeOffset="1.55443E6">18616 7819 5734,'12'6'0,"32"1"0,-7-4-1093,-5-3 1,6 0 0,-2 0-15,2-2 0,0 0 1107,-3 1 0,3-1 0,3 0-49,-4 0 0,4 0 1,1 1-1,-1-1 1,-3 0 48,8 1 0,-3 0 0,5-1 0,-6 2 0,5-1 0,3 0 0,0 0 0,-2 1 0,-5 0 0,7 0 0,-4 1 0,1 0 0,-1 0 0,2 0 0,1 1 0,-4-1 0,-1 1 0,-3-1 0,3 1 0,0 0 0,3 0 0,0 0 0,-3-1 0,3 1 0,-2 0 0,1-1 0,-3 1 0,1 0 0,0-1 0,0 0 0,-4 1 0,0-2 0,-1 1 0,-2 0 0,2 0 0,-3-1 0,2 1 0,8-1 0,1 1 0,-3-1 0,-3-1 0,0 0 0,-2 0 0,3 0 0,-3-1 0,5 0 0,-1-1 0,-9 2 0,0-1 0,-3 0 0,-3 0 0,-5 1 0,5-1 0,-6 0 0,10 5 0,-17-2 312,7 6 0,-19-2 0,0 1 1</inkml:trace>
  <inkml:trace contextRef="#ctx0" brushRef="#br0" timeOffset="1.55459E6">22038 8019 5734,'-16'-18'0,"5"6"0,-2-3 0,7 7 0,-2-2 0,1-1 0,-2-2 0</inkml:trace>
  <inkml:trace contextRef="#ctx0" brushRef="#br0" timeOffset="1.56148E6">2099 12698 5734,'8'-2'0,"7"-3"0,-4 3 0,24-6 0,-15 3-850,16-3 850,-10 2-18,2 0 1,5-1 17,-1 0 0,4-1 0,-2 0 0,10-1 0,1-1-766,-9 2 1,0 0 0,-3 0 765,-7 3 0,-1-1 0,5 0 0,3 0 0,-2 0 0,0 0 0,0 0 0,15-3 0,2 2 0,-5 2 0,-2 1 0,-15 2 0,0 0 0,19 0 0,-1 1-737,-9 3 737,7 1 424,-19 0-424,19 1 0,-23-2 173,13 1-173,-25-1 562,-4-1 1,0 0 0,-3-2-1</inkml:trace>
  <inkml:trace contextRef="#ctx0" brushRef="#br0" timeOffset="1.56359E6">2269 15310 5734,'-7'10'0,"1"-1"0,-4 15 0,3-6-894,-3 9 894,1-4 0,-5 16 0,4-8 0,-4 12 0,2 2 0,3-11 0,-2 10 0,2-2 0,2 0 0,3-14 0,0 0 0,-1 8 0,6 6 0,0-29 0,2 3 289,-5-13-289,0-3 37,-2-4 0,3-5 0,2-1 0</inkml:trace>
  <inkml:trace contextRef="#ctx0" brushRef="#br0" timeOffset="1.56384E6">2277 15348 5734,'3'24'0,"4"16"0,-2-9 0,1-5 0,2 3 0,2-1 0,1-1-1273,-2-4 0,0 0 1273,3 2 0,1-2 0,0-1 769,2-2-769,3 5 0,-6-9 413,3 5-413,-2-1 0,-6-8 0,1 9 0,-10-12 0,-3 1 0,-3-6 0</inkml:trace>
  <inkml:trace contextRef="#ctx0" brushRef="#br0" timeOffset="1.56407E6">2146 15668 5734,'17'-9'0,"2"1"0,-5 4 0,12-1 0,-5 0-880,9-1 880,-8 1 0,9-2 0,-8 2 0,1-2 0,0 2 0,-5 0 0,11-1 284,-18 7-284,-3 0 0,1 2 0,-3 0 0</inkml:trace>
  <inkml:trace contextRef="#ctx0" brushRef="#br0" timeOffset="1.56443E6">2607 15786 5734,'1'17'0,"0"-2"0,0 5 0,0-9 0,-1 4 0,-1-9 0,-1-3 0,-3-8 0,1-2 0,-1-9 0,0-13 0,2 10 0,-1-13 0,4 7 0,0 7 0,1-5 0,0 10 0,0 2 0,1 2 0,0-1 0,-1 4 0,1 0 0,2 5 0,1 3 0,2 1 0,0 3 0,5 5 0,-1-1 0,4 4 0,-3-3 0,4 6 0,-2-3 0,2 4 0,-5-6 0,-3 0 0,1 0 0,2 1 0,8 2 0,-4-7 0,5-2 0</inkml:trace>
  <inkml:trace contextRef="#ctx0" brushRef="#br0" timeOffset="1.56485E6">2969 15652 5734,'-6'-23'0,"-1"-1"0,3 14 0,-1-1 0,3 16 0,2 1 0,6 20 0,1-7 0,3 7 0,0 1 0,2 4 0,1 11 0,-1 1-319,-1-2 319,-5-9 0,0 4 0,-1-4 0,1 13 0,-4 3 0,-2-1 0,-3-10 0,1-9 0,-2 0 0,-6 1 0,2-9 0,-5 2 0,2-13 0,-7-1 0,2-7 0,-4-2-11,5-5 11,1-4 0,1-4 0,0-4 0,2-5 0,1-3 0</inkml:trace>
  <inkml:trace contextRef="#ctx0" brushRef="#br0" timeOffset="1.56527E6">3047 15330 5734,'1'18'0,"1"22"0,0-13 0,2 8 0,1 2-2517,1-1 2517,-1-10 0,0 4 0,5 8 0,1-1 0,0-1 0,0 0 0,0-3 0,-2-16 762,-1-2-762,7 1 0,-4-7 408,6-1-408,-4-7 0,1-2 0,0-3 1347,0-3-1347,11-19 0,-10 7-532,7-14 532,-13 13 0,-5 0-78,0 2 78,-3 1 0,-2 1 0,-2 4 0,-1 1 0,-2 4 528,-2 2-528,-1 4 82,-2 4-82,-3 9 0,3 0 0,-1 7 0,6-4 0,2 8 0,3-5 0,2 4 0,4-8 0,1 0 0,2-3 0,7 0 0,-3-4 0,4-1 0,2-14 0,-8-1 0,5-8 0</inkml:trace>
  <inkml:trace contextRef="#ctx0" brushRef="#br0" timeOffset="1.56568E6">2876 15664 5734,'-6'15'0,"2"-4"0,7 10 0,2-11 0,16 8 0,-8-11 0,10 1 0,-2-5 0,-5-2 0,4-2 0,-7-2 0,-1-1 0,0-1 0</inkml:trace>
  <inkml:trace contextRef="#ctx0" brushRef="#br0" timeOffset="1.56659E6">2070 15304 5734,'27'1'0,"10"-1"0,3-1 0,-13 0 0,2 0-1093,13-1 1,6 0 0,-3-1 675,-3 1 0,-2-1 417,-3 1 0,1-1 0,1-1 0,3 1 0,0-2 0,-2 1-541,-8 1 0,-1 0 0,2-1 541,7 0 0,2-1 0,1-1 0,-5 1 0,1-1 0,0 0 0,-4 0 154,10-2 1,1 0-155,-5 1 0,5-2 0,-2 0 0,-7 1 0,-10 2 0,-2 0 0,11-3 0,-6 2 0,-23 4 0,-6 3 0</inkml:trace>
  <inkml:trace contextRef="#ctx0" brushRef="#br0" timeOffset="1.56694E6">2227 16102 5734,'28'3'0,"9"-3"0,3-1 0,-12-1 0,0 0-1093,3 0 1,3 0 0,-2-1 472,1 0 1,-2-1 619,2 0 0,0 0 0,2 0 0,0-1 0,0 1 0,1-1 0,-4 1 0,3-1 0,-2 1 0,4-1 0,0 0 0,10 0 0,0 0-423,-7 1 1,-2 0 422,-11 1 0,1 1 404,4 0 0,-1-1-404,14 1 0,-17 2 0,2 0 0,-16 5 0,-8-2 0,0 3 0</inkml:trace>
  <inkml:trace contextRef="#ctx0" brushRef="#br0" timeOffset="1.56799E6">2144 16663 5734,'-7'10'0,"2"2"0,6 3 0,2 6-1122,0 5 1122,1 4 0,1 3 0,0 2 0,2 12-1244,-1 0 0,1 0 1244,0-1 0,-2-8 0,0-1 342,1 4-342,-3-16 0,-1-1-85,2 14 85,-3-14 0,1 3 0,-3-16 411,-1-4-411,-2-5 2244,-2-7-2244,-5-19 0,1-2-660,-3-16 660,2 3 0,3 1 0,-1-9 0,1 4-1206,2 10 0,0 0 1206,-1-10 0,-2-4 0,4 6 0,3 9 0,2 5-745,2-16 745,-1 18 0,3-1 0,9-14 0,7 15 0,4 1 0,5-6 0,-4 11 0,1 8 0,3 18 795,-8 2-795,11 25 0,-21-11 2541,1 16-2541,-21-7 0,-4 0 0,-2 4-158,-1-2 0,-1-2 158,-3-7 0,-1-1-855,-8 5 855,8-11 0,-6 3 0,-4-10 0,12-8 0,-10 0 0,16-8 0,5-2 0,1-4 0</inkml:trace>
  <inkml:trace contextRef="#ctx0" brushRef="#br0" timeOffset="1.56849E6">2325 16500 5734,'5'13'0,"0"2"0,-1 8 0,0-2 0,1 9 0,3 9-2289,-3-7 2289,2 14 0,-3-13 0,-1 1 0,2 11 0,-3-13 0,0 4 0,0-4 0,0 8 0,-1-9 0,-1-1 0,0 2 404,1-11-404,0 1 436,0-12-436,0-3 0,-1-2 0,0-3 1185,2-13-1185,2-24 0,1-2 264,1-7-264,0 19 0,0 3 0,-1 1 0,5-13 0,-1 18 0,-5 8 0,5-1 0,-4 9 0,0 3 0,10 11 0,-5-4 0,5 10 0,-6-7 0,-1 2 0,1-1 0,0 7 0,-2-6 0,1 6 0,-3-7 0,0-1 0,-1-1 0,-1-1 0,1-2 0,1-2 0,-2-2 0,1-1 0,-1-3 0,1 0 0,1-3 0,2-2 0</inkml:trace>
  <inkml:trace contextRef="#ctx0" brushRef="#br0" timeOffset="1.56889E6">2792 16832 5734,'-10'-9'0,"1"3"0,-6 11 0,5 1 0,-8 4 0,6 4 0,2-2 0,-1 5 0,2 3 0,4-5 0,-2 4 0,4 0 0,1-7 0,0 3 0,2-9 0,1-2 0,0-1 0,2-3 0,1-2 0,5-7 0,5-5 0,-3 1 0,2-2 0,-8 8 0,0-1 0,-2 1 0,0 0 0,-1 1 0,-1 2 0,1 1 0,-1 1 0,0-1 0,0 1 0,0 1 0,0 6 0,0 1 0,3 9 0,-1-2 0,1 5 0,1-3 0,-1 0 0,1 1 0,0-1 0,0-1 0,3 3 0,-2-6 0,1 2 0,-1-8 0,1-3 0,0-4 0,1-3 0,-2-2 0,0-3 0,1-1 0</inkml:trace>
  <inkml:trace contextRef="#ctx0" brushRef="#br0" timeOffset="1.56953E6">2972 16755 5734,'-8'4'0,"0"-1"0,-5 6 0,5-2 0,-10 12 0,12-9 0,-1 17 0,7-13 0,2 8 0,18 16 0,-10-20 0,13 17 0,-13-25 0,-3-4 0,1 1 0,-3-1 0,-1-3 0,-3 4 0,-1-5 0,-2 1 0,-1-1 0,0 0 0,-2 0 0,-3 3 0,3-3 0,-4 1 0,8-2 0,-1-1 0,7 0 0,3-2 0,2-1 0,0-2 0,0 1 0,0-2 0,2 1 0,6-2 0,-3 0 0,4-1 0,-3-1 0,-5 2 0,4-2 0,-6 2 0,2 0 0,14-17 0,-12 12 0,9-13 0,-17 16 0,-2 0 0,-1-1 0,-2 1 0,-3-5 0,0 4 0,-3-2 0,1 4 0,-3 1 0,1 1 0,-7 2 0,6 3 0,-4 3 0,6 3 0,0 1 0,-3 26 0,4-15 0,0 20 0,8-15 0,1-6 0,4 4 0,11 0 0,-5-9 0,22 0 0,-19-11 0,24-12 0,-23 2 0,9-5 0</inkml:trace>
  <inkml:trace contextRef="#ctx0" brushRef="#br0" timeOffset="1.57031E6">2843 17096 5734,'-3'-2'0,"-1"0"0,1 4 0,1-1 0,1 1 0,6-3 0,0-1 0,4-3 0,9-7 0,-6 2 0,9-6 0,-4 2 0,-4 5 0,3-2 0,-5 6 0,-2 2 0,0 0 0,-1 0 0</inkml:trace>
  <inkml:trace contextRef="#ctx0" brushRef="#br0" timeOffset="1.57079E6">2248 17509 5734,'10'-2'0,"33"-8"0,-8 0-1639,8-2 1,4-1 938,-18 4 1,0 1 699,12-3 0,2-1-168,-11 4 1,1 0 0,-1 0 167,6-1 0,2 0 0,3 0 0,5-1 0,-5 1 0,-3 1 0,-1 1-186,-5 1 1,0 0 0,-1 1 185,0 0 0,-1 1 0,-1 0 0,-1 0 0,-1 0 0,-1 0 0,-2 0 0,0 1 28,12-1 1,-1 1-29,5 0 0,-12 2 0,-4 0 0,-11 2 0,-3-3 0,-3-2 0</inkml:trace>
  <inkml:trace contextRef="#ctx0" brushRef="#br0" timeOffset="1.57097E6">3881 17291 5734,'-19'8'0,"3"-2"0,11-4 0,5-5 0,5 0 0,2-3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15T02:24:39.0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18491 1620 5734,'-6'-2'0,"0"1"0,-4 2 0,2 0 0,-7 3 0,0 4 0,1 1 0,-2 6 0,5-3 0,-9 21 0,6-10 0,-7 16 0,9-7-602,4-8 602,0 5 0,5-10-78,4 2 78,2-6 0,3 2 0,4-9 0,9-3 0,-2-5 0,8-2 0,14-21 0,-11 3-776,9-10 776,-19 9 0,-9 6 548,0 0-548,-2 1 76,-2 1-76,2-2 0,-4 5 0,1-1 832,-3 5-832,0 2 0,-1 0 0,-1 2 0,1 2 0,-2 2 0,0 1 0,0 14 0,0-6 0,-1 12 0,2-5 0,1-4 0,0 4 0,3 2 0,-1-9 0,5 11 0,-3-15 0,6 6 0,-4-9 0,7-1 0,-7-3 0,5-4 0,-5-2 0,1-3 0,1-1 0</inkml:trace>
  <inkml:trace contextRef="#ctx0" brushRef="#br0" timeOffset="443">18608 1510 5734,'-3'27'0,"0"-1"0,0 8 0,1-1 0,0 5 0,0 0 0,1-1-2069,1-2 2069,0-9 0,0 0-166,2 15 166,-1-22 508,0 12-508,0-27 0,-1-1 0,2-7 0,-2-17 0,1 3 0,2-13 0,-1-1 0,1 6 269,1 1 0,0 2-269,0 9 674,2 2-674,3-3 0,-1 5 0,1-1 0,7 6 0,-5 4 0,13 9 0,-13-1 0,10 19 0,-13-12 0,3 20 0,-9-18 515,-1 7-515,-4-5 0,-1-6 0,-2 5 0,-6-1 0,5-6 0,-11 10 0,11-14 0,-4 3 0,7-9 0</inkml:trace>
  <inkml:trace contextRef="#ctx0" brushRef="#br0" timeOffset="806">18902 1617 5734,'-1'-5'0,"-2"-1"0,1 1 0,-1 0 0,0 3 0,1 2 0,-3 1 0,-4 11 0,3-4 0,-2 8 0,6 1 0,1-4 0,2 6 0,4 2 0,2-5 0,3 5 0,0-6 0,8 8 0,-7-9 0,6 5 0,-11-11 0,-1-2 0,-2 2 0,-1-4 0,-2 1 0,-4-3 0,1-1 0,-3-1 0,-4-4 0,3 2 0,-4-3 0,5 3 0,1-1 0,0 1 0,2 0 0,-1 0 0,2 1 0,-1 2 0,3 1 0,-1 0 0,3-2 0,2-1 0,1-2 0</inkml:trace>
  <inkml:trace contextRef="#ctx0" brushRef="#br0" timeOffset="1101">19097 1637 5734,'-12'8'0,"1"2"0,-9 27 0,9-16-1003,-7 21 1003,13-26 0,1 13 0,2-12 323,2 9-323,5-12 165,1-5-165,3 0 0,5-8 0,-3-2 515,5-5-515,0-8 0,-4 0 0,1-6 0,-4-4 0,-5 4 0,-1-5 0,-7-6 0,1 13 0,-4-8 0,1 17 0,0 5 0,-2 2 0,-3 7 0,4 0 0,-3 2 0</inkml:trace>
  <inkml:trace contextRef="#ctx0" brushRef="#br0" timeOffset="2008">19201 1788 5734,'12'-16'0,"-1"1"0,3-5 0,7-16 0,-8 11 0,1-6 0,0-1 0,-3 2 0,-1-4 0,-1 0 0,-3 6 0,-3-1 0,-1 1 0,-2 12 0,-2-10 0,1 22 0,0 2 0,-8 6 0,2 1 0,-5 6 0,-1 7 0,3-2 0,-2 8 0,-2 16 0,6-14 0,-4 18 0,7-9-714,1-9 714,2 8 0,3-12-121,2-1 121,1-3 0,5 8 0,-1-11 0,14 8 0,-8-18 0,19-6 0,-18-5 0,9-8 0,-8-3 0,-5 3 0,3-6 0,-4-1 0,-3 5 0,1-4 0,-2-3 0,-4 14 0,0-7 0,-2 17 0,0 1 0,-1 3 705,-1 2-705,-3 17 0,3-7 0,0 9 0,1 2 0,1-5 0,2 2 0,0-1 0,1-7 0,1 3 130,3-5-130,-2-5 0,3 0 0,-1-6 0,0-3 0,2-2 0,1-3 0,0-2 0,1-3 0,0-1 0,-1-4 0,0 0 0,4-9 0,-5 6 0,3-6 0,-3 4 0,-4 6 0,2-3 0,-4 9 0,-1 2 0,1 2 0,0 3 0,-1 3 0,2 3 0,-2 2 0,3 9 0,1 3 0,5 17 0,-3-15 0,4 3 0,-5-18 0,6-3 0,-3-2 0,8-7 0,-7-2 0,3-6 0,-2-12 0,-2-3 0,1-3-691,-1-1 0,-1 0 691,-3 1 0,-3 7 0,0-1 0,1-13 0,-1 13 0,-1 0-20,1-7 20,0-8 0,-2 12 0,1-3 0,-1 12 0,-1 7 0,1 1 0,-2 9 1379,1 4-1379,-2 4 23,1 6-23,0 5 0,0 5-632,-1 4 632,1 5 0,0 3 0,0-7 0,1 0 0,1 15 0,-1-14 0,1 0 0,1-2 0,-1-1 0,2 13-992,1 9 992,-1-18 0,-1-3-256,1-3 256,0-3 0,3 9 0,-3-15 549,0 3-549,-5-16 256,-1-7 1,-1-3 0,0-1-1</inkml:trace>
  <inkml:trace contextRef="#ctx0" brushRef="#br0" timeOffset="2140">19809 1679 5734,'30'-11'0,"-3"1"0,-7 3 0,-2-1 0,2 0 0</inkml:trace>
  <inkml:trace contextRef="#ctx0" brushRef="#br0" timeOffset="2981">20002 1806 5734,'13'-16'0,"-1"1"0,-5 4 0,4-13 0,-5 8 0,2-20 0,-7 22 0,-3-12 0,-1 19 0,-6 1 0,3 9 0,-3 5 0,-6 18 0,8-7 0,-1 6 0,1 2 0,4-2 0,3 2 0,2 0 0,1-5 0,7 9 0,3-15 0,-1-7 0,12-3 0,9-18 0,-5 0-761,6-11 761,-16 4 0,0-2 0,-3-4 0,-1-1 0,4-9 0,-6 7 0,0-2 0,-5 3 0,-1 1 0,2-17 0,-3 17 0,-1-3 0,-2-11 0,-1 2 0,0-3-499,-2 6 1,0 4 498,-2 13 0,-4 1 0,1 8 681,-4 3-681,-4 15 0,3 3 0,-4 10 0,4 1 0,1 1 0,-1 9-237,1-5 1,2 1 236,3-2 0,2-1-232,-1 17 232,2-16 0,1 2 0,3-3 0,0-1 0,3 12 0,4 9-61,-1-19 61,8 5 0,-3-11 0,5 2 0,1-11 0,-3-7 0,4-2 0,-5-6 457,7-11-457,1-9 0,-1-2 1311,-3-2-1311,0-10 0,-9 18 75,3-13-75,-10 21 0,-2 5 0,-1 1 0,-4 11 0,1 0 0,-4 8 0,5-3 0,-1 19 0,2-12 0,1 13 0,3-19 0,0-2 0,3-1 0,-1-4 0,2 1 0,-1-3 0,2-1 0,5-6 0,-2-2 0,4-5 0,-3-1 0,-1-1 0,0 0 0,2-1 0,-1 2 0,6-3 0,-4 6 0,3 0 0,0 11 0,-5 3 0,3 8 0,-6 5-603,-1 5 603,0 7-1112,-1 5 1112,0 4 0,-2-7 0,-1 2 0,-1-8 0,0 0-752,1 10 0,-1-1 752,-1-10 0,0-1 0,-1 1 0,0-1-861,0 23 861,-2-2 0,-3-3 0,-4-3 0,1-16 0,-4 1 0,-15 3 0,-3-2 0,10-6 0,-3-2 0,-18 2 0,-1-8 0,2-13 0,13-1 0,0-3 0,-8-8 0,12-2 0,3-3 0,-5-16 0,10 10 0,1 0 0</inkml:trace>
  <inkml:trace contextRef="#ctx0" brushRef="#br0" timeOffset="3803">21293 1570 5734,'-21'-20'0,"6"7"0,-25-6 0,20 14 0,-24 5 0,27 3 0,-7 4 0,12 6 0,7-1 0,6 25 0,6-16 0,7 8 0,2 0 0,2-1-184,-3-5 1,1 0 183,9 9-755,-6-8 755,3 4-441,-5-6 441,-6-8 0,0 2 0,-20 6 0,2-11 0,-14 9 0,5-15 0,-5 1 0,6-3 241,-3 0-241,6-3 827,5-1-827,-1-8 495,14-4-495,0-5 0,9 0 0,0 3 0,19-16 0,-13 11 0,14-9 0,-13 11 0,-6 6 0,3-2 0,-6 5 0,-3 3 0,-1-1 0,0 4 0,-4 3 0,6 10 0,-4 2 0,2 10 0,0 9 0,-3-5 0,2 11 0,-1-1-796,-1-9 796,1 6-507,1-5 507,-3-8 0,3 2 0,8-8 0,-7-10 0,8-3 753,-10-10-753,0-4 0,-1-13 0,-2 3 166,1-11-166,-3-6-998,0 9 998,-2-9 0,0 14-416,0-4 416,0 9 0,0-1 0,0 11 329,0 4-329,0 3 988,1 5-988,1 4 481,0 5-481,2 9 0,0-2 0,1 7 0,-2-5 0,1-1 0,0 0 0,0-1 0,-1 0 0,1-1 0,-1-3 0,0-2 0,1-4 0,0-2 0,0-3 0</inkml:trace>
  <inkml:trace contextRef="#ctx0" brushRef="#br0" timeOffset="4357">21681 1766 5734,'0'18'0,"-1"0"0,1-2 0,-4 20 0,2-12 0,-1 12 0,3-5 0,1-14 0,1 9 0,-2-15 0,1-3 0,-1-1 0,0-5 0,0-25 0,1 9 0,0-13 0,0-3 0,2 2 0,1-6 0,0 0 0,1 4 0,4-16 0,-3 22 0,-2 8 0,1-1 0,-1 9 0,2 12 0,3 5 0,-2 9 0,1 2 0,-3-3 0,1 1 0,0 1 0,1 8 0,-1-7 0,1 6 0,-1-4 0,-1-6 0,0 2 0,-2-8 0,-1 1 0,1-5 0,-2 1 0,0-5 0,1-1 0,-1-5 0,1-2 0,1-4 0,-1-1 0,1-1 0,0-2 0,0-1 0,1-1 0,-1-1 0,2 0 0,-1 0 0,1 0 0,1 1 0,2-4 0,-1 6 0,2-3 0,-2 8 0,-2 4 0,2 1 0,-2 5 0,1 2 0,0 4 0,0 3 0,-2 2 0,0 3 0,0 2 0,0 2 0,-1 0 0,0 1 0,0 6 0,-1-8 0,4 19 0,-4-24 0,3 9 0,-5-20 0,2-2 0,0-3 0</inkml:trace>
  <inkml:trace contextRef="#ctx0" brushRef="#br0" timeOffset="4945">22041 1720 5734,'0'24'0,"1"-5"0,0 8 0,0 1 0,1 0 0,0 0-709,-1 0 0,0-2 709,1-9 0,-2-2 449,1-1-449,-1-5 234,0-1-234,0-5 0,0-3 0,0-23 0,0 8 444,0-19-444,0 15 0,0-2 0,2-23 0,0 16 0,0-2 0,1 0 0,0 7 0,3-19 0,-3 27 0,2-3 0,-1 11 0,0 6 0,5 11 0,-4 1 0,5 30 0,-6-17 0,1 14 0,1 2 0,-3-2-425,0-8 1,0-1 424,-1-8 266,-2-7-266,0-5 0,0 0 0,-1-8 0,0-3 0,-1-4 0,2-15 0,0 4 642,2-11-642,0 10 0,1-1 0,0 1 0,1 1 0,1 0 0,-1 3 0,1 1 0,-1 3 0,1 1 0,-1 2 0,5 0 0,-2 3 232,4 1-232,-2 5 0,4 5 0,-2 1 0,2 5 0,-1 6 0,-3-5 0,1 8 0,-3-6 0,-2 0 0,0 0 0,0-1 0,-1 0 0,1 5 0,-2-5 0,0 4 0,-2-3 0,-1-5 0,2 1 0,1-7 0</inkml:trace>
  <inkml:trace contextRef="#ctx0" brushRef="#br0" timeOffset="5323">22551 1756 5734,'-16'-6'0,"-7"1"0,8 5 0,-18 6 0,17 1 0,-9 4 0,13 2 0,3-3 0,0 4 0,4 4 0,2-7 0,2 9 0,3-13 0,2 2 0,6-5 0,-1-3 0,14-8 0,-11 0 0,7-7 0,-4 1 0,-4 1 0,2-1 0,-1 0 0,-6 8 0,2 0 0,-6 10 0,0 2 0,1 7 0,-1-3 0,2 5 0,1-1 0,-1-3 0,2 1 0,-1-5 0,9-2 0,-5-4 0,7-3 0,-7-4 0,0-1 0,7-15 0,-7 5 0,6-22 0,-10 11 0,2-9 0</inkml:trace>
  <inkml:trace contextRef="#ctx0" brushRef="#br0" timeOffset="5700">22680 1372 5734,'-3'-13'0,"1"6"0,-6 28 0,5-2-1941,-6 28 1941,6-13 0,1 3 0,1 2-918,1 2 918,0 1 0,1-13 0,0 0 0,1 13 0,-1-16 0,0 1 629,2 17-629,1 0 0,0-8 0,-1-8 0,-3-20 0,-1-5 0,0-5 888,-2-5-888,1-12 0,1 2 0,0-8 0,4-14 0,-1 14 1342,4-13-1342,2 13 0,-1 8 0,3-4 0,2 7 0,-2 5 0,4 0 0,3 7 0,-3 3 0,4 2 0,1 9 0,-8-1 0,4 7 0,-7-4 0,-1 27 0,-7-20-295,-1 18 295,-7-26-30,-3 4 30,0-6 0,-1 3 0,-1-5 0,3-3 0,-3 1 73,-3-9 0,8-2 1,-5-5-1</inkml:trace>
  <inkml:trace contextRef="#ctx0" brushRef="#br0" timeOffset="6106">22938 1409 5734,'1'6'0,"-2"1"0,-1 14 0,-2-2 0,1 4 0,-3 15 0,2-7 0,-2 11 0,4 0-1360,1-10 1360,2 8 0,6-10 0,1 0 0,1-2 0,0 0 0,2-4 322,0-12-322,16 0 0,-8-7 0,12-2 0,-2-12 0,-8-1 0,7-6 0,-2-6 0,-8 2 1038,4-8-1038,-8-13 0,-8 14 0,-5-1 0,-4 2 0,-4 5 0,-23-11 0,13 24 0,-25 12 0,24 7 0,-8 12 0,18 16 0,6 4 0,1-3 0,0 4 0,6 0 0,8-19 0,3-3-2912,5 6 2912,-3-7 0,1-1 0,13-2-560,-7-6 560,8-3 0,-10-10 0,1-3 0</inkml:trace>
  <inkml:trace contextRef="#ctx0" brushRef="#br0" timeOffset="6878">19131 2290 5734,'-21'1'0,"2"-1"0,14 0 0,1 1 0,2-1 0,18 4 0,5-2-656,6-1 1,13 1-1,6-1 1,0 1 0,-7-1 616,0 0 1,-3 0 0,4-1-341,-3 1 1,6 0 0,2 0 0,0 0 0,-2 0 0,-4 0 378,8 0 0,-4-1 0,0 1-25,3 0 1,0 0 0,4 0 24,-9 1 0,4-1 0,1 1 0,-1 0 0,-2 0 0,1 0 0,-1 0 0,-1 0 0,3 0 0,-1 1 0,2-1 0,1 1 0,1 0 0,-1 0 0,0 1 0,2 1 0,-1-1 0,0 1 0,-3 0 0,2-1 0,-2 1 0,-1-1 0,3 1 0,-3 0 0,2 0 0,1 1 0,1-1 0,2 1 0,-5 0 0,4 0 0,0 0 0,2 1 0,-2-1 0,-3 0 0,-3-1 0,5 1 0,-6 0 0,1-1 0,4 1 0,-7-1 0,5 1 0,1 0 0,1 0 0,-2 0 0,-4-1 0,-6 0 0,2 0 0,-5-2 0,1 1 0,3 1 0,1 0 0,1 0 0,-4-1 0,9 2 0,-2-1 0,-3 0 0,2 0 0,-5-1 0,-8-1 0,-3-1 0,10 0 0,1-1 418,-13-8 1,-11-1 0,3-6 0</inkml:trace>
  <inkml:trace contextRef="#ctx0" brushRef="#br0" timeOffset="7293">23230 1628 5734,'-4'-7'0,"0"0"0,3 1 0,1 2 0,1-1 0,4 2 0,0-1 0,12-2 0,18-3 0,-6 3-704,11 1 704,-17 6 0,-1 3 0,14 14 0,-14-3 0,-4 6 0,-2 3 0,-9 1 0,-10 9 0,-4 1 0,-5-5-454,0-4 0,-2-1 454,-1-6 0,-2-1-383,-1 1 383,-1-3 0,1 0 0,4-5 0,1-2 0</inkml:trace>
  <inkml:trace contextRef="#ctx0" brushRef="#br0" timeOffset="7439">23491 2417 5734,'8'15'0,"-1"-4"0,-5-12 0,1-1 0,0-3 0,-1-2 0,0-1 0,-3-2 0,0-3 0,-3 0 0</inkml:trace>
  <inkml:trace contextRef="#ctx0" brushRef="#br0" timeOffset="20547">18597 3242 5734,'-3'5'0,"0"2"0,-2 13 0,1-1 0,-2 12 0,-3 9-2220,3-8 2220,-2 10 0,3 0 0,1-11 0,0 8-229,3-7 229,1-8 405,0 3-405,2-12 0,3-3 0,2-3 0</inkml:trace>
  <inkml:trace contextRef="#ctx0" brushRef="#br0" timeOffset="20930">19180 3268 5734,'-4'13'0,"-1"12"0,0-4 0,-1 11 0,0 5 0,1-9 0,-1 10 0,0 7 0,1-7-211,0 5 211,3-16 0,3-11 0,4-3 0,1-3 0</inkml:trace>
  <inkml:trace contextRef="#ctx0" brushRef="#br0" timeOffset="21294">19648 3310 5734,'-9'35'0,"3"-8"0,-1 8 0,1 0 0,2-9 0,-3 13 0,5-6 0,0-7 0,2-2 0,1-14 0</inkml:trace>
  <inkml:trace contextRef="#ctx0" brushRef="#br0" timeOffset="21599">20022 3417 5734,'-13'36'0,"1"-1"0,0-1-173,3-8 1,3-12 0,2 0 0</inkml:trace>
  <inkml:trace contextRef="#ctx0" brushRef="#br0" timeOffset="21898">20580 3252 5734,'-7'27'0,"0"0"0,1-1 0,0 0 0,-3 12-441,1 2 441,1-10 0,1-1-1919,-5 17 1919,5-16 0,-1 0 0,-4 11 0,2-2 0,-1 0 0</inkml:trace>
  <inkml:trace contextRef="#ctx0" brushRef="#br0" timeOffset="23304">12683 9995 5734,'3'9'0,"1"-1"0,0-5 0,6-2 0,7-2 0,8-2 0,5-2-410,-2-1 0,2 1 1,1-2-1,2 0 1,0 0-1,12-4 0,-1 1 1</inkml:trace>
  <inkml:trace contextRef="#ctx0" brushRef="#br0" timeOffset="25780">21324 5343 5734,'-11'-1'0,"-3"-1"0,6 1 0,-1 0 0,5 0 0,2 2 0,10 2 0,1 0 0,24 4 0,-6-2-489,17 2 489,-14-3 0,1-1-857,-7-1 0,1 0 857,8 0 0,2 0 0,-1 0 0,-1-1 0,-8 0 0,-1 0 0,7 0 0,-1-1-516,-3 0 1,-2 1 515,12-1-31,7 0 31,-13 0 0,-11 0 350,5-1-350,-13 1 1562,-2-1-1562,-4 2 326,-6-1 1,-7 0 0,-3-1 0</inkml:trace>
  <inkml:trace contextRef="#ctx0" brushRef="#br0" timeOffset="26680">21229 5383 5734,'-4'0'0,"1"-1"0,10 1 0,-2 0 0,11 2 0,-3 0 0,4 1 0,22 7 0,-12-4 0,15 5 0,-16-2 0,-2 1 0,4 0-325,-4 0 1,-2-1 324,-6-1 0,-2 1 0,0 4 0,-6-3 0,0 6 0,-11 2 0,-3-1 0,-7 7 0,-12 10 0,4-6-864,-6 5 0,-2 1 864,14-16 0,0 2 0,-8 7 0,-2 5 0,4-4 0,-6 10 0,7-9 0,1 0-762,0 8 762,8-11-478,0 17 478,11-26 0,13 10 0,29-22 0,-8-6 0,2-1 814,-4-1 1,0-1-815,11-5 0,-2-1-439,0-1 439,-16 4 0,1 0 0,19-7-287,-14 5 287,5-1-49,-17 6 1,-3 0 0,-2 1-1</inkml:trace>
  <inkml:trace contextRef="#ctx0" brushRef="#br0" timeOffset="28071">22051 5604 5734,'-4'-1'0,"2"0"0,1 0 0,1 0 0,2-1 0,-2 1 0,0-1 0,-1 0 0,-1 0 0,-1 0 0,1 1 0,0-1 0,1 1 0,1-1 0,0 1 0,0 0 0,2 5 0,0-1 0,8 13 0,-3-7 0,14 18 0,-10-13 0,17 20 0,-11-14 0,9 12 0,-12-15 0,-1-1 0,-6-7 0,-2-3 0,0 1 0,-4-2 0,0 0 0,-3-1 0,0 0 0,-2 1 0,-1-1 0,0 0 0</inkml:trace>
  <inkml:trace contextRef="#ctx0" brushRef="#br0" timeOffset="28255">22005 5816 5734,'19'-37'0,"-1"3"0,-6 14-421,1 3 421,1 1 0,13-8 0,-11 10 0,16-11 0,-21 17 0,5-4 0</inkml:trace>
  <inkml:trace contextRef="#ctx0" brushRef="#br0" timeOffset="28522">22346 5611 5734,'0'7'0,"1"6"0,0-3 0,3 17 0,-1-11 0,6 21 0,0-15 0,2 3 0,-2-11 0,-1-8 0,-3-5 0,-1 0 0,1-2 0,-2-2 0,1-1 0,-1-3 0,-1-1 0,-1-2 0</inkml:trace>
  <inkml:trace contextRef="#ctx0" brushRef="#br0" timeOffset="28663">22360 5555 5734,'8'-3'0</inkml:trace>
  <inkml:trace contextRef="#ctx0" brushRef="#br0" timeOffset="29018">22509 5593 5734,'1'13'0,"-1"0"0,2 10 0,-1-4 0,1 15 0,-1-15 0,1 5 0,2-3 0,-2-9 0,3 5 0,-3-14 0,1-2 0,-1-6 0,2-2 0,4-10 0,-2 3 0,3-7 0,-3 5 0,3-6 0,-2 7 0,5-13 0,-5 17 0,1-3 0,-4 13 0,4 11 0,-2-1 0,10 19 0,-9-13 0,8 26 0,-11-26 0,5 11 0,-6-22 0,1-1 0</inkml:trace>
  <inkml:trace contextRef="#ctx0" brushRef="#br0" timeOffset="29436">22752 5540 5734,'4'-6'0,"3"-4"0,-2 5 0,15-11 0,-10 9 0,9-4 0,-11 8 0,5 0 0,-4 2 0,3 0 0,-6 1 0,1 1 0,-3 1 0,3 4 0,-5 0 0,2 3 0,-2 1 0,-2 2 0,1 3 0,-1 20 0,0-11 0,0 5 0,0 0 0,0-2 0,1 0 0,0 0 0,1-5 0,0 17 0,-1-25 0,0 8 0,-1-11 0,1-2 0,0-2 0,0-4 0,-1 0 0,1-3 0,-1-3 0,0-3 0</inkml:trace>
  <inkml:trace contextRef="#ctx0" brushRef="#br0" timeOffset="29998">21851 5367 5734,'-4'5'0,"0"10"0,2 0 0,-2 11 0,0 3 0,1 1 0,-1 11 0,2-4 0,0 8 0,1-6-1639,1-13 1,0 0 1408,1 20 0,0-2 230,3-9 958,1-3-958,4 7 0,-1-12 614,3 4-614,5-12 0,0-9 0,5-2 0</inkml:trace>
  <inkml:trace contextRef="#ctx0" brushRef="#br0" timeOffset="30368">23201 5265 5734,'1'-13'0,"0"6"0,-1 6 0,-3 9 0,-5 31 0,-2 8 0,6-23 0,0 0-900,-2 9 1,0 5 0,0-5 899,3 14 0,3-5 0,1 1 151,-1-16 0,1 0-151,1 8 0,0 5 0,0-6 0,3 7 0,-1-11 0,-1 0 0</inkml:trace>
  <inkml:trace contextRef="#ctx0" brushRef="#br0" timeOffset="31331">21253 6314 5734,'-2'20'0,"0"0"0,0-2 0,-1-1 0,1-4 0,0-1 0,1-1 0,0-7 0,3-4 0,0-8 0,6-23 0,-2 11 0,1-13 0,0-2 0,-3 9-225,0 0 0,-1 2 225,-1 13 0,-1 2 0,3 1 0,-2 4 0,8 11 0,-4 2 0,2 15 0,-1 2 0,0 2-234,-1-2 1,-1 0 233,-2-2 0,0 0 0,0-2 0,0 6 0,-1-9 0,0 4 0,-1-11 0,3-3 0,-1-3 0</inkml:trace>
  <inkml:trace contextRef="#ctx0" brushRef="#br0" timeOffset="31517">21514 6276 5734,'13'4'0,"1"0"0,-5-1 0,8 3 0,-4-3 0,5 2 0,3 1 0,-9-2 0,5 3 0,-14-4 0,0-1 0</inkml:trace>
  <inkml:trace contextRef="#ctx0" brushRef="#br0" timeOffset="31647">21560 6408 5734,'21'-3'0,"-4"0"0,24-7 0,-20 4 0,16-5 0,-22 5 0,1-1 0</inkml:trace>
  <inkml:trace contextRef="#ctx0" brushRef="#br0" timeOffset="32788">21840 6436 5734,'-5'0'0,"2"-1"0,2 0 0,1 0 0,0-1 0,-1 0 0,1 1 0,0-1 0,2-3 0,1 0 0,2-7 0,-1 2 0,3-4 0,2-4 0,-2 4 0,3-4 0,-3 5 0,11-13 0,-8 13 0,6-10 0,-9 16 0,3-1 0,-4 5 0,2 2 0,-2 10 0,-2 2 0,2 15 0,-2-6 0,1 9 0,1 3 0,0-7 0,1 6 0,6 1 0,-5-14 0,9 8 0,-8-19 0,3-3 0,0-8 0,-2-3 0,2-6 0,0-16 0,-6 8 0,-1-15 0,-1-2 0,-4 8-357,0 1 1,-1 1 356,-2 13 0,1 3 0,0 2 0,1 2 0,1 1 0,-3 1 0,-1 3 178,0-2 0,3 3 0,1-3 1</inkml:trace>
  <inkml:trace contextRef="#ctx0" brushRef="#br0" timeOffset="33597">21491 5058 5734,'-3'-4'0,"-3"-16"0,4 9 0,-1-14 0,3 12 0,1-1 0,2 0 0,0-1 0,1 2 0,0 0 0,0-1 0,-1 4 0,1 0 0,-2 5 0,4 1 0,-1 5 0,3 2 0,-1 4 0,2 4 0,6 7 0,-3-4 0,5 6 0,2-3 0,-4-5 0,5 2 0,3-7 0,-4-5 0,7-3 0,-1-9 0,-6-1 0,3-6 0,-7-4 0,-6 4 0,-1-5 0,-6 5 0,-2 5 0,-2 1 0,-2 7 0,-1 4 0,0 1 0</inkml:trace>
  <inkml:trace contextRef="#ctx0" brushRef="#br0" timeOffset="34230">21720 6502 5734,'2'-4'0,"-1"1"0,6 1 0,-1 0 0,5 1 0,-2 0 0,10-4 0,-8 2 0,7-2 0,-9 1 0,-3 2 0,-2-1 0,-1 1 0</inkml:trace>
  <inkml:trace contextRef="#ctx0" brushRef="#br0" timeOffset="35231">21037 7162 5734,'-4'0'0,"1"0"0,12 0 0,-1-1 0,9 0 0,5-2 0,-3 0 0,8-1 0,1-1 0,-8 1 0,5-2 0,-8 1 0,-5 1 0,1 0 0,-8 3 0,-1 3 0,-4 0 0,-1 2 0</inkml:trace>
  <inkml:trace contextRef="#ctx0" brushRef="#br0" timeOffset="35417">21037 7312 5734,'6'3'0,"8"0"0,-2-2 0,19 2 0,-14-3 0,10 1 0,-3-1 0,-5 0 0,6 0 0,-4 0 0,-5 0 0,1 0 0,-5-1 0,1 0 0</inkml:trace>
  <inkml:trace contextRef="#ctx0" brushRef="#br0" timeOffset="39641">19095 9551 5734,'3'-2'0,"0"-1"0,2 1 0,-1 0 0,6-1 0,-3 2 0,4-1 0,-3 1 0,5-1 0,-4 1 0,4-2 0,-7 2 0,1 0 0,-5 2 0,-1 0 0,-2 1 0,2-1 0,-1 1 0</inkml:trace>
  <inkml:trace contextRef="#ctx0" brushRef="#br0" timeOffset="39814">19248 9459 5734,'-5'15'0,"2"-2"0,1 4 0,2 9 0,1-10 0,-1 14 0,1-17 0,-1 2 0,-1-3 0,1-5 0,-1 1 0</inkml:trace>
  <inkml:trace contextRef="#ctx0" brushRef="#br0" timeOffset="40175">18660 9606 5734,'7'0'0,"0"0"0,5 0 0,-3-1 0,9-1 0,-8 1 0,4-3 0</inkml:trace>
  <inkml:trace contextRef="#ctx0" brushRef="#br0" timeOffset="40564">18805 9484 5734,'4'-4'0,"0"1"0,2 1 0,-2 1 0,8-1 0,-5 0 0,4 1 0,-1-1 0,-2 0 0,0 1 0,1 4 0,-4 0 0,1 3 0,-5 1 0,-1 1 0,-2 2 0,-4 8 0,-1-4 0,-1 5 0,1-5 0,-2 10 0,6-5 0,2 2 0,8-10 0,3-6 0,5-3 0,5-5 0,4-3 0</inkml:trace>
  <inkml:trace contextRef="#ctx0" brushRef="#br0" timeOffset="41104">19996 9459 5734,'1'11'0,"1"0"0,-2-3 0,2 12 0,-2-7 0,5 16 0,-2-17 0,5 14 0,-4-17 0,4 4 0,-2-9 0</inkml:trace>
  <inkml:trace contextRef="#ctx0" brushRef="#br0" timeOffset="41580">20264 9513 5734,'5'-2'0,"5"-2"0,9-3 0,-3 2 0,6-2 0,-11 6 0,9 1 0,-9 3 0,6 2 0,-12 6 0,-3-1 0,-4 12 0,-6 0 0,-2 1 0,-3 6 0,6-13 0,-2 3 0,6-4 0,2-4 0,2 0 0,12-7 0,-1-4 0,8-2 0,7-7 0,-5 0-131,6-3 0,-7 0 0,0 0 0</inkml:trace>
  <inkml:trace contextRef="#ctx0" brushRef="#br0" timeOffset="49676">21703 6884 5734,'-4'-2'0,"2"1"0,0 1 0,1 0 0,0 4 0,1 2 0,-1 19 0,0-6 0,-1 24 0,0-17-593,1 8 593,-1-9 0,2 10 0,-1-9 0,0 21 0,1-25-265,-1 15 265,1-24 0,0 2 0,-2-4 0,-1-4 0,0 0 0,-1-6 0</inkml:trace>
  <inkml:trace contextRef="#ctx0" brushRef="#br0" timeOffset="50031">21925 6955 5734,'3'13'0,"-1"-1"0,-1 6 0,0-4 0,3 22 0,-2-16 0,2 13 0,-1-9 0,-2-6 0,1 4 0,-1-3 0,1-6 0,-1 2 0,-1-6 0,0-3 0,-3-1 0,1-4 0,-2-3 0,0-2 0</inkml:trace>
  <inkml:trace contextRef="#ctx0" brushRef="#br0" timeOffset="50202">21849 7065 5734,'7'-3'0,"2"1"0,1-1 0,21-2 0,-9 1 0,15-3 0,-5 0 0,-9 2-97,7-2 1,-11 2 0,0-1-1</inkml:trace>
  <inkml:trace contextRef="#ctx0" brushRef="#br0" timeOffset="50372">22203 6942 5734,'1'8'0,"1"3"0,-2-3 0,3 10 0,-2-7 0,2 9 0,-2-8 0,0 2 0,0-4 0</inkml:trace>
  <inkml:trace contextRef="#ctx0" brushRef="#br0" timeOffset="50964">22146 6901 5734,'3'5'0,"5"15"0,-3-6 0,5 23 0,-4-13-737,1 9 737,-2-9 0,2 21 0,-3-16 0,2 13 0,-4-22 0,-1-2 179,1-1-179,-1 1 0,1-6 0,-3 5 0,0-12 0,-3 1 139,1-8 1,2-2-1,1-4 1</inkml:trace>
  <inkml:trace contextRef="#ctx0" brushRef="#br0" timeOffset="51280">22539 6848 5734,'4'8'0,"-1"2"0,-2 10 0,-1-2 0,2 25 0,-1-19 0,0 2 0,1 1 0,-1-5 0,1 11 0,-1-14 0,-2-5 0,-1 2 0,-4-5 0,0-3 0,-3 0 0,1-5 0,1-2 0</inkml:trace>
  <inkml:trace contextRef="#ctx0" brushRef="#br0" timeOffset="51431">22441 6986 5734,'7'1'0,"10"1"0,-2-2 0,25-1 0,-16-1-718,13-1 718,-16 0 0,-1 0 0,1-2 0</inkml:trace>
  <inkml:trace contextRef="#ctx0" brushRef="#br0" timeOffset="51682">22896 6855 5734,'0'6'0,"1"3"0,0 9 0,-1-1 0,0 9 0,-1 8 0,0-7 0,0 11 0,0-1-1071,1-9 1071,-1 7-310,0-5 310,0-9-141,-2 5 141,1-11 0,1-2 0,0-2 0</inkml:trace>
  <inkml:trace contextRef="#ctx0" brushRef="#br0" timeOffset="52120">23186 6848 5734,'0'25'0,"0"-1"0,-1 21 0,0-21 0,0 1 0,0 2 0,0 6-890,0-7 0,0-1 890,2 0 0,0-3 556,0-2-556,3 4 0,-2-9 292,2 3-292,-1-8 0,-2-5 0,0 1 932,-4-9-932,-1-1 0,-3-5 0,1-1 0</inkml:trace>
  <inkml:trace contextRef="#ctx0" brushRef="#br0" timeOffset="52269">23139 7051 5734,'36'-3'0,"-1"0"0,2-3 0,-7 2 0,7-4 0</inkml:trace>
  <inkml:trace contextRef="#ctx0" brushRef="#br0" timeOffset="52549">23631 6773 5734,'-7'14'0,"-1"11"0,5-5 0,-3 10 0,1 7 0,2-8 0,0 2 0,2-1 0,-1 1 0,2 15 0,1-19 0,0-8 0,1 3 0,-2-5 0,0-8 0,1 0 0,1-9 0</inkml:trace>
  <inkml:trace contextRef="#ctx0" brushRef="#br0" timeOffset="60066">23973 6821 5734,'-4'-4'0,"2"2"0,1 6 0,0 1 0,1 4 0,-1 0 0,1 2 0,-2 9 0,1-4 0,-2 8 0,0 1 0,0-5 0,-1 6 0,2 0 0,-1-7 0,1 5 0,-1-3 0,2-7 0,0 3 0,1-3 0,0-5 0,-1 4 0,0-7 0,0 1 0,-2-4 0,0-3 0,-2-1 0</inkml:trace>
  <inkml:trace contextRef="#ctx0" brushRef="#br0" timeOffset="60238">23851 7022 5734,'11'0'0,"8"1"0,-2-1 0,6 2 0,5 2 0,-7-2 0,7 2 0,-7-3 0</inkml:trace>
  <inkml:trace contextRef="#ctx0" brushRef="#br0" timeOffset="60498">24390 6834 5734,'-3'19'0,"1"1"0,-1 1-708,1 2 708,0 1 0,2 0 0,-2 11 0,2-8 230,-1 6-230,0 0 0,0-9 0,-2 6 0,-1-6 0,-1-6 0,-3 1 0,2-8 0</inkml:trace>
  <inkml:trace contextRef="#ctx0" brushRef="#br0" timeOffset="61389">21150 7706 5734,'13'-3'0,"1"-1"0,15-1 0,-8 1 0,3 0 0,2 1 0,13-3 0,-14 3 0,-1-1-790,14-1 790,-12 1 0,-9 1 191,-2 1-191,5-1 0,-9 2 0,4-2 0,-15 3 0,-1 0 149,-4 1 1,-3 2 0,-1 0 0</inkml:trace>
  <inkml:trace contextRef="#ctx0" brushRef="#br0" timeOffset="61616">21215 7866 5734,'6'2'0,"1"-2"0,-1-1 0,3-1 0,8-2 0,-3 1 0,6 0 0,2-1 0,-6 2 0,6-1 0,5 3 0,-11 1 0,9 0 0,-14 0 0,-1-1 0,0 0 0</inkml:trace>
  <inkml:trace contextRef="#ctx0" brushRef="#br0" timeOffset="62167">21913 7651 5734,'-1'-5'0,"-3"4"0,1 3 0,-4 5 0,-1 9 0,0-4 0,-7 18 0,8-13 0,-2 8 0,9 5 0,2-16 0,3 12 0,2-18 0,9 2 0,-2-3 0,7 2 0,5 0 0,-7-2 0,8 2 0,-7 1 0,-5-2 0,5 6 0,-12-4 0,0 2 0,-5-1 0,-4 6 0,-3-3 0,-3 6 0,-8-2 0,2-4 0,-5 2 0,-3-6 0,3-4 0,-5 0 0,-2-10 0,7-4 0,-4-4 0</inkml:trace>
  <inkml:trace contextRef="#ctx0" brushRef="#br0" timeOffset="62348">21900 7621 5734,'19'0'0,"11"0"0,-5 0 0,9 0 0,4 1 0,-10-2 0,19 0 0,-18-2-143,-1-1 1,-9-2 0,-9 1 0</inkml:trace>
  <inkml:trace contextRef="#ctx0" brushRef="#br0" timeOffset="69603">22972 7557 5734,'-5'5'0,"-1"2"0,-2 1 0,-8 10 0,0-1 0,-3 3 0,-3 2 0,5-5 0,-1 0-833,-3 3 0,0 1 833,-11 11 0,11-10 389,0 0-389,5-3 0,0-1 0,-2 4 0,-11 16 0,20-23 0,-4 12 0,10-15 0,-1 6 0,6-10 0,2 0 0,2 0 0,1 2 1277,2-1-1277,1 1 0,2 0 0,2-1 0,0 0 0,2 1 0,-1-2 0,9 2 0,-7-3 0,6 1 0,-8-5 0,-1 0 0,-1-2 0,0 2 0,-1-1 0,0 1 0,-6 0 0,0-1 0,-4 0 0,0-2 0,0 0 0</inkml:trace>
  <inkml:trace contextRef="#ctx0" brushRef="#br0" timeOffset="70550">23311 8011 5734,'-3'-10'0,"0"-1"0,2-4 0,1 2 0,0-6 0,9-17 0,-3 16-349,6-16 349,-4 21 0,0 2-75,5-5 75,-2 6 0,2-3 0,0 4 0,-3 5 0,26 13 0,-21 0-305,18 13 305,-22-7 0,7 7 0,-4-6 0,4 4 0,2-3 0,-4-6 0,6 1 0,7-11 0,-5-2 0,11-6 0,0-9 0,-9 2 0,5-7 0,-10-5 0,-7 7 0,0-8 0,-11 2 0,-2 6 0,-3-3 0,-17-11 0,6 20 0,-13-14 0</inkml:trace>
  <inkml:trace contextRef="#ctx0" brushRef="#br0" timeOffset="73198">18477 2468 5734,'5'0'0,"-1"-1"0,-1 1 0,2 0 0,-1 0 0,5 0 0,-3-1 0,3 0 0,1 1 0,-4 0 0,9-1 0,-8 0 0,5 0 0,-1-1 0,-1 1 0,5-1 0,4-1 0,-3 1 0,8 0 0,10 0 0,-3 1-750,17 0 750,-12 1 0,2 0-1266,-6 0 1,1 0 1265,-3 0 0,1-1 0,7 2 0,2 0 0,8 0 0,4 1 0,1-1 0,-2 1 0,-7 0-577,-2-1 1,-5 1 0,0-1 0,5 1 576,-1 0 0,5 0 0,4 0 0,0 0 0,-1 0 0,-4 1 0,-5-1-50,10 1 1,-7 0 0,0 1 49,4 0 0,-1 0 0,1 0 0,-11-1 0,0 0 0,0 0 0,0-1 0,1 1 0,-1 0 0,1-1 0,0 1 0,0-1 0,0 1 0,0-1 0,0 0 0</inkml:trace>
  <inkml:trace contextRef="#ctx0" brushRef="#br0" timeOffset="96399">10700 3949 5734,'-4'1'0,"1"-2"0,2 0 0,1-2 0,1 0 0,0 8 0,0-4 0,-3 7 0,2-5 0,-2 9 0,2-3 0,0 8 0,0-3 0,0 4 0,0 1-309,0 3 309,-1 1 0,0 3-614,0 1 614,-1 2 0,2 12 0,-1 1 0,0-1 0,1 0 0,0-2 0,2-7 0,-1-10 0,1 4 0,-1-13 0,2 1 0,-2-5 0,1 0 290,1-6-290,-2-3 158,1-3 0,-2-3 0,1-3 1</inkml:trace>
  <inkml:trace contextRef="#ctx0" brushRef="#br0" timeOffset="96767">11001 4415 5734,'0'14'0,"0"0"0,-1-3 0,0 1 0,-1 1 0,-6 13 0,3-9 0,-6 11 0,-3-2 0,5-10 0,-6 8 0,7-14 0,1 1 0,-1-3 0,4-3 0,-1-2 0</inkml:trace>
  <inkml:trace contextRef="#ctx0" brushRef="#br0" timeOffset="98187">11740 3960 5734,'4'6'0,"1"6"0,-3-2 0,3 6 0,0 7 0,-2-5 0,2 7 0,1 9 0,-2-11 0,3 20 0,-5-22 0,1 5 0,0 6 0,0-12 0,1 16 0,-1-22 0,-1 3 0,-4-2 0,1-9 0,-3 2 0,3-11 0,0-1 0</inkml:trace>
  <inkml:trace contextRef="#ctx0" brushRef="#br0" timeOffset="98626">11953 4102 5734,'2'30'0,"-1"1"0,1-1 0,0 0 0,0-2 0,-1-12 0,0-2 0,0-2 0,0-1 0,1-3 0,-1-1 0,0-4 0,0-3 0,-2-13 0,1 2 0,-2-10 0,0 5 0,1-9 0,1 5 0,0-8 0,5-8 0,-1 14 0,7-20 0,-6 28 0,3-4 0,0 12 0,-2 5 0,3 1 0,-2 5 0,1 3 0,0 1 0,1 3 0,-1 1 0,1 2 0,-1 1 0,-1 0 0,0 1 0,-1-1 0,0 0 0,-3 0 0,0 0 0,-3-2 0,-2 8 0,1-10 0,-2 5 0</inkml:trace>
  <inkml:trace contextRef="#ctx0" brushRef="#br0" timeOffset="98885">12244 3761 5734,'-1'47'0,"1"-13"0,-1-3 0,0 5 0,0-3-511,0-8 1,0 2 510,0 12 0,0 7 0,0-6 0,0-11 0,0-1 0,-1 11 0,0 6 0,0-7 0,1-14 0,0 0 0,-1 25 0,0-3 0,1-12 0,-1-4 0,1-2 0,-1-10 0,-2 3 82,0-18 0,1-5 0,-1-5 1</inkml:trace>
  <inkml:trace contextRef="#ctx0" brushRef="#br0" timeOffset="99549">12918 3756 5734,'-4'5'0,"0"1"0,-4 3 0,1-1 0,-21 16 0,9-9-340,-15 12 340,15-12 0,0 0-1221,-13 10 1221,11-9 0,-2 3 0,-3 3 0,-3 3 0,4-3 0,6-4 0,0-1 0,-19 16 0,4-2 0,18-14-239,-2 2 239,7-6 0,0 2 0,5-6 216,3-2-216,0 0 1302,8 2-1302,4-1 282,5 3-282,1-4 0,0-2 0,2 1 0,3 1 0,22 8 0,-14-5-659,1-1 1,-1 1 658,0 0 0,8 2-728,-4 0 728,-9-3 0,4 1 0,-1 2 0,-12-6 0,9 4 0,-16-8 1209,0 1-1209,-7-2 0,-1 0 0</inkml:trace>
  <inkml:trace contextRef="#ctx0" brushRef="#br0" timeOffset="99882">12464 4431 5734,'2'6'0,"13"6"0,-4-6 0,11 5 0,-6-5 0,1 0 0,21 7 0,-12-5 0,15 5 0,-9-4 0,-8-2 0,22 5 0,-19-6-344,5 2 344,-16-7 85,-7-2-85,-1-3 0,-1-3 0,0-1 0</inkml:trace>
  <inkml:trace contextRef="#ctx0" brushRef="#br0" timeOffset="100649">13020 4092 5734,'0'-3'0,"1"-1"0,3 1 0,7-3 0,-1-1 0,5-2 0,5 0 0,-3 2 0,5-1 0,0 2 0,-6 2 0,4-1 0,12 10 0,-18-1 0,12 6 0,-23 6 0,-4-2 0,-2 7 0,-10 8 0,2-6 0,-6 9 0,1-1 0,-1 5 0,3-7-230,3-2 230,8-16 0,2 1 0,2-3 0,3 0 0,8-3 0,0-2 0,7-1 0,23-3 0,-13-1-598,1-2 0,2 0 598,1-2 0,11-3 0,-2-1 0,-12 2 0,6-2 0,-12 1 0,-9 1 0,0-2 0</inkml:trace>
  <inkml:trace contextRef="#ctx0" brushRef="#br0" timeOffset="132948">9983 7627 5734,'-4'-3'0,"2"0"0,-2 5 0,3-1 0,0 2 0,1-2 0,1 0 0,1-1 0,-1 1 0,1 0 0,0 1 0,1 0 0,13 3 0,-4-3 0,12 2 0,7-2 0,-5-1-783,12 1 783,-9-1 0,0 1 0,3-2 0,14 0 0,-10 0-1059,12-2 1059,-17 1 0,0 1-472,-4 0 472,-1 1 0,-4 1 0,11 1 0,-15-2 0,8 2 0,-16-2 655,-1 0-655,-1 1 1083,-1-1-1083,4-1 576,-3 1-576,4-2 0,-4 0 0,-1-1 0,0 0 0,-1-4 0,-3 0 0,0-4 0,-3 1 0</inkml:trace>
  <inkml:trace contextRef="#ctx0" brushRef="#br0" timeOffset="133913">9970 7611 5734,'5'3'0,"-2"-1"0,1-2 0,-1 0 0,6 2 0,-4 0 0,7 2 0,6 3 0,-4 0 0,10 4 0,-12-5 0,4 3 0,-1 3 0,-3-2 0,3 4 0,-4-4 0,0 0 0,-2 0 0,8 10 0,-7-6 0,7 11 0,-11-12 0,1 3 0,-4-5 0,-2 0 0,-2 2 0,-4 1 0,-8 11 0,0-4-767,-7 9 767,2-8 0,-1 0 0,-2 1 0,1-1 0,0 0 0,-7 7 0,8-9 0,-9 12 0,13-15 0,-3 6 0,3-2 0,1-1 0,-3 10 0,8-14 0,4 3 0,8-14 0,4 2 0,11 0 0,-2-3 767,11 0-767,8-1 0,-6-2 0,12 0 0,-13-1 0,0-1 0,8 0-196,-8 0 1,-1-1 195,0 1 0,15-1 0,-17 0 0,9 0 0,-22 0 0,-2 1 0,-3-2 0,-1 0 0,-2 0 0,-3 0 0,1 0 0</inkml:trace>
  <inkml:trace contextRef="#ctx0" brushRef="#br0" timeOffset="136981">10629 7836 5734,'0'5'0,"2"-1"0,5 5 0,-1-2 0,4 5 0,2 2 0,-3-3 0,15 17 0,-11-12 0,3 3 0,-1 0 0,-2-2 0,13 17 0,-17-22 0,3 5 0,-6-9 0,-2-3 0,-1 0 0,-2-3 0,-2 0 0,0-2 0</inkml:trace>
  <inkml:trace contextRef="#ctx0" brushRef="#br0" timeOffset="137154">10731 7972 5734,'15'-11'0,"0"1"0,5-2 0,-6 4 0,3-2 0</inkml:trace>
  <inkml:trace contextRef="#ctx0" brushRef="#br0" timeOffset="137421">10874 7937 5734,'-5'19'0,"1"6"0,3-10 0,1 6 0,1 0 0,1-5 0,0 4 0,4 0 0,-3-9 0,8 6 0,-6-13 0,8-4 0,-6-4 0,4-3 0</inkml:trace>
  <inkml:trace contextRef="#ctx0" brushRef="#br0" timeOffset="138383">10724 7927 5734,'-16'20'0,"2"-1"0,4-6 0,1 0 0,1-1 0,0 1 0,-4 7 0,6-11 0,-2 4 0,9-13 0,1-2 0</inkml:trace>
  <inkml:trace contextRef="#ctx0" brushRef="#br0" timeOffset="139093">10965 7947 5734,'-4'24'0,"2"-1"0,0-1 0,1-5 0,1 3 0,-4-3 0,2-6 0,-3 3 0,2-5 0,2-3 0,-2 2 0,2-6 0,0-1 0,1-13 0,-1 3 0,1-8 0,0 4 0,0 2 0,6-25 0,-3 20 0,6-14 0,-2 21 0,-2 4 0,3 0 0,-1 4 0,0 2 0,13 11 0,-11-4 0,10 9 0,-14-8 0,0 0 0,1 7 0,-2-5 0,1 5 0,-3-1 0,0-5 0,-1 2 0,-1-3 0,-1-4 0,1 2 0,-2-4 0,1 0 0,0-2 0,-1-1 0,2-1 0</inkml:trace>
  <inkml:trace contextRef="#ctx0" brushRef="#br0" timeOffset="139486">11157 7892 5734,'9'7'0,"-2"-2"0,3 0 0,2-1 0,-2-2 0,10-1 0,-9 0 0,3-2 0,-6 0 0,-4 0 0,1 0 0,-3 0 0,-1 2 0,-3 3 0,-2 3 0,-2 3 0,-1 2 0,1 4 0,1-3 0,-3 18 0,6-15 0,-1 9 0,2-7 0,0 5 0,0-4 0,-2 1 0,1-11 0,-1 1 0,0-3 0,0 0 0,0-2 0,1-3 0,-2 0 0,-3-4 0,1 0 0,-3-3 0</inkml:trace>
  <inkml:trace contextRef="#ctx0" brushRef="#br0" timeOffset="140123">11463 8083 5734,'6'0'0,"0"-1"0,7-4 0,-3 2 0,5-4 0,0-3 0,-3 3 0,9-9 0,-12 7 0,7-5 0,-12 8 0,1 0 0,-4 2 0,-3-1 0,-1 3 0,-3-1 0,-1 3 0,0 1 0,-1 1 0,-9 8 0,7-3 0,-7 7 0,3 12 0,7-11 0,-4 13 0,11-16 0,0-1 0,5 3 0,0-3 0,15 5 0,-7-10 0,30-2 0,-24-6 0,13-4 0,-20-1 0,-1-3 0,2-1 0</inkml:trace>
  <inkml:trace contextRef="#ctx0" brushRef="#br0" timeOffset="140383">11715 7794 5734,'5'1'0,"0"0"0,7 0 0,-2 0 0,7 0 0,3 1 0,-4 0 0,5 0 0,-3-1 0,-5 0 0,1 0 0,-8-1 0,1-2 0,-1 0 0</inkml:trace>
  <inkml:trace contextRef="#ctx0" brushRef="#br0" timeOffset="140711">12008 7705 5734,'4'10'0,"3"11"0,-2-8 0,2 10 0,-2-1 0,-1-5 0,-1 7 0,-2-2 0,-2-5 0,-3 4 0,-3-3 0,1-5 0,-4 2 0,-3-4 0,3-5 0,-4 0 0,-5-8 0,5-2 0,-6-4 0,8-2 0,0 0 0</inkml:trace>
  <inkml:trace contextRef="#ctx0" brushRef="#br0" timeOffset="140850">12008 7554 5734,'5'1'0,"2"0"0,-1 1 0,1-1 0</inkml:trace>
  <inkml:trace contextRef="#ctx0" brushRef="#br0" timeOffset="141302">12163 7663 5734,'-5'15'0,"1"0"0,1-5 0,-1 11 0,2-9 0,-2 6 0,4-8 0,-1-4 0,1 1 0,1-3 0,0-1 0,6-4 0,-4-2 0,5-2 0,0-4 0,-2 3 0,1-3 0,-1 1 0,-3 3 0,1-1 0,-3 2 0,0 4 0,0 5 0,0 0 0,3 24 0,-1-17 0,3 14 0,-2-19 0,3-1 0,-1-3 0,4 0 0,3-6 0,-2-1 0,2-5 0,0-5 0,-1-6 0,-1-1 0,-3-1 0,-5 6 0,0 1 0,-1-4 0,-1 6 0,0-2 0,-1 7 0,0 2 0,-1 1 0,1 0 0,-1 2 0,1 0 0,0 0 0,0 0 0</inkml:trace>
  <inkml:trace contextRef="#ctx0" brushRef="#br0" timeOffset="141649">12423 7638 5734,'0'17'0,"1"2"0,1-1 0,0-2 0,1-1 0,-2-5 0,0 3 0,-1-6 0,0 2 0,0-6 0,0-3 0,3-4 0,-2-1 0,3-10 0,-2 5 0,1-3 0,2 0 0,-1 4 0,2-2 0,2 4 0,-2 2 0,3 1 0,1 8 0,0 0 0,3 6 0,4 8 0,-4-3 0,4 6 0,0 14 0,-9-18 0,2 13 0</inkml:trace>
  <inkml:trace contextRef="#ctx0" brushRef="#br0" timeOffset="142595">10002 8402 5734,'-1'14'0,"1"1"0,1 3 0,0-2 0,1 5 0,-1 6 0,0-7 0,0 4 0,-1-13 0,0-5 0,0 0 0,0-3 0,0-2 0,0-5 0,0-13 0,0 3 0,0-14 0,1 13 0,0-3 0,1 3 0,0 4 0,1 0 0,1 2 0,-2 5 0,2-1 0,-2 6 0,2 2 0,1 4 0,4 9 0,-2 2 0,1 2 0,-3-3 0,0-3 0,-1-3 0,0 1 0,-2-5 0,-1-1 0,1 0 0,1-2 0,0-1 0</inkml:trace>
  <inkml:trace contextRef="#ctx0" brushRef="#br0" timeOffset="142955">10223 8501 5734,'12'-1'0,"-1"-1"0,7-1 0,-7 1 0,11-2 0,-15 3 0,5-1 0,-10 1 0,0 1 0</inkml:trace>
  <inkml:trace contextRef="#ctx0" brushRef="#br0" timeOffset="143118">10207 8558 5734,'11'4'0,"4"-2"0,-2-1 0,2-1 0,9-2 0,-10 2 0,10 0 0,-15 0 0,1 2 0</inkml:trace>
  <inkml:trace contextRef="#ctx0" brushRef="#br0" timeOffset="143572">10615 8540 5734,'4'1'0,"1"1"0,-2-2 0,0 1 0,1-1 0,-1 0 0</inkml:trace>
  <inkml:trace contextRef="#ctx0" brushRef="#br0" timeOffset="144140">10469 8530 5734,'-12'1'0,"0"1"0,3 0 0,0-1 0,-5 1 0,5-1 0,-7 1 0,11-2 0,-2 1 0,7-2 0,7 0 0,5 0 0,3-1 0,0 2 0,-5-1 0,-1 1 0,1 0 0,6 2 0,-6-2 0,12 2 0,-13-2 0,6 0 0,-7 0 0</inkml:trace>
  <inkml:trace contextRef="#ctx0" brushRef="#br0" timeOffset="144614">10715 8577 5734,'-9'-1'0,"-1"-2"0,6 0 0,-3-8 0,6 5 0,0-5 0,3 5 0,1 1 0,-1 0 0,2 1 0,-2 0 0,2 1 0,1 1 0,-1 1 0,5 7 0,-5-1 0,4 17 0,-6-10 0,3 20 0,-3-17 0,3 8 0,1-10 0,-2-5 0,10 2 0,-6-8 0,16-10 0,-12 0 0,14-15 0,-10 1 0,0 1-203,-4 0 203,-5 8 0,-2 1 0,-1 0 0,-2 1 0,-2 1 0,-2 2 0,-3 1 0,0 0 0,0 0 0</inkml:trace>
  <inkml:trace contextRef="#ctx0" brushRef="#br0" timeOffset="145578">10350 7370 5734,'19'-36'0,"-2"6"0,-12 21 0,2-2 0,-2 5 0,1 0 0,-3 6 0,0 3 0,1 2 0,6 13 0,-3-4 0,5 11 0,-4-3 0,0-4 0,6 15 0,-6-18 0,5 10 0,-8-16 0,1-1 0,-2-6 0,2-5 0,-1 0 0,1-5 0,-2 0 0,-1-2 0,0-1 0,-1 0 0,0-4 0,-1 5 0,-1-2 0,0 4 0,-1 3 0,-2-1 0,0 2 0,-2 0 0</inkml:trace>
  <inkml:trace contextRef="#ctx0" brushRef="#br0" timeOffset="174750">18255 2576 5734,'-25'-5'0,"10"2"0,-5-2 0,12 3 0,2 0 0,-3-1 0,5 0 0,-4-1 0,6 3 0,-1 0 0,0 2 0,1-1 0,-2 2 0,3 3 0,1 0 0,1 6 0,1 7 0,0-2 0,3 28 0,-3-16-322,4 19 322,-4-23 0,0 1-708,1 18 708,-1-14 0,0 3-1233,0 9 1,0 0 1232,-1-7 0,1 2 0,-1 2 0,1 8 0,0 0 0,-1-5-745,1-7 0,-1-4 1,0 3 744,0 4 0,1 4 0,0 0 0,-1-5-3,1 6 1,0 1 2,0-7 0,1 5 0,0 3 0,-1-1 0,1-5 0,-1 2 0,0-4 0,1 4 0,-1-1 0,1 4 0,0 1 0,0-2 0,0-5 0,0 8 0,0-2 0,0-1 0,0 1 0,-1-1 0,1-9 0,-1-1 0,0 1 0,0 8 0,1 2 0,-1 0 0,-1 1 0,1-1 0,-1-1 0,0-8 0,-1-2 0,1 2 0,0 9 0,-1 2 0,1-2 0,-1 2 0,-1 2 0,0-7 0,0 5 0,0 0 0,0-3 0,0-4 0,0-3 0,0 2 0,-1 4 0,1 4 0,-1-1 0,1-5 0,-1 6 0,0-3 0,1-1 0,-1 1 0,1-1 0,-1 7 0,0-1 0,1-6 0,0 1 0,0-2 0,0 3 0,0-1 0,-1 0 0,1 0 0,0-1 0,0 1 0,-1-1 0,1 0 0,0-1 0,0 2 0,0-5 0,-1 3 0,1-2 0,0 6 0,-1 0 0,1-8 0,0 2 0,-1 0 0,1-1 0,0 0 0,0-2 0,0 7 0,0 0 0,0-7 0,1 2 0,-1-2 0,0 2 0,1-1 0,-1 0 0,1 0 0,0-1 0,-1 0 0,1 0 0,0 0 0,1-2 0,-1 1 0,0 13 0,1 1 0,0-14 0,0 3 0,0-2 0,-1 7 0,1 2 0,-1-1 0,1-7 0,-1 9 0,1-1 0,-1-4 0,1 6 0,-1-1 0,1-8 0,-1-6 0,0-2 0,-1 5 0,0 5 0,1-4 0,-1 0 0,1-1 0,-1 0 0,0 2 0,0-2 0,0 5 0,0-3 0,1-8 0,-1-1 0,1 8 0,-1 1 0,1 8 0,0-2 0,1-15 0,-1 0 0,0 15 0,1-2 0,0 3 0,-1-13 0,1 1 0,-1 15 0,-1-17 0,0 2 39,-1 8 0,0-2-39,1-13 0,-1 1 0,0 11 0,-1 1 0,1-9 0,0-1 0,-3 13 0,2-14 0,1-1 0,-3 9 0,2-1 1506,0-1-1506,1 0 0,-2-1 0,-1 11 0,0-11 0,-1 9 0,2-15 0,1 0 565,0-2-565,1-3 0,-1 6 0,2-8 0,-1 9 0,0 1 0,0-4 0,1 1 0,0-1 0,1-9 0,0 10 0,0-6 0,1 7 0,0 1 0,0-6 0,1 6 0,1 18 0,-2-23 1421,1 21-1421,0-15 0,-2-9 1063,0 11-1063,-1-1 0,-1-6 818,1 9-818,-2 2 0,2-9 283,-1 8-283,1-11 0,0-2 0,2-2 0,0 0 0,1 2 0,-1-5 0,1 0 0,0-2 0,-1-6 0,1 2 0,-1-5 0,0 0 0,0 0 0,-1 1 0,3 3 0,1 0 0,2-1 0,4 1 0,-2-4 0,3 1 0,0-2 0,0-1 0,1 0 0,2-1 0,7 0 0,-5 0 0,6-1 0,0 1 0,20 4 0,-12-2-659,12 3 659,-21-4 0,-1 2 0,2-1 0,14 2 0,-6-1-338,13 0 338,-17-2 0,0 1-1358,17 0 1358,-13-1 0,1 0 0,17 1 0,-9-2 0,1 1 0,-8-1 0,0-1 0,12 1 0,0 0 0,-11 0 0,-1 0 0,1-1 0,1 1-698,0-1 1,1 1 697,0 0 0,1-1 0,-2 1 0,3-1 0,-2 1 0,6 0 0,0 0-639,-5-1 0,2 0 0,-3 1 639,5-1 0,-3 0 0,2-1 0,-1 1-34,1-1 1,-1-1 33,-1 1 0,0 0 0,0 0 0,-1 0 0,-2-1 0,2 1 0,11-1 0,-1 1 0,-12 0 0,1 0 0,0 0 0,3 1 0,-4-1 0,-4 1 0,-2 0 0,7 0 0,0 1 0,-4 0 0,-2 1 0,15-1 228,-16 1 1,-2-1-229,10 0-167,-1-1 167,0-1 632,-10-2 0,1 0-632,14-2 0,-16 2 0,3-2 0,15-4 0,-1 0 0,5-3 0,2 1 0,-2 0 0,-12 2 0,7-1 0,-17 5 0,-1-1 1269,-1 2-1269,0-1 0,9 0 0,-6 2 0,1-1 0,0 0 0,1-1 1172,15-3-1172,-12 2 0,-7 1 995,4 0-995,-3-1 0,-7 1 0,3-2 744,-4 1-744,-6 2 0,2-1 0,-4 1 0,-3 2 0,-1-1 0,-2 2 0,-1-1 0,0 1 0,-1-1 0,0-5 0,-1-1 0,2-3 0,-2 0 0,3 2 0,1-4 0,-1 2 0,2-5 0,-3 8 0,1-2 0,-1 1 0,1-1 0,-1 1 0,0-1 0,1 6 0,-1 0 0,0-2 0,0 2 0,-1-1 0,0 2 0,0 1 0,0-1 0,0 2 0,0-1 0,0 1 0,0-1 0,0 1 0,0-2 0,1 0 0,0-2 0,0-1 0,0-1 0,1-1 0,0-1 0,-1-3 0,0-1 0,-1-2 0,1-11 0,-2 5 0,1-8 0,0-1 0,0-5-820,1 1 1,-1-11 0,1-2 0,-1 8 761,0 4 1,0 1 57,1-1 0,-1-4 0,1-2 0,-1 4-964,-2-13 1,1 5 963,0 15 0,-1-1-208,0-16 1,0-1 207,0 9 0,0 1 0,1 8 0,0-1 0,-1-9 0,0-4 0,0 4 0,1-4 0,-1 4 0,1-2 0,0 0 0,-1-2 0,1-3 0,-1 4 0,1 4 0,1 0 0,-1 2 0,0-3 0,1 2 0,-1-7 0,0 0 0,0 7 0,1-2 0,-1 3 0,1-2 0,-1 1 0,1 4 0,-1-2 0,0 2 0,0-4 0,0 0 0,0-10 0,0 1 0,-1 16 0,1 1 0,0 2 0,-1-1 0,0 2 0,0 0 0,0 1 0,0-1 0,-1-9 0,0-1 0,1 10 0,0-1 0,-1-8 0,1 1 0,0 10 0,0 1 0,-2-12 0,1-1 0,0 9 0,1 0 0,-2-9 0,0-1 0,1 0 0,-1 1 0,1 7 0,0 1 0,0-9 0,-1 1 0,2 10 0,-1 2 0,1 0 0,-1 0 629,1 2 0,0-3-629,-2-13 0,-1-6 0,1 3 0,-1 1 0,1 0-27,-1-1 0,0-2 1,1 4 26,-1 9 0,1 2 0,0-2 0,1 1-235,-1 6 0,1 0 235,0-6 0,-1-3 0,1-1 0,-1 1 0,1 6 0,0 0 0,-1-7 0,0-4 0,0 0 0,-1-4 0,1 4 0,0 5 0,0-1-96,0-4 0,-1-4 0,2 6 96,-3-10 0,1-1-210,2 15 0,-1 0 210,1 7 0,0 1 200,0-8 1,-1 0-201,1-2 0,-1 2 0,2 6 0,-1 0 0,0-7 0,0-2 0,0-1 0,1 1-104,0 7 0,0 0 104,0-8 0,0-2 0,0 5 0,0-3 0,0 4 0,0-1 0,0-2 0,-1-7 0,-1-5 0,1 6 0,-1 7 0,1 3 0,-2-11 0,0-2 0,0-2 0,-1 1 0,2 9 0,0-1-65,0 5 1,0-1 0,0 1 64,0-4 0,0 1 0,0-2 0,0 1 0,0-1 0,1-1 0,-1 1 0,0-1 0,1 0 0,0 0 0,0 1 0,-1-3 0,1 5 0,0-2 0,0-3 0,-1 3 0,-1-3 0,0 0 0,1 1 0,-1-4 0,0 1 0,-1-3 0,0 5 0,-1-5 0,-1 0 0,1 2 0,0 6 0,-2-7 0,0 2 0,-1-1 0,-1-3 0,2 5 0,0 11 0,2 2 0,-2 1 0,1 1 0,0 2 0,0 1 0,-7-18 3,1 6-3,2 4 0,1 5 1802,-2-1-1802,4 11 352,0 1 1,5 13 0,2 2 0</inkml:trace>
  <inkml:trace contextRef="#ctx0" brushRef="#br0" timeOffset="175782">18714 9796 5734,'0'20'0,"-5"23"0,-1-15-388,-1 3 1,0 3 387,0-4 0,-1-1-1056,1 2 1,-1 0 1055,0 1 0,1-2 0,-5 16 80,1 0-80,3-13 0,1 0 0,2-8 0,0-1-484,-2 7 1,1-1 483,-1 8 0,-1 7 0,3-13-72,0 3 72,2-16 1486,0-2-1486,2-4 587,-2-1-587,3-2 1266,-1-2-1266,1-2 506,0-1-506,0 0 0,0-2 0,0 0 0,1-1 0,-1-1 0,0-4 0,-5-1 0,-1-3 0,-1 3 0,2 1 0</inkml:trace>
  <inkml:trace contextRef="#ctx0" brushRef="#br0" timeOffset="176151">18353 10603 5734,'6'-3'0,"1"0"0,1 3 0,0-1 0,5 3 0,-2-1 0,11 7 0,-9-3 0,6 3 0,-3 1 0,-2 0 0,1-1 0,-6-3 0,-1 0 0,-4-1 0,1 2 0,-3-3 0,-3-1 0,0 0 0,-2 0 0,1-1 0,0-1 0</inkml:trace>
  <inkml:trace contextRef="#ctx0" brushRef="#br0" timeOffset="176684">17952 10945 5734,'13'-2'0,"-1"1"0,6-1 0,7 0 0,-5 0 0,6 0 0,-2 0 0,-6 1 0,4-1 0,-5 2 0,-7 0 0,1 1 0,-7 0 0,1-1 0,0 0 0</inkml:trace>
  <inkml:trace contextRef="#ctx0" brushRef="#br0" timeOffset="176959">18347 10826 5734,'0'-4'0,"0"1"0,-3 15 0,1-3 0,-2 12 0,-1 10 0,2-10 0,-1 3 0,1 0 0,-1-3 0,-1 16 0,3-21 0,0 4 0,-5-4 0,4-6 0,-5 1 0,6-7 0,0-1 0</inkml:trace>
  <inkml:trace contextRef="#ctx0" brushRef="#br0" timeOffset="177273">18274 10794 5734,'6'-8'0,"2"0"0,-2 3 0,2 2 0,3 8 0,-2 2 0,3 6 0,1 9 0,-3-4 0,3 9 0,7 12 0,-6-14 0,0-3 0,-1 0 0,1-5 0,3 4 0,-2-7 0,-4-6 0,1 0 0,4-17 0,-8 1 0,4-10 0,-9 3 0,-2-1 0,-1-9 0,0 6 0,-1-5 0,1 3 0,0 6 0,0 0 0,0 6 0,-3 5 0,1 3 0,-2 4 0,1 4 0,2 2 0</inkml:trace>
  <inkml:trace contextRef="#ctx0" brushRef="#br0" timeOffset="177468">18630 11026 5734,'5'10'0,"-1"-1"0,5 29 0,-5-22 0,2 20 0,-4-27 0,-1 2 0,0-4 0,1 0 0,-1-4 0</inkml:trace>
  <inkml:trace contextRef="#ctx0" brushRef="#br0" timeOffset="178297">20456 9785 5734,'0'-3'0,"9"13"0,-3 0 0,9 13-991,-5-3 991,0 4 0,8 16 0,-5-7 0,2 6 0,0 0 0,1 3 0,-1-4 0,4 7 0,-2-7 0,-7-15 0,0-2-655,10 23 0,-1-5 655,-7-17 52,5 8-52,-8-13 0,3 4 0,-8-12 417,-1-3-417,-1 0 1264,-1-4-1264,-1 0 568,1 1-568,0 0 0,1 3 0,-1 0 0,1 4 0,-1-1 0,1 0 0,-1 0 0,0 0 0,0-1 0,1-1 0</inkml:trace>
  <inkml:trace contextRef="#ctx0" brushRef="#br0" timeOffset="178901">20678 10485 5734,'0'-12'0,"0"-1"0,0 7 0,0 1 0,1 4 0,9 5 0,-2 2 0,19 16 0,-12-9 0,10 10 0,-3-5 0,-6-3 0,13 10 0,-14-14 0,4 3 0,-7-10 0,-4-4 0,3-2 0,4-26 0,-7 2 0,3-13 0,-11 12 0,-3 1 0,-1 8 0,-2-3 0,-3 2 0,4 8 0,-3-4 0,6 11 0,1 3 0,1 4 0</inkml:trace>
  <inkml:trace contextRef="#ctx0" brushRef="#br0" timeOffset="179320">21172 10581 5734,'-1'8'0,"0"0"0,2 4 0,-2 6 0,0-1 0,0 7 0,-3 17 0,2-14 0,-1 3 0,0-1 0,-1-5 0,-1 17 0,3-27 0,-1 4 0,2-13 0,-1 0 0,-1-4 0,-3-5 0,1 0 0,-2-5 0,4 2 0</inkml:trace>
  <inkml:trace contextRef="#ctx0" brushRef="#br0" timeOffset="179701">21125 10585 5734,'0'-9'0,"1"3"0,-1-1 0,2 3 0,-1-1 0,0 2 0,0 1 0,0-1 0,0 3 0,9 10 0,17 16 0,-4-1 0,2 2 0,-2 1 0,-2-1-728,0 0 0,-1-1 728,-1 0 0,5 5 0,0-1 0,-7-12 0,8 1 0,-11-18 0,9-24 0,-13 4 0,2-11 0,-2-1 0,-6-2-463,0 7 0,-2 0 463,-3-2 0,-1 1-299,-1 3 299,-1 1 0,-3-3 0,2 8 1178,-5-10-1178,5 17 0,-3-1 0,5 13 1030,-2 3-1030,3 7 0,0 1 0,2 1 0</inkml:trace>
  <inkml:trace contextRef="#ctx0" brushRef="#br0" timeOffset="180046">21591 10748 5734,'1'4'0,"1"3"0,0 12 0,-1-1-843,1 11 843,-3-6 0,0 4 0,-2 14 0,0-9 273,-1 9-273,0-3 0,3-11 139,-1 3-139,1-12 0,1-15 0,-1-3 0</inkml:trace>
  <inkml:trace contextRef="#ctx0" brushRef="#br0" timeOffset="249334">1983 6804 5734,'1'9'0,"0"3"0,1 2 0,1 20 0,0-10 0,-1 2-303,1 0 0,-1 2 303,1 16 0,1 0-384,-2-15 0,0 2 384,0 3 0,0 5 0,-1 2 0,1-4-1469,0 7 1,0-1 1468,-1 3 0,1 4 0,0-1 0,-1-4 0,0 0 0,0-2-475,0-7 1,0-1 0,0 2 474,-1-3 0,1 3 0,0 0 0,-1 0 0,0 1 0,0 1 0,0-1 0,0-2 0,0 2 0,0-2 0,-1 4 0,1 2 0,0 4 0,0 3 0,0-3 0,0-5 0,-1-3 0,1-5 0,1 5 0,-1 2 0,0 5 0,0 2 0,1-1 0,-1-5 0,1 3 0,0-5 0,1 2 0,-1 6 0,0 1 0,0-4 0,1 2 0,-1-5 0,1 4 0,-1-22 234,0-5-234,0-3 2348,1-5-2348,-2-3 1327,0-4-1327,-5-12 0,0-7 0,-3-9 0</inkml:trace>
  <inkml:trace contextRef="#ctx0" brushRef="#br0" timeOffset="250549">2168 6983 5734,'-4'2'0,"1"1"0,2-2 0,1 1 0,3 1 0,1 0 0,4 2 0,8 5 0,0-3 0,7 3 0,2 1 0,7 0-325,-6-2 1,3 0 324,0-1 0,1-2-463,-6-1 0,3 0 463,3 0 0,4 1 0,0-1-936,-1-1 1,-1 0-1,1-1 936,0 1 0,1-1 0,0 1 0,2-2 0,-1 1 0,-1-1-676,7 0 0,-1 0 676,4-1 0,0 0 0,1-1 0,3 0 0,-12-1 0,3-1 0,0 1 0,-1-1 0,3 0 0,-1-1 0,1 1 0,0-1 0,2 0 0,0 0 0,-2 0 0,0 0 0,-1-1 0,2 1 0,2-1 0,3-1 0,1 1 0,-2 0 0,-10 1 0,-2 0 0,1 0 0,4 0 0,0-1 0,4 1 0,3-1 0,1 0 0,0 0 0,-1 0 0,-3 0 0,3 1 0,-1 0 0,-2-1 0,0 1 0,2 0 0,-1 0 0,1-1 0,1 1 0,0-1 0,-2 1 0,-2 0 0,9 0 0,-3 0 0,-1 0 0,-4 1 0,2 0 0,-4 0 0,0 0 0,0 0 0,-1 0 0,1 0 0,-2 0 0,1 0 0,-1 1 0,-2 0 0,0 0 0,0 0 0,-1 0 0,-1 0 0,1 1 0,11-1 0,2 1 0,-2 0 0,-12 0 0,-1 0 0,2 0 0,8 0 0,1 0 0,-2 0 0,0-1 0,-2 1 0,1-1 0,-1 0 0,-2-1 0,-1 1 0,0-1 0,0 0 0,-2 0 0,-1-1 0,0 1 0,-1-1 0,-2 0 0,1 0 0,-3 0 0,1-1 0,-2 1 0,-1 0 0,-1-1 0,0 1 0,-1-1 0,0 1 124,-2 0 1,1 0-125,17-2 0,2-1 0,-18 3 0,2 0 0,12-2 0,5 0 0,-6 0 665,-11 2 1,0-1-666,13 0 0,6-1 0,-5 1-35,-12 1 1,-1 0 34,15-1 0,4-1 0,-13 3 0,2-1 0,-5 1 0,-2 0 0,-2 0 0,5 0 0,2 0 0,-5 0 554,7 0-554,-3 0 0,12 1 0,-13 0 0,8 1 0,-16 1 0,13 1 0,1 0 0,-6 1 0,4-1 0,-3 0 0,-18 0-188,15 2 188,-9 0 0,13 1 0,-2 0 0,-6-1 400,10 2-400,-10-3 0,0 1 0,7 1 416,-2 0 1,0 0-417,-4 0 0,6 2 174,-2-2-174,-8-1 158,6 0-158,-12-1 0,1-2 0,-4 0 0,3 1 1184,-5-1-1184,3 2 764,-7-2-764,-2 0 344,-1-1-344,-3 0 0,0 0 0,0 0 0,-1 0 0,1 0 0,-2 0 0,0 0 0,1 1 0,-2 1 0,1 0 0,-1 8 0,0-2 0,0 9 0,-1 0 0,-1 21 0,-1-3-764,1-9 1,-1 0 763,-2 19 0,1-20 0,0 0-804,0 2 0,0 1 804,-1 1 0,-1 2 0,0 0 0,-1 4 0,1-3 0,-3 8 0,1 0-762,0-3 1,0 1 0,1-2 761,-2 6 0,1-1 0,1 2 0,0 1-158,0-1 1,1 3 157,1-4 0,1 3 0,1-2 0,1-9 0,0-2 0,0 1 0,1 9 0,-1 1 0,2 1 0,0-2 0,2-1 0,-1-1 0,1 7 0,1-1 0,-1-7 0,0 1 0,0-1 0,1-1 0,1 0 0,-1-3 0,1 6 0,-1 0 0,0-7 0,1 1 0,-1-1 0,1-1 0,-1 0 0,1 11 0,-1 1 0,0-12 0,0 0 0,0 8 0,-1-1 0,0-15 0,-1 2 0,0 14 0,0 6 0,0-4 0,0-9 0,0 0 0,0 5 0,0 4 0,0-9 0,0-5 0,0-15 675,1 0-675,0-5 2406,0-6-2406,-1-8 0,-10-28 0,-5 8 0,3 3 0,-2-1 0,-10-8 0</inkml:trace>
  <inkml:trace contextRef="#ctx0" brushRef="#br0" timeOffset="251417">2375 9547 5734,'26'-4'0,"0"0"0,4-1 0,4-1 0,2 2-1425,5-2 1425,-4 3 0,1 1-465,-8 0 1,4 0 464,4 1 0,8 0 0,1 0 0,-5 1-334,-7-1 0,-3 1 0,8 0 334,-8 0 0,7 0 0,4 1 0,3-1 0,3 0 0,0 1 0,0-1 0,-2 0 0,-4 1 0,-5-1-456,6 0 0,-6 0 0,-1 1 0,1-1 0,6 0 456,-4 1 0,4-1 0,4 1 0,1-1 0,0 1 0,0-1 0,-2 1 0,-3-1 0,-5 0-25,11 1 1,-7-1-1,0 0 1,4 0 24,-9 1 0,3-1 0,2 0 0,0 1 0,0-1 0,-1 1 0,-1-1 0,7 0 0,-2 1 0,-1-1 0,1 1 0,3-1 0,-7 1 0,2-1 0,0 1 0,1 0 0,1-1 0,1 1 0,2 0 0,-8 0 0,3 0 0,1 1 0,1-1 0,0 0 0,1 1 0,-2-1 0,0 1 0,-2-1 0,-2 1 0,9 0 0,-2 0 0,-3-1 0,1 1 0,1 0 0,4 0 0,-10 0 0,2 0 0,2 0 0,1 0 0,1 0 0,-1 0 0,1 0 0,-1 0 0,-2 0 0,-2 1 0,9 0 0,-2 0 0,0 1 0,-2-1 0,0 1 0,-2-1 0,0 1 0,-2-1 0,-1 1 0,-1-1 0,-1 0 0,1 0 0,2 1 0,1 0 0,2-1 0,1 1 0,0 0 0,-1 0 0,-2 0 0,-2 0 0,2 0 0,-3 0 0,-1 0 0,-1 0 0,0 0 0,10 1 0,-1 0 0,-1 0 0,1 0 0,-4 0 0,-1 0 0,1-1 0,3 2 0,-4-1 0,4 0 0,1 1 0,1 0 0,-3 0 0,-4-1 0,1 0 0,-4 0 0,-1 0 0,5 0 0,2 1 0,5 0 0,3 1 0,-2-1 0,-4 0 0,-8-1 0,8 2 0,-5-1 0,-3-1 0,3 0 0,-7 0 0,11 1 0,-19-2 0,-8-7 1041,-22-1-1041,-13-6 0,-21 0 0,6 0 0,-15-2 0,13 1 0</inkml:trace>
  <inkml:trace contextRef="#ctx0" brushRef="#br0" timeOffset="1.49659E6">9204 9673 5734,'-7'-1'0,"-8"-1"0,5 0 0,-20-4 0,14 2 0,-10-3 0,2 0 0,-6-2 0,0 1-663,-2-1 663,8 3 0,-13-1 0,7 2 0,-11-1 0,-2 1 0,8 1-1032,-10 0 1032,13 1 0,-1-1 0,0 1 0,-1-1 0,0 0 0,-1 0 0,0-1 0,9 0 0,0 1 0,-13-3 0,13 1 0,0 1 0,-10-4 0,10 2 0,1 0 0,-16-4 0,15 4 0,1-1 0,-11-1 0,-1-2 0,1 2 0,12 2 0,-3 1-45,1 0 1,-2 0 44,-5 0 0,-4-1 0,4 2 0,1-1 0,0 2-271,-10-2 1,0 1 270,14 2 0,4 2-423,-16-3 423,15 2 0,-1 0 0,0 1 0,2-1 0,-16-1 0,15 1 0,1 0 905,-11 0-905,-2 0 0,-2 1 0,10 1 0,1 0-194,-12 0 0,1 0 194,8 1 0,3 0-227,-6 1 227,-10-1 0,13 0 0,-11-1 0,9 0 0,-8-2 0,13 0 0,1-2 993,-1 0-993,-11-2 0,9 1 0,-8-3 0,0 1-815,9 2 815,-9-2 0,12 1-21,-1 1 21,1 1 0,-13-5 0,8 3 39,-9-2-39,13 3 0,0 0-395,1 1 395,0 0 0,0 1 312,-7 1 1,-3-1-313,9 3 0,0-1 0,-9-1 0,0 1-115,-5 1 115,20 1 0,0 0 589,0 1-589,2-1 0,-2 0 0,2 0 0,-8 1 0,6 0 468,-5-1-468,2 1 0,7-1 0,-5 0 0,0-1 0,5 0 0,-5 0 0,1 1 0,3 0 0,-4 1 0,5-1 0,0 1 0,-1 0 0,0 0 0,0 1 0,-6 1 0,5-2 0,-4 2 0,9-2 169,-1 1-169,2-1 721,-6 1-721,5-1 200,-4 0-200,6-1 0,1 0 0,0 0 0,0 1 0,-1-2 0,-4 1 0,3-1 0,-8 0 0,8 0 0,-9 0 0,3 1 0,-1 0 0,1 1 0,6-2 0,2 2 0,-1-2 0,-9 2 0,6-1 0,-14 1 0,14-1 0,-3 1 0,-6 0 0,10 0 0,-7 0 0,11-1 0,1 0 0,-1 1 0,1 0 0,1-1 0,-2 2 0,1-1 0,-1 1 0,0 0 0,0 0 0,0 1 0,0 0 0,1-1 0,0 1 0,1 0 0,-4 1 0,3-1 0,-1 3 0,2-3 0,-3 5 0,3-2 0,-11 12 0,9-7 0,-15 17 0,14-15 0,-5 10 0,3-1 0,0 5 0,2-3 0,0 2 0,-3 11-263,5-13 0,2 0 263,-1 5 0,2-7 0,1 2 0,-4 12-618,3-12 0,1 0 618,-3 10 0,0 0-868,1 0 868,0 0 0,0-1 0,1 1 0,1-1 0,1-9 0,1 0 0,-2 12 0,2-12 0,0-1 0,0 9 0,1-9 0,0 0 0,0 14 0,1-13 0,0-1 0,0 11 0,-1 1 0,1-9 0,0 1 0,-1 16 0,1-15 0,0 1 0,1 0 0,-1 1 0,-1 14 0,1 2 0,-1 1 0,1-1 0,1-14 0,1 4 0,-1-5 0,2 9 0,0-10 0,0-1 0,3 8-603,-2-11 603,3 6 379,-3-10-379,1-2 0,0 0 0,3 9 0,-3-7 793,3 5-793,-3-9 0,0-2 933,7 19-933,-3-10 0,2 8 0,-3-12 0,-3-11 784,0 4-784,-1-7 0,-1-1 0,1 0 344,-1-1-344,1-1 0,-1-1 0,7 5 0,-4-4 0,6 5 0,-1-1 0,-2-2 0,5 1 0,-4-2 0,8 2 0,-5-3 0,13 5 0,-9-4 0,5 2 0,12 1 0,-12-3 0,21 4 0,-22-6-263,7 2 263,-8-3 0,-1 0 0,0-1 0,0 0 0,-1-1-48,1 2 48,0 0 0,0-2 0,1 1 0,1 0 0,0-1 0,22-1 0,-12-1 0,1-1 0,-4 1 0,-1 0-510,5-1 0,-3-1 510,-1 1 0,-1 0 235,3-1-235,3-1 0,2-1 0,4 0 0,0-1 0,2 0 0,-14 3 0,-2 0-800,18-1 800,2 0 0,-23 3-158,-1 0 158,0 0 0,0 0 0,0 1 0,-1 0 0,10-1 0,-7 1 0,7-1 0,-9 1 0,-1 0 0,1 0 0,8-1 0,-7 0 938,5-1-938,0 1 0,-7 1 0,6 1 0,-8 1 0,1 0 0,-1 0 0,1 0 0,-1 0 0,7 0 0,-5 1 0,5 0 0,-8-1 0,0 1 0,0-2 0,26 5 0,-22-3 639,20 4-639,-27-3 0,0-1 188,0 0-188,0 1 0,1-1 0,1 1 0,0-2 0,0 0 289,0 0-289,13 0 0,-10 0 0,11 1 0,-14 0 0,6 0 0,-6 0 0,11 2 0,-12-3 0,6 2 0,-2 0 0,-2-1 0,4 0 0,-6 0 0,0-1 0,1 1 0,0-1 0,1 1 0,-1-1 0,0 1 0,0-1 0,0 1 0,-1 0 0,1 1 0,6 1 0,-4-1 0,4 0 0,-5-2 0,1-1 0,-1 1 0,15 1 0,-11-1-235,12 0 235,-16-2 0,0 0 0,25 2 0,-19 0 0,19 1 0,-19-2 0,-5-1 0,7 1 0,0-1 0,-5 1 0,12 1 0,-13 0 0,6 0 0,-9 0 0,1-2 235,-1 1-235,0-1 0,0 0 0,-1 1 0,1 0 0,-1-1 0,1 1 0,0-1 0,1 1 0,1-1 0,0 1 0,9-1 0,-6 0-273,6 0 273,-7 0 0,1 0 0,-1 0 0,2 0 0,0 0 0,11-1 0,-7 0 0,4 0 0,1-1 0,2 0 0,7 0 0,1 0 0,-3 0 0,-8 1 0,1 0 0,-6 0 0,0 0 0,3-1 0,1-1 0,10 0 0,0-1-432,-8 0 1,1 0 431,11-3 0,-2 1-845,-14 1 0,-2 1 845,10-2 0,-1 0 0,14-1 0,-23 3 0,0 0 0,0 0 0,0 1-533,1-1 0,-1 1 533,1 0 0,0 0 0,-1 0 0,1-1 0,12 0 0,0-1 0,-8 2 0,0-1 0,8 0 0,1 0 0,1-1 0,-2 1 0,-8 1 0,0 0-540,9-2 1,-1-1 539,-12 2 0,1-1 0,8-3 0,3 0 0,0 0 0,0 0 0,-1 0 0,-1 0 0,-2 1 0,-2 0 0,9-1-194,-1 0 194,-2 1 1022,-4 0-1022,11-3 0,-12 2 1024,6-2-1024,-10 5 0,-8 0 1693,2 2-1693,-5-1 1205,-7 2-1205,1 0 221,-7 1-221,-1 0 0,-2 0 0,1 0 0,-1 1 0,0 0 0,1-1 0,0 0 0,2-1 0,0-1 0,4-5 0,5-7 0,-2 2 0,2-7 0,-6 5 0,-1-3 0,-1-3 0,-1-17 0,-2-5 0,0 16 0,-1 0-218,0-5 1,1-3-1,-2-2 218,-3-4 0,-1-4 0,-1 0 0,0 5-1059,1 6 1,1 3-1,-2-3 1059,0-10 0,-2-5 0,1 1 0,-1 6-873,-1 0 0,0 4 873,0 0 0,-1-3 0,1 6 0,0-2 0,0 2 0,-1-5 0,0 0 0,1 7 0,0-1 0,1 2 0,1 1 0,-1 0-80,-1-8 1,-1 0 79,3 10 0,0 1 0,-1-6 0,0 1 0,-1-8 279,2 3-279,3 14 0,0 0 0,0-11 0,-1-6 0,4 9 0,0 11 0,0-2 1791,1 12-1791,0-1 1841,-1 5-1841,1-2 1499,-1 6-1499,0 1 324,0 0-324,0 1 0,0-1 0,2 2 0,0-1 0,2 1 0,-2 0 0,0 1 0,-1-1 0,0 1 0,-10 0 0,-4-1 0,-27 0 0,4 1-170,11 0 1,-4 0 169,-3 0 0,-4 1 0,0 0-1093,-1-1 1,0 1 0,-1-1 1091,-7 1 0,-2 1 0,1-1-704,4-1 0,2 1 0,1 0 705,-6 0 0,-1 0 0,6-1 0,-5 1 0,1-1 0,3 1 0,5-1 0,2 0 0,-1 0 0,-3 0 0,-3 0 0,0 0 0,5 0 0,-11-2 0,5 0 0,13 0 0,0-1 0,-2-1 0,1-1 0,2-5 0</inkml:trace>
  <inkml:trace contextRef="#ctx0" brushRef="#br0" timeOffset="1.49789E6">8575 8011 5734,'4'-2'0,"1"0"0,-3 2 0,2 1 0,0-1 0</inkml:trace>
  <inkml:trace contextRef="#ctx0" brushRef="#br0" timeOffset="1.50036E6">8797 8415 5734,'32'5'0,"0"0"0,-7-3-1467,4 1 1467,2-1 0,-7 0 0,0 0 0,14 1 0,-13-1 0,1 0 0,0 2 0,-1 1 0,15 2 0,0 3 0,0 1 0,0 2 0,-9-2 0,-1 0 0,12 10 0,-12-3-683,7 5 683,-14-5 0,5 9 0,-7-6 0,-6-2 0,-2 1 0,1 5 0,2 8 0,-6 5 0,-2-6 0,-1 10 0,-5-12 0,1 0 0,1 9 0,0 4 0,1 1 0,-1-6 0,1 2 0,1 1 0,-2-7 0,0-9 0,-1 1 0,1 9-76,-1-10 76,0 7 0,1 2 0,0-8 0,-1 3 0,-1-10 0,-1-10 643,0 2-643,-1-6 906,0-2-906,0 0 677,0 0-677,0 0 0,2-1 0,-2-6 0,1 2 0,-1-3 0,0 4 0,-1 0 0,1-1 0,-2 0 0,2 0 0,-3-1 0,1 1 0,-3-3 0,-6-13 0,5 9 0,-10-13 0,9 15 0,-3-2 0,-1-2 0,2 3 0,-2-2 0,5 4 0,2 2 0,1 0 0,1 1 0,1 2 0,0-1 0,0 1 0,1-2 0,0 2 0,3 3 0,-2 1 0,3 1 0,0-1 0,0-1 0,1 1 0,-1 0 0,3 3 0,-2-1 0,3 2 0,-4-2 0,2 0 0,0 0 0,3 3 0,-3-2 0,5 5 0,-4-2 0,1 0 0,1-1 0,-4-4 0,1 0 0,-3-1 0,-1 0 0,0 0 0,1 0 0,-2-2 0,0 1 0,0-12 0,0-3 0,2-5 0,-1-1 0,0 6 0,3-13 0,-2 10 0,2-9 0,-3 14 0,0 2 0,-1 0 0,0 2 0,0 1 0,1 1 0,-1 1 0,0 1 0,0 1 0,-1-1 0,1 1 0,-1 0 0,0 1 0,-2 0 0,0 0 0,0-2 0</inkml:trace>
  <inkml:trace contextRef="#ctx0" brushRef="#br0" timeOffset="1.50105E6">8973 8257 5734,'-3'3'0,"-1"0"0,0-1 0,-13 3 0,3 0 0,-11 5 0,7-2 0,-9 8 0,7-3 0,-5 4 0,5 0 0,8-4 0,-2 3 0,11 3 0,3-8 0,8 11 0,2-12 0,5 2 0,7-1 0,-3-4 0,8 2 0,4-4 0,-7-2 0,9 0 0,7 1 0,-16-1 0,19 6 0,-27-5 0,4 3 0</inkml:trace>
  <inkml:trace contextRef="#ctx0" brushRef="#br0" timeOffset="1.5184E6">10067 10596 5734,'-3'-3'0,"0"0"0,3 2 0,3 0 0,2-2 0,9-4 0,-2 2 0,7-2 0,-2 2 0,10-1 0,-4 1 0,2 3 0,1 0 0,4 1 0,7 3 0,1 2 0,1 0-868,-8 0 1,5 1 0,-5-1 867,-6-1 0,-1 0 0,7 1 0,4 0 0,-1-1-516,11 2 1,0-1 515,3 0 0,-1 0 0,-1-1 0,-3 0 0,-12-1 0,-2 0 0,9 0 0,-12-2 0,-1 0 0,13 0 0,7-2-493,-17 0 493,-4-1 0,-1 0 0,2-2 0,-7 2 0,9-2 0,-17 3 2083,5-1-2083,-12 3 1280,0 0-1280,0 0 763,-1 0-763,0 0 0,1 1 0,-1-1 0,1 2 0,0 0 0,-1 1 0,1 1 0,0 1 0,2 4 0,-1 0 0,0 7 0,0 0 0,-1 14 0,-1-4-679,1 8 679,-1-7 0,-1 3 0,0 1 0,0 3 0,-1 1 0,0-10 0,-1 3 0,1 15 0,-1 2 0,1-14 0,0 1 0,0 5 0,-1 3 0,1-7 0,1 5 0,-1-10 0,0 0 0,0-3 0,0-3-127,0-2 127,0-2 0,0 3 0,0-6 0,0 8 0,0-14 0,0 2 0,0-9 669,0 0-669,0-1 137,0 1-137,1 0 0,-1-1 0,2 0 0,-6-2 0,4-1 0,-4-1 0,3 2 0,0-1 0,-3-1 0,-1-1 0,-2 0 0,-7-6 0,3 2 0,-11-8 0,9 5 0,-6-4 0,7 4 0,-1 0 0,1 0 0,0 0 0,-8-7 0,8 9 0,-4-7 0,6 9 0,5 1 0,-2-1 0,4 4 0,2 0 0,-1 1 0,2 0 0,0 1 0,-1 0 0,0-1 0,2 6 0,0-1 0,12 17 0,-5-9 0,7 9 0,-3-3 0,-3-5 0,8 11 0,-6-9 0,3 4 0,-4-6 0,0 0 0,0 0 0,-1-1 0,-2-1 0,0-2 0,4 4 0,-4-5 0,2 2 0,-5-6 0,6-3 0,-1-2 0,5-4 0,2-8 0,-3 0-306,3-7 306,-5 3 0,0-1 0,0-2 0,0 0 0,-2 1 0,0 1 0,-1 1 0,0 2 0,-1 0 0,0 3 0,-1 2 0,0-1 0,-2 4 0,0 0 306,-2 4-306,-1 1 0,0-1 0,0 2 0,0 0 0,-1 1 0,-3 0 0,1 0 0,-1-1 0,0 0 0</inkml:trace>
  <inkml:trace contextRef="#ctx0" brushRef="#br0" timeOffset="1.52694E6">7074 9547 5734,'-1'-4'0,"1"0"0,0 0 0,0 2 0,-2-2 0,3 4 0,-2-1 0,-1 1 0,-1 2 0,-2 1 0,0 4 0,0 2 0,-2 1 0,-1 3 0,-3 10 0,2-5-284,-2 8 284,4-8 0,-2 1 0,-1 1 0,-5 12 0,4-5-832,-3 10 832,5-8 0,1 0 0,0 3 0,0 0 0,1 1 0,3-7 0,-1 0 0,-1 16 0,3-14 0,-1 2 0,1 2 0,0 1 0,1-8 0,1 2 0,-1 10 0,0 5 0,0-5 0,1-6 0,1 1 0,0 12 0,0 8 0,1-7 0,1-14 0,-1 0 0,2 16 0,1 0 0,1-11 0,0-3-826,-1-6 1,1-1 825,2 7 0,0 1 0,1-2 0,1 0 0,-2-7 0,1-1 0,2 8 0,0-1-999,5 12 999,-1-1 0,1 0 0,0-2 0,-1 1 0,1 2 0,1 1 0,-7-20 0,0 0 0,6 18 0,0-2 0,-1-11 0,-1-2-400,6 6 400,-5-9 105,9 10-105,-8-17 0,4 1 1365,-5-8-1365,12 1 0,-10-7 0,8 1 0,-12-6 0</inkml:trace>
  <inkml:trace contextRef="#ctx0" brushRef="#br0" timeOffset="1.52785E6">9568 9618 5734,'7'1'0,"0"2"0,3 1 0,3 1 0,11 5 0,-4-1 0,2 5 0,1 1 0,1 4 0,3 11 0,-2 3-2293,-3 4 2293,-6-6 0,-1 2 0,-5 2 0,-3 0 0,-1-7 0,-1 2 0,0 5 0,-1 5 0,-2 1-572,-1-4 1,-3 1 0,0 1 0,0-1 571,1 5 0,0-2 0,-1 3-289,-1-5 0,-1 3 0,0-1 0,0-5 289,-2 10 0,0-5 0,-2 2 0,0 1 0,0-5 0,-1 2 0,0-2 0,-1 6 0,-1-1 0,1-7 0,0 2 0,0-4 0,-1 3 0,0-4 0,0 1 0,-1 0 0,1-2 0,0 0 195,0-3 0,0 2-195,-1 2 0,-1 3 0,0-3 0,1-2 0,0 0-61,1-1 0,-1 2 0,1-4 61,-4 11 0,3-6 780,2-4-780,0-6 1606,1-6-1606,-1-4 0,-1-6 0,-1-4 0</inkml:trace>
  <inkml:trace contextRef="#ctx0" brushRef="#br0" timeOffset="1.53146E6">9985 9859 5734,'35'-14'0,"1"1"0,-8 2 0,1 0 0,2-1 0,-1 1-660,-7 4 1,0-1 659,11-3 0,-1 0-369,-7 2 0,-1 1 369,7-2 0,1-1 0,-4 2 0,-2-1 0,14-4 0,-11 4 0,0 0 0,-1 0 0,6 0 243,-17 4-243,-3 1 0,-2 1 0,-3 1 601,2 1-601,-5 0 942,1 1-942,-5 2 271,-4 2-271,-2 1 0,-7 5 0,1-3 0,-5 2 0</inkml:trace>
  <inkml:trace contextRef="#ctx0" brushRef="#br0" timeOffset="1.53168E6">10541 9544 5734,'12'7'0,"-1"1"0,0 6 0,-4 0 0,0 15 0,-12 9 0,1-5-753,-8 6 753,4-17-25,-6 12 1,7-14 0,-4 8 0</inkml:trace>
  <inkml:trace contextRef="#ctx0" brushRef="#br0" timeOffset="1.53243E6">11116 9178 5734,'-12'-12'0,"-11"-8"0,12 14 0,-8-3 0,11 46 0,1-6-1093,2 0 1,-1 7 0,1-3 888,0-5 1,1-1 203,0 3 0,-1 3 0,0-4 177,2-2 0,-1 0-177,0 6 0,-1 3 0,2-2 0,-1-2 0,0 1-524,1 0 1,-1 2 0,1-4 523,1-7 0,1-2 0,-1 8 0,1-1-727,-1 14 727,1-17 0,0-2 0,-1 5 1428,0 4-1428,0-12 367,0 1-367,1-13 1884,-1-7-1884,-4-9 1306,1-6-1306,-4-8 0,1-3 0,-1-1 0,-3-9 0,2 5 0,1 0 0</inkml:trace>
  <inkml:trace contextRef="#ctx0" brushRef="#br0" timeOffset="1.53275E6">10797 9601 5734,'12'-1'0,"-1"-1"0,1 2 0,0 0 0,2 0 0,17 0 0,-9-1 0,13-1 0,6-5 0,-16 2 0,15-4 0,-16 4 0,-7 1 0,2 1 0,-9 2 0,-3 0 0,-1 2 0,-1 3 0,-1 0 0,0 6 0,-2 16 0,-2-6 0,-2 13 0,-1-1 0,0-7 0,-1 6 0,-1 3 0,1-9 0,1-1-523,-2 5 0,1-1 523,-3 10-284,3-17 284,0-7 0,0 2 0,1-7 0,0-5 0,1-4 0,1-6 0</inkml:trace>
  <inkml:trace contextRef="#ctx0" brushRef="#br0" timeOffset="1.53331E6">11367 9570 5734,'-11'19'0,"1"1"0,1 2 0,2-4 0,-5 24 0,6-20 0,-4 25 0,6-26 0,0 10 0,3-20 0,0-3 0,4-19 0,-1 1 0,3-10 0,4-8 0,9-15 0,-2 7-277,5-6 277,-9 23 0,-1 3 0,1-1 0,-4 7 0,0-1 0,-3 7 0,-2 3 277,1 1-277,2 9 0,-2 0 0,2 6 0,-3 0 0,0 2 0,-1 2 0,-2 1-283,1 2 283,-2 1 0,1 0 0,-4 20 0,2-16 0,-2 14 0,-2-9 0,2-13 0,-2 8 0,5-18 0,0-2 0</inkml:trace>
  <inkml:trace contextRef="#ctx0" brushRef="#br0" timeOffset="1.53348E6">11604 9668 5734,'4'7'0,"-1"1"0,2 11 0,-2-3 0,-1 8 0,-1-6 0,-1 2 0,0 0 0,-1 14 0,0-13 0,-1 10 0,-4-15 0,1-5 0,-3-3 0,2-7 0</inkml:trace>
  <inkml:trace contextRef="#ctx0" brushRef="#br0" timeOffset="1.53361E6">11611 9387 5734,'0'0'0</inkml:trace>
  <inkml:trace contextRef="#ctx0" brushRef="#br0" timeOffset="1.53387E6">11819 9297 5734,'-2'20'0,"-3"22"0,2-8-1106,0-8 0,1 0 1106,1 7 0,0 0 0,1 1 0,-1 10 0,1-10 0,1 0 0,-1-8 0,1-3 0,1 14 0,-1-4 0,0-1 0,0-3 0,-1 12 340,-4-22-340,-1-7 0,-2 0 0,0-7 0</inkml:trace>
  <inkml:trace contextRef="#ctx0" brushRef="#br0" timeOffset="1.53401E6">11822 9753 5734,'17'-9'0,"1"2"0,-1-1 0</inkml:trace>
  <inkml:trace contextRef="#ctx0" brushRef="#br0" timeOffset="1.53432E6">11951 9936 5734,'13'-13'0,"2"-2"0,3-5 0,-3 2 0,-2-4 0,-5 6 0,0-7 0,-4 3 0,-4 6 0,-2-3 0,-11 6 0,3 6 0,-8 3 0,7 6 0,-1 5 0,2 6 0,-2 25 0,8-12 0,4 0 0,3 0-604,6-3 604,8 5 0,21-8 0,-12-12 0,0-6 0,0-4 0,-4-9 0,5-10 0,-13-2 0</inkml:trace>
  <inkml:trace contextRef="#ctx0" brushRef="#br0" timeOffset="1.53453E6">11237 9042 5734,'11'3'0,"-3"-1"0,7 4 0,-1-4 0,4 0 0</inkml:trace>
  <inkml:trace contextRef="#ctx0" brushRef="#br0" timeOffset="1.53553E6">12880 9653 5734,'-29'-12'0,"7"5"0,-8 0 0,-1 12 0,6 1 0,-6 8 0,-2 20 0,20-13 0,0 2 0,-1-1 0,2 0-732,-1 20 732,11-23 0,3-1 178,2-2-178,2-2 0,5-1 0,0-6 0,4-2 0,22-29 0,-16 7-124,-1 0 0,-1-1 124,-3-1 0,-3 2 0,-1 2 0,1-1 0,-4 7 0,2 1 0,-4 10 0,0 5 0,3 20 0,-4-1-404,2 17 404,-5-4 0,-1-8 0,-1 1 0,-1-7 0,0 0-765,0 10 0,-1-1 765,0-9 0,-1-2 0,-3 25 0,0-2 0,-1-2-962,-2-3 962,-1-4 0,-1-3 0,-1-5 0,-10-8 0,-2-2 0,3-4 341,-2-2 0,1-6-341,12-14 1473,3-9-1473,5 1 0,4-7 0,13-8 0,0 6 1278,10-10-1278,4 3 0,1 0 0,-13 13 0,1 0-848,14-14 0,0 0 848,-4 5 0,-1 0-702,0 2 702,-2 0 0,-2 0 0,-1 2-592,-1-1 592,-3 0 0,-2 0 0,-2 1 0,0-10 0,-6 8-86,-1-15 86,-7 18 0,-2-4 0,-8 3 0,2 10 0,-5-4 1413,-2 16-1413,4 3 1011,-10 9-1011,5 9 0,1 1 0,4 5 0,6-4 472,2 0-472,2 1 0,3 0 0,2 0 0,3-1 0,11 12 0,-6-14 123,8 8-123,-2-16 0,-5-6 0,6-3 0,1-8 0,-4-2 0,4-5 0,-8 0 0,0-1 0,-1-4 0,2-11 0,-4 5 0,2-10 0</inkml:trace>
  <inkml:trace contextRef="#ctx0" brushRef="#br0" timeOffset="1.53576E6">13245 9787 5734,'-10'43'0,"5"-6"0,1-3 0,2-8-744,2 21 744,0-37 242,1 1-242,-1-5 123,0 1-123,-1-9 0,1-2 0,-7-29 0,3 13-66,-6-18 66,4 20 0,0 0 0,0 0 0,0-4 0,3 6 0,-1-2 0,4 8 0,-1 1 0,2 3 0,0 1 111,3 2 0,2 1 0,2 1 1</inkml:trace>
  <inkml:trace contextRef="#ctx0" brushRef="#br0" timeOffset="1.53631E6">13391 9737 5734,'-5'11'0,"1"1"0,2 14 0,0-9 0,1 12 0,1-6 0,0-6 0,1 4 0,0-5 0,1-5 0,-1 0 0,-1-5 0,1-3 0,0-3 0,5-9 0,0 0 0,3-8 0,0 1 0,-1-2-284,2-2 284,-1 0 0,0-1 0,0 2 0,-1 1 0,-2 3 0,-1 2 0,-1 3 0,-1 2 0,-1 3 0,-5 27 284,0-10-284,-1 11 0,1 3 0,0 1 0,1 5 0,3-12 0,0-9 0,1 0 0,0-4 0,5-4 0,0-5 0,6-6 0,-2-2 0,7-7 0,-4 2-230,4-4 230,-6 5 0,2-1 0,-3 4 0,4-1 0,-8 7 0,2 3 0,-1 6 0,-2 1 0,1 4 230,2 9-230,-4-6 0,3 6 0,-4-6 0,-1-4 0,1 1 0,1-2 0,0-1 0,2 1 0,0-2 0,0-1 0,3-1 0,0 0 0,0 0 0</inkml:trace>
  <inkml:trace contextRef="#ctx0" brushRef="#br0" timeOffset="1.53701E6">13825 9885 5734,'2'-11'0,"-2"-12"0,-1 8 0,-3-8 0,2 11 0,-1 2 0,1 1 0,-2-1 0,2 4 0,-1-1 0,1 4 0,1 2 0,-2 4 0,3 2 0,-2 4 0,5 3 0,-2-4 0,9 5 0,-3-11 0,6 0 0,1-9 0,-2-2 0,2-4 0,1-9 0,-5 3-516,3-10 516,-6 6-49,-2-1 1,0-3 48,1-17 0,-2 17 0,-2 0-515,0-9 515,-3 15 0,-1 4 0,1 2 0,-2 3 484,1 6-484,-3 4 96,-3 15-96,1 3 0,-2 12 548,2-1-548,2 4 0,0 1 0,-1 12-817,1-10 0,2 0 817,0 4 0,2-3-581,0-7 0,1-1 581,-1 5 0,1 11 0,0-27 0,1-7 0,0-2 0,1-13 1413,1-2-1413,2-8 0,-1 0 0,1-2 0,0 0 0,1-2 1169,-1 0-1169,2 1 0,-1 0 0,3-3 0,-3 6 0,1 0 0,-3 9 0,1 2 0,0 2 214,0 3-214,2 0 0,5 6 0,-3-1 0,3 5 0,0 4 0,1 4 0,-1 1 0,-3 0 0,-4-5 0,-1-1 0,-2 1 0,-2 5 0,-1-5 0,-3 2 0,2-6 0,-1-3 0,1-1 0,0 1 0,2-2 0,-2-2 0,7-13 0,-1 2 0,6-10 0,3 1 0,-2 2 0,3-4 0,-1 1 0,-4 5 0,1-3 0,-5 9 0,-1 2 0,-2 1 0,0 3 0,-1 1 0,1 3 0,0 1 0,2 6 0,-2-1 0,2 3 0,-2 1 0,0-3 0,0 3 0,-1-6 0,0 0 0,0-1 0,-2 0 0,0 0 0,-1-3 0,1-2 0,-1-1 0</inkml:trace>
  <inkml:trace contextRef="#ctx0" brushRef="#br0" timeOffset="1.53728E6">14332 9770 5734,'-4'8'0,"2"-1"0,-1 4 0,4 6 0,-2-3 0,3 5 0,-1-8 0,1-2 0,-1 0 0,0-3 0</inkml:trace>
  <inkml:trace contextRef="#ctx0" brushRef="#br0" timeOffset="1.53828E6">13179 10115 5734,'-5'-2'0,"1"1"0,1 4 0,0 1 0,-2 8 0,1-2 0,1 6 0,8 14 0,0-9 0,12 21 0,-6-22 0,5 7 0,3 4 0,-8-13 0,6 12 0,-12-20 0,-1 2 0,-8-5 0,-1 0 0,-4-1 0,-12 1 0,8-4 0,-17 3 0,22-4 0,-4 1 0,14-2 0,3 0 0,3 1 0,2-2 0,11 0 0,-3-1 0,22-6 0,-10-4-733,6-1 733,-10-2 0,-9 3-489,5-9 489,-6 3 0,2-8 0,-10 6 0,-2-9 0,-4 7 0,-3-5-23,-3 11 23,-2 2 0,-8 0 0,3 4 693,-6 2-693,0 9 526,4 2-526,-2 4 26,6 3-26,0 9 0,5-3 0,2 8 0,6 3 0,5 2 0,1-1 0,3-4 0,23 3 0,-17-17 0,20 7 0,-16-25 0,-4-1 0,4-8 0,-1-3 0,2-4-327,-6 5 1,-2 1 326,-4 0 0,-5 7 0,-2 3 0,-1 1 0,-2 3 0,-1 1 0,-1 6 653,-1 2-653,-2 10 0,-2-3 0,0 5 0,0-5 0,2 0 0,-1-1 0,-1 3 0,4-6 0,-2 1 0,1-6 0,2-2 0,0-7 0,4-15 0,1 3 0,1-9 0,2 4 0,-2 5 0,3-4 0,2 5 0,4-1 0,12-2 0,-8 7 0,10 3 0,-16 7 0,4 1 0,-7 2 0,0 2 0,-1 1 0,-1 0 0,2 7 0,-3-3 0,2 5 0,-3 15 0,-2-11-207,-1 15 207,-3-16 0,-1 7 0,-1-6 0,0 5 0,1-3 0,-1-6 0,0 2 0,0-7 0,-1-2 0,1 0 0,-2-2 0,1 0 51,-3-1 1,1-4 0,-2 0 0</inkml:trace>
  <inkml:trace contextRef="#ctx0" brushRef="#br0" timeOffset="1.53866E6">13935 10476 5734,'9'0'0,"1"-2"0,11-12 0,-7 3 0,15-17 0,-18 11 0,3-6 0,-8 0 0,-2 6 0,-3-5 0,-18 1 0,9 14 0,-13-2 0,12 24 0,3-3 0,0 19 0,6-16 0,4 14 0,2-19 0,9 1 0,-4-9 0,4-2 0</inkml:trace>
  <inkml:trace contextRef="#ctx0" brushRef="#br0" timeOffset="1.53879E6">14121 10323 5734,'3'-6'0,"-1"3"0,1 12 0,-3 3 0,1 7 0,-2 20 0,1-13 0,0 5 0,0-1 0,-1-5 0,-2 10 0,-7-18 0,0-8 0,-8-1 0,1-10 0,-1-5 0,0-4 0</inkml:trace>
  <inkml:trace contextRef="#ctx0" brushRef="#br0" timeOffset="1.53892E6">13949 10040 5734,'2'-6'0,"2"0"0,-1 1 0,2 1 0,1 0 0</inkml:trace>
  <inkml:trace contextRef="#ctx0" brushRef="#br0" timeOffset="1.54084E6">8826 11679 5734,'-4'-1'0,"0"0"0,3 1 0,6-3 0,2 0 0,28-9 0,7-2 0,-1 4-232,-12 1 1,3 0 0,1 1 231,0 4 0,1 2 0,-3 0-675,1 0 1,3-1 674,9 1 0,7-1 0,-5 1-1205,-8 2 1,-1-1 1204,-4 0 0,2 1 0,-2-1 0,3 1 0,2 0-321,-3 1 1,4-1-1,0 1 1,-2-1 320,-4 0 0,-2 1 0,3-1 0,2 0 0,4 1 0,2-1 0,-1 0 0,-6 0 0,-1 0 0,-4 0 0,3 0 0,8-1 0,4 1 0,1-1 0,-4 0 0,-5 0 0,-2 1 0,2-1 0,-3 0 0,2 0 0,2 0 0,1 0 0,2-1 0,2 1 0,1-1 0,0 0 0,-4 0 0,7 0 0,-2 0 0,2 0 0,-5 0 0,2 0 0,2 0 0,-1 0 0,-1 0 0,1-1 0,0 0 0,-2 0 0,-2 0 0,5-1 0,-2 1 0,2-1 0,-3 1 0,1-1 0,1 0 0,0 0 0,-1 0 0,1-1 0,-1 1 0,-1 0 0,2-1 0,-2 0 0,2 1 0,-3-1 0,2 1 0,1-1 0,-4 1 0,-2 0 0,-1 1 0,-1-1 0,0 1 0,0-1 0,0 1 0,-2 0 0,0 0 0,0 0 0,-1 0 0,-1 1 0,0 0 0,14-2 0,-1 1 0,-3 1 0,-1-1 0,-4 1 0,1-1 0,8 0 0,-1 0 0,-13 1 0,-2 0 0,8 0 0,-3-1 0,6-1 39,-6 1-39,-8 0 0,0 0 0,4-1 1537,10-1-1537,-30 3 2167,-7 1-2167,-1 0 1624,-1 1-1624,-1 0 0,0 0 0,0 1 367,-1 0-367,-1 0 0,0 5 0,0-1 0,0 3 0,0-1 0,-1 3 0,-1-2 0,1 2 0,-1-4 0,2 2 0,-1-1 0,-1 0 0,0-2 0,0 0 0,-8 7 0,3-4 0,-6 5 0,-1-3 0,3-2 0,-6 0 0,4-2 0,-3-1 0,-1 1 0,-2-3 0,0-1 0,0-1 0</inkml:trace>
  <inkml:trace contextRef="#ctx0" brushRef="#br0" timeOffset="1.54212E6">8252 11686 5734,'0'-4'0,"0"1"0,0 3 0,0 4 0,1-1 0,-1 5 0,0-5 0,0 2 0,-1-1 0,1 1 0,0 0 0,0 2 0,0 0 0,0 1 0,0 5 0,1-2 0,0 3 0,0-3 0,0 4 0,0-2 0,0 4 0,3 6 0,-1-2-616,3 10 616,-1-5 0,1 6 0,0 2 0,2 13-934,-3-14 1,0 4 0,0-3 933,-2-5 0,0 0 0,1 11 0,-1 1 0,0 5 0,0-1 0,-1-10 0,-1 3 0,1 3 0,0 5 0,0-4 0,0-2 0,0 0 0,-1-6 0,0 1 0,0-1 0,1 3 0,-1-1-822,1 1 0,-1-1 822,0 1 0,1 0 0,-1-1 0,0 2 0,2 5 0,-1 5 0,1-1-225,0-9 0,0 0 1,0 0 224,0 8 0,1 0 0,-1-2 0,2 2 0,-1-4 0,-1-16 0,0 0 0,3 13 0,1-1 0,-1 5 283,0-12 1,-1-2-284,1 2 0,-2-12 1610,0 4-1610,-3-14 3276,0 0-3241,0-2 211,0-1-246,1 1 0,1-1 0,-1 0 0,0 0 0,0 0 0,0-1 0,-1 1 0,1-2 0,-1 0 0,1-2 0,-2 0 0,2-1 0,4-5 0,1 0 0,5-3 0,1-2 0,5-2 0,-1 1 0,-1 1 0,-6 5 0,-2 2 0,4 0 0,-3 2 0,22-2 0,-14 3 0,15 0 0,-5 2 0,-5-1 0,9 1 0,15 4 0,-14-2 0,9 2 0,2 1-834,0-1 834,2 1 0,1-1-971,-20-3 1,0-1 970,8 2 0,3-1 0,-2 0 0,3-1 0,-3 0 0,1 1 0,1-1 0,-3 0 0,5 0 0,0 0 0,-5-1-1032,4 1 0,-2-1 1032,-4 0 0,2 1 0,0-2 0,0 1 0,0-1 0,2 0 0,-1 1 0,2-1 0,1 0 0,-2 1 0,5-1 0,-2 0 0,3 0 0,0 0 0,4 1 0,-2-1 0,-4 0 0,1 0 0,-1 0 0,5 0 0,4 0 0,-4 0 0,-5 0 0,0 0 0,-1-1 0,5 0 0,0 1 0,-5-1 0,2 1 0,0 0 0,-1-1 0,5-1 0,0 1 0,-8-1 0,-4 0 0,-3-1 0,16-1 0,0-1 0</inkml:trace>
  <inkml:trace contextRef="#ctx0" brushRef="#br0" timeOffset="1.54268E6">13114 11533 5734,'-1'26'0,"-1"0"0,0 1 0,0 0 0,0 1 0,0 1 0,0 2 0,1-1 0,-1 2 0,0-1 0</inkml:trace>
  <inkml:trace contextRef="#ctx0" brushRef="#br0" timeOffset="1.543E6">12855 13466 5734,'-32'0'0,"0"1"0,1-2 0,1 0 0,-12-6 0,0-3 0,0-2 0</inkml:trace>
  <inkml:trace contextRef="#ctx0" brushRef="#br0" timeOffset="1.55219E6">718 11191 5734,'31'4'0,"-2"-1"0,-8-3 0,9-5 0,-5 0-872,6-2 872,-11-2 0,4-5 0,-7 1 0,3-5 282,-10 6-282,0-6 144,-5 5-144,-10-12 0,-7 16 0,-5-3 0,-2 14 0,4 4 0,-8 12 0,6-2-17,-3 8 17,8-4 0,4 2 0,1 0 0,3 12 0,9 11 0,3 0-826,5-5 826,1-17 0,-1-11-198,9-1 198,-4-6 0,5-3 0,-6-6 103,4-11 1,-4 0-1,4-7 1</inkml:trace>
  <inkml:trace contextRef="#ctx0" brushRef="#br0" timeOffset="1.55252E6">1198 10462 5734,'2'23'0,"0"1"0,-1 0 0,0 1 0,1 8-711,0 1 0,0 1 711,-2-1 0,1 10 0,-4-4 0,-1-11 0,-2 6 0,-11-9 0,-3-3 0,3-5 0,-4 2 0,0-6 0,5-16-73,-7-13 73,7-3 0,-1-12 0,11 0 0</inkml:trace>
  <inkml:trace contextRef="#ctx0" brushRef="#br0" timeOffset="1.55265E6">1163 10309 5734,'4'-8'0,"0"-1"0,-1 6 0,1-2 0,-2 3 0,0 0 0,1 2 0,1 2 0,3-1 0,1 2 0</inkml:trace>
  <inkml:trace contextRef="#ctx0" brushRef="#br0" timeOffset="1.55321E6">1281 10417 5734,'1'6'0,"0"2"0,1 7 0,0-2 0,2 7 0,4 13 0,-3-12 0,4 13 0,-2-11 0,-2-7 0,5 6 0,-5-13 0,1-1 0,0-6 0,2-6 0,-1 0 0,2-6 0,-2 0 0,0-1 0,1-6 0,-3 4 0,0-3 0,-2 9 0,-1 2 0,0 5 0,1 1 0,-1 4 0,1 2 0,0 3 0,0 2 0,1 1 0,1 0 0,0 0 0,0 0 0,-1-2 0,3 1 0,4-4 0,-1-4 0,7-12 0,-8-3 0,5-15 0,-7 7-259,0-7 259,-4 7 0,0-8 0,-1 6 0,-1-5 0,-2 11 0,0-11 0,1 13 0,-1-7 0</inkml:trace>
  <inkml:trace contextRef="#ctx0" brushRef="#br0" timeOffset="1.55342E6">1714 10341 5734,'-3'25'0,"0"-8"0,1 9 0,0 1 0,0 1 0,-1 0 0,1 2 0,-1-5 0,1-1 0,-3 16-903,-1 2 903,3-25 54,-4 5 1,3-11-1,-3 2 1</inkml:trace>
  <inkml:trace contextRef="#ctx0" brushRef="#br0" timeOffset="1.55371E6">1704 10330 5734,'11'32'0,"0"0"0,3 6 0,-1-7-446,3 10 446,3-2 0,-4-11 0,-4-7 0,3 0 0,14 6 0,-5-6 0,4-9 0,-12-16 146,0-5-146,6-14 0,-7 2 0,2-11 0,-7-5 74,-3 7-74,-4 1 0,-1 0 0,-2 0 0,-1-13 0,-1 16 0,1 11 226,-1-3-226,-1 15 0,0 4 0,1 1 0,0 3 0</inkml:trace>
  <inkml:trace contextRef="#ctx0" brushRef="#br0" timeOffset="1.5539E6">2124 10533 5734,'0'12'0,"0"15"0,0-9 0,2 24 0,-2-23 0,2 9 0,-1-7 0,0-6 0,-1 3 0,-1-8 0,-3-2 0,1-1 0</inkml:trace>
  <inkml:trace contextRef="#ctx0" brushRef="#br0" timeOffset="1.5593E6">515 12062 5734,'-2'3'0,"0"0"0,2-2 0,2 0 0,-1 0 0,3 0 0,2 2 0,-1 0 0,14 6 0,-8-4 0,20 10 0,-17-8 0,12 6 0,-7-5 0,-4-1 0,1-2 0,-9-3 0,-1 0 0,-1 0 0,-3-2 0,0 1 0,-4-5 0,1-1 0</inkml:trace>
  <inkml:trace contextRef="#ctx0" brushRef="#br0" timeOffset="1.55958E6">492 12261 5734,'2'4'0,"-1"-2"0,3-1 0,-1-1 0,5 0 0,-1 0 0,5-1 0,6-1 0,-4 0 0,5-1 0,11 2 0,-15 0 0,12-1 0,-21 2 0,-2 0 0,-1 0 0,-2 0 0,-2-1 0</inkml:trace>
  <inkml:trace contextRef="#ctx0" brushRef="#br0" timeOffset="1.5603E6">964 11993 5734,'25'-25'0,"0"0"0,-1 2 0,-6 3 0,-13 9 0,-1 1 0,-2-3 0,-2 4 0,-1-1 0,-1 5 0,-8 2 0,3 3 0,-8 3 0,6 2 0,-1 2 0,-4 12 0,6-6 0,-5 20 0,10-18 0,0 8 0,5-3 0,0-6 0,3 5 0,1-7 0,2-1 0,0-1 0,2-2 0,1-1 0,2-4 0,0-2 0,6-4 0,-5-2 0,4-5 0,-6-2 0,2-1 0</inkml:trace>
  <inkml:trace contextRef="#ctx0" brushRef="#br0" timeOffset="1.56055E6">1295 11584 5734,'11'30'0,"-4"-6"0,2 9 0,-4 1 0,-1-8 0,-1 7 0,-5-3 0,-1-8 0,-9 15 0,4-20 0,-7 6 0,-1-13 0,1-5 0,-7-1 0,6-5 0,0-5 0,2-2 0</inkml:trace>
  <inkml:trace contextRef="#ctx0" brushRef="#br0" timeOffset="1.56108E6">1393 11644 5734,'3'35'0,"0"-5"0,0-18 0,0-3 0,1 1 0,0-5 0,2 0 0,2-13 0,-1-1 0,9-26 0,-7 13 0,-1-6 0,-1 0 0,-2 3 0,1-12 0,-4 18 0,-2 8 0,3 1 0,-3 11 0,3 6 0,0 13 0,1-2 0,1 10 0,1-6 0,0-1 0,8 15 0,-5-16 0,18 15 0,-15-28 0,8 0 0,-11-14 0,6-35 0,-9 18 0,-4-22 0,-3-2 0,-4 16-422,-1 0 1,0 3 421,1 13-8,0-6 8,2 9 0,-2-3 0,5 11 0,0 1 0,2 0 0</inkml:trace>
  <inkml:trace contextRef="#ctx0" brushRef="#br0" timeOffset="1.56127E6">1749 11454 5734,'-3'33'0,"-1"1"0,2-3 0,-1-4 0,1-4 0,1 8 0,0-8 0,1 4 0,0-13 0,0-2 0,-1-3 0,-2-1 0,1-5 0,-2-2 0</inkml:trace>
  <inkml:trace contextRef="#ctx0" brushRef="#br0" timeOffset="1.56156E6">1731 11410 5734,'22'33'0,"-9"-14"0,12 19 0,-13-18 0,16 14 0,-11-13-1053,12 8 1053,-14-18 0,-1-3 338,1-3-338,-2-3 174,7-8-174,-8 0 0,4-6 0,-10 0 541,-3-1-541,0-10 0,-3 5 0,-1-7 0,-2 8 0,-1-7 0,1 8 0,0-4 0,1 9 0,1 2 0,-1 2 0,0 0 0,1 3 0,0 1 0,2 1 0,0 2 0</inkml:trace>
  <inkml:trace contextRef="#ctx0" brushRef="#br0" timeOffset="1.56181E6">2112 11600 5734,'4'-22'0,"-1"3"0,2-4 0,-1 7 0,0 3 0,-2 6 0,1-1 0,-2 8 0,0 2 0,1 10 0,-1 0 0,2 7 0,-1-2 0,1 11 0,1-5 0,0 6 0,2-1 0,-2-8 0,3 4 0,-5-11 0,2-2 0,-4-2 0,2-3 0,-2-1 0</inkml:trace>
  <inkml:trace contextRef="#ctx0" brushRef="#br0" timeOffset="1.56249E6">2300 11918 5734,'-5'-2'0,"-1"0"0,2 1 0,2-3 0,2 2 0,2-3 0,3-2 0,1 1 0,2-3 0</inkml:trace>
  <inkml:trace contextRef="#ctx0" brushRef="#br0" timeOffset="1.56295E6">2615 11875 5734,'8'-9'0,"0"0"0,0-4 0,-3 3 0,1-6 0,-4 1 0,-2 3 0,-3-5 0,-20-8 0,-5 25 0,-3-10 0,6 28 0,14 4 0,4-3 0,1 7 0,6 3 0,3-7 0,2 7 0,5-2 0,-1-7 0,4 5 0,2-7 0,-3-5 0,5 0 0,5-10 0,-3-3 0,5-5 0,2-9 0,-8 1 0,7-7 0,-9 4 0</inkml:trace>
  <inkml:trace contextRef="#ctx0" brushRef="#br0" timeOffset="1.56341E6">2880 11397 5734,'7'8'0,"0"1"0,3 6 0,-3-1 0,3 8 0,-1 5 0,-3-4 0,1 8 0,-5 2 0,-2-9 0,-5 0 0,-1 0 0,-2-2 0,-8 11 0,-1-16 0,4-5 0,-4 1 0,-2-9 0,7-5 0,-5-4 0,10-5 0,1-1 0</inkml:trace>
  <inkml:trace contextRef="#ctx0" brushRef="#br0" timeOffset="1.56358E6">2931 11111 5734,'-2'-5'0,"2"-1"0,-1 1 0,2 0 0,0 1 0,6-1 0,-1 3 0,4-1 0,-2 3 0,1 1 0,0 1 0</inkml:trace>
  <inkml:trace contextRef="#ctx0" brushRef="#br0" timeOffset="1.56511E6">3007 11312 5734,'-8'10'0,"1"-1"0,-4 5 0,-2 18 0,7-12 0,-2 22 0,10-24 0,9 12 0,-2-15 0,4 4 0,-4-12 0,8-2 0,-7-4 0,7-4 0,-7-2 0,0-3 0,4-7 0,-4 1 0,3-4 0,-6 5 0,1-3 0,-3 5 0,1-5 0,-4 10 0,-2 3 0,-2 12 0,-1 3 0,0 5 0,1-2 0,2 1 0,2 2 0,0 0 0,2 0 0,1 0 0,14 11 0,-1-15 0,6 5 0,-8-21 0,-5-5 0,1-14 0,-1-2 0,-3-3 0,-2-19 0,-5-2 0,-6 16-436,-2 0 0,0 2 436,1 13 0,0 2 0,-2-1 0,3 4 0,-1 1 0,3 4 0,1 3 0,-1 1 872,1 2-872,1 0 0,-1 1 0,2 0 0</inkml:trace>
  <inkml:trace contextRef="#ctx0" brushRef="#br0" timeOffset="1.56548E6">3465 11134 5734,'-6'12'0,"1"5"0,3-3 0,0 4 0,0 3 0,2-5 0,-1 6 0,1-2 0,0 2 0,1 6 0,0-10 0,1 0 0,-1-12 0,0 0 0,0-2 0,0-1 0,-2-1 0,0 0 0,-1-1 0,0-1 0</inkml:trace>
  <inkml:trace contextRef="#ctx0" brushRef="#br0" timeOffset="1.56567E6">3379 11454 5734,'8'1'0,"5"-1"0,6-2 0,18-6 0,-14 4 0,6-3 0,-20 4 0,-1 1 0</inkml:trace>
  <inkml:trace contextRef="#ctx0" brushRef="#br0" timeOffset="1.56598E6">3407 11574 5734,'4'-6'0,"19"-10"0,-10 8 0,14-8 0,-16 12 0,-1 2 0,0 1 0,-2 2 0,-2 8 0,-5-1 0,-2 8 0,-16 14 0,6-9 0,-9 12 0,7-8 0,6-7 0,2 12 0,8-17 0,6 3 0,15-18 0,-2-4-707,10-6 707,-6-1 0,-1-3 0,1-3 0,-2-1 0,0-1 0,0 0 0</inkml:trace>
  <inkml:trace contextRef="#ctx0" brushRef="#br0" timeOffset="1.56678E6">884 12204 5734,'19'12'0,"0"1"0,14-1 0,-4-2-1639,2-2 1,2-1 1403,14 2 235,-13-3 0,1-1 0,-7-1 0,2-1 0,3 0 0,3 0 0,0-1 0,6 1 0,5-1 0,-6-1 0,6 0 0,3-1 0,-1 1 0,-4-1-349,0 0 1,-4 0 0,8 0 348,-14-1 0,6 1 0,4-1 0,1 0 0,0 0 0,-1 0 0,-3 0 0,-5 0-186,5 0 1,-6 1 0,0-1 0,6-1 185,-4 1 0,5 0 0,3 0 0,1-1 0,1 0 0,-3 1 0,-3-1 0,-5 1-146,15 0 1,-8-1 0,4 1 145,-7-1 0,2 1 0,2-1 0,-1 1 0,-4-1 0,8 1 0,-4-1 0,-2 1 0,6-1 0,-1 1 0,-10-1 0,1 1 0,-3 0 0,-3-1 0,-3 1 0,-3 0 0,-1 0 0,17 0 0,-17-1 0,-2 0 0,-5-1 0,3-2 0,-31 0 0,-2 0 0</inkml:trace>
  <inkml:trace contextRef="#ctx0" brushRef="#br0" timeOffset="1.56736E6">1477 12815 5734,'9'-4'0,"9"-5"0,-2-1 0,7-5 0,-1-8 0,0-1 0,-3 2 0,0-1 0,-2 0 0,-12 7 0,-5 6 0,1-2 0,-12 9 0,2 3 0,-8 4 0,-15 23 0,15-10-596,-13 17 596,22-16 0,0 17 0,5-13 0,3 12-343,8-12 343,1-6 0,4 2-122,4-6 122,-4-4 0,6 0 0,0-7 0,-4-2 0,4-2 0,-4-6 567,-5 1-567,3-5 0,-5 0 0,-1-1 0</inkml:trace>
  <inkml:trace contextRef="#ctx0" brushRef="#br0" timeOffset="1.56763E6">1881 12459 5734,'15'18'0,"-1"1"0,-4 8 0,-3-4 0,2 9 0,-3 6-1837,-2-9 1837,-1 10 0,-6-2 0,1-10 0,-5 7 0,-15 7 0,7-21 0,-12 12 235,11-26-235,-1-3 0,-10-7 0,8-3 0,-5-8 0,10-2 0</inkml:trace>
  <inkml:trace contextRef="#ctx0" brushRef="#br0" timeOffset="1.56776E6">1856 12308 5734,'8'0'0</inkml:trace>
  <inkml:trace contextRef="#ctx0" brushRef="#br0" timeOffset="1.56818E6">2034 12454 5734,'-2'21'0,"0"13"0,2-17 0,1 15 0,3-19 0,1 2 0,2-7 0,-2-5 0,3-1 0,3-11 0,-2 0 0,3-6 0,0-5 0,-4 4 0,3-6 0,-4-10 0,-3 21 0,1-6 0,-5 24 0,2 5 0,0 5 0,2-3 0,1 5 0,14 5 0,-8-13 0,11 6 0,-11-17 0,8-10 0,-6 1 0,5-10 0,-8-3 0,-4 4 0,-1-7 0,-4 1 0,-2 5 0,-1-3 0,0 8 0,-1 1 0,1 3 0,-1 1 0,-1 2 0,1 1 0,0 2 0,1 0 0,0 1 0</inkml:trace>
  <inkml:trace contextRef="#ctx0" brushRef="#br0" timeOffset="1.57E6">2419 12296 5734,'-2'25'0,"-2"12"0,4-18 0,-2 11 0,2-10 0,0-6 0,1 7 0,-1-13 0,1 3 0,-1-6 0,0-2 0,0-1 0,0-3 0</inkml:trace>
  <inkml:trace contextRef="#ctx0" brushRef="#br0" timeOffset="1.57032E6">2536 12310 5734,'-11'19'0,"1"0"0,3-3 0,0 13 0,0 1 0,-1-1 0,2 1 0,-1-1 0,3-6 0,1-7 0,-1 7 0,3-14 0,0 2 0,3-12 0,1-2 0,1-3 0</inkml:trace>
  <inkml:trace contextRef="#ctx0" brushRef="#br0" timeOffset="1.5706E6">2571 12418 5734,'20'-8'0,"-3"2"0,-9 5 0,0 0 0,-1 2 0,2 0 0,-1 4 0,-2 1 0,-2 2 0,-6 8 0,-10 13 0,3-4 0,-7 7 0,7-6 0,5-10 0,0 4 0,11-13 0,2-6 0,8-3 0,9-11 0,-4 2 0,7-7 0,0 0 0,-8 4 0,7-4 0,-11 5 0</inkml:trace>
  <inkml:trace contextRef="#ctx0" brushRef="#br0" timeOffset="1.57238E6">338 13791 5734,'4'6'0,"0"0"0,6 0 0,-1-2 0,5 3 0,16-5 0,-10-1 0,11 0 0,2-1 0,-7 2 0,16 0 0,-33 0 0,-7-1 0</inkml:trace>
  <inkml:trace contextRef="#ctx0" brushRef="#br0" timeOffset="1.57252E6">307 14098 5734,'26'-8'0,"10"-4"0,-10 2-506,12-4 506,-16 5 0,1 0 0,14-4 0,3 1 0,2 0 0,5 1 0,-11 4 0,1 0 0</inkml:trace>
  <inkml:trace contextRef="#ctx0" brushRef="#br0" timeOffset="1.57509E6">8019 11696 5734,'-32'1'0,"-10"0"0,16 0 0,-9 0 0,1-1 0,8-2 0,-8 0 0,2-3 0,8 2 0,-8-3 0,1 0 0,5 0 0,-6-2 0,-2-1 0,7 2 0,-8-2 0,4 1 0,0 1 0,7 1 0,0 0-627,-9-2 1,0 0 626,-6-1 0,14 3 0,0 0 0,-6-2 0,1 1 0,0-1 0,3 0-27,-8-2 27,0 0 0,9 4 0,-1 0 0,-18-3-202,18 3 0,0 1 202,-19-2-1150,10 2 1150,-11-2 0,12 3 0,11 2 0,-1 0 0,-15-1 0,15 1 0,1 0 0,-10 0 326,2 0-326,1 0 0,1 1 0,0 0 0,1-1-419,2 1 419,1 0 0,-20-1 0,17 2 0,-4 0 0,1 1 0,5 1 0,-16 2 0,8 1 0,8-1 0,-19 5 0,2 0 0,8-1 0,-1 2 0,20-6 0,1 1 346,1-1-346,-5 3 0,5-3 1188,-8 2-1188,11-4 809,-3 2-809,6-2 584,-5 1-584,5-1 0,-3 1 0,2 0 0,3 0 0,-2 1 0,4-2 0,0 1 0,2-1 0,-1 0 0,2-1 0,-1 0 0,1 0 0,-1 0 0,2 0 0,-3 5 0,1-1 0,-2 4 0,-3 13 0,2-6 0,-2 20 0,5-16-333,0 8 333,2-8 0,0 2 0,1 0 0,1 14 0,0-8 0,0-2 0,0 0 0,1 5-836,0 11 836,1-14 0,0 0 0,1 0 0,0 6 0,2 1 0,-1-1-448,0-1 0,0-2 448,-1-12-42,3 10 42,-2-11 713,2 8-713,-4-14 0,1-2 0,1 5 970,-1-3-970,-1 2 382,1-3-382,-1-1 42,0 0-42,0 0 0,0-1 0,-1 0 0,1 0 0,-1 3 0,0-3 0,1 3 0,-2-4 0,2-1 0,-1 0 0,0 0 0,0-1 0,1 3 0,-1-2 0,-1 1 0,1-3 0,-1 2 0,1-2 0,-1 1 0,-1-3 0,1 0 0,-1 0 0,1-2 0,-1 2 0,1-1 0,0 0 0,1 1 0,-1 1 0,0 0 0,1 1 0,-1 1 0,0-2 0,-1 1 0,1-1 0,-1-1 0,0 1 0,0-1 0,0-1 0,0 0 0,0 0 0,0 1 0,0 0 0,0 1 0,0 0 0,0 0 0,2 1 0,-2-1 0,2 1 0,-1-2 0,0 1 0,0-2 0,1 3 0,0-1 0,-1 0 0,1 0 0,1 0 0,-1 1 0,1-1 0,0 1 0,0-1 0,0 0 0,1 0 0,5 2 0,5 1 0,1 0 0,5 0 0,9-1 0,-4-2-746,11 1 746,-8-2 0,4-1 0,2 1-1026,2-1 1026,2 0 0,2 0 0,1-1 0,2 0 0,-15 0 0,0 0 0,17 0 0,0 1 0,-6-1 0,-1 0 0,-8 0 0,1 0 0,9 1 0,2-1 0,3 0 0,-1 0-1102,-10-1 0,1 0 1102,12 1 0,0-1 0,-13 0 0,-1 0-409,1 0 0,1-1 409,-1 1 0,1-1 0,0 0 0,0 1-437,-1 0 1,1-1 436,-1 1 0,0 0 0,-1 0 0,2 0 0,11 1 0,1 0 0,-12 1 0,1-1 0,9 1 0,-1 0 0,-14 1 0,0-1 0,11 1 0,0 0 0,-10-1 0,-1 1 0,9 0 0,-1 0 79,-12-2 1,-2 1-80,1-1 0,-1 0 0,22 1 729,-2-1-729,-3 1 0,-2-2 820,-3 1-820,3-1 0,0-1 0,0 0 685,0 0 1,-2-1-686,-18 1 0,3-2 640,-11 1-640,-1 0 1420,-4 1-1420,-1-1 0,-4 0 0,-10-7 0,-3 5 0,-11-6 0,-19 2 0,6 0 0,9 3 0,0 0 0</inkml:trace>
  <inkml:trace contextRef="#ctx0" brushRef="#br0" timeOffset="1.57615E6">969 13479 5734,'12'2'0,"0"0"0,0 0 0,10-2 0,-8 0 0,9-4 0,-14 2 0,1-4 0,-3 0 0,2-5 0,-3 1 0,2-11 0,-7 9 0,-4-11 0,-2 14 0,-3-3 0,-11 6 0,5 4 0,-10 2 0,5 8 0,5 0 0,-3 4 0,3 6 0,6-3 0,-1 15 0,7-11 0,10 7 0,3 1 0,1-5 0,5 1 0,3-2 0,-1-14-339,9 1 339,-7-6 0,9-5 0,-7-1 0,5-4 0,-12 1 0,6-12 0,-10 5 0,6-10 0</inkml:trace>
  <inkml:trace contextRef="#ctx0" brushRef="#br0" timeOffset="1.57651E6">1376 13194 5734,'10'12'0,"-1"1"0,-2-2 0,-1 2 0,0 1 0,-1 1 0,1 9 0,-2-4 0,1 24 0,-5-21 0,-1 2 0,-1-1 0,-1-4 0,-15 21 0,8-29 0,-10 5 0,7-18 0,0-3 0,-1-5 0,1-3 0</inkml:trace>
  <inkml:trace contextRef="#ctx0" brushRef="#br0" timeOffset="1.57666E6">1441 13005 5734,'4'-6'0,"4"-3"0,-3 4 0,8-2 0,-7 6 0,2 1 0</inkml:trace>
  <inkml:trace contextRef="#ctx0" brushRef="#br0" timeOffset="1.5772E6">1543 13142 5734,'-6'7'0,"1"0"0,-2 20 0,3-10 0,1 22 0,4-12 0,2 0 0,2-4 0,0-10 0,1-2 0,7 2 0,-4-8 0,14-6 0,-12-5 0,12-21 0,-15 12 0,3-24 0,-7 22 0,-1-8 0,-2 13 0,-1 4 0,0 0 0,0 7 0,1 11 0,1 1 0,1 10 0,2 3 0,0-5-215,3 5 215,-1-7 0,5 3 0,-1-7 0,3 2 0,-4-9 0,1-2 0,0-4 0,9-9 0,-8 0 0,9-32 0,-16 19-443,0-17 443,-7 20 0,-2 1 205,1 1-205,-3-4 0,2 7 0,-1-3 0,2 9 0,0 0 0,1 4 113,-1 0 0,3 2 0,1 1 1</inkml:trace>
  <inkml:trace contextRef="#ctx0" brushRef="#br0" timeOffset="1.57747E6">1947 13095 5734,'-6'17'0,"2"-5"0,1 10 0,2-8 0,1 3 0,0 13 0,1-11 0,-1 14 0,0-21 0,0 5 0,0-10 0,-1 1 0,-2-7 0,1-3 0,0-2 0,-1-4 0,2-2 0,0-1 0</inkml:trace>
  <inkml:trace contextRef="#ctx0" brushRef="#br0" timeOffset="1.57774E6">1907 13061 5734,'5'0'0,"9"9"0,-5 1 0,6 8 0,9 11 0,-9-9-1286,11 12 1286,-11-14 0,-1 0 409,0-2-409,3 4 0,-5-7 0,3 2 212,-3-6-212,-4-4 0,5-8 0,-9-2 665,2-12-665,-7 5 0,-1-4 0,-1 3 0,1 0 0,-1-1 0,2 1 0,-1 0 0,2 3 0,0 0 0,0 3 0,0 2 0,1 1 0,0 1 0,1 2 0,0 0 0,1 0 0,0 1 0,0 1 0</inkml:trace>
  <inkml:trace contextRef="#ctx0" brushRef="#br0" timeOffset="1.57897E6">2244 13199 5734,'2'-4'0,"0"1"0,-1 3 0,0 2 0,0 2 0,0-1 0,1 2 0,-1-2 0,0-1 0,-1-1 0,0-1 0,5 4 0,-4-1 0,4 1 0,-5-2 0,1-1 0,2 0 0,-2 1 0,1 1 0,0 2 0,0 1 0,1 1 0,-1 1 0,1 0 0,1 8 0,-1-6 0,2 5 0,0-4 0,-3-6 0,1 4 0,-5-6 0,-1-1 0,-3-2 0,1-2 0,-2-3 0</inkml:trace>
  <inkml:trace contextRef="#ctx0" brushRef="#br0" timeOffset="1.57941E6">1838 12941 5734,'-8'40'0,"3"-9"0,0-1 0,2 1-247,0-6 1,1 1 246,2 16 0,5-14 0,2 0 0,4 17-625,-2-20 0,2-3 625,6-3-303,11 3 303,-4-8 0,8 0-101,-10-9 0,2-6 0,0-2 1</inkml:trace>
  <inkml:trace contextRef="#ctx0" brushRef="#br0" timeOffset="1.58001E6">2369 13159 5734,'18'1'0,"15"-1"0,-14-1 0,12-2 0,11 4 0,-19-1 0,15 2 0,-25-1 0,-2 0 0,-1 0 0,-2 1 0,-2-1 0,-1-1 0,-1 0 0,-2 0 0,-1 1 0,-7-2 0,0 0 0,-6-2 0</inkml:trace>
  <inkml:trace contextRef="#ctx0" brushRef="#br0" timeOffset="1.58023E6">2473 13051 5734,'1'34'0,"0"-11"0,0 13-795,0-16 795,0 1 0,2 6 0,-1-7 0,0 5 258,1-6-258,-1-6 32,1 2 1,0-9 0,0-2 0</inkml:trace>
  <inkml:trace contextRef="#ctx0" brushRef="#br0" timeOffset="1.58056E6">2818 12823 5734,'-2'5'0,"-1"1"0,1 2 0,-1 3 0,1 0 0,-4 18 0,3-10 0,0 5 0,-1 0 0,3-2 0,-2 10 0,3-11 0,1-7 0,2 12 0,-1-15 0,1 5 0,-1-11 0,2-1 0</inkml:trace>
  <inkml:trace contextRef="#ctx0" brushRef="#br0" timeOffset="1.58081E6">2973 12912 5734,'-4'12'0,"0"0"0,-1 2 0,0 2 0,-6 12 0,4-5 0,-2 4 0,0-1 0,0 2 0,-5 16 0,5-13 0,3-8 0,-1 4 0,3 2 0,2-16 0,2 7 0,3-21 0,2-2 0</inkml:trace>
  <inkml:trace contextRef="#ctx0" brushRef="#br0" timeOffset="1.58109E6">2980 13141 5734,'10'-5'0,"4"0"0,-5 2 0,10 1 0,-9 3 0,7 4 0,-9 9 0,-2-2 0,-4 6 0,-3-6 0,-1 0 0,-1 5 0,1-4 0,2 9 0,2-14 0,2 3 0,19-16 0,-10-1 0,14-10 0,-13 3 0</inkml:trace>
  <inkml:trace contextRef="#ctx0" brushRef="#br0" timeOffset="1.58131E6">3244 12834 5734,'19'23'0,"-4"-4"0,6 12 0,-3 6-669,-6-5 669,-5-5 0,-2 2 0,-5 2 0,-3-1 0,1-4 0,-1-1 0,-3 5 0,-3-2 0,-6 0 0,1-8 0,-2 0 0,-10 9 0,8-10 0,0-1 0</inkml:trace>
  <inkml:trace contextRef="#ctx0" brushRef="#br0" timeOffset="1.58194E6">903 13844 5734,'38'1'0,"-4"0"0,-10-1 0,2 1-1639,10-1 1,0 0 1155,-5 1 1,1-1 482,12 1 0,3 0 0,-8 0 0,1 1 0,0 0-498,-8 0 1,0-1 0,1 1 497,11 0 0,2 1 0,2 0 0,-10 0 0,2 1 0,0-1 0,-3 0 0,4 1 0,-2-1 0,4 1 0,-4 0 0,5 0 0,3 1 0,0-1 0,-3 0 0,-4 0 0,7 0 0,-5 0 0,3 1 0,-8-2 0,3 1 0,1 0 0,1 0 0,0-1 0,4-1 0,2-1 0,-1-1 0,-1 0 0,-5 0 0,4 0 0,-5-1 0,3 0 0,-4 1 0,3-1 0,1 0 0,-3 0 0,-6 0 0,4-3 0,-8-1 0,-4 1 0,1-1 0,-22 0 0,-6 0 0,-6-2 0</inkml:trace>
  <inkml:trace contextRef="#ctx0" brushRef="#br0" timeOffset="1.58515E6">1327 14499 5734,'12'-1'0,"0"0"0,16-7 0,-10 1 0,10-12 0,0-2 0,-8 3-591,0-1 1,-3-1 590,-11 6 377,-1 1-377,-6-5 195,-1 5-195,-8-4 0,2 10 0,-4 1 0,-15 16 0,13-5 0,-12 13 0,18-7 0,3 3 0,2 13 0,3-4 609,2 9-609,8 2 0,-2-9 0,5 7 0,10 1 0,-7-14 0,4-3 0,0-2 0,-1-8 0,9-1 0,-15-8 0,-1-4 0,-3-1 0,0-4 0,-2-2 0</inkml:trace>
  <inkml:trace contextRef="#ctx0" brushRef="#br0" timeOffset="1.58546E6">1681 14049 5734,'6'1'0,"0"3"0,-1 2 0,2 2 0,3 11 0,-2-3 0,3 8 0,-3 11 0,-6-11 0,-2 24-849,-5-24 849,-4 7-128,-12 10 128,6-16 0,-6 9 0,11-25 0,-7-12 0,7-4 0,-8-9 0,11-2 0,0-3 0</inkml:trace>
  <inkml:trace contextRef="#ctx0" brushRef="#br0" timeOffset="1.58559E6">1638 13974 5734,'4'-4'0,"1"1"0,3 3 0,-2 0 0,3 0 0,-4 2 0,2 0 0,-1 1 0</inkml:trace>
  <inkml:trace contextRef="#ctx0" brushRef="#br0" timeOffset="1.58618E6">1860 14064 5734,'-1'24'0,"1"-2"0,0-9 0,1-1 0,1 0 0,0-2 0,1-1 0,-1-2 0,1-1 0,0-1 0,4-2 0,-1-2 0,12-7 0,-8-1 0,9-11 0,-11 7 0,3-5 0,-4-1 0,-2 7 0,0-4 0,-3 8 0,-1 3 0,0 2 0,0 4 0,0 3 0,3 6 0,0-1 0,9 12 0,-4-12 0,7 6 0,4-10 0,-6-5 0,7-2 0,-10-5 0,4-7 0,-5 1 0,2-6 0,-7-12 0,-3 11 0,-1-11 0,-4 15 0,0-1 0,-2 3 0,-1 0 0,0 2 0,-1-1 0,3 3 0,-1-1 0</inkml:trace>
  <inkml:trace contextRef="#ctx0" brushRef="#br0" timeOffset="1.58651E6">2304 13881 5734,'-10'18'0,"-4"10"0,8-12 0,-6 14 0,5-14 0,-2 4 0,1 1 0,2-6 0,-2 7 0,4-8 0,0-1 0,0-3 0,3-6 0,0-2 0,2-2 0</inkml:trace>
  <inkml:trace contextRef="#ctx0" brushRef="#br0" timeOffset="1.58679E6">2398 13967 5734,'-4'14'0,"0"0"0,-4 16 0,3-10 0,-3 12 0,3-8 0,1-6 0,0 9 0,2-14 0,0 2 0,1-3 0,1-5 0,2-1 0,1-8 0,2-3 0</inkml:trace>
  <inkml:trace contextRef="#ctx0" brushRef="#br0" timeOffset="1.58706E6">2469 14062 5734,'7'-3'0,"9"-3"0,-5 2 0,10 0 0,-14 5 0,2 3 0,-8 1 0,-1 5 0,0 0 0,-3 8 0,3-5 0,-2 4 0,4-1 0,0-7 0,11 0 0,-4-10 0,8-5 0,-7-5 0,1-2 0</inkml:trace>
  <inkml:trace contextRef="#ctx0" brushRef="#br0" timeOffset="1.58739E6">2116 13827 5734,'2'13'0,"0"7"0,1-4 0,10 28 0,-7-25 0,5 14 0,-7-23 0,0-3 0,-1-1 0</inkml:trace>
  <inkml:trace contextRef="#ctx0" brushRef="#br0" timeOffset="1.59076E6">6608 9615 5734,'-39'0'0,"0"0"0,0 0 0,0 0 0,0 0 0,-1 3 0,-4 3 0,-2 0 0,0 1 0,2 1 0,4 0 0,5-1-1093,-1 3 1,7 0 0,-4 2 615,-4 0 0,-4 2 1,-1 1-1,2 0 0,8-1 440,-4 8 1,7-1 36,-2 2 0,1 2 0,4 1 0,0 3 0,1 0 0,-2 5 0,1 1 0,4-4 0,0 2 0,2-1 0,1 6 0,2-1 0,1 3 0,2 0 0,0 1 0,2 2 0,2 0 0,2 2 0,1 0 0,2 0 0,2 1 0,2 0 0,2-1 0,2 2 0,4-5 0,2 2 0,2-2 0,-2-10 0,1-1 0,1 0 0,5 9 0,2 0 0,1-3 0,8 1 0,1-3 0,4-1 0,2-2 0,3-2 0,2-2 0,-12-10 0,1-1 0,1-1 0,1-1 0,0-1 0,4-1 0,0-2 0,4-1 0,1-2 0,-2 0 0,3 0 0,-2-2 0,3-1 0,-3-1 0,4 0 0,-1-2 0,-3-1 0,1-3 0,-2-1 0,0-1 0,0-1 0,1-1 0,-1-1 0,0-1 0,-1-1 0,0-1 0,-1 0 0,0-1 0,-1-1 0,-1-1 0,-1 0 0,1-3 0,7-7 0,1-3 0,-3 0 0,-9 6 0,-3 0 0,0-6 0,-3-2 0,2-6 0,-1-2 0,-3-1 0,-4 1 0,-5 1 0,-5 0 0,-1 0 0,0-2 0,2-6 0,1-1 0,-1-1 0,-5 3 0,-5-6 0,-5 3 0,-2 3 0,-3-4 0,-4 1 0,-1 7 0,-2-1 0,0 3 0,-4-5 0,0 2 0,2 8 0,0-1 0,-1 4 0,0 3 0,0 3 0,1 3 0,1 1 0,-17-8 0,7 6 0,3 5 0</inkml:trace>
  <inkml:trace contextRef="#ctx0" brushRef="#br0" timeOffset="1.59198E6">5302 11308 5734,'-23'13'0,"1"7"0,-2 7 0,1-3 0,6-3 0,-1 0-1093,-5 8 1,-3 3 0,5-3 560,7-6 1,3 1 531,-4 8 0,-1 4 0,2-2 0,0-2 0,1 3 0,1 1 0,-2 7 0,1 1 0,2-7-639,2 0 1,2-1 638,0 0 0,-1 4 0,3-2 0,2 8 0,2-2 0,1-10 0,0 1 0,1 11 0,1-2-59,1-12 1,0-1 58,0 1 0,1 0 0,0-1 0,2 2 0,1 6 0,2 4 0,-1-2 0,1-3 0,1 2 0,3 0 0,2 5 0,0 1 0,0-8 0,-1-2 0,3-1 0,1-1 0,3 6 0,2-2 0,-4-5 0,0-3 0,0-2 0,0 0 0,2 2 0,-2-4 0,11 11 0,-1-2 0,-1-3 0,-2-2 0,-9-9 0,0 0 0,8 10 0,-10-11 0,0-1 1260,1 7-1260,0-1 416,3 8-416,0 3 0,-3-7 0,-3-4 0,-9-17 2021,1-2-2021,0-2 1415,-3-5-1415,1-4 155,-2-7 1,0-6-1,1-4 1</inkml:trace>
  <inkml:trace contextRef="#ctx0" brushRef="#br0" timeOffset="1.59417E6">5936 13201 5734,'3'47'0,"-1"0"0,0-17 0,0 0 0,1 16 0,0-1-2754,2 0 2754,-1-3 0,2-3-247,-1-3 247,1-5 0,-1-1 264,1-4-264,-2-3 0,2-2-23,-1-3 23,0-4 1268,0-1-1268,0-1 954,2 0-954,-2-3 506,3 1-506,-3-5 32,1-1-32,0-1 0,1 0 0,1 0 0,0-2 0,34 0 0,-18-1-728,9 0 1,1-1 727,0-1 0,-11 1 0,3-1 0,13 0 0,0 0 0,-14 1 0,2 0 0,14 0 0,6 0 0,-6 0 0,-10 1 0,-1-1 0,1 1 0,3 0 0,-2 0 0,11 0 0,-1 0 0,-11 0 0,1 1 0,2-1-728,4 0 1,3 1-1,1-1 1,-4 1 727,0-1 0,-2 0 0,0 0 0,6 1 0,2 0 0,-4-1-685,7 0 1,-4-1 684,-9 1 0,0-1 0,9 0 0,-2 1 0,-12-1 0,-2 0 0,-1 0 0,0 0 0,-1 1 0,0-1 0,6-1 0,1 0 0,14 0 0,-7 0 0,-2 0 0,-2 0 936,11 0-936,-25 1 0,-9 0 2064,2 1-2064,-6 0 2017,-3 0-2017,-1 0 717,-1 0-717,-2 0 0,0 0 0,1 0 0,0 0 0,1 0 0,2 0 0,0 0 0,1 0 0,0 0 0,2-1 0,0 0 0,1-1 0,0 0 0,4-5 0,-2 0 0,2-3 0,-5-1 0,3-8 0,-4 2 0,3-18 0,-4 11 0,1-10 0</inkml:trace>
  <inkml:trace contextRef="#ctx0" brushRef="#br0" timeOffset="1.60422E6">8586 11662 5734,'-13'25'0,"-2"3"0,-4 11 0,-2 2-939,7-14 0,0 2 939,-2 5 0,-2 7 0,-1 0 0,4-6-1401,0 3 0,1-2 1401,0 2 0,-2 3 0,4-3 0,3-5 0,2-2-221,0 2 0,1-1 221,1 1 0,2-1 0,0 1 0,1-1 0,1 0 0,1-1 0,2 0 0,1 0-306,0-1 0,2-1 306,1 0 0,1-1 0,0 0 0,2-1 0,1-2 0,1 1 0,0-3 0,3 1 122,9 7 1,3-2-123,-5-7 0,1-2 0,8 6 0,1-2 0,-6-11 0,0-2 0,0 0 0,0 0 0</inkml:trace>
  <inkml:trace contextRef="#ctx0" brushRef="#br0" timeOffset="1.60506E6">12512 11389 5734,'-7'-14'0,"14"12"0,3 10 0,13 13-1639,-8 1 1,0 3 1506,-2-3 0,0 2-503,5 10 1,-1 2 634,-4-4 0,-1 0 0,0 3 0,0 2 0,-1 2 0,-1 1 0,0 3 0,-1 1 0,-1 1 0,-1 2-308,-3-15 0,-1 1 0,0 0 308,-1 0 0,-1 1 0,-1 0 0,0 0 0,0 0 0,-2 3 0,-2-2 0,0 4 0,-1-1 0,0-2 0,-1 2 0,0-2 0,-1 2 0,-2 9 0,-1 1 0,-1-3 0,-1 1 0,-2-3 0,0-2 0,-1-1 0,0-3 0,-2 0 0,0-8 0,-1 0 0,0-1 0,-2 0 0,-1-1 0,-6 5 0,-1 0 0</inkml:trace>
  <inkml:trace contextRef="#ctx0" brushRef="#br0" timeOffset="1.61516E6">12372 14727 5734,'2'3'0,"0"-2"0,-3-1 0,-1 1 0,-1 2 0,-1 0 0,1-1 0,1 0 0,0-1 0,1 1 0,0-1 0,-1 1 0,0-1 0,-1 0 0,1 0 0,-1 0 0,1 1 0,-2 1 0,1 0 0,0-1 0,0 0 0,1-1 0,-1 1 0,1 0 0</inkml:trace>
  <inkml:trace contextRef="#ctx0" brushRef="#br0" timeOffset="1.63817E6">5249 14300 5734,'-14'3'0,"1"-1"0,-9 0 0,1-1 0,-10 0 0,1-1 0,-2-1 0,-13 1-1093,14-1 1,-4 1 0,3 0 1041,4-1 1,1 1 50,-9-1 0,-2 1-503,-1-1 1,3 0 502,7 1 0,2 0-41,-8-1 1,0 1 40,1 1 0,2 0 0,-6 0 0,7-1 0,2-1 0,13 1 0,-3-2 0,33 0 0,-4 2 0,18 0 0,-10 3 0,17 7 0,-12-4 0,14 3 0</inkml:trace>
  <inkml:trace contextRef="#ctx0" brushRef="#br0" timeOffset="1.63846E6">4516 14271 5734,'-39'18'0,"16"-5"0,-11 7-707,21-6 707,4 0 0,7 14 0,4-10 0,9 7 0,15-8 0,-3-8 0,11 3 0</inkml:trace>
  <inkml:trace contextRef="#ctx0" brushRef="#br0" timeOffset="1.63926E6">5334 15700 5734,'-24'1'0,"-11"1"0,8-1 0,-13 1 0,5-1 0,-1 0-1639,12 0 1,-1 0 1438,-16 0 1,0 1 199,15-1 0,2 0-299,-3 0 1,1 1 298,-1-1 0,-2 1 0,-3 0 0,-4 1 0,4 0 0,0-1 0,1 1 0,-16 1 0,1 1 0,18-2 0,2 1 0,-11 1 862,-6 2-862,3-1 0,25-4 0,-8 1 0,28-5 0,9 0 1700,-1 2-1700,6-2 1711,-1 1-1711,-5 1 0,1-1 0,2 2 0,-6-1 0,5 0 0</inkml:trace>
  <inkml:trace contextRef="#ctx0" brushRef="#br0" timeOffset="1.63953E6">4526 15710 5734,'-27'18'0,"3"-1"0,3 4 0,7-5 0,-1 5 0,6-6 0,4 10 0,3-9 0,3 8 0,5-12 0,3-1 0,8 1 0,-2-5 0,5 1 0,-6-5 0,7-3 0,-3-2 0,6-2 0</inkml:trace>
  <inkml:trace contextRef="#ctx0" brushRef="#br0" timeOffset="1.64877E6">5121 6876 5734,'5'-1'0,"5"-3"0,-4 1 0,3-1 0,-1-1 0,-1 2 0,1-2 0,-2 2 0,0 0 0,0 0 0,9-3 0,-6 2 0,17-5 0,-14 5 0,14-2 0,-16 5 0,4 0 0,-5 1 0,-1 0 0,2 0 0,1 0 0,-1 0 0,2 0 0,-2 0 0,6 0 0,1 0 0,2 0 0,-2 0 0,-5 0 0,0 0 0,5 0 0,-4 1 0,11 0 0,-9 0 0,5 1 0,-4-1 0,0 0 0,16 2 0,-11-2 0,13 2 0,-7-2 0,-6 0-259,6-1 259,-9 0 0,8 0 0,-6 0 0,6 0 0,-7 0 0,-1-1 0,1 0 0,0-1 0,0 1 0,8-1 0,-6 0 0,15-3 0,-15 1 0,6-1 0,10-2 0,-14 4-408,14-3 408,-18 4-46,-1 0 46,-1 0 0,0 1 246,-1 1-246,0 0 0,-1 1 0,0 0 417,0 1-417,32 3 0,-22-2 0,0 1 0,-2-1 0,-5-1 0,30 4 0,-25-4-423,22 3 423,-29-4 0,-1-1 0,17 1 0,-12-1 0,13 0 0,-15-1 0,1 1-145,1-1 145,0 0 0,1-1 0,1 0 0,1 1 0,0-2 0,11 0 0,-9 1-488,8 1 488,-11 0 0,1 0 158,0 1-158,-1 1 0,0 0 0,0 0 0,-1 1 0,0 0 0,1 0 0,-1 1 0,10 0 0,2 1 0,1 1 0,-1-2 0,0 2 0,2 0 0,-8-2 0,14 4 0,2 0 0,-7-1-524,2 0 1,-2 0 523,-12-4 0,0 0 0,1 0 0,0-1 0,12 2 0,-9-1-130,8 1 130,-12-1 0,21 0 0,-16-1 248,15 1-248,-10 0 0,-2 1 0,4-1 407,-2 0 0,1 0-407,7-1-1016,-9-1 1016,11 0 0,0 0 0,-9 0 0,10 0 0,-2 0 0,-9 1 0,10-1 0,1 1 0,-9-2 0,11 1 0,-22-1 0,0 0 0,15-1 0,-13 2 0,-1-1 0,10-1 0,-1 2 0,-1-1-219,-1 2 219,0-1 0,-3 1 0,1 0 0,9 1-528,-10-1 1,1 0 527,1-1 0,0 1-361,0-1 361,1 0 0,-1 0 0,1 0 0,14 0 0,-10-1-14,10 1 14,-14-2 0,-3 2 0,1-1 0,9 0 0,-9 1 0,-1-1 0,2 0 0,-2 0 127,1 0-127,-2 0 0,1-1 0,-3 1 0,1 0 0,-2 1 0,0 0 0,1 1 0,0 0 0,12 2 0,-10 0 0,-5-1 0,0 0 0,3 2 0,9 0 0,-3 2 0,-9-2 0,6 2 878,-12-3-878,-1 1 753,-2-2-753,-2 1 1051,-1-1-1051,1 0 734,-5 0-734,1 0 185,-5-2-185,-2 0 0,1-1 0,-2 0 0,-5 6 0,0-2 0,-6 5 0,1-3 0</inkml:trace>
  <inkml:trace contextRef="#ctx0" brushRef="#br0" timeOffset="1.67827E6">11645 16850 5734,'8'2'0,"4"-2"0,26-12 0,2-3-1093,-10 2 1,6-3 0,-2 1-100,2-2 0,8-3 1192,-14 6 0,6-2 0,7-3 0,3-2 0,3-1 0,0 0 0,1 1 0,-4 0 0,-2 2 0,-6 2-15,6-2 0,-6 2 1,-1 2-1,2-2 1,5-2 14,-9 4 0,4-2 0,3-1 0,2-1 0,1 0 0,0-1 0,0 1 0,-2 0 0,-2 2 0,-4 2 0,-4 1 0,14-4 0,-6 2 0,-3 2 0,1 0 0,1-1 0,0 0 0,0 1 0,3-2 0,-7 4 0,2-1 0,0 0 0,1 0 0,1 0 0,-2 1 0,8-3 0,-1 0 0,1 1 0,-1-1 0,0 1 0,-1 0 0,0 1 0,0-1 0,0 1 0,-1-1 0,2 1 0,2-1 0,-2 0 0,-2 2 0,-4 0 0,-1 1 0,-4 2 0,0-1 0,7-2 0,1-1 0,-4 2 0,-6 2 0,-2 0 0,3-1 0,-1 0 0,9-3 0,1 0 0,-23 5 0,-6 2 1315,-6 0-1315,-12-2 2883,-4 2-2883,-9-1 0,-3 3 0,-17 1 0,6 0-108,2 2 1,1 0 107,-7-1 0,-10 1-700,6 0 700,10 2-392,-4 0 392,14 0 0,3 0 0,2 0 0,3 1 0</inkml:trace>
  <inkml:trace contextRef="#ctx0" brushRef="#br0" timeOffset="1.67851E6">14176 15621 5734,'43'-8'0,"-4"1"0,-3 7-1505,-9 3 1505,8 2 0,6 14 0,-17-5 0,-2 5 0,-3 3 0,-8 2 0,-7 8 0,-4 1 0,-7 0 0,1-6 0,-3 0 0,-5 1 0,-2-2 0,0-5 0,1-1 0,-4 6 0,0-2 0,-11 5 0,9-14 0,0-5 0,1-4 0,1-4 0</inkml:trace>
  <inkml:trace contextRef="#ctx0" brushRef="#br0" timeOffset="1.67931E6">11833 16580 5734,'2'-5'0,"0"1"0,0 2 0,1 2 0,-2 0 0,1 2 0,-2 0 0,0 0 0,0 1 0,0-1 0,0 1 0,-1 2 0,0 1 0,-3 16 0,-3-1 0,-1 6-315,-3-5 315,5-5 0,-3 0 0,-1 8 0,0-5 0,-2 5 0,4-8 0,-3 5 0,3-6 0,-5 15 0,9-18 0,-2 9 0,5-18 0,1 2 0,1-5 0,0-1 0,3 0 315,1-1-315,2-2 0,4-2 0,11-4 0,-3 2-433,9-4 433,-7 4 0,11-4 0,-6 4-640,8-2 640,-10 3 0,2 1 0,-1 0 0,0 0 0,-2 2 0,2 1 0,-11 2 0,1 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15T02:54:10.7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17027 1982 5734,'-10'18'0,"-3"9"0,4-6 0,-3 7 0,6-2 0,2-7 0,2 6 0,6-3 0,0-7 0,2 4 0,5-7 0,-3-3 0,5 0 0,7-7 0,-7-4 0,17-15 0,-17 3 0,3-17 0,-1-5 0,-6 5-648,0-2 1,-3 1 647,-7 3 0,-2 0-924,-6-11 924,2 10 0,-4-7 0,-6-4 0,7 16 0,-1-6 0,1 1 0,4 9 0,-2-18 0,8 26 0,7-12 0,-1 8 0,6-9 0,3 7 0,-3 7 0,6-4 0,1 4 0,-6 6 1161,4 0-1161,-3 6 264,-4 3 1,2 1-1,-5 2 1</inkml:trace>
  <inkml:trace contextRef="#ctx0" brushRef="#br0" timeOffset="451">17313 1757 5734,'-8'18'0,"-4"8"0,4-8 0,-2 6 0,1 5 0,2 0 0,-1-1-596,1 2 1,0-2 595,5-9 68,1 6-68,2-6 0,0 3 0,5-3 0,-1-7 0,2 3 0,12-3 0,-9-7 0,10 2 0,-13-8 886,7-5-886,-5 1 0,3-4 0,-7 1 0</inkml:trace>
  <inkml:trace contextRef="#ctx0" brushRef="#br0" timeOffset="646">17264 1761 5734,'32'-15'0,"4"1"0,-19 10 0,5 0 0,-8 3 0,-1 0 0</inkml:trace>
  <inkml:trace contextRef="#ctx0" brushRef="#br0" timeOffset="1046">17538 1853 5734,'2'8'0,"0"0"0,-1 16 0,0-7 0,-1 12 0,0-6 0,0 12 0,0-11 0,-1 4 0,0-18 0,0-4 0,-1 0 0,1-7 0,0-1 0,-2-16 0,1 6 0,-2-25 0,3 19 0,0-23 0,2 26 0,1-14 0,0 20 0,4-2 0,-1 9 0,4 4 0,3 4 0,-2 1 0,4 4 0,14 19 0,-15-15-310,14 17 310,-21-22 0,2 6 0,-2-4 0,-1 2 0,-2-4 0,0-3 0,-1-1 0</inkml:trace>
  <inkml:trace contextRef="#ctx0" brushRef="#br0" timeOffset="1470">17834 1753 5734,'7'0'0,"-1"0"0,5 0 0,-2-1 0,5 0 0,8-2 0,-8 0 0,19-6 0,-22 6 0,7-4 0,-16 6 0,1 0 0,-2 1 0,-2 4 0,0 1 0,-3 4 0,1 8 0,0-2 0,0 8 0,2 18 0,1-13 0,1 7 0,1 1 0,1-4 0,0 4 0,0-1 0,1-7 0,-1-1 0,-1-1 0,0-7 0,-1 6 0,-3-10 0,-1-5 0,-7 6 0,-1-9 0,-5-1 0,5-4 0,2-4 0,-1-3 0,6 1 0,0-6 0,7 1 0</inkml:trace>
  <inkml:trace contextRef="#ctx0" brushRef="#br0" timeOffset="1700">18322 1949 5734,'5'-4'0,"-1"1"0,1 3 0,0 0 0,7 1 0,7 1 0,-3-1 0,4 0 0,-10 0 0,-2 0 0,1 1 0,-3-2 0,0 0 0</inkml:trace>
  <inkml:trace contextRef="#ctx0" brushRef="#br0" timeOffset="1865">18289 2054 5734,'14'-2'0,"0"0"0,5 0 0,-4 1 0,6-1 0,2 2 0,-3-1 0,7 0 0</inkml:trace>
  <inkml:trace contextRef="#ctx0" brushRef="#br0" timeOffset="2498">18834 1982 5734,'12'-11'0,"-3"3"0,0-3 0,-2-6 0,-3 6 0,1-16 0,-4 14 0,-3-17 0,0 15 0,-2-8 0,-2 4 0,2 5 0,-3-4 0,0-1 0,1 4 0,-6-16 0,3 9 0,-2-5-234,3 6 234,4 7 0,0-1 0,1-15 0,2 11 0,1-24 0,3 25 0,1-9 0,11 3 0,-6 12 0,12-7 0,-9 14 0,2 1 0,15 4 0,-11 3 234,10 4-234,-11 11 0,-5-4 0,4 6 0</inkml:trace>
  <inkml:trace contextRef="#ctx0" brushRef="#br0" timeOffset="2880">18920 2072 5734,'2'19'0,"-3"11"0,-3-7 0,-3 12 0,-3 8-2499,2-8 2499,-2 11 0,8-3 0,1-2 0,3-1 0,0 0 0,2-5 0,8-19 692,1-3-692,3-7 0,6-5 0,1-4 0</inkml:trace>
  <inkml:trace contextRef="#ctx0" brushRef="#br0" timeOffset="3783">19313 1451 5734,'2'-7'0,"1"0"0,5-10 0,-4 5 0,10-20 0,-9 17 0,5-11 0,-4 6 0,-1 4 0,1-4 0,-3 4 0,-1 5 0,1-2 0,-2 6 0,1 3 0,-1 1 0,-3 20 0,1-6 0,-2 17 0,2-11 0,-1 11 0,0-6 0,0 26 0,1-24 0,1 13 0,0-14 0,0-4 0,1 13 0,1-18 0,3 7 0</inkml:trace>
  <inkml:trace contextRef="#ctx0" brushRef="#br0" timeOffset="3969">19604 1591 5734,'-7'32'0,"0"-4"0,4-14 0,-4 7 0,2-4 0,-1 3 0,2-8 0</inkml:trace>
  <inkml:trace contextRef="#ctx0" brushRef="#br0" timeOffset="4613">20369 1216 5734,'-2'-6'0,"1"0"0,1 5 0,1 1 0,-1 8 0,1 0 0,-2 8 0,-1 19 0,0-9 0,-1 6 0,1 1 0,1-1 0,-1-9 0,1 2 0,1 22 0,0-23 0,0 14 0,0-29 0,0-3 0,1-1 0,0-4 0,2-16 0,-2 3 0,0-13 0,0-22 0,0 19-335,0 4 1,1 0 334,0 4 0,5-16 0,-3 16-278,10-16 278,-5 26 0,12 1 0,-9 10 0,14 17 0,-14-3 0,5 11 0,-7 3 0,-3-7 649,1 7-649,-2 0 0,-1-8 298,0 6-298,-1-1 0,0-6 0,0 4 0,-2-12 0,0-5 0,0-5 0,0-1 0</inkml:trace>
  <inkml:trace contextRef="#ctx0" brushRef="#br0" timeOffset="4913">20736 1359 5734,'0'-4'0,"0"1"0,4 3 0,0 2 0,4 1 0,-2 1 0,1-1 0,10 1 0,-7-2 0,20 2 0,-15-3 0,31 6 0,-31-5 0,17 3 0,-27-4 0,-1 1 0</inkml:trace>
  <inkml:trace contextRef="#ctx0" brushRef="#br0" timeOffset="5097">20736 1491 5734,'15'0'0,"2"-1"0,5-1 0,-3 0 0,15 3 0,9 1 0,-11 0 0,7 0 0</inkml:trace>
  <inkml:trace contextRef="#ctx0" brushRef="#br0" timeOffset="5413">21269 1342 5734,'-15'8'0,"0"1"0,2 2 0,-6 12 0,3-2 0,-3 10 0,9-8 0,1 0 0,-2 7 0,8 9 0,3-1 0,5-12-550,12 18 550,-3-38 0,23-9 0,-12-3-611,15-10 611,-19-1 0,0-3 0,-4-3 0,0-2 0,-1-12 0,-7 8 0,-2-9 0,-20-2 0,1 16 0,-15-5 0,4 21 0,-3 4 0</inkml:trace>
  <inkml:trace contextRef="#ctx0" brushRef="#br0" timeOffset="6113">19406 2303 5734,'-4'5'0,"-2"6"0,2-1 0,-1 4 0,1 3 0,2-5 0,1 4 0,2-1 0,6 2 0,-2-5 0,4-2 0,-3-9 0,6-6 0,-3 0 0,4-4 0,-1-6 0,-4 3 0,1-5 0,-1 0 0,-4 5 0,1-2 0,-5 3 0,-1 4 0,-1-2 0,-10 7 0,4 2 0,-8 4 0,7 1 0,-1 2 0</inkml:trace>
  <inkml:trace contextRef="#ctx0" brushRef="#br0" timeOffset="6489">19585 2407 5734,'-3'3'0,"0"0"0,1 0 0,0 0 0,-1 2 0,0 3 0,0-1 0,-1 14 0,2-9 0,0 9 0,3-5 0,0-4 0,0 4 0,1 0 0,0-6 0,-1 3 0,0-10 0,-3-3 0,0-3 0,0 0 0,0-4 0,-1 2 0,-13-10 0,7 4 0,-9-4 0</inkml:trace>
  <inkml:trace contextRef="#ctx0" brushRef="#br0" timeOffset="7194">20524 2457 5734,'-2'19'0,"-1"1"0,1-11 0,-1 1 0,1-7 0,0-2 0,2-7 0,-1-1 0,2-4 0,2-14 0,0 7 0,7-25 0,-5 24 0,4-10 0,-1 12 0,-2 5 0,1-1 0,2 5 0,-3 4 0,5 0 0,11 17 0,-11-5 0,11 13 0,-15-9 0,-2 3 0,2 6 0,-2-5 0,0 6 0,-1-1 0,-1-4 0,0 3 0,2-2 0,-2-6 0,2 3 0</inkml:trace>
  <inkml:trace contextRef="#ctx0" brushRef="#br0" timeOffset="7562">20929 2062 5734,'-2'8'0,"1"0"0,0 1 0,2 2 0,-1 3 0,3 12 0,0-3 0,0 9 0,0-7 0,-1 1 0,1 6 0,1 6 0,0 0 0,-1-6 0,0-8 0,0 0 0,1 5-252,-1-10 252,0 4 0,-1-6 0,2-3 0,0-2 0,2-6 0</inkml:trace>
  <inkml:trace contextRef="#ctx0" brushRef="#br0" timeOffset="8179">21198 2353 5734,'-9'-8'0,"1"3"0,-1-1 0,-2 3 0,3 2 0,-3 2 0,-5 9 0,6-3 0,-7 8 0,7 4 0,3-3 0,-4 14 0,4 2 0,3-6 0,1 2 0,4-15 0,2-3 0,2 2 0,0-6 0,12-3 0,-7-7 0,9-4 0,4-21 0,-10 11-531,9-18 531,-13 17 0,-1 0 0,3-9 0,-6 8 0,0-4 0,-5 9 0,0-2 0,-1 5 0,1 0 0,-2 3 0,2 5 531,-2 0-531,1 6 0,0 1 0,-1 4 0,-1 16 0,2-7 0,-1 28 0,3-23 0,5 26 0,-2-27 0,4 12 0,-3-20 0,2 0 0,-1-7 0,11-10 0,-6 0 0,8-7 0,-11 0 0,-1-1 0,2-8 0,-3 4 0,2-5 0,-2 2 0,-2 6 0,0-1 0,-1 4 0,-3 8 0,2 2 0,-2 9 0,3 23 0,-1-10 0,2 7 0,1 0 0,0-3 0,4 13 0,-3-16 0,-2-7 0,0 2 0,-3-9 0,0-3 0,0-2 0,1-6 0,1-1 0</inkml:trace>
  <inkml:trace contextRef="#ctx0" brushRef="#br0" timeOffset="8731">21460 2429 5734,'-2'22'0,"-1"2"0,3-17 0,-1 2 0,1-7 0,0-1 0,0-5 0,-1-1 0,2-8 0,0 3 0,1-4 0,-1-9 0,1 8 0,5-19 0,-2 19 0,11-15 0,-8 19 0,6-5 0,-5 8 0,-3 4 0,2 0 0,2 10 0,-3 1 0,7 18 0,-8-10 0,3 17 0,-4-4 0,-2-4 0,2 1 0,-4-13 0,0-1 0,-1 3 0,-1-4 0,1 0 0,0-6 0,0-2 0</inkml:trace>
  <inkml:trace contextRef="#ctx0" brushRef="#br0" timeOffset="9450">21647 2497 5734,'-3'4'0,"2"-2"0,0-7 0,2 0 0,1-5 0,2-10 0,2 0 0,2-5 0,-2 5 0,0 7 0,7-11 0,-4 9 0,10-13 0,-11 17 0,7-6 0,-11 12 0,2 0 0,-2 7 0,-2 2 0,3 3 0,0 7 0,-1-1 0,1 5 0,2 11 0,-2-9 0,5 20 0,-6-24 0,5 10 0,-3-16 0,4-1 0,-2-6 0,2-5 0,3-8 0,-3 0 0,3-5 0,1-4 0,-5 4 0,3-6 0,-3 2 0,-4 5 0,3-7 0,-5 9 0,0 1 0,-2 2 0,-1 7 0,-1 1 0,1 5 0,-3 17 0,2-5 0,0 11 0,1 2 0,1 3-197,0-6 0,0 1 197,2-2 0,-1-1-1232,4 16 1232,-2-15 0,1 2 0,2 7 0,1-1 0,2 9 0,-2-11 0,-1 0 0,-1-4 0,-1-3 0,-1-4 0,-2 2 0,-2-9 0,-4 1 0,-26-15 0,10-1 0,-19-8 0,18 2 0,-17-12 0,14 7 344,-12-7-344,13 0 0,11 7 1282,-2-9-1282,19 1 0,1 8 0,14-10 0,-4 13 0,6-2 0,-6 3 0</inkml:trace>
  <inkml:trace contextRef="#ctx0" brushRef="#br0" timeOffset="9914">22228 2310 5734,'-10'-9'0,"2"4"0,-5-1 0,-2 6 0,3 0 0,-5 3 0,-7 10 0,9-3 0,-8 9 0,7 2 0,5-5 0,-2 5 0,4-2 0,4-6 0,0 3 0,3-6 0,2-4 0,1 0 0,4-6 0,0 0 0,4-5 0,13-21 0,-10 9-499,11-17 499,-15 17 0,0-1-286,6-9 286,-7 12 0,5-7 0,-8 18 0,1 2 0,2 11 0,0 5 0,1 3 0,-1 3 0,-3-3 0,0 1 0,1 13 0,-2-12 0,0 13 0,-5-23 484,-3 2-484,-3-11 0,-2-3 0,-2-2 0</inkml:trace>
  <inkml:trace contextRef="#ctx0" brushRef="#br0" timeOffset="10183">21281 2013 5734,'5'10'0,"10"4"0,-4-6 0,18 8 0,-13-11 0,7 4 0</inkml:trace>
  <inkml:trace contextRef="#ctx0" brushRef="#br0" timeOffset="12080">18164 4692 5734,'-1'4'0,"0"0"0,6-1 0,0-1 0,19 4 0,-6-2 0,15 2 0,7-1-1779,-6-1 1779,-11-1 0,3 0 0,5-1 0,0 0 0,-5 0 0,0 0 0,9-1 0,3 1 0,4 0 0,1 0 0,-9-1 0,2 1 0,9-1 0,4 1 0,-15 0 0,2-1 0,-2 1 0,5 0 0,4 0 0,-1 1 0,5 0 0,3 0 0,-4 0 0,1 1 0,-1 0 0,1-1-632,-5 1 1,1-1-1,0 0 1,-2 1 631,4-1 0,-2 1 0,-3 0 0,4-1 0,1 0-358,-5 0 1,4 0 0,1 0 0,-4-1 357,-4 0 0,-2 0 0,2-1 0,3 1 0,3 1 0,1-1 0,-3-1 0,4 0 0,-3-1 0,-1 0 0,-8 0 0,-2 0 0,2 0 0,7 0 0,2 0 0,1 0 0,-5-1 0,1 0 0,0 0 0,-3 0 0,11 0 0,-1 0 0,1 0 0,2-1 0,-6 1 0,-9 0 0,-4 0 0,0 1 0,-1-1 0,-2 1 0,1 0 0,15 0 0,0 0 0,-18 0 0,1 1 0,7 0 0,3 1 0,-5-1 0,4 1 0,-4 0 0,-2 0 0,-7-1 352,4 1-352,-5 0 0,-8-1 2406,4 0-2406,-7 0 1821,-4-1-1821,-1 1 0,-5 0 0,-1 1 0</inkml:trace>
  <inkml:trace contextRef="#ctx0" brushRef="#br0" timeOffset="13064">19842 3579 5734,'-4'25'0,"0"-1"0,-1 14 0,1-1 0,0 2-913,1-9 0,1 6 1,0-4 912,0 15 0,0-11 0,1 4 0,1-4 0,-1-11 0,1 0 0,0 10 0,0 6 0,0-6 0,0 11 0,-1-13 0,1 3 0,-1-4 0,1 9 0,-1-11 0,-1 1-309,-1 11 309,0-11 0,0 7 84,-1-6-84,2-8 0,-1 4 0,1-5 0,1-8 0,1 3 0,-3 5 0,2-11 1224,-2 7-1224,3-12 982,0-1-982,0 2 757,1-2-757,-1 1 0,-1 0 0,0-2 0,0 1 0,1 2 0,0-4 0,-1 2 0,1-4 0,0 0 0,0 2 0,-1-1 0,1 1 0,0 0 0,0-1 0,0 3 0,0-5 0,0 2 0,0-7 0,-1 2 0,-1-6 0,0 4 0,1-4 0,0-1 0</inkml:trace>
  <inkml:trace contextRef="#ctx0" brushRef="#br0" timeOffset="13761">19691 5132 5734,'-3'12'0,"-3"14"0,5-11 0,-3 11 0,4-4 0,0-6 0,1 5 0,2-4 0,2-5 0,1 1 0,5-6 0,0-4 0,4-1 0,6-8 0,-5 0 0,5-5 0,-2-4 0,-3-3 0,0-5 0,-8 4 0,-5 3 0,-9 1 0,0 5 0,-4-4 0,-4 3 0,3 3 0,-3-1 0,-6-1 0,12 4 0,-7-4 0</inkml:trace>
  <inkml:trace contextRef="#ctx0" brushRef="#br0" timeOffset="14207">20380 4674 5734,'-1'33'0,"0"-3"0,1-19 0,0 5 0,0-4 0,-1 3 0,0-1 0,-1-3 0,1 3 0,2 4 0,0-7 0,2 6 0</inkml:trace>
  <inkml:trace contextRef="#ctx0" brushRef="#br0" timeOffset="14602">20887 4732 5734,'-3'10'0,"1"-1"0,2 8 0,0-5 0,0 14 0,0-13 0,0 5 0,1 0 0,1-6 0,1 8 0,0-8 0,-1 0 0,0-4 0</inkml:trace>
  <inkml:trace contextRef="#ctx0" brushRef="#br0" timeOffset="15068">20525 5175 5734,'0'18'0,"1"-1"0,1 6 0,-1-9 0,1 9 0,-2-13 0,2 1 0,0-5 0,1 2 0</inkml:trace>
  <inkml:trace contextRef="#ctx0" brushRef="#br0" timeOffset="15346">20892 5122 5734,'0'14'0,"0"9"0,0-6 0,0 18 0,0-18 0,0 11 0,0-18 0,0 1 0</inkml:trace>
  <inkml:trace contextRef="#ctx0" brushRef="#br0" timeOffset="15966">19286 4689 5734,'0'28'0,"0"-9"0,0 26 0,0-24 0,-1 7 0,1 0 0,0-9 0,0 15 0,1-27 0,1-2 0</inkml:trace>
  <inkml:trace contextRef="#ctx0" brushRef="#br0" timeOffset="16249">18937 4628 5734,'-5'12'0,"-1"7"0,4-6 0,-2 6 0,0 5 0,1-5 0,-1 5 0,-2 0 0,1-7 0,-1 6 0,2-9 0</inkml:trace>
  <inkml:trace contextRef="#ctx0" brushRef="#br0" timeOffset="17000">19249 5182 5734,'0'20'0,"1"-5"0,0 14 0,1-15 0,0 14 0,-2-18 0,0 4 0</inkml:trace>
  <inkml:trace contextRef="#ctx0" brushRef="#br0" timeOffset="17848">18717 5166 5734,'6'-1'0,"3"-2"0,-5 2 0,4-1 0,-4 1 0,1 1 0,1 0 0,-2 1 0,1 0 0,1 0 0,-1 1 0,2 0 0,7 1 0,-5-1 0,5 1 0,-7-1 0,-2-1 0,0 1 0,-2 0 0,-3 0 0,-1-1 0</inkml:trace>
  <inkml:trace contextRef="#ctx0" brushRef="#br0" timeOffset="18297">18916 5107 5734,'0'7'0,"-1"5"0,-1-2 0,-6 16 0,4-12 0,-3 19 0,5-20 0,0 5 0,1-9 0,1-3 0,1 2 0,4-3 0,1-1 0,2-1 0,3-3 0,-3-2 0,4-2 0,-3 0 0</inkml:trace>
  <inkml:trace contextRef="#ctx0" brushRef="#br0" timeOffset="19092">19084 5206 5734,'4'1'0,"0"-1"0,-2 0 0,3 0 0,0 1 0,6 0 0,-4 0 0,5 1 0,6 1 0,-6-1 0,7 1 0,-10-2 0,0 0 0</inkml:trace>
  <inkml:trace contextRef="#ctx0" brushRef="#br0" timeOffset="20098">20484 5098 5734,'-9'32'0,"2"-3"0,2-3 0,2-10 0,-2 10 0,3-11 0,0-5 0,0 1 0,-2-2 0,3-6 0,-2 1 0,5-10 0,-1 1 0,2-3 0,0-5 0,0 2 0,2-6 0,-1-2 0,-1 5 0,1-8 0,-2 13 0,1-4 0,-2 11 0,1 2 0,0 6 0,-1 4 0,0 0 0,-1 1 0,0-4 0,0 0 0</inkml:trace>
  <inkml:trace contextRef="#ctx0" brushRef="#br0" timeOffset="20776">20822 5119 5734,'13'-4'0,"6"-2"0,-6 2 0,21-3 0,-21 6 0,13 1 0,-22 3 0,0 7 0,-5-1 0,-3 5 0,-6 5 0,2-3 0,-5 5 0,0 1 0,4-7 0,-3 4 0,4-4 0,3-6 0,1 1 0,3-4 0,2-2 0,1 0 0,7-1 0,0-1 0,6-1 0,15-3 0,-10 0 0,12-3 0,-17 1 0,0-1 0,-1-1 0,-1-1 0</inkml:trace>
  <inkml:trace contextRef="#ctx0" brushRef="#br0" timeOffset="22249">21695 5151 5734,'-2'15'0,"-1"23"0,2-18-681,-1 18 681,1-22 0,0-1 221,1 5-221,-1-8 113,1 5-113,0-12 0,0-4 0,0-8 347,0-4-347,2-16 0,0 11 0,3-24 0,-2 24 0,5-16 0,-5 20 0,4-4 0,0 9 0,-1 2 0,4 0 0,5 6 0,-2 2 0,5 2 0,3 7 0,-5-3 0,4 8 0,-1 2 0,-6-5 0,10 14 0,-24-22 0</inkml:trace>
  <inkml:trace contextRef="#ctx0" brushRef="#br0" timeOffset="22955">20522 5181 5734,'-5'22'0,"0"-3"0,4-14 0,0-2 0,0 0 0,-1 0 0,1-2 0,0-9 0,0 2 0,-1-9 0,0 6 0,0-1 0,-1 2 0,1 2 0,-1 0 0,1 3 0,1 2 0,-2 0 0,0 5 0,-1 0 0,-2 4 0,-1 4 0,2-3 0,-1 3 0,2-2 0,2-4 0,-1 0 0,2-2 0,0-2 0,2-1 0,3-7 0,-1 3 0,1-4 0,-1 6 0,1-2 0,1-1 0</inkml:trace>
  <inkml:trace contextRef="#ctx0" brushRef="#br0" timeOffset="24949">19858 3622 5734,'-8'8'0,"1"-2"0,-2 0 0,-4-2 0,4-3 0,-4 0 0,3-5 0,4-1 0,-2-1 0,2-4 0,2 1 0,-1-4 0,4 2 0,0 1 0,1-2 0,1 2 0,3-5 0,0 5 0,3-2 0,0 3 0,-1 3 0,1 0 0,0 6 0,-2 0 0,10 19 0,-10-10 0,5 13 0,-10-14 0,0-2 0,-1 1 0,-1-3 0,0-1 0,0 0 0,-1-2 0,-3-3 0,0-2 0,-1-1 0,1-4 0,4 4 0,-1-3 0,2 0 0,0 1 0,1-2 0,1 5 0,0 1 0,1 0 0,0 2 0,2-1 0,-2 1 0,2 0 0,0 2 0,-2 0 0,2 2 0,-2 2 0,-1-1 0,-1 3 0,0 1 0,0-3 0,-2 3 0,-2 0 0,0-2 0,-1 1 0,-3-1 0,4-3 0,-3 1 0,4-4 0,1-1 0,0 0 0,1-2 0,1-1 0,1 0 0,1-1 0,11-8 0,-5 5 0,8-6 0,-7 9 0,0 1 0,2 1 0,-4 3 0,2 2 0,-3 4 0,-3 0 0,0 4 0,-3 5 0,-2-5 0,0 5 0,-3-6 0,1-2 0,-3 0 0,1-3 0,-1-1 0,-1 0 0,-11-3 0,7-1 0,-14-5 0,14 0 0,-3-2 0,0-7 0,6 4 0,-3-18 0,11 17 0,0-7 0,4 13 0,0 0 0,7 2 0,-3 1 0,5 3 0,-2 4 0,-2 1 0,5 16 0,-9-11 0,1 11 0,-7-13 0,-2-1 0,-4 2 0,0-3 0,-4 1 0,-1-2 0,4-2 0,-3-1 0,4-2 0,2-2 0,0-1 0,2-4 0,4 0 0,2-3 0</inkml:trace>
  <inkml:trace contextRef="#ctx0" brushRef="#br0" timeOffset="34747">8180 7616 5734,'5'4'0,"-1"0"0,1-2 0,0-1 0,4 1 0,8-1 0,-3 1 0,9-1 0,17 2 0,-16-1-380,16 1 380,-25-2 0,-2 0 0,2 1 0,-5-2 0,1 1 0,-5-1 0,-3 1 0,-3-1 0,-1 0 0</inkml:trace>
  <inkml:trace contextRef="#ctx0" brushRef="#br0" timeOffset="34999">8147 7806 5734,'7'-1'0,"1"-1"0,7-4 0,-2 0 0,4-1 0,8-3 0,-9 5 0,15-4 0,-11 5 0,10 0 0,-11 2 0,4 1 0,-17 1 0,2 0 0,-5-1 0,1 0 0</inkml:trace>
  <inkml:trace contextRef="#ctx0" brushRef="#br0" timeOffset="37414">8976 7231 5734,'-1'-5'0,"1"2"0,1 4 0,0-1 0,0 3 0,0-3 0,0 4 0,0-4 0,0 0 0,2 1 0,-1-1 0,5 0 0,-1-1 0,0 0 0,-1 0 0,-1 1 0,0-1 0,0 1 0,1-1 0,-1 0 0,1 1 0,-3 0 0,1 0 0,-1 0 0,-1 0 0,0 0 0,1 1 0,-1-1 0,1 0 0,-1-3 0,-1 2 0,0-2 0,2 6 0,-2-1 0,2 0 0,-2-2 0,1 1 0,1-1 0,-1 1 0,1-1 0,-6 0 0,3 1 0,-3-2 0,4 1 0,-1-2 0,4 3 0,5 0 0,5 0 0,4-1 0</inkml:trace>
  <inkml:trace contextRef="#ctx0" brushRef="#br0" timeOffset="41475">10420 4964 5734,'0'-14'0,"1"3"0,0-7 0,8-15 0,-3 10 0,1-6 0,1-1 0,0 2 0,2-17 0,1 12 0,-3 8 0,1-1 0,0 0 0,-2 8 0,5-14 0,-10 27 0,-1 1 0,-1 0 0,1 2 0,0 1 0,2 8 0,0-3 0,2 5 0</inkml:trace>
  <inkml:trace contextRef="#ctx0" brushRef="#br0" timeOffset="41940">10246 4931 5734,'6'14'0,"1"-1"0,9 16 0,-6-14 0,9 9 0,-9-16 0,2-3 0,7-2 0,-3-3 0,15-6 0,-11 0 0,6-6 0,1-8 0,-4 2 0,6-7 0</inkml:trace>
  <inkml:trace contextRef="#ctx0" brushRef="#br0" timeOffset="46997">9185 7520 5734,'-8'3'0,"-2"3"0,0 3 0,-9 11 0,5-1 0,-5 8 0,1 6 0,3 4 0,-1 0 0,5 7-731,7-20 731,3 6 0,4-13 0,4-3 0,3-3 0,11 0 0,-1-6 0,9-1 0,-6-12 0,0-3 0,5-4 0,1-9 0,-3-4 0,-11-2 0,-6-4 0,-6 0 0,-9 5 0,-11 2 0,-4 2 0,-5 9 0,-6 5 0,-2 4 0,4 6 0,4 3 0,0 2 0,4 9 0,4 0 0,12 1 0</inkml:trace>
  <inkml:trace contextRef="#ctx0" brushRef="#br0" timeOffset="47252">9694 7494 5734,'-4'20'0,"1"-5"0,2 14 0,1 2 0,1-5 0,1 19-1710,-1-18 1710,1 8 0,-1-13 0,2 19 0,-2-20 461,1 12-461,-3-24 74,-7 0 0,2-5 1,-6 1-1</inkml:trace>
  <inkml:trace contextRef="#ctx0" brushRef="#br0" timeOffset="47412">9561 7636 5734,'16'0'0,"2"0"0,13 0 0,-3-1 0,6-1 0,1-1 0,5-1 0,-8 1 0,-1-1 0,5-3 0</inkml:trace>
  <inkml:trace contextRef="#ctx0" brushRef="#br0" timeOffset="47617">10338 7399 5734,'-6'9'0,"1"1"0,0 18 0,2-6 0,-1 14 0,3 0 0,2-8 0,0 10 0,3-1 0,-2-10 0,-1-2 0,1 0 0,-2-3 0,0 9 0,-4-18 0,1-7 0,-2 0 0</inkml:trace>
  <inkml:trace contextRef="#ctx0" brushRef="#br0" timeOffset="47764">10211 7616 5734,'35'-6'0,"-2"0"0,-6 3 0,2 0 0</inkml:trace>
  <inkml:trace contextRef="#ctx0" brushRef="#br0" timeOffset="48065">10834 7490 5734,'-7'2'0,"-1"2"0,-9 15 0,5-4 0,-2 9 0,1 3 0,3 1 0,7 16 0,4 1 0,6-12-985,1 0 0,4-3 985,6-16 0,27-4 0,-13-8 0,5-10 0,0-5 0,-4-6 0,-3-9 0,-3-4 0,-11 1 0,-8-5 0,-6-1 0,-8 7 0,-2 7 0,-2 1-344,-18-3 344,4 8 0,-7-3 0,9 8 0</inkml:trace>
  <inkml:trace contextRef="#ctx0" brushRef="#br0" timeOffset="48516">11447 7448 5734,'0'9'0,"-1"10"0,0-2 0,-1 10 0,-2 9 0,2-7-1172,-1 11 1172,3-10 0,0 0 0,1-1 0,0 0 0,1 11 0,-1-12 0,1 7-222,-4-4 222,0-14 0,-3 5 0,-1-18 0,-1-3 0,0-3 0</inkml:trace>
  <inkml:trace contextRef="#ctx0" brushRef="#br0" timeOffset="49494">11329 7615 5734,'12'-7'0,"-1"2"0,13 1 0,-5 1-495,7-1 495,-7 2 0,19-3 0,-15 3 0,2-1 0,0 0 0,-4 1 0,10-2 0</inkml:trace>
  <inkml:trace contextRef="#ctx0" brushRef="#br0" timeOffset="51997">8737 8329 5734,'3'4'0,"0"0"0,1-2 0,2-1 0,13 2 0,-6-3 0,10 0 0,11-3 0,-15 0 0,15-1 0,-21 2 0,3-1 0,-7 1 0,1 0 0,-8 2 0,1 0 0,-1 0 0</inkml:trace>
  <inkml:trace contextRef="#ctx0" brushRef="#br0" timeOffset="52749">9084 8226 5734,'12'-2'0,"-2"-2"0,0 0 0,-2 0 0,2 0 0,0 2 0,-1 1 0,2 0 0,-2 2 0,-1 0 0,1 1 0,1 5 0,-4 1 0,-2 11 0,-5-6 0,-5 6 0,1-7 0,-1 1 0,-7 8 0,4-7 0,-3 6 0,7-13 0,1 0 0,0-1 0,1 1 0,2-3 0,1 1 0,3-4 0,1 0 0,3 0 0,2 0 0,11-3 0,-3 0 0,6-1 0,-5 0 0,-2 0 0,2-1 0,-1 0 0,0 0 0</inkml:trace>
  <inkml:trace contextRef="#ctx0" brushRef="#br0" timeOffset="53516">10343 8380 5734,'-1'3'0,"2"1"0,3-3 0,3 1 0,5-1 0,-2-1 0,6 1 0,-5-1 0,3 0 0,-1 0 0,1-1 0,6 0 0,-5 0 0,16-1 0,-15 2 0,7-2 0,-12 2 0,-4 0 0,1 0 0</inkml:trace>
  <inkml:trace contextRef="#ctx0" brushRef="#br0" timeOffset="53838">10732 8208 5734,'0'16'0,"0"-2"0,0 12 0,0-2 0,0 2-324,0-2 324,0-7 0,0-2 80,0 1-80,1 4 0,0-6 0,0 2 0,0-5 0,0-5 0,1 2 0,1-4 0</inkml:trace>
  <inkml:trace contextRef="#ctx0" brushRef="#br0" timeOffset="59015">12229 7506 5734,'5'-7'0,"2"-8"0,-3 6 0,7-16 0,-5 11 0,3-6 0,-3 5 0,-2 5 0,1-5 0,-3 7 0,0 2 0,0 6 0,-1 4 0,-1 3 0,1 9 0,-1 0 0,0 8 0,0 20 0,0-16 0,1 7 0,-1 1 0,0-5 0,0 3 0,0 0 0,-1-8 0,1 0 0,-1-2 0,0-7 0,1 8 0,-1-18 0,0 0 0,-1-5 0,4-2 0,0-1 0</inkml:trace>
  <inkml:trace contextRef="#ctx0" brushRef="#br0" timeOffset="59986">12590 7674 5734,'-4'0'0,"2"-2"0,2 1 0,4-1 0,-2 2 0,7-4 0,-4 1 0,6-4 0</inkml:trace>
  <inkml:trace contextRef="#ctx0" brushRef="#br0" timeOffset="60554">12834 7638 5734,'10'3'0,"-1"-2"0,18-2 0,-9-2 0,9-5 0,0-2 0,-4 0 0,16-10-706,-26 10 706,-3-2 229,-1 1-229,-2-4 117,-3 4-117,-3-3 0,-6 6 0,-3 3 360,-3 0-360,-9 7 0,5 1 0,-7 3 0,1 4 0,5-1 0,-11 16 0,15-10 0,-5 10 0,10-4 0,4-5 0,1 5 0,17 6 0,-3-13-326,12 8 326,-5-17 0,0-3 0,10-4 0,-8-2 0,6-5 0,-9-1 0</inkml:trace>
  <inkml:trace contextRef="#ctx0" brushRef="#br0" timeOffset="61314">13110 7125 5734,'1'6'0,"1"-1"0,2-1 0,7 1 0,-3-1 0,19 0 0,-12-2 0,21-3 0,-21-1 0,10-3 0,-13 0 0</inkml:trace>
  <inkml:trace contextRef="#ctx0" brushRef="#br0" timeOffset="61616">13436 6868 5734,'7'15'0,"6"17"0,-6-9 0,2 7 0,0 2 0,-3-1 0,-1 6 0,-1 0 0,-2-6 0,-2 16 0,-5-18-786,-1-8 786,-4 4 0,-5-6 0,2-7 255,-5 1-255,-2-7 0,3-5 0,-9-9 0,12-4 0,-4-7 0</inkml:trace>
  <inkml:trace contextRef="#ctx0" brushRef="#br0" timeOffset="62482">13591 6852 5734,'-3'4'0,"-1"0"0,1 11 0,1-5 0,-1 10 0,2-7 0,1 13 0,0-9 0,1 10 0,2-8 0,-1-6 0,3 4 0,0-5 0,-1-5 0,6-2 0,-3-5 0,12-8 0,-10 2 0,7-6 0,-4-2 0,-4 3 0,5-15 0,-7 14 0,1-7 0,-3 9 0,-1 3 0,-1 0 0,0 5 0,-2 3 0,0 3 0,0 0 0,0 5 0,0 0 0,0 2 0,2 7 0,0-4 0,2 5 0,-1-8 0,2 0 0,0-1 0,1-2 0,20-1 0,-13-7 0,17-2 0,-18-6 0,5-9 0,-6 3 0,2-6 0,-7 3 0,-1-8 0,-2 5 0,-2-13 0,-2 14 0,-1-4 0,-1 9 0,1 3 0,-1 1 0,-1 1 0,-2 0 0,2 1 0,-3-1 0</inkml:trace>
  <inkml:trace contextRef="#ctx0" brushRef="#br0" timeOffset="62793">13310 6698 5734,'-5'0'0,"1"-1"0,3 1 0,7 1 0,1 2 0,4-2 0,0 2 0</inkml:trace>
  <inkml:trace contextRef="#ctx0" brushRef="#br0" timeOffset="64229">14053 6647 5734,'-4'6'0,"-2"2"0,-4 7 0,1-1 0,-5 7 0,-4 5 0,3-4 0,0 4 0,-2 6 0,3-4 0,-4 7-873,-1 5 1,3-3 872,11-18 406,3 11-406,1-12 0,5 10 0,1-17 0,3 1 0,12-2 0,-9-6 0,11 0 0</inkml:trace>
  <inkml:trace contextRef="#ctx0" brushRef="#br0" timeOffset="64715">14089 6841 5734,'-4'1'0,"0"1"0,0 3 0,1 1 0,0 4 0,1 4 0,1-2 0,-1 5 0,1 3 0,1-3 0,0 4 0,4 4 0,0-8 0,8 4 0,-2-14 0,5-6 0,-2-4 0,1-4 0,14-13 0,-11 6-333,9-11 333,-16 10 0,-3 1 0,-2 0 0,-14-10 0,1 11 0,-12-6 0,6 16 0,-1 0 0,1 3 0,2-1 0,0 0 0</inkml:trace>
  <inkml:trace contextRef="#ctx0" brushRef="#br0" timeOffset="64985">14397 6618 5734,'26'13'0,"-7"-2"0,11 13 0,-1 4 0,-3 1-1369,-3-2 0,-1 1 1369,-9 1 0,-2 0 0,-7 0 0,-2 1 0,-2 8 0,-8 4 0,-3-1 0,-5-6 0,3-9 0,-1-1 159,-3-2-159,1-2 0,2-2 0,1 0 0</inkml:trace>
  <inkml:trace contextRef="#ctx0" brushRef="#br0" timeOffset="65553">14866 7690 5734,'7'-2'0,"2"1"0,2-1 0,21-1 0,-8 1 0,2 0 0,-1 1 0,3 0 0,8 0 0,-8 2 0,-1 0 0,3 1-424,-3-1 0,-3 0 424,-8-1 205,-3 0-205,-4-1 0,-7-1 0,-1-2 0,-3 0 0</inkml:trace>
  <inkml:trace contextRef="#ctx0" brushRef="#br0" timeOffset="65766">15055 7496 5734,'-3'25'0,"0"0"0,-1 11 0,2-7-462,-1 13 462,3 4-325,0-21 1,1 1 324,1 5 0,-1 0-745,2 17 745,-1-7 0,-3-16-34,-1-3 1,-1-4 0,0-2 0</inkml:trace>
  <inkml:trace contextRef="#ctx0" brushRef="#br0" timeOffset="67767">12884 8254 5734,'2'16'0,"0"2"0,1 23 0,-2-14 0,1 5 0,0 1 0,-1-5 0,1 11 0,-2-25 0,1-5 0,-1-5 0,1 0 0,0-10 0,2-2 0,1-14 0,0 4 0,2-6 0,1-3 0,-1 6 0,6-15 0,-7 19 0,7-8 0,-7 19 0,4 2 0,1 10 0,-2 0 0,4 5 0,0 6 0,-2-3 0,6 9 0,-1-1 0,-4-4 0,0 0 0,-7-11 0,-1-2 0</inkml:trace>
  <inkml:trace contextRef="#ctx0" brushRef="#br0" timeOffset="67960">13207 8332 5734,'8'0'0,"2"0"0,7 0 0,-2 0 0,6 0 0,8 1 0,-15 0 0,10 0 0</inkml:trace>
  <inkml:trace contextRef="#ctx0" brushRef="#br0" timeOffset="68321">13531 8369 5734,'-2'9'0,"1"-1"0,2-4 0,6-2 0,1-2 0,5-3 0,1-4 0,5-6 0,-5 0 0,7-13 0,-14 12 0,0-11 0,-8 17 0,-5-1 0,-6 8 0,3 2 0,-3 2 0,6 1 0</inkml:trace>
  <inkml:trace contextRef="#ctx0" brushRef="#br0" timeOffset="68953">13219 8446 5734,'3'1'0,"-1"1"0,20-3 0,-8 1 0,25-2 0,-10-1 0,6-1-383,-9 0 383,-9 0-38,8-4 1,-12 2 0,6-3 0</inkml:trace>
  <inkml:trace contextRef="#ctx0" brushRef="#br0" timeOffset="71315">15987 7416 5734,'-21'25'0,"2"1"0,1 7-1829,5-6 1829,0 9 0,9-3 0,3-2 0,0 1 0,2-2 0,3-4 0,5-13 239,13-3-239,-2-7 0,10-3 0,5-13 0,-8 0 373,6-7-373,-17 0 0,-3-1 0,1-6 0,-6-2 0,-5 1 0,-8 0 0,-7-7 0,-16 2 0,11 14 0,-18-7 0,22 21 0,-1 0 0,11 6 0</inkml:trace>
  <inkml:trace contextRef="#ctx0" brushRef="#br0" timeOffset="71622">16776 7387 5734,'0'-7'0,"0"0"0,1 3 0,-1 1 0,1 11 0,-1 1 0,0 27 0,0-12 0,0 16 0,1-4-880,0-8 880,1 10 0,0-13-25,1 10 25,0-1 0,-1-1-267,0-6 267,-1-13 0,-2 3 0,-1-9 0,-2 1 0,-2-8 0</inkml:trace>
  <inkml:trace contextRef="#ctx0" brushRef="#br0" timeOffset="71783">16555 7559 5734,'22'1'0,"3"0"0,4 0 0,2 0 0,10 1-582,-8-1 1,1 0 0,3 0 0,-1 1 0</inkml:trace>
  <inkml:trace contextRef="#ctx0" brushRef="#br0" timeOffset="72722">17428 7381 5734,'-3'-2'0,"1"0"0,0 6 0,0-1 0,-1 3 0,1 1 0,1 0 0,0 0 0,-1 6 0,0-4 0,0 2 0,0-5 0,1-2 0,0 0 0,1-2 0,0-2 0,1-3 0,0 1 0,-1-5 0,0 6 0,2-1 0,-2 5 0,0-1 0,0 4 0,-1-3 0,1 1 0,0 0 0,0-1 0,0 2 0,0 0 0,0 0 0,0-1 0,0 0 0,0-4 0,1-3 0,-1 0 0,2-5 0,-2 5 0,1-2 0,0 3 0,-1 0 0,1 1 0,1 1 0,-4 7 0,2-1 0,-3 10 0,2-5 0,1 4 0,0 8 0,1-9 0,5 17 0,9-15 0,2 1 0,5-7 0,13-11 0,-12 0 0,5-6 0,1-1 0,-5-4 0,2-5 0,-2-2 0,-7-2 0,5-13 0,-17 2 0,-7 8 0,-8 0 0,-3 0 0,-7 0 0,-8 2 0,-2 2 0,0 6 0,-2 3 0,1 2 0,7 5 0,-10 1 0,20 9 0,6-1 0,3 4 0,7-3 0</inkml:trace>
  <inkml:trace contextRef="#ctx0" brushRef="#br0" timeOffset="73084">18393 7347 5734,'-3'9'0,"-2"9"0,2-2 0,-3 8 0,1 3 0,-1 1 0,0 3-1024,0-1 1,1-1 1023,1-4 0,1-1-24,1 8 24,2-9 0,2 6 172,1-6-172,0-6 0,1 2 0,-1-5 984,-1-6-984,-1 0 139,-4-5 0,0-4 0,-2-1 0</inkml:trace>
  <inkml:trace contextRef="#ctx0" brushRef="#br0" timeOffset="73251">18180 7606 5734,'9'-9'0,"2"2"0,13 1 0,0 1 0,12 0 0,0 2 0,1 1 0,3-1-385,-2 1 0,-2 1 0,-8 0 1,1 0-1</inkml:trace>
  <inkml:trace contextRef="#ctx0" brushRef="#br0" timeOffset="73531">18834 7697 5734,'4'-3'0,"-1"1"0,2 1 0,-2 1 0,3-1 0,0-1 0,5 1 0,-1-1 0,3 1 0,-5 0 0,-3 1 0,-1 0 0,-2 0 0,0-1 0</inkml:trace>
  <inkml:trace contextRef="#ctx0" brushRef="#br0" timeOffset="73800">19196 7702 5734,'7'1'0,"1"0"0,-5-1 0,3 0 0,5-1 0,-1 0 0,4 0 0,2-2 0,-5 0 0,4-2 0,-6 0 0,2-1 0,0-1 0</inkml:trace>
  <inkml:trace contextRef="#ctx0" brushRef="#br0" timeOffset="73952">19649 7754 5734,'5'4'0,"1"-1"0,-3-2 0,1-1 0,1-2 0,1 0 0,7-5 0,10-5 0,-8 1 0,2-2 0,-16 5 0</inkml:trace>
  <inkml:trace contextRef="#ctx0" brushRef="#br0" timeOffset="76598">13714 8245 5734,'-7'0'0,"-8"2"0,6 0 0,-7 1 0,7 0 0,1-1 0,-4 1 0,3-1 0,-2 0 0,2 2 0,3 0 0,-8 7 0,6-5 0,-6 10 0,8-8 0,0 4 0,4-5 0,1-2 0,1 1 0,3-1 0,-1-1 0,3-1 0,1-1 0</inkml:trace>
  <inkml:trace contextRef="#ctx0" brushRef="#br0" timeOffset="77999">13711 8238 5734,'-12'4'0,"-1"0"0,6-1 0,-2 1 0,-3 2 0,5-1 0,-4 2 0,6-3 0,1-1 0,0 1 0,-1 2 0,0-2 0,-1 2 0,-1 0 0,0 2 0,1 0 0,1-1 0,3-2 0,0-1 0,1 0 0,0-1 0,0 1 0,1 4 0,0-3 0,0 6 0,0-5 0,0 7 0,0-5 0,0 4 0,0 0 0,0-6 0,0 7 0,0-9 0,0 1 0,1-2 0,1 0 0,1 1 0,2 1 0,-3-3 0,7 4 0,-5-4 0,7 1 0,-4-2 0,28-9 0,-19 2-208,19-5 208,-23 4 0,-1 1 0,0 0 0,0-1 0,5-7 0,-5 4 0,11-25 0,-15 20 0,4-14 0,-10 19 208,-2-8-208,1 7 0,-3-6 0,0 6 0,0 2 0,-5-8 0,3 8 0,-2-4 0,2 8 0,1 0 0,0 0 0,-5-1 0,3 2 0,-3 0 0,-2 4 0,3 0 0,-10 4 0,6 0 0,-5 2 0</inkml:trace>
  <inkml:trace contextRef="#ctx0" brushRef="#br0" timeOffset="88350">8357 9377 5734,'7'4'0,"-2"-2"0,13 3 0,3-2 0,-3-1 0,7 1 0,3-2 0,-7-1 0,8 0 0,-2 0 0,-7 0 0,5 0 0,-8 3 0,-6 0 0,0 2 0,-6-1 0,-3-2 0,0-1 0</inkml:trace>
  <inkml:trace contextRef="#ctx0" brushRef="#br0" timeOffset="88522">8368 9565 5734,'22'-6'0,"-6"1"0,27-6 0,-20 6 0,13-2 0,-9 5 0,-6 1 0,6-1 0,-8 0 0</inkml:trace>
  <inkml:trace contextRef="#ctx0" brushRef="#br0" timeOffset="89149">9427 9344 5734,'2'-11'0,"0"-3"0,0 5 0,1-3 0,1-4 0,-2 3 0,2-6 0,0 1 0,-2 4 0,2-3 0,-1 4 0,-2 4 0,0-1 0,-1 6 0,0 3 0,-1 12 0,0 1 0,-1 11 0,0 4 0,0 0 0,0 5-556,0-2 1,0-1 555,1-3 0,0 21 0,-1-19 0,1 2 0,1-1 0,-1-7 0,0 10 0,-1-8 0,1-12 0,-2 6 0,1-15 0</inkml:trace>
  <inkml:trace contextRef="#ctx0" brushRef="#br0" timeOffset="89716">9045 10028 5734,'0'-5'0,"-1"3"0,3 1 0,1 1 0,2 1 0,4-1 0,14 1 0,-1 0 0,14 0 0,-2-2 0,2 1-1187,-2 0 1,0-1 1186,8 1 0,0 0 0,-9-1 0,0 1 0,13 1 0,-1-1 0,-16 1 0,-1-1 0,16 1 0,0 0-652,-14 0 1,-3 1 651,13 0-90,7 2 90,-13-1 0,-11-1 0,1 0 0,-9 0 1953,-7-2-1953,2 1 1672,-6-2-1672,-1 2 141,1-2-141,-3 2 0,1-2 0,-1 1 0</inkml:trace>
  <inkml:trace contextRef="#ctx0" brushRef="#br0" timeOffset="90078">10382 9605 5734,'-2'-5'0,"0"3"0,2 8 0,-2 6 0,-1 3 0,-2 4 0,-7 6 0,2-2 0,-6 8 0,-4 7-569,3-7 569,-6 10 0,8-13 0,-2 2 0,1-3 0,5-5 0,-1 0-709,-11 20 1,1-2 708,10-15-691,-7 12 691,8-17 0,-6 12 0,12-22 446,-1-1-446,3-4 0,1-5 0,0-1 0</inkml:trace>
  <inkml:trace contextRef="#ctx0" brushRef="#br0" timeOffset="90273">10390 9676 5734,'-18'32'0,"1"0"0,1-2 0,1-1 0,-2 7 0,3-1 0,0 0-1186,-2 9 1186,2-4 0,1-2-728,4-6 728,0 5-3,4-7 0,4-14 0,0 4 0</inkml:trace>
  <inkml:trace contextRef="#ctx0" brushRef="#br0" timeOffset="91816">14026 4689 5734,'-33'-8'0,"-1"0"0,1 1 0,0 2 0,6 2 0,-2 1-1639,-18 2 1,-1 1 672,9 1 1,-1 1 965,6 0 0,-2 1 0,-1 1 0,-1 4 0,-1 1 0,2 0-263,-7 3 0,1 2 263,7-4 0,-2 2 0,0 6 0,6 2 0,-2 5 0,0 2 0,2 1 0,3-4 0,-1 2 0,2-1 0,-1 3 0,0 0 0,-3 3 0,-1 2 0,4-1 0,4-4 0,5 1 0,4-2 0,1 0 0,0 1 0,0-1 0,2 3 0,-1 11 0,2 2 0,2-1 0,4-10 0,1-1 0,2 1 0,0 8 0,3 2 0,5-1 0,8-2 0,7 0 0,1-4 0,-3-6 0,1-2 0,2 0 0,7 8 0,4 0 0,4-3 0,-4-9 0,4-3 0,1-1 0,-1-2 0,3 1 0,0-1 0,2-1 0,-1-1 0,1 0 0,2-1 0,1-3 0,3-2 0,1-3 0,-1-1 0,-1-2 0,-8 0 0,-3-1 0,1-1 0,2 0 0,0-1 0,0 0 0,2 0 0,0-2 0,-1-1 0,0-3 0,1-1 0,-1-1 0,-1-1 0,-2 0 0,1 0 0,-2 0 0,0-2 0,1 0 0,8-2 0,2-1 0,-1-2 0,-1-2 0,-4-3 0,-1-1 0,-2-2 0,-2 1 0,2-2 0,-3 1 0,1-3 0,-3 2 0,1-1 0,-2-3 0,-2-1 0,-4-2 0,-3-3 0,-2 0 0,-2 0 0,1-2 0,-2 1 0,-2-3 0,-1 2 0,0-1 0,-2-2 0,-3 0 0,-5 1 0,-3-2 0,-3 1 0,-2 0 0,-3 0 0,-1 1 0,-3-1 0,-3 0 0,0 3 0,-2-1 0,-2-1 0,0 2 0,-2 3 0,-1-1 0,-2 2 0,-1 2 0,-1 1 0,-2 3 0,-1 1 0,-1 3 0,1 1 0,-1 3 0,0 1 0,0 2 0,0 1 0,-1 0 0,0 1 0,-14-3 0,1 0 0,2 3 0,0 2 0,4 1 0,0 2 0,3 2 0,-1-1 0</inkml:trace>
  <inkml:trace contextRef="#ctx0" brushRef="#br0" timeOffset="101390">4325 10395 5734,'10'15'0,"1"4"0,14 19-1820,-3-3 1820,-5-10 0,2 1 0,5 6 0,0 0-487,-5-7 1,1 2 486,2 2 0,3 3 0,0 1 0,1 1 0,0 0 0,-1 0-633,-3-6 1,-1 0 0,1 0 632,1 4 0,2 1 0,-4-5 0,-4-4 0,-1-3-155,-1 0 0,1 0 155,3 6 0,1 0 0,8 11 0,-12-15 0,1-1 0,7 11 0,-9-11 0,1 2 134,-11-8 1,-3-6 0,-2 0 0</inkml:trace>
  <inkml:trace contextRef="#ctx0" brushRef="#br0" timeOffset="101567">4551 11484 5734,'6'-30'0,"0"1"0,8-9 0,5-6 0,1-1 0,-3 5-1639,3-1 1,0 0 1042,0 1 0,3-6 0,1 1 0,-3 7 914,1 3 1,0 2-319,3-4 0,3-4 0,-2 4 0,-2 2 0,0 0-89,3-3 0,3-4 0,-5 7 1,-9 13-1,-1 2 0,3-5 0,1 0 1</inkml:trace>
  <inkml:trace contextRef="#ctx0" brushRef="#br0" timeOffset="101899">5494 10635 5734,'-26'38'0,"6"-4"0,8-9 0,-1 2-2714,-3 16 2714,8-19 0,2 0 0,-1-1 0,1 2 0,-2 21 0,2 0 0,3-18 0,1 1 0,1 10 0,2 5 0,1-7 0,5 10 0,2-6 0,2-2 0,0-8 0,5 5 35,0-11 0,-4-9 1,6 2-1</inkml:trace>
  <inkml:trace contextRef="#ctx0" brushRef="#br0" timeOffset="103232">5674 11179 5734,'4'5'0,"4"3"0,-1-4 0,3 1 0,13-4 0,-6-2 0,26-10 0,-22 2 0,18-16 0,-21 10 0,7-14 0,-9-5 0,-4 6 0,-6-11 0,-8 23 0,-12-10 0,3 17 0,-9-2 0,5 12 0,-1 4 0,-14 17 0,14 2 0,0 3 0,-10 11 0,13-1 0,6-1 0,7-12 0,5 2 0,2 0 0,3-7 0,22 15 0,-13-24 0,28 0 0,-25-12 0,11-3 0,-12-8 0,-7 2 0,5-6 0,-7 3 0</inkml:trace>
  <inkml:trace contextRef="#ctx0" brushRef="#br0" timeOffset="103577">6149 10544 5734,'7'29'0,"3"10"0,-2-14-1384,2 10 1384,-4-9 0,0 1 0,-2 0 0,-2-3 0,-1 1 0,0 6 0,-11 14 0,-4 0 0,2-15 0,-3 2 0,0-3 0,2-16 327,-5 0-327,4-5 0,-4-1 0,-1-11 0,5-2 0,-5-7 0,8-3 0,0-4 0</inkml:trace>
  <inkml:trace contextRef="#ctx0" brushRef="#br0" timeOffset="104148">6353 10655 5734,'-5'36'0,"1"-4"0,3-7 0,2-7 0,1 4 0,2-10 0,-1-1 0,2-3 0,0-2 0,6-4 0,-3-3 0,15-18 0,-12 5 0,10-22 0,-11-2 0,-3 8-280,-1-3 280,-5 21 0,0-3 0,-1 8 0,-1 0 0,0 15 0,0 2 0,2 18 0,2 2 0,2-1-327,-1 1 1,1 0 326,3-11-452,12 7 452,-6-12 0,9 1-202,-2-19 202,-4-3 0,4-7 0,-4-10 0,-6 4 0,0-8 0,-12-3 0,-1 7 867,-6-8-867,-5 3 0,2 9 0,-6-5 62,5 11 0,-1 1 1,-1 0-1</inkml:trace>
  <inkml:trace contextRef="#ctx0" brushRef="#br0" timeOffset="104366">6014 10200 5734,'-3'0'0,"7"4"0,7 1 0,6 2 0,-1-2 0</inkml:trace>
  <inkml:trace contextRef="#ctx0" brushRef="#br0" timeOffset="105182">6871 10461 5734,'13'6'0,"16"12"0,-8-4 0,1 9 0,5 7 0,-4-2 0,-9-8 0,0 1-1093,5 6 1,1 5 0,-4-4 646,-1 14 446,-4 2 0,-7-11 0,-1 1 0,-2-9 0,-1 1 0,0 7 0,-3 1 0,-4 0 0,-2-2 0,2-7 0,-1 0 334,-3 7 0,-2 0-334,-2-2 0,-2 1 0,-6 9 0,-1 1-571,5-8 1,-1 0 570,-2 4 0,2-3 0,1-2-541,-2 3 541,7-13 349,0 0 0,10-17 0,2-4 0</inkml:trace>
  <inkml:trace contextRef="#ctx0" brushRef="#br0" timeOffset="105653">7644 11054 5734,'0'-4'0,"0"1"0,9 2 0,4 0 0,2 1 0,2 0 0,4 0 0,-5 1 0,19 1 0,-18-1 0,17 2 0,-23 0 0,3 0 0,-13-1 0,-1-1 0</inkml:trace>
  <inkml:trace contextRef="#ctx0" brushRef="#br0" timeOffset="105849">7620 11222 5734,'11'3'0,"1"-2"0,25-5 0,-1-3-2180,9 0 2180,-8 0 0,-11 2-1,0-1 0,1-1 0,-1-1 0</inkml:trace>
  <inkml:trace contextRef="#ctx0" brushRef="#br0" timeOffset="106469">8728 10958 5734,'-3'-15'0,"2"3"0,1-7 0,7-6 0,1-1 0,0-1-449,1 1 0,-1 0 449,-1 9 217,2-7-217,-4 10 0,3-7 0,-6 15 0,0 0 0,0 7 681,-1 2-681,1 5 0,1 15 0,0 0 0,1 13 0,0 12-1564,0-9 1564,-2-12 0,1 0 0,1 1 0,-1 0 0,2 14 0,-1-15 0,-1 1-542,0-3 1,0 0 541,2 11 0,1 7 0,0-3 0,-2-17 0,1 15 0,-9-29 0,1 3 0,-5-11 0</inkml:trace>
  <inkml:trace contextRef="#ctx0" brushRef="#br0" timeOffset="106694">8710 11394 5734,'16'0'0,"4"-2"0,1-1 0,5-2 0,4-1 0,4-1 0,2-1 0,8-1 0,-9 2 0,4 0 0,-5 0-465,5 0 1,-6 2-1,-4 0 1,-10 4 0</inkml:trace>
  <inkml:trace contextRef="#ctx0" brushRef="#br0" timeOffset="112047">13955 9965 5038,'-2'42'0,"1"0"0,0 1 0,0 4 0,0-11 0,0 4 0,0 1 0,0-2-1093,1 4 1,-1 0 0,0 1 651,0-2 1,1 2 0,-1 2 0,0 5 440,1-12 0,-1 4 0,0 3 0,1 1 0,-1 0 0,1 0 0,-1-3 0,1-4 0,-1 4 0,1-4 0,-1-2 0,1 2 0,-1 4 0,1-1 0,-1 3 0,1 3 0,-1 1 0,0 0 0,1-2 0,-1-3 0,1-4 0,-1 5 0,1-5 0,0-2 0,0 1 0,-1 1 0,1 0 0,0 0 0,0 3 0,0 1 0,0 3 0,0 1 0,0 0 0,0-3 0,-1-1 0,1-1 0,0 0 0,0 1 0,0-1 0,0 2 0,-1 1 0,1-1 0,0 0 0,-1-1 0,0-1 0,1 0 0,-1-1 0,0-1 0,0 0 0,0-2 0,0 0 0,0 2 0,0-2 0,0 1 0,0 0 0,0 2 0,-1 2 0,1 1 0,-2 4 0,1 1 0,0-1 0,0-2 0,0-5 0,0-2 0,1-4 0,-1-1 0,0 5 0,1-1 0,-1 5 0,0 2 0,0-2 0,0-3 0,1-8 0,0 8 0,0-7 0,1-2 0,0-2 0,1 3 0,0-3 0,1 6 0,4-5 0,2-30 0,2-9 0</inkml:trace>
  <inkml:trace contextRef="#ctx0" brushRef="#br0" timeOffset="112847">13817 9865 5734,'-13'-6'0,"5"2"0,-1-1 0,6 4 0,3 0 0,3 0 0,14-3 0,2 0 0,4-1 0,6 0-1593,16-2 0,4 1 1593,-7 0 0,1 1 0,-4 1 0,2 0 0,-2 2 0,4 0 0,-2 1 0,5 0 0,3 0-585,-11 1 1,4 0 0,1 0 0,-2 0 584,5 0 0,-1 0 0,3 0-43,-11 0 1,1 0 0,2 0 0,1 0 0,1 0 42,-2-1 0,2 0 0,0 1 0,1-2 0,-1 1 0,-2 0 0,3 0 0,-3 0 0,0 0 0,2-1 0,1 1 0,-5 0 0,0-1 0,1 1 0,1 0 0,2-1 0,3 0 0,4 1 0,-12-1 0,4 1 0,2-1 0,3 1 0,1-1 0,2 1 0,0-1 0,1 0 0,0 1 0,-1-1 0,-1 0 0,-1 1 0,-2 0 0,-2-1 0,-3 1 0,10 0 0,-4-1 0,-3 1 0,-1 0 0,-1 0 0,3 0 0,2 0 0,4 0 0,-8 0 0,2 0 0,4 0 0,1-1 0,2 1 0,1 0 0,0-1 0,1 1 0,-1-1 0,-1 1 0,-1 0 0,-3 0 0,-2 0 0,-3 1 0,-4-1 0,14 1 0,-6 0 0,-4 0 0,-1 1 0,1 0 0,4-1 0,-2 1 0,3 0 0,0 0 0,2 1 0,-1-1 0,0 0 0,-1 1 0,-2-1 0,3 1 0,-1-1 0,-2 1 0,0-1 0,1 1 0,2 0 0,-6 0 0,1 0 0,1-1 0,1 1 0,0 0 0,-1 1 0,0-1 0,-1 0 0,3 1 0,-1 0 0,1 1 0,-1-1 0,-1 0 0,-2 1 0,0-1 0,4 1 0,-2-1 0,-1 1 0,1-1 0,1 1 0,-1 0 0,1 0 0,1 0 0,0 1 0,-1-1 0,-1 0 0,2 0 0,-1 1 0,-1 0 0,-2-1 0,-1 0 0,-1 0 0,-2-1 0,0 1 0,1 0 0,6 0 0,1 1 0,1-1 0,-1 0 0,2-2 0,0 0 0,-1 0 0,-4-1 0,-5 0 0,-3 0 0,3-1 0,6 0 0,6-1 0,-1 0 0,-8-1 0,-5-2 0,-3 0 0,8-1 0,-1-2 0,-10-1 0,-2-1 0,9-4 0,5-3 0,-24 2 0,-4-2 0,-4-2 0</inkml:trace>
  <inkml:trace contextRef="#ctx0" brushRef="#br0" timeOffset="113580">20840 9778 5734,'-2'-9'0,"0"12"0,1 3 0,0 16 0,1 7-1356,1 0 1,1 3 1355,-1-4 0,1 0-753,0 14 0,0 1 753,0-6 0,0 1-759,0 3 1,0 3 758,-1-13 0,1 2 0,-1-1 0,0 2 0,1 0 0,-2 5 0,1 4 0,0 5 0,-1 3 0,0-1 0,1-4 0,-1-5 0,1-3 0,-1 1 0,1 4 0,0 0 0,-1 4 0,0 3 0,1 1 0,0-1 0,-1-2 0,1-6 0,0 5 0,0-6 0,1-1 0,-1 3 0,1 0 0,0 2 0,-1 2 0,2-1 0,-1 0 0,2 0 0,-1 0 0,2 1 0,-1-2 0,0-2 0,0 2 0,1-3 0,-1 0 0,1 2 0,-1-1 0,1 1 0,0 1 0,0 0 0,0-1 0,1-1 0,-1-1 0,1 0 0,-1-1 0,0-2 0,1 1 0,-1-3 0,-1 1 0,2 1 0,-1-2 0,0 2 0,0 0 0,0 0 0,0-1 0,1 6 0,-1 0 0,1-2 0,-1-1 0,0 1 0,-1-1 0,1 0 0,-1-4 0,1 2 0,-1 0 0,-1-2 0,-1 5 0,0-1 0,-1-3 0,0 4 0,-1-2 0,-3 8 0,-2-4 0,-9-2 0,-5-7 0</inkml:trace>
  <inkml:trace contextRef="#ctx0" brushRef="#br0" timeOffset="115597">13903 14117 5734,'11'-1'0,"13"-2"0,-7 1 0,7 0 0,1-1 0,0 0 0,18-1 0,-5-1 0,-7 1 0,3 0 0,0 0 0,3 0-287,-8 1 1,0 0 286,18 1-1236,-10 2 1236,-12 0 0,2 1 0,1 0 0,0 2 0,18 0 0,-17 0 0,3 0 0,4-1 0,3 0 0,-2-1 0,-5 0 0,1 0-696,4 1 0,5-1 0,-5 0 696,-10-1 0,-2-1 0,1 1 0,1 0-728,12 0 0,1 0 728,-10 0 0,1 0 0,9 0 0,2 0-127,-6 0 0,1 0 0,-2 0 127,0 0 0,1 0 0,0-1 0,7 1 0,0 0 0,-3 0 0,-4-1 0,-3 0 0,1-1 0,8 1 0,0 0 0,-1 0 0,-7-1 0,-2 0 0,-1-1 0,4 1 0,1-1 0,8-1 0,5-1 0,-3 0 0,-1 1 0,0-1 0,1 1 0,3-1 0,-4 0 0,-8 2 0,-2-1 0,1 1 0,-1 0 0,-1 0 0,1 0 0,13 0 0,0-1 0,-12 2 0,0 0 0,8 0 0,2 0 0,-8 0 0,0 1 0,-2 0 0,-1 0 0,0 0 0,-1 0 0,3 0 0,-1 0 0,4 1 0,-3-1 0,-8 0 0,0 0 0,3 0 0,2 0 0,-3 0 0,-3-1 0,0 1 0,6-1 0,3 1 0,8-1 0,-2 1 0,-15 1 0,0 0 0,11 0 0,5 1 0,-6-1 0,-13 1 0,1 0 0,9 0 0,8 1 0,0-1 0,-7 1 0,-4-2 0,-1 1 0,10 0 0,3 1 0,-6-2 0,8 0 0,-3 0 0,1 0 0,-17 0 0,1 0 0,14 0 0,1 0 0,-11 0 0,-2 0 0,17 0 98,-19 0 1,3 0-99,5 0 0,0 0 0,10 0 189,-10 0 1,0 0-190,2 0 0,2-1 0,-2 0 0,2 0 0,-16 0 0,2 0 0,11-1 0,4-1 0,-4 1 0,-11 0 0,-2 0 0,16-2 0,-2 1 0,3 0 879,-1 1-879,-1-1 0,-5 0 0,0 0 0,10 0 0,1-1 0,-1 2 0,-7 0 0,-9 1 0,1 0 0,13 0 0,-8 1 0,9-1 472,-14 0 1,0 0-473,-5 0 0,1 0 0,5-1 0,0 0 54,10-1-54,8 0 0,-19 1 1471,15 0-1471,-16 1 0,-8 1 1177,6 0-1177,16 0 0,-19 0 172,20 0-172,-27 1 0,15 1 0,-12-1 0,17 2 0,-21-2 0,4 1 0,-5 0 0,-4-1 0,0 0 0,0 1 0,-5-1 460,5 2-460,-5-2 0,2 1 0,4 0 0,-2-1 0,4 0 0,-1 0 0,24-2 0,-18 1 0,18-1 0,-4 0 0,-17 0 0,10-1 0,-1 1 0,-9-1 0,15-2 0,-17 2 0,0-1 0,-1 1 0,1-1 0,-1 1 0,6-2 0,-7 1 0,8-1 0,-12 2 0,4-1 0,-5 2 0,2-1 0,3 0 0,-3 0 0,8 0 0,-9 2 0,5 0 0,-6 0 0,2 0 0,-5 1 0,0 0 0,-1-1 0,-1 0 0,2 1 0,-1-1 0,1 2 0,-1-1 0,0 2 0,0-3 0,0 1 0,-1-1 0,1 1 0,-1-1 0,0 2 0,-1-1 0,0-5 0,3-3 0,-2-2 0,3 0 0,-2 4 0,-1 0 0,0 0 0,2-3 0,-1 3 0,1-4 0,0 0 0,-1 2 0,3-12 0,-2 9 0,1-12 0,-3 12 0,1-6 0,3-11 0,-2 8 0,2-6 0,1-1 0,-1 1 0,1 1 0,-1 0 0,0 1 0,1-6 0,-1 2 0,-1 6 0,0-4 0,-1-2 0,0 11 0,-2-15 0,-1 19 0,-4-9 0,-1 11 0,-5-3 0,-4 4 0,-4 0 0,-4-2 0</inkml:trace>
  <inkml:trace contextRef="#ctx0" brushRef="#br0" timeOffset="125274">13878 12034 5734,'-4'0'0,"0"0"0,-1-1 0,1 1 0,-1-2 0,2 1 0,-3-2 0,3 1 0,0-1 0,3 2 0,1 0 0,2 1 0,-1 0 0,5-1 0,-2 1 0,19-1 0,-7 0 0,23 0 0,-23 0 0,16 3 0,-21-1 0,9 1 0,-15-1 0,3-1 0,-6 0 0,-1 1 0,-7 0 0,0 0 0,-8 1 0,5-2 0,-1 0 0,2 0 0,3 0 0,0 0 0,1 0 0,0-2 0,1 3 0,0-2 0,1 3 0,1-1 0</inkml:trace>
  <inkml:trace contextRef="#ctx0" brushRef="#br0" timeOffset="126328">13419 11844 5734,'-5'2'0,"0"1"0,0 3 0,-9 18 0,4-7 0,-3 12 0,1 1 0,4-3-446,1-3 1,1 0 445,5-5 0,2 0-221,9 10 221,-2-12 0,15 9 0,-8-20 0,8-1 0,3-11 0,-5-2 0,6-6 0,0-19 0,-12 9 0,-4-6 0,-2-1 0,-7 3 0,-3 2 0,-2 1 0,-2 3 645,-4-2-645,-11 8 0,12 10 0,-9 2 0</inkml:trace>
  <inkml:trace contextRef="#ctx0" brushRef="#br0" timeOffset="127110">13830 12915 5734,'-4'1'0,"7"0"0,20 2 0,-6-1 0,12 1 0,-16-3 0,2 0 0,3-1 0,-5-1 0,3 1 0,-7-1 0,-5 2 0,-3 0 0,-5 0 0,-5 0 0,-1 0 0</inkml:trace>
  <inkml:trace contextRef="#ctx0" brushRef="#br0" timeOffset="127472">13356 12930 5734,'-3'23'0,"0"0"0,0-4 0,1 1 0,1-1 0,0 1 0,0 5 0,1-6 0,1 3 0,0-9 0,0-3 0,0-1 0</inkml:trace>
  <inkml:trace contextRef="#ctx0" brushRef="#br0" timeOffset="128263">13835 11035 5734,'6'-2'0,"6"-1"0,-1 2 0,17-2 0,3 0 0,-7 1 0,5 0 0,-2-1 0,-12 0 0,-5-1 0,0-1 0</inkml:trace>
  <inkml:trace contextRef="#ctx0" brushRef="#br0" timeOffset="129262">13056 12942 5734,'11'-4'0,"2"0"0,18-5 0,-13 4 0,17-6 0,-26 7 0,-2-1 0,-7-1 0,-3-1 0</inkml:trace>
  <inkml:trace contextRef="#ctx0" brushRef="#br0" timeOffset="130729">13307 10790 5734,'0'-10'0,"0"3"0,-1 4 0,0 2 0,-1 4 0,0 3 0,1 5 0,-2 13 0,1-3 0,-1 11 0,0 5 0,0-7 0,0 8 0,1-3-642,1-9 642,1 5 0,2-7 0,-1-6 0,2 1 0,-2-4 0,0-8 0,0 1 0</inkml:trace>
  <inkml:trace contextRef="#ctx0" brushRef="#br0" timeOffset="134736">14027 10983 5734,'-5'1'0,"1"-1"0,3-2 0,1 1 0,-3 1 0,2-1 0,-3 2 0,3-2 0,1 0 0,2 0 0,-1 0 0,1 0 0,-3 5 0,2-4 0,-3-1 0,0-6 0</inkml:trace>
  <inkml:trace contextRef="#ctx0" brushRef="#br0" timeOffset="141128">13975 11028 5734,'-9'-10'0,"0"0"0,7 5 0,1 1 0,1 1 0,0 2 0,-1 0 0,-1 0 0,1 1 0,-1 0 0,1-1 0,4 0 0,-3 0 0,4 1 0,-3 2 0,-1-1 0,2 0 0,-1 0 0,1-1 0,3-1 0,-1-1 0,8-2 0,-6 1 0,4-1 0,-5 2 0,-2 2 0,-1-2 0,1 2 0,-2 0 0,2 0 0,-3 0 0,2 0 0,-1 0 0,3 0 0,-1 0 0,3 0 0,-2 0 0,6-2 0,-4 0 0,7 0 0,-7 2 0,7 0 0,-7 0 0,4-1 0,-5 1 0,4 1 0,-2 0 0,1 1 0,0 0 0,-1 0 0,3 1 0,1 1 0,-2-1 0,12 1 0,-11-2 0,11 1 0,-13-3 0,4 0 0,-6 0 0,-2 0 0,1 0 0,-1 2 0,0-2 0,2 2 0,3-1 0,-3 1 0,4-2 0,1 1 0,-1 0 0,12 0 0,-11 0 0,7-1 0,-5 0 0,-4 0 0,3-1 0,0 0 0,-5 0 0,14 2 0,-12 0 0,8 2 0,-4-2 0,-3-1 0,5 1 0,-6 0 0,15-1 0,-11 0 0,18 1 0,-11 2 0,-1 0 0,-2 0 0,-8-3 0,7 1 0,-5-1 0,9-1 0,-10 1 0,4-1 0,1 0 0,-4 1 0,2 0 0,5 0 0,-8 0 0,9-1 0,-10 0 0,3-2 0,0 4 0,-2-1 0,3 2 0,4-1 0,-5 0 0,14-1 0,-14 0 0,9 0 0,-5-2 0,9 0 0,-8 0 0,4-1 0,-11 2 0,0-1 0,0 0 0,9 0 0,-7 1 0,15-2 0,-15 2 0,21-2 0,-19 2 0,13-1 0,-14 2 0,-1-1 0,1 1 0,-1-2 0,1 1 0,0 0 0,13-1 0,-10 2 0,9-1 0,-8 0 0,-5 1 0,5-1 0,0 0 0,-4 1 0,5-1 0,-1 0 0,-3-1 0,5 0 0,0 0 0,-4 0 0,5-1 0,13-2 0,-10 0 0,10 0 0,10 1 0,-26 2 0,19-1 0,-21 1 0,7 0 0,-4-1 0,5 0 0,2 0 0,-9 1 0,8 0 0,-7 0 0,-5 2 0,5-1 0,0 1 0,-4 0 0,3 0 0,1 1 0,-4 0 0,4 0 0,-1-1 0,-3 0 0,4-1 0,1 0 0,-5-1 0,3 1 0,-1 0 0,-5 1 0,4 0 0,-1 0 0,-2 1 0,3-1 0,-4 1 0,13 0 0,-9-1 0,10 1 0,-13 0 0,4-1 0,-3 0 0,2 0 0,2-1 0,-5 1 0,5-1 0,-1 0 0,5-1 0,-3 1 0,3-1 0,-9 1 0,6-1 0,-2 0 0,3 0 0,8-2 0,-9 2 0,21-5 0,-21 4 0,14-3 0,-17 4 0,4-2 0,5-1 0,-7 2 0,17-4 0,-19 4 0,17-4 0,-17 4 0,12-3 0,-13 4 0,4-2 0,0 0 0,4 0 0,-3 0 0,1 1 0,-6 1 0,-3 1 0,20-4 0,-16 4 0,34-4 0,-32 4 0,16-2 0,-20 2 0,9 0 0,-8-1 0,6 0 0,-6 0 0,-2 2 0,10-1 0,-11 0 0,17 0 0,-15-1 0,6 0 0,-3 1 0,-4-1 0,14-2 0,-11 2 0,17-6 0,-16 6 0,7-4 0,-5 3 0,-4 2 0,17-1 0,-12 1 0,6 0 0,-10 1 0,-4 0 0,6 0 0,-4 1 0,5 0 0,1-1 0,-4 0 0,5 0 0,12 1 0,-14-1 0,12-1 0,-19 0 0,1 0 0,-1 1 0,4 0 0,-3 0 0,4 0 0,-5-1 0,1 0 0,-1 0 0,7-1 0,-4 0 0,4-1 0,2 0 0,-6 1 0,5-1 0,-7 2 0,6-1 0,-4 2 0,8-2 0,-9 2 0,4-1 0,1 1 0,1 0 0,1 0 0,-1 0 0,-6 0 0,0 0 0,-1 0 0,1 0 0,19 1 0,-15-1 0,26 2 0,-27-2 0,22 1 0,-20 0 0,11 0 0,-8 1 0,-4-1 0,16 4 0,-16-2 0,22 4 0,-22-5 0,24 3 0,-22-3 0,21 1 0,-23-1 0,19 1 0,-20-1 0,16 1 0,-17-3 0,18 2 0,-16-2 0,19 1 0,-18-1 0,8 0 0,1 0 0,-7-1-231,19 0 231,-26 1 0,2-1 0,5 1 0,-4 0 0,4 0 0,2 0 0,-5 0 0,5 0 0,-6 0 0,27 0 0,-19 0 0,6 0 0,0 0 0,-8 0 231,11 0-231,-8 1 0,-7-1 0,6 0 0,-2 1 0,-6 0 0,3 1 0,-1 2 0,-4-1 0,3 0 0,1 1 0,-5-1 0,4 0 0,-1 1 0,-2-1 0,4 0 0,6 1 0,-8-2 0,12 2 0,-14-3 0,8 1 0,1 1 0,-3-1 0,8 1 0,-14-2 0,11 1 0,-10-1 0,4-1 0,0 1 0,-4 0 0,4 0 0,4 1 0,-8-2 0,7 1 0,-5 0 0,-5 0 0,9 2 0,-9-2 0,3 1 0,5-2 0,-6-1 0,15 0 0,-15 0 0,13 0 0,-14 0 0,12-1 0,-13 1 0,13 0 0,-14 1 0,12 0 0,-13 0 0,18-1 0,-17 0 0,11 1 0,-15-1 0,1 1 0,2 0 0,-3 0 0,3 0 0,-4 0 0,19-1 0,-13 1 0,12-1 0,-17 1 0,8 0 0,-6 0 0,13 0 0,-11 0 0,3-1 0,-3-1 0,-4 1 0,7 0 0,-6 1 0,4 0 0,-2-1 0,-2 2 0,2-1 0,0 1 0,-2-1 0,18-1 0,-16 0 0,12 0 0,-16 1 0,0 0 0,0 0 0,0 0 0,2-1 0,-3 0 0,15-4 0,-11 3 0,9-2 0,-12 3 0,0-1 0,3 0 0,-3 0 0,5 0 0,-5 1 0,2 1 0,0 0 0,-1 0 0,1 0 0,1-1 0,-3 0 0,4 1 0,-6-1 0,1 0 0,0 0 0,-1 0 0,2 0 0,6 1 0,-4 0 0,5-1 0,-8 1 0,0-1 0,-1 0 0,2-1 0,-1 1 0,5-3 0,-4 3 0,10-1 0,-11 2 0,5 0 0,-6 0 0,-1 0 0,0 0 0,-1 0 0,0 0 0,2 1 0,-1-1 0,3 0 0,-2 0 0,3 0 0,-3 0 0,8 2 0,-7-2 0,5 1 0,-6-1 0,0 0 0,1 1 0,-3-1 0,2 0 0,-2 0 0,2 0 0,-1 0 0,7 0 0,-3 0 0,4 0 0,-2-1 0,-2 0 0,2 0 0,-2 0 0,-2 1 0,0-1 0,-1-1 0,-2 1 0,1 0 0,-1 1 0,2 1 0,-2-1 0,1 1 0,0-1 0,-11 0 0,2 0 0,-10-1 0,-24-8 0,10 1 0,2 1 0,-1-1 0,-11-3 0</inkml:trace>
  <inkml:trace contextRef="#ctx0" brushRef="#br0" timeOffset="145145">13965 11019 5734,'2'-4'0,"1"1"0,-1 0 0,3-3 0,-2 1 0,2-2 0,1 0 0,-3 2 0,5-4 0,-1 5 0,1-1 0,-1 1 0,-2 1 0,5-1 0,-4 1 0,5-2 0,-7 3 0,4 0 0,-4 1 0,2 0 0,6 1 0,-3 1 0,18-1 0,-14 0 0,13 0 0,-13 0 0,2 0 0,5 0 0,-8 0 0,14 1 0,-15 0 0,12 2 0,-10-1 0,3 0 0,-6-1 0,-4 1 0,3 0 0,-3 0 0,2 0 0,0 0 0,-1-1 0,13 3 0,-9-3 0,12 3 0,-13-2 0,14 2 0,-10-2 0,19 0 0,-16-1 0,8 0 0,-7-1 0,-4 0 0,12 0 0,-14 1 0,15 2 0,-17 0 0,7 1 0,-3-1 0,-3-1 0,4 1 0,2 0 0,-4 0 0,32 4 0,-26-4 0,20 2 0,-29-4 0,17 5 0,-14-3 0,13 4 0,5-2 0,-16-3 0,18 2 0,-21-3 0,0-2 0,0 2 0,1-2 0,3 1 0,-2 0 0,3-1 0,1 1 0,-3 0 0,4 0 0,7-1 0,-9 0 0,15-2 0,-17 2 0,4 0 0,5-1 0,-9 1 0,20-5 0,-6 1 0,-1 0 0,-1 0 0,-6 2 0,-6 0 0,4 0 0,5-1 0,-9 2 0,26-4 0,-26 4 0,15-1 0,-20 1 0,12 1 0,-8-1 0,19 0 0,-19 1 0,7 0 0,-4 1 0,-5 0 0,4 0 0,0 0 0,-4 0 0,12 0 0,-11 0 0,16-1 0,-16 1 0,17-2 0,-17 2 0,18 0 0,-17 0 0,26 3 0,-25-2 0,13 1 0,-19-1 0,6-1 0,-5 0 0,9 0 0,-11 0 0,14-2 0,-13 1 0,9-1 0,-12 0 0,1 1 0,2-1 0,0 1 0,12-2 0,-10 2 0,7-1 0,-6 2 0,-2-1 0,3 0 0,3-1 0,-5 1 0,14-4 0,-13 3 0,19-4 0,-18 4 0,7 0 0,12-2 0,-16 2 0,16-2 0,-18 2 0,-2 1 0,2-1 0,0 0 0,-2 1 0,2-1 0,16-1 0,-14 1 0,14-2 0,-19 3 0,10-1 0,-9 1 0,11 0 0,-14 1 0,3-1 0,0 1 0,-4 0 0,3 0 0,6-2 0,-5 2 0,17-4 0,-16 4 0,17-4 0,-17 2 0,6-1 0,4-1 0,-11 3 0,11-2 0,-5 2 0,-6 1 0,7-2 0,-4 0 0,-4 1 0,23-3 0,-19 2 0,15-2 0,-20 3 0,0 0 0,5-3 0,-4 2 0,4-2 0,1 2 0,-4 0 0,16-2 0,-12 2 0,7-2 0,-3 0 0,-5 2 0,16-7 0,-14 5 0,6-4 0,-4 3 0,-5 1 0,13-2 0,-12 3 0,5-2 0,-5 1 0,5-1 0,1 0 0,0 0 0,0 1 0,-8 0 0,4 0 0,-4 2 0,-1-2 0,1 1 0,-1-1 0,1 1 0,-1-1 0,1 1 0,-1-1 0,-1 2 0,21-5 0,-16 3 0,16-4 0,-15 3 0,-3 2 0,5-2 0,0 0 0,-5 1 0,5-1 0,-1 0 0,-4 2 0,13-3 0,-13 3 0,6-1 0,-7 2 0,-4 0 0,2 0 0,1-1 0,-3 2 0,12-3 0,-11 3 0,8 0 0,-3 1 0,-4 0 0,4 1 0,-2-1 0,0 1 0,7-1 0,-7 0 0,3 0 0,-8 0 0,2 0 0,3 0 0,-4 0 0,13 0 0,-12 0 0,12 0 0,-12 0 0,5 1 0,-3-1 0,-3 0 0,9 1 0,-8-1 0,8 0 0,-8 0 0,2 0 0,4 1 0,-5-1 0,13 3 0,-15-2 0,13 2 0,-14-3 0,7 1 0,-8 0 0,3 1 0,9 0 0,-8 0 0,8 1 0,-12-1 0,7 4 0,-5-2 0,14 5 0,-13-5 0,22 4 0,-17-4 0,10 1 0,-14-2 0,-1 0 0,1 0 0,2 1 0,-3-1 0,2 0 0,-1 1 0,-3-1 0,1 2 0,2-2 0,-4 1 0,4 0 0,3 1 0,-5-3 0,10 2 0,-11-2 0,4 0 0,-2-1 0,-1 1 0,1 0 0,0 0 0,-3-1 0,2 0 0,5 0 0,1-1 0,0 0 0,26-1 0,-26 0 0,20-1 0,-20 1 0,4 0 0,-3 0 0,1 0 0,-7 1 0,2 0 0,-2 0 0,3 0 0,1 0 0,-2 0 0,3 0 0,1-2 0,-3 1 0,3-1 0,1 1 0,-3 0 0,3 0 0,6 1 0,-8 0 0,11-1 0,-13 1 0,4-1 0,0 2 0,-3 0 0,3 1 0,4-1 0,-2 0 0,14-1 0,-14 0 0,4 0 0,-12 1 0,1 0 0,9 1 0,-7 0 0,18 1 0,-18-1 0,21 0 0,-19-1 0,10-1 0,-7 0 0,-5 0 0,13 0 0,-13 0 0,19 1 0,-18-1 0,24 0 0,-21 0 0,25-2 0,-24 1 0,24-3 0,-24 3 0,22-1 0,-24 2 0,10 0 0,-8 1 0,-5 0 0,10 0 0,1 0 0,-5 0-409,24 1 409,-30-1-9,7 1 9,-6-1 0,5 1 0,-1 0 0,-5-1 0,27 2 0,-24-1 0,18-1 0,-24 0 0,0-1 0,7 1 0,-5-1 408,5 0-408,-1 0 10,-4 0-10,3-1 0,-2-1 0,-4 1 0,0-1 0,-1 1 0,-4 0 0,2 1 0,-2 0 0,-2 0 0,1 0 0,1 0 0,-2 0 0,2 0 0,0 0 0,-1 0 0,1 1 0,0-1 0,-1 0 0,2 1 0,-3-1 0,0 0 0,-1 0 0,2 1 0,-2 1 0,3-1 0,-4 1 0,2-2 0,-2 0 0,1 0 0,-1 0 0,-9-2 0,4 1 0,-16-2 0,11 2 0,-14 1 0,10 0 0,-25 0 0,16 0 0,-17 0 0,-3 0 0,2 0-462,2 0 1,-1 0 461,0 1 0,-2 2 0,0 0 0,-2 1 0,17-2 0,-3 1 0,-11 1 0,-7 0 0,7-1 0,11 0 0,0 0 0,-11 0 0,-6 0 0,7 0 0,12-2 0,1 1 0,-15 0 0,2 0 0,0-3 0,0 0 0,3-2 0,3-1 0,-1 0 0,-10-2 0,12 2 0,-1-1 0,7 1 0,3-1 0,-15 0-602,13 1 0,0-1 602,-9 1 0,0-2-178,1 1 0,2-1 0,0-1 0</inkml:trace>
  <inkml:trace contextRef="#ctx0" brushRef="#br0" timeOffset="147611">18390 14112 5734,'-4'9'0,"-1"14"0,5-7 0,0 12 0,3 0 0,1-7 0,1 8 0,2-1 0,-2-9 0,9 16 0,-7-21 0,6 5 0,-4-14 0,-1-4 0,4-4 0,1-8 0,-1 1 0,2-5 0,-1-2 0,-3 3 0,2-3 0,-4 5 0,-2 2 0,1 5 0,-3 6 0,-1 9 0,-1 4 0,6 24 0,-1-13 0,5 16 0,6-13 0,-3-9 0,15 6 0,-4-16 0,1-4 0,3-16 0,-14-3 0,3-10 0,-9-9 0,-4 5 0,-4-10 0,-7 14 0,-2 0 0,-4-5 0,-3 1 0,-1 2 0,2 8 0,-8-8 0,14 16 0,-1 0 0,1 3 0,2 1 0,0 0 0</inkml:trace>
  <inkml:trace contextRef="#ctx0" brushRef="#br0" timeOffset="156268">12094 11361 5734,'-1'5'0,"0"-1"0,1-2 0,0-1 0,1 1 0,6 14 0,-1-6 0,5 14 0,-3-10 0,7 11 0,-3-4 0,2 4 0,0 0 0,2 3 0,-1 0 0,3 4 0,-2-4 0,0 3 0,2 1 0,-1-2 0,-8-12 0,-4-8 0,1 2 0,-6-9 0,-2-3 0,-2 0 0,-10-5 0,5 2 0,-6-4 0</inkml:trace>
  <inkml:trace contextRef="#ctx0" brushRef="#br0" timeOffset="156467">12102 11787 5734,'2'-8'0,"5"-9"0,6-6 0,2-1 0,6-9-1252,-3 6 0,0 1 1252,2 2-497,8-9 497,-7 9 655,6-5-655,-9 7 0,-7 8 0,0-2 0,-9 10 0,0 0 0,-2 2 0,-1 0 0</inkml:trace>
  <inkml:trace contextRef="#ctx0" brushRef="#br0" timeOffset="156779">12462 11309 5734,'-5'9'0,"-1"3"0,-5 13 0,1-2 0,-3 10 0,1 6-2105,3-7 2105,-1 10 0,4 1 0,3-10 0,2 8 94,7 4-94,-2-19 0,9 16 0,-6-29 0,3 1 462,0-8-462,-4-6 0,3-3 0,-4-5 0,1-2 0,-2-2 0</inkml:trace>
  <inkml:trace contextRef="#ctx0" brushRef="#br0" timeOffset="157147">12544 11672 5734,'10'-1'0,"-2"-1"0,2-1 0,0-2 0,-3 1 0,3-4 0,0-3 0,-6 2 0,-1-6 0,-6 8 0,-2-1 0,-1 4 0,2 1 0,-2 0 0,-3 7 0,3 0 0,-6 10 0,7-3 0,-3 11 0,6 3 0,1-3 0,7 3 0,2-14 0,15 3 0,-10-9 0,14-3 0,-15-6 0,4-5 0,-2-13 0,-7 7 0,3-11 0,-9 10 0,0 0 0</inkml:trace>
  <inkml:trace contextRef="#ctx0" brushRef="#br0" timeOffset="157430">12713 11295 5734,'7'9'0,"0"0"0,4 15 0,-5-6 0,-1 9 0,-1 1 0,-2-3 0,-1 2 0,-1-1 0,-2-7 0,-5 15 0,3-19 0,-4 5 0,-3-13 0,0-4 0,-10-6 0,9-3 0,-2-3 0</inkml:trace>
  <inkml:trace contextRef="#ctx0" brushRef="#br0" timeOffset="157568">12724 11154 5734,'0'0'0</inkml:trace>
  <inkml:trace contextRef="#ctx0" brushRef="#br0" timeOffset="158003">12829 11358 5734,'6'14'0,"1"4"0,-3-8 0,1 2 0,0-4 0,-2-3 0,3-1 0,-2-4 0,1-1 0,1-8 0,-1 1 0,1-4 0,-1-14 0,-2 12 0,0-10 0,-2 16 0,1 1 0,2 2 0,-2 4 0,6 8 0,-4 0 0,3 7 0,-4-6 0,1 0 0,0-1 0,-1-4 0,3-1 0,-5-4 0,1-6 0,-2 0 0,-1-3 0,0-1 0,0 3 0,0-3 0,0 2 0,0 5 0,0-2 0,2 5 0</inkml:trace>
  <inkml:trace contextRef="#ctx0" brushRef="#br0" timeOffset="158238">13034 11194 5734,'8'9'0,"2"1"0,2 7 0,-2-1 0,0 5 0,0 3 0,-1 4-271,-2-6 0,-1 3 271,-1 19-1475,-4-8 1475,-2 12 0,-4-16 0,-2-1 0,-3 10 0,-2-3 0,-1-1 0,-2-5 0,-6 6-362,-2-10 362,5-10-41,-4 0 1,7-14-1,2-2 1</inkml:trace>
  <inkml:trace contextRef="#ctx0" brushRef="#br0" timeOffset="160030">12043 10826 5734,'1'22'0,"-2"5"0,0 15-1093,-1-8 1,-1 7 0,0-2-100,0 0 0,1 4 1192,-1-4 0,0 7 0,0 3 0,0-1 0,0-7-25,0-3 1,1-4 0,0 4 24,0 1 0,-1 6 0,1 1 0,0-1 0,0-7 0,1-3 0,0-5 0,0 2 0,0 7 0,0 1 0,0 0 0,3-1 0,0 0 0,1-4 0,-1-2 0,1-1 0,4 17 0,2-6 0,3-22 0,7-2 0</inkml:trace>
  <inkml:trace contextRef="#ctx0" brushRef="#br0" timeOffset="160947">13234 10775 5734,'0'18'0,"0"13"0,0 5 0,0 6-864,-1-2 0,0 2 864,1-9 0,-1-1-848,0-6 1,0 1 847,0 7 0,0 4 0,0-4 0,0 4 0,-1-3 0,1-1 0,0 2 0,-1 1 0,0 7 0,1 0 0,-1-6 0,1-3 0,0 0 0,1-1 0,-1 5 0,1 0 0,0-6 0,0-4 0,0-1 0,1 13 0,0-2 102,1-5-102,-1-5 0,-1-5 0,-3 6 0,1-15 0,-4 2 0,2-14 0</inkml:trace>
  <inkml:trace contextRef="#ctx0" brushRef="#br0" timeOffset="186858">5218 15538 5734,'-5'-3'0,"1"0"0,2 2 0,1-2 0,-1 2 0,2-1 0,-1 0 0,0-3 0,-1 2 0,1-1 0,0-1 0,1 3 0,0-2 0,-1 3 0,1 0 0,-1 7 0,1-3 0,0 9 0,0-6 0,0 3 0,-1 0 0,0-2 0,1 3 0,1 4 0,0-2 0,0 5 0,2 4 0,-1-4 0,1 7 0,5 9 0,0 2 0,1-1-641,-1 2 1,1 0 640,-3-12-660,-1 10 660,-1-7 0,-1 3 0,-1 0 0,-1 1 0,0 0 0,-1 6 0,0-6 0,-1 3-382,1 2 0,-1-3 382,1-19 0,0 6 0,0-10 1077,0 4-1077,0-10 685,1-2-685,0-1 943,0-6-943,-3-12 0,1 2 0,-3-10 0,0 9 0</inkml:trace>
  <inkml:trace contextRef="#ctx0" brushRef="#br0" timeOffset="187460">5121 15599 5734,'17'-9'0,"-4"3"0,13-4 0,4 0 0,6-1 0,-8 2 0,0 1 0,-1 3 0,-2 2 0,2 2 0,13 1 0,-11 8 0,-9 0 0,6 6 0,5 14 0,-13-9 0,1 6 0,-1 2 0,-5-1 0,-1 6 0,-2 0 0,-6 0-108,-1-8 1,-1 1 107,-11 16-1135,0-9 1135,-6 9 0,-4-13 0,-4 1 0,2-2 0,5-6 0,0-1-982,-6 8 0,-4 2 1,4-6 981,-4 2 0,8-9 0,-1-1-551,-8 9 551,-6 4 0,7-7 0,8-8 115,-3 1-115,8-6 704,0-12-704,5 0 0,4-13 0,7 1 0</inkml:trace>
  <inkml:trace contextRef="#ctx0" brushRef="#br0" timeOffset="187907">5965 15624 5734,'-4'4'0,"1"0"0,2 6 0,0 0 0,-1 7 0,0 23 0,1-10 0,0 10 0,1 2-282,0 1 282,0-12 0,1 5 0,1-4 0,-1 13 0,2 3 0,0 0 0,0-9 0,-1 2 0,1-2 0,-2-9 0,0-3 0,-1-2 0,-3-7 0,-1-2 0,-3-15 0,0-8 0,0-5 0,0-2 0</inkml:trace>
  <inkml:trace contextRef="#ctx0" brushRef="#br0" timeOffset="188223">5714 15650 5734,'-4'0'0,"12"4"0,1-2 0,12 3 0,-5-4 0,26-1 0,-11-2-802,2-1 1,0 0 801,5-2 0,-14 1 0,1 0 0,10-3 0,3-3 0,2 0 0,3-1-604,-6 1 0,-1 1 604,-10 0 0,-4 1-136,2-1 136,-10 4 338,0-1 0,-9 3 0,-1 1 0</inkml:trace>
  <inkml:trace contextRef="#ctx0" brushRef="#br0" timeOffset="188723">6608 15673 5734,'-5'0'0,"-2"4"0,5 2 0,-3 14 0,4-4 0,-1 9 0,1 17 0,1 2 0,-1-2-1105,1 5 0,0-3 1105,1-15 0,1 10-222,-1-11 222,1 7 0,1 1 0,-2-16-103,1 15 103,-1-25 0,-2 2 0,-2-11 1541,0-2-1541,-3-3 0,0-3 0,0-1 0</inkml:trace>
  <inkml:trace contextRef="#ctx0" brushRef="#br0" timeOffset="189007">6494 15704 5734,'10'-7'0,"17"-6"0,-8 6 0,16-4 0,-1 3 0,-6 3 0,10 0 0,-12 3 0,0 0 0,6 0 0,2 1 0,-1-1 0,-7 2 0,10 0 0,-19 0 0,-6 0 0,0 0 0,-8 1 0,-7 3 0,-3 0 0,-7 3 0,2-1 0</inkml:trace>
  <inkml:trace contextRef="#ctx0" brushRef="#br0" timeOffset="189235">6553 15939 5734,'-5'3'0,"1"-1"0,5-1 0,3-2 0,7-1 0,1-2 0,4-1 0,8-3 0,-3 1 0,8-2 0,13-5 0,-14 5 0,-4 1 0,1 0 0,7 2 0,-6 0 0,-1 3 0</inkml:trace>
  <inkml:trace contextRef="#ctx0" brushRef="#br0" timeOffset="189545">7307 15700 5734,'1'29'0,"0"9"0,-2 1 0,0-3-1446,0 2 0,0-1 1446,-1-5 0,0-3 0,1 0 0,-1 6 386,1-9 1,0 0-387,0 4 0,1-10 485,0 3-485,-5-8 0,0-10 0,-4 1 388,0-11 0,0-3 0,-1-1 0</inkml:trace>
  <inkml:trace contextRef="#ctx0" brushRef="#br0" timeOffset="189843">7062 15654 5734,'-4'-3'0,"0"1"0,8-2 0,1 2 0,8-2 0,1 2 0,5-1 0,16-2 0,-7 0 0,12-1 0,-13 2 0,1 0 0,7 0 0,7-2 0,-1 0-1151,-8 1 1151,-7 1 0,0 0 0,7-1 0,-9 1 0,9-1 0</inkml:trace>
  <inkml:trace contextRef="#ctx0" brushRef="#br0" timeOffset="190513">8157 15935 5734,'0'3'0,"1"0"0,24-3 0,0 0 0,14 0-930,-9 0 930,-6 0 0,0 0 0,11 0 0,-9 0 0,7 0 0,-12 0 96,2 0-96,-8-1 0,0 1 0,-8 0 0,-5 0 0,0 1 0,-3-1 0</inkml:trace>
  <inkml:trace contextRef="#ctx0" brushRef="#br0" timeOffset="190773">8176 16167 5734,'8'1'0,"1"-1"0,20-7 0,-7 2 0,6-2 0,2 0 0,1 0 0,-8 1 0,2 1 0,12-4-1769,-8 2 1769,8-2 0,-4 1 0,-9 2 553,5 0-553,-4 0 0,-12 3 290,5-1-290,-17 2 0,-2 1 0,-4 1 0,-1-4 0,-2 0 0</inkml:trace>
  <inkml:trace contextRef="#ctx0" brushRef="#br0" timeOffset="191981">8229 15693 5734,'7'-5'0,"7"-4"0,0 1 0,6-2 0,19-3 0,-12 6 0,6-1 0,0 1 0,-2 3 0,1 1 0,1 2 0,-7 2 0,10 2 0,-15 3 0,-9-1 0,4 5 0,-13-6 0,-4 4 0,-2-6 0,-3-1 0,1-2 0</inkml:trace>
  <inkml:trace contextRef="#ctx0" brushRef="#br0" timeOffset="192783">9309 15595 5734,'-3'-10'0,"10"30"0,-4-9 0,9 29-1670,-5-14 1670,-1 4 0,0-1 0,0 2 0,1 8 0,0 3 0,1-1 0,-3-8 0,-1-8 0,-1-2 0,0-4 524,0 3-524,-3-13 274,0-1-274,-5-17 0,-10-26 0,2 8 0,2 4 0,0-1 0,-5-7 0</inkml:trace>
  <inkml:trace contextRef="#ctx0" brushRef="#br0" timeOffset="193007">9167 15516 5734,'7'-28'0,"1"5"0,15 16 0,-3 4 0,12 3 0,-4 5 0,1 3 0,9 2 0,6 7 0,-2 2 0,-6 2 0,-2 4 0,-6 5 0,-19-4 0,-3 1-847,2-1 1,-2 0 846,-9 1 0,-4-2 0,-7 4 0,0-9 0,-1 0 0,-8 11 0,7-12 0,-1 0-516,-16 14 516,9-11 0,-4 4 0,2-6 0,14-18 0,-2 2 0,19-18 0,6 1 0,3-1 0</inkml:trace>
  <inkml:trace contextRef="#ctx0" brushRef="#br0" timeOffset="193161">9659 15749 5734,'11'25'0,"-1"0"0,-3 22 0,-3-15 0,-2 0 0,-1 1 0,0-6 0,-1-2 0,0 17 0,1 3 0,-2-31 0,-3-1 0,2-13 0,-3-4 0</inkml:trace>
  <inkml:trace contextRef="#ctx0" brushRef="#br0" timeOffset="193647">9962 15767 5734,'-8'-2'0,"-1"0"0,-7 4 0,2 1 0,-18 10 0,17-3 0,-9 8 0,15 0 0,4-4 0,3 6 0,15 9 0,-2-12 0,7 3 0,2-2 0,0-3 0,0-1 0,0-1 0,-6-4 0,-23 20 0,-5-19-622,-23 13 622,13-15 0,2-2-374,-6-2 374,7-2 0,-3-2-61,5-6 61,7 0 0,0-6 0,8 1 0</inkml:trace>
  <inkml:trace contextRef="#ctx0" brushRef="#br0" timeOffset="193840">9713 15554 5734,'-3'-3'0,"1"-3"0,2 4 0,3-2 0,14 3 0,-5 2 0,8-1 0,-7 3 0,1 0 0</inkml:trace>
  <inkml:trace contextRef="#ctx0" brushRef="#br0" timeOffset="194558">10216 15738 5734,'-23'8'0,"3"1"0,-1 7 0,6-2 0,-3 7 0,-3 17 0,10-12 0,1 5 0,4 0 0,4-2 0,3 14 0,11-13 0,-1-9 0,8 4 0,5-8 0,-4-6 0,8-2 0,8-18 0,-12 0 0,8-22 0,-2-6 0,-10 6-670,0-3 0,-3 0 670,-13 11-567,-1-10 567,-2 9 0,-1-18 0,-1 24 0,-1-6 0,0 17 0,-4 8 0,2 39 0,-1-15-524,6 8 0,1 1 524,2-7 0,3 8 475,0-3-475,-1-10 528,1 3-528,-1-9 0,-2-5 0,0-1 1193,-2-9-1193,-7-22 0,2 5 0,-2-7 0,-1-2 0,2 3 759,-2-15-759,4 9 0,2 8 0,0-5 0,24-16 0,-13 22-417,19-17 417,-18 29 0,6 0 0,-5 3 0,8 4 0,-12 3 0,3 4 0,-8-1 0,0 1 0</inkml:trace>
  <inkml:trace contextRef="#ctx0" brushRef="#br0" timeOffset="194873">10644 16012 5734,'21'-24'0,"-2"2"0,-4 1 0,-5 4 0,2-5 0,-5-25 0,-5 22-710,-1-21 710,-6 30 49,-10-3-49,4 9 0,-7-1 0,-1 15 0,5 3 0,-6 6 0,7 12 0,2 3 0,0 0 0,1 1 0,4 1 0,14 12 0,0-16-24,9 11 24,-2-22 0,11-2 0,-4-7 0,17-7 0,-14-6 0,7-6 0,-10-3 0,0-2 0,-1-2 0</inkml:trace>
  <inkml:trace contextRef="#ctx0" brushRef="#br0" timeOffset="195077">11005 15468 5734,'-4'0'0,"0"3"0,0 28 0,2-6-448,-1 18 448,2 2-1738,0-7 1738,1-14 0,0 3 0,2 17 0,0 0 0,0-12 0,1-1 0,0 14 0,0-3 0,4 0 0,-3-18 423,1-1-423,-2-9 0,1-3 0,-4-11 0,0-10 0,-2-5 0</inkml:trace>
  <inkml:trace contextRef="#ctx0" brushRef="#br0" timeOffset="195520">11233 15974 5734,'10'0'0,"2"-1"0,6-6 0,-3-1 0,6-7 0,2-8 0,-6 3 0,4-9 0,-6-1 0,-6 7 0,1-6 0,-13-1 0,-2 13 0,-18-7 0,9 22 0,-9 16 0,0 6 0,8 1-433,-2 3 1,4 1 432,11-1 0,2 1-500,3 1 500,2 0 0,2-1 0,10 7 0,-2-8 0,8 2 0,-4-13 0,11-4 0,-4-7 0,5-6 0,2-25 0,-14 7 0,7-18 0</inkml:trace>
  <inkml:trace contextRef="#ctx0" brushRef="#br0" timeOffset="195808">10899 15711 5734,'7'3'0,"29"3"0,-13-5-1377,23 1 1377,-21-3 0,1-1 0,-2-1 0,16-5 0,-17 3 0,10-6 0,-22 4 0,-1-3 0</inkml:trace>
  <inkml:trace contextRef="#ctx0" brushRef="#br0" timeOffset="197457">12025 15376 5734,'-1'-4'0,"0"1"0,1 11 0,0 1 0,0 11 0,0 21 0,0 3 0,1 2-702,-1-15 1,1 4 0,-1-4 701,1 7 0,1-11 0,-1 0-868,2 12 868,-1-14 0,0-2 0,1 6-406,0 4 406,-1-12-61,0 9 61,-1-19 1759,-1 1-1759,-4-10 1022,-6-6-1022,-3-1 0,-3-6 0,3 1 0</inkml:trace>
  <inkml:trace contextRef="#ctx0" brushRef="#br0" timeOffset="197711">11597 15495 5734,'-2'-4'0,"4"0"0,16-1 0,2 1 0,13-3 0,3 0 0,10-1-1639,-8 1 1,1 0 1359,-15 3 1,0 1 278,10-2 0,1 0 365,-9 1 0,1 0-365,5-1 0,4-1 0,-4 1 0,16-3 0,-5-1 0,-4 0 0,-14 3 0,7-3 0</inkml:trace>
  <inkml:trace contextRef="#ctx0" brushRef="#br0" timeOffset="198069">12136 15671 5734,'0'11'0,"-1"-3"0,1 5 0,0 3 0,1-3 0,0 12 0,1 2 0,0-3 0,1 2 0,-2-13 0,0 0 0,1 3 0,-1-4 0,1 0 0,1-3 0,-2-6 0,-4-2 0,0-13 0,-2-1 0,3-7 0</inkml:trace>
  <inkml:trace contextRef="#ctx0" brushRef="#br0" timeOffset="199359">12254 15674 5734,'3'0'0,"-3"-2"0,4 6 0,-3-3 0,-2 0 0,1 2 0,-1-3 0,2 3 0,0 0 0,1 1 0,-1 2 0,2 6 0,-1-2 0,2 4 0,-1 6 0,-2-7 0,2 11 0,-2-14 0,1 1 0,-1-3 0,-1-3 0,1 0 0,-1-3 0,2-2 0,-4-3 0,1 0 0,-5-13 0,4 6 0,-2-10 0,4-10 0,1 10-266,2-11 266,0 14 0,1 0 0,1 2 0,2-4 0,-4 7 0,2-2 0,-5 7 0,1 3 266,2 1-266,4 11 0,-2 0 0,6 22 0,-8-11 0,1 5 0,-1 0 0,-1-1 0,-1 2 0,0-1 0,-1-4 0,0 6 0,0-15 0,1 2 0,-1-7 0,1 2 0,7-32 0,-3 10 0,7-19 0,-1 7 0,0 1 0,-1 2 0,0-2 0,1 3 0,-5 10 0,-2 7 0,1 0 0,-1 8 0,0 2 0,4 14 0,-4-6 0,3 10 0,-2-1 0,-1-4 0,1 5 0,-1 0 0,-1-5 0,0 3 0,1 1 0,-2-10 0,3 7 0,6-17 0,-3 0 0,5-7 0,-4 0 0,3-3 0,-2 1 0,8-5 0,-8 4 0,4-3 0,13-23 0,-14 17-418,13-20 418,-20 23 0,0-5 0,-3 5 0,-1-4 0,-6 4 0,-1 3 0,-2-2 418,-12 4-418,7 5 0,-22 5 0,20 4 0,-17 19 0,21-9 0,0 29 0,10-21 0,6 14 0,9-11 0,-1-6 0,6 3 0,17-9 0,-14-7 0,10-14 0,-1-5 0,-11-3 0,0-1 0,-4-2 0,-11 2 0</inkml:trace>
  <inkml:trace contextRef="#ctx0" brushRef="#br0" timeOffset="199729">12065 15466 5734,'7'0'0,"3"-4"0,-3 0 0,3-1 0,-1 1 0,5 0 0,-2 1 0,3 1 0,0 0 0,-4 1 0,2-1 0,-6 4 0,-4-2 0,-3 2 0</inkml:trace>
  <inkml:trace contextRef="#ctx0" brushRef="#br0" timeOffset="200809">13616 15398 5734,'-8'13'0,"-1"10"0,3-3 0,0 11 0,1 7 0,3-6-295,1 10 295,2 2-1179,0-9 1179,0 10 0,1-1 0,-1-11 0,1 8 0,-1-14 0,-1 20 0,-1-22-196,0 15 196,-1-31 190,0-2-190,-5-5 1250,1-4-1250,-4-5 0,3-5 0,-2-2 0</inkml:trace>
  <inkml:trace contextRef="#ctx0" brushRef="#br0" timeOffset="201008">13409 15406 5734,'26'2'0,"1"-2"0,2-1 0,7-2-1093,-5-1 1,6-1 0,-5 0 477,-7 1 0,-1-1 615,15-3 0,1 0-69,-12 1 1,-3 1 68,13-3 912,4-1-912,-13 7 0,-19 3 0,1 5 0,-17 4 0</inkml:trace>
  <inkml:trace contextRef="#ctx0" brushRef="#br0" timeOffset="201176">13525 15734 5734,'26'2'0,"-1"-3"0,0-2 0,5 0 0,16-6 0,1-1 0,-6 1 0,6-2 0,-1 0 0,-16 3 0,14-2 0</inkml:trace>
  <inkml:trace contextRef="#ctx0" brushRef="#br0" timeOffset="201477">13991 15766 5734,'-9'9'0,"0"1"0,2 0 0,-1 2 0,-2 11 0,1-5 0,0 8 0,2 6 0,6-12 0,7 17 0,3-26 0,27-6 0,-13-12 0,8-10 0,0-3 0,-4-4 0,1-6 0,-4-2-974,-9 3 974,2-14-525,-23 17 525,-4 10 0,-7-1 0,-22 17 0,14 3 0,-6 10 0,3 4 0,11-2 0,-10 15 0,30-20 0,1-1 0</inkml:trace>
  <inkml:trace contextRef="#ctx0" brushRef="#br0" timeOffset="201859">14347 15664 5734,'-3'13'0,"0"-1"0,-1 6 0,2 14 0,1-10 0,4 15 0,2 0 0,0-11-1203,1 2 1,0-3 1202,-2-15 542,4-2-542,-1-5 0,12-14 0,-8-2 0,3-17 0,0-2 0,-5 4-338,-1 0 1,-1 1 337,-5 8 0,-1 3 0,0-1 0,-1 6 1712,0 0-1712,1 8 0,-1 3 0,6 19 826,-2-5-826,10 31 0,-6-23 0,2 3 0,1 0 0,-2-4 0,5 8 0,-7-15 0,-3-5 0,0 0 0,0-8 0,0-3 0,2-3 0</inkml:trace>
  <inkml:trace contextRef="#ctx0" brushRef="#br0" timeOffset="202129">14652 15740 5734,'6'47'0,"-1"-5"0,-3-21 0,1-2 0,-1 0 0,2 4 0,-2-7 0,1 4 0,-3-13 0,0-1 0,-1-17 0,-1 1 0,2-19 0,0 10 0,2-7 0,0 8 0,3-5 0,-1 6 0,2-2 0,1 3 0,-1 5 0,-1 1 0,18-5 0,-15 11 0,15-7 0,-19 11 0,0 0 0,0 2 0,0 1 0,0 0 0,0 0 0</inkml:trace>
  <inkml:trace contextRef="#ctx0" brushRef="#br0" timeOffset="202333">14875 15743 5734,'-3'25'0,"0"16"0,3-19 0,0 15 0,2-7 0,0-7 0,1 5 0,1-3 0,-2-8 0,1 2 0,-5-8 0,-1-5 0,-2-1 0,-1-6 0,1-1 0</inkml:trace>
  <inkml:trace contextRef="#ctx0" brushRef="#br0" timeOffset="203068">15145 15846 5734,'18'-33'0,"-9"13"0,2-19 0,-12 26 0,-13-8 0,4 16 0,-18 9 0,15 3 0,-7 8 0,7 8 0,7-6 0,0 26 0,9-23 0,14 23 0,-5-26 0,9 8 0,22-18 0,-21-6-507,23-5 507,-30-8 0,9-17 0,-9 9 0,-3-4 0,-2-1 0,-3 4 0,-1-10 0,-4 11 0,-1 9 0,0 15 0,-1 4 0,0 15 0,1 4 0,0-1 0,0 19 0,0-2 0,-1-17 0,-2 21 0,2-33 507,-3 4-507,1-18 0,0-4 0,-1-5 0,-1-19 0,2 7 0,-2-8 0,2-1 0,0 2 0,0-18 0,5 15 0,1 8 0,10-14 0,9 16 0,0 0-351,4 11 351,-9 8 0,13-1 0,-11 2 0,10-2 0,-23 1 0,0-1 0,-8 1 0</inkml:trace>
  <inkml:trace contextRef="#ctx0" brushRef="#br0" timeOffset="203257">14764 15534 5734,'-8'-1'0,"5"0"0,17-4 0,-2 1 0,10-1 0,-10 1 0,-1 1 0,0 0 0,-1 1 0</inkml:trace>
  <inkml:trace contextRef="#ctx0" brushRef="#br0" timeOffset="204334">16224 15317 5734,'1'19'0,"1"27"0,1-14-820,-1-2 1,1 10 0,0 1 0,0-6-373,0-5 0,-1 0 1192,1 11 0,1 5 0,-1-4-37,2-4 1,-1-6 36,1 10 414,-1-11 1,1-1-415,1 1 0,-2-11 0,0 2 0,-4-10 0,-3-8 0,-1-3 0,-3-7 0</inkml:trace>
  <inkml:trace contextRef="#ctx0" brushRef="#br0" timeOffset="204674">15740 15452 5734,'5'3'0,"19"-5"0,-3-2 0,7-1 0,8-3 0,-4 2-1150,-5 0 0,0 1 1150,13-3 0,6-1 0,-4 1-917,-11 3 0,-1 1 917,11-3 0,1 0 0,1 1 0,-2 1 0,-10 1 0,0 0 0,9-1 0,-1 1-186,-6 2 0,-2 0 186,14 1-3,-19 0 0,0 1 3,11 3 0,-11 0 776,1 0-776,-11 0 1937,-9 0-1937,-2 2 0,-7-1 0,-2 1 0</inkml:trace>
  <inkml:trace contextRef="#ctx0" brushRef="#br0" timeOffset="205190">16558 15720 5734,'0'35'0,"1"-4"0,-1-13 0,2-1 0,-2 5 0,1-6 0,-1 3 0,0-9 0,0 1 0,0-3 0,-1-2 0,1-6 0,-2-4 0,-2-12 0,1 1 0,-5-30 0,4 19 0,-2-18 0,4 11-571,0 9 571,2-5 0,4 4 0,0 8 0,2-5 0,3 7 0,-1 5 0,5-2 0,24 5 0,-12 6 0,15-1 0,-16 9 0,-12 0 0,3 2 0</inkml:trace>
  <inkml:trace contextRef="#ctx0" brushRef="#br0" timeOffset="206195">16828 15649 5734,'-24'7'0,"12"-2"0,-15 9 0,17-3 0,-6 17 0,6-9 0,1 4 0,1 2 0,4-3 0,1 10 0,16 3 0,-5-20 0,10 11 0,-8-24 0,0-3 0,1-2 0,0-3 0,-1-3 0,1-2 0,-1-2 0,-1-1 0,0-3 0,4-17 0,-6 12 0,-2-3 0,-1 1 0,-3 4 0,-3-17 0,1 24 0,-2-7 0,3 16 0,-1 1 0,1 23 0,1-6 0,0 21 0,3 0 0,-1-6-415,2 6 415,-2-18 0,0-1 0,2 3 0,-1-7 0,2 3 0,3-7 0,-2-6 0,14-14 0,-9-6 0,5-8 415,-9 4-415,1-9 0,-5 11 0,2-9 0,-4 10 0,-1 6 0,0-3 0,-1 4 0,0 5 0,0-2 0,0 8 0,0 1 0,1 7 0,0 0 0,0 6 0,2 5 0,-1-3 0,2 6 0,2 1 0,3 4 0,4 3 0,-3-7 0,2-10 0,-6-10 0,1-2 0,3-5 0,-3 0 0,1-4 0,0-6 0,-3 3 0,2-7 0,0-3 0,2-10 0,-2 5-284,1-3 284,-7 15 0,1 3 0,-1-1 0,0 4 0,-1 0 0,0 6 0,0 2 0,0 7 0,5 30 0,-2-16 0,1 7 0,1-2 0,-2-11 284,3 12-284,-4-19 0,1 3 0,0-8 0,0-1 0,1-2 0,2-4 0,0-1 0,1-4 0,8-26 0,-9 17-330,6-19 330,-9 23 0,-1 2 0,2-2 0,-2 5 0,-1-2 0,0 8 0,-1 2 0,0 14 0,2 5 0,0 4 0,2 1 0,-1-5 0,6 15 0,-3-11 330,4 11-330,-1-12 0,-3-5 0,3 1 0,-3-6 0,-1-4 0,0-2 0,2-9 0,-3-1 0,4-7 0</inkml:trace>
  <inkml:trace contextRef="#ctx0" brushRef="#br0" timeOffset="207008">17357 15456 5734,'-17'3'0,"4"0"0,-7 3 0,-1 4 0,5-3 0,-4 5 0,-3 19 0,13-14-392,-5 17 392,13-19 0,3-1 56,3 7-56,2-7 0,4 5 0,6-2 0,-4-4 0,7 2 0,0-1 0,-3-5 0,4 3 0,2-1 0,-9-4 0,9 5 0,-16-7 0,2 0 0,-6-1 293,0-2-293,-2 1 43,-6 2-43,2-2 0,-3 3 0,-1-2 0,3-1 0,-2 0 0,-8-8 0,8 1 0,-7-6 0,14 0 0,2 0 0</inkml:trace>
  <inkml:trace contextRef="#ctx0" brushRef="#br0" timeOffset="207284">17630 15223 5734,'-14'-9'0,"1"5"0,-1 11 0,3 5 0,0 11 0,2 5 0,1 8-1093,5-2 1,0 6 0,1-3 817,2-9 0,1 4 275,0 1 0,1 8 0,1 5 0,0 1 0,-1-3 0,1-8-531,-1-1 0,0-4 1,0 3 530,1 5 0,0 7 0,0 1 0,0-3 0,0-9-108,-1-2 1,1-3 107,-1 1 0,0 3 0,1-3 0,-1-3 0,0 0 0,0 12 0,1-3 0,0-6 0,-3-15 0,1-3 0,-2-16 0,-7-28 0,4 6 0,-6-21 0</inkml:trace>
  <inkml:trace contextRef="#ctx0" brushRef="#br0" timeOffset="208358">17546 15677 5734,'21'-6'0,"-1"0"0,2 3 0,-6 1 0,11 3 0,-9 4 0,1 1 0,-4 3 0,-8 0 0,-1 2 0,-2 2 0,-3 21 0,0-12 0,-2 4 0,0 1 0,1-6 0,1 11 0,7-12 0,-1-10 0,6 0 0,-2-12 0,2-4 0,0-3 0,5-11 0,-5 3 0,0-7 0,-10-16 0,-6 13 0,-5-2 0,-3 1 0,-4 5 0,-4 4 0,-2 3 0,3 7 0,-19 4 0,24 8 0,-4 4 0,13 1 0,4-2 0,2 1 0,15-3 0,-4-3 0,24-3 0,-19-2 0,25-4 0,-29 5 0,9-1 0,-18 6 0,-1 2 0,3 4 0,-1 0 0,3 4 0,0 3 0,-1-2 0,1 6 0,3 9 0,-1-4 0,1 4 0,-5-9 0,-3-8 0,-1-1 0,2 0 0,-3-4 0,2-1 0,-1-6 0,-1-2 0,1-5 0,2-8 0,-1 1 0,0-8 0,1-17 0,-1 14 0,2-16 0,0 11 0,-2 9 0,2-5 0,1 7 0,-2 6 0,3-2 0,0 3 0,2 2 0,-1 3 0,2 7 0,-5 5 0,1 3 0,2 7 0,-3-5 0,7 16 0,-8-14 0,6 15 0,-6-14 0,2 6 0,-3-2 0,0-3 0,-1 4 0,1 3 0,-1-7 0,0 16 0,-2-17 0,-1 6 0,0-6 0,0-3 0,0 4 0,0-9 0,1 1 0,0-6 0,0-3 0,2-2 0,1-9 0,1 2 0,1-6 0,3-11 0,-2 10 0,4-12 0,2-3 0,3 1 0,-1-2 0,-2 10 0,-5 14 0,-3 8 0,5 6 0,-6 6 0,4 8 0,-3 0 0,5 12 0,1 2 0,-1-1-442,0 2 0,0-3 442,-4-11 0,1 1 0,-3-6 0,0 0 0,-1-8 0,-2-3 0,2-4 884,2-16-884,1 3 0,10-28 0,-7 22 0,6-13 0,-2 15 0,-4 6 0,3 0 0,4 14 0,-4 3 0,10 26 0,-1 8 0,-3-4-786,1 5 0,-2 0 786,-6-10 0,3 4-413,-4-10 413,0 2 0,-5-12 0,-4-7 0,-2-2 0</inkml:trace>
  <inkml:trace contextRef="#ctx0" brushRef="#br0" timeOffset="209591">4898 16960 5734,'45'2'0,"-9"1"0,2 0 0,-8-1 0,1 1-677,8 0 1,8 2 676,-10-2 0,7 0 0,3 1 0,2-1 0,-4 1 0,-5-1-1093,6 0 1,-6 0 0,5 0 1065,-2 0 0,6 0 0,3 1 0,0-1 0,-5 0 1,-7 0-127,-2-2 1,-7 0-1,3 1 153,3-1 0,3 0 0,1 1 0,-3-1-162,3 0 0,-1 1 1,2-1 161,-3 0 0,2 1 0,1-1 0,0 0 0,1 1 0,2-1 0,-1 1 0,-2-1 0,4 1 0,-2 0 0,3 0 0,-5-1 0,0 1 0,4 0 0,5 1 0,-10-1 0,4 1 0,3 1 0,3 0 0,0 0 0,0 0 0,-2 0 0,-3 0 0,-4-1 0,3 1 0,-5-1 0,-2 0 0,2 0 0,6 0 0,-8 0 0,3 1 0,3-1 0,3 1 0,0 0 0,0 0 0,-1 0 0,-1-1 0,-3 1 0,-3-1 0,11 0 0,-3 1 0,-2-2 0,-2 1 0,0 0 0,4 0 0,-3-1 0,2 1 0,1-1 0,-7 0 0,1 0 0,1 1 0,1-1 0,0 0 0,0 0 0,3 0 0,0 0 0,1 0 0,0 0 0,-1 0 0,-2 0 0,1 0 0,-3 0 0,0 0 0,1 0 0,5 0 0,-10 0 0,4 0 0,2 0 0,1 0 0,1 0 0,-1 1 0,-1-1 0,-2 0 0,-2 0 0,10 1 0,-4-1 0,-1 0 0,0 1 0,4-1 0,-7 0 0,1 1 0,1-1 0,1 0 0,1 1 0,-1-1 0,0 1 0,1-1 0,0 1 0,1 0 0,-1 0 0,0 0 0,-2 0 0,0 0 0,-2-1 0,-2 1 0,-1 0 0,1-1 0,1 1 0,4 0 0,-3 0 0,4 0 0,1 0 0,3 1 0,-1-1 0,0 1 0,-1-1 0,-2 0 0,-4 0 0,3 0 0,-4 0 0,-1 0 0,-1-1 0,2 1 0,1 0 0,2 0 0,1 0 0,1 0 0,1 1 0,0-1 0,0 0 0,0 0 0,0 0 0,1 0 0,-1 0 0,1 0 0,-1 0 0,0-1 0,-3 1 0,-1 0 0,-4-1 0,-1 1 0,2-1 0,3 1 0,8 0 0,-16-1 0,4 0 0,4 1 0,2-1 0,2 1 0,3 0 0,1 0 0,1 0 0,1 0 0,0 0 0,0 0 0,-1 0 0,0-1 0,-3 1 0,-1 0 0,-3-1 0,-3 1 0,-3-1 0,12 1 0,-4 0 0,-5-1 0,-1 1 0,0-1 0,1 1 0,4 0 0,4 0 0,-10-1 0,3 0 0,3 1 0,3 0 0,1 0 0,1 0 0,1 0 0,0 0 0,0 0 0,-1-1 0,-1 1 0,-2 0 0,-3 0 0,-2-1 0,-4 1 0,-3-1 0,19 1 0,-8 1 0,-4-1 0,-1 0 0,2 0 0,2 0 0,0 0 0,0 1 0,0-1 0,0 0 0,-1 0 0,0 0 0,0 0 0,1 0 0,3 0 0,-4 0 0,2 1 0,2-1 0,0 0 0,0 0 0,-1 0 0,-3 0 0,0 0 0,-3 0 0,-1-1 0,1 1 0,0-1 0,2 1 0,1 0 0,0-1 0,0 1 0,2 0 0,1 0 0,3 0 0,2 0 0,-11-1 0,3 1 0,3-1 0,1 0 0,2 1 0,1-1 0,-1 1 0,1-1 0,-2 1 0,0-1 0,-3 0 0,-2 1 0,-4-1 0,10 0 0,-6 0 0,-2 0 0,0 1 0,-1-1 0,4 0 0,4 0 0,-9 0 0,3 1 0,3-1 0,1 0 0,2 0 0,1 1 0,0-1 0,-1 1 0,-1-1 0,-1 0 0,-2 1 0,-3-1 0,-4 0 0,15 1 0,-5 0 0,-3 0 0,-1-1 0,-2 1 0,0 0 0,-1 0 0,-2-1 0,-1 1 0,1 0 0,4 0 0,-1 0 0,3 0 0,2 1 0,0-1 0,0 1 0,-3-1 0,-5 0 0,6 1 0,-4 0 0,-2-1 0,3 1 0,-3-1 0,2 1 0,1-1 0,-1 1 0,-2 0 0,6 0 0,-1 1 0,-2-1 0,-1 1 0,0-1 0,-2 1 0,3-1 0,2 1 0,5 0 0,-2 0 0,-4-1 0,-10-1 0,-3-1 0,0 1 0,9-1 0,0 1 0,0-1 0</inkml:trace>
  <inkml:trace contextRef="#ctx0" brushRef="#br0" timeOffset="209742">20205 17539 5734,'-15'17'0,"1"0"0,2-5 0,-1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6-15T02:58:21.5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14917 3654 24575,'16'0'0,"-3"0"0,1 0 0,-11 14 0,10-11 0,1 10 0,-11-13 0,24 0 0,-11 0 0,1 0 0,10 0 0,-11 0 0,14 0 0,0 0 0,-13 14 0,9-11 0,-9 10 0,13-13 0,0 0 0,0 0 0,0 0 0,0 0 0,-14 0 0,11 0 0,-10 0 0,-1 0 0,11 0 0,-24 0 0,24 0 0,-24 0 0,24 0 0,-24 0 0,24 13 0,-24-9 0,24 9 0,-24-13 0,24 0 0,-24 0 0,24 0 0,-24 0 0,24 0 0,-11 0 0,1 0 0,10 0 0,-24 0 0,24 0 0,-11 0 0,1 0 0,9 0 0,-22-13 0,22 9 0,-22-9 0,22 13 0,-22 0 0,22 0 0,-22 0 0,22 0 0,-22 0 0,22 0 0,-22 0 0,22 0 0,-23 0 0,24-13 0,-24 10 0,24-11 0,-24 14 0,24 0 0,-24 0 0,24 0 0,-24 0 0,24 0 0,-24 0 0,24 0 0,-24 0 0,24 0 0,-24-13 0,24 10 0,-24-11 0,24 14 0,-24 0 0,24 0 0,-24 0 0,24 0 0,-24 0 0,24 0 0,-24 0 0,24 0 0,-24 0 0,23 0 0,-22 0 0,22 0 0,-22 0 0,22 0 0,-22 0 0,22 0 0,-9 0 0,0 0 0,9 0 0,-9 0 0,13 0 0,-14 0 0,11 0 0,-10 0 0,-1 0 0,11 0 0,-10 0 0,-1 0 0,11 0 0,-10 0 0,12 0 0,-12 0 0,10 0 0,-11 0 0,14 0 0,0 0 0,0 0 0,0 0 0,-13 0 0,9 0 0,-9 0 0,13 0 0,0 0 0,0 0 0,-13 0 0,9 0 0,-9 0 0,0 0 0,9 0 0,-9 0 0,13 0 0,0 0 0,0 0 0,-14-13 0,11 10 0,-10-11 0,13 14 0,-14 0 0,11 0 0,-11 0 0,1 0 0,10 0 0,-11 0 0,1-13 0,10 10 0,-24-11 0,24 14 0,-24 0 0,23 0 0,-22 0 0,22 0 0,-22 0 0,22 0 0,-9 0 0,0 0 0,9 0 0,-22 0 0,22 0 0,-9 0 0,0 0 0,9 0 0,-9 0 0,-1 0 0,11 0 0,-24 0 0,24 0 0,-24 0 0,24 0 0,-24 14 0,24-11 0,-24 10 0,24-13 0,-24 0 0,24 0 0,-24 14 0,24-11 0,-24 10 0,24-13 0,-24 0 0,10 0 0,1 0 0,-11 14 0,24-11 0,-24 10 0,24-13 0,-24 0 0,24 0 0,-24 0 0,23 0 0,-22 0 0,22 0 0,-22 14 0,22-11 0,-22 10 0,22-13 0,-9 0 0,0 0 0,-4 0 0,0 0 0,-9 0 0,22 0 0,-22 0 0,22 0 0,-23 0 0,24 0 0,-24 0 0,11 0 0,-1 0 0,-10 0 0,11 0 0,-1 0 0,-10 0 0,11 0 0,-1 0 0,-10 0 0,24 0 0,-24 0 0,24 0 0,-24 0 0,24-13 0,-24 10 0,24-11 0,-24 14 0,24 0 0,-24 0 0,24 0 0,-24 0 0,24 0 0,-11 0 0,1 0 0,10 0 0,-24 0 0,24 0 0,-11 0 0,1 0 0,9 0 0,-22 0 0,22 0 0,-9 0 0,0 0 0,9 0 0,-22-13 0,22 10 0,-22-11 0,22 14 0,-22 0 0,22 0 0,-23 0 0,24 0 0,-24 0 0,24 0 0,-10 0 0,-1 0 0,11 0 0,-10 0 0,13 0 0,-14-13 0,11 10 0,-11-11 0,14 14 0,-13 0 0,10 0 0,-11 0 0,14 0 0,-13-13 0,10 10 0,-11-11 0,1 14 0,9 0 0,-9 0 0,13 0 0,-13 0 0,9 0 0,-9 0 0,13 0 0,0 0 0,-14-13 0,11 10 0,-10-11 0,13 14 0,0 0 0,0 0 0,0 0 0,-14 0 0,11 0 0,-11-13 0,14 10 0,0-11 0,0 14 0,0 0 0,0 0 0,0 0 0,0 0 0,0 0 0,0 0 0,0 0 0,0-13 0,0 10 0,0-11 0,0 14 0,0 0 0,0 0 0,0 0 0,0 0 0,0 0 0,0 0 0,-1-13 0,1 10 0,0-10 0,0 13 0,0 0 0,0 0 0,0 0 0,0 0 0,0 0 0,0 0 0,0 0 0,0-14 0,0 11 0,0-10 0,0 13 0,0 0 0,-14 0 0,11 0 0,-10 0 0,-1 0 0,11 0 0,-10 0 0,-1 0 0,11 0 0,-11-14 0,1 11 0,10-10 0,-24 13 0,24 0 0,-24 0 0,10 0 0,-13 0 0,14 0 0,-11 0 0,10 0 0,-13 0 0,0 0 0,0 0 0</inkml:trace>
  <inkml:trace contextRef="#ctx0" brushRef="#br0" timeOffset="42708">7009 7608 24575,'13'-3'0,"-9"-7"0,9 23 0,-13-13 0,0 0 0,13 0 0,-9 0 0,9 0 0,-13 0 0,0 0 0,13 0 0,-9 0 0,9 13 0,-13-9 0,13 9 0,-10-13 0,11 0 0,-1 0 0,-10 0 0,11 0 0,-1 0 0,-10 0 0,11 0 0,-14 0 0,13 0 0,-10 0 0,11 0 0,-14 0 0,13 0 0,-10 0 0,11 0 0,-14 0 0,13 0 0,-10 0 0,11 0 0,-14 0 0,13 0 0,-10 0 0,10 0 0,1 0 0,-11 0 0,10 0 0,-13 0 0,14 0 0,-11 0 0,24 0 0,-24 0 0,10 0 0,1 0 0,-11 0 0,10 0 0,1 0 0,-11 0 0,24 0 0,-24 0 0,10 0 0,1 0 0,-11 0 0,23 0 0,-22 0 0,9 0 0,0 0 0,-9 0 0,9 0 0,0 0 0,-9 0 0,22 0 0,-22 0 0,9 0 0,-13 0 0,13 0 0,-9 0 0,9 0 0,0 0 0,-9 0 0,9 0 0,0 0 0,-9 0 0,22 0 0,-23 0 0,24 0 0,-24 13 0,24-9 0,-24 9 0,24-13 0,-24 0 0,24 0 0,-24 0 0,24 0 0,-24 0 0,11 0 0,-1 0 0,-10 0 0,24 0 0,-24 0 0,24 0 0,-24 0 0,24 0 0,-24 0 0,24 0 0,-24 0 0,24 0 0,-24 0 0,24 0 0,-11 0 0,14 0 0,-13 0 0,9 0 0,-9 0 0,13 0 0,0 0 0,0-13 0,0 9 0,0-9 0,0 13 0,0 0 0,0 0 0,-14 0 0,11 0 0,-10 0 0,-1 0 0,11 0 0,-24 0 0,24 0 0,-24 0 0,24 0 0,-24 0 0,10 0 0,1 0 0,-11 0 0,24 0 0,-24 0 0,10 13 0,-13-9 0,0 9 0,0-13 0</inkml:trace>
  <inkml:trace contextRef="#ctx0" brushRef="#br0" timeOffset="46120">4703 8956 24542,'0'62'0,"0"0"0,0 0 0,0-2 0,1-1 0,-2-5 0,-6 1 0,0-3-3446,6 7 1,-1-2 3445,-6-10 0,3-1 0,10 6 0,3 0-570,-6-7 1,-1 0 569,6 0 0,0-1-164,-7 33 164,-1-33 0,2-2 0,12 22 0,-10 9-1298,11-13 1298,-14 0 1466,13-14-1466,-10 11 0,11-24 0,-14 24 0,13-24 0,-10 24 1766,10-24-1766,-13 10 0,14-13 2054,-11 0-2054,10 0 0,-13 0 0,0 0 1933,0-13-1933,0 9 1519,0-9-1519,0-1 722,14 11-722,-11-24 65,10 11-65,-13-1 0,0-10 0,0 11 0,0-14 0,0 0 0,14 0 0,-11 0 0,10 0 0,-13-14 0,0 11 0,14-10 0,-11 13 0,24-14 0,-11 11 0,14-24 0,0 24 0,0-23 0,0 22 0,0-22-1239,13 9 1239,4 0 0,-1-9 0,11 9 0,-10 0 0,-1-9 0,11 22-1660,-11-22 1660,14 22 0,0-22 0,0 23 0,0-24 0,0 24-2127,0-24 2127,13 24 0,-10-24 0,10 24 0,1-11-2196,2 1 2196,1 10 0,-34-3 0,0-2 0,34-5 0,-33 11 0,2 1 0,-1-6 0,0 0 0,-1 7 0,1 0 0,0 0 0,0 0 0,7 0 0,-1 0 0,-4 0 0,0 0 0,4 0 0,1 0-822,-7 0 0,0 0 822,6 0 0,1 0 0,-6 0 0,1 0 0,4 0 0,1 0 0,0 0 0,-1 0 0,-4 0 0,0 0 0,4 0 0,1 0 0,0 0 0,-1 0 0,-4 0 0,-1 0 0,5 0 0,1 0 0,0 0 0,-1 0 0,-4 0 0,0 0 0,11 0 0,0 0 0,-11 0 0,-1 0 0,12 0 0,1 0-803,-6 0 0,0 0 803,7 0 0,0 0 0,0 0 0,0 0 0,-7 0 0,0 0 0,6 0 0,-1 0 0,-5 0 0,0 0 0,7 0 0,0 0 0,-6 0 0,-1 0 0,5 0 0,0 0 0,-4 0 0,-1 0 0,0 0 0,0 0 0,5 0 0,1 0 0,-6 0 0,0 0-306,1 0 0,-1 0 306,-1 0 0,-1 0 0,-6 0 0,0 0 44,0 1 0,0-2-44,31-12 0,-32 12 0,-1-1 1184,20-12-1184,-3 14 0,-4 0 0,-9 0 0,0 0 0,9 0 2382,-23 0-2382,11 0 2564,-14 0-2564,0 0 2417,0 0-2417,-14 0 1446,11 0-1446,-11-13 744,1 10-744,10-10 259,-24 13-259,24 0 0,-24 0 0,10 0 0,1 0 0,-11 0 0,10 0 0,1 0 0,-11 0 0,10 0 0,0 0 0,-9 0 0,9 0 0,-13 0 0,13 0 0,-9 0 0,9 0 0,-13 0 0,0 0 0,0-14 0,0 11 0,0-10 0,0 13 0,0 0 0,0-14 0,0 11 0,0-24 0,0 24 0,0-24 0,0 11 0,0-14 0,0 0 0,0 0 0,0 0 0,0-13-1025,0-4 1025,0 0-1866,0-22 1866,0 19-1265,0 8 0,0-3 1265,0-31 0,0 31 0,0 0 0,0 0 0,0 0 0,0 0 0,0 0-1293,0-6 0,0-1 1293,0 5 0,0 1 0,0-6 0,0 0 0,0 7 0,0 1-1071,0-33 1071,0 33 0,0 2 0,0-22 0,0-9 710,0 13-710,0 0 0,0 0 995,-13 14-995,9-11 0,-9 24 0,13-24 2212,0 24-2212,0-10 0,0 13 2322,0 13-2322,0-9 728,0 22-728,0-22 1456,0 22-1456,0-22 655,0 22-655,0-9 0,0 13 0,0 0 0,0-13 0,-13 9 0,9-9 0,-9 13 0,13-13 0,-13 9 0,-4-9 0,-13 0 0,0 9 0,0-22-1549,-13 23 1549,-17-11-2930,-16 1 2930,32 12 0,-2-1-1907,-11-12 0,-3 1 1907,0 11 0,-3 1 0,-16-13 0,-5 1 0,25 11 0,-1 2 0,-1-1-1346,-3-7 1,-2-3-1,0 3 1346,-3 6 0,-1 3 0,-1-3-752,-2-6 1,-2-3 0,0 3 751,0 6 0,0 2 0,-1-1-411,-3-3 1,-1-1 0,-1 0 410,2 1 0,-1-1 0,0 1-190,0 3 1,0 0-1,0 0 190,0-3 0,0-2 0,1 3 0,-2 2 0,1 1 0,1 1 0,3-1 0,1 0 0,0 0 0,0-4 0,0-2 0,2 2 0,2 3 0,1 0 0,1 0 243,3-3 1,0-2 0,2 3-244,3 2 0,1 1 0,1 1 0,-24-1 0,3 0 368,10 0 0,3 0-368,6 0 0,3 0 0,5 0 0,2 0 1841,-25 0-1841,3 0 0,26 0 847,-10 0 1,37 0 0,-6 0 0</inkml:trace>
  <inkml:trace contextRef="#ctx0" brushRef="#br0" timeOffset="48204">16774 8087 24575,'-57'-4'0,"0"-1"0,1 1 0,-3 3 0,0 0 0,4 0-2526,-8-5 0,3-2 2526,-7 1 0,1 1-1900,6 4 1,0 1 1899,-6-5 0,-1-2 0,-1 1 0,-1 1-982,-5 4 1,-2 1 981,1-5 0,1-2 0,-1 1 0,0 1 0,0 4 0,0 1 0,0-6 0,0 0 0,0 7 0,1 0 0,-1 1 0,0-2 0,-1-5 0,2-1 0,6 5 0,0 1 0,-6-6 0,1 1-1161,11 5 1,1 2 1160,-6-1 0,1 0 0,6 0 0,0 0 0,0 0 0,0 0-309,0 0 1,0 0 308,7 0 0,0 0 359,1-1 0,1 2-359,5-1 0,2 0 1781,-33 0-1781,4 0 0,13 0 0,0 0 0,0 0 0,1 0 0,-1 0 0,0 0 2037,13 0-2037,-9 0 0,22 13 0,-22-10 0,22 10 0,-22-13 0,9 0 0,1 0 0,-11 0 0,10 14 0,-12-11 0,-1 10 0,0-13 0,13 0 0,-9 0 0,22 0 2683,-9 0-2683,13 0 2775,13-13-2775,-9 10 1980,22-11-1980,-9 14 1459,0 0-1459,10 0 319,-11 0-319,14-13 0,0 10 0,0-10 0,0 13 0,0 0 0,0-14 0,0 11 0,0-10 0,0 13 0,0 0 0,0 13 0,0-10 0,14 24 0,-11-11 0,10 14 0,-13 14-1559,13 2 1559,-9 14 0,9 0 0,-13 13 0,0-9-1605,-6-22 0,-1 2 1605,5 1 0,0 0 0,-4 1 0,-1 1 0,6 11 0,2 1-1515,-1-6 0,0 0 1515,1 0 0,-2 1 0,-5-2 0,-1-1-980,5-6 0,1 0 980,-6 0 0,0-1 0,6 1 0,2 0 0,-1 1 0,0-2 202,0 33-202,-1-33 0,2-2 0,13 21 265,-13-19 0,1-1-265,11 20 0,-13 10 1235,0-13-1235,0 0 0,0 0 0,0 0 0,0 0 0,0 0 1216,0-13-1216,0 9 288,0-23-288,13 11 1898,-9-14-1898,9 0 1904,-13-14-1904,0 11 1429,13-11-1429,-9 1 792,22 10-792,-22-24 265,22 10-265,-22-13 0,22 0 0,-22 0 0,22 0 0,-22 0 0,22 0 0,-9 0 0,13 0 0,-14 0 0,11 0 0,-10 0 0,13 0 0,0 0 0,0 0-472,13 0 472,-10 0 0,24 0 0,-24 0-1752,24 0 1752,2-13 0,5 10 0,9-11-2792,0 14 2792,4-13-1529,-26 11 0,1 1 1529,-6-6 0,1 0 0,11 7 0,1 0 0,-6-6 0,0-1-1369,6 5 1,2 1 1368,5-6 0,1 0 0,-6 7 0,1 0 0,4 1 0,1-2 0,0-5 0,-1-1 0,-4 5 0,-1 1 0,13-6 0,-1 1 0,-12 5 0,1 2 0,11-1 0,0 0-1018,-4 0 1,-1 0 1017,6 0 0,2 0 0,-2-7 0,1 0-702,7 6 0,0-1 702,-6-5 0,1 1 0,-19 4 0,2 3 0,-2 0 0,19-1 0,-1 0 0,-18 0 0,2 0 0,-1 0 0,24 0 0,0 0 0,0-7 0,0 0 0,-24 6 0,1 1 0,-2-2 0,19-5 0,-1 1 0,6 5 0,-1 2-225,-12-1 0,-2 0 225,0-7 0,-1 0 41,-5 6 0,-2-1-41,2-5 0,-2 1 330,-6 5 1,1 2-331,4-1 0,0 0 0,-11 0 0,-1 0 700,6-7 0,-1 0-700,-5 6 0,-2-1 1344,33-11-1344,-33 12 0,-2 2 0,22-1 0,-21-7 0,0 0 0,20 4 0,-19-3 0,-1-1 0,20-7 0,-20 13 0,1-1 0,19-11 0,10 13 0,0-13 0,-9 9 0,9-9 0,0 13 0,-10 0 0,10 0 1466,-13 0-1466,0 0 1653,-13 0-1653,9 0 0,-22 0 0,22 0 1848,-22 0-1848,9 0 1923,-13 0-1923,0 0 1908,-14 0-1908,11 0 1462,-10 0-1462,-1 0 711,11-13-711,-24 9 242,11-9-242,-1 13 0,-10 0 0,10 0 0,-13 0 0,0 0 0,-13 0 0,10 0 0,-10 0 0,-1-13 0,11 9 0,-24-22 0,24 22 0,-24-22 0,11 9 0,-1-26-1193,-10 10 1193,24-24 0,-24 10 0,24-26 0,-10 10 0,5 21 0,3-3-1576,3 1 1,0-2 1575,-5 1 0,1-3-1458,5-10 0,2 0 1458,-1 11 0,0 1 0,0-13 0,0 1 0,0 11 0,0 1 0,0-5 0,0-1 0,1-1 0,-2 3 0,-12-30 0,11 30 0,0 0 0,-11-27-1017,12 32 1,2 1 1016,-1-33-734,0 4 734,-13 13 0,9 0 1126,-9 13-1126,13-9 2031,0 22-2031,0-9 2243,-13 13-2243,9 0 0,-9 0 2162,13 0-2162,-13 14 1424,9 2-1424,-9 1 746,13 10-746,0-10 295,0-1-295,0 11 0,0-10 0,-13 13 0,9 0 0,-9 0 0,13 0 0,0 0 0,-13 0 0,9 0 0,-9 0 0,13 0 0,-13 13 0,10-10 0,-24 11 0,24-14 0,-24 0 0,10 13 0,-13-10 0,14 10 0,-11-13 0,10 0 0,-13 14 0,-13-11-525,10 10 525,-10-13 0,-1 0 0,11 0-1795,-23 0 1795,-4 0-2753,-17 0 2753,33 0 0,-2 0-1333,2 0 0,-2 0 1333,-4 0 0,-3 0-1331,-6 0 1,-2 0 1330,1 0 0,-3 0-1009,-9 0 1,-2 0 1008,6 0 0,-1 0 0,-5 0 0,-1 0 0,0 0 0,0 0 0,0 0 0,0 0 0,6 0 0,2 0-393,0 0 1,0 0 392,7 0 0,1 0 65,4 0 0,3 0-65,7 0 0,0 0 0,1 0 0,2 0 1513,-21 0-1513,3 0 0,3 0 0,24 0 3333,-10 0-3333,26 0 936,-10 0 1,24 0 0,-10 0 0</inkml:trace>
  <inkml:trace contextRef="#ctx0" brushRef="#br0" timeOffset="75649">5092 12101 24575,'17'0'0,"-4"13"0,0-9 0,-9 9 0,9-13 0,0 0 0,-9 13 0,22-9 0,-23 9 0,24-13 0,-24 0 0,11 13 0,-1-10 0,-10 11 0,24-14 0,-24 0 0,24 13 0,-24-10 0,24 11 0,-24-14 0,24 0 0,-24 0 0,24 0 0,-24 13 0,24-10 0,-24 11 0,24-14 0,-24 0 0,24 0 0,-24 0 0,24 0 0,-24 0 0,24 0 0,-11 0 0,1 13 0,9-10 0,-9 11 0,0-14 0,9 0 0,-9 0 0,0 0 0,9 0 0,-22 0 0,22 0 0,-9 0 0,13 0 0,0 0 0,-14 0 0,11 0 0,-10 0 0,13 0 0,0 0 0,0 0 0,0 0 0,-1 0 0,1 0 0,0 0 0,0-14 0,0 11 0,0-10 0,0 13 0,0 0 0,-13 0 0,9 0 0,-9 0 0,13 0 0,0 0 0,-13 0 0,9 0 0,-9 0 0,13 0 0,-14 0 0,11 0 0,-10 0 0,13-14 0,0 11 0,0-10 0,0 13 0,-1 0 0,1 0 0,0 0 0,0 0 0,0 0 0,0 0 0,0 0 0,0 0 0,0 0 0,0 0 0,0 0 0,0 0-564,13 0 564,-9 0 0,9 0 0,-13 0 0,0 0 0,13 0 0,-10 0 0,10 0 0,-13 0 0,0 0 0,14 13 0,-11-10 0,10 11 0,-13-14 0,0 0-4,0 0 4,0 0 0,0 0 0,0 0 0,0 0 0,13 0-531,-10-14 531,11 11 0,-1-10 0,-10 13 0,11 0 0,-1 0 0,-10 0 0,24 0-648,-11 0 648,1-14 0,9 11 0,-22-10 0,22 13 0,-22 0 0,22 0 0,-23 0 0,24 0 0,-24 0-717,24 0 717,-24 0 0,10 0 0,1 0 0,-11 0 0,23-14 0,-22 11 0,22-10 0,-22 13 0,22 0 0,-23 0 0,24 0 0,-10 0 0,-1 0 0,-2 0 0,-1 0 0,-10 0 0,24 0 0,-24 0 0,24 13 0,-24-10 0,10 11 0,0-14 0,-9 0 0,9 0 0,-13 0 0,13 0 0,-10 0 0,11 0 0,-1-14 0,-10 11 0,10-10 0,1 13 0,-11 0 0,10 0 0,1 0 0,-11 0 0,10 0 0,-13 0 0,13 0 0,-9 0-274,9 0 274,-13 0 0,13 0 0,-10 0 0,11 0 0,-14 0 0,13 0 0,-10 0 0,10 0-193,1-13 193,-11 9 0,23-9 0,-22 13 0,9 0 1122,-13 0-1122,13-13 0,-9 9 0,9-9 0,-13 13 0,0 0 264,13 0-264,-10 0 0,11 0 0,-15 13 0,1-9 0,0 9 0,14-13 0,-11 0 0,10 0 0,-13 0 0,0 0 258,0 0-258,0 0 0,0 0 743,0 0-743,0 0 0,0 0 0,0 0 0,13 0-513,-10 13 513,11-9 0,-14 9 0,13-13 0,-10 0 0,10 0 0,1-13 0,-11 9 0,23-9 0,-22 13-774,22 13 774,-9-9 0,-1 9 0,11-13 0,-10 0 0,13 0 0,-14 0 0,11 0 0,-24 0 0,24 0 0,-24 0 0,23 0 0,-22 13 0,22-10 0,-22 11 0,22-14 0,-23 0 0,24 13 0,-24-10 0,24 11 0,-11-14 0,1 0 0,10 0 0,-11 0-1534,14 0 1534,0 0 0,-13 0 0,9 0 0,-9 0 0,-1 13 0,11-10-1027,-24 11 1027,24-14 0,-11 0 0,1 0 0,10 0 0,-11 0 0,1 0 0,9 0 0,-9 0 0,0 0 0,9 0 0,-9 0 0,-1 0 0,11 0 0,-24 0-205,10 0 205,1 0 0,-11 0 0,10 0 0,1 0 0,-11 0 0,23 0 0,-22 0 0,9 0 0,0 13 0,-10-10 0,24 11 0,-24-14 0,11 0 0,-1 0 0,-10 13 0,10-10 0,-13 11 0,14-14 0,-11 0 0,10 0 868,-13 0-868,0 0 0,13 13 0,-9-10 0,9 11 0,-13-14 0,13 0 0,-10 13 1533,24-10-1533,-24 11 0,24-14-27,-24 0 27,24 13 0,-11-10-897,14 10 897,0-13 0,0 0 0,-13 0 0,9 14 0,-9-11 0,13 10 0,0-13 0,-1 0 0,1 0 0,0 0 0,0 0 0,0 0 0,0 0 0,0 0 0,-13 0 0,9 0 0,-9 0 0,13 0 0,-1 0 0,1-13 0,-13 10 0,10-11 0,-11 14-864,1 0 864,9 0 0,-9 0 0,0 0 0,9 0 0,-23 0 0,24 0 0,-24 0 0,24 0 0,-11 0 0,1 0 0,10 14 0,-24-11 0,23 10 0,-9-13 0,0 0 0,9 0 0,-9 0-1402,13 0 1402,0 0 0,-14 0 0,11 0 0,-11 0-59,1 0 59,10 0 0,-24 0 771,10 0-771,0 0 0,-9 0 0,9 0 835,-13 0-835,0 0 0,0 0 1545,0 0-1545,0 0 1265,-14 0-1265,11 0 780,-24 0-780,24 0 249,-24 0-249,11 0 0,-1 0 0,-10 0 0,10 0 0,-13 0 0,0 0 0,-13 0 0,10 0 0,-10 0 0,-1 0 0,-2 0 0,-1 0 0,-23 0 0,20-13 0,-23-4 0</inkml:trace>
  <inkml:trace contextRef="#ctx0" brushRef="#br0" timeOffset="103201">8027 14347 24575,'-16'0'0,"2"0"0,14 0 0,0 0 0,-13 0 0,10 0 0,-11 0 0,1 0 0,10 0 0,-10 0 0,13 0 0,-14 0 0,11 0 0,-10 0 0,13 0 0,-14 0 0,11 0 0,-10 0 0,13 0 0,-14 0 0,11 0 0,-10 0 0,13-13 0,-14 10 0,11-11 0,-10 14 0,13 0 0,-14 0 0,11 0 0,-10 0 0,-1 0 0,11 0 0,-10 0 0,13 0 0,0 0 0,-14 0 0,11-13 0,-10 10 0,13-10 0,0 13 0,-13 0 0,9 0 0,-9 0 0,0 0 0,9 0 0,-9 0 0,0 0 0,9 0 0,-9 0 0,0 0 0,9-14 0,-22 11 0,22-10 0,-9 13 0,0 0 0,9 0 0,-22 0 0,22 0 0,-22 0 0,23 0 0,-24-14 0,24 11 0,-24-10 0,10 13 0,1 0 0,-11 0 0,24 0 0,-24 0 0,24-14 0,-24 11 0,24-10 0,-24 13 0,24 0 0,-24 0 0,11 0 0,-1 0 0,-10 0 0,24-14 0,-24 11 0,24-10 0,-24 13 0,24 0 0,-24 0 0,24 0 0,-10-14 0,0 11 0,9-10 0,-22 13 0,22 0 0,-22 0 0,22 0 0,-9 0 0,0 0 0,9 0 0,-22 0 0,22 0 0,-22 0 0,22 0 0,-9 0 0,0 0 0,9 0 0,-22-14 0,23 11 0,-24-10 0,24 13 0,-24 0 0,24 0 0,-24 0 0,24 0 0,-24 0 0,24 0 0,-24 0 0,24 0 0,-24 0 0,10 0 0,1 0 0,-11 0 0,24 0 0,-24 0 0,24 0 0,-24 0 0,24 0 0,-24 0 0,11 0 0,-1 0 0,-10-14 0,11 11 0,-1-10 0,-9 13 0,22 0 0,-22 0 0,9 0 0,0 0 0,-9 0 0,9 0 0,0 0 0,-9 0 0,22 13 0,-22-10 0,9 11 0,1-14 0,-11 0 0,24 0 0,-24 0 0,10 0 0,1 0 0,-11 13 0,24-10 0,-24 11 0,10-1 0,1-10 0,-11 11 0,24-14 0,-24 13 0,24-10 0,-10 11 0,-1-1 0,11-10 0,-24 11 0,24-1 0,-10-10 0,-1 24 0,11-24 0,-10 24 0,-1-24 0,11 24 0,-10-24 0,-1 24 0,11-11 0,-10 1 0,13 10 0,0-11 0,-13 1 0,9 10 0,-9-11 0,13 1 0,0 9 0,0-9 0,0 0 0,0 9 0,-13-9 0,9 13 0,-9-13 0,13 9 0,0-9 0,0-1 0,0 11 0,0-10 0,0 13 0,0-14 0,0 11 0,0-10 0,0-1 0,0 11 0,0-24 0,0 24 0,13-11 0,-9 1 0,9 10 0,-13-24 0,0 24 0,0-11 0,0 1 0,0 10 0,0-11 0,13 14 0,-9-13 0,9 9 0,-13-9 0,0 0 0,13 9 0,-10-9 0,11 13 0,-14-13 0,13 9 0,-10-9 0,11-1 0,-14 11 0,0-24 0,13 11 0,-10-1 0,11-10 0,-14 24 0,0-24 0,13 24 0,-10-24 0,11 24 0,-14-24 0,13 11 0,-10-1 0,11-10 0,-14 24 0,0-24 0,13 10 0,-10 1 0,11-11 0,-14 24 0,13-24 0,-10 10 0,11-13 0,-1 14 0,-10-11 0,10 10 0,1 1 0,-11-11 0,10 24 0,1-24 0,-11 10 0,24 1 0,-24-11 0,10 10 0,1 1 0,-11-11 0,24 10 0,-24 0 0,24-9 0,-24 9 0,24 0 0,-24-9 0,23 9 0,-22 0 0,22-9 0,-22 9 0,22-13 0,-22 13 0,22-9 0,-22 9 0,22-13 0,-22 0 0,9 0 0,0 13 0,-9-9 0,9 9 0,0-13 0,-10 0 0,11 13 0,-1-9 0,-10 9 0,11-13 0,-1 0 0,-10 0 0,24 0 0,-24 0 0,24 0 0,-24 0 0,11 0 0,-1 0 0,-10 13 0,24-9 0,-24 9 0,24-13 0,-24 0 0,24 0 0,-24 0 0,24 0 0,-24 0 0,24 0 0,-24 0 0,24 13 0,-24-10 0,24 11 0,-24-14 0,24 0 0,-11 0 0,1 0 0,9 0 0,-22 0 0,22 0 0,-22 0 0,22 0 0,-9 0 0,0 0 0,9 0 0,-22 0 0,22 0 0,-22 0 0,22 0 0,-9 0 0,-1 0 0,11 0 0,-24 0 0,24 0 0,-24 0 0,24 0 0,-24 0 0,24 0 0,-24 0 0,24 0 0,-24-14 0,24 11 0,-24-10 0,24 13 0,-11 0 0,1 0 0,10 0 0,-24 0 0,24 0 0,-24 0 0,24 0 0,-24 0 0,24 0 0,-24 0 0,24 0 0,-24 0 0,23 0 0,-22-13 0,22 9 0,-22-9 0,22 13 0,-22 0 0,22 0 0,-22 0 0,9 0 0,0 0 0,-9 0 0,9 0 0,0 0 0,-9-13 0,9 9 0,-13-9 0,13 13 0,-9 0 0,9 0 0,0 0 0,-10-13 0,11 9 0,-14-9 0,13 13 0,-10-13 0,11 9 0,-14-9 0,13 13 0,-10 0 0,11 0 0,-14 0 0,13 0 0,-10 0 0,11-13 0,-1 9 0,-10-9 0,11 13 0,-14 0 0,13-13 0,-10 9 0,11-9 0,-1 0 0,-10 9 0,11-9 0,-1 0 0,-10 10 0,10-11 0,-13 1 0,14 10 0,-11-11 0,10 14 0,-13 0 0,0-13 0,14 10 0,-11-11 0,10 14 0,-13 0 0,0-13 0,14 10 0,-11-11 0,10 1 0,-13 10 0,0-11 0,0 14 0,14-13 0,-11 10 0,10-11 0,-13 1 0,0 10 0,14-11 0,-11 1 0,10 10 0,-13-10 0,0-1 0,0 11 0,0-24 0,14 24 0,-11-10 0,10-1 0,-13 11 0,0-24 0,13 24 0,-9-10 0,9-1 0,-13 11 0,0-10 0,0-1 0,0 11 0,0-10 0,0-1 0,0 11 0,0-10 0,0 0 0,0 9 0,0-9 0,0 0 0,0 9 0,13-22 0,-9 22 0,9-9 0,-13 0 0,0 9 0,0-9 0,0 0 0,0 9 0,0-9 0,0 0 0,0 9 0,0-9 0,0 0 0,13 9 0,-9-22 0,9 23 0,-13-24 0,0 24 0,0-24 0,0 24 0,0-24 0,0 24 0,0-24 0,0 24 0,0-11 0,0 1 0,0 10 0,0-24 0,0 24 0,0-24 0,0 24 0,0-10 0,0-1 0,0 11 0,0-24 0,0 24 0,0-10 0,0 13 0,0-14 0,0 11 0,0-10 0,0 13 0,0-14 0,0 11 0,-13-10 0,9 13 0,-9 0 0,13-14 0,0 11 0,0-10 0,0 13 0,0-14 0,0 11 0,-13-10 0,9 0 0,-9 9 0,13-9 0,0 0 0,0 9 0,0-9 0,-13 0 0,9 9 0,-9-9 0,13 0 0,0 9 0,0-22 0,-13 22 0,10-9 0,-11 0 0,14 9 0,0-22 0,0 22 0,-13-22 0,10 23 0,-11-11 0,14 14 0,0-13 0,0 10 0,-13-11 0,10 1 0,-11 10 0,14-11 0,0 14 0,0 0 0,-13-13 0,10 10 0,-11-11 0,14 14 0,0-13 0,0 10 0,-13-11 0,10 14 0,-11 0 0,14-13 0,-13 10 0,-4-11 0,1 14 0,-11 0 0,11-13 0,-14 10 0,13-10 0,-10 13 0,11-14 0,-14 11 0,0-10 0,0 13 0,0 0 0,0-14 0,13 11 0,-9-10 0,9 13 0,-13 0 0,13 0 0,-9-14 0,9 11 0,1-10 0,-11 13 0,24 0 0,-24 0 0,10 0 0,-13 0 0,14 0 0,2 0 0</inkml:trace>
  <inkml:trace contextRef="#ctx0" brushRef="#br0" timeOffset="105974">11712 14168 24575,'-30'0'0,"0"0"0,0 0 0,0 0 0,0 0 0,0 0 0,0 0 0,0 0 0,0 0 0,0 0 0,0 0 0,0-14 0,0 11 0,0-10 0,14 13 0,-11-14 0,10 11 0,-13-10 0,0-1 0,0 11 0,14-23 0,-11 22 0,11-22 0,-14 22 0,0-9 0,0 0 0,0 9 0,0-22 0,0 22 0,0-9 0,0 13 0,0-13 0,0 9 0,0-9 0,0 13 0,13 0 0,-9 0 0,9 0 0,-13 0 0,0 0 0,0 0 0,14 0 0,-11 0 0,10 0 0,1 0 0,-11 0 0,11 0 0,-14 0 0,0 0 0,13 0 0,-10 0 0,11 0 0,-14 0 0,0 0 0,0 0 0,0 0 0,13 13 0,-9-9 0,9 9 0,-13-13 0,0 0 0,13 0 0,-9 0 0,9 0 0,-13 0 0,14 0 0,-11 0 0,10 0 0,1 0 0,-11 0 0,24 0 0,-24 0 0,24 0 0,-24 0 0,24 0 0,-24 0 0,24 0 0,-24 0 0,24 0 0,-24 0 0,24 0 0,-24 0 0,24 0 0,-24 13 0,24-9 0,-24 9 0,24-13 0,-24 0 0,11 0 0,-1 13 0,-9-9 0,22 9 0,-22-13 0,22 0 0,-22 13 0,22-9 0,-9 9 0,0-13 0,9 13 0,-22-9 0,22 9 0,-22-13 0,23 13 0,-11-10 0,1 11 0,10-14 0,-11 13 0,1-10 0,10 11 0,-24-1 0,24-10 0,-24 11 0,24-1 0,-24-10 0,24 24 0,-24-24 0,10 24 0,1-24 0,-11 24 0,24-24 0,-24 24 0,24-24 0,-10 24 0,-1-24 0,11 24 0,-10-24 0,13 24 0,0-24 0,-14 24 0,11-24 0,-10 24 0,13-11 0,0 14 0,0 0 0,0 0 0,0-13 0,0 9 0,0-9 0,0 13 0,0 0 0,0 0 0,0 0 0,0 0 0,0 0 0,0 0 0,0 0 0,0 0 0,0 0 0,0-1 0,0-12 0,0 10 0,0-11 0,0 14 0,0 0 0,0 0 0,0 0 0,13 0 0,-10 0 0,11 0 0,-14-13 0,0 9 0,0-9 0,0 13 0,0-13 0,0 9 0,0-9 0,0-1 0,0 11 0,13-10 0,-10-1 0,11 11 0,-14-10 0,0-1 0,13 11 0,-10-10 0,11-1 0,-1 11 0,-10-11 0,24 14 0,-24 0 0,10-13 0,-13 10 0,14-11 0,-11 1 0,10 10 0,1-11 0,-11 1 0,10-4 0,1 0 0,-11-9 0,10 22 0,1-22 0,-11 9 0,24 0 0,-24-9 0,10 22 0,1-22 0,-11 9 0,24 0 0,-24-9 0,23 9 0,-22-13 0,22 0 0,-22 13 0,22-9 0,-9 9 0,0-13 0,9 0 0,-22 0 0,22 0 0,-9 0 0,13 0 0,-14 0 0,11 13 0,-10-10 0,-1 11 0,11-14 0,-10 0 0,-1 0 0,11 0 0,-10 0 0,-1 0 0,11 0 0,-11 0 0,1 0 0,10 0 0,-11 0 0,14 13 0,-13-10 0,10 11 0,-11-14 0,14 0 0,0-14 0,0 11 0,0-10 0,0 13 0,0 0 0,0 0 0,0 0 0,0 0 0,0 0 0,0 0 0,-14 0 0,11 0 0,-10 0 0,13 0 0,-1 0 0,-12 0 0,10 0 0,-11-14 0,14 11 0,0-10 0,0 13 0,0 0 0,0 0 0,0 0 0,0-13 0,0 9 0,0-9-520,13 13 520,-9 0 0,9 0 0,-13 0 0,0-13 0,-14 9 0,11-9 0,-10 13 0,13 0 0,0 0 0,-1 0 0,1 0 520,-13 0-520,10 0 0,-11 0 0,14 0 0,-13 0 0,10 0 0,-11 0 0,14 0 0,-13 0 0,9 0 0,-9 0 0,13 0 0,-13 0 0,9 0 0,-9 0 0,13 0 0,0 0 0,0 0 0,0 0 0,-14 0 0,11 0 0,-10 0 0,13 0 0,0 0 0,-14 0 0,11 0 0,3-13 0,3 9 0,10-9 0,-26 13 0,10 0 0,-11 0 0,1 0 0,9-13 0,-9 9 0,13-9 0,-13 13 0,9 0 0,-22-13 0,22 9 0,-9-9 0,0 13 0,9-13 0,-23 9 0,24-9 0,-10 0 0,-1 9 0,11-22 0,-24 23 0,24-24 0,-24 24 0,24-24 0,-10 10 0,-1 1 0,11-11 0,-24 10 0,10-13 0,1 0 0,-11 1 0,10-1 0,-13 0 0,0 0 0,0 0 0,0 0-534,14-14 534,-11 11 0,10-10 0,-13 13 0,0-13 0,0 9 0,-13-9 0,10 13 0,-11-13 0,14 10 0,0-11 0,0 14 0,0 1-68,0-1 68,-13 0 0,10 0 0,-11 0 0,14 0 0,0 0 0,0 0 0,0-13-549,-13 9 549,10-9 0,-10 13 0,13 0 500,-14 0-500,11 0 0,-10 0 0,-1 0 0,11 0 0,-24 0 0,24 0 0,-24 1 0,24-1 0,-24 0 68,24 13-68,-24-10 0,11 11 0,-14-14 0,0 13-681,0-10 681,-13 24 0,9-23 0,-9 22 0,0-9 0,10 13 0,-24 0 0,24 0 0,-11 0 0,1 0 0,10 0 0,-24 13-165,11-9 1,-1 9 0,4-13 0</inkml:trace>
  <inkml:trace contextRef="#ctx0" brushRef="#br0" timeOffset="110710">7728 16234 24575,'-17'0'0,"4"0"0,0 0 0,-4 0 0,0 0 0,-9 0 0,9-13 0,0 10 0,-9-11 0,9 14 0,-13 0 0,0 0 0,0 0 0,0 0 0,0 0-524,-13 0 524,10 0 0,-24 0 0,24 0 0,-10-13 0,-1 10 0,11-10 0,-23 13 0,22 0 0,-22 0 0,9 0 0,1 0 0,2 0 0,1-14 0,10 11 0,-11-10 0,1 13 0,10 0 0,-10 0 0,13 0 0,0 0 0,0 0 0,13 0 0,-10 0 0,11-14 0,-14 11 0,13-10 524,-9 13-524,9 0 0,-13 0 0,13 0 0,-9 0 0,9 0 0,-13 0 0,0 0 0,14 0 0,-11 0 0,10 0 0,-13 0 0,0 0 0,14 0 0,-11 0 0,11 0 0,-14 0 0,13 0 0,-10 0 0,11 0 0,-14 0 0,13 0 0,-10 0 0,11 0 0,-14 0 0,13 0 0,-9 0 0,9 0 0,-13 0 0,0 0 0,13-14 0,-9 24 0,9-20 0,-13 24 0,0-14 0,0 0 0,0 0 0,0 0 0,14 0 0,-11 0 0,10 0 0,-12 0 0,12 0 0,-10 0 0,11 0 0,-1 0 0,-10 0 0,24 0 0,-24 0 0,24 0 0,-24 0 0,11 0 0,-1 0 0,-9 0 0,22 0 0,-22 0 0,22 0 0,-22 0 0,22 0 0,-22 0 0,22 0 0,-22 0 0,22 0 0,-9 0 0,0 0 0,9 0 0,-22 0 0,22 0 0,-9 0 0,0 13 0,10-10 0,-11 11 0,1-14 0,10 0 0,-11 0 0,1 0 0,10 0 0,-11 0 0,1 0 0,10 13 0,-11-10 0,14 11 0,-13-14 0,10 0 0,-11 0 0,1 0 0,10 0 0,-11 0 0,14 0 0,0 0 0,-13 13 0,10-10 0,-10 10 0,13-13 0,0 0 0,-14 0 0,11 0 0,-10 0 0,13 0 0,0 0 0,-14 0 0,11 0 0,-10 14 0,13-11 0,0 10 0,-14-13 0,11 0 0,-10 0 0,13 0 0,0 0 0,-14 0 0,11 0 0,-10 0 0,13 0 0,0 14 0,0-11 0,0 10 0,-14-13 0,11 0 0,-10 14 0,13-11 0,0 10 0,0 1 0,-14-11 0,11 24 0,-10-24 0,-1 24 0,11-24 0,-10 24 0,13-11 0,-13 14 0,9-13 0,-9 9 0,13-9 0,0 13 0,0-13 0,-13 9 0,9-9 0,-9 13 0,13 0 0,0 0 0,0-14 0,0 11 0,-13-10 0,9 13 0,-9 0 0,13-14 0,0 11 0,0-11 0,0 14 0,0-13 0,0 10 0,0-11 0,0 14 0,0 0 0,0-13 0,0 9 0,0-9 0,0 0 0,0 9 0,0-22 0,0 22 0,0-22 0,0 22 0,0-22 0,0 22 0,0-22 0,0 22 0,0-22 0,0 22 0,0-23 0,0 24 0,0-10 0,0-1 0,0 11 0,13-10 0,-9-1 0,9 11 0,-13-10 0,0 13 0,0-14 0,0 11 0,0-24 0,0 24 0,0-24 0,0 24 0,0-24 0,13 24 0,-9-24 0,9 10 0,-13 1 0,0-11 0,0 24 0,0-24 0,0 10 0,0 0 0,0-9 0,0 9 0,0 0 0,0-9 0,0 22 0,0-22 0,0 9 0,0 0 0,0-9 0,0 9 0,13-13 0,-9 13 0,9-9 0,-13 9 0,0 0 0,0-9 0,0 9 0,0-13 0,0 13 0,0-9 0,0 9 0,0-13 0,0 0 0,0 13 0,0-10 0,0 11 0,0-14 0,0 13 0,0-10 0,0 11 0,13-14 0,-10 0 0,11 13 0,-14-10 0,0 11 0,0-14 0,0 0 0,0 13 0,0-10 0,0 11 0,0-14 0,0 0 0,13 0 0,-10 0 0,11 13 0,-14-10 0,0 11 0,0-14 0,0 0 0,13 0 0,-10 13 0,11-10 0,-14 11 0,0-14 0,13 0 0,-10 0 0,11 0 0,-14 0 0,13 0 0,-10 0 0,24 0 0,-24 0 0,11 0 0,-1 13 0,-10-10 0,24 11 0,-24-14 0,24 0 0,-24 0 0,24 0 0,-24-14 0,24 11 0,-24-10 0,24 13 0,-24 0 0,24 0 0,-24 0 0,24 0 0,-24 0 0,23 0 0,-22 0 0,22 0 0,-22 0 0,22 0 0,-22 0 0,22 0 0,-9-14 0,0 11 0,9-10 0,-22 13 0,22 0 0,-9 0 0,13 0 0,-14 0 0,11 0 0,-10-14 0,-1 11 0,11-10 0,-24 13 0,24 0 0,-10 0 0,-1 0 0,11 0 0,-11 0 0,1 0 0,10 0 0,-11 0 0,14 0 0,0 0 0,-13 0 0,10 0 0,-11-14 0,14 11 0,0-10 0,0 13 0,0 0 0,0 0 0,0 0 0,0 0 0,0 0 0,0 0 0,13-14-558,-10 11 558,11-10 0,-14 13 0,-1 0 0,1 0 0,0 0 0,0 0 0,0 0 0,0 0 0,0 0 0,0 13-556,13-10 556,-9 11 0,9-14 0,-13 0 0,0 0 0,0 0 0,-14 0 543,11 0-543,-10 0 0,13 0 0,0 0 0,0 0 571,-14 0-571,11 0 0,-11 0 0,14 0 0,0 0 0,0 0 0,0 0 0,0 0 0,0 0 0,0 0 0,0 0 0,13 0 0,-9 0 0,9 0 0,-13 0 0,0 0 0,0 0 0,0 0 0,0 0 0,0 0 0,-14 0 0,11 0 0,-10 0 0,12 0 0,1 0 0,-13 13 0,10-10 0,-11 11 0,14-14 0,-13 0 0,10 0 0,-11 0 0,1 13 0,9-10 0,-9 11 0,0-14 0,9 0 0,-9 0 0,0 0 0,9 13 0,-22-10 0,22 11 0,-9-14 0,0 0 0,9 0 0,-23 0 0,24 0 0,-10 0 0,-1 13 0,11-10 0,-24 11 0,24-14 0,-24 0 0,24 0 0,-10 0 0,-1 0 0,11 0 0,-24 0 0,24 0 0,-24 0 0,10 0 0,1 0 0,-11 0 0,10 0 0,-13 0 0,14 0 0,-11 0 0,10 0 0,-13 0 0,0 0 0,0 13 0,0-10 0,0 10 0,0-13 0,0 0 0,14 0 0,-11 0 0,10 0 0,-13 0 0,0 0 0,14 0 0,-11 0 0,10 0 0,-13 0 0,0 0 0,0-13 0,0 10 0,0-10 0,14 13 0,-11 0 0,10 0 0,-13 0 0,13 0 0,-9-14 0,9 11 0,-13-10 0,0 13 0,0 0 0,13 0 0,-9 0 0,9 0 0,-13 0 0,0 0 0,-13 0 0,9 0 0,-9 0 0,13 0 0,0 0 0,0-14 0,0 11 0,0-10 0,0 13 0,0-14 0,0 11 0,13-24 0,-9 24 0,9-24 0,-13 11 0,0-1 0,0-10 0,0 11 0,0-27 0,0 9 0,0-9 0,0 13-560,0-13 560,0 10 0,0-24 0,0 24 0,0-24 0,0 24 0,0-24 0,0 11 0,0-14-1454,-13 0 1454,9 13 0,-9-9 0,13 9 0,13-13 0,-23 0 0,20 14 0,-23-11 0,13 24 0,0-24-626,0 24 626,0-10 0,0 13-51,0 0 51,13 0 0,-9 0 0,9 0 0,-13 0 0,0 0 0,0 0 0,0 0 500,0 13-500,0-9 1440,0 9-1440,0 1 693,0-11-693,0 24 58,0-24-58,0 10 0,0 1 0,0-11 0,0 24 0,0-24 0,0 24 0,0-24 0,0 24 0,0-24 0,0 24 0,0-24 0,0 24 0,0-10 0,0 13 0,0-14 0,0 11 0,0-10 0,0 13 0,0 0 0,0-14 0,0 11 0,0-10 0,0 13 0,0 0 0,-13 0 0,9 0 0,-9 0 0,13 0 0,0 0 0,-13 0 0,9 0 0,-22 0 0,23 0 0,-24 0 0,24 13 0,-24-10 0,10 11 0,-13-1 0,0-10 0,0 11 0,1-1 0,-1-10 0,0 24 0,0-24 0,0 24 0,0-24 0,13 10 0,-10-13 0,11 14 0,-1-11 0,-9 10 0,9-13 0,-13 0 0,0 0 0,0 0 0</inkml:trace>
  <inkml:trace contextRef="#ctx0" brushRef="#br0" timeOffset="120924">12460 16115 24575,'-16'0'0,"-11"13"0,24-10 0,-24 11 0,11-14 0,-1 0 0,-10 0 0,11 0 0,-1-14 0,-10 11 0,11-10 0,-1 13 0,-10 0 0,11 0 0,-1 0 0,-9 0 0,9 0 0,0 0 0,-9 0 0,9 0 0,-13 0 0,13 0 0,-9 0 0,9 0 0,0 0 0,-9 0 0,9 0 0,1 0 0,-11 0 0,10 0 0,1 0 0,-11 0 0,24 0 0,-24 0 0,24 0 0,-24-14 0,24 11 0,-24-10 0,11 13 0,-1 0 0,-10 0 0,24 0 0,-24 0 0,24 0 0,-24 0 0,24 0 0,-10 0 0,-1-14 0,11 11 0,-24-10 0,24 13 0,-10 0 0,0 0 0,9 0 0,-9 0 0,0 0 0,9 0 0,-22 0 0,22 0 0,-22-14 0,22 11 0,-22-10 0,9 13 0,0 0 0,-9 0 0,22 0 0,-22 0 0,9 0 0,1 0 0,-11 0 0,10 0 0,-13 0 0,14 0 0,-11 0 0,10 0 0,1 0 0,-11 0 0,24 0 0,-24 0 0,24 0 0,-24 0 0,11-14 0,-1 11 0,-10-10 0,24 13 0,-24 0 0,11 0 0,-1 0 0,-9 0 0,9 0 0,-13 0 0,0 0 0,13 0 0,-9 0 0,9 0 0,-13 0 0,0 0 0,0 0 0,0 0 0,0 0 0,0 0 0,0 0 0,0 0 0,0 0 0,1 0 0,-1 0 0,0 0 0,0 0 0,0 0 0,0 0 0,0 0 0,0 0 0,0 0 0,13 0 0,-9 0 0,9 0 0,-13 0 0,0 0 0,0 0 0,0 0 0,0 0 0,0 0 0,0 13 0,0-10 0,0 11 0,0-14-483,-13 0 483,10 0 0,-10 0 0,13 0 0,0 0 0,0 0 0,0 0 0,0 0 0,0 0 0,0 0 0,0 0 0,0 0 0,13 0 0,-9 0 0,9 0 0,1 0 483,-11 0-483,24 13 0,-24-10 0,10 11 0,1-14 0,-11 0 0,24 0 0,-24 0 0,24 0 0,-24 0 0,24 0 0,-24 0 0,24 0 0,-24 0 0,24 0 0,-24 0 0,24 0 0,-24 0 0,24 0 0,-24 0 0,11 0 0,-1 0 0,-10 0 0,24 0 0,-23 0 0,22 13 0,-22-10 0,22 11 0,-22-14 0,22 0 0,-9 0 0,0 0 0,9 0 0,-9 0 0,13 0 0,-13 0 0,9 0 0,-9 0 0,13 0 0,0 0 0,0 13 0,0-10 0,0 11 0,0-14 0,0 0 0,-13 0 0,9 0 0,-9 0 0,13 0 0,0 13 0,0-10 0,0 11 0,0-14 0,0 13 0,0-10 0,0 24 0,0-24 0,0 24 0,0-24 0,0 24 0,0-11 0,0 14 0,0-13 0,0 10 0,0-11 0,0 14 0,0 0 0,0 0 0,0 0 0,0 0 0,0 0 0,0 0 0,0 0 0,13 0 0,-9 0 0,9 0 0,-13 0 0,0 0 0,0 0 0,13 0 0,-9-1 0,9 1 0,-13 0 0,0-13 0,13 10 0,-9-11 0,9 14 0,-13-13 0,0 10 0,13-11 0,-9 1 0,9 9 0,-13-22 0,0 22 0,13-22 0,-9 22 0,9-22 0,-13 22 0,0-22 0,13 22 0,-9-22 0,9 22 0,-13-9 0,0-1 0,0 11 0,0-24 0,13 24 0,-10-24 0,11 24 0,-14-24 0,0 24 0,0-10 0,0 13 0,0-14 0,0 11 0,0-11 0,0 28 0,0-11 0,0 10 0,0-13 0,13 0 0,-10 0 0,11 0 0,-14 0 0,0 0 0,0 0 0,0 0 0,0-13 0,13 9 0,-10-23 0,11 24 0,-14-24 0,0 24 0,0-24 0,0 11 0,0-14 0,0 13 0,0-10 0,0 11 0,0-14 0,0 0 0,0 13 0,0-10 0,13 11 0,-10-1 0,11-10 0,-14 11 0,0-1 0,0-10 0,0 11 0,0-14 0,0 13 0,0-10 0,0 10 0,0-13 0,13 0 0,-10 0 0,11 0 0,-14 14 0,0-11 0,0 10 0,0-13 0,0 0 0,0 14 0,0-11 0,0 10 0,0-13 0,0 0 0,13 0 0,-10 14 0,11-11 0,-14 10 0,13-13 0,-10 14 0,11-11 0,-1 10 0,-10-13 0,24 14 0,-24-11 0,24 10 0,-11-13 0,14 0 0,-13 14 0,10-11 0,-11 10 0,14-13 0,-13 0 0,9 0 0,-9 0 0,13 0 0,0 0 0,0 0 0,0 0 0,0 0 0,0 0 0,0 0 0,0-13 0,0 10 0,0-11 0,0 14 0,0 0 0,-1 0 0,1 0 0,-13 0 0,10 0 0,-11 0 0,14 0 0,14 0-508,-11 0 508,10 0 0,-13 0 0,0 0 0,0 0 0,13 0 0,-9 0 0,9 0 0,-13 0 0,0 0 0,13 0 0,-10 0 0,10 0 0,-13 0 0,0 0-5,0 0 5,0 0 0,14 0 0,-11 0 0,10 14 0,-13-11 0,0 10 0,0-13 0,0 0 0,0 0 0,13 0-547,-10 0 547,11 0 0,-14 0 0,0 0 0,0 0 0,13 0 0,-10 0 0,10 0 0,-13 0 0,0 0 0,0 0 0,13 0 0,-9 0 0,9 0 0,-13 0 0,0 0 0,13-13 0,-10 10 0,11-11 0,-14 14 0,13 0 0,-10 0 0,11 0 0,-15-13 0,1 10 0,14-11 0,-11 14 0,10 0 0,-13 0 0,0 0 494,0 0-494,0 0 0,0 0 0,0 0 0,0 0 0,13 0 5,-10 0-5,11-13 0,-14 10 0,0-11 0,0 14-501,13 0 501,-10 0 0,10 0 0,-13 0 0,0 0 466,0-13-466,0 10 0,0-11 0,0 14 0,13 0 0,-9 0 0,9 0 0,-13 0 0,0 0 0,0 0 0,0 0 0,13 0-501,-10 0 501,11 0 0,-15 0 0,1 0-70,0-13 70,0 10 0,0-11 0,0 14 0,0 0 0,0 0 0,0 0 0,13 0-51,-9 0 51,9-13 0,0 10 0,-10-11 0,11 14 0,-1-13 0,-10 10 0,11-10 0,-1 13 0,-10-14 0,10 11 0,-13-24 0,14 24 0,-11-10 0,10-1 0,-13 11 0,0-10-39,0 13 39,0-14 0,0 11 0,0-10 497,-14-1-497,11 11 72,-10-10-72,13 13 564,-14-14-564,11 11 124,-10-10-124,-1 13 0,11 0 0,-24-14 0,11 11 0,-14-10 0,13 13 0,-10 0 0,10 0 0,-13 0 0,14 0 0,-11 0 0,10 0 0,-13 0 0,0 0 0,0-13 0,0 9 0,0-9 0,0 13 0,0 0 0,0-13 0,0 9 0,0-9 0,0 0 0,0 9 0,0-22 0,0 22 0,0-22 0,0 9 0,0-13 0,0 0 0,-13 0 0,10 0-1077,-11-13 1077,1-4-1681,10-12 1681,-10-1 0,-1 0 0,11 0 0,-10 0-2160,-1-13 2160,11 9 0,-4 21 0,1 0 0,6-20 0,0-11 0,0 15-1526,-14-1 1526,11 0 0,-10 0-315,13 13 315,0-9 780,0 22-780,0-9 1837,0 13-1837,0 0 0,0 0 1777,0 0-1777,0 14 1444,0-11-1444,0 24 705,0-24-705,-14 24 216,11-24-216,-10 24 0,13-11 0,0 14 0,0-13 0,0 10 0,-14-10 0,11 13 0,-10 0 0,13 0 0,-14 0 0,11 0 0,-10-14 0,-1 11 0,11-10 0,-10 13 0,0 0 0,9 0 0,-9 0 0,0 0 0,9 0 0,-9 0 0,0 0 0,9 0 0,-22 0 0,22 0 0,-22 0 0,9 0 0,0 0 0,-9 0 0,9 0 0,-13 0 0,14 0 0,-11 0 0,10 0 0,-13 0 0,0 0 0,0 0 0,0 0 0,14 0 0,-11 0 0,11 0 0,-28 0 0,11 0 0,-10 0 0,13 0 0,0 0 0,0 0 0,-13 13-562,9-10 562,-9 11 0,13-14 0,-13 0 0,10 0 0,-24 0 0,24 0 0,-24 0 0,24 0 0,-24 0-684,24 0 684,-10 0 0,0 13 0,9-10 0,-22 10 0,22-13 0,-9 0 0,0 0 0,10 0 0,-11 0 0,1 0 0,10 0 0,-11 0 0,1 0 0,10 0 0,-10 0 0,13 0-22,0 14 22,0-11 0,0 10 0,0-13 0,0 0 0,0 0 542,13 0-542,-9 0 0,9 0 0,0 0 0,4 0 0,13 0 0</inkml:trace>
  <inkml:trace contextRef="#ctx0" brushRef="#br0" timeOffset="135990">15516 14168 24575,'0'-17'0,"0"4"0,0 13 0,-14 0 0,11 0 0,-10 13 0,13-10 0,0 11 0,0-14 0,0 0 0,0 13 0,0-10 0,0 24 0,0-24 0,0 24 0,0-10 0,0 13 0,0-1 0,0 1 0,0 0 0,0 0 0,0 0 0,0 14 0,0-11 0,0 23-1267,-14-22 1267,11 22 0,-10-22 0,13 22 0,0-23 0,0 24 0,0-24 0,-14 24-721,11-24 721,-10 10 0,13 1 0,0-11 0,0 10-189,0-13 189,0 0 0,0 0 0,0 13 0,0-9 0,0 9 0,0-13 0,0-14 0,0 11 1207,0-10-1207,0 13 760,0-14-760,0 11 210,0-24-210,-14 24 0,11-24 0,-10 24 0,13-24 0,0 10 0,0-13 0,0 0 0,0-13 0,0 10 0,-14-10 0,11-1 0,-10-2 0</inkml:trace>
  <inkml:trace contextRef="#ctx0" brushRef="#br0" timeOffset="136779">15815 14587 24575,'-17'0'0,"4"0"0,13 0 0,0 0 0,0 13 0,13-9 0,-9 9 0,9 0 0,0-9 0,-9 22 0,22-22 0,-9 22 0,0-9 0,9 13 0,-9 0 0,0 0 0,9 0-850,-9 0 850,-1 13 0,11-10 0,-10 10 0,-1-13 0,11 0 0,-10 0 0,-1 0 0,11 0 0,-24-13 0,24 9 0,-24-9 0,10 0 850,1 9-850,-11-22 0,10 22 0,1-22 0,-11 9 0,10-13 0,-13 0 0,0 0 0,0-13 0,0-4 0</inkml:trace>
  <inkml:trace contextRef="#ctx0" brushRef="#br0" timeOffset="137045">15905 15306 24575,'13'-30'0,"-9"0"0,22 0 0,-9 0-2616,13-13 2616,13 10-2029,-10-24 2029,24 10 0,-24-13 0,24 14 0,-11-11 0,1 11 0,10-1 0,-24-9 0,23 22-260,-22-9 260,9 13-496,-13 0 496,-13 0 1024,-4 0-1024,-13 0 0,-13 0 0,-4 0 0</inkml:trace>
  <inkml:trace contextRef="#ctx0" brushRef="#br0" timeOffset="142957">16860 14628 5734,'-5'2'0,"-1"1"0,2 1 0,-11 14 0,5-5 0,-7 14 0,-1 5 0,7-10 0,0 2-1405,-7 16 1,1 1 1404,7-14 0,1 0 0,-1 8 0,2 0-459,-1 6 459,5-15 0,0 1 0,2-2 0,1-1 0,0 13 0,1 8 0,7 1 0,-3-18 0,3-3 0,0-2 0,1-8 0,8 9 0,-9-20 1895,3 1-1895,-4-11 343,-2 0 0,1-6 0,-2 2 1</inkml:trace>
  <inkml:trace contextRef="#ctx0" brushRef="#br0" timeOffset="143453">16883 15135 5734,'6'-2'0,"1"0"0,4-6 0,-3 2 0,4-5 0,-3-3 0,-3 3 0,6-22 0,-9 17 0,2-13 0,-7 18 0,0 2 0,-3-1 0,1 4 0,-3 0 0,-3 6 0,1 3 0,-3 4 0,-4 13 0,7-5 0,-6 16 0,11-14 0,1 5 0,4 6 0,1-11 0,9 18 0,-3-21 0,6 6 0,10-6 0,-9-7 0,12 2 0,-15-10 0,2-1 0,5-5 0,-5 0 0,3-4 0,-6 1 0,-3 1 0,1-1 0</inkml:trace>
  <inkml:trace contextRef="#ctx0" brushRef="#br0" timeOffset="144081">17211 14577 5734,'11'10'0,"-3"-1"0,1 4 0,0 8 0,-3-3 0,3 27 0,-6-20 0,-2 4 0,-1-1 0,-3-5 0,-3 13 0,-4-12 0,1-6 0,-22 12 0,16-22 0,-15 4 0</inkml:trace>
  <inkml:trace contextRef="#ctx0" brushRef="#br0" timeOffset="144222">17202 14340 5734,'0'0'0</inkml:trace>
  <inkml:trace contextRef="#ctx0" brushRef="#br0" timeOffset="144704">17342 14581 5734,'-2'25'0,"1"4"0,1-13 0,2 4 0,3-2 0,-1-5 0,7 8 0,-5-13 0,11-2 0,-10-9 0,6-5 0,-3-6 0,-4 2 0,2-17 0,-4 13 0,0-12 0,-3 16 0,0 0 0,-1 6 0,0 5 0,2 16 0,0-4 0,7 24 0,1-14 0,6 7 0,-3-13 0,2-6 0,-6-7 0,2-4 0,0-12 0,-5 3 0,2-17 0,-7 10 0,-2-6 0,-3-5 0,1 11 0,-3-11 0,4 18 0,-1 0 0,2 6 0,0 1 0,0 0 0</inkml:trace>
  <inkml:trace contextRef="#ctx0" brushRef="#br0" timeOffset="144971">17647 14452 5734,'19'18'0,"-3"-2"0,8 8 0,6 10-530,-6-4 530,1 6 0,-2 3 0,-11-18 0,-2 1 0,3 11 0,-1 5 0,-3-5-1895,-4 14 1895,-3-11 0,-3 0 0,-5-10 0,-4-2 0,-5 11 256,4-13 1,-2-1-257,-16 12 0,6-11 0,-8 2 0,2-12 0,10-7 0,-5-2 0</inkml:trace>
  <inkml:trace contextRef="#ctx0" brushRef="#br0" timeOffset="146221">18288 13951 5734,'7'35'0,"0"-1"0,-3-8 0,1 1 0,2 13 0,0 0-1220,-2-10 1,-1 0 1219,1 2 0,0 2 0,-1 0-1255,1 6 0,-1 1 1255,0-5 0,0 2 0,0 0 0,0 2 0,-1 1 0,0-2-393,0 7 1,0 1 392,0-8 0,0 3 0,-1-1 0,0-1 0,-1 1 0,1-3 0,-1 7 0,1-1 0,-1-7 0,-1 1 0,1-1 0,0 12 0,0-2 0,-1-14 0,0 0 0,0 8 0,1-2 0,-1 5 0,-1-18 0,1-1 0,0 8 0,0 2 0,-2-14 0,-2-10 488,-2-2 0,1-11 1,0-3-1</inkml:trace>
  <inkml:trace contextRef="#ctx0" brushRef="#br0" timeOffset="146656">18717 14819 5734,'14'0'0,"0"0"0,-3 0 0,4 0 0,17-1 0,-8 0 0,12-1 0,-4 0 0,-7 0 0,0-1 0,0-1 0,1 0 0,15-3 0,-30 4 0,-5 2 0,-12 1 0</inkml:trace>
  <inkml:trace contextRef="#ctx0" brushRef="#br0" timeOffset="146855">18731 15016 5734,'11'1'0,"1"-1"0,4-1 0,4-2 0,10-1 0,2-1 0,5-1-1240,-3 1 0,-1-1 1240,-3 1 0,11-1-289,-11 1 289,6 0 303,-15 2-303,-4 0 0,-4 1 0,-3 0 289,-4 0 0,0 1 0,-1-2 0</inkml:trace>
  <inkml:trace contextRef="#ctx0" brushRef="#br0" timeOffset="147554">19626 13827 5734,'6'17'0,"0"5"0,1 12 0,1 4 0,-3-12 0,-1 3-820,1 7 1,0 9 0,0 1 0,-1-6-373,-1 5 0,-1 1 1192,0-5 0,-1 6 0,1 4 0,-1-2 0,-1-7-25,1-5 1,-2-4 0,1 3 24,0 4 0,0 4 0,0-1 0,0-4 0,0 4 0,0-4 0,0 1 0,1-1 0,0-3 0,0 2 0,0-1 0,1 4 0,-1-4 0,0-2 0,1-1 0,-1 15 0,0-2 0,-1 1 0,-2-18 156,-1 2-156,-11-16 0,5-12 0,-7-3 0,8-9 0</inkml:trace>
  <inkml:trace contextRef="#ctx0" brushRef="#br0" timeOffset="149491">20063 14899 5734,'7'0'0,"2"-1"0,1-1 0,7-4 0,-3-2 0,5-3 0,0-7 0,-5 4 0,2-6 0,-3-2 0,-5 5 0,0-7 0,-7 1 0,-2 5 0,-2-4 0,-15 2 0,5 9 0,-17-1 0,13 13 0,-5 4 0,-7 24 0,12 5 0,-4 6 0,20-12 0,5-2 0,2-2 0,4 0 0,0-2 0,3-1-468,6 6 468,-5-11 0,26 9 0,-17-14 0,20 5 0,-24-16-161,5-4 161,-8-1 0,3-5 0,-5-7 0,-4 2 0,2-8 0</inkml:trace>
  <inkml:trace contextRef="#ctx0" brushRef="#br0" timeOffset="149922">20332 14370 5734,'-5'-3'0,"1"0"0,16 1 0,-1 1 0,9-1 0,5 1 0,-5-1 0,8 1 0,13-1 0,-20 1 0,14 0 0,-27 1 0,-1 1 0,-2-1 0,-1 0 0</inkml:trace>
  <inkml:trace contextRef="#ctx0" brushRef="#br0" timeOffset="150158">20692 14214 5734,'7'9'0,"0"1"0,2 4 0,5 14 0,-3-2 0,4 11 0,-7 5 0,-1 1 0,-1 0-800,-1 1 1,-1-3 799,-7-15 0,-6 10 0,1-11 0,-3-3 0,-1-1 0,-2-2 0,-9 5 0,0-18 0,6-6 0,-7-4 0</inkml:trace>
  <inkml:trace contextRef="#ctx0" brushRef="#br0" timeOffset="150312">20602 14024 5734,'0'-8'0,"1"-1"0,0 7 0,2-2 0,2 4 0,0 1 0,3 2 0</inkml:trace>
  <inkml:trace contextRef="#ctx0" brushRef="#br0" timeOffset="150808">20819 14192 5734,'-5'12'0,"0"-1"0,0 3 0,0 17 0,3-11 0,6 27 0,1-27 0,4 10 0,-2-10 0,-3-9 0,3 2 0,-2-10 0,1-4 0,2-2 0,2-10 0,-1-1 0,6-31 0,-8 16 0,0-8 0,-2 0 0,-1 5 0,-2 0 0,-1 3 0,0 11 0,-2-4 0,0 20 0,0 6 0,1 24 0,2-6 0,2 7 0,2 2 0,3-1 0,3 1 0,2 0 0,5-3 0,15 4 0,-16-23 0,6-16 0,-14-6 0,2-8 0,-4-10 0,-4 4 0,0-10 0,-5-3-985,-2 10 985,-1-8 0,-3 1 0,2 17 0,-1-8 0,4 20 0,-2 0 0,2 5 0,-2 1 0</inkml:trace>
  <inkml:trace contextRef="#ctx0" brushRef="#br0" timeOffset="151355">21207 14064 5734,'-2'5'0,"-1"4"0,1-2 0,-2 3 0,1 2 0,0-1 0,0 4 0,1 4 0,1-3 0,2 24 0,0-18 0,1 13 0,1-11 0,0-6 0,1 10 0,-2-16 0,1 6 0,-1-14 0,-2-29 0,0 9 0,0-23 0,-2-3 0,2 14 0,1-4 0,0 0 0,2 5 0,3-20 0,2 24 0,-2 5 0,2 4 0,-3 12 0,1 1 0,4 6 0,-1 1 0,4 5 0,2 6 0,-3-3 0,3 6 0,-1 2 0,-5-5 0,2 7 0,-5-1 0,-3-5 0,1 4 0,-3-5 0,1-6 0,0 0 0,1-8 0,0-2 0</inkml:trace>
  <inkml:trace contextRef="#ctx0" brushRef="#br0" timeOffset="151622">21479 14125 5734,'-3'17'0,"2"1"0,2 8 0,1 1 0,1 0 0,-1 0 0,3-2 0,7-5 0,-2-10 0,7 0 0,2-17 0,-5-1 0,6-8 0,-4-6 0,-5 4 0,-2-19 0,-9 18 0,-17-11 0,2 21 0,-31 5 0,23 7 0,-13 7 0,13 0 0,8 1 0,-3 0 0,9-3 0</inkml:trace>
  <inkml:trace contextRef="#ctx0" brushRef="#br0" timeOffset="152587">21858 14135 5734,'-2'-8'0,"2"5"0,2 2 0,9 17 0,1 0-339,7 14 339,-5-8 0,1 1-1611,9 16 1611,-7-12 0,1 2 0,3 3 0,-1 0 0,-4-7 0,0 0 0,4 8 0,2 1 0,0-2 0,-2-1 0,-4-8 0,0 1 0,4 5 0,0 0 0,-2-4 0,-2-1 0,7 11 0,-9-14 0,0 0 0,4 16 0,-11-11 0,-1 3 0,-12-15 0</inkml:trace>
  <inkml:trace contextRef="#ctx0" brushRef="#br0" timeOffset="152756">21960 14784 5734,'18'-29'0,"0"0"0,-3 6 0,1-1 0,7-7 0,2-1-1587,4-3 0,0 2 1587,-6 7 0,1 1 0,6-8 0,2-1 0,0 4 0,-2 1 0,-7 8 0,-1 0 0,6-5 0,-1 1 0,-6 5 0,-1 2 0,9-8 0,5-5 0</inkml:trace>
  <inkml:trace contextRef="#ctx0" brushRef="#br0" timeOffset="152992">22647 14135 5734,'-22'25'0,"2"3"0,11-6 0,1 3-1370,-3 17 1370,3 0 0,2 1-1019,4-15 1,0 0 1018,0 9 0,2 3 0,3-7 0,2 1 0,-1-3 0,1 0 0,1 0 0,2 5 0,1 3 0,1-6 0,5 10 0,-5-17 0,0-2 727,1 3-727,0-7 0,0-6 0,1-4 0</inkml:trace>
  <inkml:trace contextRef="#ctx0" brushRef="#br0" timeOffset="153339">22796 14851 5734,'24'-9'0,"-5"1"0,11-6 0,1-8 0,-6 2 0,5-7 0,-5-4 0,-9 7 0,1-7 0,-10 4 0,-4 7 0,-4-3 0,-15 5 0,4 10 0,-25 7 0,19 9 0,-14 15 0,18-6 0,1 8 0,4 4 0,6-6 0,1 7 0,8-1 0,1-8-290,4 5 290,-1-10 0,13 2 0,-8-8 0,9 0 0,-12-10 0,0-5 0,0-2 0,1-4 0,0-3 0</inkml:trace>
  <inkml:trace contextRef="#ctx0" brushRef="#br0" timeOffset="153655">23131 14077 5734,'13'25'0,"-1"-1"0,1 15 0,-6-12 0,-4 17 0,-3 0 0,-3-12 0,-1 0 0,-3-1 0,-19-9 0,8-10-75,-12 3 1,14-13-1,0-1 1</inkml:trace>
  <inkml:trace contextRef="#ctx0" brushRef="#br0" timeOffset="154281">23253 14100 5734,'7'23'0,"1"-1"0,3 3 0,-1-8 0,4 5 0,-5-14 0,0-5 0,-1-5 0,0-2 0,0-2 0,0-3 0,3-6 0,-4 2 0,3-12 0,-5 10 0,1-3 0,-2 2 0,-2 8 0,2 0 0,-3 10 0,0 4 0,1 9 0,0-1 0,1 7 0,7 12 0,-2-13 0,10 16 0,-7-24 0,4 2 0,1-11 0,-3-4 0,6-9 0,-4-14 0,-5 4 0,-2-8 0,-8 12 0,-1-1 0,-8-11 0,2 11 0,-8-9 0,5 14 0</inkml:trace>
  <inkml:trace contextRef="#ctx0" brushRef="#br0" timeOffset="154469">22987 13748 5734,'-4'-8'0,"4"4"0,11 1 0,2 4 0,10 2 0,-2 0 0</inkml:trace>
  <inkml:trace contextRef="#ctx0" brushRef="#br0" timeOffset="155037">23716 14060 5734,'11'18'0,"-3"-2"0,5 9 0,3 11 0,-3-5-820,-5-2 1,2 10 0,-1 1 0,-2-6-373,-2-2 0,-1 0 1192,4 14 0,0 6 0,-5-9 860,-10 5-860,-1-15 0,-1 1 0,1-9 0,0 0 0,-3 6 0,-1 1 0,-1-5 0,1-1 0,-6 9 0,-2-6 0,-1-4 0,2-10 0,-12 6 0</inkml:trace>
  <inkml:trace contextRef="#ctx0" brushRef="#br0" timeOffset="155943">24162 13623 5734,'1'12'0,"1"2"0,-1 3 0,1 20 0,0 5 0,1 4-1511,-1 2 0,-1 0 1511,0-22 0,-1-1 0,0 1 0,-1 3-650,0 11 0,0 5 0,0-3 650,0-1 0,0 2 0,0-3 0,0 6 0,0-1 0,0-5-381,0 2 0,0-1 381,1-7 0,-1 2 0,1 0 0,0-3 0,0 0 0,1-2 0,-1 5 0,1 0 0,0 8 0,0 1 0,2-7 0,-1 0 0,1-3 0,0 0 0,-1-1 0,1 0 0,0 2 0,0-3 0,-1 5 0,0 0 0,0-1 0,-1 1 0,0 0 0,1-1 0,-2-9 0,1-1 0,-1-3 0,0-9 1803,1 4-1803,-1-18 2656,0-2-2656,0-1 1007,0-10-1007,0 3 268,-1-5-268,0 5 0,0 2 0,0 0 0</inkml:trace>
  <inkml:trace contextRef="#ctx0" brushRef="#br0" timeOffset="158089">18931 15949 5734,'19'2'0,"-3"-1"0,9-2 0,5 0 0,-5 1 0,10 0 0,-1 1 0,-10 0 0,5 0 0,-8 0 0,-11 0 0,0 0 0,-11 0 0</inkml:trace>
  <inkml:trace contextRef="#ctx0" brushRef="#br0" timeOffset="158226">18965 16185 5734,'19'3'0,"-1"-1"0,-5-3 0,2 0 0,15-9 0,-13 6 0,13-8 0,-17 7 0</inkml:trace>
  <inkml:trace contextRef="#ctx0" brushRef="#br0" timeOffset="158855">19598 15544 5734,'-2'-6'0,"-3"20"0,3 2 0,-2 19 0,3-11 0,0 2-3028,0 19 3028,0-14 0,0 4 0,0 3 0,-1 4 0,1-3-1214,0 2 0,-1 0 1214,1 1 0,0 4 0,-1-1 0,1-7 0,1-1 0,-1-2 0,1 6 0,0 1 0,0-8 0,0 2 0,0-1-139,2 12 0,0-2 139,-1-11 0,1-1 0,1 7 0,0 0 0,0-8 0,0-3 0,2 12 192,0 5-192,-1-15 0,-2-17 2279,0 1-2279,-4-23 635,1-3 0,-2-10 0,3 2 0</inkml:trace>
  <inkml:trace contextRef="#ctx0" brushRef="#br0" timeOffset="159676">19913 16161 5734,'14'-2'0,"8"-2"0,-3-1 0,7-2 0,-1-2 0,-7 0 0,3-3 0,-6-3 0,-5 3 0,0-6 0,-6-1 0,-3 4 0,-3-4 0,-13 0 0,5 9 0,-21 13 0,-4 7 0,11 4-125,-7 3 1,3 4 124,13 12-843,6-6 843,3 10 0,14 9 0,2-18 0,9 14 0,8-18 0,-5-8 0,8-5 0,1-2 0,-3-3 0,2-5 0,-2-1 0,-9-7 0,3-2-85,-6-12 1,-6 6-1,3-10 1</inkml:trace>
  <inkml:trace contextRef="#ctx0" brushRef="#br0" timeOffset="160070">20237 15774 5734,'-3'2'0,"1"0"0,4-1 0,1-2 0,1 0 0,2 0 0,0-1 0,4 1 0,6-1 0,-2 0 0,4 0 0,8 1 0,-10 0 0,15-1 0,-20 2 0,5-2 0,-11 2 0,-1-1 0,-4 0 0,-1 1 0</inkml:trace>
  <inkml:trace contextRef="#ctx0" brushRef="#br0" timeOffset="160338">20500 15629 5734,'8'15'0,"3"14"0,-6-10 0,0 5 0,0 1 0,-2 0 0,-1 1 0,-1 2 0,-2 1-846,-2 5 846,-1-14 0,-1-9 274,-1-2-274,-2-3 140,-5-3-140,3-3 0,-3-5 0,3-2 0</inkml:trace>
  <inkml:trace contextRef="#ctx0" brushRef="#br0" timeOffset="160471">20454 15504 5734,'3'-5'0,"3"-2"0,-1 3 0,2 0 0,-2 2 0,0 2 0,-1 0 0</inkml:trace>
  <inkml:trace contextRef="#ctx0" brushRef="#br0" timeOffset="160972">20637 15595 5734,'-6'13'0,"1"-1"0,3 6 0,1-4 0,2 5 0,5 5 0,-1-10 0,7 14 0,-6-19 0,3 3 0,-3-9 0,-1-1 0,2-4 0,9-17 0,-8 8 0,6-14 0,-11 14 0,-1 2 0,-1-3 0,-1 5 0,-1 0 0,1 5 0,-1 1 0,0 5 0,1 2 0,2 16 0,1-10 0,3 12 0,4-12 0,-1-3 0,4 0 0,7-6 0,-8-3 0,15-10 0,-17 1 0,3-18 0,-10 13 0,-2-10 0,-5 7 0,0 3 0,-1 0 0,0 3 0,2 5 0,0-1 0,2 4 0,0 0 0</inkml:trace>
  <inkml:trace contextRef="#ctx0" brushRef="#br0" timeOffset="161529">20931 15504 5734,'-4'29'0,"3"-12"0,0 16 0,3-15 0,3 19 0,-1-13 0,2 12 0,-1-8 0,-2-12 0,3 10 0,-5-22 0,2 0 0,-4-10 0,-3-16 0,1 6 0,-4-27 0,4 21 0,-1-25 0,2 27 0,2-9 0,1 12 0,0 5 0,0-1 0,2 6 0,0 0 0,1 1 0,5 3 0,-2 3 0,10 7 0,-8 0 0,11 19 0,-12-11 0,9 23 0,-4-5 0,-2-3 0,-2-4 0,-7-17 0,1 0 0,-2-5 0,2 1 0,-2-4 0</inkml:trace>
  <inkml:trace contextRef="#ctx0" brushRef="#br0" timeOffset="161833">21144 15717 5734,'4'17'0,"0"-3"0,-1-5 0,10 3 0,-5-7 0,8 0 0,-8-9 0,5-6 0,-4 0 0,3-4 0,-3-4 0,-4 4 0,-1-5 0,-15-13 0,3 19 0,-9-13 0,-4 22 0,7 3 0,-7 0 0,11 2 0,2 1 0</inkml:trace>
  <inkml:trace contextRef="#ctx0" brushRef="#br0" timeOffset="162589">21466 15421 5734,'4'32'0,"0"1"0,0 2 0,1 1-445,-3-13 1,1 4 444,1 9 0,1 11 0,0 5 0,0-3 0,-1-8-1639,0 6 1,1-2 1550,-2-8 1,1 6-1,0 2 1,0-4 0,-1-7 363,0-1 1,1-2-277,0 2 0,1 4 0,-1-3 0,1-3 0,-1 0 0,3 14 0,0-2 0,2 0 0,-3-15-81,6 4 81,-6-26 70,5-10 1,-5-9 0,3-8 0</inkml:trace>
  <inkml:trace contextRef="#ctx0" brushRef="#br0" timeOffset="163289">22292 15373 5734,'-6'21'0,"2"2"0,3 7 0,1 3-3277,1 12 3228,0-8 1,1 5 48,0 2 0,1 4 0,0-5-1087,-1-3 1,1 0 1086,0 6 0,0 6 0,0-7 0,-2-12 0,1-3 374,0 0 1,0 1-375,-1 2 0,1 2 0,0-3 0,0-2 0,0-1 0,1 14 0,-1-1 0,0 0 0,-2-17-2,-6 4 0,2-22 0,-3-2 0</inkml:trace>
  <inkml:trace contextRef="#ctx0" brushRef="#br0" timeOffset="163629">21998 16045 5734,'-4'-2'0,"1"-2"0,4 2 0,4-5 0,0 5 0,3-3 0,-3 5 0,-2-2 0,0 3 0,0-2 0</inkml:trace>
  <inkml:trace contextRef="#ctx0" brushRef="#br0" timeOffset="164756">22692 15474 5734,'13'18'0,"2"2"0,2 2 0,7 6 0,3 2-1639,-10-10 1,1 1 446,12 12 0,1 1 1192,-2-2 0,-2-2-37,-6-7 1,0 1 36,6 6 0,1 4 0,-5-4 0,1 3 0,-3-2 0,0 2 0,0-1 0,-2-2 0,1 1 0,-4-3 0,2 13 0,-20-6 0,-3-16 0,-12 5 0,0-19 0,0-2 0</inkml:trace>
  <inkml:trace contextRef="#ctx0" brushRef="#br0" timeOffset="164923">22754 16188 5734,'8'-32'0,"6"0"0,5-7 0,-2 5 0,-3 7 0,1-1-1093,4-8 1,3-4 0,-1 7 563,-6 13 1,1 2 528,6-7 0,1 0-116,-6 6 1,0 1 115,5-4 0,0 0 9,-5 3 0,0 1 0,10-8 0,5-5 0</inkml:trace>
  <inkml:trace contextRef="#ctx0" brushRef="#br0" timeOffset="165193">23434 15405 5734,'-2'-4'0,"-23"35"0,11-8-1639,-2 3 1,0 3-667,3 8 2305,1 3-76,5-8 0,0 1 76,3-8 0,1 0 333,-1 8 0,1 0-333,3-1 0,1-1 0,2 16 0,-1-18 0,2 0 0,2 9 0,1-3 0,0-1 427,-2-4 1,2-5 0,-2-21-1,2-2 1</inkml:trace>
  <inkml:trace contextRef="#ctx0" brushRef="#br0" timeOffset="165522">23456 16120 5734,'16'-1'0,"9"-10"0,2-3 0,-1-1-1056,2-2 1,-2-1 1055,-8 0-90,4-8 90,-8 6 0,1-6 501,-9 10-501,-4-7 0,-3 6 0,-15-1 0,-3 2 0,2 6-210,-25-6 210,29 21 0,-4 7 0,6-1 0,-2 6 0,9 9 0,3-5 0,4 8 0,15 11 0,-6-15 0,6 0 0,2-2 0,-1-6 1019,10 3-1019,-8-19 0,-6-3 638,2-6-638,-7-2 0,-1-2 0,0-2 0</inkml:trace>
  <inkml:trace contextRef="#ctx0" brushRef="#br0" timeOffset="165773">23819 15500 5734,'9'4'0,"-1"2"0,10 24 0,-8-5-513,4 18 513,-8 4-1721,-2-8 1721,-3-13 0,1 0 0,-2 0 0,0 0 0,0 12 508,-3 10-508,-2-23 0,-1-2 0,-3 5 0,-6-4 0,-2-4 0,-1-9-279,-14 0 279,14-14 0,1-4 0,1-2 0</inkml:trace>
  <inkml:trace contextRef="#ctx0" brushRef="#br0" timeOffset="166322">24005 15491 5734,'0'7'0,"1"0"0,2 7 0,0-5 0,5 9 0,-3-11 0,9 2 0,0-10 0,-1-2 0,1-3 0,-2-5 0,-4 4 0,2-4 0,-6 5 0,-2 2 0,0 1 0,-4 9 0,2 11 0,-2-1 0,7 13 0,-2-16 0,11 8 0,-6-15 0,10-3 0,-10-7 0,3-6 0,-4-4 0,-4 3 0,0-5 0,-8-10 0,-1 7 0,-2-6 0,1 11 0,1 7 0,1 2 0,-2 0 0,4 2 0,1 1 0</inkml:trace>
  <inkml:trace contextRef="#ctx0" brushRef="#br0" timeOffset="166895">24397 15364 5734,'14'21'0,"4"18"0,-1 3 0,-3-1-1639,2 3 1,-3 1 1327,-10-7 311,-3-9 0,-1 0-2146,-3 16 2146,1-16 0,-2 0 0,-4 11 35,0-14 0,-1 0-35,-7 13 0,-5-2 0,-2-2 0,-3-1 0,6-9 0,-1-2 0,0-2 0</inkml:trace>
  <inkml:trace contextRef="#ctx0" brushRef="#br0" timeOffset="167475">24751 15074 5734,'-2'14'0,"1"0"0,2 24 0,1 6 0,-1-17 0,-1 0-1639,2 19 1,-1 4 1505,-1-17 1,0-1 0,1 0-707,-1 7 1,0 1 838,0-6 0,0 2 0,0 1 0,0 1 0,1 2 0,-1 1 0,0-4 0,0-3 0,0-3 0,0 5 0,1 5 0,-1 6 0,0 3 0,0-3 0,0-6-192,0 7 1,0-2 191,0 0 0,0 3 0,0-4 0,-1 1 0,0-4 0,1-11 0,-1-1 0,0 6 0,-1 0 0,1-5 0,-1-2 0,-1 3 236,1 9-236,2-31 2315,1-6-2315,0-5 1720,-1-10-1720,0 1 0,-2-8 0,1 5 0</inkml:trace>
  <inkml:trace contextRef="#ctx0" brushRef="#br0" timeOffset="173530">19245 17486 5734,'-4'2'0,"2"-1"0,6 1 0,4 1 0,11 3 0,-1-1 0,17 1 0,3-1 0,-4-1 0,0-1 0,-1-1 0,-4-1 0,-14 0 0,-1 2 0,-17 0 0,-8 0 0,-2-1 0</inkml:trace>
  <inkml:trace contextRef="#ctx0" brushRef="#br0" timeOffset="173689">19257 17713 5734,'18'3'0,"2"0"0,9-2 0,-3-2 0,-1-1 0,0 0-1548,7-3 1548,8-1 0,-3 0 0,-10 0 0,7-2 0,-11 1 0</inkml:trace>
  <inkml:trace contextRef="#ctx0" brushRef="#br0" timeOffset="174248">20060 16992 5734,'-6'1'0,"-1"22"0,3 0 0,1 10 0,1 4-1162,1-11 1,1 0 1161,0 12 0,0 3 0,0-9 0,1 1 0,0 1 0,0 3 0,1 1 0,-1 3 0,1 3 0,0 4 0,0 0 0,-1-3-643,1-1 0,0-2 1,-1-1 642,1 7 0,-1 0 0,0-5 0,0-10 0,-1-2 0,-1 8 0,0-1-98,1-12 1,-1 0 97,0 4 0,-1-1-446,-2 10 446,0-14 183,-4 0 1,2-22 0,-3-4 0</inkml:trace>
  <inkml:trace contextRef="#ctx0" brushRef="#br0" timeOffset="175281">20317 17122 5734,'0'-3'0,"4"9"0,16 28 0,-3-2-1639,2 1 1,0 1 1197,5 7 441,-8-13 0,2 1-90,2 1 1,1 0 89,-5-7 0,1 0 0,12 15 0,0-1 0,-12-17 0,1 1 0,3 3 0,2 2 0,-2-3 0,10 9 0,-6-6 0,-1-2 0,-8-8 0,1 2 807,-9-4-807,-5-5 0,-4-1 0,-4-4 0</inkml:trace>
  <inkml:trace contextRef="#ctx0" brushRef="#br0" timeOffset="175473">20499 17814 5734,'0'-34'0,"1"1"0,0 1 0,1 2 0,7-9-1257,4-1 1257,0 9 0,2-1 0,-2 8 0,1-1 0,8-7 0,3-4 0,-2 4 0,-3 6 0,0 1 0,8-7 0,3-3 0,-4 5 0,6-4-209,-8 11 0,-2 3 1,-5 7-1,-1 2 1</inkml:trace>
  <inkml:trace contextRef="#ctx0" brushRef="#br0" timeOffset="176317">21179 17140 5734,'-18'25'0,"6"-4"0,0 3 0,-7 16-1639,5-1 1,1 2 1102,6-14 1,1 0 535,-2 8 0,1 2-11,3 1 1,1-1 10,0-8 0,2 0 0,0 17 0,2 0 0,0-20 0,1-1 0,1 7 0,1-2 0,4 7 297,2-4-297,2-6 0,14 1 0,-5-11 0,9-2 0,2-12 0,-6-8 0,7-4 0</inkml:trace>
  <inkml:trace contextRef="#ctx0" brushRef="#br0" timeOffset="176808">21404 17705 5734,'29'-10'0,"-9"2"0,14-11 0,-15 4 0,0-2 0,2-11 0,-7 7 0,-2-7 0,-9 9 0,-3 2 0,-3 1 0,-7-4 0,0 7 0,-11 0 0,6 11 0,-6 5 0,1 10 0,5 1 0,-4 20 0,11-10 0,3 12 0,11 3 0,2-10 0,7 8 0,11-7 0,-3-9 0,12-8 0,2-4 0,-3-3-492,-1-4 1,-3-2 491,-11-4-19,0-7 1,-7 0-1,-1-6 1</inkml:trace>
  <inkml:trace contextRef="#ctx0" brushRef="#br0" timeOffset="177106">21911 17111 5734,'24'40'0,"-9"-11"0,-4-6 0,-2 1 0,0 9 0,-2 2 0,-2 2 0,1 11-806,-2-2 0,-3-1 806,-4-4 0,1-16 0,-3 0 0,-6 1 0,-2-2 0,-6 5 0,4-8 0,-2-3 377,-6-5-377,-13-11 0,8-7 0,-9-8 0</inkml:trace>
  <inkml:trace contextRef="#ctx0" brushRef="#br0" timeOffset="177249">21921 16878 5734,'11'-19'0,"-4"8"0,12-7 0,-10 16 0,6 0 0</inkml:trace>
  <inkml:trace contextRef="#ctx0" brushRef="#br0" timeOffset="177673">22087 17094 5734,'3'13'0,"0"1"0,0 0 0,2 1 0,1 8 0,0-6 0,7 9 0,-4-17 0,31-23 0,-24 2-402,20-20 402,-28 18 0,0-1 0,-3 6 0,2-2 0,-5 8 0,6 19 0,-3-5 402,4 15-402,1-12 0,-4-6 0,3 3 0,1-7 0,-1-3 0,14-10 0,-11 0 0,6-8 0,-14-12 0,-3 11 0,-9-27 0,0 25 0,-14-18 0,10 23 0,-17-7 0,17 15 0,-8 0 0</inkml:trace>
  <inkml:trace contextRef="#ctx0" brushRef="#br0" timeOffset="178477">22601 16996 5734,'13'2'0,"9"4"0,14 21 0,-6-2-669,-10-5 1,-1 1 668,2 12 0,-7-3 0,0 1 0,-4-6 0,-1 1 0,2 10 0,-1 2 0,-6 4 0,-3 0 0,-1-8 0,-1-1 0,-2 11 0,-3 1 0,-4-8 0,-3 1 0,1-4 0,0 0 0,-1-1-704,0 0 1,-2 2 0,1-6 703,-12 10 0,-1-6 67,7-17 0,0-3 1,-9 0-1,-8-3 0</inkml:trace>
  <inkml:trace contextRef="#ctx0" brushRef="#br0" timeOffset="179059">23059 16696 5734,'-10'-10'0,"2"5"0,8 14 0,1 6 0,2 7-952,2 14 1,1 5 951,-1-13 0,-1 2 0,3 14 0,0 7 0,0-4 0,-1-5 0,0 3 0,-1-6 0,1 5 0,0 4 0,0-2 0,-1-5-466,0 1 1,-1-4 0,1 4 465,0 2 0,1 6 0,0 2 0,-1-2 0,0-7-767,-1-3 1,-2-5 0,1 1 766,1 10 0,0 1 0,-1-1 0,-1-8 0,-1-1 0,0-3-68,0 3 0,0 0 68,-1 4 0,-2-1 24,-1-15 1,-2-2-25,-4 5 278,-11-5 1,6-21-1,-5-6 1</inkml:trace>
  <inkml:trace contextRef="#ctx0" brushRef="#br0" timeOffset="181801">3516 15088 5734,'16'0'0,"28"-1"0,1 0-1462,-9 0 0,3-1 1462,-2 0 0,2 0 0,-1 0-844,-5 0 1,-2 1 0,3-1 843,10-1 0,3 0 0,1 1 0,-8-1 0,2 1 0,-1-1 0,-1 1-94,3-1 1,0 0 0,1 0 93,-3 1 0,3-1 0,1 0 0,-1 0 0,2 0 0,0 0 0,0 0 0,-2 0 0,3 0 0,-2 0 0,3 0 0,-5 0 0,3-1 0,0 1 0,-1 0 0,-2 0 0,0 0 0,-1 0 0,-2 0 0,0 0 0,-2 0 0,4 0 0,-4 0 0,5 0 0,1 0 0,-3 0 0,-5 0 0,9 0 0,-3 0 0,-3 0 0,2 0 0,-6 0 0,10 0 0,-20 1 3,-7 0 1,-49 1 0,-14 0-1</inkml:trace>
  <inkml:trace contextRef="#ctx0" brushRef="#br0" timeOffset="183074">3173 17414 5734,'-16'7'0,"1"-1"0,0 2 0,8-3 0,6 2 0,26-4 0,4-4 0,4 0-1412,1-2 1,3-1 1411,-7 1 0,3-2 0,1 1 0,7-2 0,3-1 0,-2 0 0,-7 2 0,-2-1 0,2 1 0,10-2 0,2-1 0,-2 1-813,-12 2 1,-1 0-1,-1 1 813,17-3 0,-1-1 0,-1 2 0,1-1-145,-8 1 1,2-1 0,1 1 144,0 0 0,0 0 0,-2 0 0,-6 1 0,-2 1 0,-1-1 0,12-1 0,-10 2 0,-24 7 0,-11-1 0,-9 3 0</inkml:trace>
  <inkml:trace contextRef="#ctx0" brushRef="#br0" timeOffset="184091">20383 11083 5734,'-9'-11'0,"2"2"0,3 5 0,0 4 0,2 3 0,1 5 0,4 13 0,2-3 0,2 11 0,3-7 0,2-1 0,4 9-585,-2-7 1,0-1 584,5 3 0,1-1 0,-1-2 0,0 0 0,7 3 0,-7-5 0,0-1-473,5 2 473,-9-7 0,3 1 0,-9-6 0,-3-3 0,-11-1 0,-3-3 0,-10-2 0</inkml:trace>
  <inkml:trace contextRef="#ctx0" brushRef="#br0" timeOffset="184248">20418 11449 5734,'15'-23'0,"2"-1"0,3-1-1447,-3 6 1,0-1 1446,12-10 0,-10 11 0,0-1 0,1 1 0,0 0 0,8-8-242,7-6 242,-16 14 0,-2 3 0,-2 0 0</inkml:trace>
  <inkml:trace contextRef="#ctx0" brushRef="#br0" timeOffset="184460">20751 11181 5734,'-3'21'0,"0"11"0,5 14 0,1-18 0,1 0 0,5 17-867,4-10 867,-5-20 112,8 2-112,-4-8 0,4 2 0,-4-14 0,-3-1 0,0-6 0,-6-1 0,0-2 0</inkml:trace>
  <inkml:trace contextRef="#ctx0" brushRef="#br0" timeOffset="184904">20971 11171 5734,'-2'13'0,"1"15"0,2-1 0,0 6 0,1-6 0,0-8 0,1 6 0,-1-6 0,2 12 0,-3-18 0,3 3 0,-2-13 0,6-14 0,-3 0 0,8-31 0,-6 17 0,1-5 0,-1 1 0,0 4-260,2-12 260,-6 24 0,-1 4 0,1 3 0,1 4 0,3 9 0,-1 2 0,3 9 0,0 9 0,-1-4-261,2 8 261,-2-9 0,7 13 0,-4-13 0,5 8 0</inkml:trace>
  <inkml:trace contextRef="#ctx0" brushRef="#br0" timeOffset="185925">21293 11029 5734,'2'-5'0,"0"0"0,2 2 0,-1-1 0,0-1 0,1 0 0,1 0 0,-3 1 0,2 1 0,-4 3 0,5 11 0,-4-1 0,4 12 0,-2-4 0,2 5 0,0 1 0,0 1 0,3 8-130,-3-8 1,1 1 129,2 14-918,-3-10 918,0 7-645,-4-4 645,-2-11 0,-1 5 0,-1-9 0,0-6 218,-1-1-218,2-4 0,2-6 0,1 0 0</inkml:trace>
  <inkml:trace contextRef="#ctx0" brushRef="#br0" timeOffset="186506">22338 11003 5734,'-3'-6'0,"1"-1"0,2 5 0,1 0 0,1 6 0,2 2 0,8 9 0,-2-2 0,20 23 0,-11-16 0,5 4 0,0 0 0,-2-3 0,8 5 0,-2 0 0,-11-9 0,14 14 0,-31-24 0,-1-1 0,-2 0 0</inkml:trace>
  <inkml:trace contextRef="#ctx0" brushRef="#br0" timeOffset="186656">22471 11169 5734,'29'-23'0,"-7"7"0,0 0 0,12-8 0,-11 8 0,-1 1 0,8-4 0</inkml:trace>
  <inkml:trace contextRef="#ctx0" brushRef="#br0" timeOffset="186859">22778 11015 5734,'-12'37'0,"3"-4"0,9 7 0,2-15 0,3 13 0,4-12 0,-1-8 0,3 4 0,4-8 0,-4-5 0,15-3 0,-13-8 0,8-3 0</inkml:trace>
  <inkml:trace contextRef="#ctx0" brushRef="#br0" timeOffset="187373">23028 10989 5734,'-2'16'0,"-2"20"0,1-13 0,0 3 0,-1 1 0,1 1 0,-2 11 0,3-23 0,2-3 0,0-10 0,0-2 0,4-7 0,0-1 0,3-7 0,1-1 0,5-12 0,-2 4 0,4-11 0,1 0 0,-4 6-298,1 1 0,-2 2 298,-6 15 0,1 2 0,-2 7 0,3 16 0,-4 1 0,1 13 0,1 5 0,-2-7 0,2 10 0,2 0-192,-3-10 192,4 6 0,-3-7 0,-1-8 146,0 6 0,-1-15 0,0 0 0</inkml:trace>
  <inkml:trace contextRef="#ctx0" brushRef="#br0" timeOffset="187856">23293 11106 5734,'3'4'0,"-1"-1"0,1-2 0,-1-2 0,3 0 0,2-1 0,11 0 0,-3 1 0,8 0 0,4 1 0,-7 0 0,6 0 0,-2-1 0,-7 1 0,3-1 0,-6 0 0,-5 0 0,1-1 0,-7 2 0,-1-1 0,-2 1 0,0 0 0</inkml:trace>
  <inkml:trace contextRef="#ctx0" brushRef="#br0" timeOffset="188306">23623 10870 5734,'-2'18'0,"1"-2"0,-1 10 0,1 7 0,1-6 0,1 9 0,2 2-1581,-1-10 1581,1 6 0,2 0 0,-3-15 498,3 9-498,-4-19 259,1 0-259,-2-6 0,1-3 0,-1-8 0,1-14 0,0 2 0,3-17 0,-1 16 0,5-16 0,-4 17 824,4-5-824,3-1 0,-4 11 0,16-15 0,-12 20 0,9-4 0,-11 11 0,2 2 0,-1 2 0,5 5 0,-4 1 0,2 6 0,-6 1 0,0 14 0,-2 3 0,0 0 0,0 7 0,-1 0-724,-2-12 724,-1 7 0,1-3 0,-2-12 0,3 5 0,-1-15 0</inkml:trace>
  <inkml:trace contextRef="#ctx0" brushRef="#br0" timeOffset="188568">23926 11189 5734,'-14'38'0,"4"-4"0,8-19 0,2-2 0,1-1 0,2-1 0,3-3 0,7-3 0,-1-5 0,5-3 0,7-15 0,-11 4 0,7-18 0,-17 14 0,-2-6 0,-16-4 0,3 12 0,-18-9 0,13 17 0,-8 0 0,8 4 0,1 1 0</inkml:trace>
  <inkml:trace contextRef="#ctx0" brushRef="#br0" timeOffset="189197">22677 10912 5734,'5'-4'0,"-1"1"0,-1 3 0,1 0 0,0-1 0,3 1 0,5-3 0,-1 1 0,14-3 0,-10 3 0,8 0 0,-9 2 0</inkml:trace>
  <inkml:trace contextRef="#ctx0" brushRef="#br0" timeOffset="189876">24136 10862 5734,'0'-5'0,"4"-6"0,1 3 0,8-9 0,-1 5 0,2-2 0,4 1 0,-9 5 0,6-4 0,-12 9 0,3 6 0,-5 4 0,4 22 0,-3-9 0,2 7 0,1 3 0,-1 0-123,-1-7 1,1 2 122,1 17-1143,-1-9 1143,0 10 0,-5-11 0,-1-1 0,-2 4 0,0-4 0,-1-3 0,-2-7 0,0-1 0,-3 2 0,3-6 0,-1 1 0,5-8 0,0-3 216,2-2-216,0-1 1172,1-3-1172,0-5 0,0-3 0,-1-4 0</inkml:trace>
  <inkml:trace contextRef="#ctx0" brushRef="#br0" timeOffset="191910">20002 10659 5734,'-4'-7'0,"0"2"0,-1 2 0,1 0 0,0 0 0,1 1 0,-2 0 0,3 0 0,-2 2 0,2-1 0,1 0 0,-1 1 0,2-2 0,0-1 0,0 1 0,-2 7 0,0 0 0,-10 24 0,5-10 0,-3 11 0,1 3 0,1 3 0,3-3 0,0 7 0,1-4-1262,1-6 1,1 0 1261,0 2 0,-1 2 0,2 0 0,0-1 0,0 0 0,1-1 0,-1 8 0,1 0 0,0-5 0,0 2 0,0 1 0,1 3 0,-1 0 0,1-1 0,-1 6 0,1 3 0,-1-12 0,0 4 0,1 3 0,-1-2 0,0-5-852,0 0 0,0-4 0,0 2 852,0 4 0,0 4 0,0-1 0,0-5 0,-1 6 0,1-3-328,0 1 1,-1 0 327,1-3 0,-1 3 0,0 4 0,0 5 0,-1-5 0,1 0 0,0-2 0,-1 0 0,1 3 0,-1-4 0,-1 2 0,0-5 0,1-9 0,0-2 0,0 7 0,-1-2 0,1 2 0,0-6 0,1-6 1916,-1-6-1916,2-7 493,1-9 1,2-9 0,1-5 0</inkml:trace>
  <inkml:trace contextRef="#ctx0" brushRef="#br0" timeOffset="192390">19986 10245 5734,'-4'-11'0,"32"-8"0,-6 12-1319,4-1 0,2 2 1319,14 1 0,-3 1 0,2 1 0,-6 0 0,2 1-488,-4 0 0,2-1 1,3 1 487,-3 0 0,1 0 0,2 0 0,-2 0-252,3 0 0,0 0 1,7 0 251,-11 1 0,4 0 0,4 0 0,3 0 0,1 0 0,2 0 0,-1 1 0,-1-1 0,-2 1-110,3 0 0,-2 1 0,0 0 1,1-1-1,-1 1 0,1 0 0,0 0 1,1 0 109,-1-1 0,1 1 0,0-1 0,1 0 0,0 0 0,0 1 0,-1-1 0,0 1 0,-2 0 0,0 0 0,0 0 0,-1 1 0,-1-1 0,0 1 0,-1 0 0,0-1 0,-1 1 0,8-1 0,-1 1 0,0-1 0,-2 1 0,-1-1 0,-1 1 0,1-1 0,-3 0 0,0 0 0,1 0 0,1 0 0,1 1 0,2-1 0,0 0 0,1 0 0,0 0 0,-1 0 0,-1 0 0,1-1 0,-1 0 0,-1 1 0,0-1 0,-2 0 0,-1 1 0,-3-1 0,0 0 0,1 0 0,1 1 0,0-1 0,1 0 0,1 0 0,0 0 0,0 0 0,-1 0 0,4 0 0,-1 0 0,0 0 0,-1 0 0,-2 1 0,-1-1 0,-2 0 0,0 1 0,1-1 0,-2 0 0,1 1 0,0-1 0,0 1 0,-1-1 0,3 2 0,-1-1 0,-2 0 0,-1 1 0,1-1 0,-2 0 0,1 0 0,6 1 0,1-1 0,1 1 0,2-1 0,1 0 0,-4-1 0,-1 1 0,-1 0 0,-2-1 0,3 1 0,-3-1 0,2-1 0,-4 1 0,-10-1 0,0 1 0,6-1 0,0 0 0,-2-1 0,-2-1 0,-11 0 0</inkml:trace>
  <inkml:trace contextRef="#ctx0" brushRef="#br0" timeOffset="193239">19849 11833 5734,'-4'-1'0,"16"1"0,23-1 0,8 0 0,-7 0 0,3 0-1093,3 0 1,4 0 0,-2-1 624,-6 1 1,-1 0 0,1 0 115,5 1 0,1-1 1,1 1 351,-8-1 0,-1 1 0,3 0 0,5 0 0,-5 0 0,6 0 0,2 1 0,3 0 0,1-1 0,-1 1 0,-2 0 0,-4 0 0,1-1 0,-3 1 0,-1 0 0,0 0 0,1 0 0,4 0 0,-3 0 0,4 0 0,1 0 0,1 0 0,1 0 0,0 1 0,-2-1 0,-3 0 0,-2 1 0,2-1 0,-4 1 0,0 0 0,-2 0 0,0 0 0,1 0 0,2 0 0,-1 0 0,1 0 0,-1 0 0,1 1 0,0-1 0,-1 0 0,-1 0 0,0 0 0,1 1 0,2-1 0,3 0 0,-4 0 0,2 1 0,3-1 0,1 0 0,1 0 0,1 0 0,-1 1 0,-2-1 0,-1 0 0,-3-1 0,1 1 0,-3 0 0,-2 0 0,0-1 0,1 1 0,3-1 0,3 1 0,-6-1 0,4 0 0,2-1 0,3 1 0,1 0 0,1 0 0,0 0 0,-1-1 0,0 1 0,-3-1 0,-2 0 0,-4 0 0,-3 0 0,14 0 0,-7-1 0,-2 0 0,-1-1 0,5 1 0,-2 0 0,2-1 0,3 1 0,-1-1 0,0 0 0,-4-1 0,-3 0 0,6-2 0,-4-1 0,-2-1 0,-3 1 0,1 0 0,-3 0 0,1-1 0,6-2 0,0-1 0,-6 1 0,-6-2 0,-4 1 0,-3-1 0,-1 0 0</inkml:trace>
  <inkml:trace contextRef="#ctx0" brushRef="#br0" timeOffset="193838">21903 11919 5734,'6'-13'0,"2"-2"0,-4 6 0,2-2 0,-5 10 0,-5 9 0,-1 5 0,-4 11 0,1 2 0,0 2 0,-1 10-1018,2 3 0,1-1 1018,3 2 0,2-16 0,1 2-686,3 5 0,1-2 686,2 7-48,-2-9 0,1-2 48,4 1 0,-4-9 0,2 4 0,-5-17 417,0-1 1,-1-10 0,1-3 0</inkml:trace>
  <inkml:trace contextRef="#ctx0" brushRef="#br0" timeOffset="194044">22096 11927 5734,'3'-1'0,"-1"2"0,3 20 0,-3-4 0,4 28 0,-5-16 0,1 11 0,-2-9 0,0-2 0,0 10 0,-1 4 0,1-1-1133,-1-9 1133,0-8 0,1-1 0,-2-4 0,2-4 0,-2-3 0,-3 2 0,1-8 0,-4 2 0</inkml:trace>
  <inkml:trace contextRef="#ctx0" brushRef="#br0" timeOffset="194707">21655 12208 5734,'4'-16'0,"0"3"0,-2 12 0,0 3 0,2 2 0,2 4 0,6 13 0,-1-1 0,5 10 0,4 7 0,-3-13 0,1 0-702,-4-4 0,1 0 702,4 2 0,0-3 0,4-4-823,12 0 823,-7-7 0,10-5 0,-13-10 0,0-3 0,6-5 0,-3-4 0,-2-1 0,-5-4 0,3-8 0,-8 0 0,-6 9 0,2-5 0,-7 7 0,-3 7 0,-1 1 0,-3 6 0,-1 4 0,0 0 0</inkml:trace>
  <inkml:trace contextRef="#ctx0" brushRef="#br0" timeOffset="196507">20784 12419 5734,'-38'3'0,"4"1"0,10 7 0,5-2 0,-14 12 0,17-10 0,-5 7 0,13 0 0,5-7 0,3 7 0,6-11 0,2 1 0,11 2 0,-2-1 0,7 1 0,4 1 0,-7-2 0,5 3 0,-1 6 0,-12-6 0,6 13 0,-16-12 0,-2 4 0,-7 1 0,0-5 0,-6 4 0,3-5 0,-2-2 0,0 1 0,0-2 0,0 0 0,2-1 0,1-2 0,1-1 0,1-1 0,0-1 0,0-1 0,2 0 0,1-3 0,1-10 0,0 4 0,0-8 0,3 6 0,-1-1 0</inkml:trace>
  <inkml:trace contextRef="#ctx0" brushRef="#br0" timeOffset="197373">20641 12393 5734,'-3'-6'0,"1"1"0,0 2 0,2 1 0,1 9 0,3 34 0,0-8-615,-1-5 0,0 0 615,-1 4 0,2 1 0,-2-5 0,1 1 0,2 7 0,-1-5 0,-1-2-293,1-7 293,0 2 0,-2-12 0,1 1 0,-1-6 0,1 1 1189,-2-10-1189,3-16 0,-2 2 0,3-15 0,1-8 0,-1 7 0,2-7 0,0-1 0,2-2 0,0-3 0,1 1-702,-2 12 702,2-13-229,-5 27 229,-1 9 0,-1 1 0,2 16 0,-2 2 0,2 10 0,1 13 0,-1-4 109,0 11-109,-2-9 0,0 0 115,-1-5 1,1 2-116,0 1 0,0 0 0,0-4 0,-1-1 0,4 17 0,-5-39 0,1-2 0,1-17 0,0-1 0,2-10 0,3-12 0,-2 8 0,5-13 0,-2 16 0,0 0-993,3-6 993,-2 9 0,0 1 0,-2 5 802,0 3-802,-1 4 0,-1 3 0,2 4 0,-2 6 0,3 4 0,4 19 0,-1 5 0,1 2 337,0 1 0,-1 1-337,1 12-1103,-5-11 1103,3 9 0,-2-4-667,-2-11 667,0 6-332,-1-8 332,-2-9 81,2 2 0,0-11 0,0-2 0</inkml:trace>
  <inkml:trace contextRef="#ctx0" brushRef="#br0" timeOffset="197743">21267 12598 5734,'-3'-6'0,"-2"1"0,2 5 0,-3 3 0,-7 16 0,4-5 0,-9 20 0,11-15 0,-1 6 0,5 3 0,1-11 0,5 13 0,0-22 0,5 2 0,-1-10 0,3-4 0,11-17 0,-7 5 0,6-21 0,-1-3 0,-8 11 0,2-4 0,-3 3 0,-8 18 0,0 4 0,-1 1 0,-1 6 0,-3 9 0,0 3 0,-1 16 0,3 16 0,2-11 0,2 9 0,9-17 0,-3-11 0,7 5 0</inkml:trace>
  <inkml:trace contextRef="#ctx0" brushRef="#br0" timeOffset="198109">21553 12584 5734,'-15'1'0,"4"1"0,-22 29 0,21-16 0,-10 20 0,20-17 0,1-8 0,10 1 0,-2-13 0,8-14 0,1-5 0,-5 1-234,2-3 0,-2 1 234,-7 9 0,0 1 0,0 2 0,-1 5 0,1 1 0,1 13 0,-1 4 0,2 12 0,1 4 0,-1 9-809,-1-4 1,0 7 0,-2-5 808,-1-8 0,-2 0 0,1 17 0,-1 1-453,-4-10 0,-1-2 453,1-9 0,-1 1 0,-6 21 0,0-2 0,-1-5 0,-2-4 0,-4-9 0,-2-26 0,-3 3 0,7-30 0,10 2 0,1-4 0,4-3 0,1-2 0</inkml:trace>
  <inkml:trace contextRef="#ctx0" brushRef="#br0" timeOffset="198607">21658 12654 5734,'3'-6'0,"-2"1"0,1 4 0,-1 2 0,4 10 0,-2-1 0,3 8 0,8 24 0,-7-25 0,8 21 0,-11-32 0,0-1 0,2-2 0,0-2 0,7-6 0,-2-2 0,5-5 0,2-8 0,10-19 0,-9 11 0,4-9 0,-14 22 0,-5 6 0,2-1 0,-4 7 0,0 4 0,0 1 0,-2 12 0,0-1 0,0 8 0,0 5 0,1-5 0,4 20 0,-2-21 0,3 7 0,2-12 0,-2-8 0,7-2 0,-5-8 0,4-5 0,-3 0 0,1-4 0,-1-1 0,1-2 0,8-27 0,-9 22 0,6-17 0,-13 30 0,0 3 0,-1 2 0,1 12 0,-1-3 0,1 12 0,-2 2 0,2 8 0,-1-8 0,-1 2 0,-4-17 0,0-2 0,0-3 0,1-3 0</inkml:trace>
  <inkml:trace contextRef="#ctx0" brushRef="#br0" timeOffset="199243">22143 12391 5734,'1'23'0,"0"-3"0,0 11 0,-1 10-2183,0-8 2183,0 11 0,0-17 0,0 0 0,0 5 119,0-1 1,0-1-120,0-10 448,1 7-448,-1-20 0,0-2 0,0-6 1114,0-4-1114,1-3 382,0-2-382,1-2 0,3-17 0,2 2 0,1-7 0,0 10 0,1 5 0,-2 6 0,6-7 0,-6 13 0,3-1 0,0 10 0,-4 2 0,7 16 0,-7-5 0,1 11 0,-2-3 0,-3-6 0,4 13 0,-3-16 0,5 5 0,-3-15 0,11-7 0,-6-3 0,14-20 0,-13 12 0,4-11 0,-8 10 0,-3 5 0,1-2 0,-3 8 0,0 2 0,1 13 0,-1-2 0,2 20 0,1-10 0,2 4 0,3-11 0,0-6 0</inkml:trace>
  <inkml:trace contextRef="#ctx0" brushRef="#br0" timeOffset="199742">22573 12566 5734,'-13'4'0,"-6"15"0,11-4 0,0 8 0,3 2 0,4 1 0,4 3 0,2-1 0,4-6 0,5 9 0,2-22 0,-3-5 0,4-6 0,-4-7 0,0-6 0,-1-4 0,-3-7 0,-1-2 0,2-10-866,-5 7 1,-1-5-1,-1 3 866,-1 9 0,-3 0 0,0-12 0,-1-5 0,0 4-77,-2 6 1,0 1 76,-1-15 0,-1 3 0,0 4 0,1 11 0,3 23 0,-2 6 0,-1 26 0,3-4-305,1 22 305,3-18 0,1 1 863,4 17-863,-3-15 0,2 3 0,5 7 0,2 0 0,-5-16 0,0 0 0,5 14 0,2-3 0,0-5-423,2-3 423,-1-6-391,7-1 391,-5-11 307,6-4-307,2-16 0,-7-2 1477,6-10-1477,-6-12 0,-6 4-178,-1-10 178,-7 10 0,-7-9 0,-1 11 120,-5-4-120,0 17 0,-2 4 0,0 6 0,-1 5 0,-4 20 0,1 6 0,1 2 252,-1 2 1,3 3-253,11 13 0,2-11 0,16 4 0,4-3 0,2-10-127,1-3 1,1-6 0,2-21 0,1-6 0</inkml:trace>
  <inkml:trace contextRef="#ctx0" brushRef="#br0" timeOffset="201089">23498 12475 5734,'-14'-6'0,"4"2"0,-8-2 0,7 3 0,-1 1 0,-1 1 0,-13 5 0,10 2 0,-17 16 0,21-6 0,0 25 0,14-20 0,5 12 0,9-8 0,-3-7 0,18 15 0,-15-19 0,9 7 0,-13-11 0,-4-4 0,-1 1 0,-6-3 0,-4-2 0,-32 1 0,17-3-271,-23-1 271,27-1 0,-6-7 0,10 2 0,-2-6 0,14 2 0,2 0 0</inkml:trace>
  <inkml:trace contextRef="#ctx0" brushRef="#br0" timeOffset="201707">23500 12579 5734,'5'21'0,"3"15"0,-1-5 0,1 13 0,-1-11 0,-1-1 0,3 10 0,0-4 0,-1-2-1692,0-5 1692,2 4-11,-2-8 11,-4-13 397,5-7-397,-6-14 0,2-11 0,1-26 0,-3 12-212,0 5 1,-1-1 211,0-8 0,0 0 0,2 3 0,1 0 0,1-7 0,2 1 0,2 3 0,0 11 0,5-7 107,9 22-107,-11 8 0,12 4 0,-17 6 0,0 3 0,-2 8 0,-3-2 0,-3 6 0,-8 1 0,-1-6 1283,-6 5-1283,-6-1 0,4-8 0,-15 12 0,17-15 339,-6 4-339,11-10 0,5-3 0,0-1 0,7-3 0,1 0 0,3-2 0,5 0 0,-2 2 0,8-3 0,-6 2 0,9-2 0,-8 2 0,25-14 0,-22 9 0,18-11 0,-15 3 0,-4 2 0,4-5 0,-2-2 0,-5 6 0,2-6 0,-6 2 0,-3 6 0,-1-2 0,-3 6 0,-1 1 0,-2 1 0,0 2 0,-2 1 0,-4 3 0,2 1 0,-3 2 0,-9 23 0,10-10 0,-7 16 0,15-10 0,2-6 0,2 5 0,7-3 0,-1-5 0,5 1 0,6 0 0,-3-6-57,8 1 1,-5-8 0,1-2 0</inkml:trace>
  <inkml:trace contextRef="#ctx0" brushRef="#br0" timeOffset="201889">24107 12610 5734,'-8'0'0,"-5"3"0,2 0 0,-11 8 0,11-4 0,-7 13 0,13-10 0,2 6 0,7-4 0,2-4 0,4 3 0,5-6 0,-2-3 0,5-2 0,2-6 0,-4 0 0,6-6 0,-6-1 0,0 0 0</inkml:trace>
  <inkml:trace contextRef="#ctx0" brushRef="#br0" timeOffset="202708">24287 12222 5734,'-5'5'0,"-2"2"0,1 4 0,-5 28 0,5-10 0,1 3 0,1 1-1538,4 2 1538,0 12 0,3-6 0,2-1 0,0-2 0,0 0 0,0-4 0,-3-19 361,1-1-361,-2-6 0,0-1 0,-3-9 0,1-2 0,-2-5 1177,1-6-1177,1 2 0,-2-6 0,-1-8 0,2 10 0,-2-13 0,3 19 0,0-1 0,1 5 0,1 3 0,0 1 0,4 1 0,-1 1 0,3 1 0,3 5 0,-3-1 0,16 19 0,-14-12 0,9 12 0,-12-14 0,-2 1 0,3 9 0,-3-10 0,1 7 0,-1-22 0,1 1 0,2-10 0,6-9 0,-5 9 0,9-17 0,-11 20 0,3-5 0,-4 8 0,-3 4 0,3 0 0,-4 5 0,2 3 0,0 2 0,-1 1 0,1 3 0,2 2 0,-1-2 0,1 3 0,0-2 0,-2-3 0,2 1 0,2-2 0,-1-4 0,9-2 0,1-8 0,-2-1 0,0-3 0,-7 4 0,-2-1 0,0 1 0,2-5 0,-3 6 0,1-3 0,-3 8 0,-1 3 0,0 1 0,0 3 0,0 2 0,0-2 0,1 3 0,-1-1 0,0-3 0,2 1 0,-2-2 0,1-1 0,-1-1 0,2 0 0,4-5 0,0 1 0,4-4 0,-2 1 0,0 0 0,-1 0 0,1 0 0,-1 0 0,9-1 0,-9 5 0,5 0 0,-10 9 0,-1-2 0,0 4 0,-2 3 0,0-2 0,-1 5 0,-1-1 0,1-3 0,-2 0 0,1-9 0,-1-1 0</inkml:trace>
  <inkml:trace contextRef="#ctx0" brushRef="#br0" timeOffset="202846">24849 12656 5734,'-4'-3'0,"0"-2"0,6-3 0,0-2 0</inkml:trace>
  <inkml:trace contextRef="#ctx0" brushRef="#br0" timeOffset="203793">20250 12616 5734,'-12'-3'0,"1"0"0,1 3 0,2 0 0,2 0 0,1 0 0,3 0 0,7 0 0,4 1 0,7 0 0,27-1 0,-12 0-299,1-1 1,0 1 298,-1-1 0,6 1 0,-11 6 0,-8 0 0,2 3 0</inkml:trace>
  <inkml:trace contextRef="#ctx0" brushRef="#br0" timeOffset="204740">20143 13348 5734,'17'1'0,"-3"0"0,8 0 0,7 1 0,-4-1 0,3 1 0,0-1 0,3 0 0,1 2 0,-1 0 0,-6 2 0,9 2 0,-22-3 0,-2-3 0</inkml:trace>
  <inkml:trace contextRef="#ctx0" brushRef="#br0" timeOffset="207273">20820 13069 5734,'2'-3'0,"0"2"0,-5-1 0,2 2 0,-1-1 0,1 1 0,1-1 0,-3 1 0,2-1 0,0-1 0,1 1 0,0-1 0,0 1 0,0-1 0,3 2 0,-2-1 0,2 1 0,-3-1 0,0-1 0,0 0 0,-1 1 0,1 0 0,-1-1 0,1 1 0,-1-1 0,1 1 0,-1 0 0,1 5 0,-2-2 0,2 4 0,-1-3 0,1 4 0,-1 0 0,0 4 0,0 4 0,1-1 0,0 6 0,1 8 0,-1-5 0,2 10 0,1 4 0,0-6 0,1 9 0,0 2-1094,-1-10 1094,0 8 0,0-5 0,-2-10 0,1 4 0,-1-10 0,0-6 0,0-1 0,-1-6 0,-1-6 0,-1-2 1094,-4-11-1094,2 1 0,-2-6 0,2 2 0,-4-19 0,4 11-678,-2-15 678,5 14 0,0 0 0,0-3 0,0-5 0,0-1 0,1-3 0,-2-6 0,1 3 0,-1 14-282,0-10 282,1 22 0,0 2 0,1 2 658,1 2-658,0 0 0,0 1 0,3 0 302,0 1-302,10-3 0,-3 3 0,7-2 0,-3 5 0,2 2 0,1 2 0,2 2 0,-2 1 0,20 18 0,-18-10 0,12 14 0,-24 1 0,-5-8 0,-6 17 0,-5-18 0,-5 5 0,-7-3 0,-1-1 0,1-3-215,-1 1 1,1-3 214,9-11 0,-3 0 0,4-2 0,-2-1 0,8-3 0,1-2 0</inkml:trace>
  <inkml:trace contextRef="#ctx0" brushRef="#br0" timeOffset="207714">21139 12949 5734,'-1'12'0,"-1"18"0,1 5 0,0-2-1333,-1 5 1,2-1 1332,0-9 0,0 12 726,0-11-726,1 15 0,0-23 0,0 4 0,-1-12 447,1-3-447,0 2 0,1-7 0,0 0 1424,1-7-1424,1-8 68,1 1-68,3-7 0,2-4 0,-1 5 0,3-6 0,-1 2 0,-2 6 0,5-8 0,-9 13 0,3-2 0,-4 8 0,-2 3 0,2 3 0,1 8 0,-2 0 0,3 6 0,0 4 0,-1-3 0,5 22 0,-6-21 0,3 14 0,-3-14 0,-2-5 0,0 7 0,0-9 0,-1-1 0,2-4 0</inkml:trace>
  <inkml:trace contextRef="#ctx0" brushRef="#br0" timeOffset="208127">21502 13219 5734,'-12'-1'0,"-11"10"0,11 0 0,-20 19 0,19-12 0,-6 9 0,10-2 0,3-6 0,3 18 0,4-19 0,2 8 0,3-12 0,0-6 0,4-1 0,16-23 0,-13 7-354,12-17 354,-17 12 0,2-8 0,-4 4 0,2-4 0,-4 1 0,-1 7 0,0-2 0,0 4 0,-3 9 0,1 0 0,-4 22 0,1-5 0,-1 12 0,1 6 0,1-11 0,1 13 0,0-19 354,2 1-354,-1-5 0,0-3 0,0 0 0,3-4 0,1-4 0,3-2 0</inkml:trace>
  <inkml:trace contextRef="#ctx0" brushRef="#br0" timeOffset="208679">21671 13151 5734,'-7'2'0,"1"0"0,-3 19 0,7-8 0,-2 13 0,7-12 0,1 1 0,0 1 0,4 9 0,-1-6 0,2 6 0,-2-2 0,-2-7 0,0 3 0,-6-4 0,-1-2 0,-3 1 0,-8 2 0,1-5 0,-6 3 0,-12 0 0,11-6 0,-21 5 0,25-9 0,-11-1 0,22-3 0,-3-2 0,20-6 0,-2 3 0,23-10 0,-14 7 0,23-6 0,-15 6 0,-1 1 0,13-5 0,-14 5 0,0 0 0,10-10 0,-14 5 0,0-2 0,-1-1 0,-5 1 0,13-17 0,-21 18 0,0-18 0,-9 18 0,-4-7 0,-5 7 0,1 4 0,-4-1 0,-4 6 0,4 3 0,-13 11 0,13 0 0,-10 26 0,18-14 0,-1 13 0,16-11 0,3-3 0,4 2-439,-1-2 0,3-2 439,3-10 0,24-1 0,-14-7 0,-8-1 0,1-2 0,4-6 0</inkml:trace>
  <inkml:trace contextRef="#ctx0" brushRef="#br0" timeOffset="209357">22473 13052 5734,'-13'-2'0,"-1"1"0,-7 12 0,6-1 0,-7 10 0,8 4 0,4-4 0,0 18 0,7-16-411,2 8 411,5-11 0,9 6 0,-1-6 0,7 1 0,8-4 0,-3-7 101,7 2-101,3-5 0,-9-3-112,7-1 0,-10-5 1,0-2-1</inkml:trace>
  <inkml:trace contextRef="#ctx0" brushRef="#br0" timeOffset="209722">22782 12874 5734,'-4'17'0,"-1"14"0,3-3 0,0 5 0,1 2 0,2 3 0,1 5 0,1-1-972,1-6 972,-1-10 0,0-1 0,0 3 313,0-11-313,-1 7 161,-1-16-161,1 0 0,-2-12 0,1-3 498,-1-6-498,2-7 0,1 4 0,7-14 0,2-1 0,-2 7-318,3-4 0,-1 4 318,-3 13 0,3 1 0,-3 6 0,1 2 0,0 8 0,-3 2 0,8 23 0,-1 7 0,0 0-131,-1-1 131,-6-18 0,2 6 0,-1-7 0,1 3 0,1-10 0,-1-2 0</inkml:trace>
  <inkml:trace contextRef="#ctx0" brushRef="#br0" timeOffset="210424">23232 13148 5734,'-11'-8'0,"-3"3"0,-1 2 0,-1 4 0,-1 7 0,4 0 0,-4 5 0,4 6 0,5-3 0,-1 6 0,5 1 0,2-7 0,3 13 0,2-17 0,4 3 0,4-12 0,-1-2 0,4-4 0,6-11 0,-6 3 0,12-16 0,-14 11 0,2-6 0,-2-1 0,-4 5 0,1-3 0,-5 6 0,-1 4 0,-1 1 0,-1 4 0,0 4 0,-1 7 0,-1 2 0,0 6 0,1 6 0,1-3 0,1 5 0,5 0 0,2-1 0,7 3 0,-3-11 0,12-8 0,-13-9 0,16-15 0,-16 7 0,5-9 0,-7 1 0,-4 5 0,1-4 0,-2-1 0,-2 10 0,0-3 0,-2 10 0,-5 15 0,-3 11 0,-1 4 0,-3 15 0,6-22 0,-3 14 0,5-22 0,-1 6 0,2-14 0,0 0 0,2-9 0,0 0 0,1-5 0,2-4 0,1-1 0,6-10 0,-2 8 0,4 0 0,-3 8 0,-2 4 0,3 0 0,6 9 0,-7 0 0,12 12 0,-6 8 0,4 2 0,-2 0 0,-2-8 0,-2-1 0,-2-6 0,7 4 0,-5-9 0,4 1 0</inkml:trace>
  <inkml:trace contextRef="#ctx0" brushRef="#br0" timeOffset="210813">23780 13110 5734,'-13'5'0,"-5"10"0,-1 3 0,2-3-352,-1 3 1,2-1 351,10-8 229,2-3-229,0-1 116,1-1-116,8-9 0,-3 0 0,6-8 0,0-20 0,-5 15 0,3-16 0,-4 22 358,-1 0-358,1 5 0,5 6 0,-2 7 0,3 8 0,2 14 0,-3-1 0,2 13 0,-5-12 0,0-1-366,1 19 366,-1-13 0,-1 5 0,0-4-967,-1-6 1,0-1 966,0 16 0,0-1 0,-2-14 0,-1-3-677,-2 11 677,-2 6 0,-10-13 0,4-15 0,-12-4 0,10-16 0,-3-8 269,1-13-269,7 3 0,1-2 0,-3-18 0,6 15 0,2 1 0,4-5 0</inkml:trace>
  <inkml:trace contextRef="#ctx0" brushRef="#br0" timeOffset="210989">23866 13158 5734,'13'17'0,"-1"0"0,1 6 0,-4-4 0,2 6 0,-2 0 0,-3-9 0,1 5 0,-1-8 0,-3-4 0,1-2 0,-3-7 0,-2-5 0,-1-1 0,-1-7 0,0 2 0</inkml:trace>
  <inkml:trace contextRef="#ctx0" brushRef="#br0" timeOffset="211407">24067 13069 5734,'5'7'0,"1"4"0,-2-1 0,1 4 0,-1 2 0,-1-4 0,2 2 0,-1-2 0,-1-5 0,2 5 0,-2-8 0,1 1 0,3-9 0,0-1 0,3-4 0,-2 1 0,-1 0 0,4-5 0,-3 3 0,1-3 0,-3 5 0,-1 2 0,-2 2 0,0 7 0,-2 1 0,2 5 0,-2-1 0,2-1 0,-1-1 0,2-1 0,0-1 0</inkml:trace>
  <inkml:trace contextRef="#ctx0" brushRef="#br0" timeOffset="211691">24364 13002 5734,'-7'3'0,"1"17"0,5-7 0,2 15 0,1-12 0,7 28 0,-3-14 0,2 10 0,0 2 0,-1-1 0,-4-8 0,1 9 0,-2 1 0,0-9-773,-2-7 0,0-1 773,1 12 0,0 6 0,-6-11 0,-15-6-298,0-9 298,-11 0 0,-10-9 0,9-6 0,-11-2 0,15-4 0,1-2 0,-7-4 0,8 2 0,2-2 0,2-7 0</inkml:trace>
  <inkml:trace contextRef="#ctx0" brushRef="#br0" timeOffset="211863">23886 12949 5734,'-3'-5'0,"4"1"0,11 0 0,5 0 0,2 1-133,5-1 1,0 1-1,2 0 1</inkml:trace>
  <inkml:trace contextRef="#ctx0" brushRef="#br0" timeOffset="214275">24932 12015 5734,'-9'-1'0,"0"1"0,-2 1 0,-5 4 0,4-2 0,-6 3 0,-3 4 0,7-2 0,-12 11 0,16-10 0,-3 10 0,12-11 0,1 3 0,8-3 0,-1-3 0,5 1 0,4-1 0,1 0 0,6 3 0,-9-3 0,-1 2 0,-8-3 0,-2 1 0,1-1 0,-3 0 0,0 3 0,-2-1 0,0 1 0,-5 1 0,2-3 0,-4 3 0,-8 1 0,5-4 0,-7 3 0,8-4 0,2-1 0,-1 0 0,2 0 0,-1 0 0,3 0 0,0-1 0,5-2 0,0 0 0</inkml:trace>
  <inkml:trace contextRef="#ctx0" brushRef="#br0" timeOffset="215192">24989 12015 5734,'-5'-7'0,"0"2"0,-3 5 0,0 3 0,-1 2 0,-10 14 0,7-5 0,-8 25 0,14-19 0,3 7 0,2 0 0,2-9 0,4 16 0,-2-27 0,2 0 0,-1-4 0,2-1 0,-1-9 0,0 0 0,0-4 0,0-4 0,-1 2 0,0-5 0,-1-6 0,-1 8 0,0-6 0,-1 10 0,-1 5 0,0-1 0,0 4 0,0 3 0,3 23 0,0-9 0,2 18 0,-1-17 0,1 5 0,0-5 0,0 3 0,-1-7 0,4 4 0,-4-8 0,5 1 0,-3-16 0,-1 1 0,1-12 0,-4 7 0,-1-5 0,0-2 0,0 6 0,0-5 0,0 1 0,0 7 0,-2-2 0,0 9 0,0 1 0,1 3 0,0 3 0,1 2 0,0 4 0,1 0 0,-1 0 0,0 1 0,0 0 0,1 1 0,-1 3 0,1-4 0,-1 1 0,1-5 0,1 0 0,-1-4 0,2-1 0,0-4 0,1-2 0,4-7 0,9-17 0,-6 9 0,8-15 0,-13 22 0,1-2 0,-3 5 0,-3 4 0,0 0 0,-1 5 0,-1 2 0,0 2 0,-1 25 0,1-14 0,0 18 0,2-22 0,0 1 0,3 2 0,-2-4 0,1 1 0,-1-6 0,1-1 0,0-2 0,3-2 0,-1-3 0,1-1 0,0-3 0,1-1 0,-1-2 0,10-24 0,-8 17 0,6-18 0,-12 22 0,-2 5 0,1-2 0,-4 3 0,1 2 0,-2 0 0,-9 3 0,5 2 0,-27 16 0,19-2 0,-11 10 0,20-2 0,4-7 0,3 3 0,0-5 0,5 4 0,-2-5 0,11 8 0,-4-13 0,3 2 0,-7-10 0,-4-3 0,0-3 0,0-2 0,0-2 0</inkml:trace>
  <inkml:trace contextRef="#ctx0" brushRef="#br0" timeOffset="215331">25351 12095 5734,'5'3'0,"0"-1"0,-6-1 0,-1-2 0,-5 1 0</inkml:trace>
  <inkml:trace contextRef="#ctx0" brushRef="#br0" timeOffset="216896">20919 13534 5734,'-7'0'0,"2"0"0,13 3 0,2 0 0,27 7 0,-3-5-423,-10-1 0,4 0 423,8-2 0,4 0 0,-1-2-852,1 1 0,2 0 852,-2-1 0,5 0 0,3 0 0,0-1 0,-7 1 0,2-1 0,-1 1 0,0-1 0,-2 1-637,-1 0 0,-3-1 0,1 1 1,1 0 636,8 0 0,3-1 0,-1 1 0,-4 1 0,-7 2 0,-2 0 0,-4 0-319,-1-1 1,-2 1 318,14 2 0,-4 0 0,-12-1 0,-6 0 0,-4 0 1064,-2-1-1064,-6 0 2760,-4-1-2760,-10 2 1884,-1-1-1884,-14 7 0,10-6 0,-7 3 0</inkml:trace>
  <inkml:trace contextRef="#ctx0" brushRef="#br0" timeOffset="227576">9332 17726 3548,'26'26'0,"0"0"0,0-1 0,1-1 0,0 0 0,4-2 0,3-3 0,4-1 0,1 0 0,-1-3-523,2 1 1,-1-2-1,9-5 523,-14-7 0,7-2 0,4-2 0,3-2 0,2-1 0,1 0 0,-2-2 0,-1 1 0,-4 0 0,-5 0-396,7-1 0,-7-1 0,-1 0 0,1-1 0,6-2 396,-5 2 0,6-2 0,3-1 0,1-1 0,1 0 0,-2-1 0,-2 0 0,-5 1 0,-6-1 0,4-4 0,-6-1 0,-4 0 0,2 0 0,0-1 0,0 0 0,-1 0 0,-1-1 0,9-7 0,-1-1 0,-1-1 0,-2 2 0,-2 0 0,2-5 0,-7 2 0,2-4 0,0-2 0,-1 1 0,-3 3 0,2-3 0,-3 1 0,1-3 0,-2 2 0,2-4 0,-1-3 0,-3 1 0,-6 2 0,-6 1 0,-5 0 0,-3 2 0,1 0 0,3-6 0,-1 2 0,-3 0 0,-5-5 0,-3 0 0,-2 5 0,-4 7 0,-3 4 0,0 0 0,-4 0 0,-1 4 0,-3 0 0,0 1 0,-4-3 0,-2 1 0,4 4 0,-2 1 0,-2 1 0,-3 2 0,-1 2 0,1 2 0,-6-3 0,-1 1 0,6 3 0,-3 0 0,0 1 0,1 3 0,0 1 0,1 0 0,-6 0 0,2 0 0,6 2 0,-1 0 0,1 0 0,-10 0 0,3 1 0,11 1 0,0 1 92,-5-1 1,0 0-93,3 1 0,2 1 0,-4-2 0,5 2 0,3-1 0,10 2 888,-4-1-888,12 1 2330,2 2-2330,-1-1 2285,3 1-2285,0 0 46,-3-1-46,0 1 0,-4-1 0,0 0 0,-2 0 0,-3-1 0,-2 1 0,-3 0 0,-15 0 0,-7 1 0,3 2 0,-2-1-821,8 0 1,-1 0 0,1 0 820,-9 1 0,4 2 0,-8 0-850,12 2 1,-1-1 849,7 0 0,0 0 0,-8 2 0,-2 1 0,-3 3 0,0 0 0,8-1 0,0 0 0,-10 4 0,-2 2 0,2 1 0,-1 3 0,2-1 0,1 0 0,-1 2 0,7-2 0,-5 2 0,-2 2 0,1 0 0,7-3-787,-7 6 0,2 1 787,9-7 0,-3 1 0,2 2 0,2-1 0,1 4 0,3 0 0,2 0 0,-4 4 0,0 2 0,6-5 0,-1 1 0,3 2 0,2 0 0,3 3 0,1-2 0,-1 6 0,1 1 0,4-4 0,0 2 0,3-3 0,2 7 0,4-2 0,3 1 0,1 2 0,4-1 0,2 1 0,2-1 0,5 1 0,1-5 0,5 2 0,0-2 0,-5-8 0,1-1 0,2 0 0,6 6 0,3 2 0,0-4 0,6 1 0,0-3 0,2-1 0,2-2 0,-2-1 0,4-1 0,-5-5 0,4 0 0,2-2 0,-4-3 0,2-2 0,1 0 0,-2-1 0,5 3 0,-1-1 0,1-2 0,-8-3 0,1-2 0,-1 0 0,-5-3 0,3-2 0,-4-2 0,-1-2 0,0-2 0,-2-1 0,1 0 0</inkml:trace>
  <inkml:trace contextRef="#ctx0" brushRef="#br0" timeOffset="279726">2396 2388 5734,'23'3'0,"-3"-2"0,16-1 0,5-2 0,-15 1 0,0-1-1258,18-1 0,2-1 1258,-13 1 0,0 0 0,-1 0-1236,8-1 0,0 0 1236,-5 1 0,1-1 0,4 0 0,0 0 0,3-1 0,1 0 0,-4 1 0,-4 0 0,-2 1 0,6-1 0,-5 1 0,6-1 0,5 0 0,1-1 0,1 1 0,-2 0 0,-5 1 0,-5 0-249,5 0 0,-6 0 1,5 0 248,3 0 0,9-1 0,0 0 0,-5 1 0,-12 1 0,7 0 0,2 1 0,-17 1 0,8 0 0,-23 1 179,1-1-179,-25 3 0,1 1 0,-12 4 0,7 1 0,-1 1 0,1 1 0</inkml:trace>
  <inkml:trace contextRef="#ctx0" brushRef="#br0" timeOffset="282012">22838 2395 5734,'-22'-19'0,"-1"0"0,-14-6 0,-4 1 0,8 6 0,-1 1-1093,3 2 1,-2 1 0,-2 1 1051,-5 1 0,-1 2 0,0 0-714,8 2 0,0 1 1,-1 1 754,-10-3 0,-2 1 0,-1 0 0,10 4 0,0-1 0,0 1 0,1 1-24,-2-1 1,2 1 0,-2 0 23,-9-1 0,-1 0 0,0 1 0,4 2 0,0 1 0,3 0 0,-6 1 0,0 1 0,13 0 0,-3 1 0,-1 1 0,2 2 0,-9 8 0,0 2 0,2 1 0,7-3 0,1-1 0,1 3 0,-5 4 0,0 4 0,5-1 0,8 1 0,4 1 0,0 1 0,1 4 0,0 10 0,1 6 0,2-3 0,1 1 0,3 1 0,3-1 0,1 6 0,1 0 0,3-5 0,5-10 0,2-3 0,2 2 0,0 10 0,1 2 0,5 2 0,2-11 0,4 2 0,2 0 0,0 0 0,-1-4 0,4 7 0,0-4 0,3 3 0,-4-5 0,3 2 0,1 1 0,1-1 0,2-3 0,5 0 0,3-2 0,0-3 0,-1-1 0,3 3 0,-1-2 0,3 0 0,-3-2 0,3 1 0,0-1 0,2-2 0,-1-3 0,2-1 0,-1-1 0,-1-2 0,2 1 0,0-2 0,1 0 0,-4-2 0,2 1 0,1-2 0,0-2 0,-2-4 0,1-1 0,0-2 0,-2-1 0,2 0 0,-2-1 0,2-1 0,-3-2 0,2 0 0,-1-1 0,-2-1 0,-2-3 0,-3-2 0,0-1 0,16-6 0,-3-3 0,-1-2 0,-2-4 0,-3-3 0,-2-3 0,-2-2 0,-2-6 0,-13 8 0,0-5 0,-1 0 0,-2 1 0,0-4 0,-1 1 0,-2-2 0,0 2 0,0-1 0,-1-3 0,-5-3 0,-5 4 0,-2-4 0,-3-3 0,-2-1 0,1 2 0,-1 2 0,1 4 0,1-1 0,0 5 0,-1 0 0,-2-5 0,-1-3 0,-3-7 0,-2-3 0,0-1 0,-1 3 0,1 5 0,0 10 0,-6-8 0,-3 6 0,3 1 0,-2-2 0,-2 4 0,-14-1 0,1 7 0,-3-1 0,5 10 0,-1 0 0</inkml:trace>
  <inkml:trace contextRef="#ctx0" brushRef="#br0" timeOffset="283972">9036 7026 5734,'-12'-30'0,"0"2"0,-11-4 0,-3 0 0,-3-1-1639,-2-1 1,0 1 999,-3 8 639,-4-2 0,6 8 0,-1 1 0,7 4 0,-2 0 0,-5 0 0,-5-1 0,3 1 0,0 3 0,0 1 0,5 1 0,-2 0 0,-5 1 0,-5 3 0,-6 2 0,-4 0 0,3 1 0,5 0-606,1 0 0,4 1 0,-4 0 606,5 0 0,-5 0 0,-2 1 0,0 0 0,3 0 0,7 2 0,-14 2 0,3 2 0,3 1 0,-2 1 0,1 0 0,11-2 0,1 0 0,-1 1 0,-8 2 0,-1 1 0,2 1 0,2 2 0,1 2 0,3 1 0,-6 2 0,1 3 0,7-4 0,-1 2 0,1 4 0,6 3 0,0 6 0,2 0 0,2-2 0,2-2 0,1-2 0,1 5 0,0 2 0,-2 5 0,1 3 0,2-1 0,4-5 0,2 1 0,4-3 0,1 2 0,-3 10 0,2 3 0,3 0 0,5-11 0,2 2 0,2-2 0,1-1 0,1 3 0,0-2 0,3 1 0,-1-2 0,1 1 0,3 0 0,5 0 0,6-4 0,5 1 0,4-2 0,0-1 0,-2-2 0,-3-3 0,-1-3 0,0-1 0,4 2 0,5 2 0,3 3 0,2-1 0,1-1 0,0-5 0,-1-6 0,2-3 0,0-2 0,-1-1 0,-1-1 0,3 2 0,-2-3 0,0 0 0,3 0 0,0-1 0,4 0 0,0 0 0,-1-2 0,-2-1 0,1-2 0,-3-1 0,-1-1 0,1-1 0,1 0 0,-1-1 0,1-1 0,3-1 0,-7 0 0,1 0 0,1-2 0,2 0 0,0-2 0,0 0 0,0-2 0,1-1 0,0-1 0,1-1 0,0 0 0,-1 0 0,-2 1 0,1 0 0,-1 1 0,-1 1 0,-1-2 0,1-1 0,1-1 0,-2-2 0,3-1 0,0-2 0,0 0 0,-3-1 0,-4 2 0,-5 1 0,5-4 0,-8 1 0,1-4 0,2-6 0,1-6 0,-3 0 0,-5 3 0,-6-1 0,-5 0 0,0 0 0,-2-2 0,-8 2 0,-15-1 0,-7 2 0,3 9 0,-2 0 0,-7-6 0,-5 1 0,-6 4 0,-1 3 0,6 5 0,0 1 0,-8-3 0,-2 0 0,8 8 0,-1 0 0,3 1 0,1 0 0,1 1 0,-13-4 0,3 1 0,8 2 0</inkml:trace>
  <inkml:trace contextRef="#ctx0" brushRef="#br0" timeOffset="290894">19917 2296 5734,'-3'-2'0,"6"3"0,13 2 0,4 1 0,10 1 0,4-1 0,2-1-507,-11 0 1,2-1 506,6 0 0,5 1 0,2-1 0,-5 0-1224,2 0 1,-1 0 1223,2 0 0,3 0 0,-1 0 0,6 1 0,0 0-310,0 0 0,2 0 310,-5 0 0,3 1 0,-4-1-709,1 1 1,-2-1 708,1 1 0,-4 1 0,-5 0 124,-6-1-124,-4 0 1771,1 0-1771,-8-2 668,1-1-668,-7 1 545,-3-3 1,-1-2-1,-1-3 1</inkml:trace>
  <inkml:trace contextRef="#ctx0" brushRef="#br0" timeOffset="291518">22120 1451 5734,'-8'-12'0,"2"3"0,2 4 0,-2 5 0,1 2 0,-6 24 0,4-3 0,-3 19 0,4-8 0,2 0-308,-3 11 308,3-11 0,0 4 0,0-4-1497,0 11 1497,1-11 0,1 0 0,-1 11-830,2-13 830,0 7-473,2-9 473,0-9 146,2 9-146,-1-20 1291,0 3-1291,5-25 0,-2-2 0,5-13 0</inkml:trace>
  <inkml:trace contextRef="#ctx0" brushRef="#br0" timeOffset="292031">22241 1543 5734,'-2'15'0,"-1"18"0,0-10-1026,-1 15 1026,2-17 0,-1 3 0,1-1 0,0 11 0,0-9 0,1 4 0,-2 2 0,2-13 0,-1 6 330,2-14-330,1-4 169,0 0-169,0-2 0,0-2 0,-1-1 527,5-10-527,-1 0 0,10-22 0,-6 14 0,6-12 0,0 5 0,-6 9 0,10-8 0,-11 18 0,7 2 0,-2 15 0,0 2 0,8 28 0,-10-16-881,5 18 881,-7-18 0,-1 0-513,-1-1 513,0 0 0,1 8 0,-1-10 0,0 5 0,0-6 0,-6-9 0,0-3 0,-4-13 0</inkml:trace>
  <inkml:trace contextRef="#ctx0" brushRef="#br0" timeOffset="292327">22180 1135 5734,'-13'-22'0,"5"6"0,-3-5 0,5 5 0,3 4 0,-1-1 0,6 6 0,0 5 0,4 4 0,3 3 0,2 1 0</inkml:trace>
  <inkml:trace contextRef="#ctx0" brushRef="#br0" timeOffset="292697">22544 1610 5734,'3'17'0,"-1"2"0,4 28 0,-2-14 0,3 10 0,-1 0 0,1-3 0,2 2 0,0 0-2081,0-9 2081,-3-9 0,1 0 0,1 0 641,-2-9-641,1 1 340,2-13-340,-3-6 0,4-8 0,1-27 0,-8 9 0,0-1 0,1 1 0,0 0 331,-3-3 0,0 1-331,-1 5 0,0 2-887,1-12 887,0-9 0,1 13 0,0 11 0,-1-1 0,8 30 0,-3-1 0,8 19 0,-6-8 0</inkml:trace>
  <inkml:trace contextRef="#ctx0" brushRef="#br0" timeOffset="293521">23017 1767 5734,'-6'-10'0,"2"3"0,-5-1 0,-4 7 0,0 4 0,-5 4 0,5 4 0,-2 7 0,0 3 0,-1 3-415,2-1 1,2 0 414,5-2-518,3 14 518,2-15-266,10 18 266,-2-27 0,32-11 0,-22-7 0,17-14 0,-23 5 0,-2-1 0,2-10 0,-3 5 0,2-19 0,-5 23 0,1-13 0,-5 25 760,-2 8-760,-1 7 546,-2 11-546,2 8 0,1-5 307,0 8-307,6 9 0,-1-16 0,8 4 0,3-3 0,-3-12 0,14 10 0,-11-29 0,-2 0 0,2-4 0,0-7 0,-5 4 0,2-5 0,0-4 0,-5 11 0,3-5 0,-7 13 0,-1 2 0,2 5 0,-1 0 0,1 3 0,-1 3 0,0-3 0,-1 2 0,-1-2 0,0-3 0,-1 0 0,1-4 0,-4-9 0,2 1 0,-3-6 0,1-5 0,0 4 0,0-7 0,2 6 0,0 0 0,2 0 0,-1 1 0,2 1 0,0-6 0,4 4 0,-1-1 0,1 8 0,4 2 0,-3 3 0,8 0 0,-9 4 0,4 2 0,-3 0 0,3 6 0,-2-3 0,2 3 0,-6-4 0,-1-1 0,0 0 0,-1-1 0,1 0 0,-2-1 0,2 6 0,0-3 0,0 5 0,1 7 0,-1-5 0,2 23 0,-1-16 0,0 25 0,-2-24 0,0 10 0,0-10 0,0-6 0,0 10 0,-1-14 0,0 4 0,1-10 0,-2-1 0,-1-9 0,-1-2 0,0-8 0</inkml:trace>
  <inkml:trace contextRef="#ctx0" brushRef="#br0" timeOffset="293660">23285 1412 5734,'15'21'0,"-1"-1"0,-3-5 0,1 1 0,2 2 0</inkml:trace>
  <inkml:trace contextRef="#ctx0" brushRef="#br0" timeOffset="294419">23580 1862 5734,'-41'-15'0,"14"6"0,-3 1 0,15 7 0,0 2 0,-3 6 0,5-1 0,-3 5 0,8 0 0,1 2 0,2 0 0,2 1 0,2 4 0,3-4 0,3 3 0,4-2 0,-1-7 0,11 0 0,-10-8 0,15-13 0,-12 2 0,13-25 0,-14 18 0,3-12 0,-6 10 0,-2 2 0,1-2 0,-5 12 0,0 6 0,-2 8 0,0 5 0,1 6 0,0-3 0,2 4 0,1 1 0,-1-6 0,2 4 0,0-7 0,3 2 0,-3-6 0,4 2 0,8-16 0,-6 3 0,17-19 0,-17 11 0,6-8 0,-7 6 0,-4 6 0,1-2 0,-3 4 0,-1 4 0,0 1 0,-2 4 0,-1 2 0,0 11 0,1-4 0,2 22 0,0-16 0,1 13 0,4-12 0,-2-4 0,10-2 0,-7-12 0,7-2 0,-4-4 0,16-24 0,-11 10 0,-3 2 0,0-3 0,-1-15 0,-2-1 0,2-8-1096,-1 2 1,-2 1 1095,-3-3 0,-1 0 0,-2 9 0,0-1 0,1-6 0,-2 12 0,0 2-155,-1 8 155,-1 4 0,0 4 0,0 5 0,-1 6 0,-1 16 0,0 5 0,-2 15 1102,3-1-1102,-1 4 0,2 5 0,0-12 0,0 2 0,3 16-700,-2-17 0,1-1 700,1 12 0,3 5 0,0 0 0,-1-1 0,0-3 0,-1-4 0,-3-15 0,-2-8 0,-1 1 0,-4-9 0,-1-6 0,-2-3 0</inkml:trace>
  <inkml:trace contextRef="#ctx0" brushRef="#br0" timeOffset="294544">23947 1809 5734,'26'-5'0,"-2"1"0,9-1 0,-12 2 0,12 0 0,-17 3 0</inkml:trace>
  <inkml:trace contextRef="#ctx0" brushRef="#br0" timeOffset="295152">22415 2204 5734,'-16'4'0,"-8"1"0,7-2 0,-6 2 0,9-2 0,5 0 0,-1-1 0,8 0 0,5 0 0,35 3 0,-3-2-609,-5-1 1,6 1 0,0 0 608,1 0 0,0 0 0,0 0-930,2 1 1,0-1 0,1 0 929,2 2 0,0-1 0,-2 0 0,8 2 0,-2 0 0,-14-2 0,1 0 0,-1 0-287,1 0 0,-1 0 1,4 1 286,8 0 0,6 1 0,1 1 0,-5-2-87,-5 1 0,-4-1 0,4 0 87,3 1 0,3 0 0,0-1 0,-4 1 0,-4-1 0,-2 0 0,-3-1 0,5 1 0,0 0 0,-4-2 0,2 1 0,-4 0 0,-2-2 0,-3 0 0,-2 0 0,-2 0 653,5 4-653,-26-3 0,-8 1 0,-9-4 0</inkml:trace>
  <inkml:trace contextRef="#ctx0" brushRef="#br0" timeOffset="296879">23536 2511 5734,'0'-5'0,"0"1"0,8 4 0,-3 3 0,7 4 0,-3 5 0,5 13 0,-3 0 0,1 11 0,-1 5-351,-5-18 0,-1 4 351,0 13 0,0 11 0,-1 1 0,0-7-1054,-3-11 1,0-4 0,0 3 1053,0 10 0,0 5 0,0 1 0,-2-6-624,1-8 0,-2-2 0,1-1 624,-1 4 0,0 0 0,1 1 0,-1 0 0,0 1 0,0 3 0,-1 3 0,-1 3 0,1 1 0,-1-2 0,1-8 0,0-2 0,0 1 0,0 2 0,0-1 0,-1 3 0,1 0 0,-1 1 0,-1 0 0,1 3 0,-2 1 0,1-1 0,-1 1 0,1-3 0,0 1 0,0-2 0,-1 1 0,-1 6 0,2-12 0,-1 4 0,-1 3 0,0 2 0,-1 1 0,1-1 0,0-1 0,0-3 0,0-3 0,0 5 0,1-4 0,-1-2 0,1 1 0,-2 4 0,1-1 0,-1 3 0,-1 1 0,1 1 0,-1 0 0,1-1 0,0-3 0,0 5 0,-1-1 0,1-1 0,0-2 0,1-2 0,-1 2 0,1-3 0,0 0 0,0 2 0,0-3 0,0 3 0,0-1 0,0 1 0,1-2 0,-1 7 0,2-1 0,-1-2 0,1-1 0,-1 2 0,1-2 0,1 1 0,-1-4 0,1 1 0,0 1 0,1-2 0,-1-2 0,1-1 0,1-1 0,-1-1 0,0 1 0,1-1 0,0 1 0,-1 8 0,0 2 0,0-2 0,1-3 0,-1-1 0,1-2 0,0 6 0,-1 0 0,1-8 0,0 1 0,1-3 0,-1 0 0,0 1 0,-1 10 0,0 4 0,-1-3 0,2-8 0,-1 0 0,0 3 0,-1 3 0,1-3 0,-1-1 0,0-4 0,-1 9 0,1-12 0,0-1 896,-2 6-896,1-11 0,0 6 188,1-3-188,0 13 0,2-7 1712,0 3-1712,2-19 0,0-1 896,0 11-896,0-9 0,0 8 0,0-12 858,0 0-858,1 9 0,-1-9 0,1 7 0,-1-4 0,0-4 0,-2 7 0,-1 18 0,0-14 81,2 2 0,-1 1-81,1 1 0,0 9 0,1-1 0,1-9 443,1 10-443,0-11 0,0-1 0,1 10 0,0-2 0,0 6 0,-1-5-985,0-12 1,-1-1 984,2 21 0,-1 0 0,-1-17 0,0-4-853,0 15 853,0-15 0,0-1 0,0 7 0,-1 5 0,0 0 0,-2 6 0,1-5 0,-1 1 0,-1-10 0,0-2 0,0 6 0,0 0 0,0 0 0,0 0-344,0 0 0,1-2 344,-1 13 0,1-3 0,1 1 0,0-14 0,1-1 0,-1 14 0,1 1 0,1-10 0,-1-2 0,2 16 0,-1-16 0,-1 1 0,1-2 0,-1 0 0,0 14 0,0-15 0,0-1-656,0 21 656,0-13 0,1 6 0,-1-18 1244,0 4-1244,0-9 0,0 3 840,0-10-840,1 6 1353,-1-9-1353,1 5 1066,-2-9-1066,0-2 242,-1-5-242,2 0 0,-3-5 0,2 0 0,0 2 0,-1-4 0,1 4 0,-3-11 0,1 3 0,-1-5 0,1 3 0,2 6 0,0-16 0,1 11 0,1-10 0,1 1 0,0 4 0,-1-8 0,0-5 0,-2 7 0,0-8 0,-2 4 0,1 8 0,-1-4 0,-2 4 0,0 8 0,-1-5 0,-5 0 0,3 8 0,-6-6 0,6 11 0,-1 1 0,1 1 0,-10 0 0,6 2 0,-5 2 0,6 1 0,6 1 0,-2 0 0,3-1 0,1-1 0,0 1 0,1-1 0,-1 0 0,1-1 0,0 0 0,1-1 0,0 0 0,0-1 0,0 0 0,-2-11 0,1 7 0,-1-8 0,1 4 0,0 5 0,0-6 0,0 9 0,0-2 0,0 3 0,2 2 0,3 4 0,-1 2 0,3 5 0,-2-1 0,2 2 0,8 28 0,-4-16 0,6 22 0,-3-11-934,-3-8 934,4 10 0,1 3 0,0 0 0,1 0 0,-3-6 0,2 5 0,-2-7 0,-2-6-193,9 16 193,-15-36 0,2-4 0,-1-14 0,-1-1 0,1-8 0,1-5 0,-2 6 0,4-23 0,-3 22 914,2-11-914,2 7 0,-1 7-130,5-8 130,-4 9 0,1-1 0,-1 0 0,0 1 0,0 1 0,-1 0 0,1 2 0,1 2 0,2-4 0,5-2 0,-2 3 0,1 3 343,-9 11-343,0 3 0,-5 4 0,0 2 0,-1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675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E0B4014-25B1-403B-AFCC-EB4F90D9DA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163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F3E5CB-8C15-4F48-88D3-A7F9AFFD80E8}" type="slidenum">
              <a:rPr lang="en-US"/>
              <a:pPr/>
              <a:t>4</a:t>
            </a:fld>
            <a:endParaRPr lang="en-US"/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341813"/>
            <a:ext cx="5026025" cy="4116387"/>
          </a:xfrm>
        </p:spPr>
        <p:txBody>
          <a:bodyPr lIns="84408" tIns="42204" rIns="84408" bIns="42204"/>
          <a:lstStyle/>
          <a:p>
            <a:r>
              <a:rPr lang="en-US"/>
              <a:t>Accept without proof that every function is a sum of   </a:t>
            </a:r>
          </a:p>
          <a:p>
            <a:r>
              <a:rPr lang="en-US"/>
              <a:t>  sines/cosines</a:t>
            </a:r>
          </a:p>
          <a:p>
            <a:pPr>
              <a:buFontTx/>
              <a:buChar char="•"/>
            </a:pPr>
            <a:r>
              <a:rPr lang="en-US"/>
              <a:t>As frequency increases – more details are added</a:t>
            </a:r>
          </a:p>
          <a:p>
            <a:pPr>
              <a:buFontTx/>
              <a:buChar char="•"/>
            </a:pPr>
            <a:r>
              <a:rPr lang="en-US"/>
              <a:t>Low frequency – main details</a:t>
            </a:r>
          </a:p>
          <a:p>
            <a:pPr>
              <a:buFontTx/>
              <a:buChar char="•"/>
            </a:pPr>
            <a:r>
              <a:rPr lang="en-US"/>
              <a:t>Hight frequency – fine details</a:t>
            </a:r>
          </a:p>
          <a:p>
            <a:pPr>
              <a:buFontTx/>
              <a:buChar char="•"/>
            </a:pPr>
            <a:r>
              <a:rPr lang="en-US"/>
              <a:t>Coef decreases with the frequency</a:t>
            </a:r>
          </a:p>
          <a:p>
            <a:pPr>
              <a:buFontTx/>
              <a:buChar char="•"/>
            </a:pP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GB"/>
              <a:t>Detection of blockiness</a:t>
            </a:r>
            <a:endParaRPr lang="en-US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9136F88-8EC4-4BA2-B7C8-1590F773C5B6}" type="slidenum">
              <a:rPr lang="en-US"/>
              <a:pPr/>
              <a:t>65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8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057400" y="1828800"/>
            <a:ext cx="7086600" cy="2209800"/>
          </a:xfrm>
        </p:spPr>
        <p:txBody>
          <a:bodyPr/>
          <a:lstStyle>
            <a:lvl1pPr>
              <a:defRPr sz="38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838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charset="2"/>
              <a:buNone/>
              <a:defRPr sz="18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525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/>
              </a:buCl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8207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3846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96752"/>
            <a:ext cx="4038600" cy="56612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96752"/>
            <a:ext cx="4038600" cy="56612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3388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0807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59416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620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7601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3162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55514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457200"/>
            <a:ext cx="2076450" cy="6400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457200"/>
            <a:ext cx="6076950" cy="6400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2267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6200"/>
            <a:ext cx="7772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6866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457200"/>
            <a:ext cx="8496944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735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528" y="1124744"/>
            <a:ext cx="8496944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3809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charset="2"/>
        <a:buChar char="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4.bin"/><Relationship Id="rId18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21" Type="http://schemas.openxmlformats.org/officeDocument/2006/relationships/image" Target="../media/image13.pn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6.wmf"/><Relationship Id="rId17" Type="http://schemas.openxmlformats.org/officeDocument/2006/relationships/hyperlink" Target="2013A-dsp03.pptx" TargetMode="External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8.wmf"/><Relationship Id="rId20" Type="http://schemas.openxmlformats.org/officeDocument/2006/relationships/customXml" Target="../ink/ink2.xml"/><Relationship Id="rId1" Type="http://schemas.openxmlformats.org/officeDocument/2006/relationships/vmlDrawing" Target="../drawings/vmlDrawing1.vml"/><Relationship Id="rId6" Type="http://schemas.openxmlformats.org/officeDocument/2006/relationships/slide" Target="slide27.xml"/><Relationship Id="rId11" Type="http://schemas.openxmlformats.org/officeDocument/2006/relationships/oleObject" Target="../embeddings/oleObject3.bin"/><Relationship Id="rId5" Type="http://schemas.openxmlformats.org/officeDocument/2006/relationships/slide" Target="slide7.xml"/><Relationship Id="rId15" Type="http://schemas.openxmlformats.org/officeDocument/2006/relationships/oleObject" Target="../embeddings/oleObject5.bin"/><Relationship Id="rId10" Type="http://schemas.openxmlformats.org/officeDocument/2006/relationships/image" Target="../media/image10.wmf"/><Relationship Id="rId19" Type="http://schemas.openxmlformats.org/officeDocument/2006/relationships/image" Target="../media/image12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.png"/><Relationship Id="rId5" Type="http://schemas.openxmlformats.org/officeDocument/2006/relationships/customXml" Target="../ink/ink4.xml"/><Relationship Id="rId4" Type="http://schemas.openxmlformats.org/officeDocument/2006/relationships/image" Target="../media/image1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oleObject" Target="../embeddings/oleObject7.bin"/><Relationship Id="rId7" Type="http://schemas.openxmlformats.org/officeDocument/2006/relationships/customXml" Target="../ink/ink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oleObject" Target="../embeddings/oleObject9.bin"/><Relationship Id="rId7" Type="http://schemas.openxmlformats.org/officeDocument/2006/relationships/customXml" Target="../ink/ink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25.png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oleObject" Target="../embeddings/oleObject13.bin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7.wmf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2.png"/><Relationship Id="rId5" Type="http://schemas.openxmlformats.org/officeDocument/2006/relationships/customXml" Target="../ink/ink9.xml"/><Relationship Id="rId4" Type="http://schemas.openxmlformats.org/officeDocument/2006/relationships/image" Target="../media/image3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oleObject" Target="../embeddings/oleObject16.bin"/><Relationship Id="rId7" Type="http://schemas.openxmlformats.org/officeDocument/2006/relationships/customXml" Target="../ink/ink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33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170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oleObject" Target="../embeddings/oleObject18.bin"/><Relationship Id="rId7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7.wmf"/><Relationship Id="rId11" Type="http://schemas.openxmlformats.org/officeDocument/2006/relationships/image" Target="../media/image39.wmf"/><Relationship Id="rId5" Type="http://schemas.openxmlformats.org/officeDocument/2006/relationships/oleObject" Target="../embeddings/oleObject19.bin"/><Relationship Id="rId10" Type="http://schemas.openxmlformats.org/officeDocument/2006/relationships/oleObject" Target="../embeddings/oleObject21.bin"/><Relationship Id="rId4" Type="http://schemas.openxmlformats.org/officeDocument/2006/relationships/image" Target="../media/image36.wmf"/><Relationship Id="rId9" Type="http://schemas.openxmlformats.org/officeDocument/2006/relationships/image" Target="../media/image38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27.bin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4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43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45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46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51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32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oleObject" Target="../embeddings/oleObject39.bin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56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55.w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57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45.bin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6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1.bin"/><Relationship Id="rId10" Type="http://schemas.openxmlformats.org/officeDocument/2006/relationships/image" Target="../media/image61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63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13" Type="http://schemas.openxmlformats.org/officeDocument/2006/relationships/oleObject" Target="../embeddings/oleObject51.bin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6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9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4.wmf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7.bin"/><Relationship Id="rId15" Type="http://schemas.openxmlformats.org/officeDocument/2006/relationships/oleObject" Target="../embeddings/oleObject52.bin"/><Relationship Id="rId10" Type="http://schemas.openxmlformats.org/officeDocument/2006/relationships/image" Target="../media/image66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68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3" Type="http://schemas.openxmlformats.org/officeDocument/2006/relationships/oleObject" Target="../embeddings/oleObject53.bin"/><Relationship Id="rId7" Type="http://schemas.openxmlformats.org/officeDocument/2006/relationships/image" Target="../media/image7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70.wmf"/><Relationship Id="rId9" Type="http://schemas.openxmlformats.org/officeDocument/2006/relationships/image" Target="../media/image72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oleObject" Target="../embeddings/oleObject61.bin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80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79.wmf"/><Relationship Id="rId4" Type="http://schemas.openxmlformats.org/officeDocument/2006/relationships/image" Target="../media/image76.w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81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83.wmf"/><Relationship Id="rId5" Type="http://schemas.openxmlformats.org/officeDocument/2006/relationships/oleObject" Target="../embeddings/oleObject63.bin"/><Relationship Id="rId10" Type="http://schemas.openxmlformats.org/officeDocument/2006/relationships/image" Target="../media/image85.wmf"/><Relationship Id="rId4" Type="http://schemas.openxmlformats.org/officeDocument/2006/relationships/image" Target="../media/image82.wmf"/><Relationship Id="rId9" Type="http://schemas.openxmlformats.org/officeDocument/2006/relationships/oleObject" Target="../embeddings/oleObject65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13" Type="http://schemas.openxmlformats.org/officeDocument/2006/relationships/oleObject" Target="../embeddings/oleObject71.bin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90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87.wmf"/><Relationship Id="rId11" Type="http://schemas.openxmlformats.org/officeDocument/2006/relationships/oleObject" Target="../embeddings/oleObject70.bin"/><Relationship Id="rId5" Type="http://schemas.openxmlformats.org/officeDocument/2006/relationships/oleObject" Target="../embeddings/oleObject67.bin"/><Relationship Id="rId10" Type="http://schemas.openxmlformats.org/officeDocument/2006/relationships/image" Target="../media/image89.wmf"/><Relationship Id="rId4" Type="http://schemas.openxmlformats.org/officeDocument/2006/relationships/image" Target="../media/image86.w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91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93.wmf"/><Relationship Id="rId5" Type="http://schemas.openxmlformats.org/officeDocument/2006/relationships/oleObject" Target="../embeddings/oleObject73.bin"/><Relationship Id="rId10" Type="http://schemas.openxmlformats.org/officeDocument/2006/relationships/image" Target="../media/image95.wmf"/><Relationship Id="rId4" Type="http://schemas.openxmlformats.org/officeDocument/2006/relationships/image" Target="../media/image92.wmf"/><Relationship Id="rId9" Type="http://schemas.openxmlformats.org/officeDocument/2006/relationships/oleObject" Target="../embeddings/oleObject75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13" Type="http://schemas.openxmlformats.org/officeDocument/2006/relationships/oleObject" Target="../embeddings/oleObject81.bin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100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02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97.wmf"/><Relationship Id="rId11" Type="http://schemas.openxmlformats.org/officeDocument/2006/relationships/oleObject" Target="../embeddings/oleObject80.bin"/><Relationship Id="rId5" Type="http://schemas.openxmlformats.org/officeDocument/2006/relationships/oleObject" Target="../embeddings/oleObject77.bin"/><Relationship Id="rId15" Type="http://schemas.openxmlformats.org/officeDocument/2006/relationships/oleObject" Target="../embeddings/oleObject82.bin"/><Relationship Id="rId10" Type="http://schemas.openxmlformats.org/officeDocument/2006/relationships/image" Target="../media/image99.wmf"/><Relationship Id="rId4" Type="http://schemas.openxmlformats.org/officeDocument/2006/relationships/image" Target="../media/image96.wmf"/><Relationship Id="rId9" Type="http://schemas.openxmlformats.org/officeDocument/2006/relationships/oleObject" Target="../embeddings/oleObject79.bin"/><Relationship Id="rId14" Type="http://schemas.openxmlformats.org/officeDocument/2006/relationships/image" Target="../media/image101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103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112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3" Type="http://schemas.openxmlformats.org/officeDocument/2006/relationships/oleObject" Target="../embeddings/oleObject86.bin"/><Relationship Id="rId7" Type="http://schemas.openxmlformats.org/officeDocument/2006/relationships/oleObject" Target="../embeddings/oleObject8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14.wmf"/><Relationship Id="rId5" Type="http://schemas.openxmlformats.org/officeDocument/2006/relationships/oleObject" Target="../embeddings/oleObject87.bin"/><Relationship Id="rId10" Type="http://schemas.openxmlformats.org/officeDocument/2006/relationships/image" Target="../media/image116.wmf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89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emf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emf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emf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emf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emf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123.wmf"/><Relationship Id="rId4" Type="http://schemas.openxmlformats.org/officeDocument/2006/relationships/oleObject" Target="../embeddings/oleObject90.bin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128.png"/><Relationship Id="rId4" Type="http://schemas.openxmlformats.org/officeDocument/2006/relationships/image" Target="../media/image127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emf"/><Relationship Id="rId2" Type="http://schemas.openxmlformats.org/officeDocument/2006/relationships/image" Target="../media/image129.emf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emf"/><Relationship Id="rId2" Type="http://schemas.openxmlformats.org/officeDocument/2006/relationships/image" Target="../media/image129.emf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5" Type="http://schemas.openxmlformats.org/officeDocument/2006/relationships/image" Target="../media/image128.png"/><Relationship Id="rId4" Type="http://schemas.openxmlformats.org/officeDocument/2006/relationships/image" Target="../media/image132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5" Type="http://schemas.openxmlformats.org/officeDocument/2006/relationships/image" Target="../media/image128.png"/><Relationship Id="rId4" Type="http://schemas.openxmlformats.org/officeDocument/2006/relationships/image" Target="../media/image133.e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35.wmf"/><Relationship Id="rId5" Type="http://schemas.openxmlformats.org/officeDocument/2006/relationships/oleObject" Target="../embeddings/oleObject92.bin"/><Relationship Id="rId10" Type="http://schemas.openxmlformats.org/officeDocument/2006/relationships/image" Target="../media/image137.wmf"/><Relationship Id="rId4" Type="http://schemas.openxmlformats.org/officeDocument/2006/relationships/image" Target="../media/image134.wmf"/><Relationship Id="rId9" Type="http://schemas.openxmlformats.org/officeDocument/2006/relationships/oleObject" Target="../embeddings/oleObject94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0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0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wmf"/><Relationship Id="rId2" Type="http://schemas.openxmlformats.org/officeDocument/2006/relationships/image" Target="../media/image144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7.wmf"/><Relationship Id="rId4" Type="http://schemas.openxmlformats.org/officeDocument/2006/relationships/image" Target="../media/image146.w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1.png"/><Relationship Id="rId4" Type="http://schemas.openxmlformats.org/officeDocument/2006/relationships/image" Target="../media/image16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5.png"/><Relationship Id="rId4" Type="http://schemas.openxmlformats.org/officeDocument/2006/relationships/image" Target="../media/image16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71.png"/><Relationship Id="rId5" Type="http://schemas.openxmlformats.org/officeDocument/2006/relationships/image" Target="../media/image169.png"/><Relationship Id="rId4" Type="http://schemas.openxmlformats.org/officeDocument/2006/relationships/image" Target="../media/image168.w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3" Type="http://schemas.openxmlformats.org/officeDocument/2006/relationships/slide" Target="slide49.xml"/><Relationship Id="rId7" Type="http://schemas.openxmlformats.org/officeDocument/2006/relationships/oleObject" Target="../embeddings/oleObject9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8.vml"/><Relationship Id="rId6" Type="http://schemas.openxmlformats.org/officeDocument/2006/relationships/slide" Target="slide65.xml"/><Relationship Id="rId5" Type="http://schemas.openxmlformats.org/officeDocument/2006/relationships/image" Target="../media/image175.png"/><Relationship Id="rId4" Type="http://schemas.openxmlformats.org/officeDocument/2006/relationships/oleObject" Target="../embeddings/oleObject96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101.bin"/><Relationship Id="rId18" Type="http://schemas.openxmlformats.org/officeDocument/2006/relationships/image" Target="../media/image11.wmf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6.wmf"/><Relationship Id="rId17" Type="http://schemas.openxmlformats.org/officeDocument/2006/relationships/hyperlink" Target="2013A-dsp03.pptx" TargetMode="External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8.wmf"/><Relationship Id="rId1" Type="http://schemas.openxmlformats.org/officeDocument/2006/relationships/vmlDrawing" Target="../drawings/vmlDrawing29.vml"/><Relationship Id="rId6" Type="http://schemas.openxmlformats.org/officeDocument/2006/relationships/slide" Target="slide27.xml"/><Relationship Id="rId11" Type="http://schemas.openxmlformats.org/officeDocument/2006/relationships/oleObject" Target="../embeddings/oleObject100.bin"/><Relationship Id="rId5" Type="http://schemas.openxmlformats.org/officeDocument/2006/relationships/slide" Target="slide7.xml"/><Relationship Id="rId15" Type="http://schemas.openxmlformats.org/officeDocument/2006/relationships/oleObject" Target="../embeddings/oleObject102.bin"/><Relationship Id="rId10" Type="http://schemas.openxmlformats.org/officeDocument/2006/relationships/image" Target="../media/image10.wmf"/><Relationship Id="rId19" Type="http://schemas.openxmlformats.org/officeDocument/2006/relationships/image" Target="../media/image12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Discrete Fourier Transform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114800" y="4267200"/>
            <a:ext cx="4876800" cy="2209800"/>
          </a:xfrm>
        </p:spPr>
        <p:txBody>
          <a:bodyPr/>
          <a:lstStyle/>
          <a:p>
            <a:r>
              <a:rPr lang="en-US" dirty="0"/>
              <a:t>Digital Signal Processing</a:t>
            </a:r>
          </a:p>
          <a:p>
            <a:r>
              <a:rPr lang="en-US" dirty="0"/>
              <a:t>Irwan Prasetya Gunawan</a:t>
            </a:r>
          </a:p>
          <a:p>
            <a:r>
              <a:rPr lang="en-US" dirty="0"/>
              <a:t>Informatics Engineering</a:t>
            </a:r>
          </a:p>
          <a:p>
            <a:r>
              <a:rPr lang="en-US" dirty="0"/>
              <a:t>irwan.gunawan@bakrie.ac.id</a:t>
            </a:r>
          </a:p>
          <a:p>
            <a:endParaRPr lang="en-US" dirty="0"/>
          </a:p>
          <a:p>
            <a:r>
              <a:rPr lang="en-US" dirty="0"/>
              <a:t>Last Updated: </a:t>
            </a:r>
            <a:fld id="{772AABE6-8D9C-4B6C-83F0-DC7E24128615}" type="datetime1">
              <a:rPr lang="en-US" smtClean="0"/>
              <a:t>6/15/21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696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Fourier analysis - applications</a:t>
            </a:r>
          </a:p>
        </p:txBody>
      </p:sp>
      <p:sp>
        <p:nvSpPr>
          <p:cNvPr id="97283" name="Text Box 3"/>
          <p:cNvSpPr txBox="1">
            <a:spLocks noChangeArrowheads="1"/>
          </p:cNvSpPr>
          <p:nvPr/>
        </p:nvSpPr>
        <p:spPr bwMode="auto">
          <a:xfrm>
            <a:off x="457200" y="1066800"/>
            <a:ext cx="80010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0"/>
              </a:spcBef>
              <a:tabLst>
                <a:tab pos="346075" algn="l"/>
              </a:tabLst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347663" indent="-233363" algn="l">
              <a:spcBef>
                <a:spcPct val="0"/>
              </a:spcBef>
              <a:tabLst>
                <a:tab pos="346075" algn="l"/>
              </a:tabLst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algn="l">
              <a:spcBef>
                <a:spcPct val="0"/>
              </a:spcBef>
              <a:tabLst>
                <a:tab pos="346075" algn="l"/>
              </a:tabLst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algn="l">
              <a:spcBef>
                <a:spcPct val="0"/>
              </a:spcBef>
              <a:tabLst>
                <a:tab pos="346075" algn="l"/>
              </a:tabLst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algn="l">
              <a:spcBef>
                <a:spcPct val="0"/>
              </a:spcBef>
              <a:tabLst>
                <a:tab pos="346075" algn="l"/>
              </a:tabLst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46075" algn="l"/>
              </a:tabLs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46075" algn="l"/>
              </a:tabLs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46075" algn="l"/>
              </a:tabLs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46075" algn="l"/>
              </a:tabLs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lnSpc>
                <a:spcPct val="110000"/>
              </a:lnSpc>
              <a:spcBef>
                <a:spcPct val="50000"/>
              </a:spcBef>
            </a:pPr>
            <a:r>
              <a:rPr lang="en-GB" sz="22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rPr>
              <a:t>Applications wide ranging and ever present in modern life</a:t>
            </a:r>
            <a:endParaRPr lang="en-GB" sz="2200" dirty="0">
              <a:latin typeface="Arial" charset="0"/>
            </a:endParaRPr>
          </a:p>
          <a:p>
            <a:pPr lvl="1">
              <a:lnSpc>
                <a:spcPct val="110000"/>
              </a:lnSpc>
              <a:spcBef>
                <a:spcPct val="50000"/>
              </a:spcBef>
              <a:buFontTx/>
              <a:buChar char="•"/>
            </a:pPr>
            <a:r>
              <a:rPr lang="en-GB" sz="2000" i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Telecomms</a:t>
            </a:r>
            <a:r>
              <a:rPr lang="en-GB" sz="2000" dirty="0">
                <a:latin typeface="Arial" charset="0"/>
              </a:rPr>
              <a:t> - GSM/cellular  phones,</a:t>
            </a:r>
          </a:p>
          <a:p>
            <a:pPr lvl="1">
              <a:lnSpc>
                <a:spcPct val="110000"/>
              </a:lnSpc>
              <a:spcBef>
                <a:spcPct val="50000"/>
              </a:spcBef>
              <a:buFontTx/>
              <a:buChar char="•"/>
            </a:pPr>
            <a:r>
              <a:rPr lang="en-GB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Electronics/IT</a:t>
            </a:r>
            <a:r>
              <a:rPr lang="en-GB" sz="2000" i="1" dirty="0">
                <a:latin typeface="Arial" charset="0"/>
              </a:rPr>
              <a:t> - </a:t>
            </a:r>
            <a:r>
              <a:rPr lang="en-GB" sz="2000" dirty="0">
                <a:latin typeface="Arial" charset="0"/>
              </a:rPr>
              <a:t>most DSP-based applications,</a:t>
            </a:r>
          </a:p>
          <a:p>
            <a:pPr lvl="1">
              <a:lnSpc>
                <a:spcPct val="110000"/>
              </a:lnSpc>
              <a:spcBef>
                <a:spcPct val="50000"/>
              </a:spcBef>
              <a:buFontTx/>
              <a:buChar char="•"/>
            </a:pPr>
            <a:r>
              <a:rPr lang="en-GB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Entertainment</a:t>
            </a:r>
            <a:r>
              <a:rPr lang="en-GB" sz="2000" dirty="0">
                <a:latin typeface="Arial" charset="0"/>
              </a:rPr>
              <a:t> - music, audio, multimedia,</a:t>
            </a:r>
          </a:p>
          <a:p>
            <a:pPr lvl="1">
              <a:lnSpc>
                <a:spcPct val="110000"/>
              </a:lnSpc>
              <a:spcBef>
                <a:spcPct val="50000"/>
              </a:spcBef>
              <a:buFontTx/>
              <a:buChar char="•"/>
            </a:pPr>
            <a:r>
              <a:rPr lang="en-GB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Accelerator control</a:t>
            </a:r>
            <a:r>
              <a:rPr lang="en-GB" sz="2000" dirty="0">
                <a:latin typeface="Arial" charset="0"/>
              </a:rPr>
              <a:t> (tune measurement for beam steering/control),</a:t>
            </a:r>
          </a:p>
          <a:p>
            <a:pPr lvl="1">
              <a:lnSpc>
                <a:spcPct val="110000"/>
              </a:lnSpc>
              <a:spcBef>
                <a:spcPct val="50000"/>
              </a:spcBef>
              <a:buFontTx/>
              <a:buChar char="•"/>
            </a:pPr>
            <a:r>
              <a:rPr lang="en-GB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Imaging, image processing,</a:t>
            </a:r>
            <a:endParaRPr lang="en-GB" sz="2000" dirty="0">
              <a:latin typeface="Arial" charset="0"/>
            </a:endParaRPr>
          </a:p>
          <a:p>
            <a:pPr lvl="1">
              <a:lnSpc>
                <a:spcPct val="110000"/>
              </a:lnSpc>
              <a:spcBef>
                <a:spcPct val="50000"/>
              </a:spcBef>
              <a:buFontTx/>
              <a:buChar char="•"/>
            </a:pPr>
            <a:r>
              <a:rPr lang="en-GB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Industry/research</a:t>
            </a:r>
            <a:r>
              <a:rPr lang="en-GB" sz="2000" dirty="0">
                <a:latin typeface="Arial" charset="0"/>
              </a:rPr>
              <a:t> - X-ray spectrometry, chemical analysis (FT spectrometry), PDE solution, radar design,</a:t>
            </a:r>
          </a:p>
          <a:p>
            <a:pPr lvl="1">
              <a:lnSpc>
                <a:spcPct val="110000"/>
              </a:lnSpc>
              <a:spcBef>
                <a:spcPct val="50000"/>
              </a:spcBef>
              <a:buFontTx/>
              <a:buChar char="•"/>
            </a:pPr>
            <a:r>
              <a:rPr lang="en-GB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Medical</a:t>
            </a:r>
            <a:r>
              <a:rPr lang="en-GB" sz="2000" dirty="0">
                <a:latin typeface="Arial" charset="0"/>
              </a:rPr>
              <a:t> - (PET scanner, CAT scans &amp; MRI interpretation for sleep disorder &amp; heart malfunction diagnosis,</a:t>
            </a:r>
          </a:p>
          <a:p>
            <a:pPr lvl="1">
              <a:lnSpc>
                <a:spcPct val="110000"/>
              </a:lnSpc>
              <a:spcBef>
                <a:spcPct val="50000"/>
              </a:spcBef>
              <a:buFontTx/>
              <a:buChar char="•"/>
            </a:pPr>
            <a:r>
              <a:rPr lang="en-GB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Speech analysis</a:t>
            </a:r>
            <a:r>
              <a:rPr lang="en-GB" sz="2000" dirty="0">
                <a:latin typeface="Arial" charset="0"/>
              </a:rPr>
              <a:t> (voice activated “devices”, biometry, …).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BBBF5CF-6A5B-DD4F-81D4-F3FD54842FB1}"/>
                  </a:ext>
                </a:extLst>
              </p14:cNvPr>
              <p14:cNvContentPartPr/>
              <p14:nvPr/>
            </p14:nvContentPartPr>
            <p14:xfrm>
              <a:off x="267840" y="1425960"/>
              <a:ext cx="8402760" cy="4586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BBBF5CF-6A5B-DD4F-81D4-F3FD54842F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8480" y="1416600"/>
                <a:ext cx="8421480" cy="460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3355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7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Summary: Fourier analysis - tools </a:t>
            </a:r>
          </a:p>
        </p:txBody>
      </p:sp>
      <p:sp>
        <p:nvSpPr>
          <p:cNvPr id="96259" name="Text Box 3"/>
          <p:cNvSpPr txBox="1">
            <a:spLocks noChangeArrowheads="1"/>
          </p:cNvSpPr>
          <p:nvPr/>
        </p:nvSpPr>
        <p:spPr bwMode="auto">
          <a:xfrm>
            <a:off x="1981200" y="990600"/>
            <a:ext cx="64770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sz="2200" b="1">
                <a:solidFill>
                  <a:schemeClr val="hlink"/>
                </a:solidFill>
                <a:latin typeface="Comic Sans MS" pitchFamily="66" charset="0"/>
              </a:rPr>
              <a:t>Input Time Signal	    Frequency spectrum</a:t>
            </a:r>
          </a:p>
        </p:txBody>
      </p:sp>
      <p:grpSp>
        <p:nvGrpSpPr>
          <p:cNvPr id="96341" name="Group 85"/>
          <p:cNvGrpSpPr>
            <a:grpSpLocks/>
          </p:cNvGrpSpPr>
          <p:nvPr/>
        </p:nvGrpSpPr>
        <p:grpSpPr bwMode="auto">
          <a:xfrm>
            <a:off x="457200" y="3386138"/>
            <a:ext cx="8297863" cy="2185987"/>
            <a:chOff x="288" y="2133"/>
            <a:chExt cx="5227" cy="1377"/>
          </a:xfrm>
        </p:grpSpPr>
        <p:grpSp>
          <p:nvGrpSpPr>
            <p:cNvPr id="96337" name="Group 81"/>
            <p:cNvGrpSpPr>
              <a:grpSpLocks/>
            </p:cNvGrpSpPr>
            <p:nvPr/>
          </p:nvGrpSpPr>
          <p:grpSpPr bwMode="auto">
            <a:xfrm>
              <a:off x="288" y="2133"/>
              <a:ext cx="5227" cy="1377"/>
              <a:chOff x="288" y="2133"/>
              <a:chExt cx="5227" cy="1377"/>
            </a:xfrm>
          </p:grpSpPr>
          <p:graphicFrame>
            <p:nvGraphicFramePr>
              <p:cNvPr id="96282" name="Object 26"/>
              <p:cNvGraphicFramePr>
                <a:graphicFrameLocks noChangeAspect="1"/>
              </p:cNvGraphicFramePr>
              <p:nvPr/>
            </p:nvGraphicFramePr>
            <p:xfrm>
              <a:off x="4277" y="2133"/>
              <a:ext cx="1238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644" name="Equation" r:id="rId3" imgW="1777680" imgH="634680" progId="Equation.3">
                      <p:embed/>
                    </p:oleObj>
                  </mc:Choice>
                  <mc:Fallback>
                    <p:oleObj name="Equation" r:id="rId3" imgW="1777680" imgH="634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7" y="2133"/>
                            <a:ext cx="1238" cy="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6268" name="Text Box 12"/>
              <p:cNvSpPr txBox="1">
                <a:spLocks noChangeArrowheads="1"/>
              </p:cNvSpPr>
              <p:nvPr/>
            </p:nvSpPr>
            <p:spPr bwMode="auto">
              <a:xfrm>
                <a:off x="1296" y="2688"/>
                <a:ext cx="67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GB" sz="1800"/>
                  <a:t>Discrete</a:t>
                </a:r>
                <a:endParaRPr lang="en-GB"/>
              </a:p>
            </p:txBody>
          </p:sp>
          <p:sp>
            <p:nvSpPr>
              <p:cNvPr id="96269" name="Text Box 13"/>
              <p:cNvSpPr txBox="1">
                <a:spLocks noChangeArrowheads="1"/>
              </p:cNvSpPr>
              <p:nvPr/>
            </p:nvSpPr>
            <p:spPr bwMode="auto">
              <a:xfrm>
                <a:off x="3408" y="2304"/>
                <a:ext cx="64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/>
                  <a:t>Discrete</a:t>
                </a:r>
                <a:endParaRPr lang="en-GB"/>
              </a:p>
            </p:txBody>
          </p:sp>
          <p:sp>
            <p:nvSpPr>
              <p:cNvPr id="96271" name="Text Box 15"/>
              <p:cNvSpPr txBox="1">
                <a:spLocks noChangeArrowheads="1"/>
              </p:cNvSpPr>
              <p:nvPr/>
            </p:nvSpPr>
            <p:spPr bwMode="auto">
              <a:xfrm>
                <a:off x="2784" y="2304"/>
                <a:ext cx="48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b="1"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mic Sans MS" pitchFamily="66" charset="0"/>
                  </a:rPr>
                  <a:t>DFS</a:t>
                </a:r>
              </a:p>
            </p:txBody>
          </p:sp>
          <p:sp>
            <p:nvSpPr>
              <p:cNvPr id="96272" name="Text Box 16"/>
              <p:cNvSpPr txBox="1">
                <a:spLocks noChangeArrowheads="1"/>
              </p:cNvSpPr>
              <p:nvPr/>
            </p:nvSpPr>
            <p:spPr bwMode="auto">
              <a:xfrm>
                <a:off x="2016" y="2304"/>
                <a:ext cx="768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sz="1800"/>
                  <a:t>Periodic </a:t>
                </a:r>
                <a:r>
                  <a:rPr lang="en-GB" sz="1600" b="1" i="1"/>
                  <a:t>(period T)</a:t>
                </a:r>
                <a:endParaRPr lang="en-GB"/>
              </a:p>
            </p:txBody>
          </p:sp>
          <p:sp>
            <p:nvSpPr>
              <p:cNvPr id="96273" name="Text Box 17"/>
              <p:cNvSpPr txBox="1">
                <a:spLocks noChangeArrowheads="1"/>
              </p:cNvSpPr>
              <p:nvPr/>
            </p:nvSpPr>
            <p:spPr bwMode="auto">
              <a:xfrm>
                <a:off x="3408" y="2784"/>
                <a:ext cx="84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/>
                  <a:t>Continuous</a:t>
                </a:r>
              </a:p>
            </p:txBody>
          </p:sp>
          <p:sp>
            <p:nvSpPr>
              <p:cNvPr id="96275" name="Text Box 19"/>
              <p:cNvSpPr txBox="1">
                <a:spLocks noChangeArrowheads="1"/>
              </p:cNvSpPr>
              <p:nvPr/>
            </p:nvSpPr>
            <p:spPr bwMode="auto">
              <a:xfrm>
                <a:off x="2784" y="2784"/>
                <a:ext cx="57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b="1" dirty="0">
                    <a:solidFill>
                      <a:schemeClr val="hlink"/>
                    </a:solidFill>
                    <a:latin typeface="Comic Sans MS" pitchFamily="66" charset="0"/>
                    <a:hlinkClick r:id="rId5" action="ppaction://hlinksldjump"/>
                  </a:rPr>
                  <a:t>DTFT</a:t>
                </a:r>
                <a:endParaRPr lang="en-GB" b="1" dirty="0">
                  <a:solidFill>
                    <a:schemeClr val="hlink"/>
                  </a:solidFill>
                  <a:latin typeface="Comic Sans MS" pitchFamily="66" charset="0"/>
                </a:endParaRPr>
              </a:p>
            </p:txBody>
          </p:sp>
          <p:sp>
            <p:nvSpPr>
              <p:cNvPr id="96276" name="Text Box 20"/>
              <p:cNvSpPr txBox="1">
                <a:spLocks noChangeArrowheads="1"/>
              </p:cNvSpPr>
              <p:nvPr/>
            </p:nvSpPr>
            <p:spPr bwMode="auto">
              <a:xfrm>
                <a:off x="1968" y="2928"/>
                <a:ext cx="72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GB" sz="1800"/>
                  <a:t>Aperiodic</a:t>
                </a:r>
                <a:r>
                  <a:rPr lang="en-GB"/>
                  <a:t> </a:t>
                </a:r>
                <a:endParaRPr lang="en-GB" i="1"/>
              </a:p>
            </p:txBody>
          </p:sp>
          <p:sp>
            <p:nvSpPr>
              <p:cNvPr id="96277" name="Text Box 21"/>
              <p:cNvSpPr txBox="1">
                <a:spLocks noChangeArrowheads="1"/>
              </p:cNvSpPr>
              <p:nvPr/>
            </p:nvSpPr>
            <p:spPr bwMode="auto">
              <a:xfrm>
                <a:off x="3408" y="3216"/>
                <a:ext cx="64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/>
                  <a:t>Discrete</a:t>
                </a:r>
              </a:p>
            </p:txBody>
          </p:sp>
          <p:sp>
            <p:nvSpPr>
              <p:cNvPr id="96279" name="Text Box 23"/>
              <p:cNvSpPr txBox="1">
                <a:spLocks noChangeArrowheads="1"/>
              </p:cNvSpPr>
              <p:nvPr/>
            </p:nvSpPr>
            <p:spPr bwMode="auto">
              <a:xfrm>
                <a:off x="2832" y="3168"/>
                <a:ext cx="480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b="1" dirty="0"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mic Sans MS" pitchFamily="66" charset="0"/>
                    <a:hlinkClick r:id="rId6" action="ppaction://hlinksldjump"/>
                  </a:rPr>
                  <a:t>DFT</a:t>
                </a:r>
                <a:endParaRPr lang="en-GB" b="1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endParaRPr>
              </a:p>
            </p:txBody>
          </p:sp>
          <p:sp>
            <p:nvSpPr>
              <p:cNvPr id="96293" name="AutoShape 37"/>
              <p:cNvSpPr>
                <a:spLocks/>
              </p:cNvSpPr>
              <p:nvPr/>
            </p:nvSpPr>
            <p:spPr bwMode="auto">
              <a:xfrm>
                <a:off x="2688" y="2832"/>
                <a:ext cx="96" cy="528"/>
              </a:xfrm>
              <a:prstGeom prst="leftBrace">
                <a:avLst>
                  <a:gd name="adj1" fmla="val 45833"/>
                  <a:gd name="adj2" fmla="val 50000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96302" name="Object 46"/>
              <p:cNvGraphicFramePr>
                <a:graphicFrameLocks noChangeAspect="1"/>
              </p:cNvGraphicFramePr>
              <p:nvPr/>
            </p:nvGraphicFramePr>
            <p:xfrm>
              <a:off x="4298" y="2670"/>
              <a:ext cx="1163" cy="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645" name="Equation" r:id="rId7" imgW="1663560" imgH="558720" progId="Equation.3">
                      <p:embed/>
                    </p:oleObj>
                  </mc:Choice>
                  <mc:Fallback>
                    <p:oleObj name="Equation" r:id="rId7" imgW="1663560" imgH="55872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98" y="2670"/>
                            <a:ext cx="1163" cy="3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96320" name="Picture 64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6" y="2928"/>
                <a:ext cx="950" cy="5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96322" name="Picture 66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" y="2208"/>
                <a:ext cx="954" cy="5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aphicFrame>
            <p:nvGraphicFramePr>
              <p:cNvPr id="96330" name="Object 74"/>
              <p:cNvGraphicFramePr>
                <a:graphicFrameLocks noChangeAspect="1"/>
              </p:cNvGraphicFramePr>
              <p:nvPr/>
            </p:nvGraphicFramePr>
            <p:xfrm>
              <a:off x="4272" y="3072"/>
              <a:ext cx="1238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646" name="Equation" r:id="rId11" imgW="1777680" imgH="634680" progId="Equation.3">
                      <p:embed/>
                    </p:oleObj>
                  </mc:Choice>
                  <mc:Fallback>
                    <p:oleObj name="Equation" r:id="rId11" imgW="1777680" imgH="634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2" y="3072"/>
                            <a:ext cx="1238" cy="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6292" name="AutoShape 36"/>
            <p:cNvSpPr>
              <a:spLocks/>
            </p:cNvSpPr>
            <p:nvPr/>
          </p:nvSpPr>
          <p:spPr bwMode="auto">
            <a:xfrm>
              <a:off x="1968" y="2304"/>
              <a:ext cx="48" cy="1056"/>
            </a:xfrm>
            <a:prstGeom prst="leftBrace">
              <a:avLst>
                <a:gd name="adj1" fmla="val 183333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6335" name="Group 79"/>
          <p:cNvGrpSpPr>
            <a:grpSpLocks/>
          </p:cNvGrpSpPr>
          <p:nvPr/>
        </p:nvGrpSpPr>
        <p:grpSpPr bwMode="auto">
          <a:xfrm>
            <a:off x="4876800" y="3429000"/>
            <a:ext cx="3810000" cy="2911475"/>
            <a:chOff x="3072" y="2160"/>
            <a:chExt cx="2400" cy="1834"/>
          </a:xfrm>
        </p:grpSpPr>
        <p:sp>
          <p:nvSpPr>
            <p:cNvPr id="96331" name="Text Box 75"/>
            <p:cNvSpPr txBox="1">
              <a:spLocks noChangeArrowheads="1"/>
            </p:cNvSpPr>
            <p:nvPr/>
          </p:nvSpPr>
          <p:spPr bwMode="auto">
            <a:xfrm>
              <a:off x="3072" y="2160"/>
              <a:ext cx="384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GB" sz="3000" b="1">
                  <a:solidFill>
                    <a:srgbClr val="339933"/>
                  </a:solidFill>
                </a:rPr>
                <a:t>**</a:t>
              </a:r>
            </a:p>
          </p:txBody>
        </p:sp>
        <p:sp>
          <p:nvSpPr>
            <p:cNvPr id="96332" name="Text Box 76"/>
            <p:cNvSpPr txBox="1">
              <a:spLocks noChangeArrowheads="1"/>
            </p:cNvSpPr>
            <p:nvPr/>
          </p:nvSpPr>
          <p:spPr bwMode="auto">
            <a:xfrm>
              <a:off x="3120" y="3072"/>
              <a:ext cx="384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GB" sz="3000" b="1">
                  <a:solidFill>
                    <a:srgbClr val="339933"/>
                  </a:solidFill>
                </a:rPr>
                <a:t>**</a:t>
              </a:r>
            </a:p>
          </p:txBody>
        </p:sp>
        <p:grpSp>
          <p:nvGrpSpPr>
            <p:cNvPr id="96334" name="Group 78"/>
            <p:cNvGrpSpPr>
              <a:grpSpLocks/>
            </p:cNvGrpSpPr>
            <p:nvPr/>
          </p:nvGrpSpPr>
          <p:grpSpPr bwMode="auto">
            <a:xfrm>
              <a:off x="3936" y="3648"/>
              <a:ext cx="1536" cy="346"/>
              <a:chOff x="3936" y="3600"/>
              <a:chExt cx="1536" cy="346"/>
            </a:xfrm>
          </p:grpSpPr>
          <p:sp>
            <p:nvSpPr>
              <p:cNvPr id="96329" name="Text Box 73"/>
              <p:cNvSpPr txBox="1">
                <a:spLocks noChangeArrowheads="1"/>
              </p:cNvSpPr>
              <p:nvPr/>
            </p:nvSpPr>
            <p:spPr bwMode="auto">
              <a:xfrm>
                <a:off x="4224" y="3600"/>
                <a:ext cx="124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sz="1600" b="1" i="1">
                    <a:solidFill>
                      <a:srgbClr val="339933"/>
                    </a:solidFill>
                  </a:rPr>
                  <a:t>Calculated via FFT</a:t>
                </a:r>
                <a:endParaRPr lang="en-US" b="1">
                  <a:solidFill>
                    <a:srgbClr val="339933"/>
                  </a:solidFill>
                </a:endParaRPr>
              </a:p>
            </p:txBody>
          </p:sp>
          <p:sp>
            <p:nvSpPr>
              <p:cNvPr id="96333" name="Text Box 77"/>
              <p:cNvSpPr txBox="1">
                <a:spLocks noChangeArrowheads="1"/>
              </p:cNvSpPr>
              <p:nvPr/>
            </p:nvSpPr>
            <p:spPr bwMode="auto">
              <a:xfrm>
                <a:off x="3936" y="3600"/>
                <a:ext cx="384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sz="3000" b="1">
                    <a:solidFill>
                      <a:srgbClr val="339933"/>
                    </a:solidFill>
                  </a:rPr>
                  <a:t>**</a:t>
                </a:r>
              </a:p>
            </p:txBody>
          </p:sp>
        </p:grpSp>
      </p:grpSp>
      <p:grpSp>
        <p:nvGrpSpPr>
          <p:cNvPr id="96340" name="Group 84"/>
          <p:cNvGrpSpPr>
            <a:grpSpLocks/>
          </p:cNvGrpSpPr>
          <p:nvPr/>
        </p:nvGrpSpPr>
        <p:grpSpPr bwMode="auto">
          <a:xfrm>
            <a:off x="381000" y="1371600"/>
            <a:ext cx="8321675" cy="4756150"/>
            <a:chOff x="240" y="864"/>
            <a:chExt cx="5242" cy="2996"/>
          </a:xfrm>
        </p:grpSpPr>
        <p:grpSp>
          <p:nvGrpSpPr>
            <p:cNvPr id="96338" name="Group 82"/>
            <p:cNvGrpSpPr>
              <a:grpSpLocks/>
            </p:cNvGrpSpPr>
            <p:nvPr/>
          </p:nvGrpSpPr>
          <p:grpSpPr bwMode="auto">
            <a:xfrm>
              <a:off x="240" y="864"/>
              <a:ext cx="5242" cy="2996"/>
              <a:chOff x="240" y="864"/>
              <a:chExt cx="5242" cy="2996"/>
            </a:xfrm>
          </p:grpSpPr>
          <p:grpSp>
            <p:nvGrpSpPr>
              <p:cNvPr id="96336" name="Group 80"/>
              <p:cNvGrpSpPr>
                <a:grpSpLocks/>
              </p:cNvGrpSpPr>
              <p:nvPr/>
            </p:nvGrpSpPr>
            <p:grpSpPr bwMode="auto">
              <a:xfrm>
                <a:off x="288" y="864"/>
                <a:ext cx="5194" cy="1142"/>
                <a:chOff x="288" y="864"/>
                <a:chExt cx="5194" cy="1142"/>
              </a:xfrm>
            </p:grpSpPr>
            <p:graphicFrame>
              <p:nvGraphicFramePr>
                <p:cNvPr id="96281" name="Object 25"/>
                <p:cNvGraphicFramePr>
                  <a:graphicFrameLocks noChangeAspect="1"/>
                </p:cNvGraphicFramePr>
                <p:nvPr/>
              </p:nvGraphicFramePr>
              <p:xfrm>
                <a:off x="4279" y="1479"/>
                <a:ext cx="1203" cy="29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9647" name="Equation" r:id="rId13" imgW="1739880" imgH="431640" progId="Equation.3">
                        <p:embed/>
                      </p:oleObj>
                    </mc:Choice>
                    <mc:Fallback>
                      <p:oleObj name="Equation" r:id="rId13" imgW="1739880" imgH="43164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79" y="1479"/>
                              <a:ext cx="1203" cy="29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6283" name="Object 27"/>
                <p:cNvGraphicFramePr>
                  <a:graphicFrameLocks noChangeAspect="1"/>
                </p:cNvGraphicFramePr>
                <p:nvPr/>
              </p:nvGraphicFramePr>
              <p:xfrm>
                <a:off x="4288" y="1038"/>
                <a:ext cx="1157" cy="4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9648" name="Equation" r:id="rId15" imgW="1650960" imgH="609480" progId="Equation.3">
                        <p:embed/>
                      </p:oleObj>
                    </mc:Choice>
                    <mc:Fallback>
                      <p:oleObj name="Equation" r:id="rId15" imgW="1650960" imgH="6094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88" y="1038"/>
                              <a:ext cx="1157" cy="4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96260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2112" y="1104"/>
                  <a:ext cx="768" cy="38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sz="1800"/>
                    <a:t>Periodic </a:t>
                  </a:r>
                  <a:r>
                    <a:rPr lang="en-GB" sz="1600" b="1" i="1"/>
                    <a:t>(period T)</a:t>
                  </a:r>
                  <a:endParaRPr lang="en-GB"/>
                </a:p>
              </p:txBody>
            </p:sp>
            <p:sp>
              <p:nvSpPr>
                <p:cNvPr id="96261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3360" y="1152"/>
                  <a:ext cx="6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GB" sz="1800"/>
                    <a:t>Discrete</a:t>
                  </a:r>
                  <a:r>
                    <a:rPr lang="en-GB"/>
                    <a:t> </a:t>
                  </a:r>
                </a:p>
              </p:txBody>
            </p:sp>
            <p:sp>
              <p:nvSpPr>
                <p:cNvPr id="96265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3360" y="1536"/>
                  <a:ext cx="844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GB" sz="1800"/>
                    <a:t>Continuous</a:t>
                  </a:r>
                  <a:endParaRPr lang="en-GB"/>
                </a:p>
              </p:txBody>
            </p:sp>
            <p:sp>
              <p:nvSpPr>
                <p:cNvPr id="96267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880" y="1536"/>
                  <a:ext cx="336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b="1" dirty="0">
                      <a:solidFill>
                        <a:schemeClr val="hlink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Comic Sans MS" pitchFamily="66" charset="0"/>
                      <a:hlinkClick r:id="rId17" action="ppaction://hlinkpres?slideindex=1&amp;slidetitle="/>
                    </a:rPr>
                    <a:t>FT</a:t>
                  </a:r>
                  <a:endParaRPr lang="en-GB" b="1" dirty="0"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mic Sans MS" pitchFamily="66" charset="0"/>
                  </a:endParaRPr>
                </a:p>
              </p:txBody>
            </p:sp>
            <p:sp>
              <p:nvSpPr>
                <p:cNvPr id="96291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2112" y="1536"/>
                  <a:ext cx="72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en-GB" sz="1800"/>
                    <a:t>Aperiodic</a:t>
                  </a:r>
                  <a:endParaRPr lang="en-GB"/>
                </a:p>
              </p:txBody>
            </p:sp>
            <p:sp>
              <p:nvSpPr>
                <p:cNvPr id="96263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832" y="1152"/>
                  <a:ext cx="384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b="1" dirty="0">
                      <a:solidFill>
                        <a:schemeClr val="hlink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Comic Sans MS" pitchFamily="66" charset="0"/>
                      <a:hlinkClick r:id="rId17" action="ppaction://hlinkpres?slideindex=1&amp;slidetitle="/>
                    </a:rPr>
                    <a:t>FS</a:t>
                  </a:r>
                  <a:endParaRPr lang="en-GB" b="1" dirty="0"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mic Sans MS" pitchFamily="66" charset="0"/>
                  </a:endParaRPr>
                </a:p>
              </p:txBody>
            </p:sp>
            <p:sp>
              <p:nvSpPr>
                <p:cNvPr id="96264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248" y="1344"/>
                  <a:ext cx="912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en-GB" sz="1800" dirty="0"/>
                    <a:t>Continuous</a:t>
                  </a:r>
                  <a:endParaRPr lang="en-GB" dirty="0"/>
                </a:p>
              </p:txBody>
            </p:sp>
            <p:pic>
              <p:nvPicPr>
                <p:cNvPr id="96317" name="Picture 61"/>
                <p:cNvPicPr>
                  <a:picLocks noChangeAspect="1" noChangeArrowheads="1"/>
                </p:cNvPicPr>
                <p:nvPr/>
              </p:nvPicPr>
              <p:blipFill>
                <a:blip r:embed="rId1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8" y="864"/>
                  <a:ext cx="960" cy="5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96318" name="Picture 62"/>
                <p:cNvPicPr>
                  <a:picLocks noChangeAspect="1" noChangeArrowheads="1"/>
                </p:cNvPicPr>
                <p:nvPr/>
              </p:nvPicPr>
              <p:blipFill>
                <a:blip r:embed="rId1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8" y="1488"/>
                  <a:ext cx="948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sp>
            <p:nvSpPr>
              <p:cNvPr id="96325" name="Text Box 69"/>
              <p:cNvSpPr txBox="1">
                <a:spLocks noChangeArrowheads="1"/>
              </p:cNvSpPr>
              <p:nvPr/>
            </p:nvSpPr>
            <p:spPr bwMode="auto">
              <a:xfrm>
                <a:off x="240" y="3648"/>
                <a:ext cx="340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sz="1600" b="1" i="1">
                    <a:solidFill>
                      <a:srgbClr val="F89F00"/>
                    </a:solidFill>
                  </a:rPr>
                  <a:t>Note: j =</a:t>
                </a:r>
                <a:r>
                  <a:rPr lang="en-US" sz="1600" b="1" i="1">
                    <a:solidFill>
                      <a:srgbClr val="F89F00"/>
                    </a:solidFill>
                    <a:sym typeface="Symbol" pitchFamily="18" charset="2"/>
                  </a:rPr>
                  <a:t>-1,   = 2/T,  s[n]=s(t</a:t>
                </a:r>
                <a:r>
                  <a:rPr lang="en-US" sz="2200" b="1" i="1" baseline="-10000">
                    <a:solidFill>
                      <a:srgbClr val="F89F00"/>
                    </a:solidFill>
                    <a:sym typeface="Symbol" pitchFamily="18" charset="2"/>
                  </a:rPr>
                  <a:t>n</a:t>
                </a:r>
                <a:r>
                  <a:rPr lang="en-US" sz="1600" b="1" i="1">
                    <a:solidFill>
                      <a:srgbClr val="F89F00"/>
                    </a:solidFill>
                    <a:sym typeface="Symbol" pitchFamily="18" charset="2"/>
                  </a:rPr>
                  <a:t>),  N = No. of samples </a:t>
                </a:r>
                <a:endParaRPr lang="en-US" b="1"/>
              </a:p>
            </p:txBody>
          </p:sp>
        </p:grpSp>
        <p:sp>
          <p:nvSpPr>
            <p:cNvPr id="96290" name="AutoShape 34"/>
            <p:cNvSpPr>
              <a:spLocks/>
            </p:cNvSpPr>
            <p:nvPr/>
          </p:nvSpPr>
          <p:spPr bwMode="auto">
            <a:xfrm>
              <a:off x="2064" y="1152"/>
              <a:ext cx="48" cy="576"/>
            </a:xfrm>
            <a:prstGeom prst="leftBrace">
              <a:avLst>
                <a:gd name="adj1" fmla="val 100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2748437-283C-5041-BEEA-FB7691FB6587}"/>
                  </a:ext>
                </a:extLst>
              </p14:cNvPr>
              <p14:cNvContentPartPr/>
              <p14:nvPr/>
            </p14:nvContentPartPr>
            <p14:xfrm>
              <a:off x="2221200" y="1380240"/>
              <a:ext cx="6750720" cy="5111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2748437-283C-5041-BEEA-FB7691FB658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11840" y="1370880"/>
                <a:ext cx="6769440" cy="513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663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reeform 2"/>
          <p:cNvSpPr>
            <a:spLocks/>
          </p:cNvSpPr>
          <p:nvPr/>
        </p:nvSpPr>
        <p:spPr bwMode="auto">
          <a:xfrm>
            <a:off x="500063" y="1447800"/>
            <a:ext cx="2620962" cy="612775"/>
          </a:xfrm>
          <a:custGeom>
            <a:avLst/>
            <a:gdLst>
              <a:gd name="T0" fmla="*/ 0 w 1238"/>
              <a:gd name="T1" fmla="*/ 214 h 321"/>
              <a:gd name="T2" fmla="*/ 53 w 1238"/>
              <a:gd name="T3" fmla="*/ 0 h 321"/>
              <a:gd name="T4" fmla="*/ 373 w 1238"/>
              <a:gd name="T5" fmla="*/ 0 h 321"/>
              <a:gd name="T6" fmla="*/ 459 w 1238"/>
              <a:gd name="T7" fmla="*/ 320 h 321"/>
              <a:gd name="T8" fmla="*/ 789 w 1238"/>
              <a:gd name="T9" fmla="*/ 320 h 321"/>
              <a:gd name="T10" fmla="*/ 875 w 1238"/>
              <a:gd name="T11" fmla="*/ 11 h 321"/>
              <a:gd name="T12" fmla="*/ 1195 w 1238"/>
              <a:gd name="T13" fmla="*/ 11 h 321"/>
              <a:gd name="T14" fmla="*/ 1237 w 1238"/>
              <a:gd name="T15" fmla="*/ 214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38" h="321">
                <a:moveTo>
                  <a:pt x="0" y="214"/>
                </a:moveTo>
                <a:lnTo>
                  <a:pt x="53" y="0"/>
                </a:lnTo>
                <a:lnTo>
                  <a:pt x="373" y="0"/>
                </a:lnTo>
                <a:lnTo>
                  <a:pt x="459" y="320"/>
                </a:lnTo>
                <a:lnTo>
                  <a:pt x="789" y="320"/>
                </a:lnTo>
                <a:lnTo>
                  <a:pt x="875" y="11"/>
                </a:lnTo>
                <a:lnTo>
                  <a:pt x="1195" y="11"/>
                </a:lnTo>
                <a:lnTo>
                  <a:pt x="1237" y="214"/>
                </a:lnTo>
              </a:path>
            </a:pathLst>
          </a:custGeom>
          <a:noFill/>
          <a:ln w="28575" cap="rnd" cmpd="sng">
            <a:solidFill>
              <a:srgbClr val="0099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2" name="Rectangle 46"/>
          <p:cNvSpPr>
            <a:spLocks noChangeArrowheads="1"/>
          </p:cNvSpPr>
          <p:nvPr/>
        </p:nvSpPr>
        <p:spPr bwMode="auto">
          <a:xfrm>
            <a:off x="3381375" y="1500188"/>
            <a:ext cx="442913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>
                <a:latin typeface="Arial" charset="0"/>
              </a:rPr>
              <a:t>= </a:t>
            </a:r>
          </a:p>
        </p:txBody>
      </p:sp>
      <p:grpSp>
        <p:nvGrpSpPr>
          <p:cNvPr id="14339" name="Group 3"/>
          <p:cNvGrpSpPr>
            <a:grpSpLocks/>
          </p:cNvGrpSpPr>
          <p:nvPr/>
        </p:nvGrpSpPr>
        <p:grpSpPr bwMode="auto">
          <a:xfrm>
            <a:off x="5486400" y="2276475"/>
            <a:ext cx="2597150" cy="593725"/>
            <a:chOff x="2634" y="1550"/>
            <a:chExt cx="1227" cy="499"/>
          </a:xfrm>
        </p:grpSpPr>
        <p:sp>
          <p:nvSpPr>
            <p:cNvPr id="14340" name="Freeform 4"/>
            <p:cNvSpPr>
              <a:spLocks/>
            </p:cNvSpPr>
            <p:nvPr/>
          </p:nvSpPr>
          <p:spPr bwMode="auto">
            <a:xfrm>
              <a:off x="2634" y="1550"/>
              <a:ext cx="395" cy="250"/>
            </a:xfrm>
            <a:custGeom>
              <a:avLst/>
              <a:gdLst>
                <a:gd name="T0" fmla="*/ 4 w 395"/>
                <a:gd name="T1" fmla="*/ 241 h 250"/>
                <a:gd name="T2" fmla="*/ 11 w 395"/>
                <a:gd name="T3" fmla="*/ 232 h 250"/>
                <a:gd name="T4" fmla="*/ 15 w 395"/>
                <a:gd name="T5" fmla="*/ 222 h 250"/>
                <a:gd name="T6" fmla="*/ 19 w 395"/>
                <a:gd name="T7" fmla="*/ 213 h 250"/>
                <a:gd name="T8" fmla="*/ 26 w 395"/>
                <a:gd name="T9" fmla="*/ 205 h 250"/>
                <a:gd name="T10" fmla="*/ 30 w 395"/>
                <a:gd name="T11" fmla="*/ 195 h 250"/>
                <a:gd name="T12" fmla="*/ 34 w 395"/>
                <a:gd name="T13" fmla="*/ 186 h 250"/>
                <a:gd name="T14" fmla="*/ 41 w 395"/>
                <a:gd name="T15" fmla="*/ 176 h 250"/>
                <a:gd name="T16" fmla="*/ 45 w 395"/>
                <a:gd name="T17" fmla="*/ 168 h 250"/>
                <a:gd name="T18" fmla="*/ 48 w 395"/>
                <a:gd name="T19" fmla="*/ 159 h 250"/>
                <a:gd name="T20" fmla="*/ 56 w 395"/>
                <a:gd name="T21" fmla="*/ 151 h 250"/>
                <a:gd name="T22" fmla="*/ 60 w 395"/>
                <a:gd name="T23" fmla="*/ 141 h 250"/>
                <a:gd name="T24" fmla="*/ 63 w 395"/>
                <a:gd name="T25" fmla="*/ 133 h 250"/>
                <a:gd name="T26" fmla="*/ 67 w 395"/>
                <a:gd name="T27" fmla="*/ 125 h 250"/>
                <a:gd name="T28" fmla="*/ 74 w 395"/>
                <a:gd name="T29" fmla="*/ 117 h 250"/>
                <a:gd name="T30" fmla="*/ 78 w 395"/>
                <a:gd name="T31" fmla="*/ 109 h 250"/>
                <a:gd name="T32" fmla="*/ 82 w 395"/>
                <a:gd name="T33" fmla="*/ 101 h 250"/>
                <a:gd name="T34" fmla="*/ 89 w 395"/>
                <a:gd name="T35" fmla="*/ 93 h 250"/>
                <a:gd name="T36" fmla="*/ 93 w 395"/>
                <a:gd name="T37" fmla="*/ 87 h 250"/>
                <a:gd name="T38" fmla="*/ 97 w 395"/>
                <a:gd name="T39" fmla="*/ 79 h 250"/>
                <a:gd name="T40" fmla="*/ 104 w 395"/>
                <a:gd name="T41" fmla="*/ 73 h 250"/>
                <a:gd name="T42" fmla="*/ 108 w 395"/>
                <a:gd name="T43" fmla="*/ 66 h 250"/>
                <a:gd name="T44" fmla="*/ 112 w 395"/>
                <a:gd name="T45" fmla="*/ 60 h 250"/>
                <a:gd name="T46" fmla="*/ 119 w 395"/>
                <a:gd name="T47" fmla="*/ 54 h 250"/>
                <a:gd name="T48" fmla="*/ 123 w 395"/>
                <a:gd name="T49" fmla="*/ 47 h 250"/>
                <a:gd name="T50" fmla="*/ 130 w 395"/>
                <a:gd name="T51" fmla="*/ 41 h 250"/>
                <a:gd name="T52" fmla="*/ 138 w 395"/>
                <a:gd name="T53" fmla="*/ 35 h 250"/>
                <a:gd name="T54" fmla="*/ 145 w 395"/>
                <a:gd name="T55" fmla="*/ 28 h 250"/>
                <a:gd name="T56" fmla="*/ 152 w 395"/>
                <a:gd name="T57" fmla="*/ 22 h 250"/>
                <a:gd name="T58" fmla="*/ 160 w 395"/>
                <a:gd name="T59" fmla="*/ 15 h 250"/>
                <a:gd name="T60" fmla="*/ 171 w 395"/>
                <a:gd name="T61" fmla="*/ 9 h 250"/>
                <a:gd name="T62" fmla="*/ 186 w 395"/>
                <a:gd name="T63" fmla="*/ 3 h 250"/>
                <a:gd name="T64" fmla="*/ 201 w 395"/>
                <a:gd name="T65" fmla="*/ 0 h 250"/>
                <a:gd name="T66" fmla="*/ 216 w 395"/>
                <a:gd name="T67" fmla="*/ 1 h 250"/>
                <a:gd name="T68" fmla="*/ 231 w 395"/>
                <a:gd name="T69" fmla="*/ 4 h 250"/>
                <a:gd name="T70" fmla="*/ 245 w 395"/>
                <a:gd name="T71" fmla="*/ 11 h 250"/>
                <a:gd name="T72" fmla="*/ 257 w 395"/>
                <a:gd name="T73" fmla="*/ 17 h 250"/>
                <a:gd name="T74" fmla="*/ 264 w 395"/>
                <a:gd name="T75" fmla="*/ 23 h 250"/>
                <a:gd name="T76" fmla="*/ 271 w 395"/>
                <a:gd name="T77" fmla="*/ 30 h 250"/>
                <a:gd name="T78" fmla="*/ 279 w 395"/>
                <a:gd name="T79" fmla="*/ 36 h 250"/>
                <a:gd name="T80" fmla="*/ 283 w 395"/>
                <a:gd name="T81" fmla="*/ 43 h 250"/>
                <a:gd name="T82" fmla="*/ 290 w 395"/>
                <a:gd name="T83" fmla="*/ 49 h 250"/>
                <a:gd name="T84" fmla="*/ 294 w 395"/>
                <a:gd name="T85" fmla="*/ 55 h 250"/>
                <a:gd name="T86" fmla="*/ 301 w 395"/>
                <a:gd name="T87" fmla="*/ 62 h 250"/>
                <a:gd name="T88" fmla="*/ 305 w 395"/>
                <a:gd name="T89" fmla="*/ 68 h 250"/>
                <a:gd name="T90" fmla="*/ 309 w 395"/>
                <a:gd name="T91" fmla="*/ 74 h 250"/>
                <a:gd name="T92" fmla="*/ 312 w 395"/>
                <a:gd name="T93" fmla="*/ 81 h 250"/>
                <a:gd name="T94" fmla="*/ 320 w 395"/>
                <a:gd name="T95" fmla="*/ 89 h 250"/>
                <a:gd name="T96" fmla="*/ 323 w 395"/>
                <a:gd name="T97" fmla="*/ 95 h 250"/>
                <a:gd name="T98" fmla="*/ 327 w 395"/>
                <a:gd name="T99" fmla="*/ 103 h 250"/>
                <a:gd name="T100" fmla="*/ 335 w 395"/>
                <a:gd name="T101" fmla="*/ 111 h 250"/>
                <a:gd name="T102" fmla="*/ 338 w 395"/>
                <a:gd name="T103" fmla="*/ 119 h 250"/>
                <a:gd name="T104" fmla="*/ 342 w 395"/>
                <a:gd name="T105" fmla="*/ 127 h 250"/>
                <a:gd name="T106" fmla="*/ 349 w 395"/>
                <a:gd name="T107" fmla="*/ 135 h 250"/>
                <a:gd name="T108" fmla="*/ 353 w 395"/>
                <a:gd name="T109" fmla="*/ 143 h 250"/>
                <a:gd name="T110" fmla="*/ 357 w 395"/>
                <a:gd name="T111" fmla="*/ 152 h 250"/>
                <a:gd name="T112" fmla="*/ 364 w 395"/>
                <a:gd name="T113" fmla="*/ 160 h 250"/>
                <a:gd name="T114" fmla="*/ 368 w 395"/>
                <a:gd name="T115" fmla="*/ 170 h 250"/>
                <a:gd name="T116" fmla="*/ 372 w 395"/>
                <a:gd name="T117" fmla="*/ 178 h 250"/>
                <a:gd name="T118" fmla="*/ 379 w 395"/>
                <a:gd name="T119" fmla="*/ 187 h 250"/>
                <a:gd name="T120" fmla="*/ 383 w 395"/>
                <a:gd name="T121" fmla="*/ 197 h 250"/>
                <a:gd name="T122" fmla="*/ 387 w 395"/>
                <a:gd name="T123" fmla="*/ 206 h 250"/>
                <a:gd name="T124" fmla="*/ 394 w 395"/>
                <a:gd name="T125" fmla="*/ 214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95" h="250">
                  <a:moveTo>
                    <a:pt x="0" y="249"/>
                  </a:moveTo>
                  <a:lnTo>
                    <a:pt x="4" y="246"/>
                  </a:lnTo>
                  <a:lnTo>
                    <a:pt x="4" y="245"/>
                  </a:lnTo>
                  <a:lnTo>
                    <a:pt x="4" y="241"/>
                  </a:lnTo>
                  <a:lnTo>
                    <a:pt x="8" y="240"/>
                  </a:lnTo>
                  <a:lnTo>
                    <a:pt x="8" y="237"/>
                  </a:lnTo>
                  <a:lnTo>
                    <a:pt x="8" y="235"/>
                  </a:lnTo>
                  <a:lnTo>
                    <a:pt x="11" y="232"/>
                  </a:lnTo>
                  <a:lnTo>
                    <a:pt x="11" y="230"/>
                  </a:lnTo>
                  <a:lnTo>
                    <a:pt x="11" y="227"/>
                  </a:lnTo>
                  <a:lnTo>
                    <a:pt x="15" y="225"/>
                  </a:lnTo>
                  <a:lnTo>
                    <a:pt x="15" y="222"/>
                  </a:lnTo>
                  <a:lnTo>
                    <a:pt x="15" y="221"/>
                  </a:lnTo>
                  <a:lnTo>
                    <a:pt x="19" y="218"/>
                  </a:lnTo>
                  <a:lnTo>
                    <a:pt x="19" y="216"/>
                  </a:lnTo>
                  <a:lnTo>
                    <a:pt x="19" y="213"/>
                  </a:lnTo>
                  <a:lnTo>
                    <a:pt x="22" y="211"/>
                  </a:lnTo>
                  <a:lnTo>
                    <a:pt x="22" y="210"/>
                  </a:lnTo>
                  <a:lnTo>
                    <a:pt x="22" y="206"/>
                  </a:lnTo>
                  <a:lnTo>
                    <a:pt x="26" y="205"/>
                  </a:lnTo>
                  <a:lnTo>
                    <a:pt x="26" y="202"/>
                  </a:lnTo>
                  <a:lnTo>
                    <a:pt x="26" y="200"/>
                  </a:lnTo>
                  <a:lnTo>
                    <a:pt x="30" y="197"/>
                  </a:lnTo>
                  <a:lnTo>
                    <a:pt x="30" y="195"/>
                  </a:lnTo>
                  <a:lnTo>
                    <a:pt x="30" y="192"/>
                  </a:lnTo>
                  <a:lnTo>
                    <a:pt x="34" y="190"/>
                  </a:lnTo>
                  <a:lnTo>
                    <a:pt x="34" y="189"/>
                  </a:lnTo>
                  <a:lnTo>
                    <a:pt x="34" y="186"/>
                  </a:lnTo>
                  <a:lnTo>
                    <a:pt x="37" y="184"/>
                  </a:lnTo>
                  <a:lnTo>
                    <a:pt x="37" y="181"/>
                  </a:lnTo>
                  <a:lnTo>
                    <a:pt x="37" y="179"/>
                  </a:lnTo>
                  <a:lnTo>
                    <a:pt x="41" y="176"/>
                  </a:lnTo>
                  <a:lnTo>
                    <a:pt x="41" y="175"/>
                  </a:lnTo>
                  <a:lnTo>
                    <a:pt x="41" y="173"/>
                  </a:lnTo>
                  <a:lnTo>
                    <a:pt x="45" y="170"/>
                  </a:lnTo>
                  <a:lnTo>
                    <a:pt x="45" y="168"/>
                  </a:lnTo>
                  <a:lnTo>
                    <a:pt x="45" y="165"/>
                  </a:lnTo>
                  <a:lnTo>
                    <a:pt x="48" y="163"/>
                  </a:lnTo>
                  <a:lnTo>
                    <a:pt x="48" y="162"/>
                  </a:lnTo>
                  <a:lnTo>
                    <a:pt x="48" y="159"/>
                  </a:lnTo>
                  <a:lnTo>
                    <a:pt x="52" y="157"/>
                  </a:lnTo>
                  <a:lnTo>
                    <a:pt x="52" y="155"/>
                  </a:lnTo>
                  <a:lnTo>
                    <a:pt x="52" y="152"/>
                  </a:lnTo>
                  <a:lnTo>
                    <a:pt x="56" y="151"/>
                  </a:lnTo>
                  <a:lnTo>
                    <a:pt x="56" y="148"/>
                  </a:lnTo>
                  <a:lnTo>
                    <a:pt x="56" y="146"/>
                  </a:lnTo>
                  <a:lnTo>
                    <a:pt x="60" y="144"/>
                  </a:lnTo>
                  <a:lnTo>
                    <a:pt x="60" y="141"/>
                  </a:lnTo>
                  <a:lnTo>
                    <a:pt x="60" y="140"/>
                  </a:lnTo>
                  <a:lnTo>
                    <a:pt x="63" y="138"/>
                  </a:lnTo>
                  <a:lnTo>
                    <a:pt x="63" y="135"/>
                  </a:lnTo>
                  <a:lnTo>
                    <a:pt x="63" y="133"/>
                  </a:lnTo>
                  <a:lnTo>
                    <a:pt x="63" y="132"/>
                  </a:lnTo>
                  <a:lnTo>
                    <a:pt x="67" y="130"/>
                  </a:lnTo>
                  <a:lnTo>
                    <a:pt x="67" y="127"/>
                  </a:lnTo>
                  <a:lnTo>
                    <a:pt x="67" y="125"/>
                  </a:lnTo>
                  <a:lnTo>
                    <a:pt x="71" y="124"/>
                  </a:lnTo>
                  <a:lnTo>
                    <a:pt x="71" y="120"/>
                  </a:lnTo>
                  <a:lnTo>
                    <a:pt x="71" y="119"/>
                  </a:lnTo>
                  <a:lnTo>
                    <a:pt x="74" y="117"/>
                  </a:lnTo>
                  <a:lnTo>
                    <a:pt x="74" y="116"/>
                  </a:lnTo>
                  <a:lnTo>
                    <a:pt x="74" y="113"/>
                  </a:lnTo>
                  <a:lnTo>
                    <a:pt x="78" y="111"/>
                  </a:lnTo>
                  <a:lnTo>
                    <a:pt x="78" y="109"/>
                  </a:lnTo>
                  <a:lnTo>
                    <a:pt x="78" y="108"/>
                  </a:lnTo>
                  <a:lnTo>
                    <a:pt x="82" y="106"/>
                  </a:lnTo>
                  <a:lnTo>
                    <a:pt x="82" y="103"/>
                  </a:lnTo>
                  <a:lnTo>
                    <a:pt x="82" y="101"/>
                  </a:lnTo>
                  <a:lnTo>
                    <a:pt x="86" y="100"/>
                  </a:lnTo>
                  <a:lnTo>
                    <a:pt x="86" y="98"/>
                  </a:lnTo>
                  <a:lnTo>
                    <a:pt x="86" y="97"/>
                  </a:lnTo>
                  <a:lnTo>
                    <a:pt x="89" y="93"/>
                  </a:lnTo>
                  <a:lnTo>
                    <a:pt x="89" y="92"/>
                  </a:lnTo>
                  <a:lnTo>
                    <a:pt x="89" y="90"/>
                  </a:lnTo>
                  <a:lnTo>
                    <a:pt x="93" y="89"/>
                  </a:lnTo>
                  <a:lnTo>
                    <a:pt x="93" y="87"/>
                  </a:lnTo>
                  <a:lnTo>
                    <a:pt x="93" y="85"/>
                  </a:lnTo>
                  <a:lnTo>
                    <a:pt x="97" y="84"/>
                  </a:lnTo>
                  <a:lnTo>
                    <a:pt x="97" y="82"/>
                  </a:lnTo>
                  <a:lnTo>
                    <a:pt x="97" y="79"/>
                  </a:lnTo>
                  <a:lnTo>
                    <a:pt x="100" y="78"/>
                  </a:lnTo>
                  <a:lnTo>
                    <a:pt x="100" y="76"/>
                  </a:lnTo>
                  <a:lnTo>
                    <a:pt x="100" y="74"/>
                  </a:lnTo>
                  <a:lnTo>
                    <a:pt x="104" y="73"/>
                  </a:lnTo>
                  <a:lnTo>
                    <a:pt x="104" y="71"/>
                  </a:lnTo>
                  <a:lnTo>
                    <a:pt x="104" y="70"/>
                  </a:lnTo>
                  <a:lnTo>
                    <a:pt x="108" y="68"/>
                  </a:lnTo>
                  <a:lnTo>
                    <a:pt x="108" y="66"/>
                  </a:lnTo>
                  <a:lnTo>
                    <a:pt x="108" y="65"/>
                  </a:lnTo>
                  <a:lnTo>
                    <a:pt x="112" y="63"/>
                  </a:lnTo>
                  <a:lnTo>
                    <a:pt x="112" y="62"/>
                  </a:lnTo>
                  <a:lnTo>
                    <a:pt x="112" y="60"/>
                  </a:lnTo>
                  <a:lnTo>
                    <a:pt x="115" y="58"/>
                  </a:lnTo>
                  <a:lnTo>
                    <a:pt x="115" y="57"/>
                  </a:lnTo>
                  <a:lnTo>
                    <a:pt x="115" y="55"/>
                  </a:lnTo>
                  <a:lnTo>
                    <a:pt x="119" y="54"/>
                  </a:lnTo>
                  <a:lnTo>
                    <a:pt x="119" y="52"/>
                  </a:lnTo>
                  <a:lnTo>
                    <a:pt x="123" y="50"/>
                  </a:lnTo>
                  <a:lnTo>
                    <a:pt x="123" y="49"/>
                  </a:lnTo>
                  <a:lnTo>
                    <a:pt x="123" y="47"/>
                  </a:lnTo>
                  <a:lnTo>
                    <a:pt x="126" y="46"/>
                  </a:lnTo>
                  <a:lnTo>
                    <a:pt x="126" y="44"/>
                  </a:lnTo>
                  <a:lnTo>
                    <a:pt x="130" y="43"/>
                  </a:lnTo>
                  <a:lnTo>
                    <a:pt x="130" y="41"/>
                  </a:lnTo>
                  <a:lnTo>
                    <a:pt x="130" y="39"/>
                  </a:lnTo>
                  <a:lnTo>
                    <a:pt x="134" y="38"/>
                  </a:lnTo>
                  <a:lnTo>
                    <a:pt x="134" y="36"/>
                  </a:lnTo>
                  <a:lnTo>
                    <a:pt x="138" y="35"/>
                  </a:lnTo>
                  <a:lnTo>
                    <a:pt x="138" y="33"/>
                  </a:lnTo>
                  <a:lnTo>
                    <a:pt x="141" y="31"/>
                  </a:lnTo>
                  <a:lnTo>
                    <a:pt x="141" y="30"/>
                  </a:lnTo>
                  <a:lnTo>
                    <a:pt x="145" y="28"/>
                  </a:lnTo>
                  <a:lnTo>
                    <a:pt x="145" y="27"/>
                  </a:lnTo>
                  <a:lnTo>
                    <a:pt x="149" y="25"/>
                  </a:lnTo>
                  <a:lnTo>
                    <a:pt x="149" y="23"/>
                  </a:lnTo>
                  <a:lnTo>
                    <a:pt x="152" y="22"/>
                  </a:lnTo>
                  <a:lnTo>
                    <a:pt x="152" y="20"/>
                  </a:lnTo>
                  <a:lnTo>
                    <a:pt x="156" y="19"/>
                  </a:lnTo>
                  <a:lnTo>
                    <a:pt x="156" y="17"/>
                  </a:lnTo>
                  <a:lnTo>
                    <a:pt x="160" y="15"/>
                  </a:lnTo>
                  <a:lnTo>
                    <a:pt x="164" y="14"/>
                  </a:lnTo>
                  <a:lnTo>
                    <a:pt x="164" y="12"/>
                  </a:lnTo>
                  <a:lnTo>
                    <a:pt x="167" y="11"/>
                  </a:lnTo>
                  <a:lnTo>
                    <a:pt x="171" y="9"/>
                  </a:lnTo>
                  <a:lnTo>
                    <a:pt x="175" y="8"/>
                  </a:lnTo>
                  <a:lnTo>
                    <a:pt x="178" y="6"/>
                  </a:lnTo>
                  <a:lnTo>
                    <a:pt x="182" y="4"/>
                  </a:lnTo>
                  <a:lnTo>
                    <a:pt x="186" y="3"/>
                  </a:lnTo>
                  <a:lnTo>
                    <a:pt x="190" y="1"/>
                  </a:lnTo>
                  <a:lnTo>
                    <a:pt x="193" y="1"/>
                  </a:lnTo>
                  <a:lnTo>
                    <a:pt x="197" y="0"/>
                  </a:lnTo>
                  <a:lnTo>
                    <a:pt x="201" y="0"/>
                  </a:lnTo>
                  <a:lnTo>
                    <a:pt x="204" y="0"/>
                  </a:lnTo>
                  <a:lnTo>
                    <a:pt x="208" y="0"/>
                  </a:lnTo>
                  <a:lnTo>
                    <a:pt x="212" y="0"/>
                  </a:lnTo>
                  <a:lnTo>
                    <a:pt x="216" y="1"/>
                  </a:lnTo>
                  <a:lnTo>
                    <a:pt x="219" y="1"/>
                  </a:lnTo>
                  <a:lnTo>
                    <a:pt x="223" y="3"/>
                  </a:lnTo>
                  <a:lnTo>
                    <a:pt x="227" y="3"/>
                  </a:lnTo>
                  <a:lnTo>
                    <a:pt x="231" y="4"/>
                  </a:lnTo>
                  <a:lnTo>
                    <a:pt x="234" y="6"/>
                  </a:lnTo>
                  <a:lnTo>
                    <a:pt x="238" y="8"/>
                  </a:lnTo>
                  <a:lnTo>
                    <a:pt x="242" y="9"/>
                  </a:lnTo>
                  <a:lnTo>
                    <a:pt x="245" y="11"/>
                  </a:lnTo>
                  <a:lnTo>
                    <a:pt x="249" y="12"/>
                  </a:lnTo>
                  <a:lnTo>
                    <a:pt x="249" y="14"/>
                  </a:lnTo>
                  <a:lnTo>
                    <a:pt x="253" y="15"/>
                  </a:lnTo>
                  <a:lnTo>
                    <a:pt x="257" y="17"/>
                  </a:lnTo>
                  <a:lnTo>
                    <a:pt x="257" y="19"/>
                  </a:lnTo>
                  <a:lnTo>
                    <a:pt x="260" y="20"/>
                  </a:lnTo>
                  <a:lnTo>
                    <a:pt x="260" y="22"/>
                  </a:lnTo>
                  <a:lnTo>
                    <a:pt x="264" y="23"/>
                  </a:lnTo>
                  <a:lnTo>
                    <a:pt x="264" y="25"/>
                  </a:lnTo>
                  <a:lnTo>
                    <a:pt x="268" y="27"/>
                  </a:lnTo>
                  <a:lnTo>
                    <a:pt x="268" y="28"/>
                  </a:lnTo>
                  <a:lnTo>
                    <a:pt x="271" y="30"/>
                  </a:lnTo>
                  <a:lnTo>
                    <a:pt x="271" y="31"/>
                  </a:lnTo>
                  <a:lnTo>
                    <a:pt x="275" y="33"/>
                  </a:lnTo>
                  <a:lnTo>
                    <a:pt x="275" y="35"/>
                  </a:lnTo>
                  <a:lnTo>
                    <a:pt x="279" y="36"/>
                  </a:lnTo>
                  <a:lnTo>
                    <a:pt x="279" y="38"/>
                  </a:lnTo>
                  <a:lnTo>
                    <a:pt x="283" y="39"/>
                  </a:lnTo>
                  <a:lnTo>
                    <a:pt x="283" y="41"/>
                  </a:lnTo>
                  <a:lnTo>
                    <a:pt x="283" y="43"/>
                  </a:lnTo>
                  <a:lnTo>
                    <a:pt x="286" y="44"/>
                  </a:lnTo>
                  <a:lnTo>
                    <a:pt x="286" y="46"/>
                  </a:lnTo>
                  <a:lnTo>
                    <a:pt x="290" y="47"/>
                  </a:lnTo>
                  <a:lnTo>
                    <a:pt x="290" y="49"/>
                  </a:lnTo>
                  <a:lnTo>
                    <a:pt x="290" y="50"/>
                  </a:lnTo>
                  <a:lnTo>
                    <a:pt x="294" y="52"/>
                  </a:lnTo>
                  <a:lnTo>
                    <a:pt x="294" y="54"/>
                  </a:lnTo>
                  <a:lnTo>
                    <a:pt x="294" y="55"/>
                  </a:lnTo>
                  <a:lnTo>
                    <a:pt x="297" y="57"/>
                  </a:lnTo>
                  <a:lnTo>
                    <a:pt x="297" y="58"/>
                  </a:lnTo>
                  <a:lnTo>
                    <a:pt x="297" y="60"/>
                  </a:lnTo>
                  <a:lnTo>
                    <a:pt x="301" y="62"/>
                  </a:lnTo>
                  <a:lnTo>
                    <a:pt x="301" y="63"/>
                  </a:lnTo>
                  <a:lnTo>
                    <a:pt x="301" y="65"/>
                  </a:lnTo>
                  <a:lnTo>
                    <a:pt x="305" y="66"/>
                  </a:lnTo>
                  <a:lnTo>
                    <a:pt x="305" y="68"/>
                  </a:lnTo>
                  <a:lnTo>
                    <a:pt x="305" y="70"/>
                  </a:lnTo>
                  <a:lnTo>
                    <a:pt x="309" y="71"/>
                  </a:lnTo>
                  <a:lnTo>
                    <a:pt x="309" y="73"/>
                  </a:lnTo>
                  <a:lnTo>
                    <a:pt x="309" y="74"/>
                  </a:lnTo>
                  <a:lnTo>
                    <a:pt x="309" y="76"/>
                  </a:lnTo>
                  <a:lnTo>
                    <a:pt x="312" y="78"/>
                  </a:lnTo>
                  <a:lnTo>
                    <a:pt x="312" y="79"/>
                  </a:lnTo>
                  <a:lnTo>
                    <a:pt x="312" y="81"/>
                  </a:lnTo>
                  <a:lnTo>
                    <a:pt x="316" y="82"/>
                  </a:lnTo>
                  <a:lnTo>
                    <a:pt x="316" y="84"/>
                  </a:lnTo>
                  <a:lnTo>
                    <a:pt x="316" y="85"/>
                  </a:lnTo>
                  <a:lnTo>
                    <a:pt x="320" y="89"/>
                  </a:lnTo>
                  <a:lnTo>
                    <a:pt x="320" y="90"/>
                  </a:lnTo>
                  <a:lnTo>
                    <a:pt x="320" y="92"/>
                  </a:lnTo>
                  <a:lnTo>
                    <a:pt x="323" y="93"/>
                  </a:lnTo>
                  <a:lnTo>
                    <a:pt x="323" y="95"/>
                  </a:lnTo>
                  <a:lnTo>
                    <a:pt x="323" y="97"/>
                  </a:lnTo>
                  <a:lnTo>
                    <a:pt x="327" y="100"/>
                  </a:lnTo>
                  <a:lnTo>
                    <a:pt x="327" y="101"/>
                  </a:lnTo>
                  <a:lnTo>
                    <a:pt x="327" y="103"/>
                  </a:lnTo>
                  <a:lnTo>
                    <a:pt x="331" y="105"/>
                  </a:lnTo>
                  <a:lnTo>
                    <a:pt x="331" y="106"/>
                  </a:lnTo>
                  <a:lnTo>
                    <a:pt x="331" y="109"/>
                  </a:lnTo>
                  <a:lnTo>
                    <a:pt x="335" y="111"/>
                  </a:lnTo>
                  <a:lnTo>
                    <a:pt x="335" y="113"/>
                  </a:lnTo>
                  <a:lnTo>
                    <a:pt x="335" y="114"/>
                  </a:lnTo>
                  <a:lnTo>
                    <a:pt x="338" y="116"/>
                  </a:lnTo>
                  <a:lnTo>
                    <a:pt x="338" y="119"/>
                  </a:lnTo>
                  <a:lnTo>
                    <a:pt x="338" y="120"/>
                  </a:lnTo>
                  <a:lnTo>
                    <a:pt x="342" y="122"/>
                  </a:lnTo>
                  <a:lnTo>
                    <a:pt x="342" y="125"/>
                  </a:lnTo>
                  <a:lnTo>
                    <a:pt x="342" y="127"/>
                  </a:lnTo>
                  <a:lnTo>
                    <a:pt x="346" y="128"/>
                  </a:lnTo>
                  <a:lnTo>
                    <a:pt x="346" y="130"/>
                  </a:lnTo>
                  <a:lnTo>
                    <a:pt x="346" y="133"/>
                  </a:lnTo>
                  <a:lnTo>
                    <a:pt x="349" y="135"/>
                  </a:lnTo>
                  <a:lnTo>
                    <a:pt x="349" y="136"/>
                  </a:lnTo>
                  <a:lnTo>
                    <a:pt x="349" y="140"/>
                  </a:lnTo>
                  <a:lnTo>
                    <a:pt x="353" y="141"/>
                  </a:lnTo>
                  <a:lnTo>
                    <a:pt x="353" y="143"/>
                  </a:lnTo>
                  <a:lnTo>
                    <a:pt x="353" y="146"/>
                  </a:lnTo>
                  <a:lnTo>
                    <a:pt x="357" y="148"/>
                  </a:lnTo>
                  <a:lnTo>
                    <a:pt x="357" y="149"/>
                  </a:lnTo>
                  <a:lnTo>
                    <a:pt x="357" y="152"/>
                  </a:lnTo>
                  <a:lnTo>
                    <a:pt x="361" y="154"/>
                  </a:lnTo>
                  <a:lnTo>
                    <a:pt x="361" y="155"/>
                  </a:lnTo>
                  <a:lnTo>
                    <a:pt x="361" y="159"/>
                  </a:lnTo>
                  <a:lnTo>
                    <a:pt x="364" y="160"/>
                  </a:lnTo>
                  <a:lnTo>
                    <a:pt x="364" y="163"/>
                  </a:lnTo>
                  <a:lnTo>
                    <a:pt x="364" y="165"/>
                  </a:lnTo>
                  <a:lnTo>
                    <a:pt x="368" y="167"/>
                  </a:lnTo>
                  <a:lnTo>
                    <a:pt x="368" y="170"/>
                  </a:lnTo>
                  <a:lnTo>
                    <a:pt x="368" y="171"/>
                  </a:lnTo>
                  <a:lnTo>
                    <a:pt x="372" y="175"/>
                  </a:lnTo>
                  <a:lnTo>
                    <a:pt x="372" y="176"/>
                  </a:lnTo>
                  <a:lnTo>
                    <a:pt x="372" y="178"/>
                  </a:lnTo>
                  <a:lnTo>
                    <a:pt x="375" y="181"/>
                  </a:lnTo>
                  <a:lnTo>
                    <a:pt x="375" y="183"/>
                  </a:lnTo>
                  <a:lnTo>
                    <a:pt x="375" y="186"/>
                  </a:lnTo>
                  <a:lnTo>
                    <a:pt x="379" y="187"/>
                  </a:lnTo>
                  <a:lnTo>
                    <a:pt x="379" y="189"/>
                  </a:lnTo>
                  <a:lnTo>
                    <a:pt x="379" y="192"/>
                  </a:lnTo>
                  <a:lnTo>
                    <a:pt x="383" y="194"/>
                  </a:lnTo>
                  <a:lnTo>
                    <a:pt x="383" y="197"/>
                  </a:lnTo>
                  <a:lnTo>
                    <a:pt x="383" y="198"/>
                  </a:lnTo>
                  <a:lnTo>
                    <a:pt x="387" y="202"/>
                  </a:lnTo>
                  <a:lnTo>
                    <a:pt x="387" y="203"/>
                  </a:lnTo>
                  <a:lnTo>
                    <a:pt x="387" y="206"/>
                  </a:lnTo>
                  <a:lnTo>
                    <a:pt x="390" y="208"/>
                  </a:lnTo>
                  <a:lnTo>
                    <a:pt x="390" y="211"/>
                  </a:lnTo>
                  <a:lnTo>
                    <a:pt x="390" y="213"/>
                  </a:lnTo>
                  <a:lnTo>
                    <a:pt x="394" y="214"/>
                  </a:lnTo>
                  <a:lnTo>
                    <a:pt x="394" y="218"/>
                  </a:lnTo>
                  <a:lnTo>
                    <a:pt x="394" y="219"/>
                  </a:lnTo>
                </a:path>
              </a:pathLst>
            </a:custGeom>
            <a:noFill/>
            <a:ln w="28575" cap="rnd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1" name="Freeform 5"/>
            <p:cNvSpPr>
              <a:spLocks/>
            </p:cNvSpPr>
            <p:nvPr/>
          </p:nvSpPr>
          <p:spPr bwMode="auto">
            <a:xfrm>
              <a:off x="3028" y="1769"/>
              <a:ext cx="398" cy="280"/>
            </a:xfrm>
            <a:custGeom>
              <a:avLst/>
              <a:gdLst>
                <a:gd name="T0" fmla="*/ 4 w 398"/>
                <a:gd name="T1" fmla="*/ 8 h 280"/>
                <a:gd name="T2" fmla="*/ 11 w 398"/>
                <a:gd name="T3" fmla="*/ 18 h 280"/>
                <a:gd name="T4" fmla="*/ 15 w 398"/>
                <a:gd name="T5" fmla="*/ 27 h 280"/>
                <a:gd name="T6" fmla="*/ 19 w 398"/>
                <a:gd name="T7" fmla="*/ 35 h 280"/>
                <a:gd name="T8" fmla="*/ 26 w 398"/>
                <a:gd name="T9" fmla="*/ 45 h 280"/>
                <a:gd name="T10" fmla="*/ 30 w 398"/>
                <a:gd name="T11" fmla="*/ 54 h 280"/>
                <a:gd name="T12" fmla="*/ 33 w 398"/>
                <a:gd name="T13" fmla="*/ 64 h 280"/>
                <a:gd name="T14" fmla="*/ 37 w 398"/>
                <a:gd name="T15" fmla="*/ 73 h 280"/>
                <a:gd name="T16" fmla="*/ 45 w 398"/>
                <a:gd name="T17" fmla="*/ 83 h 280"/>
                <a:gd name="T18" fmla="*/ 48 w 398"/>
                <a:gd name="T19" fmla="*/ 91 h 280"/>
                <a:gd name="T20" fmla="*/ 52 w 398"/>
                <a:gd name="T21" fmla="*/ 100 h 280"/>
                <a:gd name="T22" fmla="*/ 59 w 398"/>
                <a:gd name="T23" fmla="*/ 110 h 280"/>
                <a:gd name="T24" fmla="*/ 63 w 398"/>
                <a:gd name="T25" fmla="*/ 118 h 280"/>
                <a:gd name="T26" fmla="*/ 67 w 398"/>
                <a:gd name="T27" fmla="*/ 127 h 280"/>
                <a:gd name="T28" fmla="*/ 74 w 398"/>
                <a:gd name="T29" fmla="*/ 135 h 280"/>
                <a:gd name="T30" fmla="*/ 78 w 398"/>
                <a:gd name="T31" fmla="*/ 143 h 280"/>
                <a:gd name="T32" fmla="*/ 82 w 398"/>
                <a:gd name="T33" fmla="*/ 153 h 280"/>
                <a:gd name="T34" fmla="*/ 89 w 398"/>
                <a:gd name="T35" fmla="*/ 161 h 280"/>
                <a:gd name="T36" fmla="*/ 93 w 398"/>
                <a:gd name="T37" fmla="*/ 169 h 280"/>
                <a:gd name="T38" fmla="*/ 97 w 398"/>
                <a:gd name="T39" fmla="*/ 175 h 280"/>
                <a:gd name="T40" fmla="*/ 104 w 398"/>
                <a:gd name="T41" fmla="*/ 183 h 280"/>
                <a:gd name="T42" fmla="*/ 108 w 398"/>
                <a:gd name="T43" fmla="*/ 191 h 280"/>
                <a:gd name="T44" fmla="*/ 111 w 398"/>
                <a:gd name="T45" fmla="*/ 197 h 280"/>
                <a:gd name="T46" fmla="*/ 119 w 398"/>
                <a:gd name="T47" fmla="*/ 204 h 280"/>
                <a:gd name="T48" fmla="*/ 123 w 398"/>
                <a:gd name="T49" fmla="*/ 212 h 280"/>
                <a:gd name="T50" fmla="*/ 126 w 398"/>
                <a:gd name="T51" fmla="*/ 218 h 280"/>
                <a:gd name="T52" fmla="*/ 134 w 398"/>
                <a:gd name="T53" fmla="*/ 224 h 280"/>
                <a:gd name="T54" fmla="*/ 137 w 398"/>
                <a:gd name="T55" fmla="*/ 231 h 280"/>
                <a:gd name="T56" fmla="*/ 145 w 398"/>
                <a:gd name="T57" fmla="*/ 237 h 280"/>
                <a:gd name="T58" fmla="*/ 152 w 398"/>
                <a:gd name="T59" fmla="*/ 244 h 280"/>
                <a:gd name="T60" fmla="*/ 160 w 398"/>
                <a:gd name="T61" fmla="*/ 250 h 280"/>
                <a:gd name="T62" fmla="*/ 163 w 398"/>
                <a:gd name="T63" fmla="*/ 256 h 280"/>
                <a:gd name="T64" fmla="*/ 175 w 398"/>
                <a:gd name="T65" fmla="*/ 263 h 280"/>
                <a:gd name="T66" fmla="*/ 186 w 398"/>
                <a:gd name="T67" fmla="*/ 269 h 280"/>
                <a:gd name="T68" fmla="*/ 201 w 398"/>
                <a:gd name="T69" fmla="*/ 275 h 280"/>
                <a:gd name="T70" fmla="*/ 215 w 398"/>
                <a:gd name="T71" fmla="*/ 279 h 280"/>
                <a:gd name="T72" fmla="*/ 230 w 398"/>
                <a:gd name="T73" fmla="*/ 277 h 280"/>
                <a:gd name="T74" fmla="*/ 245 w 398"/>
                <a:gd name="T75" fmla="*/ 274 h 280"/>
                <a:gd name="T76" fmla="*/ 260 w 398"/>
                <a:gd name="T77" fmla="*/ 267 h 280"/>
                <a:gd name="T78" fmla="*/ 271 w 398"/>
                <a:gd name="T79" fmla="*/ 261 h 280"/>
                <a:gd name="T80" fmla="*/ 279 w 398"/>
                <a:gd name="T81" fmla="*/ 255 h 280"/>
                <a:gd name="T82" fmla="*/ 286 w 398"/>
                <a:gd name="T83" fmla="*/ 248 h 280"/>
                <a:gd name="T84" fmla="*/ 290 w 398"/>
                <a:gd name="T85" fmla="*/ 242 h 280"/>
                <a:gd name="T86" fmla="*/ 297 w 398"/>
                <a:gd name="T87" fmla="*/ 236 h 280"/>
                <a:gd name="T88" fmla="*/ 305 w 398"/>
                <a:gd name="T89" fmla="*/ 229 h 280"/>
                <a:gd name="T90" fmla="*/ 308 w 398"/>
                <a:gd name="T91" fmla="*/ 223 h 280"/>
                <a:gd name="T92" fmla="*/ 316 w 398"/>
                <a:gd name="T93" fmla="*/ 217 h 280"/>
                <a:gd name="T94" fmla="*/ 319 w 398"/>
                <a:gd name="T95" fmla="*/ 210 h 280"/>
                <a:gd name="T96" fmla="*/ 323 w 398"/>
                <a:gd name="T97" fmla="*/ 202 h 280"/>
                <a:gd name="T98" fmla="*/ 331 w 398"/>
                <a:gd name="T99" fmla="*/ 196 h 280"/>
                <a:gd name="T100" fmla="*/ 334 w 398"/>
                <a:gd name="T101" fmla="*/ 189 h 280"/>
                <a:gd name="T102" fmla="*/ 338 w 398"/>
                <a:gd name="T103" fmla="*/ 182 h 280"/>
                <a:gd name="T104" fmla="*/ 345 w 398"/>
                <a:gd name="T105" fmla="*/ 174 h 280"/>
                <a:gd name="T106" fmla="*/ 349 w 398"/>
                <a:gd name="T107" fmla="*/ 166 h 280"/>
                <a:gd name="T108" fmla="*/ 353 w 398"/>
                <a:gd name="T109" fmla="*/ 158 h 280"/>
                <a:gd name="T110" fmla="*/ 360 w 398"/>
                <a:gd name="T111" fmla="*/ 150 h 280"/>
                <a:gd name="T112" fmla="*/ 364 w 398"/>
                <a:gd name="T113" fmla="*/ 142 h 280"/>
                <a:gd name="T114" fmla="*/ 368 w 398"/>
                <a:gd name="T115" fmla="*/ 134 h 280"/>
                <a:gd name="T116" fmla="*/ 375 w 398"/>
                <a:gd name="T117" fmla="*/ 124 h 280"/>
                <a:gd name="T118" fmla="*/ 379 w 398"/>
                <a:gd name="T119" fmla="*/ 116 h 280"/>
                <a:gd name="T120" fmla="*/ 383 w 398"/>
                <a:gd name="T121" fmla="*/ 107 h 280"/>
                <a:gd name="T122" fmla="*/ 390 w 398"/>
                <a:gd name="T123" fmla="*/ 99 h 280"/>
                <a:gd name="T124" fmla="*/ 394 w 398"/>
                <a:gd name="T125" fmla="*/ 89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98" h="280">
                  <a:moveTo>
                    <a:pt x="0" y="0"/>
                  </a:moveTo>
                  <a:lnTo>
                    <a:pt x="4" y="3"/>
                  </a:lnTo>
                  <a:lnTo>
                    <a:pt x="4" y="5"/>
                  </a:lnTo>
                  <a:lnTo>
                    <a:pt x="4" y="8"/>
                  </a:lnTo>
                  <a:lnTo>
                    <a:pt x="7" y="10"/>
                  </a:lnTo>
                  <a:lnTo>
                    <a:pt x="7" y="13"/>
                  </a:lnTo>
                  <a:lnTo>
                    <a:pt x="7" y="14"/>
                  </a:lnTo>
                  <a:lnTo>
                    <a:pt x="11" y="18"/>
                  </a:lnTo>
                  <a:lnTo>
                    <a:pt x="11" y="19"/>
                  </a:lnTo>
                  <a:lnTo>
                    <a:pt x="11" y="22"/>
                  </a:lnTo>
                  <a:lnTo>
                    <a:pt x="15" y="24"/>
                  </a:lnTo>
                  <a:lnTo>
                    <a:pt x="15" y="27"/>
                  </a:lnTo>
                  <a:lnTo>
                    <a:pt x="15" y="29"/>
                  </a:lnTo>
                  <a:lnTo>
                    <a:pt x="19" y="30"/>
                  </a:lnTo>
                  <a:lnTo>
                    <a:pt x="19" y="34"/>
                  </a:lnTo>
                  <a:lnTo>
                    <a:pt x="19" y="35"/>
                  </a:lnTo>
                  <a:lnTo>
                    <a:pt x="22" y="38"/>
                  </a:lnTo>
                  <a:lnTo>
                    <a:pt x="22" y="40"/>
                  </a:lnTo>
                  <a:lnTo>
                    <a:pt x="22" y="43"/>
                  </a:lnTo>
                  <a:lnTo>
                    <a:pt x="26" y="45"/>
                  </a:lnTo>
                  <a:lnTo>
                    <a:pt x="26" y="48"/>
                  </a:lnTo>
                  <a:lnTo>
                    <a:pt x="26" y="49"/>
                  </a:lnTo>
                  <a:lnTo>
                    <a:pt x="30" y="53"/>
                  </a:lnTo>
                  <a:lnTo>
                    <a:pt x="30" y="54"/>
                  </a:lnTo>
                  <a:lnTo>
                    <a:pt x="30" y="57"/>
                  </a:lnTo>
                  <a:lnTo>
                    <a:pt x="33" y="59"/>
                  </a:lnTo>
                  <a:lnTo>
                    <a:pt x="33" y="62"/>
                  </a:lnTo>
                  <a:lnTo>
                    <a:pt x="33" y="64"/>
                  </a:lnTo>
                  <a:lnTo>
                    <a:pt x="37" y="67"/>
                  </a:lnTo>
                  <a:lnTo>
                    <a:pt x="37" y="69"/>
                  </a:lnTo>
                  <a:lnTo>
                    <a:pt x="37" y="70"/>
                  </a:lnTo>
                  <a:lnTo>
                    <a:pt x="37" y="73"/>
                  </a:lnTo>
                  <a:lnTo>
                    <a:pt x="41" y="75"/>
                  </a:lnTo>
                  <a:lnTo>
                    <a:pt x="41" y="78"/>
                  </a:lnTo>
                  <a:lnTo>
                    <a:pt x="41" y="80"/>
                  </a:lnTo>
                  <a:lnTo>
                    <a:pt x="45" y="83"/>
                  </a:lnTo>
                  <a:lnTo>
                    <a:pt x="45" y="84"/>
                  </a:lnTo>
                  <a:lnTo>
                    <a:pt x="45" y="88"/>
                  </a:lnTo>
                  <a:lnTo>
                    <a:pt x="48" y="89"/>
                  </a:lnTo>
                  <a:lnTo>
                    <a:pt x="48" y="91"/>
                  </a:lnTo>
                  <a:lnTo>
                    <a:pt x="48" y="94"/>
                  </a:lnTo>
                  <a:lnTo>
                    <a:pt x="52" y="96"/>
                  </a:lnTo>
                  <a:lnTo>
                    <a:pt x="52" y="99"/>
                  </a:lnTo>
                  <a:lnTo>
                    <a:pt x="52" y="100"/>
                  </a:lnTo>
                  <a:lnTo>
                    <a:pt x="56" y="104"/>
                  </a:lnTo>
                  <a:lnTo>
                    <a:pt x="56" y="105"/>
                  </a:lnTo>
                  <a:lnTo>
                    <a:pt x="56" y="107"/>
                  </a:lnTo>
                  <a:lnTo>
                    <a:pt x="59" y="110"/>
                  </a:lnTo>
                  <a:lnTo>
                    <a:pt x="59" y="112"/>
                  </a:lnTo>
                  <a:lnTo>
                    <a:pt x="59" y="115"/>
                  </a:lnTo>
                  <a:lnTo>
                    <a:pt x="63" y="116"/>
                  </a:lnTo>
                  <a:lnTo>
                    <a:pt x="63" y="118"/>
                  </a:lnTo>
                  <a:lnTo>
                    <a:pt x="63" y="121"/>
                  </a:lnTo>
                  <a:lnTo>
                    <a:pt x="67" y="123"/>
                  </a:lnTo>
                  <a:lnTo>
                    <a:pt x="67" y="124"/>
                  </a:lnTo>
                  <a:lnTo>
                    <a:pt x="67" y="127"/>
                  </a:lnTo>
                  <a:lnTo>
                    <a:pt x="71" y="129"/>
                  </a:lnTo>
                  <a:lnTo>
                    <a:pt x="71" y="131"/>
                  </a:lnTo>
                  <a:lnTo>
                    <a:pt x="71" y="134"/>
                  </a:lnTo>
                  <a:lnTo>
                    <a:pt x="74" y="135"/>
                  </a:lnTo>
                  <a:lnTo>
                    <a:pt x="74" y="137"/>
                  </a:lnTo>
                  <a:lnTo>
                    <a:pt x="74" y="140"/>
                  </a:lnTo>
                  <a:lnTo>
                    <a:pt x="78" y="142"/>
                  </a:lnTo>
                  <a:lnTo>
                    <a:pt x="78" y="143"/>
                  </a:lnTo>
                  <a:lnTo>
                    <a:pt x="78" y="147"/>
                  </a:lnTo>
                  <a:lnTo>
                    <a:pt x="82" y="148"/>
                  </a:lnTo>
                  <a:lnTo>
                    <a:pt x="82" y="150"/>
                  </a:lnTo>
                  <a:lnTo>
                    <a:pt x="82" y="153"/>
                  </a:lnTo>
                  <a:lnTo>
                    <a:pt x="85" y="154"/>
                  </a:lnTo>
                  <a:lnTo>
                    <a:pt x="85" y="156"/>
                  </a:lnTo>
                  <a:lnTo>
                    <a:pt x="85" y="158"/>
                  </a:lnTo>
                  <a:lnTo>
                    <a:pt x="89" y="161"/>
                  </a:lnTo>
                  <a:lnTo>
                    <a:pt x="89" y="162"/>
                  </a:lnTo>
                  <a:lnTo>
                    <a:pt x="89" y="164"/>
                  </a:lnTo>
                  <a:lnTo>
                    <a:pt x="93" y="166"/>
                  </a:lnTo>
                  <a:lnTo>
                    <a:pt x="93" y="169"/>
                  </a:lnTo>
                  <a:lnTo>
                    <a:pt x="93" y="170"/>
                  </a:lnTo>
                  <a:lnTo>
                    <a:pt x="97" y="172"/>
                  </a:lnTo>
                  <a:lnTo>
                    <a:pt x="97" y="174"/>
                  </a:lnTo>
                  <a:lnTo>
                    <a:pt x="97" y="175"/>
                  </a:lnTo>
                  <a:lnTo>
                    <a:pt x="100" y="178"/>
                  </a:lnTo>
                  <a:lnTo>
                    <a:pt x="100" y="180"/>
                  </a:lnTo>
                  <a:lnTo>
                    <a:pt x="100" y="182"/>
                  </a:lnTo>
                  <a:lnTo>
                    <a:pt x="104" y="183"/>
                  </a:lnTo>
                  <a:lnTo>
                    <a:pt x="104" y="185"/>
                  </a:lnTo>
                  <a:lnTo>
                    <a:pt x="104" y="186"/>
                  </a:lnTo>
                  <a:lnTo>
                    <a:pt x="108" y="189"/>
                  </a:lnTo>
                  <a:lnTo>
                    <a:pt x="108" y="191"/>
                  </a:lnTo>
                  <a:lnTo>
                    <a:pt x="108" y="193"/>
                  </a:lnTo>
                  <a:lnTo>
                    <a:pt x="111" y="194"/>
                  </a:lnTo>
                  <a:lnTo>
                    <a:pt x="111" y="196"/>
                  </a:lnTo>
                  <a:lnTo>
                    <a:pt x="111" y="197"/>
                  </a:lnTo>
                  <a:lnTo>
                    <a:pt x="115" y="199"/>
                  </a:lnTo>
                  <a:lnTo>
                    <a:pt x="115" y="201"/>
                  </a:lnTo>
                  <a:lnTo>
                    <a:pt x="115" y="202"/>
                  </a:lnTo>
                  <a:lnTo>
                    <a:pt x="119" y="204"/>
                  </a:lnTo>
                  <a:lnTo>
                    <a:pt x="119" y="207"/>
                  </a:lnTo>
                  <a:lnTo>
                    <a:pt x="119" y="209"/>
                  </a:lnTo>
                  <a:lnTo>
                    <a:pt x="123" y="210"/>
                  </a:lnTo>
                  <a:lnTo>
                    <a:pt x="123" y="212"/>
                  </a:lnTo>
                  <a:lnTo>
                    <a:pt x="123" y="213"/>
                  </a:lnTo>
                  <a:lnTo>
                    <a:pt x="126" y="215"/>
                  </a:lnTo>
                  <a:lnTo>
                    <a:pt x="126" y="217"/>
                  </a:lnTo>
                  <a:lnTo>
                    <a:pt x="126" y="218"/>
                  </a:lnTo>
                  <a:lnTo>
                    <a:pt x="130" y="220"/>
                  </a:lnTo>
                  <a:lnTo>
                    <a:pt x="130" y="221"/>
                  </a:lnTo>
                  <a:lnTo>
                    <a:pt x="134" y="223"/>
                  </a:lnTo>
                  <a:lnTo>
                    <a:pt x="134" y="224"/>
                  </a:lnTo>
                  <a:lnTo>
                    <a:pt x="134" y="226"/>
                  </a:lnTo>
                  <a:lnTo>
                    <a:pt x="137" y="228"/>
                  </a:lnTo>
                  <a:lnTo>
                    <a:pt x="137" y="229"/>
                  </a:lnTo>
                  <a:lnTo>
                    <a:pt x="137" y="231"/>
                  </a:lnTo>
                  <a:lnTo>
                    <a:pt x="141" y="232"/>
                  </a:lnTo>
                  <a:lnTo>
                    <a:pt x="141" y="234"/>
                  </a:lnTo>
                  <a:lnTo>
                    <a:pt x="145" y="236"/>
                  </a:lnTo>
                  <a:lnTo>
                    <a:pt x="145" y="237"/>
                  </a:lnTo>
                  <a:lnTo>
                    <a:pt x="145" y="239"/>
                  </a:lnTo>
                  <a:lnTo>
                    <a:pt x="149" y="240"/>
                  </a:lnTo>
                  <a:lnTo>
                    <a:pt x="149" y="242"/>
                  </a:lnTo>
                  <a:lnTo>
                    <a:pt x="152" y="244"/>
                  </a:lnTo>
                  <a:lnTo>
                    <a:pt x="152" y="245"/>
                  </a:lnTo>
                  <a:lnTo>
                    <a:pt x="156" y="247"/>
                  </a:lnTo>
                  <a:lnTo>
                    <a:pt x="156" y="248"/>
                  </a:lnTo>
                  <a:lnTo>
                    <a:pt x="160" y="250"/>
                  </a:lnTo>
                  <a:lnTo>
                    <a:pt x="160" y="252"/>
                  </a:lnTo>
                  <a:lnTo>
                    <a:pt x="160" y="253"/>
                  </a:lnTo>
                  <a:lnTo>
                    <a:pt x="163" y="255"/>
                  </a:lnTo>
                  <a:lnTo>
                    <a:pt x="163" y="256"/>
                  </a:lnTo>
                  <a:lnTo>
                    <a:pt x="167" y="258"/>
                  </a:lnTo>
                  <a:lnTo>
                    <a:pt x="171" y="259"/>
                  </a:lnTo>
                  <a:lnTo>
                    <a:pt x="171" y="261"/>
                  </a:lnTo>
                  <a:lnTo>
                    <a:pt x="175" y="263"/>
                  </a:lnTo>
                  <a:lnTo>
                    <a:pt x="175" y="264"/>
                  </a:lnTo>
                  <a:lnTo>
                    <a:pt x="178" y="266"/>
                  </a:lnTo>
                  <a:lnTo>
                    <a:pt x="182" y="267"/>
                  </a:lnTo>
                  <a:lnTo>
                    <a:pt x="186" y="269"/>
                  </a:lnTo>
                  <a:lnTo>
                    <a:pt x="189" y="271"/>
                  </a:lnTo>
                  <a:lnTo>
                    <a:pt x="193" y="272"/>
                  </a:lnTo>
                  <a:lnTo>
                    <a:pt x="197" y="274"/>
                  </a:lnTo>
                  <a:lnTo>
                    <a:pt x="201" y="275"/>
                  </a:lnTo>
                  <a:lnTo>
                    <a:pt x="204" y="277"/>
                  </a:lnTo>
                  <a:lnTo>
                    <a:pt x="208" y="277"/>
                  </a:lnTo>
                  <a:lnTo>
                    <a:pt x="212" y="279"/>
                  </a:lnTo>
                  <a:lnTo>
                    <a:pt x="215" y="279"/>
                  </a:lnTo>
                  <a:lnTo>
                    <a:pt x="219" y="279"/>
                  </a:lnTo>
                  <a:lnTo>
                    <a:pt x="223" y="279"/>
                  </a:lnTo>
                  <a:lnTo>
                    <a:pt x="227" y="279"/>
                  </a:lnTo>
                  <a:lnTo>
                    <a:pt x="230" y="277"/>
                  </a:lnTo>
                  <a:lnTo>
                    <a:pt x="234" y="277"/>
                  </a:lnTo>
                  <a:lnTo>
                    <a:pt x="238" y="275"/>
                  </a:lnTo>
                  <a:lnTo>
                    <a:pt x="241" y="275"/>
                  </a:lnTo>
                  <a:lnTo>
                    <a:pt x="245" y="274"/>
                  </a:lnTo>
                  <a:lnTo>
                    <a:pt x="249" y="272"/>
                  </a:lnTo>
                  <a:lnTo>
                    <a:pt x="253" y="271"/>
                  </a:lnTo>
                  <a:lnTo>
                    <a:pt x="256" y="269"/>
                  </a:lnTo>
                  <a:lnTo>
                    <a:pt x="260" y="267"/>
                  </a:lnTo>
                  <a:lnTo>
                    <a:pt x="264" y="266"/>
                  </a:lnTo>
                  <a:lnTo>
                    <a:pt x="267" y="264"/>
                  </a:lnTo>
                  <a:lnTo>
                    <a:pt x="267" y="263"/>
                  </a:lnTo>
                  <a:lnTo>
                    <a:pt x="271" y="261"/>
                  </a:lnTo>
                  <a:lnTo>
                    <a:pt x="271" y="259"/>
                  </a:lnTo>
                  <a:lnTo>
                    <a:pt x="275" y="258"/>
                  </a:lnTo>
                  <a:lnTo>
                    <a:pt x="279" y="256"/>
                  </a:lnTo>
                  <a:lnTo>
                    <a:pt x="279" y="255"/>
                  </a:lnTo>
                  <a:lnTo>
                    <a:pt x="282" y="253"/>
                  </a:lnTo>
                  <a:lnTo>
                    <a:pt x="282" y="252"/>
                  </a:lnTo>
                  <a:lnTo>
                    <a:pt x="282" y="250"/>
                  </a:lnTo>
                  <a:lnTo>
                    <a:pt x="286" y="248"/>
                  </a:lnTo>
                  <a:lnTo>
                    <a:pt x="286" y="247"/>
                  </a:lnTo>
                  <a:lnTo>
                    <a:pt x="290" y="245"/>
                  </a:lnTo>
                  <a:lnTo>
                    <a:pt x="290" y="244"/>
                  </a:lnTo>
                  <a:lnTo>
                    <a:pt x="290" y="242"/>
                  </a:lnTo>
                  <a:lnTo>
                    <a:pt x="293" y="240"/>
                  </a:lnTo>
                  <a:lnTo>
                    <a:pt x="293" y="239"/>
                  </a:lnTo>
                  <a:lnTo>
                    <a:pt x="297" y="237"/>
                  </a:lnTo>
                  <a:lnTo>
                    <a:pt x="297" y="236"/>
                  </a:lnTo>
                  <a:lnTo>
                    <a:pt x="301" y="234"/>
                  </a:lnTo>
                  <a:lnTo>
                    <a:pt x="301" y="232"/>
                  </a:lnTo>
                  <a:lnTo>
                    <a:pt x="301" y="231"/>
                  </a:lnTo>
                  <a:lnTo>
                    <a:pt x="305" y="229"/>
                  </a:lnTo>
                  <a:lnTo>
                    <a:pt x="305" y="228"/>
                  </a:lnTo>
                  <a:lnTo>
                    <a:pt x="305" y="226"/>
                  </a:lnTo>
                  <a:lnTo>
                    <a:pt x="308" y="224"/>
                  </a:lnTo>
                  <a:lnTo>
                    <a:pt x="308" y="223"/>
                  </a:lnTo>
                  <a:lnTo>
                    <a:pt x="308" y="221"/>
                  </a:lnTo>
                  <a:lnTo>
                    <a:pt x="312" y="220"/>
                  </a:lnTo>
                  <a:lnTo>
                    <a:pt x="312" y="218"/>
                  </a:lnTo>
                  <a:lnTo>
                    <a:pt x="316" y="217"/>
                  </a:lnTo>
                  <a:lnTo>
                    <a:pt x="316" y="215"/>
                  </a:lnTo>
                  <a:lnTo>
                    <a:pt x="316" y="213"/>
                  </a:lnTo>
                  <a:lnTo>
                    <a:pt x="319" y="212"/>
                  </a:lnTo>
                  <a:lnTo>
                    <a:pt x="319" y="210"/>
                  </a:lnTo>
                  <a:lnTo>
                    <a:pt x="319" y="209"/>
                  </a:lnTo>
                  <a:lnTo>
                    <a:pt x="323" y="207"/>
                  </a:lnTo>
                  <a:lnTo>
                    <a:pt x="323" y="204"/>
                  </a:lnTo>
                  <a:lnTo>
                    <a:pt x="323" y="202"/>
                  </a:lnTo>
                  <a:lnTo>
                    <a:pt x="327" y="201"/>
                  </a:lnTo>
                  <a:lnTo>
                    <a:pt x="327" y="199"/>
                  </a:lnTo>
                  <a:lnTo>
                    <a:pt x="327" y="197"/>
                  </a:lnTo>
                  <a:lnTo>
                    <a:pt x="331" y="196"/>
                  </a:lnTo>
                  <a:lnTo>
                    <a:pt x="331" y="194"/>
                  </a:lnTo>
                  <a:lnTo>
                    <a:pt x="331" y="193"/>
                  </a:lnTo>
                  <a:lnTo>
                    <a:pt x="334" y="191"/>
                  </a:lnTo>
                  <a:lnTo>
                    <a:pt x="334" y="189"/>
                  </a:lnTo>
                  <a:lnTo>
                    <a:pt x="334" y="186"/>
                  </a:lnTo>
                  <a:lnTo>
                    <a:pt x="338" y="185"/>
                  </a:lnTo>
                  <a:lnTo>
                    <a:pt x="338" y="183"/>
                  </a:lnTo>
                  <a:lnTo>
                    <a:pt x="338" y="182"/>
                  </a:lnTo>
                  <a:lnTo>
                    <a:pt x="342" y="180"/>
                  </a:lnTo>
                  <a:lnTo>
                    <a:pt x="342" y="178"/>
                  </a:lnTo>
                  <a:lnTo>
                    <a:pt x="342" y="175"/>
                  </a:lnTo>
                  <a:lnTo>
                    <a:pt x="345" y="174"/>
                  </a:lnTo>
                  <a:lnTo>
                    <a:pt x="345" y="172"/>
                  </a:lnTo>
                  <a:lnTo>
                    <a:pt x="345" y="170"/>
                  </a:lnTo>
                  <a:lnTo>
                    <a:pt x="349" y="169"/>
                  </a:lnTo>
                  <a:lnTo>
                    <a:pt x="349" y="166"/>
                  </a:lnTo>
                  <a:lnTo>
                    <a:pt x="349" y="164"/>
                  </a:lnTo>
                  <a:lnTo>
                    <a:pt x="353" y="162"/>
                  </a:lnTo>
                  <a:lnTo>
                    <a:pt x="353" y="161"/>
                  </a:lnTo>
                  <a:lnTo>
                    <a:pt x="353" y="158"/>
                  </a:lnTo>
                  <a:lnTo>
                    <a:pt x="357" y="156"/>
                  </a:lnTo>
                  <a:lnTo>
                    <a:pt x="357" y="154"/>
                  </a:lnTo>
                  <a:lnTo>
                    <a:pt x="357" y="153"/>
                  </a:lnTo>
                  <a:lnTo>
                    <a:pt x="360" y="150"/>
                  </a:lnTo>
                  <a:lnTo>
                    <a:pt x="360" y="148"/>
                  </a:lnTo>
                  <a:lnTo>
                    <a:pt x="360" y="147"/>
                  </a:lnTo>
                  <a:lnTo>
                    <a:pt x="364" y="143"/>
                  </a:lnTo>
                  <a:lnTo>
                    <a:pt x="364" y="142"/>
                  </a:lnTo>
                  <a:lnTo>
                    <a:pt x="364" y="140"/>
                  </a:lnTo>
                  <a:lnTo>
                    <a:pt x="368" y="137"/>
                  </a:lnTo>
                  <a:lnTo>
                    <a:pt x="368" y="135"/>
                  </a:lnTo>
                  <a:lnTo>
                    <a:pt x="368" y="134"/>
                  </a:lnTo>
                  <a:lnTo>
                    <a:pt x="371" y="131"/>
                  </a:lnTo>
                  <a:lnTo>
                    <a:pt x="371" y="129"/>
                  </a:lnTo>
                  <a:lnTo>
                    <a:pt x="371" y="127"/>
                  </a:lnTo>
                  <a:lnTo>
                    <a:pt x="375" y="124"/>
                  </a:lnTo>
                  <a:lnTo>
                    <a:pt x="375" y="123"/>
                  </a:lnTo>
                  <a:lnTo>
                    <a:pt x="375" y="121"/>
                  </a:lnTo>
                  <a:lnTo>
                    <a:pt x="379" y="118"/>
                  </a:lnTo>
                  <a:lnTo>
                    <a:pt x="379" y="116"/>
                  </a:lnTo>
                  <a:lnTo>
                    <a:pt x="379" y="115"/>
                  </a:lnTo>
                  <a:lnTo>
                    <a:pt x="383" y="112"/>
                  </a:lnTo>
                  <a:lnTo>
                    <a:pt x="383" y="110"/>
                  </a:lnTo>
                  <a:lnTo>
                    <a:pt x="383" y="107"/>
                  </a:lnTo>
                  <a:lnTo>
                    <a:pt x="386" y="105"/>
                  </a:lnTo>
                  <a:lnTo>
                    <a:pt x="386" y="104"/>
                  </a:lnTo>
                  <a:lnTo>
                    <a:pt x="386" y="100"/>
                  </a:lnTo>
                  <a:lnTo>
                    <a:pt x="390" y="99"/>
                  </a:lnTo>
                  <a:lnTo>
                    <a:pt x="390" y="96"/>
                  </a:lnTo>
                  <a:lnTo>
                    <a:pt x="390" y="94"/>
                  </a:lnTo>
                  <a:lnTo>
                    <a:pt x="394" y="91"/>
                  </a:lnTo>
                  <a:lnTo>
                    <a:pt x="394" y="89"/>
                  </a:lnTo>
                  <a:lnTo>
                    <a:pt x="394" y="88"/>
                  </a:lnTo>
                  <a:lnTo>
                    <a:pt x="397" y="84"/>
                  </a:lnTo>
                </a:path>
              </a:pathLst>
            </a:custGeom>
            <a:noFill/>
            <a:ln w="28575" cap="rnd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2" name="Freeform 6"/>
            <p:cNvSpPr>
              <a:spLocks/>
            </p:cNvSpPr>
            <p:nvPr/>
          </p:nvSpPr>
          <p:spPr bwMode="auto">
            <a:xfrm>
              <a:off x="3425" y="1550"/>
              <a:ext cx="392" cy="304"/>
            </a:xfrm>
            <a:custGeom>
              <a:avLst/>
              <a:gdLst>
                <a:gd name="T0" fmla="*/ 4 w 392"/>
                <a:gd name="T1" fmla="*/ 297 h 304"/>
                <a:gd name="T2" fmla="*/ 8 w 392"/>
                <a:gd name="T3" fmla="*/ 288 h 304"/>
                <a:gd name="T4" fmla="*/ 12 w 392"/>
                <a:gd name="T5" fmla="*/ 278 h 304"/>
                <a:gd name="T6" fmla="*/ 15 w 392"/>
                <a:gd name="T7" fmla="*/ 268 h 304"/>
                <a:gd name="T8" fmla="*/ 23 w 392"/>
                <a:gd name="T9" fmla="*/ 259 h 304"/>
                <a:gd name="T10" fmla="*/ 26 w 392"/>
                <a:gd name="T11" fmla="*/ 249 h 304"/>
                <a:gd name="T12" fmla="*/ 30 w 392"/>
                <a:gd name="T13" fmla="*/ 241 h 304"/>
                <a:gd name="T14" fmla="*/ 38 w 392"/>
                <a:gd name="T15" fmla="*/ 232 h 304"/>
                <a:gd name="T16" fmla="*/ 41 w 392"/>
                <a:gd name="T17" fmla="*/ 222 h 304"/>
                <a:gd name="T18" fmla="*/ 45 w 392"/>
                <a:gd name="T19" fmla="*/ 213 h 304"/>
                <a:gd name="T20" fmla="*/ 52 w 392"/>
                <a:gd name="T21" fmla="*/ 203 h 304"/>
                <a:gd name="T22" fmla="*/ 56 w 392"/>
                <a:gd name="T23" fmla="*/ 194 h 304"/>
                <a:gd name="T24" fmla="*/ 60 w 392"/>
                <a:gd name="T25" fmla="*/ 186 h 304"/>
                <a:gd name="T26" fmla="*/ 67 w 392"/>
                <a:gd name="T27" fmla="*/ 176 h 304"/>
                <a:gd name="T28" fmla="*/ 71 w 392"/>
                <a:gd name="T29" fmla="*/ 167 h 304"/>
                <a:gd name="T30" fmla="*/ 75 w 392"/>
                <a:gd name="T31" fmla="*/ 159 h 304"/>
                <a:gd name="T32" fmla="*/ 82 w 392"/>
                <a:gd name="T33" fmla="*/ 149 h 304"/>
                <a:gd name="T34" fmla="*/ 86 w 392"/>
                <a:gd name="T35" fmla="*/ 141 h 304"/>
                <a:gd name="T36" fmla="*/ 90 w 392"/>
                <a:gd name="T37" fmla="*/ 133 h 304"/>
                <a:gd name="T38" fmla="*/ 97 w 392"/>
                <a:gd name="T39" fmla="*/ 125 h 304"/>
                <a:gd name="T40" fmla="*/ 101 w 392"/>
                <a:gd name="T41" fmla="*/ 116 h 304"/>
                <a:gd name="T42" fmla="*/ 104 w 392"/>
                <a:gd name="T43" fmla="*/ 109 h 304"/>
                <a:gd name="T44" fmla="*/ 112 w 392"/>
                <a:gd name="T45" fmla="*/ 101 h 304"/>
                <a:gd name="T46" fmla="*/ 116 w 392"/>
                <a:gd name="T47" fmla="*/ 93 h 304"/>
                <a:gd name="T48" fmla="*/ 119 w 392"/>
                <a:gd name="T49" fmla="*/ 85 h 304"/>
                <a:gd name="T50" fmla="*/ 127 w 392"/>
                <a:gd name="T51" fmla="*/ 79 h 304"/>
                <a:gd name="T52" fmla="*/ 130 w 392"/>
                <a:gd name="T53" fmla="*/ 73 h 304"/>
                <a:gd name="T54" fmla="*/ 134 w 392"/>
                <a:gd name="T55" fmla="*/ 66 h 304"/>
                <a:gd name="T56" fmla="*/ 138 w 392"/>
                <a:gd name="T57" fmla="*/ 60 h 304"/>
                <a:gd name="T58" fmla="*/ 145 w 392"/>
                <a:gd name="T59" fmla="*/ 54 h 304"/>
                <a:gd name="T60" fmla="*/ 149 w 392"/>
                <a:gd name="T61" fmla="*/ 47 h 304"/>
                <a:gd name="T62" fmla="*/ 156 w 392"/>
                <a:gd name="T63" fmla="*/ 41 h 304"/>
                <a:gd name="T64" fmla="*/ 164 w 392"/>
                <a:gd name="T65" fmla="*/ 35 h 304"/>
                <a:gd name="T66" fmla="*/ 168 w 392"/>
                <a:gd name="T67" fmla="*/ 28 h 304"/>
                <a:gd name="T68" fmla="*/ 175 w 392"/>
                <a:gd name="T69" fmla="*/ 22 h 304"/>
                <a:gd name="T70" fmla="*/ 186 w 392"/>
                <a:gd name="T71" fmla="*/ 15 h 304"/>
                <a:gd name="T72" fmla="*/ 197 w 392"/>
                <a:gd name="T73" fmla="*/ 9 h 304"/>
                <a:gd name="T74" fmla="*/ 212 w 392"/>
                <a:gd name="T75" fmla="*/ 3 h 304"/>
                <a:gd name="T76" fmla="*/ 227 w 392"/>
                <a:gd name="T77" fmla="*/ 0 h 304"/>
                <a:gd name="T78" fmla="*/ 242 w 392"/>
                <a:gd name="T79" fmla="*/ 1 h 304"/>
                <a:gd name="T80" fmla="*/ 257 w 392"/>
                <a:gd name="T81" fmla="*/ 4 h 304"/>
                <a:gd name="T82" fmla="*/ 272 w 392"/>
                <a:gd name="T83" fmla="*/ 11 h 304"/>
                <a:gd name="T84" fmla="*/ 283 w 392"/>
                <a:gd name="T85" fmla="*/ 17 h 304"/>
                <a:gd name="T86" fmla="*/ 290 w 392"/>
                <a:gd name="T87" fmla="*/ 23 h 304"/>
                <a:gd name="T88" fmla="*/ 298 w 392"/>
                <a:gd name="T89" fmla="*/ 30 h 304"/>
                <a:gd name="T90" fmla="*/ 305 w 392"/>
                <a:gd name="T91" fmla="*/ 36 h 304"/>
                <a:gd name="T92" fmla="*/ 309 w 392"/>
                <a:gd name="T93" fmla="*/ 43 h 304"/>
                <a:gd name="T94" fmla="*/ 316 w 392"/>
                <a:gd name="T95" fmla="*/ 49 h 304"/>
                <a:gd name="T96" fmla="*/ 320 w 392"/>
                <a:gd name="T97" fmla="*/ 55 h 304"/>
                <a:gd name="T98" fmla="*/ 327 w 392"/>
                <a:gd name="T99" fmla="*/ 62 h 304"/>
                <a:gd name="T100" fmla="*/ 331 w 392"/>
                <a:gd name="T101" fmla="*/ 68 h 304"/>
                <a:gd name="T102" fmla="*/ 335 w 392"/>
                <a:gd name="T103" fmla="*/ 74 h 304"/>
                <a:gd name="T104" fmla="*/ 342 w 392"/>
                <a:gd name="T105" fmla="*/ 82 h 304"/>
                <a:gd name="T106" fmla="*/ 346 w 392"/>
                <a:gd name="T107" fmla="*/ 89 h 304"/>
                <a:gd name="T108" fmla="*/ 350 w 392"/>
                <a:gd name="T109" fmla="*/ 97 h 304"/>
                <a:gd name="T110" fmla="*/ 357 w 392"/>
                <a:gd name="T111" fmla="*/ 103 h 304"/>
                <a:gd name="T112" fmla="*/ 361 w 392"/>
                <a:gd name="T113" fmla="*/ 111 h 304"/>
                <a:gd name="T114" fmla="*/ 364 w 392"/>
                <a:gd name="T115" fmla="*/ 119 h 304"/>
                <a:gd name="T116" fmla="*/ 372 w 392"/>
                <a:gd name="T117" fmla="*/ 127 h 304"/>
                <a:gd name="T118" fmla="*/ 376 w 392"/>
                <a:gd name="T119" fmla="*/ 135 h 304"/>
                <a:gd name="T120" fmla="*/ 379 w 392"/>
                <a:gd name="T121" fmla="*/ 144 h 304"/>
                <a:gd name="T122" fmla="*/ 383 w 392"/>
                <a:gd name="T123" fmla="*/ 152 h 304"/>
                <a:gd name="T124" fmla="*/ 391 w 392"/>
                <a:gd name="T125" fmla="*/ 162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92" h="304">
                  <a:moveTo>
                    <a:pt x="0" y="303"/>
                  </a:moveTo>
                  <a:lnTo>
                    <a:pt x="0" y="302"/>
                  </a:lnTo>
                  <a:lnTo>
                    <a:pt x="0" y="299"/>
                  </a:lnTo>
                  <a:lnTo>
                    <a:pt x="4" y="297"/>
                  </a:lnTo>
                  <a:lnTo>
                    <a:pt x="4" y="294"/>
                  </a:lnTo>
                  <a:lnTo>
                    <a:pt x="4" y="292"/>
                  </a:lnTo>
                  <a:lnTo>
                    <a:pt x="8" y="289"/>
                  </a:lnTo>
                  <a:lnTo>
                    <a:pt x="8" y="288"/>
                  </a:lnTo>
                  <a:lnTo>
                    <a:pt x="8" y="286"/>
                  </a:lnTo>
                  <a:lnTo>
                    <a:pt x="8" y="283"/>
                  </a:lnTo>
                  <a:lnTo>
                    <a:pt x="12" y="281"/>
                  </a:lnTo>
                  <a:lnTo>
                    <a:pt x="12" y="278"/>
                  </a:lnTo>
                  <a:lnTo>
                    <a:pt x="12" y="276"/>
                  </a:lnTo>
                  <a:lnTo>
                    <a:pt x="15" y="273"/>
                  </a:lnTo>
                  <a:lnTo>
                    <a:pt x="15" y="272"/>
                  </a:lnTo>
                  <a:lnTo>
                    <a:pt x="15" y="268"/>
                  </a:lnTo>
                  <a:lnTo>
                    <a:pt x="19" y="267"/>
                  </a:lnTo>
                  <a:lnTo>
                    <a:pt x="19" y="264"/>
                  </a:lnTo>
                  <a:lnTo>
                    <a:pt x="19" y="262"/>
                  </a:lnTo>
                  <a:lnTo>
                    <a:pt x="23" y="259"/>
                  </a:lnTo>
                  <a:lnTo>
                    <a:pt x="23" y="257"/>
                  </a:lnTo>
                  <a:lnTo>
                    <a:pt x="23" y="254"/>
                  </a:lnTo>
                  <a:lnTo>
                    <a:pt x="26" y="253"/>
                  </a:lnTo>
                  <a:lnTo>
                    <a:pt x="26" y="249"/>
                  </a:lnTo>
                  <a:lnTo>
                    <a:pt x="26" y="248"/>
                  </a:lnTo>
                  <a:lnTo>
                    <a:pt x="30" y="246"/>
                  </a:lnTo>
                  <a:lnTo>
                    <a:pt x="30" y="243"/>
                  </a:lnTo>
                  <a:lnTo>
                    <a:pt x="30" y="241"/>
                  </a:lnTo>
                  <a:lnTo>
                    <a:pt x="34" y="238"/>
                  </a:lnTo>
                  <a:lnTo>
                    <a:pt x="34" y="237"/>
                  </a:lnTo>
                  <a:lnTo>
                    <a:pt x="34" y="233"/>
                  </a:lnTo>
                  <a:lnTo>
                    <a:pt x="38" y="232"/>
                  </a:lnTo>
                  <a:lnTo>
                    <a:pt x="38" y="229"/>
                  </a:lnTo>
                  <a:lnTo>
                    <a:pt x="38" y="227"/>
                  </a:lnTo>
                  <a:lnTo>
                    <a:pt x="41" y="224"/>
                  </a:lnTo>
                  <a:lnTo>
                    <a:pt x="41" y="222"/>
                  </a:lnTo>
                  <a:lnTo>
                    <a:pt x="41" y="219"/>
                  </a:lnTo>
                  <a:lnTo>
                    <a:pt x="45" y="218"/>
                  </a:lnTo>
                  <a:lnTo>
                    <a:pt x="45" y="214"/>
                  </a:lnTo>
                  <a:lnTo>
                    <a:pt x="45" y="213"/>
                  </a:lnTo>
                  <a:lnTo>
                    <a:pt x="49" y="211"/>
                  </a:lnTo>
                  <a:lnTo>
                    <a:pt x="49" y="208"/>
                  </a:lnTo>
                  <a:lnTo>
                    <a:pt x="49" y="206"/>
                  </a:lnTo>
                  <a:lnTo>
                    <a:pt x="52" y="203"/>
                  </a:lnTo>
                  <a:lnTo>
                    <a:pt x="52" y="202"/>
                  </a:lnTo>
                  <a:lnTo>
                    <a:pt x="52" y="198"/>
                  </a:lnTo>
                  <a:lnTo>
                    <a:pt x="56" y="197"/>
                  </a:lnTo>
                  <a:lnTo>
                    <a:pt x="56" y="194"/>
                  </a:lnTo>
                  <a:lnTo>
                    <a:pt x="56" y="192"/>
                  </a:lnTo>
                  <a:lnTo>
                    <a:pt x="60" y="189"/>
                  </a:lnTo>
                  <a:lnTo>
                    <a:pt x="60" y="187"/>
                  </a:lnTo>
                  <a:lnTo>
                    <a:pt x="60" y="186"/>
                  </a:lnTo>
                  <a:lnTo>
                    <a:pt x="64" y="183"/>
                  </a:lnTo>
                  <a:lnTo>
                    <a:pt x="64" y="181"/>
                  </a:lnTo>
                  <a:lnTo>
                    <a:pt x="64" y="178"/>
                  </a:lnTo>
                  <a:lnTo>
                    <a:pt x="67" y="176"/>
                  </a:lnTo>
                  <a:lnTo>
                    <a:pt x="67" y="175"/>
                  </a:lnTo>
                  <a:lnTo>
                    <a:pt x="67" y="171"/>
                  </a:lnTo>
                  <a:lnTo>
                    <a:pt x="71" y="170"/>
                  </a:lnTo>
                  <a:lnTo>
                    <a:pt x="71" y="167"/>
                  </a:lnTo>
                  <a:lnTo>
                    <a:pt x="71" y="165"/>
                  </a:lnTo>
                  <a:lnTo>
                    <a:pt x="75" y="163"/>
                  </a:lnTo>
                  <a:lnTo>
                    <a:pt x="75" y="160"/>
                  </a:lnTo>
                  <a:lnTo>
                    <a:pt x="75" y="159"/>
                  </a:lnTo>
                  <a:lnTo>
                    <a:pt x="78" y="155"/>
                  </a:lnTo>
                  <a:lnTo>
                    <a:pt x="78" y="154"/>
                  </a:lnTo>
                  <a:lnTo>
                    <a:pt x="78" y="152"/>
                  </a:lnTo>
                  <a:lnTo>
                    <a:pt x="82" y="149"/>
                  </a:lnTo>
                  <a:lnTo>
                    <a:pt x="82" y="148"/>
                  </a:lnTo>
                  <a:lnTo>
                    <a:pt x="82" y="146"/>
                  </a:lnTo>
                  <a:lnTo>
                    <a:pt x="86" y="143"/>
                  </a:lnTo>
                  <a:lnTo>
                    <a:pt x="86" y="141"/>
                  </a:lnTo>
                  <a:lnTo>
                    <a:pt x="86" y="140"/>
                  </a:lnTo>
                  <a:lnTo>
                    <a:pt x="90" y="136"/>
                  </a:lnTo>
                  <a:lnTo>
                    <a:pt x="90" y="135"/>
                  </a:lnTo>
                  <a:lnTo>
                    <a:pt x="90" y="133"/>
                  </a:lnTo>
                  <a:lnTo>
                    <a:pt x="93" y="130"/>
                  </a:lnTo>
                  <a:lnTo>
                    <a:pt x="93" y="128"/>
                  </a:lnTo>
                  <a:lnTo>
                    <a:pt x="93" y="127"/>
                  </a:lnTo>
                  <a:lnTo>
                    <a:pt x="97" y="125"/>
                  </a:lnTo>
                  <a:lnTo>
                    <a:pt x="97" y="122"/>
                  </a:lnTo>
                  <a:lnTo>
                    <a:pt x="97" y="120"/>
                  </a:lnTo>
                  <a:lnTo>
                    <a:pt x="101" y="119"/>
                  </a:lnTo>
                  <a:lnTo>
                    <a:pt x="101" y="116"/>
                  </a:lnTo>
                  <a:lnTo>
                    <a:pt x="101" y="114"/>
                  </a:lnTo>
                  <a:lnTo>
                    <a:pt x="104" y="113"/>
                  </a:lnTo>
                  <a:lnTo>
                    <a:pt x="104" y="111"/>
                  </a:lnTo>
                  <a:lnTo>
                    <a:pt x="104" y="109"/>
                  </a:lnTo>
                  <a:lnTo>
                    <a:pt x="108" y="106"/>
                  </a:lnTo>
                  <a:lnTo>
                    <a:pt x="108" y="105"/>
                  </a:lnTo>
                  <a:lnTo>
                    <a:pt x="108" y="103"/>
                  </a:lnTo>
                  <a:lnTo>
                    <a:pt x="112" y="101"/>
                  </a:lnTo>
                  <a:lnTo>
                    <a:pt x="112" y="100"/>
                  </a:lnTo>
                  <a:lnTo>
                    <a:pt x="112" y="97"/>
                  </a:lnTo>
                  <a:lnTo>
                    <a:pt x="116" y="95"/>
                  </a:lnTo>
                  <a:lnTo>
                    <a:pt x="116" y="93"/>
                  </a:lnTo>
                  <a:lnTo>
                    <a:pt x="116" y="92"/>
                  </a:lnTo>
                  <a:lnTo>
                    <a:pt x="119" y="90"/>
                  </a:lnTo>
                  <a:lnTo>
                    <a:pt x="119" y="89"/>
                  </a:lnTo>
                  <a:lnTo>
                    <a:pt x="119" y="85"/>
                  </a:lnTo>
                  <a:lnTo>
                    <a:pt x="123" y="84"/>
                  </a:lnTo>
                  <a:lnTo>
                    <a:pt x="123" y="82"/>
                  </a:lnTo>
                  <a:lnTo>
                    <a:pt x="123" y="81"/>
                  </a:lnTo>
                  <a:lnTo>
                    <a:pt x="127" y="79"/>
                  </a:lnTo>
                  <a:lnTo>
                    <a:pt x="127" y="78"/>
                  </a:lnTo>
                  <a:lnTo>
                    <a:pt x="127" y="76"/>
                  </a:lnTo>
                  <a:lnTo>
                    <a:pt x="130" y="74"/>
                  </a:lnTo>
                  <a:lnTo>
                    <a:pt x="130" y="73"/>
                  </a:lnTo>
                  <a:lnTo>
                    <a:pt x="130" y="71"/>
                  </a:lnTo>
                  <a:lnTo>
                    <a:pt x="130" y="70"/>
                  </a:lnTo>
                  <a:lnTo>
                    <a:pt x="134" y="68"/>
                  </a:lnTo>
                  <a:lnTo>
                    <a:pt x="134" y="66"/>
                  </a:lnTo>
                  <a:lnTo>
                    <a:pt x="134" y="65"/>
                  </a:lnTo>
                  <a:lnTo>
                    <a:pt x="138" y="63"/>
                  </a:lnTo>
                  <a:lnTo>
                    <a:pt x="138" y="62"/>
                  </a:lnTo>
                  <a:lnTo>
                    <a:pt x="138" y="60"/>
                  </a:lnTo>
                  <a:lnTo>
                    <a:pt x="142" y="58"/>
                  </a:lnTo>
                  <a:lnTo>
                    <a:pt x="142" y="57"/>
                  </a:lnTo>
                  <a:lnTo>
                    <a:pt x="142" y="55"/>
                  </a:lnTo>
                  <a:lnTo>
                    <a:pt x="145" y="54"/>
                  </a:lnTo>
                  <a:lnTo>
                    <a:pt x="145" y="52"/>
                  </a:lnTo>
                  <a:lnTo>
                    <a:pt x="145" y="50"/>
                  </a:lnTo>
                  <a:lnTo>
                    <a:pt x="149" y="49"/>
                  </a:lnTo>
                  <a:lnTo>
                    <a:pt x="149" y="47"/>
                  </a:lnTo>
                  <a:lnTo>
                    <a:pt x="153" y="46"/>
                  </a:lnTo>
                  <a:lnTo>
                    <a:pt x="153" y="44"/>
                  </a:lnTo>
                  <a:lnTo>
                    <a:pt x="153" y="43"/>
                  </a:lnTo>
                  <a:lnTo>
                    <a:pt x="156" y="41"/>
                  </a:lnTo>
                  <a:lnTo>
                    <a:pt x="156" y="39"/>
                  </a:lnTo>
                  <a:lnTo>
                    <a:pt x="160" y="38"/>
                  </a:lnTo>
                  <a:lnTo>
                    <a:pt x="160" y="36"/>
                  </a:lnTo>
                  <a:lnTo>
                    <a:pt x="164" y="35"/>
                  </a:lnTo>
                  <a:lnTo>
                    <a:pt x="164" y="33"/>
                  </a:lnTo>
                  <a:lnTo>
                    <a:pt x="164" y="31"/>
                  </a:lnTo>
                  <a:lnTo>
                    <a:pt x="168" y="30"/>
                  </a:lnTo>
                  <a:lnTo>
                    <a:pt x="168" y="28"/>
                  </a:lnTo>
                  <a:lnTo>
                    <a:pt x="171" y="27"/>
                  </a:lnTo>
                  <a:lnTo>
                    <a:pt x="171" y="25"/>
                  </a:lnTo>
                  <a:lnTo>
                    <a:pt x="175" y="23"/>
                  </a:lnTo>
                  <a:lnTo>
                    <a:pt x="175" y="22"/>
                  </a:lnTo>
                  <a:lnTo>
                    <a:pt x="179" y="20"/>
                  </a:lnTo>
                  <a:lnTo>
                    <a:pt x="182" y="19"/>
                  </a:lnTo>
                  <a:lnTo>
                    <a:pt x="182" y="17"/>
                  </a:lnTo>
                  <a:lnTo>
                    <a:pt x="186" y="15"/>
                  </a:lnTo>
                  <a:lnTo>
                    <a:pt x="190" y="14"/>
                  </a:lnTo>
                  <a:lnTo>
                    <a:pt x="190" y="12"/>
                  </a:lnTo>
                  <a:lnTo>
                    <a:pt x="194" y="11"/>
                  </a:lnTo>
                  <a:lnTo>
                    <a:pt x="197" y="9"/>
                  </a:lnTo>
                  <a:lnTo>
                    <a:pt x="201" y="8"/>
                  </a:lnTo>
                  <a:lnTo>
                    <a:pt x="205" y="6"/>
                  </a:lnTo>
                  <a:lnTo>
                    <a:pt x="208" y="4"/>
                  </a:lnTo>
                  <a:lnTo>
                    <a:pt x="212" y="3"/>
                  </a:lnTo>
                  <a:lnTo>
                    <a:pt x="216" y="1"/>
                  </a:lnTo>
                  <a:lnTo>
                    <a:pt x="220" y="1"/>
                  </a:lnTo>
                  <a:lnTo>
                    <a:pt x="223" y="0"/>
                  </a:lnTo>
                  <a:lnTo>
                    <a:pt x="227" y="0"/>
                  </a:lnTo>
                  <a:lnTo>
                    <a:pt x="231" y="0"/>
                  </a:lnTo>
                  <a:lnTo>
                    <a:pt x="234" y="0"/>
                  </a:lnTo>
                  <a:lnTo>
                    <a:pt x="238" y="0"/>
                  </a:lnTo>
                  <a:lnTo>
                    <a:pt x="242" y="1"/>
                  </a:lnTo>
                  <a:lnTo>
                    <a:pt x="246" y="1"/>
                  </a:lnTo>
                  <a:lnTo>
                    <a:pt x="249" y="1"/>
                  </a:lnTo>
                  <a:lnTo>
                    <a:pt x="253" y="3"/>
                  </a:lnTo>
                  <a:lnTo>
                    <a:pt x="257" y="4"/>
                  </a:lnTo>
                  <a:lnTo>
                    <a:pt x="260" y="6"/>
                  </a:lnTo>
                  <a:lnTo>
                    <a:pt x="264" y="8"/>
                  </a:lnTo>
                  <a:lnTo>
                    <a:pt x="268" y="9"/>
                  </a:lnTo>
                  <a:lnTo>
                    <a:pt x="272" y="11"/>
                  </a:lnTo>
                  <a:lnTo>
                    <a:pt x="275" y="12"/>
                  </a:lnTo>
                  <a:lnTo>
                    <a:pt x="275" y="14"/>
                  </a:lnTo>
                  <a:lnTo>
                    <a:pt x="279" y="15"/>
                  </a:lnTo>
                  <a:lnTo>
                    <a:pt x="283" y="17"/>
                  </a:lnTo>
                  <a:lnTo>
                    <a:pt x="283" y="19"/>
                  </a:lnTo>
                  <a:lnTo>
                    <a:pt x="286" y="20"/>
                  </a:lnTo>
                  <a:lnTo>
                    <a:pt x="286" y="22"/>
                  </a:lnTo>
                  <a:lnTo>
                    <a:pt x="290" y="23"/>
                  </a:lnTo>
                  <a:lnTo>
                    <a:pt x="290" y="25"/>
                  </a:lnTo>
                  <a:lnTo>
                    <a:pt x="294" y="27"/>
                  </a:lnTo>
                  <a:lnTo>
                    <a:pt x="294" y="28"/>
                  </a:lnTo>
                  <a:lnTo>
                    <a:pt x="298" y="30"/>
                  </a:lnTo>
                  <a:lnTo>
                    <a:pt x="298" y="31"/>
                  </a:lnTo>
                  <a:lnTo>
                    <a:pt x="301" y="33"/>
                  </a:lnTo>
                  <a:lnTo>
                    <a:pt x="301" y="35"/>
                  </a:lnTo>
                  <a:lnTo>
                    <a:pt x="305" y="36"/>
                  </a:lnTo>
                  <a:lnTo>
                    <a:pt x="305" y="38"/>
                  </a:lnTo>
                  <a:lnTo>
                    <a:pt x="305" y="39"/>
                  </a:lnTo>
                  <a:lnTo>
                    <a:pt x="309" y="41"/>
                  </a:lnTo>
                  <a:lnTo>
                    <a:pt x="309" y="43"/>
                  </a:lnTo>
                  <a:lnTo>
                    <a:pt x="312" y="44"/>
                  </a:lnTo>
                  <a:lnTo>
                    <a:pt x="312" y="46"/>
                  </a:lnTo>
                  <a:lnTo>
                    <a:pt x="312" y="47"/>
                  </a:lnTo>
                  <a:lnTo>
                    <a:pt x="316" y="49"/>
                  </a:lnTo>
                  <a:lnTo>
                    <a:pt x="316" y="50"/>
                  </a:lnTo>
                  <a:lnTo>
                    <a:pt x="320" y="52"/>
                  </a:lnTo>
                  <a:lnTo>
                    <a:pt x="320" y="54"/>
                  </a:lnTo>
                  <a:lnTo>
                    <a:pt x="320" y="55"/>
                  </a:lnTo>
                  <a:lnTo>
                    <a:pt x="324" y="57"/>
                  </a:lnTo>
                  <a:lnTo>
                    <a:pt x="324" y="58"/>
                  </a:lnTo>
                  <a:lnTo>
                    <a:pt x="324" y="60"/>
                  </a:lnTo>
                  <a:lnTo>
                    <a:pt x="327" y="62"/>
                  </a:lnTo>
                  <a:lnTo>
                    <a:pt x="327" y="63"/>
                  </a:lnTo>
                  <a:lnTo>
                    <a:pt x="327" y="65"/>
                  </a:lnTo>
                  <a:lnTo>
                    <a:pt x="331" y="66"/>
                  </a:lnTo>
                  <a:lnTo>
                    <a:pt x="331" y="68"/>
                  </a:lnTo>
                  <a:lnTo>
                    <a:pt x="331" y="70"/>
                  </a:lnTo>
                  <a:lnTo>
                    <a:pt x="335" y="71"/>
                  </a:lnTo>
                  <a:lnTo>
                    <a:pt x="335" y="73"/>
                  </a:lnTo>
                  <a:lnTo>
                    <a:pt x="335" y="74"/>
                  </a:lnTo>
                  <a:lnTo>
                    <a:pt x="338" y="76"/>
                  </a:lnTo>
                  <a:lnTo>
                    <a:pt x="338" y="78"/>
                  </a:lnTo>
                  <a:lnTo>
                    <a:pt x="338" y="79"/>
                  </a:lnTo>
                  <a:lnTo>
                    <a:pt x="342" y="82"/>
                  </a:lnTo>
                  <a:lnTo>
                    <a:pt x="342" y="84"/>
                  </a:lnTo>
                  <a:lnTo>
                    <a:pt x="342" y="85"/>
                  </a:lnTo>
                  <a:lnTo>
                    <a:pt x="346" y="87"/>
                  </a:lnTo>
                  <a:lnTo>
                    <a:pt x="346" y="89"/>
                  </a:lnTo>
                  <a:lnTo>
                    <a:pt x="346" y="90"/>
                  </a:lnTo>
                  <a:lnTo>
                    <a:pt x="350" y="92"/>
                  </a:lnTo>
                  <a:lnTo>
                    <a:pt x="350" y="93"/>
                  </a:lnTo>
                  <a:lnTo>
                    <a:pt x="350" y="97"/>
                  </a:lnTo>
                  <a:lnTo>
                    <a:pt x="353" y="98"/>
                  </a:lnTo>
                  <a:lnTo>
                    <a:pt x="353" y="100"/>
                  </a:lnTo>
                  <a:lnTo>
                    <a:pt x="353" y="101"/>
                  </a:lnTo>
                  <a:lnTo>
                    <a:pt x="357" y="103"/>
                  </a:lnTo>
                  <a:lnTo>
                    <a:pt x="357" y="106"/>
                  </a:lnTo>
                  <a:lnTo>
                    <a:pt x="357" y="108"/>
                  </a:lnTo>
                  <a:lnTo>
                    <a:pt x="361" y="109"/>
                  </a:lnTo>
                  <a:lnTo>
                    <a:pt x="361" y="111"/>
                  </a:lnTo>
                  <a:lnTo>
                    <a:pt x="361" y="113"/>
                  </a:lnTo>
                  <a:lnTo>
                    <a:pt x="364" y="116"/>
                  </a:lnTo>
                  <a:lnTo>
                    <a:pt x="364" y="117"/>
                  </a:lnTo>
                  <a:lnTo>
                    <a:pt x="364" y="119"/>
                  </a:lnTo>
                  <a:lnTo>
                    <a:pt x="368" y="120"/>
                  </a:lnTo>
                  <a:lnTo>
                    <a:pt x="368" y="124"/>
                  </a:lnTo>
                  <a:lnTo>
                    <a:pt x="368" y="125"/>
                  </a:lnTo>
                  <a:lnTo>
                    <a:pt x="372" y="127"/>
                  </a:lnTo>
                  <a:lnTo>
                    <a:pt x="372" y="130"/>
                  </a:lnTo>
                  <a:lnTo>
                    <a:pt x="372" y="132"/>
                  </a:lnTo>
                  <a:lnTo>
                    <a:pt x="376" y="133"/>
                  </a:lnTo>
                  <a:lnTo>
                    <a:pt x="376" y="135"/>
                  </a:lnTo>
                  <a:lnTo>
                    <a:pt x="376" y="138"/>
                  </a:lnTo>
                  <a:lnTo>
                    <a:pt x="376" y="140"/>
                  </a:lnTo>
                  <a:lnTo>
                    <a:pt x="379" y="141"/>
                  </a:lnTo>
                  <a:lnTo>
                    <a:pt x="379" y="144"/>
                  </a:lnTo>
                  <a:lnTo>
                    <a:pt x="379" y="146"/>
                  </a:lnTo>
                  <a:lnTo>
                    <a:pt x="383" y="148"/>
                  </a:lnTo>
                  <a:lnTo>
                    <a:pt x="383" y="151"/>
                  </a:lnTo>
                  <a:lnTo>
                    <a:pt x="383" y="152"/>
                  </a:lnTo>
                  <a:lnTo>
                    <a:pt x="387" y="155"/>
                  </a:lnTo>
                  <a:lnTo>
                    <a:pt x="387" y="157"/>
                  </a:lnTo>
                  <a:lnTo>
                    <a:pt x="387" y="159"/>
                  </a:lnTo>
                  <a:lnTo>
                    <a:pt x="391" y="162"/>
                  </a:lnTo>
                  <a:lnTo>
                    <a:pt x="391" y="163"/>
                  </a:lnTo>
                  <a:lnTo>
                    <a:pt x="391" y="165"/>
                  </a:lnTo>
                </a:path>
              </a:pathLst>
            </a:custGeom>
            <a:noFill/>
            <a:ln w="28575" cap="rnd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3" name="Freeform 7"/>
            <p:cNvSpPr>
              <a:spLocks/>
            </p:cNvSpPr>
            <p:nvPr/>
          </p:nvSpPr>
          <p:spPr bwMode="auto">
            <a:xfrm>
              <a:off x="3816" y="1715"/>
              <a:ext cx="45" cy="85"/>
            </a:xfrm>
            <a:custGeom>
              <a:avLst/>
              <a:gdLst>
                <a:gd name="T0" fmla="*/ 0 w 45"/>
                <a:gd name="T1" fmla="*/ 0 h 85"/>
                <a:gd name="T2" fmla="*/ 3 w 45"/>
                <a:gd name="T3" fmla="*/ 3 h 85"/>
                <a:gd name="T4" fmla="*/ 3 w 45"/>
                <a:gd name="T5" fmla="*/ 5 h 85"/>
                <a:gd name="T6" fmla="*/ 3 w 45"/>
                <a:gd name="T7" fmla="*/ 8 h 85"/>
                <a:gd name="T8" fmla="*/ 7 w 45"/>
                <a:gd name="T9" fmla="*/ 10 h 85"/>
                <a:gd name="T10" fmla="*/ 7 w 45"/>
                <a:gd name="T11" fmla="*/ 11 h 85"/>
                <a:gd name="T12" fmla="*/ 7 w 45"/>
                <a:gd name="T13" fmla="*/ 14 h 85"/>
                <a:gd name="T14" fmla="*/ 11 w 45"/>
                <a:gd name="T15" fmla="*/ 16 h 85"/>
                <a:gd name="T16" fmla="*/ 11 w 45"/>
                <a:gd name="T17" fmla="*/ 19 h 85"/>
                <a:gd name="T18" fmla="*/ 11 w 45"/>
                <a:gd name="T19" fmla="*/ 21 h 85"/>
                <a:gd name="T20" fmla="*/ 14 w 45"/>
                <a:gd name="T21" fmla="*/ 24 h 85"/>
                <a:gd name="T22" fmla="*/ 14 w 45"/>
                <a:gd name="T23" fmla="*/ 25 h 85"/>
                <a:gd name="T24" fmla="*/ 14 w 45"/>
                <a:gd name="T25" fmla="*/ 27 h 85"/>
                <a:gd name="T26" fmla="*/ 18 w 45"/>
                <a:gd name="T27" fmla="*/ 30 h 85"/>
                <a:gd name="T28" fmla="*/ 18 w 45"/>
                <a:gd name="T29" fmla="*/ 32 h 85"/>
                <a:gd name="T30" fmla="*/ 18 w 45"/>
                <a:gd name="T31" fmla="*/ 35 h 85"/>
                <a:gd name="T32" fmla="*/ 22 w 45"/>
                <a:gd name="T33" fmla="*/ 37 h 85"/>
                <a:gd name="T34" fmla="*/ 22 w 45"/>
                <a:gd name="T35" fmla="*/ 40 h 85"/>
                <a:gd name="T36" fmla="*/ 22 w 45"/>
                <a:gd name="T37" fmla="*/ 41 h 85"/>
                <a:gd name="T38" fmla="*/ 26 w 45"/>
                <a:gd name="T39" fmla="*/ 45 h 85"/>
                <a:gd name="T40" fmla="*/ 26 w 45"/>
                <a:gd name="T41" fmla="*/ 46 h 85"/>
                <a:gd name="T42" fmla="*/ 26 w 45"/>
                <a:gd name="T43" fmla="*/ 48 h 85"/>
                <a:gd name="T44" fmla="*/ 29 w 45"/>
                <a:gd name="T45" fmla="*/ 51 h 85"/>
                <a:gd name="T46" fmla="*/ 29 w 45"/>
                <a:gd name="T47" fmla="*/ 53 h 85"/>
                <a:gd name="T48" fmla="*/ 29 w 45"/>
                <a:gd name="T49" fmla="*/ 56 h 85"/>
                <a:gd name="T50" fmla="*/ 33 w 45"/>
                <a:gd name="T51" fmla="*/ 57 h 85"/>
                <a:gd name="T52" fmla="*/ 33 w 45"/>
                <a:gd name="T53" fmla="*/ 60 h 85"/>
                <a:gd name="T54" fmla="*/ 33 w 45"/>
                <a:gd name="T55" fmla="*/ 62 h 85"/>
                <a:gd name="T56" fmla="*/ 37 w 45"/>
                <a:gd name="T57" fmla="*/ 65 h 85"/>
                <a:gd name="T58" fmla="*/ 37 w 45"/>
                <a:gd name="T59" fmla="*/ 67 h 85"/>
                <a:gd name="T60" fmla="*/ 37 w 45"/>
                <a:gd name="T61" fmla="*/ 70 h 85"/>
                <a:gd name="T62" fmla="*/ 40 w 45"/>
                <a:gd name="T63" fmla="*/ 72 h 85"/>
                <a:gd name="T64" fmla="*/ 40 w 45"/>
                <a:gd name="T65" fmla="*/ 75 h 85"/>
                <a:gd name="T66" fmla="*/ 40 w 45"/>
                <a:gd name="T67" fmla="*/ 76 h 85"/>
                <a:gd name="T68" fmla="*/ 44 w 45"/>
                <a:gd name="T69" fmla="*/ 80 h 85"/>
                <a:gd name="T70" fmla="*/ 44 w 45"/>
                <a:gd name="T71" fmla="*/ 81 h 85"/>
                <a:gd name="T72" fmla="*/ 44 w 45"/>
                <a:gd name="T73" fmla="*/ 84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5" h="85">
                  <a:moveTo>
                    <a:pt x="0" y="0"/>
                  </a:moveTo>
                  <a:lnTo>
                    <a:pt x="3" y="3"/>
                  </a:lnTo>
                  <a:lnTo>
                    <a:pt x="3" y="5"/>
                  </a:lnTo>
                  <a:lnTo>
                    <a:pt x="3" y="8"/>
                  </a:lnTo>
                  <a:lnTo>
                    <a:pt x="7" y="10"/>
                  </a:lnTo>
                  <a:lnTo>
                    <a:pt x="7" y="11"/>
                  </a:lnTo>
                  <a:lnTo>
                    <a:pt x="7" y="14"/>
                  </a:lnTo>
                  <a:lnTo>
                    <a:pt x="11" y="16"/>
                  </a:lnTo>
                  <a:lnTo>
                    <a:pt x="11" y="19"/>
                  </a:lnTo>
                  <a:lnTo>
                    <a:pt x="11" y="21"/>
                  </a:lnTo>
                  <a:lnTo>
                    <a:pt x="14" y="24"/>
                  </a:lnTo>
                  <a:lnTo>
                    <a:pt x="14" y="25"/>
                  </a:lnTo>
                  <a:lnTo>
                    <a:pt x="14" y="27"/>
                  </a:lnTo>
                  <a:lnTo>
                    <a:pt x="18" y="30"/>
                  </a:lnTo>
                  <a:lnTo>
                    <a:pt x="18" y="32"/>
                  </a:lnTo>
                  <a:lnTo>
                    <a:pt x="18" y="35"/>
                  </a:lnTo>
                  <a:lnTo>
                    <a:pt x="22" y="37"/>
                  </a:lnTo>
                  <a:lnTo>
                    <a:pt x="22" y="40"/>
                  </a:lnTo>
                  <a:lnTo>
                    <a:pt x="22" y="41"/>
                  </a:lnTo>
                  <a:lnTo>
                    <a:pt x="26" y="45"/>
                  </a:lnTo>
                  <a:lnTo>
                    <a:pt x="26" y="46"/>
                  </a:lnTo>
                  <a:lnTo>
                    <a:pt x="26" y="48"/>
                  </a:lnTo>
                  <a:lnTo>
                    <a:pt x="29" y="51"/>
                  </a:lnTo>
                  <a:lnTo>
                    <a:pt x="29" y="53"/>
                  </a:lnTo>
                  <a:lnTo>
                    <a:pt x="29" y="56"/>
                  </a:lnTo>
                  <a:lnTo>
                    <a:pt x="33" y="57"/>
                  </a:lnTo>
                  <a:lnTo>
                    <a:pt x="33" y="60"/>
                  </a:lnTo>
                  <a:lnTo>
                    <a:pt x="33" y="62"/>
                  </a:lnTo>
                  <a:lnTo>
                    <a:pt x="37" y="65"/>
                  </a:lnTo>
                  <a:lnTo>
                    <a:pt x="37" y="67"/>
                  </a:lnTo>
                  <a:lnTo>
                    <a:pt x="37" y="70"/>
                  </a:lnTo>
                  <a:lnTo>
                    <a:pt x="40" y="72"/>
                  </a:lnTo>
                  <a:lnTo>
                    <a:pt x="40" y="75"/>
                  </a:lnTo>
                  <a:lnTo>
                    <a:pt x="40" y="76"/>
                  </a:lnTo>
                  <a:lnTo>
                    <a:pt x="44" y="80"/>
                  </a:lnTo>
                  <a:lnTo>
                    <a:pt x="44" y="81"/>
                  </a:lnTo>
                  <a:lnTo>
                    <a:pt x="44" y="84"/>
                  </a:lnTo>
                </a:path>
              </a:pathLst>
            </a:custGeom>
            <a:noFill/>
            <a:ln w="28575" cap="rnd" cmpd="sng">
              <a:solidFill>
                <a:srgbClr val="0099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409" name="Group 73"/>
          <p:cNvGrpSpPr>
            <a:grpSpLocks/>
          </p:cNvGrpSpPr>
          <p:nvPr/>
        </p:nvGrpSpPr>
        <p:grpSpPr bwMode="auto">
          <a:xfrm>
            <a:off x="495300" y="2259013"/>
            <a:ext cx="4095750" cy="722312"/>
            <a:chOff x="312" y="1423"/>
            <a:chExt cx="2580" cy="455"/>
          </a:xfrm>
        </p:grpSpPr>
        <p:sp>
          <p:nvSpPr>
            <p:cNvPr id="14358" name="Rectangle 22"/>
            <p:cNvSpPr>
              <a:spLocks noChangeArrowheads="1"/>
            </p:cNvSpPr>
            <p:nvPr/>
          </p:nvSpPr>
          <p:spPr bwMode="auto">
            <a:xfrm>
              <a:off x="312" y="1641"/>
              <a:ext cx="62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>
                  <a:solidFill>
                    <a:srgbClr val="114FFB"/>
                  </a:solidFill>
                  <a:latin typeface="Arial" charset="0"/>
                </a:rPr>
                <a:t>3 sin(x) </a:t>
              </a:r>
            </a:p>
          </p:txBody>
        </p:sp>
        <p:grpSp>
          <p:nvGrpSpPr>
            <p:cNvPr id="14377" name="Group 41"/>
            <p:cNvGrpSpPr>
              <a:grpSpLocks/>
            </p:cNvGrpSpPr>
            <p:nvPr/>
          </p:nvGrpSpPr>
          <p:grpSpPr bwMode="auto">
            <a:xfrm>
              <a:off x="1482" y="1423"/>
              <a:ext cx="1410" cy="455"/>
              <a:chOff x="1303" y="1536"/>
              <a:chExt cx="1057" cy="606"/>
            </a:xfrm>
          </p:grpSpPr>
          <p:sp>
            <p:nvSpPr>
              <p:cNvPr id="14378" name="Freeform 42"/>
              <p:cNvSpPr>
                <a:spLocks/>
              </p:cNvSpPr>
              <p:nvPr/>
            </p:nvSpPr>
            <p:spPr bwMode="auto">
              <a:xfrm>
                <a:off x="1303" y="1536"/>
                <a:ext cx="340" cy="305"/>
              </a:xfrm>
              <a:custGeom>
                <a:avLst/>
                <a:gdLst>
                  <a:gd name="T0" fmla="*/ 3 w 340"/>
                  <a:gd name="T1" fmla="*/ 294 h 305"/>
                  <a:gd name="T2" fmla="*/ 10 w 340"/>
                  <a:gd name="T3" fmla="*/ 283 h 305"/>
                  <a:gd name="T4" fmla="*/ 13 w 340"/>
                  <a:gd name="T5" fmla="*/ 271 h 305"/>
                  <a:gd name="T6" fmla="*/ 16 w 340"/>
                  <a:gd name="T7" fmla="*/ 259 h 305"/>
                  <a:gd name="T8" fmla="*/ 23 w 340"/>
                  <a:gd name="T9" fmla="*/ 249 h 305"/>
                  <a:gd name="T10" fmla="*/ 26 w 340"/>
                  <a:gd name="T11" fmla="*/ 238 h 305"/>
                  <a:gd name="T12" fmla="*/ 29 w 340"/>
                  <a:gd name="T13" fmla="*/ 226 h 305"/>
                  <a:gd name="T14" fmla="*/ 35 w 340"/>
                  <a:gd name="T15" fmla="*/ 215 h 305"/>
                  <a:gd name="T16" fmla="*/ 39 w 340"/>
                  <a:gd name="T17" fmla="*/ 205 h 305"/>
                  <a:gd name="T18" fmla="*/ 42 w 340"/>
                  <a:gd name="T19" fmla="*/ 194 h 305"/>
                  <a:gd name="T20" fmla="*/ 48 w 340"/>
                  <a:gd name="T21" fmla="*/ 184 h 305"/>
                  <a:gd name="T22" fmla="*/ 51 w 340"/>
                  <a:gd name="T23" fmla="*/ 172 h 305"/>
                  <a:gd name="T24" fmla="*/ 55 w 340"/>
                  <a:gd name="T25" fmla="*/ 162 h 305"/>
                  <a:gd name="T26" fmla="*/ 58 w 340"/>
                  <a:gd name="T27" fmla="*/ 153 h 305"/>
                  <a:gd name="T28" fmla="*/ 64 w 340"/>
                  <a:gd name="T29" fmla="*/ 143 h 305"/>
                  <a:gd name="T30" fmla="*/ 67 w 340"/>
                  <a:gd name="T31" fmla="*/ 133 h 305"/>
                  <a:gd name="T32" fmla="*/ 71 w 340"/>
                  <a:gd name="T33" fmla="*/ 124 h 305"/>
                  <a:gd name="T34" fmla="*/ 77 w 340"/>
                  <a:gd name="T35" fmla="*/ 114 h 305"/>
                  <a:gd name="T36" fmla="*/ 80 w 340"/>
                  <a:gd name="T37" fmla="*/ 107 h 305"/>
                  <a:gd name="T38" fmla="*/ 83 w 340"/>
                  <a:gd name="T39" fmla="*/ 97 h 305"/>
                  <a:gd name="T40" fmla="*/ 90 w 340"/>
                  <a:gd name="T41" fmla="*/ 89 h 305"/>
                  <a:gd name="T42" fmla="*/ 93 w 340"/>
                  <a:gd name="T43" fmla="*/ 81 h 305"/>
                  <a:gd name="T44" fmla="*/ 96 w 340"/>
                  <a:gd name="T45" fmla="*/ 73 h 305"/>
                  <a:gd name="T46" fmla="*/ 103 w 340"/>
                  <a:gd name="T47" fmla="*/ 65 h 305"/>
                  <a:gd name="T48" fmla="*/ 106 w 340"/>
                  <a:gd name="T49" fmla="*/ 58 h 305"/>
                  <a:gd name="T50" fmla="*/ 112 w 340"/>
                  <a:gd name="T51" fmla="*/ 50 h 305"/>
                  <a:gd name="T52" fmla="*/ 119 w 340"/>
                  <a:gd name="T53" fmla="*/ 42 h 305"/>
                  <a:gd name="T54" fmla="*/ 125 w 340"/>
                  <a:gd name="T55" fmla="*/ 35 h 305"/>
                  <a:gd name="T56" fmla="*/ 131 w 340"/>
                  <a:gd name="T57" fmla="*/ 27 h 305"/>
                  <a:gd name="T58" fmla="*/ 138 w 340"/>
                  <a:gd name="T59" fmla="*/ 19 h 305"/>
                  <a:gd name="T60" fmla="*/ 147 w 340"/>
                  <a:gd name="T61" fmla="*/ 12 h 305"/>
                  <a:gd name="T62" fmla="*/ 160 w 340"/>
                  <a:gd name="T63" fmla="*/ 4 h 305"/>
                  <a:gd name="T64" fmla="*/ 173 w 340"/>
                  <a:gd name="T65" fmla="*/ 0 h 305"/>
                  <a:gd name="T66" fmla="*/ 186 w 340"/>
                  <a:gd name="T67" fmla="*/ 2 h 305"/>
                  <a:gd name="T68" fmla="*/ 199 w 340"/>
                  <a:gd name="T69" fmla="*/ 5 h 305"/>
                  <a:gd name="T70" fmla="*/ 211 w 340"/>
                  <a:gd name="T71" fmla="*/ 13 h 305"/>
                  <a:gd name="T72" fmla="*/ 221 w 340"/>
                  <a:gd name="T73" fmla="*/ 21 h 305"/>
                  <a:gd name="T74" fmla="*/ 227 w 340"/>
                  <a:gd name="T75" fmla="*/ 29 h 305"/>
                  <a:gd name="T76" fmla="*/ 234 w 340"/>
                  <a:gd name="T77" fmla="*/ 36 h 305"/>
                  <a:gd name="T78" fmla="*/ 240 w 340"/>
                  <a:gd name="T79" fmla="*/ 44 h 305"/>
                  <a:gd name="T80" fmla="*/ 243 w 340"/>
                  <a:gd name="T81" fmla="*/ 52 h 305"/>
                  <a:gd name="T82" fmla="*/ 250 w 340"/>
                  <a:gd name="T83" fmla="*/ 60 h 305"/>
                  <a:gd name="T84" fmla="*/ 253 w 340"/>
                  <a:gd name="T85" fmla="*/ 68 h 305"/>
                  <a:gd name="T86" fmla="*/ 259 w 340"/>
                  <a:gd name="T87" fmla="*/ 75 h 305"/>
                  <a:gd name="T88" fmla="*/ 262 w 340"/>
                  <a:gd name="T89" fmla="*/ 83 h 305"/>
                  <a:gd name="T90" fmla="*/ 266 w 340"/>
                  <a:gd name="T91" fmla="*/ 91 h 305"/>
                  <a:gd name="T92" fmla="*/ 269 w 340"/>
                  <a:gd name="T93" fmla="*/ 99 h 305"/>
                  <a:gd name="T94" fmla="*/ 275 w 340"/>
                  <a:gd name="T95" fmla="*/ 108 h 305"/>
                  <a:gd name="T96" fmla="*/ 278 w 340"/>
                  <a:gd name="T97" fmla="*/ 116 h 305"/>
                  <a:gd name="T98" fmla="*/ 282 w 340"/>
                  <a:gd name="T99" fmla="*/ 126 h 305"/>
                  <a:gd name="T100" fmla="*/ 288 w 340"/>
                  <a:gd name="T101" fmla="*/ 136 h 305"/>
                  <a:gd name="T102" fmla="*/ 291 w 340"/>
                  <a:gd name="T103" fmla="*/ 145 h 305"/>
                  <a:gd name="T104" fmla="*/ 294 w 340"/>
                  <a:gd name="T105" fmla="*/ 155 h 305"/>
                  <a:gd name="T106" fmla="*/ 301 w 340"/>
                  <a:gd name="T107" fmla="*/ 165 h 305"/>
                  <a:gd name="T108" fmla="*/ 304 w 340"/>
                  <a:gd name="T109" fmla="*/ 174 h 305"/>
                  <a:gd name="T110" fmla="*/ 307 w 340"/>
                  <a:gd name="T111" fmla="*/ 186 h 305"/>
                  <a:gd name="T112" fmla="*/ 314 w 340"/>
                  <a:gd name="T113" fmla="*/ 196 h 305"/>
                  <a:gd name="T114" fmla="*/ 317 w 340"/>
                  <a:gd name="T115" fmla="*/ 207 h 305"/>
                  <a:gd name="T116" fmla="*/ 320 w 340"/>
                  <a:gd name="T117" fmla="*/ 217 h 305"/>
                  <a:gd name="T118" fmla="*/ 326 w 340"/>
                  <a:gd name="T119" fmla="*/ 228 h 305"/>
                  <a:gd name="T120" fmla="*/ 330 w 340"/>
                  <a:gd name="T121" fmla="*/ 240 h 305"/>
                  <a:gd name="T122" fmla="*/ 333 w 340"/>
                  <a:gd name="T123" fmla="*/ 252 h 305"/>
                  <a:gd name="T124" fmla="*/ 339 w 340"/>
                  <a:gd name="T125" fmla="*/ 262 h 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40" h="305">
                    <a:moveTo>
                      <a:pt x="0" y="304"/>
                    </a:moveTo>
                    <a:lnTo>
                      <a:pt x="3" y="300"/>
                    </a:lnTo>
                    <a:lnTo>
                      <a:pt x="3" y="298"/>
                    </a:lnTo>
                    <a:lnTo>
                      <a:pt x="3" y="294"/>
                    </a:lnTo>
                    <a:lnTo>
                      <a:pt x="7" y="292"/>
                    </a:lnTo>
                    <a:lnTo>
                      <a:pt x="7" y="288"/>
                    </a:lnTo>
                    <a:lnTo>
                      <a:pt x="7" y="286"/>
                    </a:lnTo>
                    <a:lnTo>
                      <a:pt x="10" y="283"/>
                    </a:lnTo>
                    <a:lnTo>
                      <a:pt x="10" y="281"/>
                    </a:lnTo>
                    <a:lnTo>
                      <a:pt x="10" y="277"/>
                    </a:lnTo>
                    <a:lnTo>
                      <a:pt x="13" y="275"/>
                    </a:lnTo>
                    <a:lnTo>
                      <a:pt x="13" y="271"/>
                    </a:lnTo>
                    <a:lnTo>
                      <a:pt x="13" y="269"/>
                    </a:lnTo>
                    <a:lnTo>
                      <a:pt x="16" y="265"/>
                    </a:lnTo>
                    <a:lnTo>
                      <a:pt x="16" y="263"/>
                    </a:lnTo>
                    <a:lnTo>
                      <a:pt x="16" y="259"/>
                    </a:lnTo>
                    <a:lnTo>
                      <a:pt x="19" y="257"/>
                    </a:lnTo>
                    <a:lnTo>
                      <a:pt x="19" y="256"/>
                    </a:lnTo>
                    <a:lnTo>
                      <a:pt x="19" y="252"/>
                    </a:lnTo>
                    <a:lnTo>
                      <a:pt x="23" y="249"/>
                    </a:lnTo>
                    <a:lnTo>
                      <a:pt x="23" y="246"/>
                    </a:lnTo>
                    <a:lnTo>
                      <a:pt x="23" y="244"/>
                    </a:lnTo>
                    <a:lnTo>
                      <a:pt x="26" y="240"/>
                    </a:lnTo>
                    <a:lnTo>
                      <a:pt x="26" y="238"/>
                    </a:lnTo>
                    <a:lnTo>
                      <a:pt x="26" y="234"/>
                    </a:lnTo>
                    <a:lnTo>
                      <a:pt x="29" y="233"/>
                    </a:lnTo>
                    <a:lnTo>
                      <a:pt x="29" y="230"/>
                    </a:lnTo>
                    <a:lnTo>
                      <a:pt x="29" y="226"/>
                    </a:lnTo>
                    <a:lnTo>
                      <a:pt x="32" y="225"/>
                    </a:lnTo>
                    <a:lnTo>
                      <a:pt x="32" y="220"/>
                    </a:lnTo>
                    <a:lnTo>
                      <a:pt x="32" y="219"/>
                    </a:lnTo>
                    <a:lnTo>
                      <a:pt x="35" y="215"/>
                    </a:lnTo>
                    <a:lnTo>
                      <a:pt x="35" y="213"/>
                    </a:lnTo>
                    <a:lnTo>
                      <a:pt x="35" y="211"/>
                    </a:lnTo>
                    <a:lnTo>
                      <a:pt x="39" y="207"/>
                    </a:lnTo>
                    <a:lnTo>
                      <a:pt x="39" y="205"/>
                    </a:lnTo>
                    <a:lnTo>
                      <a:pt x="39" y="201"/>
                    </a:lnTo>
                    <a:lnTo>
                      <a:pt x="42" y="199"/>
                    </a:lnTo>
                    <a:lnTo>
                      <a:pt x="42" y="197"/>
                    </a:lnTo>
                    <a:lnTo>
                      <a:pt x="42" y="194"/>
                    </a:lnTo>
                    <a:lnTo>
                      <a:pt x="45" y="191"/>
                    </a:lnTo>
                    <a:lnTo>
                      <a:pt x="45" y="190"/>
                    </a:lnTo>
                    <a:lnTo>
                      <a:pt x="45" y="186"/>
                    </a:lnTo>
                    <a:lnTo>
                      <a:pt x="48" y="184"/>
                    </a:lnTo>
                    <a:lnTo>
                      <a:pt x="48" y="180"/>
                    </a:lnTo>
                    <a:lnTo>
                      <a:pt x="48" y="178"/>
                    </a:lnTo>
                    <a:lnTo>
                      <a:pt x="51" y="176"/>
                    </a:lnTo>
                    <a:lnTo>
                      <a:pt x="51" y="172"/>
                    </a:lnTo>
                    <a:lnTo>
                      <a:pt x="51" y="170"/>
                    </a:lnTo>
                    <a:lnTo>
                      <a:pt x="55" y="168"/>
                    </a:lnTo>
                    <a:lnTo>
                      <a:pt x="55" y="165"/>
                    </a:lnTo>
                    <a:lnTo>
                      <a:pt x="55" y="162"/>
                    </a:lnTo>
                    <a:lnTo>
                      <a:pt x="55" y="160"/>
                    </a:lnTo>
                    <a:lnTo>
                      <a:pt x="58" y="159"/>
                    </a:lnTo>
                    <a:lnTo>
                      <a:pt x="58" y="155"/>
                    </a:lnTo>
                    <a:lnTo>
                      <a:pt x="58" y="153"/>
                    </a:lnTo>
                    <a:lnTo>
                      <a:pt x="61" y="151"/>
                    </a:lnTo>
                    <a:lnTo>
                      <a:pt x="61" y="147"/>
                    </a:lnTo>
                    <a:lnTo>
                      <a:pt x="61" y="145"/>
                    </a:lnTo>
                    <a:lnTo>
                      <a:pt x="64" y="143"/>
                    </a:lnTo>
                    <a:lnTo>
                      <a:pt x="64" y="141"/>
                    </a:lnTo>
                    <a:lnTo>
                      <a:pt x="64" y="137"/>
                    </a:lnTo>
                    <a:lnTo>
                      <a:pt x="67" y="136"/>
                    </a:lnTo>
                    <a:lnTo>
                      <a:pt x="67" y="133"/>
                    </a:lnTo>
                    <a:lnTo>
                      <a:pt x="67" y="131"/>
                    </a:lnTo>
                    <a:lnTo>
                      <a:pt x="71" y="130"/>
                    </a:lnTo>
                    <a:lnTo>
                      <a:pt x="71" y="126"/>
                    </a:lnTo>
                    <a:lnTo>
                      <a:pt x="71" y="124"/>
                    </a:lnTo>
                    <a:lnTo>
                      <a:pt x="74" y="122"/>
                    </a:lnTo>
                    <a:lnTo>
                      <a:pt x="74" y="120"/>
                    </a:lnTo>
                    <a:lnTo>
                      <a:pt x="74" y="118"/>
                    </a:lnTo>
                    <a:lnTo>
                      <a:pt x="77" y="114"/>
                    </a:lnTo>
                    <a:lnTo>
                      <a:pt x="77" y="112"/>
                    </a:lnTo>
                    <a:lnTo>
                      <a:pt x="77" y="110"/>
                    </a:lnTo>
                    <a:lnTo>
                      <a:pt x="80" y="108"/>
                    </a:lnTo>
                    <a:lnTo>
                      <a:pt x="80" y="107"/>
                    </a:lnTo>
                    <a:lnTo>
                      <a:pt x="80" y="104"/>
                    </a:lnTo>
                    <a:lnTo>
                      <a:pt x="83" y="102"/>
                    </a:lnTo>
                    <a:lnTo>
                      <a:pt x="83" y="101"/>
                    </a:lnTo>
                    <a:lnTo>
                      <a:pt x="83" y="97"/>
                    </a:lnTo>
                    <a:lnTo>
                      <a:pt x="87" y="94"/>
                    </a:lnTo>
                    <a:lnTo>
                      <a:pt x="87" y="93"/>
                    </a:lnTo>
                    <a:lnTo>
                      <a:pt x="87" y="91"/>
                    </a:lnTo>
                    <a:lnTo>
                      <a:pt x="90" y="89"/>
                    </a:lnTo>
                    <a:lnTo>
                      <a:pt x="90" y="87"/>
                    </a:lnTo>
                    <a:lnTo>
                      <a:pt x="90" y="85"/>
                    </a:lnTo>
                    <a:lnTo>
                      <a:pt x="93" y="83"/>
                    </a:lnTo>
                    <a:lnTo>
                      <a:pt x="93" y="81"/>
                    </a:lnTo>
                    <a:lnTo>
                      <a:pt x="93" y="79"/>
                    </a:lnTo>
                    <a:lnTo>
                      <a:pt x="96" y="78"/>
                    </a:lnTo>
                    <a:lnTo>
                      <a:pt x="96" y="75"/>
                    </a:lnTo>
                    <a:lnTo>
                      <a:pt x="96" y="73"/>
                    </a:lnTo>
                    <a:lnTo>
                      <a:pt x="99" y="71"/>
                    </a:lnTo>
                    <a:lnTo>
                      <a:pt x="99" y="70"/>
                    </a:lnTo>
                    <a:lnTo>
                      <a:pt x="99" y="68"/>
                    </a:lnTo>
                    <a:lnTo>
                      <a:pt x="103" y="65"/>
                    </a:lnTo>
                    <a:lnTo>
                      <a:pt x="103" y="64"/>
                    </a:lnTo>
                    <a:lnTo>
                      <a:pt x="106" y="62"/>
                    </a:lnTo>
                    <a:lnTo>
                      <a:pt x="106" y="60"/>
                    </a:lnTo>
                    <a:lnTo>
                      <a:pt x="106" y="58"/>
                    </a:lnTo>
                    <a:lnTo>
                      <a:pt x="109" y="56"/>
                    </a:lnTo>
                    <a:lnTo>
                      <a:pt x="109" y="54"/>
                    </a:lnTo>
                    <a:lnTo>
                      <a:pt x="112" y="52"/>
                    </a:lnTo>
                    <a:lnTo>
                      <a:pt x="112" y="50"/>
                    </a:lnTo>
                    <a:lnTo>
                      <a:pt x="112" y="48"/>
                    </a:lnTo>
                    <a:lnTo>
                      <a:pt x="115" y="46"/>
                    </a:lnTo>
                    <a:lnTo>
                      <a:pt x="115" y="44"/>
                    </a:lnTo>
                    <a:lnTo>
                      <a:pt x="119" y="42"/>
                    </a:lnTo>
                    <a:lnTo>
                      <a:pt x="119" y="41"/>
                    </a:lnTo>
                    <a:lnTo>
                      <a:pt x="122" y="39"/>
                    </a:lnTo>
                    <a:lnTo>
                      <a:pt x="122" y="36"/>
                    </a:lnTo>
                    <a:lnTo>
                      <a:pt x="125" y="35"/>
                    </a:lnTo>
                    <a:lnTo>
                      <a:pt x="125" y="33"/>
                    </a:lnTo>
                    <a:lnTo>
                      <a:pt x="128" y="31"/>
                    </a:lnTo>
                    <a:lnTo>
                      <a:pt x="128" y="29"/>
                    </a:lnTo>
                    <a:lnTo>
                      <a:pt x="131" y="27"/>
                    </a:lnTo>
                    <a:lnTo>
                      <a:pt x="131" y="25"/>
                    </a:lnTo>
                    <a:lnTo>
                      <a:pt x="135" y="23"/>
                    </a:lnTo>
                    <a:lnTo>
                      <a:pt x="135" y="21"/>
                    </a:lnTo>
                    <a:lnTo>
                      <a:pt x="138" y="19"/>
                    </a:lnTo>
                    <a:lnTo>
                      <a:pt x="141" y="17"/>
                    </a:lnTo>
                    <a:lnTo>
                      <a:pt x="141" y="15"/>
                    </a:lnTo>
                    <a:lnTo>
                      <a:pt x="144" y="13"/>
                    </a:lnTo>
                    <a:lnTo>
                      <a:pt x="147" y="12"/>
                    </a:lnTo>
                    <a:lnTo>
                      <a:pt x="151" y="10"/>
                    </a:lnTo>
                    <a:lnTo>
                      <a:pt x="154" y="7"/>
                    </a:lnTo>
                    <a:lnTo>
                      <a:pt x="157" y="5"/>
                    </a:lnTo>
                    <a:lnTo>
                      <a:pt x="160" y="4"/>
                    </a:lnTo>
                    <a:lnTo>
                      <a:pt x="163" y="2"/>
                    </a:lnTo>
                    <a:lnTo>
                      <a:pt x="167" y="2"/>
                    </a:lnTo>
                    <a:lnTo>
                      <a:pt x="170" y="0"/>
                    </a:lnTo>
                    <a:lnTo>
                      <a:pt x="173" y="0"/>
                    </a:lnTo>
                    <a:lnTo>
                      <a:pt x="176" y="0"/>
                    </a:lnTo>
                    <a:lnTo>
                      <a:pt x="179" y="0"/>
                    </a:lnTo>
                    <a:lnTo>
                      <a:pt x="183" y="0"/>
                    </a:lnTo>
                    <a:lnTo>
                      <a:pt x="186" y="2"/>
                    </a:lnTo>
                    <a:lnTo>
                      <a:pt x="189" y="2"/>
                    </a:lnTo>
                    <a:lnTo>
                      <a:pt x="192" y="4"/>
                    </a:lnTo>
                    <a:lnTo>
                      <a:pt x="195" y="4"/>
                    </a:lnTo>
                    <a:lnTo>
                      <a:pt x="199" y="5"/>
                    </a:lnTo>
                    <a:lnTo>
                      <a:pt x="202" y="7"/>
                    </a:lnTo>
                    <a:lnTo>
                      <a:pt x="205" y="10"/>
                    </a:lnTo>
                    <a:lnTo>
                      <a:pt x="208" y="12"/>
                    </a:lnTo>
                    <a:lnTo>
                      <a:pt x="211" y="13"/>
                    </a:lnTo>
                    <a:lnTo>
                      <a:pt x="214" y="15"/>
                    </a:lnTo>
                    <a:lnTo>
                      <a:pt x="214" y="17"/>
                    </a:lnTo>
                    <a:lnTo>
                      <a:pt x="218" y="19"/>
                    </a:lnTo>
                    <a:lnTo>
                      <a:pt x="221" y="21"/>
                    </a:lnTo>
                    <a:lnTo>
                      <a:pt x="221" y="23"/>
                    </a:lnTo>
                    <a:lnTo>
                      <a:pt x="224" y="25"/>
                    </a:lnTo>
                    <a:lnTo>
                      <a:pt x="224" y="27"/>
                    </a:lnTo>
                    <a:lnTo>
                      <a:pt x="227" y="29"/>
                    </a:lnTo>
                    <a:lnTo>
                      <a:pt x="227" y="31"/>
                    </a:lnTo>
                    <a:lnTo>
                      <a:pt x="230" y="33"/>
                    </a:lnTo>
                    <a:lnTo>
                      <a:pt x="230" y="35"/>
                    </a:lnTo>
                    <a:lnTo>
                      <a:pt x="234" y="36"/>
                    </a:lnTo>
                    <a:lnTo>
                      <a:pt x="234" y="39"/>
                    </a:lnTo>
                    <a:lnTo>
                      <a:pt x="237" y="41"/>
                    </a:lnTo>
                    <a:lnTo>
                      <a:pt x="237" y="42"/>
                    </a:lnTo>
                    <a:lnTo>
                      <a:pt x="240" y="44"/>
                    </a:lnTo>
                    <a:lnTo>
                      <a:pt x="240" y="46"/>
                    </a:lnTo>
                    <a:lnTo>
                      <a:pt x="243" y="48"/>
                    </a:lnTo>
                    <a:lnTo>
                      <a:pt x="243" y="50"/>
                    </a:lnTo>
                    <a:lnTo>
                      <a:pt x="243" y="52"/>
                    </a:lnTo>
                    <a:lnTo>
                      <a:pt x="246" y="54"/>
                    </a:lnTo>
                    <a:lnTo>
                      <a:pt x="246" y="56"/>
                    </a:lnTo>
                    <a:lnTo>
                      <a:pt x="250" y="58"/>
                    </a:lnTo>
                    <a:lnTo>
                      <a:pt x="250" y="60"/>
                    </a:lnTo>
                    <a:lnTo>
                      <a:pt x="250" y="62"/>
                    </a:lnTo>
                    <a:lnTo>
                      <a:pt x="253" y="64"/>
                    </a:lnTo>
                    <a:lnTo>
                      <a:pt x="253" y="65"/>
                    </a:lnTo>
                    <a:lnTo>
                      <a:pt x="253" y="68"/>
                    </a:lnTo>
                    <a:lnTo>
                      <a:pt x="256" y="70"/>
                    </a:lnTo>
                    <a:lnTo>
                      <a:pt x="256" y="71"/>
                    </a:lnTo>
                    <a:lnTo>
                      <a:pt x="256" y="73"/>
                    </a:lnTo>
                    <a:lnTo>
                      <a:pt x="259" y="75"/>
                    </a:lnTo>
                    <a:lnTo>
                      <a:pt x="259" y="78"/>
                    </a:lnTo>
                    <a:lnTo>
                      <a:pt x="259" y="79"/>
                    </a:lnTo>
                    <a:lnTo>
                      <a:pt x="262" y="81"/>
                    </a:lnTo>
                    <a:lnTo>
                      <a:pt x="262" y="83"/>
                    </a:lnTo>
                    <a:lnTo>
                      <a:pt x="262" y="85"/>
                    </a:lnTo>
                    <a:lnTo>
                      <a:pt x="266" y="87"/>
                    </a:lnTo>
                    <a:lnTo>
                      <a:pt x="266" y="89"/>
                    </a:lnTo>
                    <a:lnTo>
                      <a:pt x="266" y="91"/>
                    </a:lnTo>
                    <a:lnTo>
                      <a:pt x="266" y="93"/>
                    </a:lnTo>
                    <a:lnTo>
                      <a:pt x="269" y="94"/>
                    </a:lnTo>
                    <a:lnTo>
                      <a:pt x="269" y="97"/>
                    </a:lnTo>
                    <a:lnTo>
                      <a:pt x="269" y="99"/>
                    </a:lnTo>
                    <a:lnTo>
                      <a:pt x="272" y="101"/>
                    </a:lnTo>
                    <a:lnTo>
                      <a:pt x="272" y="102"/>
                    </a:lnTo>
                    <a:lnTo>
                      <a:pt x="272" y="104"/>
                    </a:lnTo>
                    <a:lnTo>
                      <a:pt x="275" y="108"/>
                    </a:lnTo>
                    <a:lnTo>
                      <a:pt x="275" y="110"/>
                    </a:lnTo>
                    <a:lnTo>
                      <a:pt x="275" y="112"/>
                    </a:lnTo>
                    <a:lnTo>
                      <a:pt x="278" y="114"/>
                    </a:lnTo>
                    <a:lnTo>
                      <a:pt x="278" y="116"/>
                    </a:lnTo>
                    <a:lnTo>
                      <a:pt x="278" y="118"/>
                    </a:lnTo>
                    <a:lnTo>
                      <a:pt x="282" y="122"/>
                    </a:lnTo>
                    <a:lnTo>
                      <a:pt x="282" y="124"/>
                    </a:lnTo>
                    <a:lnTo>
                      <a:pt x="282" y="126"/>
                    </a:lnTo>
                    <a:lnTo>
                      <a:pt x="285" y="128"/>
                    </a:lnTo>
                    <a:lnTo>
                      <a:pt x="285" y="130"/>
                    </a:lnTo>
                    <a:lnTo>
                      <a:pt x="285" y="133"/>
                    </a:lnTo>
                    <a:lnTo>
                      <a:pt x="288" y="136"/>
                    </a:lnTo>
                    <a:lnTo>
                      <a:pt x="288" y="137"/>
                    </a:lnTo>
                    <a:lnTo>
                      <a:pt x="288" y="139"/>
                    </a:lnTo>
                    <a:lnTo>
                      <a:pt x="291" y="141"/>
                    </a:lnTo>
                    <a:lnTo>
                      <a:pt x="291" y="145"/>
                    </a:lnTo>
                    <a:lnTo>
                      <a:pt x="291" y="147"/>
                    </a:lnTo>
                    <a:lnTo>
                      <a:pt x="294" y="149"/>
                    </a:lnTo>
                    <a:lnTo>
                      <a:pt x="294" y="153"/>
                    </a:lnTo>
                    <a:lnTo>
                      <a:pt x="294" y="155"/>
                    </a:lnTo>
                    <a:lnTo>
                      <a:pt x="298" y="157"/>
                    </a:lnTo>
                    <a:lnTo>
                      <a:pt x="298" y="159"/>
                    </a:lnTo>
                    <a:lnTo>
                      <a:pt x="298" y="162"/>
                    </a:lnTo>
                    <a:lnTo>
                      <a:pt x="301" y="165"/>
                    </a:lnTo>
                    <a:lnTo>
                      <a:pt x="301" y="167"/>
                    </a:lnTo>
                    <a:lnTo>
                      <a:pt x="301" y="170"/>
                    </a:lnTo>
                    <a:lnTo>
                      <a:pt x="304" y="172"/>
                    </a:lnTo>
                    <a:lnTo>
                      <a:pt x="304" y="174"/>
                    </a:lnTo>
                    <a:lnTo>
                      <a:pt x="304" y="178"/>
                    </a:lnTo>
                    <a:lnTo>
                      <a:pt x="307" y="180"/>
                    </a:lnTo>
                    <a:lnTo>
                      <a:pt x="307" y="182"/>
                    </a:lnTo>
                    <a:lnTo>
                      <a:pt x="307" y="186"/>
                    </a:lnTo>
                    <a:lnTo>
                      <a:pt x="310" y="188"/>
                    </a:lnTo>
                    <a:lnTo>
                      <a:pt x="310" y="190"/>
                    </a:lnTo>
                    <a:lnTo>
                      <a:pt x="310" y="194"/>
                    </a:lnTo>
                    <a:lnTo>
                      <a:pt x="314" y="196"/>
                    </a:lnTo>
                    <a:lnTo>
                      <a:pt x="314" y="199"/>
                    </a:lnTo>
                    <a:lnTo>
                      <a:pt x="314" y="201"/>
                    </a:lnTo>
                    <a:lnTo>
                      <a:pt x="317" y="203"/>
                    </a:lnTo>
                    <a:lnTo>
                      <a:pt x="317" y="207"/>
                    </a:lnTo>
                    <a:lnTo>
                      <a:pt x="317" y="209"/>
                    </a:lnTo>
                    <a:lnTo>
                      <a:pt x="320" y="213"/>
                    </a:lnTo>
                    <a:lnTo>
                      <a:pt x="320" y="215"/>
                    </a:lnTo>
                    <a:lnTo>
                      <a:pt x="320" y="217"/>
                    </a:lnTo>
                    <a:lnTo>
                      <a:pt x="323" y="220"/>
                    </a:lnTo>
                    <a:lnTo>
                      <a:pt x="323" y="223"/>
                    </a:lnTo>
                    <a:lnTo>
                      <a:pt x="323" y="226"/>
                    </a:lnTo>
                    <a:lnTo>
                      <a:pt x="326" y="228"/>
                    </a:lnTo>
                    <a:lnTo>
                      <a:pt x="326" y="230"/>
                    </a:lnTo>
                    <a:lnTo>
                      <a:pt x="326" y="234"/>
                    </a:lnTo>
                    <a:lnTo>
                      <a:pt x="330" y="236"/>
                    </a:lnTo>
                    <a:lnTo>
                      <a:pt x="330" y="240"/>
                    </a:lnTo>
                    <a:lnTo>
                      <a:pt x="330" y="242"/>
                    </a:lnTo>
                    <a:lnTo>
                      <a:pt x="333" y="246"/>
                    </a:lnTo>
                    <a:lnTo>
                      <a:pt x="333" y="248"/>
                    </a:lnTo>
                    <a:lnTo>
                      <a:pt x="333" y="252"/>
                    </a:lnTo>
                    <a:lnTo>
                      <a:pt x="336" y="254"/>
                    </a:lnTo>
                    <a:lnTo>
                      <a:pt x="336" y="257"/>
                    </a:lnTo>
                    <a:lnTo>
                      <a:pt x="336" y="259"/>
                    </a:lnTo>
                    <a:lnTo>
                      <a:pt x="339" y="262"/>
                    </a:lnTo>
                    <a:lnTo>
                      <a:pt x="339" y="265"/>
                    </a:lnTo>
                    <a:lnTo>
                      <a:pt x="339" y="267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9" name="Freeform 43"/>
              <p:cNvSpPr>
                <a:spLocks/>
              </p:cNvSpPr>
              <p:nvPr/>
            </p:nvSpPr>
            <p:spPr bwMode="auto">
              <a:xfrm>
                <a:off x="1642" y="1803"/>
                <a:ext cx="344" cy="339"/>
              </a:xfrm>
              <a:custGeom>
                <a:avLst/>
                <a:gdLst>
                  <a:gd name="T0" fmla="*/ 3 w 344"/>
                  <a:gd name="T1" fmla="*/ 10 h 339"/>
                  <a:gd name="T2" fmla="*/ 10 w 344"/>
                  <a:gd name="T3" fmla="*/ 21 h 339"/>
                  <a:gd name="T4" fmla="*/ 13 w 344"/>
                  <a:gd name="T5" fmla="*/ 33 h 339"/>
                  <a:gd name="T6" fmla="*/ 16 w 344"/>
                  <a:gd name="T7" fmla="*/ 43 h 339"/>
                  <a:gd name="T8" fmla="*/ 23 w 344"/>
                  <a:gd name="T9" fmla="*/ 54 h 339"/>
                  <a:gd name="T10" fmla="*/ 26 w 344"/>
                  <a:gd name="T11" fmla="*/ 66 h 339"/>
                  <a:gd name="T12" fmla="*/ 29 w 344"/>
                  <a:gd name="T13" fmla="*/ 77 h 339"/>
                  <a:gd name="T14" fmla="*/ 32 w 344"/>
                  <a:gd name="T15" fmla="*/ 89 h 339"/>
                  <a:gd name="T16" fmla="*/ 39 w 344"/>
                  <a:gd name="T17" fmla="*/ 101 h 339"/>
                  <a:gd name="T18" fmla="*/ 42 w 344"/>
                  <a:gd name="T19" fmla="*/ 110 h 339"/>
                  <a:gd name="T20" fmla="*/ 45 w 344"/>
                  <a:gd name="T21" fmla="*/ 122 h 339"/>
                  <a:gd name="T22" fmla="*/ 51 w 344"/>
                  <a:gd name="T23" fmla="*/ 133 h 339"/>
                  <a:gd name="T24" fmla="*/ 55 w 344"/>
                  <a:gd name="T25" fmla="*/ 143 h 339"/>
                  <a:gd name="T26" fmla="*/ 58 w 344"/>
                  <a:gd name="T27" fmla="*/ 155 h 339"/>
                  <a:gd name="T28" fmla="*/ 64 w 344"/>
                  <a:gd name="T29" fmla="*/ 164 h 339"/>
                  <a:gd name="T30" fmla="*/ 67 w 344"/>
                  <a:gd name="T31" fmla="*/ 174 h 339"/>
                  <a:gd name="T32" fmla="*/ 71 w 344"/>
                  <a:gd name="T33" fmla="*/ 186 h 339"/>
                  <a:gd name="T34" fmla="*/ 77 w 344"/>
                  <a:gd name="T35" fmla="*/ 196 h 339"/>
                  <a:gd name="T36" fmla="*/ 80 w 344"/>
                  <a:gd name="T37" fmla="*/ 205 h 339"/>
                  <a:gd name="T38" fmla="*/ 83 w 344"/>
                  <a:gd name="T39" fmla="*/ 212 h 339"/>
                  <a:gd name="T40" fmla="*/ 90 w 344"/>
                  <a:gd name="T41" fmla="*/ 222 h 339"/>
                  <a:gd name="T42" fmla="*/ 93 w 344"/>
                  <a:gd name="T43" fmla="*/ 232 h 339"/>
                  <a:gd name="T44" fmla="*/ 96 w 344"/>
                  <a:gd name="T45" fmla="*/ 240 h 339"/>
                  <a:gd name="T46" fmla="*/ 103 w 344"/>
                  <a:gd name="T47" fmla="*/ 247 h 339"/>
                  <a:gd name="T48" fmla="*/ 106 w 344"/>
                  <a:gd name="T49" fmla="*/ 257 h 339"/>
                  <a:gd name="T50" fmla="*/ 109 w 344"/>
                  <a:gd name="T51" fmla="*/ 265 h 339"/>
                  <a:gd name="T52" fmla="*/ 115 w 344"/>
                  <a:gd name="T53" fmla="*/ 273 h 339"/>
                  <a:gd name="T54" fmla="*/ 119 w 344"/>
                  <a:gd name="T55" fmla="*/ 280 h 339"/>
                  <a:gd name="T56" fmla="*/ 125 w 344"/>
                  <a:gd name="T57" fmla="*/ 288 h 339"/>
                  <a:gd name="T58" fmla="*/ 131 w 344"/>
                  <a:gd name="T59" fmla="*/ 296 h 339"/>
                  <a:gd name="T60" fmla="*/ 138 w 344"/>
                  <a:gd name="T61" fmla="*/ 304 h 339"/>
                  <a:gd name="T62" fmla="*/ 141 w 344"/>
                  <a:gd name="T63" fmla="*/ 311 h 339"/>
                  <a:gd name="T64" fmla="*/ 151 w 344"/>
                  <a:gd name="T65" fmla="*/ 319 h 339"/>
                  <a:gd name="T66" fmla="*/ 160 w 344"/>
                  <a:gd name="T67" fmla="*/ 327 h 339"/>
                  <a:gd name="T68" fmla="*/ 173 w 344"/>
                  <a:gd name="T69" fmla="*/ 334 h 339"/>
                  <a:gd name="T70" fmla="*/ 186 w 344"/>
                  <a:gd name="T71" fmla="*/ 338 h 339"/>
                  <a:gd name="T72" fmla="*/ 199 w 344"/>
                  <a:gd name="T73" fmla="*/ 336 h 339"/>
                  <a:gd name="T74" fmla="*/ 211 w 344"/>
                  <a:gd name="T75" fmla="*/ 333 h 339"/>
                  <a:gd name="T76" fmla="*/ 224 w 344"/>
                  <a:gd name="T77" fmla="*/ 325 h 339"/>
                  <a:gd name="T78" fmla="*/ 234 w 344"/>
                  <a:gd name="T79" fmla="*/ 317 h 339"/>
                  <a:gd name="T80" fmla="*/ 240 w 344"/>
                  <a:gd name="T81" fmla="*/ 309 h 339"/>
                  <a:gd name="T82" fmla="*/ 247 w 344"/>
                  <a:gd name="T83" fmla="*/ 302 h 339"/>
                  <a:gd name="T84" fmla="*/ 250 w 344"/>
                  <a:gd name="T85" fmla="*/ 294 h 339"/>
                  <a:gd name="T86" fmla="*/ 256 w 344"/>
                  <a:gd name="T87" fmla="*/ 286 h 339"/>
                  <a:gd name="T88" fmla="*/ 263 w 344"/>
                  <a:gd name="T89" fmla="*/ 278 h 339"/>
                  <a:gd name="T90" fmla="*/ 266 w 344"/>
                  <a:gd name="T91" fmla="*/ 270 h 339"/>
                  <a:gd name="T92" fmla="*/ 272 w 344"/>
                  <a:gd name="T93" fmla="*/ 263 h 339"/>
                  <a:gd name="T94" fmla="*/ 275 w 344"/>
                  <a:gd name="T95" fmla="*/ 255 h 339"/>
                  <a:gd name="T96" fmla="*/ 279 w 344"/>
                  <a:gd name="T97" fmla="*/ 246 h 339"/>
                  <a:gd name="T98" fmla="*/ 285 w 344"/>
                  <a:gd name="T99" fmla="*/ 238 h 339"/>
                  <a:gd name="T100" fmla="*/ 288 w 344"/>
                  <a:gd name="T101" fmla="*/ 230 h 339"/>
                  <a:gd name="T102" fmla="*/ 291 w 344"/>
                  <a:gd name="T103" fmla="*/ 220 h 339"/>
                  <a:gd name="T104" fmla="*/ 298 w 344"/>
                  <a:gd name="T105" fmla="*/ 211 h 339"/>
                  <a:gd name="T106" fmla="*/ 301 w 344"/>
                  <a:gd name="T107" fmla="*/ 201 h 339"/>
                  <a:gd name="T108" fmla="*/ 304 w 344"/>
                  <a:gd name="T109" fmla="*/ 191 h 339"/>
                  <a:gd name="T110" fmla="*/ 311 w 344"/>
                  <a:gd name="T111" fmla="*/ 182 h 339"/>
                  <a:gd name="T112" fmla="*/ 314 w 344"/>
                  <a:gd name="T113" fmla="*/ 172 h 339"/>
                  <a:gd name="T114" fmla="*/ 317 w 344"/>
                  <a:gd name="T115" fmla="*/ 162 h 339"/>
                  <a:gd name="T116" fmla="*/ 323 w 344"/>
                  <a:gd name="T117" fmla="*/ 151 h 339"/>
                  <a:gd name="T118" fmla="*/ 327 w 344"/>
                  <a:gd name="T119" fmla="*/ 141 h 339"/>
                  <a:gd name="T120" fmla="*/ 330 w 344"/>
                  <a:gd name="T121" fmla="*/ 130 h 339"/>
                  <a:gd name="T122" fmla="*/ 336 w 344"/>
                  <a:gd name="T123" fmla="*/ 120 h 339"/>
                  <a:gd name="T124" fmla="*/ 339 w 344"/>
                  <a:gd name="T125" fmla="*/ 109 h 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44" h="339">
                    <a:moveTo>
                      <a:pt x="0" y="0"/>
                    </a:moveTo>
                    <a:lnTo>
                      <a:pt x="3" y="4"/>
                    </a:lnTo>
                    <a:lnTo>
                      <a:pt x="3" y="6"/>
                    </a:lnTo>
                    <a:lnTo>
                      <a:pt x="3" y="10"/>
                    </a:lnTo>
                    <a:lnTo>
                      <a:pt x="7" y="11"/>
                    </a:lnTo>
                    <a:lnTo>
                      <a:pt x="7" y="16"/>
                    </a:lnTo>
                    <a:lnTo>
                      <a:pt x="7" y="18"/>
                    </a:lnTo>
                    <a:lnTo>
                      <a:pt x="10" y="21"/>
                    </a:lnTo>
                    <a:lnTo>
                      <a:pt x="10" y="24"/>
                    </a:lnTo>
                    <a:lnTo>
                      <a:pt x="10" y="27"/>
                    </a:lnTo>
                    <a:lnTo>
                      <a:pt x="13" y="29"/>
                    </a:lnTo>
                    <a:lnTo>
                      <a:pt x="13" y="33"/>
                    </a:lnTo>
                    <a:lnTo>
                      <a:pt x="13" y="35"/>
                    </a:lnTo>
                    <a:lnTo>
                      <a:pt x="16" y="37"/>
                    </a:lnTo>
                    <a:lnTo>
                      <a:pt x="16" y="40"/>
                    </a:lnTo>
                    <a:lnTo>
                      <a:pt x="16" y="43"/>
                    </a:lnTo>
                    <a:lnTo>
                      <a:pt x="19" y="46"/>
                    </a:lnTo>
                    <a:lnTo>
                      <a:pt x="19" y="48"/>
                    </a:lnTo>
                    <a:lnTo>
                      <a:pt x="19" y="53"/>
                    </a:lnTo>
                    <a:lnTo>
                      <a:pt x="23" y="54"/>
                    </a:lnTo>
                    <a:lnTo>
                      <a:pt x="23" y="58"/>
                    </a:lnTo>
                    <a:lnTo>
                      <a:pt x="23" y="60"/>
                    </a:lnTo>
                    <a:lnTo>
                      <a:pt x="26" y="64"/>
                    </a:lnTo>
                    <a:lnTo>
                      <a:pt x="26" y="66"/>
                    </a:lnTo>
                    <a:lnTo>
                      <a:pt x="26" y="70"/>
                    </a:lnTo>
                    <a:lnTo>
                      <a:pt x="29" y="72"/>
                    </a:lnTo>
                    <a:lnTo>
                      <a:pt x="29" y="75"/>
                    </a:lnTo>
                    <a:lnTo>
                      <a:pt x="29" y="77"/>
                    </a:lnTo>
                    <a:lnTo>
                      <a:pt x="32" y="81"/>
                    </a:lnTo>
                    <a:lnTo>
                      <a:pt x="32" y="83"/>
                    </a:lnTo>
                    <a:lnTo>
                      <a:pt x="32" y="85"/>
                    </a:lnTo>
                    <a:lnTo>
                      <a:pt x="32" y="89"/>
                    </a:lnTo>
                    <a:lnTo>
                      <a:pt x="35" y="91"/>
                    </a:lnTo>
                    <a:lnTo>
                      <a:pt x="35" y="95"/>
                    </a:lnTo>
                    <a:lnTo>
                      <a:pt x="35" y="97"/>
                    </a:lnTo>
                    <a:lnTo>
                      <a:pt x="39" y="101"/>
                    </a:lnTo>
                    <a:lnTo>
                      <a:pt x="39" y="103"/>
                    </a:lnTo>
                    <a:lnTo>
                      <a:pt x="39" y="106"/>
                    </a:lnTo>
                    <a:lnTo>
                      <a:pt x="42" y="109"/>
                    </a:lnTo>
                    <a:lnTo>
                      <a:pt x="42" y="110"/>
                    </a:lnTo>
                    <a:lnTo>
                      <a:pt x="42" y="114"/>
                    </a:lnTo>
                    <a:lnTo>
                      <a:pt x="45" y="116"/>
                    </a:lnTo>
                    <a:lnTo>
                      <a:pt x="45" y="120"/>
                    </a:lnTo>
                    <a:lnTo>
                      <a:pt x="45" y="122"/>
                    </a:lnTo>
                    <a:lnTo>
                      <a:pt x="48" y="126"/>
                    </a:lnTo>
                    <a:lnTo>
                      <a:pt x="48" y="128"/>
                    </a:lnTo>
                    <a:lnTo>
                      <a:pt x="48" y="130"/>
                    </a:lnTo>
                    <a:lnTo>
                      <a:pt x="51" y="133"/>
                    </a:lnTo>
                    <a:lnTo>
                      <a:pt x="51" y="135"/>
                    </a:lnTo>
                    <a:lnTo>
                      <a:pt x="51" y="139"/>
                    </a:lnTo>
                    <a:lnTo>
                      <a:pt x="55" y="141"/>
                    </a:lnTo>
                    <a:lnTo>
                      <a:pt x="55" y="143"/>
                    </a:lnTo>
                    <a:lnTo>
                      <a:pt x="55" y="147"/>
                    </a:lnTo>
                    <a:lnTo>
                      <a:pt x="58" y="149"/>
                    </a:lnTo>
                    <a:lnTo>
                      <a:pt x="58" y="151"/>
                    </a:lnTo>
                    <a:lnTo>
                      <a:pt x="58" y="155"/>
                    </a:lnTo>
                    <a:lnTo>
                      <a:pt x="61" y="157"/>
                    </a:lnTo>
                    <a:lnTo>
                      <a:pt x="61" y="159"/>
                    </a:lnTo>
                    <a:lnTo>
                      <a:pt x="61" y="162"/>
                    </a:lnTo>
                    <a:lnTo>
                      <a:pt x="64" y="164"/>
                    </a:lnTo>
                    <a:lnTo>
                      <a:pt x="64" y="167"/>
                    </a:lnTo>
                    <a:lnTo>
                      <a:pt x="64" y="170"/>
                    </a:lnTo>
                    <a:lnTo>
                      <a:pt x="67" y="172"/>
                    </a:lnTo>
                    <a:lnTo>
                      <a:pt x="67" y="174"/>
                    </a:lnTo>
                    <a:lnTo>
                      <a:pt x="67" y="178"/>
                    </a:lnTo>
                    <a:lnTo>
                      <a:pt x="71" y="180"/>
                    </a:lnTo>
                    <a:lnTo>
                      <a:pt x="71" y="182"/>
                    </a:lnTo>
                    <a:lnTo>
                      <a:pt x="71" y="186"/>
                    </a:lnTo>
                    <a:lnTo>
                      <a:pt x="74" y="188"/>
                    </a:lnTo>
                    <a:lnTo>
                      <a:pt x="74" y="190"/>
                    </a:lnTo>
                    <a:lnTo>
                      <a:pt x="74" y="191"/>
                    </a:lnTo>
                    <a:lnTo>
                      <a:pt x="77" y="196"/>
                    </a:lnTo>
                    <a:lnTo>
                      <a:pt x="77" y="197"/>
                    </a:lnTo>
                    <a:lnTo>
                      <a:pt x="77" y="199"/>
                    </a:lnTo>
                    <a:lnTo>
                      <a:pt x="80" y="201"/>
                    </a:lnTo>
                    <a:lnTo>
                      <a:pt x="80" y="205"/>
                    </a:lnTo>
                    <a:lnTo>
                      <a:pt x="80" y="207"/>
                    </a:lnTo>
                    <a:lnTo>
                      <a:pt x="83" y="209"/>
                    </a:lnTo>
                    <a:lnTo>
                      <a:pt x="83" y="211"/>
                    </a:lnTo>
                    <a:lnTo>
                      <a:pt x="83" y="212"/>
                    </a:lnTo>
                    <a:lnTo>
                      <a:pt x="87" y="217"/>
                    </a:lnTo>
                    <a:lnTo>
                      <a:pt x="87" y="218"/>
                    </a:lnTo>
                    <a:lnTo>
                      <a:pt x="87" y="220"/>
                    </a:lnTo>
                    <a:lnTo>
                      <a:pt x="90" y="222"/>
                    </a:lnTo>
                    <a:lnTo>
                      <a:pt x="90" y="225"/>
                    </a:lnTo>
                    <a:lnTo>
                      <a:pt x="90" y="226"/>
                    </a:lnTo>
                    <a:lnTo>
                      <a:pt x="93" y="230"/>
                    </a:lnTo>
                    <a:lnTo>
                      <a:pt x="93" y="232"/>
                    </a:lnTo>
                    <a:lnTo>
                      <a:pt x="93" y="234"/>
                    </a:lnTo>
                    <a:lnTo>
                      <a:pt x="96" y="236"/>
                    </a:lnTo>
                    <a:lnTo>
                      <a:pt x="96" y="238"/>
                    </a:lnTo>
                    <a:lnTo>
                      <a:pt x="96" y="240"/>
                    </a:lnTo>
                    <a:lnTo>
                      <a:pt x="99" y="241"/>
                    </a:lnTo>
                    <a:lnTo>
                      <a:pt x="99" y="244"/>
                    </a:lnTo>
                    <a:lnTo>
                      <a:pt x="99" y="246"/>
                    </a:lnTo>
                    <a:lnTo>
                      <a:pt x="103" y="247"/>
                    </a:lnTo>
                    <a:lnTo>
                      <a:pt x="103" y="251"/>
                    </a:lnTo>
                    <a:lnTo>
                      <a:pt x="103" y="254"/>
                    </a:lnTo>
                    <a:lnTo>
                      <a:pt x="106" y="255"/>
                    </a:lnTo>
                    <a:lnTo>
                      <a:pt x="106" y="257"/>
                    </a:lnTo>
                    <a:lnTo>
                      <a:pt x="106" y="259"/>
                    </a:lnTo>
                    <a:lnTo>
                      <a:pt x="109" y="261"/>
                    </a:lnTo>
                    <a:lnTo>
                      <a:pt x="109" y="263"/>
                    </a:lnTo>
                    <a:lnTo>
                      <a:pt x="109" y="265"/>
                    </a:lnTo>
                    <a:lnTo>
                      <a:pt x="112" y="267"/>
                    </a:lnTo>
                    <a:lnTo>
                      <a:pt x="112" y="269"/>
                    </a:lnTo>
                    <a:lnTo>
                      <a:pt x="115" y="270"/>
                    </a:lnTo>
                    <a:lnTo>
                      <a:pt x="115" y="273"/>
                    </a:lnTo>
                    <a:lnTo>
                      <a:pt x="115" y="275"/>
                    </a:lnTo>
                    <a:lnTo>
                      <a:pt x="119" y="276"/>
                    </a:lnTo>
                    <a:lnTo>
                      <a:pt x="119" y="278"/>
                    </a:lnTo>
                    <a:lnTo>
                      <a:pt x="119" y="280"/>
                    </a:lnTo>
                    <a:lnTo>
                      <a:pt x="122" y="282"/>
                    </a:lnTo>
                    <a:lnTo>
                      <a:pt x="122" y="284"/>
                    </a:lnTo>
                    <a:lnTo>
                      <a:pt x="125" y="286"/>
                    </a:lnTo>
                    <a:lnTo>
                      <a:pt x="125" y="288"/>
                    </a:lnTo>
                    <a:lnTo>
                      <a:pt x="125" y="290"/>
                    </a:lnTo>
                    <a:lnTo>
                      <a:pt x="128" y="292"/>
                    </a:lnTo>
                    <a:lnTo>
                      <a:pt x="128" y="294"/>
                    </a:lnTo>
                    <a:lnTo>
                      <a:pt x="131" y="296"/>
                    </a:lnTo>
                    <a:lnTo>
                      <a:pt x="131" y="298"/>
                    </a:lnTo>
                    <a:lnTo>
                      <a:pt x="135" y="299"/>
                    </a:lnTo>
                    <a:lnTo>
                      <a:pt x="135" y="302"/>
                    </a:lnTo>
                    <a:lnTo>
                      <a:pt x="138" y="304"/>
                    </a:lnTo>
                    <a:lnTo>
                      <a:pt x="138" y="305"/>
                    </a:lnTo>
                    <a:lnTo>
                      <a:pt x="138" y="307"/>
                    </a:lnTo>
                    <a:lnTo>
                      <a:pt x="141" y="309"/>
                    </a:lnTo>
                    <a:lnTo>
                      <a:pt x="141" y="311"/>
                    </a:lnTo>
                    <a:lnTo>
                      <a:pt x="144" y="313"/>
                    </a:lnTo>
                    <a:lnTo>
                      <a:pt x="147" y="315"/>
                    </a:lnTo>
                    <a:lnTo>
                      <a:pt x="147" y="317"/>
                    </a:lnTo>
                    <a:lnTo>
                      <a:pt x="151" y="319"/>
                    </a:lnTo>
                    <a:lnTo>
                      <a:pt x="151" y="321"/>
                    </a:lnTo>
                    <a:lnTo>
                      <a:pt x="154" y="323"/>
                    </a:lnTo>
                    <a:lnTo>
                      <a:pt x="157" y="325"/>
                    </a:lnTo>
                    <a:lnTo>
                      <a:pt x="160" y="327"/>
                    </a:lnTo>
                    <a:lnTo>
                      <a:pt x="163" y="328"/>
                    </a:lnTo>
                    <a:lnTo>
                      <a:pt x="167" y="331"/>
                    </a:lnTo>
                    <a:lnTo>
                      <a:pt x="170" y="333"/>
                    </a:lnTo>
                    <a:lnTo>
                      <a:pt x="173" y="334"/>
                    </a:lnTo>
                    <a:lnTo>
                      <a:pt x="176" y="336"/>
                    </a:lnTo>
                    <a:lnTo>
                      <a:pt x="179" y="336"/>
                    </a:lnTo>
                    <a:lnTo>
                      <a:pt x="183" y="338"/>
                    </a:lnTo>
                    <a:lnTo>
                      <a:pt x="186" y="338"/>
                    </a:lnTo>
                    <a:lnTo>
                      <a:pt x="189" y="338"/>
                    </a:lnTo>
                    <a:lnTo>
                      <a:pt x="192" y="338"/>
                    </a:lnTo>
                    <a:lnTo>
                      <a:pt x="195" y="338"/>
                    </a:lnTo>
                    <a:lnTo>
                      <a:pt x="199" y="336"/>
                    </a:lnTo>
                    <a:lnTo>
                      <a:pt x="202" y="336"/>
                    </a:lnTo>
                    <a:lnTo>
                      <a:pt x="205" y="334"/>
                    </a:lnTo>
                    <a:lnTo>
                      <a:pt x="208" y="334"/>
                    </a:lnTo>
                    <a:lnTo>
                      <a:pt x="211" y="333"/>
                    </a:lnTo>
                    <a:lnTo>
                      <a:pt x="215" y="331"/>
                    </a:lnTo>
                    <a:lnTo>
                      <a:pt x="218" y="328"/>
                    </a:lnTo>
                    <a:lnTo>
                      <a:pt x="221" y="327"/>
                    </a:lnTo>
                    <a:lnTo>
                      <a:pt x="224" y="325"/>
                    </a:lnTo>
                    <a:lnTo>
                      <a:pt x="227" y="323"/>
                    </a:lnTo>
                    <a:lnTo>
                      <a:pt x="231" y="321"/>
                    </a:lnTo>
                    <a:lnTo>
                      <a:pt x="231" y="319"/>
                    </a:lnTo>
                    <a:lnTo>
                      <a:pt x="234" y="317"/>
                    </a:lnTo>
                    <a:lnTo>
                      <a:pt x="234" y="315"/>
                    </a:lnTo>
                    <a:lnTo>
                      <a:pt x="237" y="313"/>
                    </a:lnTo>
                    <a:lnTo>
                      <a:pt x="240" y="311"/>
                    </a:lnTo>
                    <a:lnTo>
                      <a:pt x="240" y="309"/>
                    </a:lnTo>
                    <a:lnTo>
                      <a:pt x="243" y="307"/>
                    </a:lnTo>
                    <a:lnTo>
                      <a:pt x="243" y="305"/>
                    </a:lnTo>
                    <a:lnTo>
                      <a:pt x="243" y="304"/>
                    </a:lnTo>
                    <a:lnTo>
                      <a:pt x="247" y="302"/>
                    </a:lnTo>
                    <a:lnTo>
                      <a:pt x="247" y="299"/>
                    </a:lnTo>
                    <a:lnTo>
                      <a:pt x="250" y="298"/>
                    </a:lnTo>
                    <a:lnTo>
                      <a:pt x="250" y="296"/>
                    </a:lnTo>
                    <a:lnTo>
                      <a:pt x="250" y="294"/>
                    </a:lnTo>
                    <a:lnTo>
                      <a:pt x="253" y="292"/>
                    </a:lnTo>
                    <a:lnTo>
                      <a:pt x="253" y="290"/>
                    </a:lnTo>
                    <a:lnTo>
                      <a:pt x="256" y="288"/>
                    </a:lnTo>
                    <a:lnTo>
                      <a:pt x="256" y="286"/>
                    </a:lnTo>
                    <a:lnTo>
                      <a:pt x="259" y="284"/>
                    </a:lnTo>
                    <a:lnTo>
                      <a:pt x="259" y="282"/>
                    </a:lnTo>
                    <a:lnTo>
                      <a:pt x="259" y="280"/>
                    </a:lnTo>
                    <a:lnTo>
                      <a:pt x="263" y="278"/>
                    </a:lnTo>
                    <a:lnTo>
                      <a:pt x="263" y="276"/>
                    </a:lnTo>
                    <a:lnTo>
                      <a:pt x="263" y="275"/>
                    </a:lnTo>
                    <a:lnTo>
                      <a:pt x="266" y="273"/>
                    </a:lnTo>
                    <a:lnTo>
                      <a:pt x="266" y="270"/>
                    </a:lnTo>
                    <a:lnTo>
                      <a:pt x="266" y="269"/>
                    </a:lnTo>
                    <a:lnTo>
                      <a:pt x="269" y="267"/>
                    </a:lnTo>
                    <a:lnTo>
                      <a:pt x="269" y="265"/>
                    </a:lnTo>
                    <a:lnTo>
                      <a:pt x="272" y="263"/>
                    </a:lnTo>
                    <a:lnTo>
                      <a:pt x="272" y="261"/>
                    </a:lnTo>
                    <a:lnTo>
                      <a:pt x="272" y="259"/>
                    </a:lnTo>
                    <a:lnTo>
                      <a:pt x="275" y="257"/>
                    </a:lnTo>
                    <a:lnTo>
                      <a:pt x="275" y="255"/>
                    </a:lnTo>
                    <a:lnTo>
                      <a:pt x="275" y="254"/>
                    </a:lnTo>
                    <a:lnTo>
                      <a:pt x="279" y="251"/>
                    </a:lnTo>
                    <a:lnTo>
                      <a:pt x="279" y="247"/>
                    </a:lnTo>
                    <a:lnTo>
                      <a:pt x="279" y="246"/>
                    </a:lnTo>
                    <a:lnTo>
                      <a:pt x="282" y="244"/>
                    </a:lnTo>
                    <a:lnTo>
                      <a:pt x="282" y="241"/>
                    </a:lnTo>
                    <a:lnTo>
                      <a:pt x="282" y="240"/>
                    </a:lnTo>
                    <a:lnTo>
                      <a:pt x="285" y="238"/>
                    </a:lnTo>
                    <a:lnTo>
                      <a:pt x="285" y="236"/>
                    </a:lnTo>
                    <a:lnTo>
                      <a:pt x="285" y="234"/>
                    </a:lnTo>
                    <a:lnTo>
                      <a:pt x="288" y="232"/>
                    </a:lnTo>
                    <a:lnTo>
                      <a:pt x="288" y="230"/>
                    </a:lnTo>
                    <a:lnTo>
                      <a:pt x="288" y="226"/>
                    </a:lnTo>
                    <a:lnTo>
                      <a:pt x="291" y="225"/>
                    </a:lnTo>
                    <a:lnTo>
                      <a:pt x="291" y="222"/>
                    </a:lnTo>
                    <a:lnTo>
                      <a:pt x="291" y="220"/>
                    </a:lnTo>
                    <a:lnTo>
                      <a:pt x="295" y="218"/>
                    </a:lnTo>
                    <a:lnTo>
                      <a:pt x="295" y="217"/>
                    </a:lnTo>
                    <a:lnTo>
                      <a:pt x="295" y="212"/>
                    </a:lnTo>
                    <a:lnTo>
                      <a:pt x="298" y="211"/>
                    </a:lnTo>
                    <a:lnTo>
                      <a:pt x="298" y="209"/>
                    </a:lnTo>
                    <a:lnTo>
                      <a:pt x="298" y="207"/>
                    </a:lnTo>
                    <a:lnTo>
                      <a:pt x="301" y="205"/>
                    </a:lnTo>
                    <a:lnTo>
                      <a:pt x="301" y="201"/>
                    </a:lnTo>
                    <a:lnTo>
                      <a:pt x="301" y="199"/>
                    </a:lnTo>
                    <a:lnTo>
                      <a:pt x="304" y="197"/>
                    </a:lnTo>
                    <a:lnTo>
                      <a:pt x="304" y="196"/>
                    </a:lnTo>
                    <a:lnTo>
                      <a:pt x="304" y="191"/>
                    </a:lnTo>
                    <a:lnTo>
                      <a:pt x="307" y="190"/>
                    </a:lnTo>
                    <a:lnTo>
                      <a:pt x="307" y="188"/>
                    </a:lnTo>
                    <a:lnTo>
                      <a:pt x="307" y="186"/>
                    </a:lnTo>
                    <a:lnTo>
                      <a:pt x="311" y="182"/>
                    </a:lnTo>
                    <a:lnTo>
                      <a:pt x="311" y="180"/>
                    </a:lnTo>
                    <a:lnTo>
                      <a:pt x="311" y="178"/>
                    </a:lnTo>
                    <a:lnTo>
                      <a:pt x="314" y="174"/>
                    </a:lnTo>
                    <a:lnTo>
                      <a:pt x="314" y="172"/>
                    </a:lnTo>
                    <a:lnTo>
                      <a:pt x="314" y="170"/>
                    </a:lnTo>
                    <a:lnTo>
                      <a:pt x="317" y="167"/>
                    </a:lnTo>
                    <a:lnTo>
                      <a:pt x="317" y="164"/>
                    </a:lnTo>
                    <a:lnTo>
                      <a:pt x="317" y="162"/>
                    </a:lnTo>
                    <a:lnTo>
                      <a:pt x="320" y="159"/>
                    </a:lnTo>
                    <a:lnTo>
                      <a:pt x="320" y="157"/>
                    </a:lnTo>
                    <a:lnTo>
                      <a:pt x="320" y="155"/>
                    </a:lnTo>
                    <a:lnTo>
                      <a:pt x="323" y="151"/>
                    </a:lnTo>
                    <a:lnTo>
                      <a:pt x="323" y="149"/>
                    </a:lnTo>
                    <a:lnTo>
                      <a:pt x="323" y="147"/>
                    </a:lnTo>
                    <a:lnTo>
                      <a:pt x="327" y="143"/>
                    </a:lnTo>
                    <a:lnTo>
                      <a:pt x="327" y="141"/>
                    </a:lnTo>
                    <a:lnTo>
                      <a:pt x="327" y="139"/>
                    </a:lnTo>
                    <a:lnTo>
                      <a:pt x="330" y="135"/>
                    </a:lnTo>
                    <a:lnTo>
                      <a:pt x="330" y="133"/>
                    </a:lnTo>
                    <a:lnTo>
                      <a:pt x="330" y="130"/>
                    </a:lnTo>
                    <a:lnTo>
                      <a:pt x="333" y="128"/>
                    </a:lnTo>
                    <a:lnTo>
                      <a:pt x="333" y="126"/>
                    </a:lnTo>
                    <a:lnTo>
                      <a:pt x="333" y="122"/>
                    </a:lnTo>
                    <a:lnTo>
                      <a:pt x="336" y="120"/>
                    </a:lnTo>
                    <a:lnTo>
                      <a:pt x="336" y="116"/>
                    </a:lnTo>
                    <a:lnTo>
                      <a:pt x="336" y="114"/>
                    </a:lnTo>
                    <a:lnTo>
                      <a:pt x="339" y="110"/>
                    </a:lnTo>
                    <a:lnTo>
                      <a:pt x="339" y="109"/>
                    </a:lnTo>
                    <a:lnTo>
                      <a:pt x="339" y="106"/>
                    </a:lnTo>
                    <a:lnTo>
                      <a:pt x="343" y="103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80" name="Freeform 44"/>
              <p:cNvSpPr>
                <a:spLocks/>
              </p:cNvSpPr>
              <p:nvPr/>
            </p:nvSpPr>
            <p:spPr bwMode="auto">
              <a:xfrm>
                <a:off x="1985" y="1536"/>
                <a:ext cx="337" cy="372"/>
              </a:xfrm>
              <a:custGeom>
                <a:avLst/>
                <a:gdLst>
                  <a:gd name="T0" fmla="*/ 3 w 337"/>
                  <a:gd name="T1" fmla="*/ 363 h 372"/>
                  <a:gd name="T2" fmla="*/ 6 w 337"/>
                  <a:gd name="T3" fmla="*/ 352 h 372"/>
                  <a:gd name="T4" fmla="*/ 9 w 337"/>
                  <a:gd name="T5" fmla="*/ 340 h 372"/>
                  <a:gd name="T6" fmla="*/ 12 w 337"/>
                  <a:gd name="T7" fmla="*/ 328 h 372"/>
                  <a:gd name="T8" fmla="*/ 19 w 337"/>
                  <a:gd name="T9" fmla="*/ 316 h 372"/>
                  <a:gd name="T10" fmla="*/ 22 w 337"/>
                  <a:gd name="T11" fmla="*/ 305 h 372"/>
                  <a:gd name="T12" fmla="*/ 25 w 337"/>
                  <a:gd name="T13" fmla="*/ 295 h 372"/>
                  <a:gd name="T14" fmla="*/ 32 w 337"/>
                  <a:gd name="T15" fmla="*/ 284 h 372"/>
                  <a:gd name="T16" fmla="*/ 35 w 337"/>
                  <a:gd name="T17" fmla="*/ 272 h 372"/>
                  <a:gd name="T18" fmla="*/ 38 w 337"/>
                  <a:gd name="T19" fmla="*/ 260 h 372"/>
                  <a:gd name="T20" fmla="*/ 44 w 337"/>
                  <a:gd name="T21" fmla="*/ 248 h 372"/>
                  <a:gd name="T22" fmla="*/ 48 w 337"/>
                  <a:gd name="T23" fmla="*/ 237 h 372"/>
                  <a:gd name="T24" fmla="*/ 51 w 337"/>
                  <a:gd name="T25" fmla="*/ 227 h 372"/>
                  <a:gd name="T26" fmla="*/ 57 w 337"/>
                  <a:gd name="T27" fmla="*/ 216 h 372"/>
                  <a:gd name="T28" fmla="*/ 60 w 337"/>
                  <a:gd name="T29" fmla="*/ 204 h 372"/>
                  <a:gd name="T30" fmla="*/ 64 w 337"/>
                  <a:gd name="T31" fmla="*/ 194 h 372"/>
                  <a:gd name="T32" fmla="*/ 70 w 337"/>
                  <a:gd name="T33" fmla="*/ 182 h 372"/>
                  <a:gd name="T34" fmla="*/ 73 w 337"/>
                  <a:gd name="T35" fmla="*/ 172 h 372"/>
                  <a:gd name="T36" fmla="*/ 76 w 337"/>
                  <a:gd name="T37" fmla="*/ 163 h 372"/>
                  <a:gd name="T38" fmla="*/ 83 w 337"/>
                  <a:gd name="T39" fmla="*/ 153 h 372"/>
                  <a:gd name="T40" fmla="*/ 86 w 337"/>
                  <a:gd name="T41" fmla="*/ 141 h 372"/>
                  <a:gd name="T42" fmla="*/ 89 w 337"/>
                  <a:gd name="T43" fmla="*/ 134 h 372"/>
                  <a:gd name="T44" fmla="*/ 96 w 337"/>
                  <a:gd name="T45" fmla="*/ 124 h 372"/>
                  <a:gd name="T46" fmla="*/ 99 w 337"/>
                  <a:gd name="T47" fmla="*/ 114 h 372"/>
                  <a:gd name="T48" fmla="*/ 102 w 337"/>
                  <a:gd name="T49" fmla="*/ 104 h 372"/>
                  <a:gd name="T50" fmla="*/ 108 w 337"/>
                  <a:gd name="T51" fmla="*/ 97 h 372"/>
                  <a:gd name="T52" fmla="*/ 112 w 337"/>
                  <a:gd name="T53" fmla="*/ 89 h 372"/>
                  <a:gd name="T54" fmla="*/ 115 w 337"/>
                  <a:gd name="T55" fmla="*/ 81 h 372"/>
                  <a:gd name="T56" fmla="*/ 118 w 337"/>
                  <a:gd name="T57" fmla="*/ 73 h 372"/>
                  <a:gd name="T58" fmla="*/ 124 w 337"/>
                  <a:gd name="T59" fmla="*/ 66 h 372"/>
                  <a:gd name="T60" fmla="*/ 128 w 337"/>
                  <a:gd name="T61" fmla="*/ 58 h 372"/>
                  <a:gd name="T62" fmla="*/ 134 w 337"/>
                  <a:gd name="T63" fmla="*/ 50 h 372"/>
                  <a:gd name="T64" fmla="*/ 140 w 337"/>
                  <a:gd name="T65" fmla="*/ 43 h 372"/>
                  <a:gd name="T66" fmla="*/ 144 w 337"/>
                  <a:gd name="T67" fmla="*/ 35 h 372"/>
                  <a:gd name="T68" fmla="*/ 150 w 337"/>
                  <a:gd name="T69" fmla="*/ 27 h 372"/>
                  <a:gd name="T70" fmla="*/ 160 w 337"/>
                  <a:gd name="T71" fmla="*/ 19 h 372"/>
                  <a:gd name="T72" fmla="*/ 169 w 337"/>
                  <a:gd name="T73" fmla="*/ 12 h 372"/>
                  <a:gd name="T74" fmla="*/ 182 w 337"/>
                  <a:gd name="T75" fmla="*/ 4 h 372"/>
                  <a:gd name="T76" fmla="*/ 195 w 337"/>
                  <a:gd name="T77" fmla="*/ 0 h 372"/>
                  <a:gd name="T78" fmla="*/ 208 w 337"/>
                  <a:gd name="T79" fmla="*/ 2 h 372"/>
                  <a:gd name="T80" fmla="*/ 220 w 337"/>
                  <a:gd name="T81" fmla="*/ 5 h 372"/>
                  <a:gd name="T82" fmla="*/ 233 w 337"/>
                  <a:gd name="T83" fmla="*/ 13 h 372"/>
                  <a:gd name="T84" fmla="*/ 243 w 337"/>
                  <a:gd name="T85" fmla="*/ 21 h 372"/>
                  <a:gd name="T86" fmla="*/ 249 w 337"/>
                  <a:gd name="T87" fmla="*/ 29 h 372"/>
                  <a:gd name="T88" fmla="*/ 256 w 337"/>
                  <a:gd name="T89" fmla="*/ 36 h 372"/>
                  <a:gd name="T90" fmla="*/ 262 w 337"/>
                  <a:gd name="T91" fmla="*/ 44 h 372"/>
                  <a:gd name="T92" fmla="*/ 265 w 337"/>
                  <a:gd name="T93" fmla="*/ 52 h 372"/>
                  <a:gd name="T94" fmla="*/ 272 w 337"/>
                  <a:gd name="T95" fmla="*/ 60 h 372"/>
                  <a:gd name="T96" fmla="*/ 275 w 337"/>
                  <a:gd name="T97" fmla="*/ 68 h 372"/>
                  <a:gd name="T98" fmla="*/ 281 w 337"/>
                  <a:gd name="T99" fmla="*/ 75 h 372"/>
                  <a:gd name="T100" fmla="*/ 284 w 337"/>
                  <a:gd name="T101" fmla="*/ 83 h 372"/>
                  <a:gd name="T102" fmla="*/ 288 w 337"/>
                  <a:gd name="T103" fmla="*/ 91 h 372"/>
                  <a:gd name="T104" fmla="*/ 294 w 337"/>
                  <a:gd name="T105" fmla="*/ 101 h 372"/>
                  <a:gd name="T106" fmla="*/ 297 w 337"/>
                  <a:gd name="T107" fmla="*/ 109 h 372"/>
                  <a:gd name="T108" fmla="*/ 300 w 337"/>
                  <a:gd name="T109" fmla="*/ 118 h 372"/>
                  <a:gd name="T110" fmla="*/ 307 w 337"/>
                  <a:gd name="T111" fmla="*/ 126 h 372"/>
                  <a:gd name="T112" fmla="*/ 310 w 337"/>
                  <a:gd name="T113" fmla="*/ 136 h 372"/>
                  <a:gd name="T114" fmla="*/ 313 w 337"/>
                  <a:gd name="T115" fmla="*/ 146 h 372"/>
                  <a:gd name="T116" fmla="*/ 320 w 337"/>
                  <a:gd name="T117" fmla="*/ 155 h 372"/>
                  <a:gd name="T118" fmla="*/ 323 w 337"/>
                  <a:gd name="T119" fmla="*/ 165 h 372"/>
                  <a:gd name="T120" fmla="*/ 326 w 337"/>
                  <a:gd name="T121" fmla="*/ 177 h 372"/>
                  <a:gd name="T122" fmla="*/ 329 w 337"/>
                  <a:gd name="T123" fmla="*/ 186 h 372"/>
                  <a:gd name="T124" fmla="*/ 336 w 337"/>
                  <a:gd name="T125" fmla="*/ 198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37" h="372">
                    <a:moveTo>
                      <a:pt x="0" y="371"/>
                    </a:moveTo>
                    <a:lnTo>
                      <a:pt x="0" y="369"/>
                    </a:lnTo>
                    <a:lnTo>
                      <a:pt x="0" y="365"/>
                    </a:lnTo>
                    <a:lnTo>
                      <a:pt x="3" y="363"/>
                    </a:lnTo>
                    <a:lnTo>
                      <a:pt x="3" y="359"/>
                    </a:lnTo>
                    <a:lnTo>
                      <a:pt x="3" y="358"/>
                    </a:lnTo>
                    <a:lnTo>
                      <a:pt x="6" y="353"/>
                    </a:lnTo>
                    <a:lnTo>
                      <a:pt x="6" y="352"/>
                    </a:lnTo>
                    <a:lnTo>
                      <a:pt x="6" y="350"/>
                    </a:lnTo>
                    <a:lnTo>
                      <a:pt x="6" y="345"/>
                    </a:lnTo>
                    <a:lnTo>
                      <a:pt x="9" y="344"/>
                    </a:lnTo>
                    <a:lnTo>
                      <a:pt x="9" y="340"/>
                    </a:lnTo>
                    <a:lnTo>
                      <a:pt x="9" y="338"/>
                    </a:lnTo>
                    <a:lnTo>
                      <a:pt x="12" y="334"/>
                    </a:lnTo>
                    <a:lnTo>
                      <a:pt x="12" y="332"/>
                    </a:lnTo>
                    <a:lnTo>
                      <a:pt x="12" y="328"/>
                    </a:lnTo>
                    <a:lnTo>
                      <a:pt x="16" y="326"/>
                    </a:lnTo>
                    <a:lnTo>
                      <a:pt x="16" y="322"/>
                    </a:lnTo>
                    <a:lnTo>
                      <a:pt x="16" y="321"/>
                    </a:lnTo>
                    <a:lnTo>
                      <a:pt x="19" y="316"/>
                    </a:lnTo>
                    <a:lnTo>
                      <a:pt x="19" y="315"/>
                    </a:lnTo>
                    <a:lnTo>
                      <a:pt x="19" y="311"/>
                    </a:lnTo>
                    <a:lnTo>
                      <a:pt x="22" y="308"/>
                    </a:lnTo>
                    <a:lnTo>
                      <a:pt x="22" y="305"/>
                    </a:lnTo>
                    <a:lnTo>
                      <a:pt x="22" y="303"/>
                    </a:lnTo>
                    <a:lnTo>
                      <a:pt x="25" y="301"/>
                    </a:lnTo>
                    <a:lnTo>
                      <a:pt x="25" y="297"/>
                    </a:lnTo>
                    <a:lnTo>
                      <a:pt x="25" y="295"/>
                    </a:lnTo>
                    <a:lnTo>
                      <a:pt x="28" y="291"/>
                    </a:lnTo>
                    <a:lnTo>
                      <a:pt x="28" y="289"/>
                    </a:lnTo>
                    <a:lnTo>
                      <a:pt x="28" y="285"/>
                    </a:lnTo>
                    <a:lnTo>
                      <a:pt x="32" y="284"/>
                    </a:lnTo>
                    <a:lnTo>
                      <a:pt x="32" y="279"/>
                    </a:lnTo>
                    <a:lnTo>
                      <a:pt x="32" y="277"/>
                    </a:lnTo>
                    <a:lnTo>
                      <a:pt x="35" y="274"/>
                    </a:lnTo>
                    <a:lnTo>
                      <a:pt x="35" y="272"/>
                    </a:lnTo>
                    <a:lnTo>
                      <a:pt x="35" y="268"/>
                    </a:lnTo>
                    <a:lnTo>
                      <a:pt x="38" y="266"/>
                    </a:lnTo>
                    <a:lnTo>
                      <a:pt x="38" y="262"/>
                    </a:lnTo>
                    <a:lnTo>
                      <a:pt x="38" y="260"/>
                    </a:lnTo>
                    <a:lnTo>
                      <a:pt x="41" y="258"/>
                    </a:lnTo>
                    <a:lnTo>
                      <a:pt x="41" y="254"/>
                    </a:lnTo>
                    <a:lnTo>
                      <a:pt x="41" y="253"/>
                    </a:lnTo>
                    <a:lnTo>
                      <a:pt x="44" y="248"/>
                    </a:lnTo>
                    <a:lnTo>
                      <a:pt x="44" y="247"/>
                    </a:lnTo>
                    <a:lnTo>
                      <a:pt x="44" y="243"/>
                    </a:lnTo>
                    <a:lnTo>
                      <a:pt x="48" y="240"/>
                    </a:lnTo>
                    <a:lnTo>
                      <a:pt x="48" y="237"/>
                    </a:lnTo>
                    <a:lnTo>
                      <a:pt x="48" y="235"/>
                    </a:lnTo>
                    <a:lnTo>
                      <a:pt x="51" y="231"/>
                    </a:lnTo>
                    <a:lnTo>
                      <a:pt x="51" y="229"/>
                    </a:lnTo>
                    <a:lnTo>
                      <a:pt x="51" y="227"/>
                    </a:lnTo>
                    <a:lnTo>
                      <a:pt x="54" y="223"/>
                    </a:lnTo>
                    <a:lnTo>
                      <a:pt x="54" y="221"/>
                    </a:lnTo>
                    <a:lnTo>
                      <a:pt x="54" y="217"/>
                    </a:lnTo>
                    <a:lnTo>
                      <a:pt x="57" y="216"/>
                    </a:lnTo>
                    <a:lnTo>
                      <a:pt x="57" y="214"/>
                    </a:lnTo>
                    <a:lnTo>
                      <a:pt x="57" y="209"/>
                    </a:lnTo>
                    <a:lnTo>
                      <a:pt x="60" y="208"/>
                    </a:lnTo>
                    <a:lnTo>
                      <a:pt x="60" y="204"/>
                    </a:lnTo>
                    <a:lnTo>
                      <a:pt x="60" y="202"/>
                    </a:lnTo>
                    <a:lnTo>
                      <a:pt x="64" y="200"/>
                    </a:lnTo>
                    <a:lnTo>
                      <a:pt x="64" y="196"/>
                    </a:lnTo>
                    <a:lnTo>
                      <a:pt x="64" y="194"/>
                    </a:lnTo>
                    <a:lnTo>
                      <a:pt x="67" y="190"/>
                    </a:lnTo>
                    <a:lnTo>
                      <a:pt x="67" y="188"/>
                    </a:lnTo>
                    <a:lnTo>
                      <a:pt x="67" y="186"/>
                    </a:lnTo>
                    <a:lnTo>
                      <a:pt x="70" y="182"/>
                    </a:lnTo>
                    <a:lnTo>
                      <a:pt x="70" y="180"/>
                    </a:lnTo>
                    <a:lnTo>
                      <a:pt x="70" y="179"/>
                    </a:lnTo>
                    <a:lnTo>
                      <a:pt x="73" y="175"/>
                    </a:lnTo>
                    <a:lnTo>
                      <a:pt x="73" y="172"/>
                    </a:lnTo>
                    <a:lnTo>
                      <a:pt x="73" y="171"/>
                    </a:lnTo>
                    <a:lnTo>
                      <a:pt x="76" y="167"/>
                    </a:lnTo>
                    <a:lnTo>
                      <a:pt x="76" y="165"/>
                    </a:lnTo>
                    <a:lnTo>
                      <a:pt x="76" y="163"/>
                    </a:lnTo>
                    <a:lnTo>
                      <a:pt x="80" y="159"/>
                    </a:lnTo>
                    <a:lnTo>
                      <a:pt x="80" y="157"/>
                    </a:lnTo>
                    <a:lnTo>
                      <a:pt x="80" y="155"/>
                    </a:lnTo>
                    <a:lnTo>
                      <a:pt x="83" y="153"/>
                    </a:lnTo>
                    <a:lnTo>
                      <a:pt x="83" y="149"/>
                    </a:lnTo>
                    <a:lnTo>
                      <a:pt x="83" y="148"/>
                    </a:lnTo>
                    <a:lnTo>
                      <a:pt x="86" y="146"/>
                    </a:lnTo>
                    <a:lnTo>
                      <a:pt x="86" y="141"/>
                    </a:lnTo>
                    <a:lnTo>
                      <a:pt x="86" y="140"/>
                    </a:lnTo>
                    <a:lnTo>
                      <a:pt x="89" y="138"/>
                    </a:lnTo>
                    <a:lnTo>
                      <a:pt x="89" y="136"/>
                    </a:lnTo>
                    <a:lnTo>
                      <a:pt x="89" y="134"/>
                    </a:lnTo>
                    <a:lnTo>
                      <a:pt x="92" y="130"/>
                    </a:lnTo>
                    <a:lnTo>
                      <a:pt x="92" y="128"/>
                    </a:lnTo>
                    <a:lnTo>
                      <a:pt x="92" y="126"/>
                    </a:lnTo>
                    <a:lnTo>
                      <a:pt x="96" y="124"/>
                    </a:lnTo>
                    <a:lnTo>
                      <a:pt x="96" y="122"/>
                    </a:lnTo>
                    <a:lnTo>
                      <a:pt x="96" y="118"/>
                    </a:lnTo>
                    <a:lnTo>
                      <a:pt x="99" y="117"/>
                    </a:lnTo>
                    <a:lnTo>
                      <a:pt x="99" y="114"/>
                    </a:lnTo>
                    <a:lnTo>
                      <a:pt x="99" y="112"/>
                    </a:lnTo>
                    <a:lnTo>
                      <a:pt x="102" y="111"/>
                    </a:lnTo>
                    <a:lnTo>
                      <a:pt x="102" y="109"/>
                    </a:lnTo>
                    <a:lnTo>
                      <a:pt x="102" y="104"/>
                    </a:lnTo>
                    <a:lnTo>
                      <a:pt x="105" y="103"/>
                    </a:lnTo>
                    <a:lnTo>
                      <a:pt x="105" y="101"/>
                    </a:lnTo>
                    <a:lnTo>
                      <a:pt x="105" y="99"/>
                    </a:lnTo>
                    <a:lnTo>
                      <a:pt x="108" y="97"/>
                    </a:lnTo>
                    <a:lnTo>
                      <a:pt x="108" y="95"/>
                    </a:lnTo>
                    <a:lnTo>
                      <a:pt x="108" y="93"/>
                    </a:lnTo>
                    <a:lnTo>
                      <a:pt x="112" y="91"/>
                    </a:lnTo>
                    <a:lnTo>
                      <a:pt x="112" y="89"/>
                    </a:lnTo>
                    <a:lnTo>
                      <a:pt x="112" y="87"/>
                    </a:lnTo>
                    <a:lnTo>
                      <a:pt x="112" y="85"/>
                    </a:lnTo>
                    <a:lnTo>
                      <a:pt x="115" y="83"/>
                    </a:lnTo>
                    <a:lnTo>
                      <a:pt x="115" y="81"/>
                    </a:lnTo>
                    <a:lnTo>
                      <a:pt x="115" y="80"/>
                    </a:lnTo>
                    <a:lnTo>
                      <a:pt x="118" y="78"/>
                    </a:lnTo>
                    <a:lnTo>
                      <a:pt x="118" y="75"/>
                    </a:lnTo>
                    <a:lnTo>
                      <a:pt x="118" y="73"/>
                    </a:lnTo>
                    <a:lnTo>
                      <a:pt x="121" y="72"/>
                    </a:lnTo>
                    <a:lnTo>
                      <a:pt x="121" y="70"/>
                    </a:lnTo>
                    <a:lnTo>
                      <a:pt x="121" y="68"/>
                    </a:lnTo>
                    <a:lnTo>
                      <a:pt x="124" y="66"/>
                    </a:lnTo>
                    <a:lnTo>
                      <a:pt x="124" y="64"/>
                    </a:lnTo>
                    <a:lnTo>
                      <a:pt x="124" y="62"/>
                    </a:lnTo>
                    <a:lnTo>
                      <a:pt x="128" y="60"/>
                    </a:lnTo>
                    <a:lnTo>
                      <a:pt x="128" y="58"/>
                    </a:lnTo>
                    <a:lnTo>
                      <a:pt x="131" y="56"/>
                    </a:lnTo>
                    <a:lnTo>
                      <a:pt x="131" y="54"/>
                    </a:lnTo>
                    <a:lnTo>
                      <a:pt x="131" y="52"/>
                    </a:lnTo>
                    <a:lnTo>
                      <a:pt x="134" y="50"/>
                    </a:lnTo>
                    <a:lnTo>
                      <a:pt x="134" y="49"/>
                    </a:lnTo>
                    <a:lnTo>
                      <a:pt x="137" y="46"/>
                    </a:lnTo>
                    <a:lnTo>
                      <a:pt x="137" y="44"/>
                    </a:lnTo>
                    <a:lnTo>
                      <a:pt x="140" y="43"/>
                    </a:lnTo>
                    <a:lnTo>
                      <a:pt x="140" y="41"/>
                    </a:lnTo>
                    <a:lnTo>
                      <a:pt x="140" y="39"/>
                    </a:lnTo>
                    <a:lnTo>
                      <a:pt x="144" y="36"/>
                    </a:lnTo>
                    <a:lnTo>
                      <a:pt x="144" y="35"/>
                    </a:lnTo>
                    <a:lnTo>
                      <a:pt x="147" y="33"/>
                    </a:lnTo>
                    <a:lnTo>
                      <a:pt x="147" y="31"/>
                    </a:lnTo>
                    <a:lnTo>
                      <a:pt x="150" y="29"/>
                    </a:lnTo>
                    <a:lnTo>
                      <a:pt x="150" y="27"/>
                    </a:lnTo>
                    <a:lnTo>
                      <a:pt x="153" y="25"/>
                    </a:lnTo>
                    <a:lnTo>
                      <a:pt x="156" y="23"/>
                    </a:lnTo>
                    <a:lnTo>
                      <a:pt x="156" y="21"/>
                    </a:lnTo>
                    <a:lnTo>
                      <a:pt x="160" y="19"/>
                    </a:lnTo>
                    <a:lnTo>
                      <a:pt x="163" y="17"/>
                    </a:lnTo>
                    <a:lnTo>
                      <a:pt x="163" y="15"/>
                    </a:lnTo>
                    <a:lnTo>
                      <a:pt x="166" y="13"/>
                    </a:lnTo>
                    <a:lnTo>
                      <a:pt x="169" y="12"/>
                    </a:lnTo>
                    <a:lnTo>
                      <a:pt x="172" y="10"/>
                    </a:lnTo>
                    <a:lnTo>
                      <a:pt x="176" y="7"/>
                    </a:lnTo>
                    <a:lnTo>
                      <a:pt x="179" y="5"/>
                    </a:lnTo>
                    <a:lnTo>
                      <a:pt x="182" y="4"/>
                    </a:lnTo>
                    <a:lnTo>
                      <a:pt x="185" y="2"/>
                    </a:lnTo>
                    <a:lnTo>
                      <a:pt x="188" y="2"/>
                    </a:lnTo>
                    <a:lnTo>
                      <a:pt x="192" y="0"/>
                    </a:lnTo>
                    <a:lnTo>
                      <a:pt x="195" y="0"/>
                    </a:lnTo>
                    <a:lnTo>
                      <a:pt x="198" y="0"/>
                    </a:lnTo>
                    <a:lnTo>
                      <a:pt x="201" y="0"/>
                    </a:lnTo>
                    <a:lnTo>
                      <a:pt x="204" y="0"/>
                    </a:lnTo>
                    <a:lnTo>
                      <a:pt x="208" y="2"/>
                    </a:lnTo>
                    <a:lnTo>
                      <a:pt x="211" y="2"/>
                    </a:lnTo>
                    <a:lnTo>
                      <a:pt x="214" y="2"/>
                    </a:lnTo>
                    <a:lnTo>
                      <a:pt x="217" y="4"/>
                    </a:lnTo>
                    <a:lnTo>
                      <a:pt x="220" y="5"/>
                    </a:lnTo>
                    <a:lnTo>
                      <a:pt x="224" y="7"/>
                    </a:lnTo>
                    <a:lnTo>
                      <a:pt x="227" y="10"/>
                    </a:lnTo>
                    <a:lnTo>
                      <a:pt x="230" y="12"/>
                    </a:lnTo>
                    <a:lnTo>
                      <a:pt x="233" y="13"/>
                    </a:lnTo>
                    <a:lnTo>
                      <a:pt x="236" y="15"/>
                    </a:lnTo>
                    <a:lnTo>
                      <a:pt x="236" y="17"/>
                    </a:lnTo>
                    <a:lnTo>
                      <a:pt x="240" y="19"/>
                    </a:lnTo>
                    <a:lnTo>
                      <a:pt x="243" y="21"/>
                    </a:lnTo>
                    <a:lnTo>
                      <a:pt x="243" y="23"/>
                    </a:lnTo>
                    <a:lnTo>
                      <a:pt x="246" y="25"/>
                    </a:lnTo>
                    <a:lnTo>
                      <a:pt x="246" y="27"/>
                    </a:lnTo>
                    <a:lnTo>
                      <a:pt x="249" y="29"/>
                    </a:lnTo>
                    <a:lnTo>
                      <a:pt x="249" y="31"/>
                    </a:lnTo>
                    <a:lnTo>
                      <a:pt x="252" y="33"/>
                    </a:lnTo>
                    <a:lnTo>
                      <a:pt x="252" y="35"/>
                    </a:lnTo>
                    <a:lnTo>
                      <a:pt x="256" y="36"/>
                    </a:lnTo>
                    <a:lnTo>
                      <a:pt x="256" y="39"/>
                    </a:lnTo>
                    <a:lnTo>
                      <a:pt x="259" y="41"/>
                    </a:lnTo>
                    <a:lnTo>
                      <a:pt x="259" y="43"/>
                    </a:lnTo>
                    <a:lnTo>
                      <a:pt x="262" y="44"/>
                    </a:lnTo>
                    <a:lnTo>
                      <a:pt x="262" y="46"/>
                    </a:lnTo>
                    <a:lnTo>
                      <a:pt x="262" y="49"/>
                    </a:lnTo>
                    <a:lnTo>
                      <a:pt x="265" y="50"/>
                    </a:lnTo>
                    <a:lnTo>
                      <a:pt x="265" y="52"/>
                    </a:lnTo>
                    <a:lnTo>
                      <a:pt x="268" y="54"/>
                    </a:lnTo>
                    <a:lnTo>
                      <a:pt x="268" y="56"/>
                    </a:lnTo>
                    <a:lnTo>
                      <a:pt x="268" y="58"/>
                    </a:lnTo>
                    <a:lnTo>
                      <a:pt x="272" y="60"/>
                    </a:lnTo>
                    <a:lnTo>
                      <a:pt x="272" y="62"/>
                    </a:lnTo>
                    <a:lnTo>
                      <a:pt x="275" y="64"/>
                    </a:lnTo>
                    <a:lnTo>
                      <a:pt x="275" y="66"/>
                    </a:lnTo>
                    <a:lnTo>
                      <a:pt x="275" y="68"/>
                    </a:lnTo>
                    <a:lnTo>
                      <a:pt x="278" y="70"/>
                    </a:lnTo>
                    <a:lnTo>
                      <a:pt x="278" y="72"/>
                    </a:lnTo>
                    <a:lnTo>
                      <a:pt x="278" y="73"/>
                    </a:lnTo>
                    <a:lnTo>
                      <a:pt x="281" y="75"/>
                    </a:lnTo>
                    <a:lnTo>
                      <a:pt x="281" y="78"/>
                    </a:lnTo>
                    <a:lnTo>
                      <a:pt x="281" y="80"/>
                    </a:lnTo>
                    <a:lnTo>
                      <a:pt x="284" y="81"/>
                    </a:lnTo>
                    <a:lnTo>
                      <a:pt x="284" y="83"/>
                    </a:lnTo>
                    <a:lnTo>
                      <a:pt x="284" y="85"/>
                    </a:lnTo>
                    <a:lnTo>
                      <a:pt x="288" y="87"/>
                    </a:lnTo>
                    <a:lnTo>
                      <a:pt x="288" y="89"/>
                    </a:lnTo>
                    <a:lnTo>
                      <a:pt x="288" y="91"/>
                    </a:lnTo>
                    <a:lnTo>
                      <a:pt x="291" y="93"/>
                    </a:lnTo>
                    <a:lnTo>
                      <a:pt x="291" y="95"/>
                    </a:lnTo>
                    <a:lnTo>
                      <a:pt x="291" y="97"/>
                    </a:lnTo>
                    <a:lnTo>
                      <a:pt x="294" y="101"/>
                    </a:lnTo>
                    <a:lnTo>
                      <a:pt x="294" y="103"/>
                    </a:lnTo>
                    <a:lnTo>
                      <a:pt x="294" y="104"/>
                    </a:lnTo>
                    <a:lnTo>
                      <a:pt x="297" y="107"/>
                    </a:lnTo>
                    <a:lnTo>
                      <a:pt x="297" y="109"/>
                    </a:lnTo>
                    <a:lnTo>
                      <a:pt x="297" y="111"/>
                    </a:lnTo>
                    <a:lnTo>
                      <a:pt x="300" y="112"/>
                    </a:lnTo>
                    <a:lnTo>
                      <a:pt x="300" y="114"/>
                    </a:lnTo>
                    <a:lnTo>
                      <a:pt x="300" y="118"/>
                    </a:lnTo>
                    <a:lnTo>
                      <a:pt x="304" y="120"/>
                    </a:lnTo>
                    <a:lnTo>
                      <a:pt x="304" y="122"/>
                    </a:lnTo>
                    <a:lnTo>
                      <a:pt x="304" y="124"/>
                    </a:lnTo>
                    <a:lnTo>
                      <a:pt x="307" y="126"/>
                    </a:lnTo>
                    <a:lnTo>
                      <a:pt x="307" y="130"/>
                    </a:lnTo>
                    <a:lnTo>
                      <a:pt x="307" y="132"/>
                    </a:lnTo>
                    <a:lnTo>
                      <a:pt x="310" y="134"/>
                    </a:lnTo>
                    <a:lnTo>
                      <a:pt x="310" y="136"/>
                    </a:lnTo>
                    <a:lnTo>
                      <a:pt x="310" y="138"/>
                    </a:lnTo>
                    <a:lnTo>
                      <a:pt x="313" y="141"/>
                    </a:lnTo>
                    <a:lnTo>
                      <a:pt x="313" y="143"/>
                    </a:lnTo>
                    <a:lnTo>
                      <a:pt x="313" y="146"/>
                    </a:lnTo>
                    <a:lnTo>
                      <a:pt x="316" y="148"/>
                    </a:lnTo>
                    <a:lnTo>
                      <a:pt x="316" y="151"/>
                    </a:lnTo>
                    <a:lnTo>
                      <a:pt x="316" y="153"/>
                    </a:lnTo>
                    <a:lnTo>
                      <a:pt x="320" y="155"/>
                    </a:lnTo>
                    <a:lnTo>
                      <a:pt x="320" y="159"/>
                    </a:lnTo>
                    <a:lnTo>
                      <a:pt x="320" y="161"/>
                    </a:lnTo>
                    <a:lnTo>
                      <a:pt x="323" y="163"/>
                    </a:lnTo>
                    <a:lnTo>
                      <a:pt x="323" y="165"/>
                    </a:lnTo>
                    <a:lnTo>
                      <a:pt x="323" y="169"/>
                    </a:lnTo>
                    <a:lnTo>
                      <a:pt x="323" y="171"/>
                    </a:lnTo>
                    <a:lnTo>
                      <a:pt x="326" y="172"/>
                    </a:lnTo>
                    <a:lnTo>
                      <a:pt x="326" y="177"/>
                    </a:lnTo>
                    <a:lnTo>
                      <a:pt x="326" y="179"/>
                    </a:lnTo>
                    <a:lnTo>
                      <a:pt x="329" y="180"/>
                    </a:lnTo>
                    <a:lnTo>
                      <a:pt x="329" y="185"/>
                    </a:lnTo>
                    <a:lnTo>
                      <a:pt x="329" y="186"/>
                    </a:lnTo>
                    <a:lnTo>
                      <a:pt x="332" y="190"/>
                    </a:lnTo>
                    <a:lnTo>
                      <a:pt x="332" y="192"/>
                    </a:lnTo>
                    <a:lnTo>
                      <a:pt x="332" y="194"/>
                    </a:lnTo>
                    <a:lnTo>
                      <a:pt x="336" y="198"/>
                    </a:lnTo>
                    <a:lnTo>
                      <a:pt x="336" y="200"/>
                    </a:lnTo>
                    <a:lnTo>
                      <a:pt x="336" y="202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81" name="Freeform 45"/>
              <p:cNvSpPr>
                <a:spLocks/>
              </p:cNvSpPr>
              <p:nvPr/>
            </p:nvSpPr>
            <p:spPr bwMode="auto">
              <a:xfrm>
                <a:off x="2321" y="1740"/>
                <a:ext cx="39" cy="101"/>
              </a:xfrm>
              <a:custGeom>
                <a:avLst/>
                <a:gdLst>
                  <a:gd name="T0" fmla="*/ 0 w 39"/>
                  <a:gd name="T1" fmla="*/ 0 h 101"/>
                  <a:gd name="T2" fmla="*/ 3 w 39"/>
                  <a:gd name="T3" fmla="*/ 4 h 101"/>
                  <a:gd name="T4" fmla="*/ 3 w 39"/>
                  <a:gd name="T5" fmla="*/ 6 h 101"/>
                  <a:gd name="T6" fmla="*/ 3 w 39"/>
                  <a:gd name="T7" fmla="*/ 9 h 101"/>
                  <a:gd name="T8" fmla="*/ 6 w 39"/>
                  <a:gd name="T9" fmla="*/ 12 h 101"/>
                  <a:gd name="T10" fmla="*/ 6 w 39"/>
                  <a:gd name="T11" fmla="*/ 14 h 101"/>
                  <a:gd name="T12" fmla="*/ 6 w 39"/>
                  <a:gd name="T13" fmla="*/ 17 h 101"/>
                  <a:gd name="T14" fmla="*/ 9 w 39"/>
                  <a:gd name="T15" fmla="*/ 19 h 101"/>
                  <a:gd name="T16" fmla="*/ 9 w 39"/>
                  <a:gd name="T17" fmla="*/ 23 h 101"/>
                  <a:gd name="T18" fmla="*/ 9 w 39"/>
                  <a:gd name="T19" fmla="*/ 25 h 101"/>
                  <a:gd name="T20" fmla="*/ 12 w 39"/>
                  <a:gd name="T21" fmla="*/ 28 h 101"/>
                  <a:gd name="T22" fmla="*/ 12 w 39"/>
                  <a:gd name="T23" fmla="*/ 31 h 101"/>
                  <a:gd name="T24" fmla="*/ 12 w 39"/>
                  <a:gd name="T25" fmla="*/ 32 h 101"/>
                  <a:gd name="T26" fmla="*/ 15 w 39"/>
                  <a:gd name="T27" fmla="*/ 36 h 101"/>
                  <a:gd name="T28" fmla="*/ 15 w 39"/>
                  <a:gd name="T29" fmla="*/ 38 h 101"/>
                  <a:gd name="T30" fmla="*/ 15 w 39"/>
                  <a:gd name="T31" fmla="*/ 42 h 101"/>
                  <a:gd name="T32" fmla="*/ 19 w 39"/>
                  <a:gd name="T33" fmla="*/ 44 h 101"/>
                  <a:gd name="T34" fmla="*/ 19 w 39"/>
                  <a:gd name="T35" fmla="*/ 47 h 101"/>
                  <a:gd name="T36" fmla="*/ 19 w 39"/>
                  <a:gd name="T37" fmla="*/ 49 h 101"/>
                  <a:gd name="T38" fmla="*/ 22 w 39"/>
                  <a:gd name="T39" fmla="*/ 53 h 101"/>
                  <a:gd name="T40" fmla="*/ 22 w 39"/>
                  <a:gd name="T41" fmla="*/ 55 h 101"/>
                  <a:gd name="T42" fmla="*/ 22 w 39"/>
                  <a:gd name="T43" fmla="*/ 56 h 101"/>
                  <a:gd name="T44" fmla="*/ 25 w 39"/>
                  <a:gd name="T45" fmla="*/ 61 h 101"/>
                  <a:gd name="T46" fmla="*/ 25 w 39"/>
                  <a:gd name="T47" fmla="*/ 62 h 101"/>
                  <a:gd name="T48" fmla="*/ 25 w 39"/>
                  <a:gd name="T49" fmla="*/ 66 h 101"/>
                  <a:gd name="T50" fmla="*/ 28 w 39"/>
                  <a:gd name="T51" fmla="*/ 68 h 101"/>
                  <a:gd name="T52" fmla="*/ 28 w 39"/>
                  <a:gd name="T53" fmla="*/ 72 h 101"/>
                  <a:gd name="T54" fmla="*/ 28 w 39"/>
                  <a:gd name="T55" fmla="*/ 74 h 101"/>
                  <a:gd name="T56" fmla="*/ 31 w 39"/>
                  <a:gd name="T57" fmla="*/ 78 h 101"/>
                  <a:gd name="T58" fmla="*/ 31 w 39"/>
                  <a:gd name="T59" fmla="*/ 79 h 101"/>
                  <a:gd name="T60" fmla="*/ 31 w 39"/>
                  <a:gd name="T61" fmla="*/ 83 h 101"/>
                  <a:gd name="T62" fmla="*/ 35 w 39"/>
                  <a:gd name="T63" fmla="*/ 85 h 101"/>
                  <a:gd name="T64" fmla="*/ 35 w 39"/>
                  <a:gd name="T65" fmla="*/ 89 h 101"/>
                  <a:gd name="T66" fmla="*/ 35 w 39"/>
                  <a:gd name="T67" fmla="*/ 91 h 101"/>
                  <a:gd name="T68" fmla="*/ 38 w 39"/>
                  <a:gd name="T69" fmla="*/ 94 h 101"/>
                  <a:gd name="T70" fmla="*/ 38 w 39"/>
                  <a:gd name="T71" fmla="*/ 96 h 101"/>
                  <a:gd name="T72" fmla="*/ 38 w 39"/>
                  <a:gd name="T73" fmla="*/ 10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9" h="101">
                    <a:moveTo>
                      <a:pt x="0" y="0"/>
                    </a:moveTo>
                    <a:lnTo>
                      <a:pt x="3" y="4"/>
                    </a:lnTo>
                    <a:lnTo>
                      <a:pt x="3" y="6"/>
                    </a:lnTo>
                    <a:lnTo>
                      <a:pt x="3" y="9"/>
                    </a:lnTo>
                    <a:lnTo>
                      <a:pt x="6" y="12"/>
                    </a:lnTo>
                    <a:lnTo>
                      <a:pt x="6" y="14"/>
                    </a:lnTo>
                    <a:lnTo>
                      <a:pt x="6" y="17"/>
                    </a:lnTo>
                    <a:lnTo>
                      <a:pt x="9" y="19"/>
                    </a:lnTo>
                    <a:lnTo>
                      <a:pt x="9" y="23"/>
                    </a:lnTo>
                    <a:lnTo>
                      <a:pt x="9" y="25"/>
                    </a:lnTo>
                    <a:lnTo>
                      <a:pt x="12" y="28"/>
                    </a:lnTo>
                    <a:lnTo>
                      <a:pt x="12" y="31"/>
                    </a:lnTo>
                    <a:lnTo>
                      <a:pt x="12" y="32"/>
                    </a:lnTo>
                    <a:lnTo>
                      <a:pt x="15" y="36"/>
                    </a:lnTo>
                    <a:lnTo>
                      <a:pt x="15" y="38"/>
                    </a:lnTo>
                    <a:lnTo>
                      <a:pt x="15" y="42"/>
                    </a:lnTo>
                    <a:lnTo>
                      <a:pt x="19" y="44"/>
                    </a:lnTo>
                    <a:lnTo>
                      <a:pt x="19" y="47"/>
                    </a:lnTo>
                    <a:lnTo>
                      <a:pt x="19" y="49"/>
                    </a:lnTo>
                    <a:lnTo>
                      <a:pt x="22" y="53"/>
                    </a:lnTo>
                    <a:lnTo>
                      <a:pt x="22" y="55"/>
                    </a:lnTo>
                    <a:lnTo>
                      <a:pt x="22" y="56"/>
                    </a:lnTo>
                    <a:lnTo>
                      <a:pt x="25" y="61"/>
                    </a:lnTo>
                    <a:lnTo>
                      <a:pt x="25" y="62"/>
                    </a:lnTo>
                    <a:lnTo>
                      <a:pt x="25" y="66"/>
                    </a:lnTo>
                    <a:lnTo>
                      <a:pt x="28" y="68"/>
                    </a:lnTo>
                    <a:lnTo>
                      <a:pt x="28" y="72"/>
                    </a:lnTo>
                    <a:lnTo>
                      <a:pt x="28" y="74"/>
                    </a:lnTo>
                    <a:lnTo>
                      <a:pt x="31" y="78"/>
                    </a:lnTo>
                    <a:lnTo>
                      <a:pt x="31" y="79"/>
                    </a:lnTo>
                    <a:lnTo>
                      <a:pt x="31" y="83"/>
                    </a:lnTo>
                    <a:lnTo>
                      <a:pt x="35" y="85"/>
                    </a:lnTo>
                    <a:lnTo>
                      <a:pt x="35" y="89"/>
                    </a:lnTo>
                    <a:lnTo>
                      <a:pt x="35" y="91"/>
                    </a:lnTo>
                    <a:lnTo>
                      <a:pt x="38" y="94"/>
                    </a:lnTo>
                    <a:lnTo>
                      <a:pt x="38" y="96"/>
                    </a:lnTo>
                    <a:lnTo>
                      <a:pt x="38" y="100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383" name="Rectangle 47"/>
            <p:cNvSpPr>
              <a:spLocks noChangeArrowheads="1"/>
            </p:cNvSpPr>
            <p:nvPr/>
          </p:nvSpPr>
          <p:spPr bwMode="auto">
            <a:xfrm>
              <a:off x="1200" y="1601"/>
              <a:ext cx="21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>
                  <a:latin typeface="Arial" charset="0"/>
                </a:rPr>
                <a:t>A</a:t>
              </a:r>
            </a:p>
          </p:txBody>
        </p:sp>
      </p:grpSp>
      <p:grpSp>
        <p:nvGrpSpPr>
          <p:cNvPr id="14391" name="Group 55"/>
          <p:cNvGrpSpPr>
            <a:grpSpLocks/>
          </p:cNvGrpSpPr>
          <p:nvPr/>
        </p:nvGrpSpPr>
        <p:grpSpPr bwMode="auto">
          <a:xfrm>
            <a:off x="279400" y="3111500"/>
            <a:ext cx="8547100" cy="593725"/>
            <a:chOff x="176" y="1960"/>
            <a:chExt cx="5384" cy="374"/>
          </a:xfrm>
        </p:grpSpPr>
        <p:grpSp>
          <p:nvGrpSpPr>
            <p:cNvPr id="14344" name="Group 8"/>
            <p:cNvGrpSpPr>
              <a:grpSpLocks/>
            </p:cNvGrpSpPr>
            <p:nvPr/>
          </p:nvGrpSpPr>
          <p:grpSpPr bwMode="auto">
            <a:xfrm>
              <a:off x="3456" y="1960"/>
              <a:ext cx="1636" cy="353"/>
              <a:chOff x="2634" y="2252"/>
              <a:chExt cx="1227" cy="470"/>
            </a:xfrm>
          </p:grpSpPr>
          <p:sp>
            <p:nvSpPr>
              <p:cNvPr id="14345" name="Freeform 9"/>
              <p:cNvSpPr>
                <a:spLocks/>
              </p:cNvSpPr>
              <p:nvPr/>
            </p:nvSpPr>
            <p:spPr bwMode="auto">
              <a:xfrm>
                <a:off x="2634" y="2252"/>
                <a:ext cx="428" cy="303"/>
              </a:xfrm>
              <a:custGeom>
                <a:avLst/>
                <a:gdLst>
                  <a:gd name="T0" fmla="*/ 4 w 428"/>
                  <a:gd name="T1" fmla="*/ 221 h 303"/>
                  <a:gd name="T2" fmla="*/ 11 w 428"/>
                  <a:gd name="T3" fmla="*/ 202 h 303"/>
                  <a:gd name="T4" fmla="*/ 15 w 428"/>
                  <a:gd name="T5" fmla="*/ 183 h 303"/>
                  <a:gd name="T6" fmla="*/ 19 w 428"/>
                  <a:gd name="T7" fmla="*/ 165 h 303"/>
                  <a:gd name="T8" fmla="*/ 26 w 428"/>
                  <a:gd name="T9" fmla="*/ 148 h 303"/>
                  <a:gd name="T10" fmla="*/ 30 w 428"/>
                  <a:gd name="T11" fmla="*/ 130 h 303"/>
                  <a:gd name="T12" fmla="*/ 34 w 428"/>
                  <a:gd name="T13" fmla="*/ 114 h 303"/>
                  <a:gd name="T14" fmla="*/ 41 w 428"/>
                  <a:gd name="T15" fmla="*/ 99 h 303"/>
                  <a:gd name="T16" fmla="*/ 45 w 428"/>
                  <a:gd name="T17" fmla="*/ 84 h 303"/>
                  <a:gd name="T18" fmla="*/ 48 w 428"/>
                  <a:gd name="T19" fmla="*/ 71 h 303"/>
                  <a:gd name="T20" fmla="*/ 56 w 428"/>
                  <a:gd name="T21" fmla="*/ 59 h 303"/>
                  <a:gd name="T22" fmla="*/ 60 w 428"/>
                  <a:gd name="T23" fmla="*/ 48 h 303"/>
                  <a:gd name="T24" fmla="*/ 63 w 428"/>
                  <a:gd name="T25" fmla="*/ 36 h 303"/>
                  <a:gd name="T26" fmla="*/ 67 w 428"/>
                  <a:gd name="T27" fmla="*/ 29 h 303"/>
                  <a:gd name="T28" fmla="*/ 74 w 428"/>
                  <a:gd name="T29" fmla="*/ 21 h 303"/>
                  <a:gd name="T30" fmla="*/ 78 w 428"/>
                  <a:gd name="T31" fmla="*/ 14 h 303"/>
                  <a:gd name="T32" fmla="*/ 86 w 428"/>
                  <a:gd name="T33" fmla="*/ 8 h 303"/>
                  <a:gd name="T34" fmla="*/ 97 w 428"/>
                  <a:gd name="T35" fmla="*/ 1 h 303"/>
                  <a:gd name="T36" fmla="*/ 112 w 428"/>
                  <a:gd name="T37" fmla="*/ 1 h 303"/>
                  <a:gd name="T38" fmla="*/ 126 w 428"/>
                  <a:gd name="T39" fmla="*/ 8 h 303"/>
                  <a:gd name="T40" fmla="*/ 134 w 428"/>
                  <a:gd name="T41" fmla="*/ 14 h 303"/>
                  <a:gd name="T42" fmla="*/ 141 w 428"/>
                  <a:gd name="T43" fmla="*/ 21 h 303"/>
                  <a:gd name="T44" fmla="*/ 145 w 428"/>
                  <a:gd name="T45" fmla="*/ 27 h 303"/>
                  <a:gd name="T46" fmla="*/ 152 w 428"/>
                  <a:gd name="T47" fmla="*/ 33 h 303"/>
                  <a:gd name="T48" fmla="*/ 160 w 428"/>
                  <a:gd name="T49" fmla="*/ 40 h 303"/>
                  <a:gd name="T50" fmla="*/ 164 w 428"/>
                  <a:gd name="T51" fmla="*/ 46 h 303"/>
                  <a:gd name="T52" fmla="*/ 171 w 428"/>
                  <a:gd name="T53" fmla="*/ 52 h 303"/>
                  <a:gd name="T54" fmla="*/ 182 w 428"/>
                  <a:gd name="T55" fmla="*/ 59 h 303"/>
                  <a:gd name="T56" fmla="*/ 190 w 428"/>
                  <a:gd name="T57" fmla="*/ 65 h 303"/>
                  <a:gd name="T58" fmla="*/ 204 w 428"/>
                  <a:gd name="T59" fmla="*/ 68 h 303"/>
                  <a:gd name="T60" fmla="*/ 219 w 428"/>
                  <a:gd name="T61" fmla="*/ 65 h 303"/>
                  <a:gd name="T62" fmla="*/ 234 w 428"/>
                  <a:gd name="T63" fmla="*/ 59 h 303"/>
                  <a:gd name="T64" fmla="*/ 242 w 428"/>
                  <a:gd name="T65" fmla="*/ 52 h 303"/>
                  <a:gd name="T66" fmla="*/ 249 w 428"/>
                  <a:gd name="T67" fmla="*/ 46 h 303"/>
                  <a:gd name="T68" fmla="*/ 253 w 428"/>
                  <a:gd name="T69" fmla="*/ 40 h 303"/>
                  <a:gd name="T70" fmla="*/ 260 w 428"/>
                  <a:gd name="T71" fmla="*/ 33 h 303"/>
                  <a:gd name="T72" fmla="*/ 268 w 428"/>
                  <a:gd name="T73" fmla="*/ 27 h 303"/>
                  <a:gd name="T74" fmla="*/ 271 w 428"/>
                  <a:gd name="T75" fmla="*/ 21 h 303"/>
                  <a:gd name="T76" fmla="*/ 279 w 428"/>
                  <a:gd name="T77" fmla="*/ 14 h 303"/>
                  <a:gd name="T78" fmla="*/ 286 w 428"/>
                  <a:gd name="T79" fmla="*/ 8 h 303"/>
                  <a:gd name="T80" fmla="*/ 301 w 428"/>
                  <a:gd name="T81" fmla="*/ 1 h 303"/>
                  <a:gd name="T82" fmla="*/ 316 w 428"/>
                  <a:gd name="T83" fmla="*/ 1 h 303"/>
                  <a:gd name="T84" fmla="*/ 327 w 428"/>
                  <a:gd name="T85" fmla="*/ 8 h 303"/>
                  <a:gd name="T86" fmla="*/ 331 w 428"/>
                  <a:gd name="T87" fmla="*/ 14 h 303"/>
                  <a:gd name="T88" fmla="*/ 338 w 428"/>
                  <a:gd name="T89" fmla="*/ 21 h 303"/>
                  <a:gd name="T90" fmla="*/ 342 w 428"/>
                  <a:gd name="T91" fmla="*/ 27 h 303"/>
                  <a:gd name="T92" fmla="*/ 346 w 428"/>
                  <a:gd name="T93" fmla="*/ 36 h 303"/>
                  <a:gd name="T94" fmla="*/ 353 w 428"/>
                  <a:gd name="T95" fmla="*/ 46 h 303"/>
                  <a:gd name="T96" fmla="*/ 357 w 428"/>
                  <a:gd name="T97" fmla="*/ 57 h 303"/>
                  <a:gd name="T98" fmla="*/ 361 w 428"/>
                  <a:gd name="T99" fmla="*/ 70 h 303"/>
                  <a:gd name="T100" fmla="*/ 368 w 428"/>
                  <a:gd name="T101" fmla="*/ 83 h 303"/>
                  <a:gd name="T102" fmla="*/ 372 w 428"/>
                  <a:gd name="T103" fmla="*/ 99 h 303"/>
                  <a:gd name="T104" fmla="*/ 375 w 428"/>
                  <a:gd name="T105" fmla="*/ 113 h 303"/>
                  <a:gd name="T106" fmla="*/ 383 w 428"/>
                  <a:gd name="T107" fmla="*/ 129 h 303"/>
                  <a:gd name="T108" fmla="*/ 387 w 428"/>
                  <a:gd name="T109" fmla="*/ 146 h 303"/>
                  <a:gd name="T110" fmla="*/ 390 w 428"/>
                  <a:gd name="T111" fmla="*/ 164 h 303"/>
                  <a:gd name="T112" fmla="*/ 398 w 428"/>
                  <a:gd name="T113" fmla="*/ 181 h 303"/>
                  <a:gd name="T114" fmla="*/ 401 w 428"/>
                  <a:gd name="T115" fmla="*/ 200 h 303"/>
                  <a:gd name="T116" fmla="*/ 405 w 428"/>
                  <a:gd name="T117" fmla="*/ 219 h 303"/>
                  <a:gd name="T118" fmla="*/ 413 w 428"/>
                  <a:gd name="T119" fmla="*/ 237 h 303"/>
                  <a:gd name="T120" fmla="*/ 416 w 428"/>
                  <a:gd name="T121" fmla="*/ 256 h 303"/>
                  <a:gd name="T122" fmla="*/ 420 w 428"/>
                  <a:gd name="T123" fmla="*/ 275 h 303"/>
                  <a:gd name="T124" fmla="*/ 427 w 428"/>
                  <a:gd name="T125" fmla="*/ 293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28" h="303">
                    <a:moveTo>
                      <a:pt x="0" y="235"/>
                    </a:moveTo>
                    <a:lnTo>
                      <a:pt x="4" y="231"/>
                    </a:lnTo>
                    <a:lnTo>
                      <a:pt x="4" y="226"/>
                    </a:lnTo>
                    <a:lnTo>
                      <a:pt x="4" y="221"/>
                    </a:lnTo>
                    <a:lnTo>
                      <a:pt x="8" y="216"/>
                    </a:lnTo>
                    <a:lnTo>
                      <a:pt x="8" y="211"/>
                    </a:lnTo>
                    <a:lnTo>
                      <a:pt x="8" y="207"/>
                    </a:lnTo>
                    <a:lnTo>
                      <a:pt x="11" y="202"/>
                    </a:lnTo>
                    <a:lnTo>
                      <a:pt x="11" y="197"/>
                    </a:lnTo>
                    <a:lnTo>
                      <a:pt x="11" y="192"/>
                    </a:lnTo>
                    <a:lnTo>
                      <a:pt x="15" y="188"/>
                    </a:lnTo>
                    <a:lnTo>
                      <a:pt x="15" y="183"/>
                    </a:lnTo>
                    <a:lnTo>
                      <a:pt x="15" y="178"/>
                    </a:lnTo>
                    <a:lnTo>
                      <a:pt x="19" y="175"/>
                    </a:lnTo>
                    <a:lnTo>
                      <a:pt x="19" y="170"/>
                    </a:lnTo>
                    <a:lnTo>
                      <a:pt x="19" y="165"/>
                    </a:lnTo>
                    <a:lnTo>
                      <a:pt x="22" y="161"/>
                    </a:lnTo>
                    <a:lnTo>
                      <a:pt x="22" y="156"/>
                    </a:lnTo>
                    <a:lnTo>
                      <a:pt x="22" y="153"/>
                    </a:lnTo>
                    <a:lnTo>
                      <a:pt x="26" y="148"/>
                    </a:lnTo>
                    <a:lnTo>
                      <a:pt x="26" y="143"/>
                    </a:lnTo>
                    <a:lnTo>
                      <a:pt x="26" y="140"/>
                    </a:lnTo>
                    <a:lnTo>
                      <a:pt x="30" y="135"/>
                    </a:lnTo>
                    <a:lnTo>
                      <a:pt x="30" y="130"/>
                    </a:lnTo>
                    <a:lnTo>
                      <a:pt x="30" y="127"/>
                    </a:lnTo>
                    <a:lnTo>
                      <a:pt x="34" y="122"/>
                    </a:lnTo>
                    <a:lnTo>
                      <a:pt x="34" y="119"/>
                    </a:lnTo>
                    <a:lnTo>
                      <a:pt x="34" y="114"/>
                    </a:lnTo>
                    <a:lnTo>
                      <a:pt x="37" y="111"/>
                    </a:lnTo>
                    <a:lnTo>
                      <a:pt x="37" y="106"/>
                    </a:lnTo>
                    <a:lnTo>
                      <a:pt x="37" y="103"/>
                    </a:lnTo>
                    <a:lnTo>
                      <a:pt x="41" y="99"/>
                    </a:lnTo>
                    <a:lnTo>
                      <a:pt x="41" y="95"/>
                    </a:lnTo>
                    <a:lnTo>
                      <a:pt x="41" y="92"/>
                    </a:lnTo>
                    <a:lnTo>
                      <a:pt x="45" y="87"/>
                    </a:lnTo>
                    <a:lnTo>
                      <a:pt x="45" y="84"/>
                    </a:lnTo>
                    <a:lnTo>
                      <a:pt x="45" y="81"/>
                    </a:lnTo>
                    <a:lnTo>
                      <a:pt x="48" y="78"/>
                    </a:lnTo>
                    <a:lnTo>
                      <a:pt x="48" y="75"/>
                    </a:lnTo>
                    <a:lnTo>
                      <a:pt x="48" y="71"/>
                    </a:lnTo>
                    <a:lnTo>
                      <a:pt x="52" y="68"/>
                    </a:lnTo>
                    <a:lnTo>
                      <a:pt x="52" y="65"/>
                    </a:lnTo>
                    <a:lnTo>
                      <a:pt x="52" y="62"/>
                    </a:lnTo>
                    <a:lnTo>
                      <a:pt x="56" y="59"/>
                    </a:lnTo>
                    <a:lnTo>
                      <a:pt x="56" y="56"/>
                    </a:lnTo>
                    <a:lnTo>
                      <a:pt x="56" y="52"/>
                    </a:lnTo>
                    <a:lnTo>
                      <a:pt x="60" y="49"/>
                    </a:lnTo>
                    <a:lnTo>
                      <a:pt x="60" y="48"/>
                    </a:lnTo>
                    <a:lnTo>
                      <a:pt x="60" y="44"/>
                    </a:lnTo>
                    <a:lnTo>
                      <a:pt x="63" y="41"/>
                    </a:lnTo>
                    <a:lnTo>
                      <a:pt x="63" y="40"/>
                    </a:lnTo>
                    <a:lnTo>
                      <a:pt x="63" y="36"/>
                    </a:lnTo>
                    <a:lnTo>
                      <a:pt x="63" y="35"/>
                    </a:lnTo>
                    <a:lnTo>
                      <a:pt x="67" y="33"/>
                    </a:lnTo>
                    <a:lnTo>
                      <a:pt x="67" y="30"/>
                    </a:lnTo>
                    <a:lnTo>
                      <a:pt x="67" y="29"/>
                    </a:lnTo>
                    <a:lnTo>
                      <a:pt x="71" y="27"/>
                    </a:lnTo>
                    <a:lnTo>
                      <a:pt x="71" y="24"/>
                    </a:lnTo>
                    <a:lnTo>
                      <a:pt x="71" y="22"/>
                    </a:lnTo>
                    <a:lnTo>
                      <a:pt x="74" y="21"/>
                    </a:lnTo>
                    <a:lnTo>
                      <a:pt x="74" y="19"/>
                    </a:lnTo>
                    <a:lnTo>
                      <a:pt x="74" y="17"/>
                    </a:lnTo>
                    <a:lnTo>
                      <a:pt x="78" y="16"/>
                    </a:lnTo>
                    <a:lnTo>
                      <a:pt x="78" y="14"/>
                    </a:lnTo>
                    <a:lnTo>
                      <a:pt x="78" y="13"/>
                    </a:lnTo>
                    <a:lnTo>
                      <a:pt x="82" y="11"/>
                    </a:lnTo>
                    <a:lnTo>
                      <a:pt x="82" y="9"/>
                    </a:lnTo>
                    <a:lnTo>
                      <a:pt x="86" y="8"/>
                    </a:lnTo>
                    <a:lnTo>
                      <a:pt x="86" y="6"/>
                    </a:lnTo>
                    <a:lnTo>
                      <a:pt x="89" y="5"/>
                    </a:lnTo>
                    <a:lnTo>
                      <a:pt x="93" y="3"/>
                    </a:lnTo>
                    <a:lnTo>
                      <a:pt x="97" y="1"/>
                    </a:lnTo>
                    <a:lnTo>
                      <a:pt x="100" y="0"/>
                    </a:lnTo>
                    <a:lnTo>
                      <a:pt x="104" y="0"/>
                    </a:lnTo>
                    <a:lnTo>
                      <a:pt x="108" y="0"/>
                    </a:lnTo>
                    <a:lnTo>
                      <a:pt x="112" y="1"/>
                    </a:lnTo>
                    <a:lnTo>
                      <a:pt x="115" y="3"/>
                    </a:lnTo>
                    <a:lnTo>
                      <a:pt x="119" y="5"/>
                    </a:lnTo>
                    <a:lnTo>
                      <a:pt x="123" y="6"/>
                    </a:lnTo>
                    <a:lnTo>
                      <a:pt x="126" y="8"/>
                    </a:lnTo>
                    <a:lnTo>
                      <a:pt x="126" y="9"/>
                    </a:lnTo>
                    <a:lnTo>
                      <a:pt x="130" y="11"/>
                    </a:lnTo>
                    <a:lnTo>
                      <a:pt x="130" y="13"/>
                    </a:lnTo>
                    <a:lnTo>
                      <a:pt x="134" y="14"/>
                    </a:lnTo>
                    <a:lnTo>
                      <a:pt x="134" y="16"/>
                    </a:lnTo>
                    <a:lnTo>
                      <a:pt x="138" y="17"/>
                    </a:lnTo>
                    <a:lnTo>
                      <a:pt x="138" y="19"/>
                    </a:lnTo>
                    <a:lnTo>
                      <a:pt x="141" y="21"/>
                    </a:lnTo>
                    <a:lnTo>
                      <a:pt x="141" y="22"/>
                    </a:lnTo>
                    <a:lnTo>
                      <a:pt x="141" y="24"/>
                    </a:lnTo>
                    <a:lnTo>
                      <a:pt x="145" y="25"/>
                    </a:lnTo>
                    <a:lnTo>
                      <a:pt x="145" y="27"/>
                    </a:lnTo>
                    <a:lnTo>
                      <a:pt x="149" y="29"/>
                    </a:lnTo>
                    <a:lnTo>
                      <a:pt x="149" y="30"/>
                    </a:lnTo>
                    <a:lnTo>
                      <a:pt x="152" y="32"/>
                    </a:lnTo>
                    <a:lnTo>
                      <a:pt x="152" y="33"/>
                    </a:lnTo>
                    <a:lnTo>
                      <a:pt x="152" y="35"/>
                    </a:lnTo>
                    <a:lnTo>
                      <a:pt x="156" y="36"/>
                    </a:lnTo>
                    <a:lnTo>
                      <a:pt x="156" y="38"/>
                    </a:lnTo>
                    <a:lnTo>
                      <a:pt x="160" y="40"/>
                    </a:lnTo>
                    <a:lnTo>
                      <a:pt x="160" y="41"/>
                    </a:lnTo>
                    <a:lnTo>
                      <a:pt x="160" y="43"/>
                    </a:lnTo>
                    <a:lnTo>
                      <a:pt x="164" y="44"/>
                    </a:lnTo>
                    <a:lnTo>
                      <a:pt x="164" y="46"/>
                    </a:lnTo>
                    <a:lnTo>
                      <a:pt x="167" y="48"/>
                    </a:lnTo>
                    <a:lnTo>
                      <a:pt x="167" y="49"/>
                    </a:lnTo>
                    <a:lnTo>
                      <a:pt x="171" y="51"/>
                    </a:lnTo>
                    <a:lnTo>
                      <a:pt x="171" y="52"/>
                    </a:lnTo>
                    <a:lnTo>
                      <a:pt x="175" y="54"/>
                    </a:lnTo>
                    <a:lnTo>
                      <a:pt x="175" y="56"/>
                    </a:lnTo>
                    <a:lnTo>
                      <a:pt x="178" y="57"/>
                    </a:lnTo>
                    <a:lnTo>
                      <a:pt x="182" y="59"/>
                    </a:lnTo>
                    <a:lnTo>
                      <a:pt x="182" y="60"/>
                    </a:lnTo>
                    <a:lnTo>
                      <a:pt x="186" y="62"/>
                    </a:lnTo>
                    <a:lnTo>
                      <a:pt x="186" y="64"/>
                    </a:lnTo>
                    <a:lnTo>
                      <a:pt x="190" y="65"/>
                    </a:lnTo>
                    <a:lnTo>
                      <a:pt x="193" y="67"/>
                    </a:lnTo>
                    <a:lnTo>
                      <a:pt x="197" y="68"/>
                    </a:lnTo>
                    <a:lnTo>
                      <a:pt x="201" y="68"/>
                    </a:lnTo>
                    <a:lnTo>
                      <a:pt x="204" y="68"/>
                    </a:lnTo>
                    <a:lnTo>
                      <a:pt x="208" y="68"/>
                    </a:lnTo>
                    <a:lnTo>
                      <a:pt x="212" y="68"/>
                    </a:lnTo>
                    <a:lnTo>
                      <a:pt x="216" y="67"/>
                    </a:lnTo>
                    <a:lnTo>
                      <a:pt x="219" y="65"/>
                    </a:lnTo>
                    <a:lnTo>
                      <a:pt x="223" y="64"/>
                    </a:lnTo>
                    <a:lnTo>
                      <a:pt x="227" y="62"/>
                    </a:lnTo>
                    <a:lnTo>
                      <a:pt x="231" y="60"/>
                    </a:lnTo>
                    <a:lnTo>
                      <a:pt x="234" y="59"/>
                    </a:lnTo>
                    <a:lnTo>
                      <a:pt x="234" y="57"/>
                    </a:lnTo>
                    <a:lnTo>
                      <a:pt x="238" y="56"/>
                    </a:lnTo>
                    <a:lnTo>
                      <a:pt x="238" y="54"/>
                    </a:lnTo>
                    <a:lnTo>
                      <a:pt x="242" y="52"/>
                    </a:lnTo>
                    <a:lnTo>
                      <a:pt x="242" y="51"/>
                    </a:lnTo>
                    <a:lnTo>
                      <a:pt x="245" y="49"/>
                    </a:lnTo>
                    <a:lnTo>
                      <a:pt x="245" y="48"/>
                    </a:lnTo>
                    <a:lnTo>
                      <a:pt x="249" y="46"/>
                    </a:lnTo>
                    <a:lnTo>
                      <a:pt x="249" y="44"/>
                    </a:lnTo>
                    <a:lnTo>
                      <a:pt x="249" y="43"/>
                    </a:lnTo>
                    <a:lnTo>
                      <a:pt x="253" y="41"/>
                    </a:lnTo>
                    <a:lnTo>
                      <a:pt x="253" y="40"/>
                    </a:lnTo>
                    <a:lnTo>
                      <a:pt x="257" y="38"/>
                    </a:lnTo>
                    <a:lnTo>
                      <a:pt x="257" y="36"/>
                    </a:lnTo>
                    <a:lnTo>
                      <a:pt x="260" y="35"/>
                    </a:lnTo>
                    <a:lnTo>
                      <a:pt x="260" y="33"/>
                    </a:lnTo>
                    <a:lnTo>
                      <a:pt x="260" y="32"/>
                    </a:lnTo>
                    <a:lnTo>
                      <a:pt x="264" y="30"/>
                    </a:lnTo>
                    <a:lnTo>
                      <a:pt x="264" y="29"/>
                    </a:lnTo>
                    <a:lnTo>
                      <a:pt x="268" y="27"/>
                    </a:lnTo>
                    <a:lnTo>
                      <a:pt x="268" y="25"/>
                    </a:lnTo>
                    <a:lnTo>
                      <a:pt x="268" y="24"/>
                    </a:lnTo>
                    <a:lnTo>
                      <a:pt x="271" y="22"/>
                    </a:lnTo>
                    <a:lnTo>
                      <a:pt x="271" y="21"/>
                    </a:lnTo>
                    <a:lnTo>
                      <a:pt x="275" y="19"/>
                    </a:lnTo>
                    <a:lnTo>
                      <a:pt x="275" y="17"/>
                    </a:lnTo>
                    <a:lnTo>
                      <a:pt x="279" y="16"/>
                    </a:lnTo>
                    <a:lnTo>
                      <a:pt x="279" y="14"/>
                    </a:lnTo>
                    <a:lnTo>
                      <a:pt x="283" y="13"/>
                    </a:lnTo>
                    <a:lnTo>
                      <a:pt x="283" y="11"/>
                    </a:lnTo>
                    <a:lnTo>
                      <a:pt x="286" y="9"/>
                    </a:lnTo>
                    <a:lnTo>
                      <a:pt x="286" y="8"/>
                    </a:lnTo>
                    <a:lnTo>
                      <a:pt x="290" y="6"/>
                    </a:lnTo>
                    <a:lnTo>
                      <a:pt x="294" y="5"/>
                    </a:lnTo>
                    <a:lnTo>
                      <a:pt x="297" y="3"/>
                    </a:lnTo>
                    <a:lnTo>
                      <a:pt x="301" y="1"/>
                    </a:lnTo>
                    <a:lnTo>
                      <a:pt x="305" y="0"/>
                    </a:lnTo>
                    <a:lnTo>
                      <a:pt x="309" y="0"/>
                    </a:lnTo>
                    <a:lnTo>
                      <a:pt x="312" y="0"/>
                    </a:lnTo>
                    <a:lnTo>
                      <a:pt x="316" y="1"/>
                    </a:lnTo>
                    <a:lnTo>
                      <a:pt x="320" y="3"/>
                    </a:lnTo>
                    <a:lnTo>
                      <a:pt x="323" y="5"/>
                    </a:lnTo>
                    <a:lnTo>
                      <a:pt x="323" y="6"/>
                    </a:lnTo>
                    <a:lnTo>
                      <a:pt x="327" y="8"/>
                    </a:lnTo>
                    <a:lnTo>
                      <a:pt x="327" y="9"/>
                    </a:lnTo>
                    <a:lnTo>
                      <a:pt x="331" y="11"/>
                    </a:lnTo>
                    <a:lnTo>
                      <a:pt x="331" y="13"/>
                    </a:lnTo>
                    <a:lnTo>
                      <a:pt x="331" y="14"/>
                    </a:lnTo>
                    <a:lnTo>
                      <a:pt x="335" y="16"/>
                    </a:lnTo>
                    <a:lnTo>
                      <a:pt x="335" y="17"/>
                    </a:lnTo>
                    <a:lnTo>
                      <a:pt x="335" y="19"/>
                    </a:lnTo>
                    <a:lnTo>
                      <a:pt x="338" y="21"/>
                    </a:lnTo>
                    <a:lnTo>
                      <a:pt x="338" y="22"/>
                    </a:lnTo>
                    <a:lnTo>
                      <a:pt x="338" y="24"/>
                    </a:lnTo>
                    <a:lnTo>
                      <a:pt x="342" y="25"/>
                    </a:lnTo>
                    <a:lnTo>
                      <a:pt x="342" y="27"/>
                    </a:lnTo>
                    <a:lnTo>
                      <a:pt x="342" y="30"/>
                    </a:lnTo>
                    <a:lnTo>
                      <a:pt x="346" y="32"/>
                    </a:lnTo>
                    <a:lnTo>
                      <a:pt x="346" y="33"/>
                    </a:lnTo>
                    <a:lnTo>
                      <a:pt x="346" y="36"/>
                    </a:lnTo>
                    <a:lnTo>
                      <a:pt x="349" y="38"/>
                    </a:lnTo>
                    <a:lnTo>
                      <a:pt x="349" y="41"/>
                    </a:lnTo>
                    <a:lnTo>
                      <a:pt x="349" y="44"/>
                    </a:lnTo>
                    <a:lnTo>
                      <a:pt x="353" y="46"/>
                    </a:lnTo>
                    <a:lnTo>
                      <a:pt x="353" y="49"/>
                    </a:lnTo>
                    <a:lnTo>
                      <a:pt x="353" y="52"/>
                    </a:lnTo>
                    <a:lnTo>
                      <a:pt x="357" y="54"/>
                    </a:lnTo>
                    <a:lnTo>
                      <a:pt x="357" y="57"/>
                    </a:lnTo>
                    <a:lnTo>
                      <a:pt x="357" y="60"/>
                    </a:lnTo>
                    <a:lnTo>
                      <a:pt x="361" y="64"/>
                    </a:lnTo>
                    <a:lnTo>
                      <a:pt x="361" y="67"/>
                    </a:lnTo>
                    <a:lnTo>
                      <a:pt x="361" y="70"/>
                    </a:lnTo>
                    <a:lnTo>
                      <a:pt x="364" y="73"/>
                    </a:lnTo>
                    <a:lnTo>
                      <a:pt x="364" y="76"/>
                    </a:lnTo>
                    <a:lnTo>
                      <a:pt x="364" y="79"/>
                    </a:lnTo>
                    <a:lnTo>
                      <a:pt x="368" y="83"/>
                    </a:lnTo>
                    <a:lnTo>
                      <a:pt x="368" y="87"/>
                    </a:lnTo>
                    <a:lnTo>
                      <a:pt x="368" y="91"/>
                    </a:lnTo>
                    <a:lnTo>
                      <a:pt x="372" y="94"/>
                    </a:lnTo>
                    <a:lnTo>
                      <a:pt x="372" y="99"/>
                    </a:lnTo>
                    <a:lnTo>
                      <a:pt x="372" y="102"/>
                    </a:lnTo>
                    <a:lnTo>
                      <a:pt x="375" y="105"/>
                    </a:lnTo>
                    <a:lnTo>
                      <a:pt x="375" y="110"/>
                    </a:lnTo>
                    <a:lnTo>
                      <a:pt x="375" y="113"/>
                    </a:lnTo>
                    <a:lnTo>
                      <a:pt x="379" y="118"/>
                    </a:lnTo>
                    <a:lnTo>
                      <a:pt x="379" y="121"/>
                    </a:lnTo>
                    <a:lnTo>
                      <a:pt x="379" y="126"/>
                    </a:lnTo>
                    <a:lnTo>
                      <a:pt x="383" y="129"/>
                    </a:lnTo>
                    <a:lnTo>
                      <a:pt x="383" y="134"/>
                    </a:lnTo>
                    <a:lnTo>
                      <a:pt x="383" y="138"/>
                    </a:lnTo>
                    <a:lnTo>
                      <a:pt x="387" y="141"/>
                    </a:lnTo>
                    <a:lnTo>
                      <a:pt x="387" y="146"/>
                    </a:lnTo>
                    <a:lnTo>
                      <a:pt x="387" y="151"/>
                    </a:lnTo>
                    <a:lnTo>
                      <a:pt x="390" y="154"/>
                    </a:lnTo>
                    <a:lnTo>
                      <a:pt x="390" y="159"/>
                    </a:lnTo>
                    <a:lnTo>
                      <a:pt x="390" y="164"/>
                    </a:lnTo>
                    <a:lnTo>
                      <a:pt x="394" y="169"/>
                    </a:lnTo>
                    <a:lnTo>
                      <a:pt x="394" y="173"/>
                    </a:lnTo>
                    <a:lnTo>
                      <a:pt x="394" y="178"/>
                    </a:lnTo>
                    <a:lnTo>
                      <a:pt x="398" y="181"/>
                    </a:lnTo>
                    <a:lnTo>
                      <a:pt x="398" y="186"/>
                    </a:lnTo>
                    <a:lnTo>
                      <a:pt x="398" y="191"/>
                    </a:lnTo>
                    <a:lnTo>
                      <a:pt x="401" y="196"/>
                    </a:lnTo>
                    <a:lnTo>
                      <a:pt x="401" y="200"/>
                    </a:lnTo>
                    <a:lnTo>
                      <a:pt x="401" y="205"/>
                    </a:lnTo>
                    <a:lnTo>
                      <a:pt x="405" y="210"/>
                    </a:lnTo>
                    <a:lnTo>
                      <a:pt x="405" y="215"/>
                    </a:lnTo>
                    <a:lnTo>
                      <a:pt x="405" y="219"/>
                    </a:lnTo>
                    <a:lnTo>
                      <a:pt x="409" y="224"/>
                    </a:lnTo>
                    <a:lnTo>
                      <a:pt x="409" y="229"/>
                    </a:lnTo>
                    <a:lnTo>
                      <a:pt x="409" y="234"/>
                    </a:lnTo>
                    <a:lnTo>
                      <a:pt x="413" y="237"/>
                    </a:lnTo>
                    <a:lnTo>
                      <a:pt x="413" y="242"/>
                    </a:lnTo>
                    <a:lnTo>
                      <a:pt x="413" y="247"/>
                    </a:lnTo>
                    <a:lnTo>
                      <a:pt x="416" y="251"/>
                    </a:lnTo>
                    <a:lnTo>
                      <a:pt x="416" y="256"/>
                    </a:lnTo>
                    <a:lnTo>
                      <a:pt x="416" y="261"/>
                    </a:lnTo>
                    <a:lnTo>
                      <a:pt x="420" y="266"/>
                    </a:lnTo>
                    <a:lnTo>
                      <a:pt x="420" y="270"/>
                    </a:lnTo>
                    <a:lnTo>
                      <a:pt x="420" y="275"/>
                    </a:lnTo>
                    <a:lnTo>
                      <a:pt x="424" y="280"/>
                    </a:lnTo>
                    <a:lnTo>
                      <a:pt x="424" y="285"/>
                    </a:lnTo>
                    <a:lnTo>
                      <a:pt x="424" y="289"/>
                    </a:lnTo>
                    <a:lnTo>
                      <a:pt x="427" y="293"/>
                    </a:lnTo>
                    <a:lnTo>
                      <a:pt x="427" y="297"/>
                    </a:lnTo>
                    <a:lnTo>
                      <a:pt x="427" y="302"/>
                    </a:lnTo>
                  </a:path>
                </a:pathLst>
              </a:custGeom>
              <a:noFill/>
              <a:ln w="28575" cap="rnd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46" name="Freeform 10"/>
              <p:cNvSpPr>
                <a:spLocks/>
              </p:cNvSpPr>
              <p:nvPr/>
            </p:nvSpPr>
            <p:spPr bwMode="auto">
              <a:xfrm>
                <a:off x="3061" y="2354"/>
                <a:ext cx="429" cy="368"/>
              </a:xfrm>
              <a:custGeom>
                <a:avLst/>
                <a:gdLst>
                  <a:gd name="T0" fmla="*/ 4 w 429"/>
                  <a:gd name="T1" fmla="*/ 213 h 368"/>
                  <a:gd name="T2" fmla="*/ 8 w 429"/>
                  <a:gd name="T3" fmla="*/ 230 h 368"/>
                  <a:gd name="T4" fmla="*/ 15 w 429"/>
                  <a:gd name="T5" fmla="*/ 248 h 368"/>
                  <a:gd name="T6" fmla="*/ 19 w 429"/>
                  <a:gd name="T7" fmla="*/ 262 h 368"/>
                  <a:gd name="T8" fmla="*/ 23 w 429"/>
                  <a:gd name="T9" fmla="*/ 278 h 368"/>
                  <a:gd name="T10" fmla="*/ 30 w 429"/>
                  <a:gd name="T11" fmla="*/ 292 h 368"/>
                  <a:gd name="T12" fmla="*/ 34 w 429"/>
                  <a:gd name="T13" fmla="*/ 305 h 368"/>
                  <a:gd name="T14" fmla="*/ 38 w 429"/>
                  <a:gd name="T15" fmla="*/ 316 h 368"/>
                  <a:gd name="T16" fmla="*/ 45 w 429"/>
                  <a:gd name="T17" fmla="*/ 327 h 368"/>
                  <a:gd name="T18" fmla="*/ 49 w 429"/>
                  <a:gd name="T19" fmla="*/ 335 h 368"/>
                  <a:gd name="T20" fmla="*/ 52 w 429"/>
                  <a:gd name="T21" fmla="*/ 345 h 368"/>
                  <a:gd name="T22" fmla="*/ 60 w 429"/>
                  <a:gd name="T23" fmla="*/ 351 h 368"/>
                  <a:gd name="T24" fmla="*/ 64 w 429"/>
                  <a:gd name="T25" fmla="*/ 358 h 368"/>
                  <a:gd name="T26" fmla="*/ 75 w 429"/>
                  <a:gd name="T27" fmla="*/ 364 h 368"/>
                  <a:gd name="T28" fmla="*/ 90 w 429"/>
                  <a:gd name="T29" fmla="*/ 367 h 368"/>
                  <a:gd name="T30" fmla="*/ 104 w 429"/>
                  <a:gd name="T31" fmla="*/ 361 h 368"/>
                  <a:gd name="T32" fmla="*/ 112 w 429"/>
                  <a:gd name="T33" fmla="*/ 355 h 368"/>
                  <a:gd name="T34" fmla="*/ 119 w 429"/>
                  <a:gd name="T35" fmla="*/ 348 h 368"/>
                  <a:gd name="T36" fmla="*/ 127 w 429"/>
                  <a:gd name="T37" fmla="*/ 342 h 368"/>
                  <a:gd name="T38" fmla="*/ 130 w 429"/>
                  <a:gd name="T39" fmla="*/ 335 h 368"/>
                  <a:gd name="T40" fmla="*/ 138 w 429"/>
                  <a:gd name="T41" fmla="*/ 329 h 368"/>
                  <a:gd name="T42" fmla="*/ 145 w 429"/>
                  <a:gd name="T43" fmla="*/ 323 h 368"/>
                  <a:gd name="T44" fmla="*/ 153 w 429"/>
                  <a:gd name="T45" fmla="*/ 316 h 368"/>
                  <a:gd name="T46" fmla="*/ 160 w 429"/>
                  <a:gd name="T47" fmla="*/ 310 h 368"/>
                  <a:gd name="T48" fmla="*/ 171 w 429"/>
                  <a:gd name="T49" fmla="*/ 304 h 368"/>
                  <a:gd name="T50" fmla="*/ 182 w 429"/>
                  <a:gd name="T51" fmla="*/ 299 h 368"/>
                  <a:gd name="T52" fmla="*/ 197 w 429"/>
                  <a:gd name="T53" fmla="*/ 300 h 368"/>
                  <a:gd name="T54" fmla="*/ 212 w 429"/>
                  <a:gd name="T55" fmla="*/ 307 h 368"/>
                  <a:gd name="T56" fmla="*/ 220 w 429"/>
                  <a:gd name="T57" fmla="*/ 313 h 368"/>
                  <a:gd name="T58" fmla="*/ 227 w 429"/>
                  <a:gd name="T59" fmla="*/ 320 h 368"/>
                  <a:gd name="T60" fmla="*/ 234 w 429"/>
                  <a:gd name="T61" fmla="*/ 326 h 368"/>
                  <a:gd name="T62" fmla="*/ 242 w 429"/>
                  <a:gd name="T63" fmla="*/ 332 h 368"/>
                  <a:gd name="T64" fmla="*/ 246 w 429"/>
                  <a:gd name="T65" fmla="*/ 339 h 368"/>
                  <a:gd name="T66" fmla="*/ 253 w 429"/>
                  <a:gd name="T67" fmla="*/ 345 h 368"/>
                  <a:gd name="T68" fmla="*/ 260 w 429"/>
                  <a:gd name="T69" fmla="*/ 351 h 368"/>
                  <a:gd name="T70" fmla="*/ 268 w 429"/>
                  <a:gd name="T71" fmla="*/ 358 h 368"/>
                  <a:gd name="T72" fmla="*/ 279 w 429"/>
                  <a:gd name="T73" fmla="*/ 364 h 368"/>
                  <a:gd name="T74" fmla="*/ 294 w 429"/>
                  <a:gd name="T75" fmla="*/ 367 h 368"/>
                  <a:gd name="T76" fmla="*/ 305 w 429"/>
                  <a:gd name="T77" fmla="*/ 361 h 368"/>
                  <a:gd name="T78" fmla="*/ 312 w 429"/>
                  <a:gd name="T79" fmla="*/ 355 h 368"/>
                  <a:gd name="T80" fmla="*/ 320 w 429"/>
                  <a:gd name="T81" fmla="*/ 348 h 368"/>
                  <a:gd name="T82" fmla="*/ 324 w 429"/>
                  <a:gd name="T83" fmla="*/ 340 h 368"/>
                  <a:gd name="T84" fmla="*/ 327 w 429"/>
                  <a:gd name="T85" fmla="*/ 332 h 368"/>
                  <a:gd name="T86" fmla="*/ 335 w 429"/>
                  <a:gd name="T87" fmla="*/ 321 h 368"/>
                  <a:gd name="T88" fmla="*/ 338 w 429"/>
                  <a:gd name="T89" fmla="*/ 310 h 368"/>
                  <a:gd name="T90" fmla="*/ 342 w 429"/>
                  <a:gd name="T91" fmla="*/ 299 h 368"/>
                  <a:gd name="T92" fmla="*/ 350 w 429"/>
                  <a:gd name="T93" fmla="*/ 285 h 368"/>
                  <a:gd name="T94" fmla="*/ 353 w 429"/>
                  <a:gd name="T95" fmla="*/ 270 h 368"/>
                  <a:gd name="T96" fmla="*/ 357 w 429"/>
                  <a:gd name="T97" fmla="*/ 256 h 368"/>
                  <a:gd name="T98" fmla="*/ 364 w 429"/>
                  <a:gd name="T99" fmla="*/ 238 h 368"/>
                  <a:gd name="T100" fmla="*/ 368 w 429"/>
                  <a:gd name="T101" fmla="*/ 222 h 368"/>
                  <a:gd name="T102" fmla="*/ 372 w 429"/>
                  <a:gd name="T103" fmla="*/ 205 h 368"/>
                  <a:gd name="T104" fmla="*/ 376 w 429"/>
                  <a:gd name="T105" fmla="*/ 187 h 368"/>
                  <a:gd name="T106" fmla="*/ 383 w 429"/>
                  <a:gd name="T107" fmla="*/ 168 h 368"/>
                  <a:gd name="T108" fmla="*/ 387 w 429"/>
                  <a:gd name="T109" fmla="*/ 149 h 368"/>
                  <a:gd name="T110" fmla="*/ 390 w 429"/>
                  <a:gd name="T111" fmla="*/ 132 h 368"/>
                  <a:gd name="T112" fmla="*/ 398 w 429"/>
                  <a:gd name="T113" fmla="*/ 113 h 368"/>
                  <a:gd name="T114" fmla="*/ 402 w 429"/>
                  <a:gd name="T115" fmla="*/ 94 h 368"/>
                  <a:gd name="T116" fmla="*/ 405 w 429"/>
                  <a:gd name="T117" fmla="*/ 76 h 368"/>
                  <a:gd name="T118" fmla="*/ 413 w 429"/>
                  <a:gd name="T119" fmla="*/ 57 h 368"/>
                  <a:gd name="T120" fmla="*/ 416 w 429"/>
                  <a:gd name="T121" fmla="*/ 39 h 368"/>
                  <a:gd name="T122" fmla="*/ 420 w 429"/>
                  <a:gd name="T123" fmla="*/ 24 h 368"/>
                  <a:gd name="T124" fmla="*/ 428 w 429"/>
                  <a:gd name="T125" fmla="*/ 8 h 3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29" h="368">
                    <a:moveTo>
                      <a:pt x="0" y="200"/>
                    </a:moveTo>
                    <a:lnTo>
                      <a:pt x="4" y="205"/>
                    </a:lnTo>
                    <a:lnTo>
                      <a:pt x="4" y="210"/>
                    </a:lnTo>
                    <a:lnTo>
                      <a:pt x="4" y="213"/>
                    </a:lnTo>
                    <a:lnTo>
                      <a:pt x="4" y="218"/>
                    </a:lnTo>
                    <a:lnTo>
                      <a:pt x="8" y="222"/>
                    </a:lnTo>
                    <a:lnTo>
                      <a:pt x="8" y="227"/>
                    </a:lnTo>
                    <a:lnTo>
                      <a:pt x="8" y="230"/>
                    </a:lnTo>
                    <a:lnTo>
                      <a:pt x="12" y="235"/>
                    </a:lnTo>
                    <a:lnTo>
                      <a:pt x="12" y="238"/>
                    </a:lnTo>
                    <a:lnTo>
                      <a:pt x="12" y="243"/>
                    </a:lnTo>
                    <a:lnTo>
                      <a:pt x="15" y="248"/>
                    </a:lnTo>
                    <a:lnTo>
                      <a:pt x="15" y="251"/>
                    </a:lnTo>
                    <a:lnTo>
                      <a:pt x="15" y="256"/>
                    </a:lnTo>
                    <a:lnTo>
                      <a:pt x="19" y="259"/>
                    </a:lnTo>
                    <a:lnTo>
                      <a:pt x="19" y="262"/>
                    </a:lnTo>
                    <a:lnTo>
                      <a:pt x="19" y="267"/>
                    </a:lnTo>
                    <a:lnTo>
                      <a:pt x="23" y="270"/>
                    </a:lnTo>
                    <a:lnTo>
                      <a:pt x="23" y="275"/>
                    </a:lnTo>
                    <a:lnTo>
                      <a:pt x="23" y="278"/>
                    </a:lnTo>
                    <a:lnTo>
                      <a:pt x="26" y="281"/>
                    </a:lnTo>
                    <a:lnTo>
                      <a:pt x="26" y="285"/>
                    </a:lnTo>
                    <a:lnTo>
                      <a:pt x="26" y="288"/>
                    </a:lnTo>
                    <a:lnTo>
                      <a:pt x="30" y="292"/>
                    </a:lnTo>
                    <a:lnTo>
                      <a:pt x="30" y="296"/>
                    </a:lnTo>
                    <a:lnTo>
                      <a:pt x="30" y="299"/>
                    </a:lnTo>
                    <a:lnTo>
                      <a:pt x="34" y="302"/>
                    </a:lnTo>
                    <a:lnTo>
                      <a:pt x="34" y="305"/>
                    </a:lnTo>
                    <a:lnTo>
                      <a:pt x="34" y="307"/>
                    </a:lnTo>
                    <a:lnTo>
                      <a:pt x="38" y="310"/>
                    </a:lnTo>
                    <a:lnTo>
                      <a:pt x="38" y="313"/>
                    </a:lnTo>
                    <a:lnTo>
                      <a:pt x="38" y="316"/>
                    </a:lnTo>
                    <a:lnTo>
                      <a:pt x="41" y="320"/>
                    </a:lnTo>
                    <a:lnTo>
                      <a:pt x="41" y="321"/>
                    </a:lnTo>
                    <a:lnTo>
                      <a:pt x="41" y="324"/>
                    </a:lnTo>
                    <a:lnTo>
                      <a:pt x="45" y="327"/>
                    </a:lnTo>
                    <a:lnTo>
                      <a:pt x="45" y="329"/>
                    </a:lnTo>
                    <a:lnTo>
                      <a:pt x="45" y="332"/>
                    </a:lnTo>
                    <a:lnTo>
                      <a:pt x="49" y="334"/>
                    </a:lnTo>
                    <a:lnTo>
                      <a:pt x="49" y="335"/>
                    </a:lnTo>
                    <a:lnTo>
                      <a:pt x="49" y="339"/>
                    </a:lnTo>
                    <a:lnTo>
                      <a:pt x="52" y="340"/>
                    </a:lnTo>
                    <a:lnTo>
                      <a:pt x="52" y="342"/>
                    </a:lnTo>
                    <a:lnTo>
                      <a:pt x="52" y="345"/>
                    </a:lnTo>
                    <a:lnTo>
                      <a:pt x="56" y="347"/>
                    </a:lnTo>
                    <a:lnTo>
                      <a:pt x="56" y="348"/>
                    </a:lnTo>
                    <a:lnTo>
                      <a:pt x="56" y="350"/>
                    </a:lnTo>
                    <a:lnTo>
                      <a:pt x="60" y="351"/>
                    </a:lnTo>
                    <a:lnTo>
                      <a:pt x="60" y="353"/>
                    </a:lnTo>
                    <a:lnTo>
                      <a:pt x="60" y="355"/>
                    </a:lnTo>
                    <a:lnTo>
                      <a:pt x="64" y="356"/>
                    </a:lnTo>
                    <a:lnTo>
                      <a:pt x="64" y="358"/>
                    </a:lnTo>
                    <a:lnTo>
                      <a:pt x="67" y="359"/>
                    </a:lnTo>
                    <a:lnTo>
                      <a:pt x="67" y="361"/>
                    </a:lnTo>
                    <a:lnTo>
                      <a:pt x="71" y="362"/>
                    </a:lnTo>
                    <a:lnTo>
                      <a:pt x="75" y="364"/>
                    </a:lnTo>
                    <a:lnTo>
                      <a:pt x="78" y="366"/>
                    </a:lnTo>
                    <a:lnTo>
                      <a:pt x="82" y="367"/>
                    </a:lnTo>
                    <a:lnTo>
                      <a:pt x="86" y="367"/>
                    </a:lnTo>
                    <a:lnTo>
                      <a:pt x="90" y="367"/>
                    </a:lnTo>
                    <a:lnTo>
                      <a:pt x="93" y="366"/>
                    </a:lnTo>
                    <a:lnTo>
                      <a:pt x="97" y="364"/>
                    </a:lnTo>
                    <a:lnTo>
                      <a:pt x="101" y="362"/>
                    </a:lnTo>
                    <a:lnTo>
                      <a:pt x="104" y="361"/>
                    </a:lnTo>
                    <a:lnTo>
                      <a:pt x="108" y="359"/>
                    </a:lnTo>
                    <a:lnTo>
                      <a:pt x="108" y="358"/>
                    </a:lnTo>
                    <a:lnTo>
                      <a:pt x="112" y="356"/>
                    </a:lnTo>
                    <a:lnTo>
                      <a:pt x="112" y="355"/>
                    </a:lnTo>
                    <a:lnTo>
                      <a:pt x="116" y="353"/>
                    </a:lnTo>
                    <a:lnTo>
                      <a:pt x="116" y="351"/>
                    </a:lnTo>
                    <a:lnTo>
                      <a:pt x="119" y="350"/>
                    </a:lnTo>
                    <a:lnTo>
                      <a:pt x="119" y="348"/>
                    </a:lnTo>
                    <a:lnTo>
                      <a:pt x="123" y="347"/>
                    </a:lnTo>
                    <a:lnTo>
                      <a:pt x="123" y="345"/>
                    </a:lnTo>
                    <a:lnTo>
                      <a:pt x="127" y="343"/>
                    </a:lnTo>
                    <a:lnTo>
                      <a:pt x="127" y="342"/>
                    </a:lnTo>
                    <a:lnTo>
                      <a:pt x="127" y="340"/>
                    </a:lnTo>
                    <a:lnTo>
                      <a:pt x="127" y="339"/>
                    </a:lnTo>
                    <a:lnTo>
                      <a:pt x="130" y="337"/>
                    </a:lnTo>
                    <a:lnTo>
                      <a:pt x="130" y="335"/>
                    </a:lnTo>
                    <a:lnTo>
                      <a:pt x="134" y="334"/>
                    </a:lnTo>
                    <a:lnTo>
                      <a:pt x="134" y="332"/>
                    </a:lnTo>
                    <a:lnTo>
                      <a:pt x="138" y="331"/>
                    </a:lnTo>
                    <a:lnTo>
                      <a:pt x="138" y="329"/>
                    </a:lnTo>
                    <a:lnTo>
                      <a:pt x="138" y="327"/>
                    </a:lnTo>
                    <a:lnTo>
                      <a:pt x="142" y="326"/>
                    </a:lnTo>
                    <a:lnTo>
                      <a:pt x="142" y="324"/>
                    </a:lnTo>
                    <a:lnTo>
                      <a:pt x="145" y="323"/>
                    </a:lnTo>
                    <a:lnTo>
                      <a:pt x="145" y="321"/>
                    </a:lnTo>
                    <a:lnTo>
                      <a:pt x="149" y="320"/>
                    </a:lnTo>
                    <a:lnTo>
                      <a:pt x="149" y="318"/>
                    </a:lnTo>
                    <a:lnTo>
                      <a:pt x="153" y="316"/>
                    </a:lnTo>
                    <a:lnTo>
                      <a:pt x="153" y="315"/>
                    </a:lnTo>
                    <a:lnTo>
                      <a:pt x="156" y="313"/>
                    </a:lnTo>
                    <a:lnTo>
                      <a:pt x="156" y="312"/>
                    </a:lnTo>
                    <a:lnTo>
                      <a:pt x="160" y="310"/>
                    </a:lnTo>
                    <a:lnTo>
                      <a:pt x="160" y="308"/>
                    </a:lnTo>
                    <a:lnTo>
                      <a:pt x="164" y="307"/>
                    </a:lnTo>
                    <a:lnTo>
                      <a:pt x="168" y="305"/>
                    </a:lnTo>
                    <a:lnTo>
                      <a:pt x="171" y="304"/>
                    </a:lnTo>
                    <a:lnTo>
                      <a:pt x="171" y="302"/>
                    </a:lnTo>
                    <a:lnTo>
                      <a:pt x="175" y="300"/>
                    </a:lnTo>
                    <a:lnTo>
                      <a:pt x="179" y="299"/>
                    </a:lnTo>
                    <a:lnTo>
                      <a:pt x="182" y="299"/>
                    </a:lnTo>
                    <a:lnTo>
                      <a:pt x="186" y="299"/>
                    </a:lnTo>
                    <a:lnTo>
                      <a:pt x="190" y="299"/>
                    </a:lnTo>
                    <a:lnTo>
                      <a:pt x="194" y="299"/>
                    </a:lnTo>
                    <a:lnTo>
                      <a:pt x="197" y="300"/>
                    </a:lnTo>
                    <a:lnTo>
                      <a:pt x="201" y="302"/>
                    </a:lnTo>
                    <a:lnTo>
                      <a:pt x="205" y="304"/>
                    </a:lnTo>
                    <a:lnTo>
                      <a:pt x="208" y="305"/>
                    </a:lnTo>
                    <a:lnTo>
                      <a:pt x="212" y="307"/>
                    </a:lnTo>
                    <a:lnTo>
                      <a:pt x="216" y="308"/>
                    </a:lnTo>
                    <a:lnTo>
                      <a:pt x="216" y="310"/>
                    </a:lnTo>
                    <a:lnTo>
                      <a:pt x="220" y="312"/>
                    </a:lnTo>
                    <a:lnTo>
                      <a:pt x="220" y="313"/>
                    </a:lnTo>
                    <a:lnTo>
                      <a:pt x="223" y="315"/>
                    </a:lnTo>
                    <a:lnTo>
                      <a:pt x="223" y="316"/>
                    </a:lnTo>
                    <a:lnTo>
                      <a:pt x="227" y="318"/>
                    </a:lnTo>
                    <a:lnTo>
                      <a:pt x="227" y="320"/>
                    </a:lnTo>
                    <a:lnTo>
                      <a:pt x="231" y="321"/>
                    </a:lnTo>
                    <a:lnTo>
                      <a:pt x="231" y="323"/>
                    </a:lnTo>
                    <a:lnTo>
                      <a:pt x="234" y="324"/>
                    </a:lnTo>
                    <a:lnTo>
                      <a:pt x="234" y="326"/>
                    </a:lnTo>
                    <a:lnTo>
                      <a:pt x="234" y="327"/>
                    </a:lnTo>
                    <a:lnTo>
                      <a:pt x="238" y="329"/>
                    </a:lnTo>
                    <a:lnTo>
                      <a:pt x="238" y="331"/>
                    </a:lnTo>
                    <a:lnTo>
                      <a:pt x="242" y="332"/>
                    </a:lnTo>
                    <a:lnTo>
                      <a:pt x="242" y="334"/>
                    </a:lnTo>
                    <a:lnTo>
                      <a:pt x="242" y="335"/>
                    </a:lnTo>
                    <a:lnTo>
                      <a:pt x="246" y="337"/>
                    </a:lnTo>
                    <a:lnTo>
                      <a:pt x="246" y="339"/>
                    </a:lnTo>
                    <a:lnTo>
                      <a:pt x="249" y="340"/>
                    </a:lnTo>
                    <a:lnTo>
                      <a:pt x="249" y="342"/>
                    </a:lnTo>
                    <a:lnTo>
                      <a:pt x="249" y="343"/>
                    </a:lnTo>
                    <a:lnTo>
                      <a:pt x="253" y="345"/>
                    </a:lnTo>
                    <a:lnTo>
                      <a:pt x="253" y="347"/>
                    </a:lnTo>
                    <a:lnTo>
                      <a:pt x="257" y="348"/>
                    </a:lnTo>
                    <a:lnTo>
                      <a:pt x="257" y="350"/>
                    </a:lnTo>
                    <a:lnTo>
                      <a:pt x="260" y="351"/>
                    </a:lnTo>
                    <a:lnTo>
                      <a:pt x="260" y="353"/>
                    </a:lnTo>
                    <a:lnTo>
                      <a:pt x="264" y="355"/>
                    </a:lnTo>
                    <a:lnTo>
                      <a:pt x="264" y="356"/>
                    </a:lnTo>
                    <a:lnTo>
                      <a:pt x="268" y="358"/>
                    </a:lnTo>
                    <a:lnTo>
                      <a:pt x="268" y="359"/>
                    </a:lnTo>
                    <a:lnTo>
                      <a:pt x="272" y="361"/>
                    </a:lnTo>
                    <a:lnTo>
                      <a:pt x="275" y="362"/>
                    </a:lnTo>
                    <a:lnTo>
                      <a:pt x="279" y="364"/>
                    </a:lnTo>
                    <a:lnTo>
                      <a:pt x="283" y="366"/>
                    </a:lnTo>
                    <a:lnTo>
                      <a:pt x="286" y="367"/>
                    </a:lnTo>
                    <a:lnTo>
                      <a:pt x="290" y="367"/>
                    </a:lnTo>
                    <a:lnTo>
                      <a:pt x="294" y="367"/>
                    </a:lnTo>
                    <a:lnTo>
                      <a:pt x="298" y="366"/>
                    </a:lnTo>
                    <a:lnTo>
                      <a:pt x="301" y="364"/>
                    </a:lnTo>
                    <a:lnTo>
                      <a:pt x="305" y="362"/>
                    </a:lnTo>
                    <a:lnTo>
                      <a:pt x="305" y="361"/>
                    </a:lnTo>
                    <a:lnTo>
                      <a:pt x="309" y="359"/>
                    </a:lnTo>
                    <a:lnTo>
                      <a:pt x="309" y="358"/>
                    </a:lnTo>
                    <a:lnTo>
                      <a:pt x="312" y="356"/>
                    </a:lnTo>
                    <a:lnTo>
                      <a:pt x="312" y="355"/>
                    </a:lnTo>
                    <a:lnTo>
                      <a:pt x="316" y="353"/>
                    </a:lnTo>
                    <a:lnTo>
                      <a:pt x="316" y="351"/>
                    </a:lnTo>
                    <a:lnTo>
                      <a:pt x="316" y="350"/>
                    </a:lnTo>
                    <a:lnTo>
                      <a:pt x="320" y="348"/>
                    </a:lnTo>
                    <a:lnTo>
                      <a:pt x="320" y="347"/>
                    </a:lnTo>
                    <a:lnTo>
                      <a:pt x="320" y="345"/>
                    </a:lnTo>
                    <a:lnTo>
                      <a:pt x="324" y="342"/>
                    </a:lnTo>
                    <a:lnTo>
                      <a:pt x="324" y="340"/>
                    </a:lnTo>
                    <a:lnTo>
                      <a:pt x="324" y="339"/>
                    </a:lnTo>
                    <a:lnTo>
                      <a:pt x="327" y="335"/>
                    </a:lnTo>
                    <a:lnTo>
                      <a:pt x="327" y="334"/>
                    </a:lnTo>
                    <a:lnTo>
                      <a:pt x="327" y="332"/>
                    </a:lnTo>
                    <a:lnTo>
                      <a:pt x="331" y="329"/>
                    </a:lnTo>
                    <a:lnTo>
                      <a:pt x="331" y="327"/>
                    </a:lnTo>
                    <a:lnTo>
                      <a:pt x="331" y="324"/>
                    </a:lnTo>
                    <a:lnTo>
                      <a:pt x="335" y="321"/>
                    </a:lnTo>
                    <a:lnTo>
                      <a:pt x="335" y="320"/>
                    </a:lnTo>
                    <a:lnTo>
                      <a:pt x="335" y="316"/>
                    </a:lnTo>
                    <a:lnTo>
                      <a:pt x="338" y="313"/>
                    </a:lnTo>
                    <a:lnTo>
                      <a:pt x="338" y="310"/>
                    </a:lnTo>
                    <a:lnTo>
                      <a:pt x="338" y="307"/>
                    </a:lnTo>
                    <a:lnTo>
                      <a:pt x="342" y="305"/>
                    </a:lnTo>
                    <a:lnTo>
                      <a:pt x="342" y="302"/>
                    </a:lnTo>
                    <a:lnTo>
                      <a:pt x="342" y="299"/>
                    </a:lnTo>
                    <a:lnTo>
                      <a:pt x="346" y="296"/>
                    </a:lnTo>
                    <a:lnTo>
                      <a:pt x="346" y="292"/>
                    </a:lnTo>
                    <a:lnTo>
                      <a:pt x="346" y="288"/>
                    </a:lnTo>
                    <a:lnTo>
                      <a:pt x="350" y="285"/>
                    </a:lnTo>
                    <a:lnTo>
                      <a:pt x="350" y="281"/>
                    </a:lnTo>
                    <a:lnTo>
                      <a:pt x="350" y="278"/>
                    </a:lnTo>
                    <a:lnTo>
                      <a:pt x="353" y="275"/>
                    </a:lnTo>
                    <a:lnTo>
                      <a:pt x="353" y="270"/>
                    </a:lnTo>
                    <a:lnTo>
                      <a:pt x="353" y="267"/>
                    </a:lnTo>
                    <a:lnTo>
                      <a:pt x="357" y="262"/>
                    </a:lnTo>
                    <a:lnTo>
                      <a:pt x="357" y="259"/>
                    </a:lnTo>
                    <a:lnTo>
                      <a:pt x="357" y="256"/>
                    </a:lnTo>
                    <a:lnTo>
                      <a:pt x="361" y="251"/>
                    </a:lnTo>
                    <a:lnTo>
                      <a:pt x="361" y="248"/>
                    </a:lnTo>
                    <a:lnTo>
                      <a:pt x="361" y="243"/>
                    </a:lnTo>
                    <a:lnTo>
                      <a:pt x="364" y="238"/>
                    </a:lnTo>
                    <a:lnTo>
                      <a:pt x="364" y="235"/>
                    </a:lnTo>
                    <a:lnTo>
                      <a:pt x="364" y="230"/>
                    </a:lnTo>
                    <a:lnTo>
                      <a:pt x="368" y="227"/>
                    </a:lnTo>
                    <a:lnTo>
                      <a:pt x="368" y="222"/>
                    </a:lnTo>
                    <a:lnTo>
                      <a:pt x="368" y="218"/>
                    </a:lnTo>
                    <a:lnTo>
                      <a:pt x="372" y="213"/>
                    </a:lnTo>
                    <a:lnTo>
                      <a:pt x="372" y="210"/>
                    </a:lnTo>
                    <a:lnTo>
                      <a:pt x="372" y="205"/>
                    </a:lnTo>
                    <a:lnTo>
                      <a:pt x="372" y="200"/>
                    </a:lnTo>
                    <a:lnTo>
                      <a:pt x="376" y="195"/>
                    </a:lnTo>
                    <a:lnTo>
                      <a:pt x="376" y="191"/>
                    </a:lnTo>
                    <a:lnTo>
                      <a:pt x="376" y="187"/>
                    </a:lnTo>
                    <a:lnTo>
                      <a:pt x="379" y="183"/>
                    </a:lnTo>
                    <a:lnTo>
                      <a:pt x="379" y="178"/>
                    </a:lnTo>
                    <a:lnTo>
                      <a:pt x="379" y="173"/>
                    </a:lnTo>
                    <a:lnTo>
                      <a:pt x="383" y="168"/>
                    </a:lnTo>
                    <a:lnTo>
                      <a:pt x="383" y="164"/>
                    </a:lnTo>
                    <a:lnTo>
                      <a:pt x="383" y="159"/>
                    </a:lnTo>
                    <a:lnTo>
                      <a:pt x="387" y="154"/>
                    </a:lnTo>
                    <a:lnTo>
                      <a:pt x="387" y="149"/>
                    </a:lnTo>
                    <a:lnTo>
                      <a:pt x="387" y="145"/>
                    </a:lnTo>
                    <a:lnTo>
                      <a:pt x="390" y="140"/>
                    </a:lnTo>
                    <a:lnTo>
                      <a:pt x="390" y="135"/>
                    </a:lnTo>
                    <a:lnTo>
                      <a:pt x="390" y="132"/>
                    </a:lnTo>
                    <a:lnTo>
                      <a:pt x="394" y="127"/>
                    </a:lnTo>
                    <a:lnTo>
                      <a:pt x="394" y="122"/>
                    </a:lnTo>
                    <a:lnTo>
                      <a:pt x="394" y="117"/>
                    </a:lnTo>
                    <a:lnTo>
                      <a:pt x="398" y="113"/>
                    </a:lnTo>
                    <a:lnTo>
                      <a:pt x="398" y="108"/>
                    </a:lnTo>
                    <a:lnTo>
                      <a:pt x="398" y="103"/>
                    </a:lnTo>
                    <a:lnTo>
                      <a:pt x="402" y="98"/>
                    </a:lnTo>
                    <a:lnTo>
                      <a:pt x="402" y="94"/>
                    </a:lnTo>
                    <a:lnTo>
                      <a:pt x="402" y="89"/>
                    </a:lnTo>
                    <a:lnTo>
                      <a:pt x="405" y="84"/>
                    </a:lnTo>
                    <a:lnTo>
                      <a:pt x="405" y="79"/>
                    </a:lnTo>
                    <a:lnTo>
                      <a:pt x="405" y="76"/>
                    </a:lnTo>
                    <a:lnTo>
                      <a:pt x="409" y="71"/>
                    </a:lnTo>
                    <a:lnTo>
                      <a:pt x="409" y="67"/>
                    </a:lnTo>
                    <a:lnTo>
                      <a:pt x="409" y="62"/>
                    </a:lnTo>
                    <a:lnTo>
                      <a:pt x="413" y="57"/>
                    </a:lnTo>
                    <a:lnTo>
                      <a:pt x="413" y="52"/>
                    </a:lnTo>
                    <a:lnTo>
                      <a:pt x="413" y="49"/>
                    </a:lnTo>
                    <a:lnTo>
                      <a:pt x="416" y="44"/>
                    </a:lnTo>
                    <a:lnTo>
                      <a:pt x="416" y="39"/>
                    </a:lnTo>
                    <a:lnTo>
                      <a:pt x="416" y="36"/>
                    </a:lnTo>
                    <a:lnTo>
                      <a:pt x="420" y="32"/>
                    </a:lnTo>
                    <a:lnTo>
                      <a:pt x="420" y="27"/>
                    </a:lnTo>
                    <a:lnTo>
                      <a:pt x="420" y="24"/>
                    </a:lnTo>
                    <a:lnTo>
                      <a:pt x="424" y="19"/>
                    </a:lnTo>
                    <a:lnTo>
                      <a:pt x="424" y="16"/>
                    </a:lnTo>
                    <a:lnTo>
                      <a:pt x="424" y="11"/>
                    </a:lnTo>
                    <a:lnTo>
                      <a:pt x="428" y="8"/>
                    </a:lnTo>
                    <a:lnTo>
                      <a:pt x="428" y="3"/>
                    </a:lnTo>
                    <a:lnTo>
                      <a:pt x="428" y="0"/>
                    </a:lnTo>
                  </a:path>
                </a:pathLst>
              </a:custGeom>
              <a:noFill/>
              <a:ln w="28575" cap="rnd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47" name="Freeform 11"/>
              <p:cNvSpPr>
                <a:spLocks/>
              </p:cNvSpPr>
              <p:nvPr/>
            </p:nvSpPr>
            <p:spPr bwMode="auto">
              <a:xfrm>
                <a:off x="3489" y="2252"/>
                <a:ext cx="372" cy="236"/>
              </a:xfrm>
              <a:custGeom>
                <a:avLst/>
                <a:gdLst>
                  <a:gd name="T0" fmla="*/ 3 w 372"/>
                  <a:gd name="T1" fmla="*/ 91 h 236"/>
                  <a:gd name="T2" fmla="*/ 11 w 372"/>
                  <a:gd name="T3" fmla="*/ 76 h 236"/>
                  <a:gd name="T4" fmla="*/ 14 w 372"/>
                  <a:gd name="T5" fmla="*/ 64 h 236"/>
                  <a:gd name="T6" fmla="*/ 18 w 372"/>
                  <a:gd name="T7" fmla="*/ 52 h 236"/>
                  <a:gd name="T8" fmla="*/ 26 w 372"/>
                  <a:gd name="T9" fmla="*/ 41 h 236"/>
                  <a:gd name="T10" fmla="*/ 29 w 372"/>
                  <a:gd name="T11" fmla="*/ 32 h 236"/>
                  <a:gd name="T12" fmla="*/ 33 w 372"/>
                  <a:gd name="T13" fmla="*/ 24 h 236"/>
                  <a:gd name="T14" fmla="*/ 40 w 372"/>
                  <a:gd name="T15" fmla="*/ 17 h 236"/>
                  <a:gd name="T16" fmla="*/ 44 w 372"/>
                  <a:gd name="T17" fmla="*/ 11 h 236"/>
                  <a:gd name="T18" fmla="*/ 52 w 372"/>
                  <a:gd name="T19" fmla="*/ 5 h 236"/>
                  <a:gd name="T20" fmla="*/ 66 w 372"/>
                  <a:gd name="T21" fmla="*/ 0 h 236"/>
                  <a:gd name="T22" fmla="*/ 81 w 372"/>
                  <a:gd name="T23" fmla="*/ 5 h 236"/>
                  <a:gd name="T24" fmla="*/ 92 w 372"/>
                  <a:gd name="T25" fmla="*/ 11 h 236"/>
                  <a:gd name="T26" fmla="*/ 100 w 372"/>
                  <a:gd name="T27" fmla="*/ 17 h 236"/>
                  <a:gd name="T28" fmla="*/ 104 w 372"/>
                  <a:gd name="T29" fmla="*/ 24 h 236"/>
                  <a:gd name="T30" fmla="*/ 111 w 372"/>
                  <a:gd name="T31" fmla="*/ 30 h 236"/>
                  <a:gd name="T32" fmla="*/ 118 w 372"/>
                  <a:gd name="T33" fmla="*/ 36 h 236"/>
                  <a:gd name="T34" fmla="*/ 122 w 372"/>
                  <a:gd name="T35" fmla="*/ 43 h 236"/>
                  <a:gd name="T36" fmla="*/ 130 w 372"/>
                  <a:gd name="T37" fmla="*/ 49 h 236"/>
                  <a:gd name="T38" fmla="*/ 137 w 372"/>
                  <a:gd name="T39" fmla="*/ 56 h 236"/>
                  <a:gd name="T40" fmla="*/ 148 w 372"/>
                  <a:gd name="T41" fmla="*/ 62 h 236"/>
                  <a:gd name="T42" fmla="*/ 163 w 372"/>
                  <a:gd name="T43" fmla="*/ 68 h 236"/>
                  <a:gd name="T44" fmla="*/ 178 w 372"/>
                  <a:gd name="T45" fmla="*/ 67 h 236"/>
                  <a:gd name="T46" fmla="*/ 193 w 372"/>
                  <a:gd name="T47" fmla="*/ 60 h 236"/>
                  <a:gd name="T48" fmla="*/ 200 w 372"/>
                  <a:gd name="T49" fmla="*/ 54 h 236"/>
                  <a:gd name="T50" fmla="*/ 208 w 372"/>
                  <a:gd name="T51" fmla="*/ 48 h 236"/>
                  <a:gd name="T52" fmla="*/ 215 w 372"/>
                  <a:gd name="T53" fmla="*/ 41 h 236"/>
                  <a:gd name="T54" fmla="*/ 219 w 372"/>
                  <a:gd name="T55" fmla="*/ 35 h 236"/>
                  <a:gd name="T56" fmla="*/ 226 w 372"/>
                  <a:gd name="T57" fmla="*/ 29 h 236"/>
                  <a:gd name="T58" fmla="*/ 234 w 372"/>
                  <a:gd name="T59" fmla="*/ 22 h 236"/>
                  <a:gd name="T60" fmla="*/ 241 w 372"/>
                  <a:gd name="T61" fmla="*/ 16 h 236"/>
                  <a:gd name="T62" fmla="*/ 248 w 372"/>
                  <a:gd name="T63" fmla="*/ 9 h 236"/>
                  <a:gd name="T64" fmla="*/ 260 w 372"/>
                  <a:gd name="T65" fmla="*/ 3 h 236"/>
                  <a:gd name="T66" fmla="*/ 274 w 372"/>
                  <a:gd name="T67" fmla="*/ 0 h 236"/>
                  <a:gd name="T68" fmla="*/ 289 w 372"/>
                  <a:gd name="T69" fmla="*/ 6 h 236"/>
                  <a:gd name="T70" fmla="*/ 293 w 372"/>
                  <a:gd name="T71" fmla="*/ 13 h 236"/>
                  <a:gd name="T72" fmla="*/ 300 w 372"/>
                  <a:gd name="T73" fmla="*/ 19 h 236"/>
                  <a:gd name="T74" fmla="*/ 304 w 372"/>
                  <a:gd name="T75" fmla="*/ 27 h 236"/>
                  <a:gd name="T76" fmla="*/ 308 w 372"/>
                  <a:gd name="T77" fmla="*/ 35 h 236"/>
                  <a:gd name="T78" fmla="*/ 312 w 372"/>
                  <a:gd name="T79" fmla="*/ 44 h 236"/>
                  <a:gd name="T80" fmla="*/ 319 w 372"/>
                  <a:gd name="T81" fmla="*/ 56 h 236"/>
                  <a:gd name="T82" fmla="*/ 323 w 372"/>
                  <a:gd name="T83" fmla="*/ 68 h 236"/>
                  <a:gd name="T84" fmla="*/ 327 w 372"/>
                  <a:gd name="T85" fmla="*/ 81 h 236"/>
                  <a:gd name="T86" fmla="*/ 334 w 372"/>
                  <a:gd name="T87" fmla="*/ 95 h 236"/>
                  <a:gd name="T88" fmla="*/ 338 w 372"/>
                  <a:gd name="T89" fmla="*/ 111 h 236"/>
                  <a:gd name="T90" fmla="*/ 341 w 372"/>
                  <a:gd name="T91" fmla="*/ 127 h 236"/>
                  <a:gd name="T92" fmla="*/ 349 w 372"/>
                  <a:gd name="T93" fmla="*/ 143 h 236"/>
                  <a:gd name="T94" fmla="*/ 353 w 372"/>
                  <a:gd name="T95" fmla="*/ 161 h 236"/>
                  <a:gd name="T96" fmla="*/ 356 w 372"/>
                  <a:gd name="T97" fmla="*/ 178 h 236"/>
                  <a:gd name="T98" fmla="*/ 364 w 372"/>
                  <a:gd name="T99" fmla="*/ 197 h 236"/>
                  <a:gd name="T100" fmla="*/ 367 w 372"/>
                  <a:gd name="T101" fmla="*/ 216 h 236"/>
                  <a:gd name="T102" fmla="*/ 371 w 372"/>
                  <a:gd name="T103" fmla="*/ 235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372" h="236">
                    <a:moveTo>
                      <a:pt x="0" y="102"/>
                    </a:moveTo>
                    <a:lnTo>
                      <a:pt x="3" y="99"/>
                    </a:lnTo>
                    <a:lnTo>
                      <a:pt x="3" y="94"/>
                    </a:lnTo>
                    <a:lnTo>
                      <a:pt x="3" y="91"/>
                    </a:lnTo>
                    <a:lnTo>
                      <a:pt x="7" y="87"/>
                    </a:lnTo>
                    <a:lnTo>
                      <a:pt x="7" y="83"/>
                    </a:lnTo>
                    <a:lnTo>
                      <a:pt x="7" y="79"/>
                    </a:lnTo>
                    <a:lnTo>
                      <a:pt x="11" y="76"/>
                    </a:lnTo>
                    <a:lnTo>
                      <a:pt x="11" y="73"/>
                    </a:lnTo>
                    <a:lnTo>
                      <a:pt x="11" y="70"/>
                    </a:lnTo>
                    <a:lnTo>
                      <a:pt x="14" y="67"/>
                    </a:lnTo>
                    <a:lnTo>
                      <a:pt x="14" y="64"/>
                    </a:lnTo>
                    <a:lnTo>
                      <a:pt x="14" y="60"/>
                    </a:lnTo>
                    <a:lnTo>
                      <a:pt x="18" y="57"/>
                    </a:lnTo>
                    <a:lnTo>
                      <a:pt x="18" y="54"/>
                    </a:lnTo>
                    <a:lnTo>
                      <a:pt x="18" y="52"/>
                    </a:lnTo>
                    <a:lnTo>
                      <a:pt x="22" y="49"/>
                    </a:lnTo>
                    <a:lnTo>
                      <a:pt x="22" y="46"/>
                    </a:lnTo>
                    <a:lnTo>
                      <a:pt x="22" y="44"/>
                    </a:lnTo>
                    <a:lnTo>
                      <a:pt x="26" y="41"/>
                    </a:lnTo>
                    <a:lnTo>
                      <a:pt x="26" y="38"/>
                    </a:lnTo>
                    <a:lnTo>
                      <a:pt x="26" y="36"/>
                    </a:lnTo>
                    <a:lnTo>
                      <a:pt x="29" y="33"/>
                    </a:lnTo>
                    <a:lnTo>
                      <a:pt x="29" y="32"/>
                    </a:lnTo>
                    <a:lnTo>
                      <a:pt x="29" y="30"/>
                    </a:lnTo>
                    <a:lnTo>
                      <a:pt x="33" y="27"/>
                    </a:lnTo>
                    <a:lnTo>
                      <a:pt x="33" y="25"/>
                    </a:lnTo>
                    <a:lnTo>
                      <a:pt x="33" y="24"/>
                    </a:lnTo>
                    <a:lnTo>
                      <a:pt x="37" y="22"/>
                    </a:lnTo>
                    <a:lnTo>
                      <a:pt x="37" y="21"/>
                    </a:lnTo>
                    <a:lnTo>
                      <a:pt x="37" y="19"/>
                    </a:lnTo>
                    <a:lnTo>
                      <a:pt x="40" y="17"/>
                    </a:lnTo>
                    <a:lnTo>
                      <a:pt x="40" y="16"/>
                    </a:lnTo>
                    <a:lnTo>
                      <a:pt x="40" y="14"/>
                    </a:lnTo>
                    <a:lnTo>
                      <a:pt x="44" y="13"/>
                    </a:lnTo>
                    <a:lnTo>
                      <a:pt x="44" y="11"/>
                    </a:lnTo>
                    <a:lnTo>
                      <a:pt x="44" y="9"/>
                    </a:lnTo>
                    <a:lnTo>
                      <a:pt x="48" y="8"/>
                    </a:lnTo>
                    <a:lnTo>
                      <a:pt x="52" y="6"/>
                    </a:lnTo>
                    <a:lnTo>
                      <a:pt x="52" y="5"/>
                    </a:lnTo>
                    <a:lnTo>
                      <a:pt x="55" y="3"/>
                    </a:lnTo>
                    <a:lnTo>
                      <a:pt x="59" y="1"/>
                    </a:lnTo>
                    <a:lnTo>
                      <a:pt x="63" y="0"/>
                    </a:lnTo>
                    <a:lnTo>
                      <a:pt x="66" y="0"/>
                    </a:lnTo>
                    <a:lnTo>
                      <a:pt x="70" y="0"/>
                    </a:lnTo>
                    <a:lnTo>
                      <a:pt x="74" y="1"/>
                    </a:lnTo>
                    <a:lnTo>
                      <a:pt x="78" y="3"/>
                    </a:lnTo>
                    <a:lnTo>
                      <a:pt x="81" y="5"/>
                    </a:lnTo>
                    <a:lnTo>
                      <a:pt x="85" y="6"/>
                    </a:lnTo>
                    <a:lnTo>
                      <a:pt x="85" y="8"/>
                    </a:lnTo>
                    <a:lnTo>
                      <a:pt x="89" y="9"/>
                    </a:lnTo>
                    <a:lnTo>
                      <a:pt x="92" y="11"/>
                    </a:lnTo>
                    <a:lnTo>
                      <a:pt x="92" y="13"/>
                    </a:lnTo>
                    <a:lnTo>
                      <a:pt x="96" y="14"/>
                    </a:lnTo>
                    <a:lnTo>
                      <a:pt x="96" y="16"/>
                    </a:lnTo>
                    <a:lnTo>
                      <a:pt x="100" y="17"/>
                    </a:lnTo>
                    <a:lnTo>
                      <a:pt x="100" y="19"/>
                    </a:lnTo>
                    <a:lnTo>
                      <a:pt x="100" y="21"/>
                    </a:lnTo>
                    <a:lnTo>
                      <a:pt x="104" y="22"/>
                    </a:lnTo>
                    <a:lnTo>
                      <a:pt x="104" y="24"/>
                    </a:lnTo>
                    <a:lnTo>
                      <a:pt x="107" y="25"/>
                    </a:lnTo>
                    <a:lnTo>
                      <a:pt x="107" y="27"/>
                    </a:lnTo>
                    <a:lnTo>
                      <a:pt x="111" y="29"/>
                    </a:lnTo>
                    <a:lnTo>
                      <a:pt x="111" y="30"/>
                    </a:lnTo>
                    <a:lnTo>
                      <a:pt x="111" y="32"/>
                    </a:lnTo>
                    <a:lnTo>
                      <a:pt x="115" y="33"/>
                    </a:lnTo>
                    <a:lnTo>
                      <a:pt x="115" y="35"/>
                    </a:lnTo>
                    <a:lnTo>
                      <a:pt x="118" y="36"/>
                    </a:lnTo>
                    <a:lnTo>
                      <a:pt x="118" y="38"/>
                    </a:lnTo>
                    <a:lnTo>
                      <a:pt x="118" y="40"/>
                    </a:lnTo>
                    <a:lnTo>
                      <a:pt x="122" y="41"/>
                    </a:lnTo>
                    <a:lnTo>
                      <a:pt x="122" y="43"/>
                    </a:lnTo>
                    <a:lnTo>
                      <a:pt x="126" y="44"/>
                    </a:lnTo>
                    <a:lnTo>
                      <a:pt x="126" y="46"/>
                    </a:lnTo>
                    <a:lnTo>
                      <a:pt x="130" y="48"/>
                    </a:lnTo>
                    <a:lnTo>
                      <a:pt x="130" y="49"/>
                    </a:lnTo>
                    <a:lnTo>
                      <a:pt x="133" y="51"/>
                    </a:lnTo>
                    <a:lnTo>
                      <a:pt x="133" y="52"/>
                    </a:lnTo>
                    <a:lnTo>
                      <a:pt x="137" y="54"/>
                    </a:lnTo>
                    <a:lnTo>
                      <a:pt x="137" y="56"/>
                    </a:lnTo>
                    <a:lnTo>
                      <a:pt x="141" y="57"/>
                    </a:lnTo>
                    <a:lnTo>
                      <a:pt x="141" y="59"/>
                    </a:lnTo>
                    <a:lnTo>
                      <a:pt x="144" y="60"/>
                    </a:lnTo>
                    <a:lnTo>
                      <a:pt x="148" y="62"/>
                    </a:lnTo>
                    <a:lnTo>
                      <a:pt x="152" y="64"/>
                    </a:lnTo>
                    <a:lnTo>
                      <a:pt x="156" y="65"/>
                    </a:lnTo>
                    <a:lnTo>
                      <a:pt x="159" y="67"/>
                    </a:lnTo>
                    <a:lnTo>
                      <a:pt x="163" y="68"/>
                    </a:lnTo>
                    <a:lnTo>
                      <a:pt x="167" y="68"/>
                    </a:lnTo>
                    <a:lnTo>
                      <a:pt x="170" y="68"/>
                    </a:lnTo>
                    <a:lnTo>
                      <a:pt x="174" y="68"/>
                    </a:lnTo>
                    <a:lnTo>
                      <a:pt x="178" y="67"/>
                    </a:lnTo>
                    <a:lnTo>
                      <a:pt x="182" y="65"/>
                    </a:lnTo>
                    <a:lnTo>
                      <a:pt x="185" y="64"/>
                    </a:lnTo>
                    <a:lnTo>
                      <a:pt x="189" y="62"/>
                    </a:lnTo>
                    <a:lnTo>
                      <a:pt x="193" y="60"/>
                    </a:lnTo>
                    <a:lnTo>
                      <a:pt x="193" y="59"/>
                    </a:lnTo>
                    <a:lnTo>
                      <a:pt x="196" y="57"/>
                    </a:lnTo>
                    <a:lnTo>
                      <a:pt x="200" y="56"/>
                    </a:lnTo>
                    <a:lnTo>
                      <a:pt x="200" y="54"/>
                    </a:lnTo>
                    <a:lnTo>
                      <a:pt x="204" y="52"/>
                    </a:lnTo>
                    <a:lnTo>
                      <a:pt x="204" y="51"/>
                    </a:lnTo>
                    <a:lnTo>
                      <a:pt x="208" y="49"/>
                    </a:lnTo>
                    <a:lnTo>
                      <a:pt x="208" y="48"/>
                    </a:lnTo>
                    <a:lnTo>
                      <a:pt x="208" y="46"/>
                    </a:lnTo>
                    <a:lnTo>
                      <a:pt x="211" y="44"/>
                    </a:lnTo>
                    <a:lnTo>
                      <a:pt x="211" y="43"/>
                    </a:lnTo>
                    <a:lnTo>
                      <a:pt x="215" y="41"/>
                    </a:lnTo>
                    <a:lnTo>
                      <a:pt x="215" y="40"/>
                    </a:lnTo>
                    <a:lnTo>
                      <a:pt x="219" y="38"/>
                    </a:lnTo>
                    <a:lnTo>
                      <a:pt x="219" y="36"/>
                    </a:lnTo>
                    <a:lnTo>
                      <a:pt x="219" y="35"/>
                    </a:lnTo>
                    <a:lnTo>
                      <a:pt x="222" y="33"/>
                    </a:lnTo>
                    <a:lnTo>
                      <a:pt x="222" y="32"/>
                    </a:lnTo>
                    <a:lnTo>
                      <a:pt x="226" y="30"/>
                    </a:lnTo>
                    <a:lnTo>
                      <a:pt x="226" y="29"/>
                    </a:lnTo>
                    <a:lnTo>
                      <a:pt x="226" y="27"/>
                    </a:lnTo>
                    <a:lnTo>
                      <a:pt x="230" y="25"/>
                    </a:lnTo>
                    <a:lnTo>
                      <a:pt x="230" y="24"/>
                    </a:lnTo>
                    <a:lnTo>
                      <a:pt x="234" y="22"/>
                    </a:lnTo>
                    <a:lnTo>
                      <a:pt x="234" y="21"/>
                    </a:lnTo>
                    <a:lnTo>
                      <a:pt x="237" y="19"/>
                    </a:lnTo>
                    <a:lnTo>
                      <a:pt x="237" y="17"/>
                    </a:lnTo>
                    <a:lnTo>
                      <a:pt x="241" y="16"/>
                    </a:lnTo>
                    <a:lnTo>
                      <a:pt x="241" y="14"/>
                    </a:lnTo>
                    <a:lnTo>
                      <a:pt x="245" y="13"/>
                    </a:lnTo>
                    <a:lnTo>
                      <a:pt x="245" y="11"/>
                    </a:lnTo>
                    <a:lnTo>
                      <a:pt x="248" y="9"/>
                    </a:lnTo>
                    <a:lnTo>
                      <a:pt x="248" y="8"/>
                    </a:lnTo>
                    <a:lnTo>
                      <a:pt x="252" y="6"/>
                    </a:lnTo>
                    <a:lnTo>
                      <a:pt x="256" y="5"/>
                    </a:lnTo>
                    <a:lnTo>
                      <a:pt x="260" y="3"/>
                    </a:lnTo>
                    <a:lnTo>
                      <a:pt x="263" y="1"/>
                    </a:lnTo>
                    <a:lnTo>
                      <a:pt x="267" y="0"/>
                    </a:lnTo>
                    <a:lnTo>
                      <a:pt x="271" y="0"/>
                    </a:lnTo>
                    <a:lnTo>
                      <a:pt x="274" y="0"/>
                    </a:lnTo>
                    <a:lnTo>
                      <a:pt x="278" y="1"/>
                    </a:lnTo>
                    <a:lnTo>
                      <a:pt x="282" y="3"/>
                    </a:lnTo>
                    <a:lnTo>
                      <a:pt x="286" y="5"/>
                    </a:lnTo>
                    <a:lnTo>
                      <a:pt x="289" y="6"/>
                    </a:lnTo>
                    <a:lnTo>
                      <a:pt x="289" y="8"/>
                    </a:lnTo>
                    <a:lnTo>
                      <a:pt x="293" y="9"/>
                    </a:lnTo>
                    <a:lnTo>
                      <a:pt x="293" y="11"/>
                    </a:lnTo>
                    <a:lnTo>
                      <a:pt x="293" y="13"/>
                    </a:lnTo>
                    <a:lnTo>
                      <a:pt x="297" y="14"/>
                    </a:lnTo>
                    <a:lnTo>
                      <a:pt x="297" y="16"/>
                    </a:lnTo>
                    <a:lnTo>
                      <a:pt x="297" y="17"/>
                    </a:lnTo>
                    <a:lnTo>
                      <a:pt x="300" y="19"/>
                    </a:lnTo>
                    <a:lnTo>
                      <a:pt x="300" y="21"/>
                    </a:lnTo>
                    <a:lnTo>
                      <a:pt x="300" y="22"/>
                    </a:lnTo>
                    <a:lnTo>
                      <a:pt x="304" y="24"/>
                    </a:lnTo>
                    <a:lnTo>
                      <a:pt x="304" y="27"/>
                    </a:lnTo>
                    <a:lnTo>
                      <a:pt x="304" y="29"/>
                    </a:lnTo>
                    <a:lnTo>
                      <a:pt x="308" y="30"/>
                    </a:lnTo>
                    <a:lnTo>
                      <a:pt x="308" y="33"/>
                    </a:lnTo>
                    <a:lnTo>
                      <a:pt x="308" y="35"/>
                    </a:lnTo>
                    <a:lnTo>
                      <a:pt x="312" y="36"/>
                    </a:lnTo>
                    <a:lnTo>
                      <a:pt x="312" y="40"/>
                    </a:lnTo>
                    <a:lnTo>
                      <a:pt x="312" y="41"/>
                    </a:lnTo>
                    <a:lnTo>
                      <a:pt x="312" y="44"/>
                    </a:lnTo>
                    <a:lnTo>
                      <a:pt x="315" y="48"/>
                    </a:lnTo>
                    <a:lnTo>
                      <a:pt x="315" y="49"/>
                    </a:lnTo>
                    <a:lnTo>
                      <a:pt x="315" y="52"/>
                    </a:lnTo>
                    <a:lnTo>
                      <a:pt x="319" y="56"/>
                    </a:lnTo>
                    <a:lnTo>
                      <a:pt x="319" y="59"/>
                    </a:lnTo>
                    <a:lnTo>
                      <a:pt x="319" y="62"/>
                    </a:lnTo>
                    <a:lnTo>
                      <a:pt x="323" y="65"/>
                    </a:lnTo>
                    <a:lnTo>
                      <a:pt x="323" y="68"/>
                    </a:lnTo>
                    <a:lnTo>
                      <a:pt x="323" y="71"/>
                    </a:lnTo>
                    <a:lnTo>
                      <a:pt x="327" y="75"/>
                    </a:lnTo>
                    <a:lnTo>
                      <a:pt x="327" y="78"/>
                    </a:lnTo>
                    <a:lnTo>
                      <a:pt x="327" y="81"/>
                    </a:lnTo>
                    <a:lnTo>
                      <a:pt x="330" y="84"/>
                    </a:lnTo>
                    <a:lnTo>
                      <a:pt x="330" y="87"/>
                    </a:lnTo>
                    <a:lnTo>
                      <a:pt x="330" y="92"/>
                    </a:lnTo>
                    <a:lnTo>
                      <a:pt x="334" y="95"/>
                    </a:lnTo>
                    <a:lnTo>
                      <a:pt x="334" y="99"/>
                    </a:lnTo>
                    <a:lnTo>
                      <a:pt x="334" y="103"/>
                    </a:lnTo>
                    <a:lnTo>
                      <a:pt x="338" y="106"/>
                    </a:lnTo>
                    <a:lnTo>
                      <a:pt x="338" y="111"/>
                    </a:lnTo>
                    <a:lnTo>
                      <a:pt x="338" y="114"/>
                    </a:lnTo>
                    <a:lnTo>
                      <a:pt x="341" y="119"/>
                    </a:lnTo>
                    <a:lnTo>
                      <a:pt x="341" y="122"/>
                    </a:lnTo>
                    <a:lnTo>
                      <a:pt x="341" y="127"/>
                    </a:lnTo>
                    <a:lnTo>
                      <a:pt x="345" y="130"/>
                    </a:lnTo>
                    <a:lnTo>
                      <a:pt x="345" y="135"/>
                    </a:lnTo>
                    <a:lnTo>
                      <a:pt x="345" y="140"/>
                    </a:lnTo>
                    <a:lnTo>
                      <a:pt x="349" y="143"/>
                    </a:lnTo>
                    <a:lnTo>
                      <a:pt x="349" y="148"/>
                    </a:lnTo>
                    <a:lnTo>
                      <a:pt x="349" y="153"/>
                    </a:lnTo>
                    <a:lnTo>
                      <a:pt x="353" y="156"/>
                    </a:lnTo>
                    <a:lnTo>
                      <a:pt x="353" y="161"/>
                    </a:lnTo>
                    <a:lnTo>
                      <a:pt x="353" y="165"/>
                    </a:lnTo>
                    <a:lnTo>
                      <a:pt x="356" y="170"/>
                    </a:lnTo>
                    <a:lnTo>
                      <a:pt x="356" y="175"/>
                    </a:lnTo>
                    <a:lnTo>
                      <a:pt x="356" y="178"/>
                    </a:lnTo>
                    <a:lnTo>
                      <a:pt x="360" y="183"/>
                    </a:lnTo>
                    <a:lnTo>
                      <a:pt x="360" y="188"/>
                    </a:lnTo>
                    <a:lnTo>
                      <a:pt x="360" y="192"/>
                    </a:lnTo>
                    <a:lnTo>
                      <a:pt x="364" y="197"/>
                    </a:lnTo>
                    <a:lnTo>
                      <a:pt x="364" y="202"/>
                    </a:lnTo>
                    <a:lnTo>
                      <a:pt x="364" y="207"/>
                    </a:lnTo>
                    <a:lnTo>
                      <a:pt x="367" y="211"/>
                    </a:lnTo>
                    <a:lnTo>
                      <a:pt x="367" y="216"/>
                    </a:lnTo>
                    <a:lnTo>
                      <a:pt x="367" y="221"/>
                    </a:lnTo>
                    <a:lnTo>
                      <a:pt x="371" y="226"/>
                    </a:lnTo>
                    <a:lnTo>
                      <a:pt x="371" y="231"/>
                    </a:lnTo>
                    <a:lnTo>
                      <a:pt x="371" y="235"/>
                    </a:lnTo>
                  </a:path>
                </a:pathLst>
              </a:custGeom>
              <a:noFill/>
              <a:ln w="28575" cap="rnd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359" name="Rectangle 23"/>
            <p:cNvSpPr>
              <a:spLocks noChangeArrowheads="1"/>
            </p:cNvSpPr>
            <p:nvPr/>
          </p:nvSpPr>
          <p:spPr bwMode="auto">
            <a:xfrm>
              <a:off x="176" y="2094"/>
              <a:ext cx="83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>
                  <a:solidFill>
                    <a:srgbClr val="114FFB"/>
                  </a:solidFill>
                  <a:latin typeface="Arial" charset="0"/>
                </a:rPr>
                <a:t>+ 1 sin(3x) </a:t>
              </a:r>
            </a:p>
          </p:txBody>
        </p:sp>
        <p:grpSp>
          <p:nvGrpSpPr>
            <p:cNvPr id="14372" name="Group 36"/>
            <p:cNvGrpSpPr>
              <a:grpSpLocks/>
            </p:cNvGrpSpPr>
            <p:nvPr/>
          </p:nvGrpSpPr>
          <p:grpSpPr bwMode="auto">
            <a:xfrm>
              <a:off x="1482" y="2103"/>
              <a:ext cx="1410" cy="90"/>
              <a:chOff x="1303" y="2442"/>
              <a:chExt cx="1057" cy="121"/>
            </a:xfrm>
          </p:grpSpPr>
          <p:sp>
            <p:nvSpPr>
              <p:cNvPr id="14373" name="Freeform 37"/>
              <p:cNvSpPr>
                <a:spLocks/>
              </p:cNvSpPr>
              <p:nvPr/>
            </p:nvSpPr>
            <p:spPr bwMode="auto">
              <a:xfrm>
                <a:off x="1303" y="2442"/>
                <a:ext cx="286" cy="121"/>
              </a:xfrm>
              <a:custGeom>
                <a:avLst/>
                <a:gdLst>
                  <a:gd name="T0" fmla="*/ 3 w 286"/>
                  <a:gd name="T1" fmla="*/ 55 h 121"/>
                  <a:gd name="T2" fmla="*/ 10 w 286"/>
                  <a:gd name="T3" fmla="*/ 48 h 121"/>
                  <a:gd name="T4" fmla="*/ 13 w 286"/>
                  <a:gd name="T5" fmla="*/ 42 h 121"/>
                  <a:gd name="T6" fmla="*/ 16 w 286"/>
                  <a:gd name="T7" fmla="*/ 35 h 121"/>
                  <a:gd name="T8" fmla="*/ 23 w 286"/>
                  <a:gd name="T9" fmla="*/ 29 h 121"/>
                  <a:gd name="T10" fmla="*/ 26 w 286"/>
                  <a:gd name="T11" fmla="*/ 24 h 121"/>
                  <a:gd name="T12" fmla="*/ 29 w 286"/>
                  <a:gd name="T13" fmla="*/ 18 h 121"/>
                  <a:gd name="T14" fmla="*/ 35 w 286"/>
                  <a:gd name="T15" fmla="*/ 14 h 121"/>
                  <a:gd name="T16" fmla="*/ 39 w 286"/>
                  <a:gd name="T17" fmla="*/ 10 h 121"/>
                  <a:gd name="T18" fmla="*/ 42 w 286"/>
                  <a:gd name="T19" fmla="*/ 6 h 121"/>
                  <a:gd name="T20" fmla="*/ 48 w 286"/>
                  <a:gd name="T21" fmla="*/ 4 h 121"/>
                  <a:gd name="T22" fmla="*/ 51 w 286"/>
                  <a:gd name="T23" fmla="*/ 2 h 121"/>
                  <a:gd name="T24" fmla="*/ 55 w 286"/>
                  <a:gd name="T25" fmla="*/ 0 h 121"/>
                  <a:gd name="T26" fmla="*/ 64 w 286"/>
                  <a:gd name="T27" fmla="*/ 1 h 121"/>
                  <a:gd name="T28" fmla="*/ 71 w 286"/>
                  <a:gd name="T29" fmla="*/ 3 h 121"/>
                  <a:gd name="T30" fmla="*/ 74 w 286"/>
                  <a:gd name="T31" fmla="*/ 5 h 121"/>
                  <a:gd name="T32" fmla="*/ 80 w 286"/>
                  <a:gd name="T33" fmla="*/ 8 h 121"/>
                  <a:gd name="T34" fmla="*/ 83 w 286"/>
                  <a:gd name="T35" fmla="*/ 12 h 121"/>
                  <a:gd name="T36" fmla="*/ 87 w 286"/>
                  <a:gd name="T37" fmla="*/ 16 h 121"/>
                  <a:gd name="T38" fmla="*/ 93 w 286"/>
                  <a:gd name="T39" fmla="*/ 21 h 121"/>
                  <a:gd name="T40" fmla="*/ 96 w 286"/>
                  <a:gd name="T41" fmla="*/ 26 h 121"/>
                  <a:gd name="T42" fmla="*/ 99 w 286"/>
                  <a:gd name="T43" fmla="*/ 32 h 121"/>
                  <a:gd name="T44" fmla="*/ 106 w 286"/>
                  <a:gd name="T45" fmla="*/ 38 h 121"/>
                  <a:gd name="T46" fmla="*/ 109 w 286"/>
                  <a:gd name="T47" fmla="*/ 45 h 121"/>
                  <a:gd name="T48" fmla="*/ 112 w 286"/>
                  <a:gd name="T49" fmla="*/ 51 h 121"/>
                  <a:gd name="T50" fmla="*/ 119 w 286"/>
                  <a:gd name="T51" fmla="*/ 58 h 121"/>
                  <a:gd name="T52" fmla="*/ 122 w 286"/>
                  <a:gd name="T53" fmla="*/ 65 h 121"/>
                  <a:gd name="T54" fmla="*/ 125 w 286"/>
                  <a:gd name="T55" fmla="*/ 72 h 121"/>
                  <a:gd name="T56" fmla="*/ 131 w 286"/>
                  <a:gd name="T57" fmla="*/ 78 h 121"/>
                  <a:gd name="T58" fmla="*/ 135 w 286"/>
                  <a:gd name="T59" fmla="*/ 84 h 121"/>
                  <a:gd name="T60" fmla="*/ 138 w 286"/>
                  <a:gd name="T61" fmla="*/ 91 h 121"/>
                  <a:gd name="T62" fmla="*/ 144 w 286"/>
                  <a:gd name="T63" fmla="*/ 96 h 121"/>
                  <a:gd name="T64" fmla="*/ 147 w 286"/>
                  <a:gd name="T65" fmla="*/ 101 h 121"/>
                  <a:gd name="T66" fmla="*/ 151 w 286"/>
                  <a:gd name="T67" fmla="*/ 106 h 121"/>
                  <a:gd name="T68" fmla="*/ 157 w 286"/>
                  <a:gd name="T69" fmla="*/ 110 h 121"/>
                  <a:gd name="T70" fmla="*/ 160 w 286"/>
                  <a:gd name="T71" fmla="*/ 114 h 121"/>
                  <a:gd name="T72" fmla="*/ 163 w 286"/>
                  <a:gd name="T73" fmla="*/ 116 h 121"/>
                  <a:gd name="T74" fmla="*/ 167 w 286"/>
                  <a:gd name="T75" fmla="*/ 118 h 121"/>
                  <a:gd name="T76" fmla="*/ 173 w 286"/>
                  <a:gd name="T77" fmla="*/ 120 h 121"/>
                  <a:gd name="T78" fmla="*/ 186 w 286"/>
                  <a:gd name="T79" fmla="*/ 119 h 121"/>
                  <a:gd name="T80" fmla="*/ 189 w 286"/>
                  <a:gd name="T81" fmla="*/ 117 h 121"/>
                  <a:gd name="T82" fmla="*/ 192 w 286"/>
                  <a:gd name="T83" fmla="*/ 115 h 121"/>
                  <a:gd name="T84" fmla="*/ 199 w 286"/>
                  <a:gd name="T85" fmla="*/ 111 h 121"/>
                  <a:gd name="T86" fmla="*/ 202 w 286"/>
                  <a:gd name="T87" fmla="*/ 107 h 121"/>
                  <a:gd name="T88" fmla="*/ 205 w 286"/>
                  <a:gd name="T89" fmla="*/ 103 h 121"/>
                  <a:gd name="T90" fmla="*/ 211 w 286"/>
                  <a:gd name="T91" fmla="*/ 98 h 121"/>
                  <a:gd name="T92" fmla="*/ 214 w 286"/>
                  <a:gd name="T93" fmla="*/ 92 h 121"/>
                  <a:gd name="T94" fmla="*/ 218 w 286"/>
                  <a:gd name="T95" fmla="*/ 87 h 121"/>
                  <a:gd name="T96" fmla="*/ 224 w 286"/>
                  <a:gd name="T97" fmla="*/ 81 h 121"/>
                  <a:gd name="T98" fmla="*/ 227 w 286"/>
                  <a:gd name="T99" fmla="*/ 74 h 121"/>
                  <a:gd name="T100" fmla="*/ 230 w 286"/>
                  <a:gd name="T101" fmla="*/ 67 h 121"/>
                  <a:gd name="T102" fmla="*/ 237 w 286"/>
                  <a:gd name="T103" fmla="*/ 60 h 121"/>
                  <a:gd name="T104" fmla="*/ 240 w 286"/>
                  <a:gd name="T105" fmla="*/ 54 h 121"/>
                  <a:gd name="T106" fmla="*/ 243 w 286"/>
                  <a:gd name="T107" fmla="*/ 47 h 121"/>
                  <a:gd name="T108" fmla="*/ 250 w 286"/>
                  <a:gd name="T109" fmla="*/ 40 h 121"/>
                  <a:gd name="T110" fmla="*/ 253 w 286"/>
                  <a:gd name="T111" fmla="*/ 34 h 121"/>
                  <a:gd name="T112" fmla="*/ 256 w 286"/>
                  <a:gd name="T113" fmla="*/ 28 h 121"/>
                  <a:gd name="T114" fmla="*/ 262 w 286"/>
                  <a:gd name="T115" fmla="*/ 23 h 121"/>
                  <a:gd name="T116" fmla="*/ 266 w 286"/>
                  <a:gd name="T117" fmla="*/ 18 h 121"/>
                  <a:gd name="T118" fmla="*/ 269 w 286"/>
                  <a:gd name="T119" fmla="*/ 13 h 121"/>
                  <a:gd name="T120" fmla="*/ 272 w 286"/>
                  <a:gd name="T121" fmla="*/ 9 h 121"/>
                  <a:gd name="T122" fmla="*/ 278 w 286"/>
                  <a:gd name="T123" fmla="*/ 6 h 121"/>
                  <a:gd name="T124" fmla="*/ 282 w 286"/>
                  <a:gd name="T125" fmla="*/ 3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86" h="121">
                    <a:moveTo>
                      <a:pt x="0" y="60"/>
                    </a:moveTo>
                    <a:lnTo>
                      <a:pt x="3" y="58"/>
                    </a:lnTo>
                    <a:lnTo>
                      <a:pt x="3" y="57"/>
                    </a:lnTo>
                    <a:lnTo>
                      <a:pt x="3" y="55"/>
                    </a:lnTo>
                    <a:lnTo>
                      <a:pt x="7" y="53"/>
                    </a:lnTo>
                    <a:lnTo>
                      <a:pt x="7" y="51"/>
                    </a:lnTo>
                    <a:lnTo>
                      <a:pt x="7" y="50"/>
                    </a:lnTo>
                    <a:lnTo>
                      <a:pt x="10" y="48"/>
                    </a:lnTo>
                    <a:lnTo>
                      <a:pt x="10" y="46"/>
                    </a:lnTo>
                    <a:lnTo>
                      <a:pt x="10" y="45"/>
                    </a:lnTo>
                    <a:lnTo>
                      <a:pt x="13" y="43"/>
                    </a:lnTo>
                    <a:lnTo>
                      <a:pt x="13" y="42"/>
                    </a:lnTo>
                    <a:lnTo>
                      <a:pt x="13" y="40"/>
                    </a:lnTo>
                    <a:lnTo>
                      <a:pt x="16" y="38"/>
                    </a:lnTo>
                    <a:lnTo>
                      <a:pt x="16" y="37"/>
                    </a:lnTo>
                    <a:lnTo>
                      <a:pt x="16" y="35"/>
                    </a:lnTo>
                    <a:lnTo>
                      <a:pt x="19" y="34"/>
                    </a:lnTo>
                    <a:lnTo>
                      <a:pt x="19" y="32"/>
                    </a:lnTo>
                    <a:lnTo>
                      <a:pt x="19" y="31"/>
                    </a:lnTo>
                    <a:lnTo>
                      <a:pt x="23" y="29"/>
                    </a:lnTo>
                    <a:lnTo>
                      <a:pt x="23" y="28"/>
                    </a:lnTo>
                    <a:lnTo>
                      <a:pt x="23" y="26"/>
                    </a:lnTo>
                    <a:lnTo>
                      <a:pt x="26" y="25"/>
                    </a:lnTo>
                    <a:lnTo>
                      <a:pt x="26" y="24"/>
                    </a:lnTo>
                    <a:lnTo>
                      <a:pt x="26" y="22"/>
                    </a:lnTo>
                    <a:lnTo>
                      <a:pt x="29" y="21"/>
                    </a:lnTo>
                    <a:lnTo>
                      <a:pt x="29" y="20"/>
                    </a:lnTo>
                    <a:lnTo>
                      <a:pt x="29" y="18"/>
                    </a:lnTo>
                    <a:lnTo>
                      <a:pt x="32" y="17"/>
                    </a:lnTo>
                    <a:lnTo>
                      <a:pt x="32" y="16"/>
                    </a:lnTo>
                    <a:lnTo>
                      <a:pt x="32" y="15"/>
                    </a:lnTo>
                    <a:lnTo>
                      <a:pt x="35" y="14"/>
                    </a:lnTo>
                    <a:lnTo>
                      <a:pt x="35" y="13"/>
                    </a:lnTo>
                    <a:lnTo>
                      <a:pt x="35" y="12"/>
                    </a:lnTo>
                    <a:lnTo>
                      <a:pt x="39" y="11"/>
                    </a:lnTo>
                    <a:lnTo>
                      <a:pt x="39" y="10"/>
                    </a:lnTo>
                    <a:lnTo>
                      <a:pt x="39" y="9"/>
                    </a:lnTo>
                    <a:lnTo>
                      <a:pt x="42" y="8"/>
                    </a:lnTo>
                    <a:lnTo>
                      <a:pt x="42" y="7"/>
                    </a:lnTo>
                    <a:lnTo>
                      <a:pt x="42" y="6"/>
                    </a:lnTo>
                    <a:lnTo>
                      <a:pt x="45" y="6"/>
                    </a:lnTo>
                    <a:lnTo>
                      <a:pt x="45" y="5"/>
                    </a:lnTo>
                    <a:lnTo>
                      <a:pt x="45" y="4"/>
                    </a:lnTo>
                    <a:lnTo>
                      <a:pt x="48" y="4"/>
                    </a:lnTo>
                    <a:lnTo>
                      <a:pt x="48" y="3"/>
                    </a:lnTo>
                    <a:lnTo>
                      <a:pt x="48" y="3"/>
                    </a:lnTo>
                    <a:lnTo>
                      <a:pt x="51" y="2"/>
                    </a:lnTo>
                    <a:lnTo>
                      <a:pt x="51" y="2"/>
                    </a:lnTo>
                    <a:lnTo>
                      <a:pt x="51" y="1"/>
                    </a:lnTo>
                    <a:lnTo>
                      <a:pt x="55" y="1"/>
                    </a:lnTo>
                    <a:lnTo>
                      <a:pt x="55" y="1"/>
                    </a:lnTo>
                    <a:lnTo>
                      <a:pt x="55" y="0"/>
                    </a:lnTo>
                    <a:lnTo>
                      <a:pt x="58" y="0"/>
                    </a:lnTo>
                    <a:lnTo>
                      <a:pt x="61" y="0"/>
                    </a:lnTo>
                    <a:lnTo>
                      <a:pt x="64" y="0"/>
                    </a:lnTo>
                    <a:lnTo>
                      <a:pt x="64" y="1"/>
                    </a:lnTo>
                    <a:lnTo>
                      <a:pt x="67" y="1"/>
                    </a:lnTo>
                    <a:lnTo>
                      <a:pt x="67" y="1"/>
                    </a:lnTo>
                    <a:lnTo>
                      <a:pt x="71" y="2"/>
                    </a:lnTo>
                    <a:lnTo>
                      <a:pt x="71" y="3"/>
                    </a:lnTo>
                    <a:lnTo>
                      <a:pt x="71" y="3"/>
                    </a:lnTo>
                    <a:lnTo>
                      <a:pt x="74" y="4"/>
                    </a:lnTo>
                    <a:lnTo>
                      <a:pt x="74" y="4"/>
                    </a:lnTo>
                    <a:lnTo>
                      <a:pt x="74" y="5"/>
                    </a:lnTo>
                    <a:lnTo>
                      <a:pt x="77" y="6"/>
                    </a:lnTo>
                    <a:lnTo>
                      <a:pt x="77" y="6"/>
                    </a:lnTo>
                    <a:lnTo>
                      <a:pt x="77" y="7"/>
                    </a:lnTo>
                    <a:lnTo>
                      <a:pt x="80" y="8"/>
                    </a:lnTo>
                    <a:lnTo>
                      <a:pt x="80" y="9"/>
                    </a:lnTo>
                    <a:lnTo>
                      <a:pt x="80" y="10"/>
                    </a:lnTo>
                    <a:lnTo>
                      <a:pt x="83" y="11"/>
                    </a:lnTo>
                    <a:lnTo>
                      <a:pt x="83" y="12"/>
                    </a:lnTo>
                    <a:lnTo>
                      <a:pt x="83" y="13"/>
                    </a:lnTo>
                    <a:lnTo>
                      <a:pt x="87" y="14"/>
                    </a:lnTo>
                    <a:lnTo>
                      <a:pt x="87" y="15"/>
                    </a:lnTo>
                    <a:lnTo>
                      <a:pt x="87" y="16"/>
                    </a:lnTo>
                    <a:lnTo>
                      <a:pt x="90" y="17"/>
                    </a:lnTo>
                    <a:lnTo>
                      <a:pt x="90" y="18"/>
                    </a:lnTo>
                    <a:lnTo>
                      <a:pt x="90" y="20"/>
                    </a:lnTo>
                    <a:lnTo>
                      <a:pt x="93" y="21"/>
                    </a:lnTo>
                    <a:lnTo>
                      <a:pt x="93" y="22"/>
                    </a:lnTo>
                    <a:lnTo>
                      <a:pt x="93" y="23"/>
                    </a:lnTo>
                    <a:lnTo>
                      <a:pt x="96" y="25"/>
                    </a:lnTo>
                    <a:lnTo>
                      <a:pt x="96" y="26"/>
                    </a:lnTo>
                    <a:lnTo>
                      <a:pt x="96" y="28"/>
                    </a:lnTo>
                    <a:lnTo>
                      <a:pt x="99" y="29"/>
                    </a:lnTo>
                    <a:lnTo>
                      <a:pt x="99" y="31"/>
                    </a:lnTo>
                    <a:lnTo>
                      <a:pt x="99" y="32"/>
                    </a:lnTo>
                    <a:lnTo>
                      <a:pt x="103" y="34"/>
                    </a:lnTo>
                    <a:lnTo>
                      <a:pt x="103" y="35"/>
                    </a:lnTo>
                    <a:lnTo>
                      <a:pt x="103" y="37"/>
                    </a:lnTo>
                    <a:lnTo>
                      <a:pt x="106" y="38"/>
                    </a:lnTo>
                    <a:lnTo>
                      <a:pt x="106" y="40"/>
                    </a:lnTo>
                    <a:lnTo>
                      <a:pt x="106" y="41"/>
                    </a:lnTo>
                    <a:lnTo>
                      <a:pt x="109" y="43"/>
                    </a:lnTo>
                    <a:lnTo>
                      <a:pt x="109" y="45"/>
                    </a:lnTo>
                    <a:lnTo>
                      <a:pt x="109" y="46"/>
                    </a:lnTo>
                    <a:lnTo>
                      <a:pt x="112" y="48"/>
                    </a:lnTo>
                    <a:lnTo>
                      <a:pt x="112" y="50"/>
                    </a:lnTo>
                    <a:lnTo>
                      <a:pt x="112" y="51"/>
                    </a:lnTo>
                    <a:lnTo>
                      <a:pt x="115" y="53"/>
                    </a:lnTo>
                    <a:lnTo>
                      <a:pt x="115" y="55"/>
                    </a:lnTo>
                    <a:lnTo>
                      <a:pt x="115" y="56"/>
                    </a:lnTo>
                    <a:lnTo>
                      <a:pt x="119" y="58"/>
                    </a:lnTo>
                    <a:lnTo>
                      <a:pt x="119" y="60"/>
                    </a:lnTo>
                    <a:lnTo>
                      <a:pt x="119" y="61"/>
                    </a:lnTo>
                    <a:lnTo>
                      <a:pt x="122" y="63"/>
                    </a:lnTo>
                    <a:lnTo>
                      <a:pt x="122" y="65"/>
                    </a:lnTo>
                    <a:lnTo>
                      <a:pt x="122" y="67"/>
                    </a:lnTo>
                    <a:lnTo>
                      <a:pt x="125" y="68"/>
                    </a:lnTo>
                    <a:lnTo>
                      <a:pt x="125" y="70"/>
                    </a:lnTo>
                    <a:lnTo>
                      <a:pt x="125" y="72"/>
                    </a:lnTo>
                    <a:lnTo>
                      <a:pt x="128" y="73"/>
                    </a:lnTo>
                    <a:lnTo>
                      <a:pt x="128" y="75"/>
                    </a:lnTo>
                    <a:lnTo>
                      <a:pt x="128" y="77"/>
                    </a:lnTo>
                    <a:lnTo>
                      <a:pt x="131" y="78"/>
                    </a:lnTo>
                    <a:lnTo>
                      <a:pt x="131" y="80"/>
                    </a:lnTo>
                    <a:lnTo>
                      <a:pt x="131" y="81"/>
                    </a:lnTo>
                    <a:lnTo>
                      <a:pt x="135" y="83"/>
                    </a:lnTo>
                    <a:lnTo>
                      <a:pt x="135" y="84"/>
                    </a:lnTo>
                    <a:lnTo>
                      <a:pt x="135" y="86"/>
                    </a:lnTo>
                    <a:lnTo>
                      <a:pt x="138" y="87"/>
                    </a:lnTo>
                    <a:lnTo>
                      <a:pt x="138" y="89"/>
                    </a:lnTo>
                    <a:lnTo>
                      <a:pt x="138" y="91"/>
                    </a:lnTo>
                    <a:lnTo>
                      <a:pt x="141" y="92"/>
                    </a:lnTo>
                    <a:lnTo>
                      <a:pt x="141" y="94"/>
                    </a:lnTo>
                    <a:lnTo>
                      <a:pt x="141" y="95"/>
                    </a:lnTo>
                    <a:lnTo>
                      <a:pt x="144" y="96"/>
                    </a:lnTo>
                    <a:lnTo>
                      <a:pt x="144" y="97"/>
                    </a:lnTo>
                    <a:lnTo>
                      <a:pt x="144" y="99"/>
                    </a:lnTo>
                    <a:lnTo>
                      <a:pt x="147" y="100"/>
                    </a:lnTo>
                    <a:lnTo>
                      <a:pt x="147" y="101"/>
                    </a:lnTo>
                    <a:lnTo>
                      <a:pt x="147" y="103"/>
                    </a:lnTo>
                    <a:lnTo>
                      <a:pt x="151" y="104"/>
                    </a:lnTo>
                    <a:lnTo>
                      <a:pt x="151" y="105"/>
                    </a:lnTo>
                    <a:lnTo>
                      <a:pt x="151" y="106"/>
                    </a:lnTo>
                    <a:lnTo>
                      <a:pt x="154" y="107"/>
                    </a:lnTo>
                    <a:lnTo>
                      <a:pt x="154" y="108"/>
                    </a:lnTo>
                    <a:lnTo>
                      <a:pt x="154" y="109"/>
                    </a:lnTo>
                    <a:lnTo>
                      <a:pt x="157" y="110"/>
                    </a:lnTo>
                    <a:lnTo>
                      <a:pt x="157" y="111"/>
                    </a:lnTo>
                    <a:lnTo>
                      <a:pt x="157" y="112"/>
                    </a:lnTo>
                    <a:lnTo>
                      <a:pt x="160" y="113"/>
                    </a:lnTo>
                    <a:lnTo>
                      <a:pt x="160" y="114"/>
                    </a:lnTo>
                    <a:lnTo>
                      <a:pt x="160" y="114"/>
                    </a:lnTo>
                    <a:lnTo>
                      <a:pt x="160" y="115"/>
                    </a:lnTo>
                    <a:lnTo>
                      <a:pt x="163" y="115"/>
                    </a:lnTo>
                    <a:lnTo>
                      <a:pt x="163" y="116"/>
                    </a:lnTo>
                    <a:lnTo>
                      <a:pt x="163" y="117"/>
                    </a:lnTo>
                    <a:lnTo>
                      <a:pt x="167" y="117"/>
                    </a:lnTo>
                    <a:lnTo>
                      <a:pt x="167" y="118"/>
                    </a:lnTo>
                    <a:lnTo>
                      <a:pt x="167" y="118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73" y="120"/>
                    </a:lnTo>
                    <a:lnTo>
                      <a:pt x="176" y="120"/>
                    </a:lnTo>
                    <a:lnTo>
                      <a:pt x="179" y="120"/>
                    </a:lnTo>
                    <a:lnTo>
                      <a:pt x="183" y="119"/>
                    </a:lnTo>
                    <a:lnTo>
                      <a:pt x="186" y="119"/>
                    </a:lnTo>
                    <a:lnTo>
                      <a:pt x="186" y="119"/>
                    </a:lnTo>
                    <a:lnTo>
                      <a:pt x="186" y="118"/>
                    </a:lnTo>
                    <a:lnTo>
                      <a:pt x="189" y="117"/>
                    </a:lnTo>
                    <a:lnTo>
                      <a:pt x="189" y="117"/>
                    </a:lnTo>
                    <a:lnTo>
                      <a:pt x="189" y="117"/>
                    </a:lnTo>
                    <a:lnTo>
                      <a:pt x="192" y="116"/>
                    </a:lnTo>
                    <a:lnTo>
                      <a:pt x="192" y="115"/>
                    </a:lnTo>
                    <a:lnTo>
                      <a:pt x="192" y="115"/>
                    </a:lnTo>
                    <a:lnTo>
                      <a:pt x="195" y="114"/>
                    </a:lnTo>
                    <a:lnTo>
                      <a:pt x="195" y="113"/>
                    </a:lnTo>
                    <a:lnTo>
                      <a:pt x="195" y="112"/>
                    </a:lnTo>
                    <a:lnTo>
                      <a:pt x="199" y="111"/>
                    </a:lnTo>
                    <a:lnTo>
                      <a:pt x="199" y="110"/>
                    </a:lnTo>
                    <a:lnTo>
                      <a:pt x="199" y="109"/>
                    </a:lnTo>
                    <a:lnTo>
                      <a:pt x="202" y="108"/>
                    </a:lnTo>
                    <a:lnTo>
                      <a:pt x="202" y="107"/>
                    </a:lnTo>
                    <a:lnTo>
                      <a:pt x="202" y="106"/>
                    </a:lnTo>
                    <a:lnTo>
                      <a:pt x="205" y="105"/>
                    </a:lnTo>
                    <a:lnTo>
                      <a:pt x="205" y="104"/>
                    </a:lnTo>
                    <a:lnTo>
                      <a:pt x="205" y="103"/>
                    </a:lnTo>
                    <a:lnTo>
                      <a:pt x="208" y="102"/>
                    </a:lnTo>
                    <a:lnTo>
                      <a:pt x="208" y="100"/>
                    </a:lnTo>
                    <a:lnTo>
                      <a:pt x="208" y="99"/>
                    </a:lnTo>
                    <a:lnTo>
                      <a:pt x="211" y="98"/>
                    </a:lnTo>
                    <a:lnTo>
                      <a:pt x="211" y="97"/>
                    </a:lnTo>
                    <a:lnTo>
                      <a:pt x="211" y="95"/>
                    </a:lnTo>
                    <a:lnTo>
                      <a:pt x="214" y="94"/>
                    </a:lnTo>
                    <a:lnTo>
                      <a:pt x="214" y="92"/>
                    </a:lnTo>
                    <a:lnTo>
                      <a:pt x="214" y="91"/>
                    </a:lnTo>
                    <a:lnTo>
                      <a:pt x="218" y="90"/>
                    </a:lnTo>
                    <a:lnTo>
                      <a:pt x="218" y="88"/>
                    </a:lnTo>
                    <a:lnTo>
                      <a:pt x="218" y="87"/>
                    </a:lnTo>
                    <a:lnTo>
                      <a:pt x="221" y="85"/>
                    </a:lnTo>
                    <a:lnTo>
                      <a:pt x="221" y="84"/>
                    </a:lnTo>
                    <a:lnTo>
                      <a:pt x="221" y="82"/>
                    </a:lnTo>
                    <a:lnTo>
                      <a:pt x="224" y="81"/>
                    </a:lnTo>
                    <a:lnTo>
                      <a:pt x="224" y="79"/>
                    </a:lnTo>
                    <a:lnTo>
                      <a:pt x="224" y="77"/>
                    </a:lnTo>
                    <a:lnTo>
                      <a:pt x="227" y="76"/>
                    </a:lnTo>
                    <a:lnTo>
                      <a:pt x="227" y="74"/>
                    </a:lnTo>
                    <a:lnTo>
                      <a:pt x="227" y="72"/>
                    </a:lnTo>
                    <a:lnTo>
                      <a:pt x="230" y="71"/>
                    </a:lnTo>
                    <a:lnTo>
                      <a:pt x="230" y="69"/>
                    </a:lnTo>
                    <a:lnTo>
                      <a:pt x="230" y="67"/>
                    </a:lnTo>
                    <a:lnTo>
                      <a:pt x="234" y="66"/>
                    </a:lnTo>
                    <a:lnTo>
                      <a:pt x="234" y="64"/>
                    </a:lnTo>
                    <a:lnTo>
                      <a:pt x="234" y="62"/>
                    </a:lnTo>
                    <a:lnTo>
                      <a:pt x="237" y="60"/>
                    </a:lnTo>
                    <a:lnTo>
                      <a:pt x="237" y="59"/>
                    </a:lnTo>
                    <a:lnTo>
                      <a:pt x="237" y="57"/>
                    </a:lnTo>
                    <a:lnTo>
                      <a:pt x="240" y="55"/>
                    </a:lnTo>
                    <a:lnTo>
                      <a:pt x="240" y="54"/>
                    </a:lnTo>
                    <a:lnTo>
                      <a:pt x="240" y="52"/>
                    </a:lnTo>
                    <a:lnTo>
                      <a:pt x="243" y="50"/>
                    </a:lnTo>
                    <a:lnTo>
                      <a:pt x="243" y="49"/>
                    </a:lnTo>
                    <a:lnTo>
                      <a:pt x="243" y="47"/>
                    </a:lnTo>
                    <a:lnTo>
                      <a:pt x="246" y="45"/>
                    </a:lnTo>
                    <a:lnTo>
                      <a:pt x="246" y="44"/>
                    </a:lnTo>
                    <a:lnTo>
                      <a:pt x="246" y="42"/>
                    </a:lnTo>
                    <a:lnTo>
                      <a:pt x="250" y="40"/>
                    </a:lnTo>
                    <a:lnTo>
                      <a:pt x="250" y="39"/>
                    </a:lnTo>
                    <a:lnTo>
                      <a:pt x="250" y="37"/>
                    </a:lnTo>
                    <a:lnTo>
                      <a:pt x="253" y="36"/>
                    </a:lnTo>
                    <a:lnTo>
                      <a:pt x="253" y="34"/>
                    </a:lnTo>
                    <a:lnTo>
                      <a:pt x="253" y="33"/>
                    </a:lnTo>
                    <a:lnTo>
                      <a:pt x="256" y="31"/>
                    </a:lnTo>
                    <a:lnTo>
                      <a:pt x="256" y="29"/>
                    </a:lnTo>
                    <a:lnTo>
                      <a:pt x="256" y="28"/>
                    </a:lnTo>
                    <a:lnTo>
                      <a:pt x="259" y="27"/>
                    </a:lnTo>
                    <a:lnTo>
                      <a:pt x="259" y="25"/>
                    </a:lnTo>
                    <a:lnTo>
                      <a:pt x="259" y="24"/>
                    </a:lnTo>
                    <a:lnTo>
                      <a:pt x="262" y="23"/>
                    </a:lnTo>
                    <a:lnTo>
                      <a:pt x="262" y="21"/>
                    </a:lnTo>
                    <a:lnTo>
                      <a:pt x="262" y="20"/>
                    </a:lnTo>
                    <a:lnTo>
                      <a:pt x="266" y="19"/>
                    </a:lnTo>
                    <a:lnTo>
                      <a:pt x="266" y="18"/>
                    </a:lnTo>
                    <a:lnTo>
                      <a:pt x="266" y="16"/>
                    </a:lnTo>
                    <a:lnTo>
                      <a:pt x="266" y="15"/>
                    </a:lnTo>
                    <a:lnTo>
                      <a:pt x="269" y="14"/>
                    </a:lnTo>
                    <a:lnTo>
                      <a:pt x="269" y="13"/>
                    </a:lnTo>
                    <a:lnTo>
                      <a:pt x="269" y="12"/>
                    </a:lnTo>
                    <a:lnTo>
                      <a:pt x="272" y="11"/>
                    </a:lnTo>
                    <a:lnTo>
                      <a:pt x="272" y="10"/>
                    </a:lnTo>
                    <a:lnTo>
                      <a:pt x="272" y="9"/>
                    </a:lnTo>
                    <a:lnTo>
                      <a:pt x="275" y="8"/>
                    </a:lnTo>
                    <a:lnTo>
                      <a:pt x="275" y="7"/>
                    </a:lnTo>
                    <a:lnTo>
                      <a:pt x="275" y="6"/>
                    </a:lnTo>
                    <a:lnTo>
                      <a:pt x="278" y="6"/>
                    </a:lnTo>
                    <a:lnTo>
                      <a:pt x="278" y="5"/>
                    </a:lnTo>
                    <a:lnTo>
                      <a:pt x="278" y="5"/>
                    </a:lnTo>
                    <a:lnTo>
                      <a:pt x="282" y="4"/>
                    </a:lnTo>
                    <a:lnTo>
                      <a:pt x="282" y="3"/>
                    </a:lnTo>
                    <a:lnTo>
                      <a:pt x="282" y="3"/>
                    </a:lnTo>
                    <a:lnTo>
                      <a:pt x="285" y="2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4" name="Freeform 38"/>
              <p:cNvSpPr>
                <a:spLocks/>
              </p:cNvSpPr>
              <p:nvPr/>
            </p:nvSpPr>
            <p:spPr bwMode="auto">
              <a:xfrm>
                <a:off x="1588" y="2442"/>
                <a:ext cx="292" cy="121"/>
              </a:xfrm>
              <a:custGeom>
                <a:avLst/>
                <a:gdLst>
                  <a:gd name="T0" fmla="*/ 3 w 292"/>
                  <a:gd name="T1" fmla="*/ 1 h 121"/>
                  <a:gd name="T2" fmla="*/ 13 w 292"/>
                  <a:gd name="T3" fmla="*/ 0 h 121"/>
                  <a:gd name="T4" fmla="*/ 19 w 292"/>
                  <a:gd name="T5" fmla="*/ 2 h 121"/>
                  <a:gd name="T6" fmla="*/ 22 w 292"/>
                  <a:gd name="T7" fmla="*/ 4 h 121"/>
                  <a:gd name="T8" fmla="*/ 29 w 292"/>
                  <a:gd name="T9" fmla="*/ 7 h 121"/>
                  <a:gd name="T10" fmla="*/ 32 w 292"/>
                  <a:gd name="T11" fmla="*/ 10 h 121"/>
                  <a:gd name="T12" fmla="*/ 35 w 292"/>
                  <a:gd name="T13" fmla="*/ 15 h 121"/>
                  <a:gd name="T14" fmla="*/ 41 w 292"/>
                  <a:gd name="T15" fmla="*/ 19 h 121"/>
                  <a:gd name="T16" fmla="*/ 45 w 292"/>
                  <a:gd name="T17" fmla="*/ 24 h 121"/>
                  <a:gd name="T18" fmla="*/ 48 w 292"/>
                  <a:gd name="T19" fmla="*/ 30 h 121"/>
                  <a:gd name="T20" fmla="*/ 54 w 292"/>
                  <a:gd name="T21" fmla="*/ 36 h 121"/>
                  <a:gd name="T22" fmla="*/ 57 w 292"/>
                  <a:gd name="T23" fmla="*/ 43 h 121"/>
                  <a:gd name="T24" fmla="*/ 61 w 292"/>
                  <a:gd name="T25" fmla="*/ 49 h 121"/>
                  <a:gd name="T26" fmla="*/ 67 w 292"/>
                  <a:gd name="T27" fmla="*/ 56 h 121"/>
                  <a:gd name="T28" fmla="*/ 70 w 292"/>
                  <a:gd name="T29" fmla="*/ 63 h 121"/>
                  <a:gd name="T30" fmla="*/ 73 w 292"/>
                  <a:gd name="T31" fmla="*/ 69 h 121"/>
                  <a:gd name="T32" fmla="*/ 80 w 292"/>
                  <a:gd name="T33" fmla="*/ 76 h 121"/>
                  <a:gd name="T34" fmla="*/ 83 w 292"/>
                  <a:gd name="T35" fmla="*/ 82 h 121"/>
                  <a:gd name="T36" fmla="*/ 86 w 292"/>
                  <a:gd name="T37" fmla="*/ 89 h 121"/>
                  <a:gd name="T38" fmla="*/ 89 w 292"/>
                  <a:gd name="T39" fmla="*/ 94 h 121"/>
                  <a:gd name="T40" fmla="*/ 96 w 292"/>
                  <a:gd name="T41" fmla="*/ 100 h 121"/>
                  <a:gd name="T42" fmla="*/ 99 w 292"/>
                  <a:gd name="T43" fmla="*/ 105 h 121"/>
                  <a:gd name="T44" fmla="*/ 102 w 292"/>
                  <a:gd name="T45" fmla="*/ 109 h 121"/>
                  <a:gd name="T46" fmla="*/ 109 w 292"/>
                  <a:gd name="T47" fmla="*/ 112 h 121"/>
                  <a:gd name="T48" fmla="*/ 112 w 292"/>
                  <a:gd name="T49" fmla="*/ 115 h 121"/>
                  <a:gd name="T50" fmla="*/ 115 w 292"/>
                  <a:gd name="T51" fmla="*/ 118 h 121"/>
                  <a:gd name="T52" fmla="*/ 121 w 292"/>
                  <a:gd name="T53" fmla="*/ 119 h 121"/>
                  <a:gd name="T54" fmla="*/ 134 w 292"/>
                  <a:gd name="T55" fmla="*/ 119 h 121"/>
                  <a:gd name="T56" fmla="*/ 137 w 292"/>
                  <a:gd name="T57" fmla="*/ 118 h 121"/>
                  <a:gd name="T58" fmla="*/ 141 w 292"/>
                  <a:gd name="T59" fmla="*/ 115 h 121"/>
                  <a:gd name="T60" fmla="*/ 147 w 292"/>
                  <a:gd name="T61" fmla="*/ 112 h 121"/>
                  <a:gd name="T62" fmla="*/ 150 w 292"/>
                  <a:gd name="T63" fmla="*/ 108 h 121"/>
                  <a:gd name="T64" fmla="*/ 153 w 292"/>
                  <a:gd name="T65" fmla="*/ 104 h 121"/>
                  <a:gd name="T66" fmla="*/ 160 w 292"/>
                  <a:gd name="T67" fmla="*/ 100 h 121"/>
                  <a:gd name="T68" fmla="*/ 163 w 292"/>
                  <a:gd name="T69" fmla="*/ 94 h 121"/>
                  <a:gd name="T70" fmla="*/ 166 w 292"/>
                  <a:gd name="T71" fmla="*/ 89 h 121"/>
                  <a:gd name="T72" fmla="*/ 173 w 292"/>
                  <a:gd name="T73" fmla="*/ 82 h 121"/>
                  <a:gd name="T74" fmla="*/ 176 w 292"/>
                  <a:gd name="T75" fmla="*/ 76 h 121"/>
                  <a:gd name="T76" fmla="*/ 179 w 292"/>
                  <a:gd name="T77" fmla="*/ 69 h 121"/>
                  <a:gd name="T78" fmla="*/ 185 w 292"/>
                  <a:gd name="T79" fmla="*/ 62 h 121"/>
                  <a:gd name="T80" fmla="*/ 189 w 292"/>
                  <a:gd name="T81" fmla="*/ 56 h 121"/>
                  <a:gd name="T82" fmla="*/ 192 w 292"/>
                  <a:gd name="T83" fmla="*/ 49 h 121"/>
                  <a:gd name="T84" fmla="*/ 195 w 292"/>
                  <a:gd name="T85" fmla="*/ 42 h 121"/>
                  <a:gd name="T86" fmla="*/ 201 w 292"/>
                  <a:gd name="T87" fmla="*/ 36 h 121"/>
                  <a:gd name="T88" fmla="*/ 205 w 292"/>
                  <a:gd name="T89" fmla="*/ 30 h 121"/>
                  <a:gd name="T90" fmla="*/ 208 w 292"/>
                  <a:gd name="T91" fmla="*/ 24 h 121"/>
                  <a:gd name="T92" fmla="*/ 214 w 292"/>
                  <a:gd name="T93" fmla="*/ 19 h 121"/>
                  <a:gd name="T94" fmla="*/ 217 w 292"/>
                  <a:gd name="T95" fmla="*/ 14 h 121"/>
                  <a:gd name="T96" fmla="*/ 221 w 292"/>
                  <a:gd name="T97" fmla="*/ 10 h 121"/>
                  <a:gd name="T98" fmla="*/ 227 w 292"/>
                  <a:gd name="T99" fmla="*/ 7 h 121"/>
                  <a:gd name="T100" fmla="*/ 230 w 292"/>
                  <a:gd name="T101" fmla="*/ 4 h 121"/>
                  <a:gd name="T102" fmla="*/ 233 w 292"/>
                  <a:gd name="T103" fmla="*/ 2 h 121"/>
                  <a:gd name="T104" fmla="*/ 240 w 292"/>
                  <a:gd name="T105" fmla="*/ 0 h 121"/>
                  <a:gd name="T106" fmla="*/ 253 w 292"/>
                  <a:gd name="T107" fmla="*/ 1 h 121"/>
                  <a:gd name="T108" fmla="*/ 256 w 292"/>
                  <a:gd name="T109" fmla="*/ 3 h 121"/>
                  <a:gd name="T110" fmla="*/ 259 w 292"/>
                  <a:gd name="T111" fmla="*/ 5 h 121"/>
                  <a:gd name="T112" fmla="*/ 265 w 292"/>
                  <a:gd name="T113" fmla="*/ 8 h 121"/>
                  <a:gd name="T114" fmla="*/ 269 w 292"/>
                  <a:gd name="T115" fmla="*/ 12 h 121"/>
                  <a:gd name="T116" fmla="*/ 272 w 292"/>
                  <a:gd name="T117" fmla="*/ 16 h 121"/>
                  <a:gd name="T118" fmla="*/ 278 w 292"/>
                  <a:gd name="T119" fmla="*/ 21 h 121"/>
                  <a:gd name="T120" fmla="*/ 281 w 292"/>
                  <a:gd name="T121" fmla="*/ 27 h 121"/>
                  <a:gd name="T122" fmla="*/ 285 w 292"/>
                  <a:gd name="T123" fmla="*/ 33 h 121"/>
                  <a:gd name="T124" fmla="*/ 291 w 292"/>
                  <a:gd name="T125" fmla="*/ 39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92" h="121">
                    <a:moveTo>
                      <a:pt x="0" y="2"/>
                    </a:moveTo>
                    <a:lnTo>
                      <a:pt x="0" y="2"/>
                    </a:lnTo>
                    <a:lnTo>
                      <a:pt x="0" y="1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6" y="0"/>
                    </a:lnTo>
                    <a:lnTo>
                      <a:pt x="9" y="0"/>
                    </a:lnTo>
                    <a:lnTo>
                      <a:pt x="13" y="0"/>
                    </a:lnTo>
                    <a:lnTo>
                      <a:pt x="16" y="1"/>
                    </a:lnTo>
                    <a:lnTo>
                      <a:pt x="16" y="1"/>
                    </a:lnTo>
                    <a:lnTo>
                      <a:pt x="19" y="1"/>
                    </a:lnTo>
                    <a:lnTo>
                      <a:pt x="19" y="2"/>
                    </a:lnTo>
                    <a:lnTo>
                      <a:pt x="19" y="2"/>
                    </a:lnTo>
                    <a:lnTo>
                      <a:pt x="22" y="3"/>
                    </a:lnTo>
                    <a:lnTo>
                      <a:pt x="22" y="3"/>
                    </a:lnTo>
                    <a:lnTo>
                      <a:pt x="22" y="4"/>
                    </a:lnTo>
                    <a:lnTo>
                      <a:pt x="25" y="5"/>
                    </a:lnTo>
                    <a:lnTo>
                      <a:pt x="25" y="5"/>
                    </a:lnTo>
                    <a:lnTo>
                      <a:pt x="25" y="6"/>
                    </a:lnTo>
                    <a:lnTo>
                      <a:pt x="29" y="7"/>
                    </a:lnTo>
                    <a:lnTo>
                      <a:pt x="29" y="8"/>
                    </a:lnTo>
                    <a:lnTo>
                      <a:pt x="29" y="9"/>
                    </a:lnTo>
                    <a:lnTo>
                      <a:pt x="32" y="10"/>
                    </a:lnTo>
                    <a:lnTo>
                      <a:pt x="32" y="10"/>
                    </a:lnTo>
                    <a:lnTo>
                      <a:pt x="32" y="12"/>
                    </a:lnTo>
                    <a:lnTo>
                      <a:pt x="35" y="13"/>
                    </a:lnTo>
                    <a:lnTo>
                      <a:pt x="35" y="13"/>
                    </a:lnTo>
                    <a:lnTo>
                      <a:pt x="35" y="15"/>
                    </a:lnTo>
                    <a:lnTo>
                      <a:pt x="38" y="16"/>
                    </a:lnTo>
                    <a:lnTo>
                      <a:pt x="38" y="17"/>
                    </a:lnTo>
                    <a:lnTo>
                      <a:pt x="38" y="18"/>
                    </a:lnTo>
                    <a:lnTo>
                      <a:pt x="41" y="19"/>
                    </a:lnTo>
                    <a:lnTo>
                      <a:pt x="41" y="21"/>
                    </a:lnTo>
                    <a:lnTo>
                      <a:pt x="41" y="22"/>
                    </a:lnTo>
                    <a:lnTo>
                      <a:pt x="45" y="23"/>
                    </a:lnTo>
                    <a:lnTo>
                      <a:pt x="45" y="24"/>
                    </a:lnTo>
                    <a:lnTo>
                      <a:pt x="45" y="26"/>
                    </a:lnTo>
                    <a:lnTo>
                      <a:pt x="48" y="27"/>
                    </a:lnTo>
                    <a:lnTo>
                      <a:pt x="48" y="29"/>
                    </a:lnTo>
                    <a:lnTo>
                      <a:pt x="48" y="30"/>
                    </a:lnTo>
                    <a:lnTo>
                      <a:pt x="51" y="32"/>
                    </a:lnTo>
                    <a:lnTo>
                      <a:pt x="51" y="33"/>
                    </a:lnTo>
                    <a:lnTo>
                      <a:pt x="51" y="35"/>
                    </a:lnTo>
                    <a:lnTo>
                      <a:pt x="54" y="36"/>
                    </a:lnTo>
                    <a:lnTo>
                      <a:pt x="54" y="38"/>
                    </a:lnTo>
                    <a:lnTo>
                      <a:pt x="54" y="39"/>
                    </a:lnTo>
                    <a:lnTo>
                      <a:pt x="57" y="41"/>
                    </a:lnTo>
                    <a:lnTo>
                      <a:pt x="57" y="43"/>
                    </a:lnTo>
                    <a:lnTo>
                      <a:pt x="57" y="44"/>
                    </a:lnTo>
                    <a:lnTo>
                      <a:pt x="61" y="46"/>
                    </a:lnTo>
                    <a:lnTo>
                      <a:pt x="61" y="47"/>
                    </a:lnTo>
                    <a:lnTo>
                      <a:pt x="61" y="49"/>
                    </a:lnTo>
                    <a:lnTo>
                      <a:pt x="64" y="51"/>
                    </a:lnTo>
                    <a:lnTo>
                      <a:pt x="64" y="53"/>
                    </a:lnTo>
                    <a:lnTo>
                      <a:pt x="64" y="54"/>
                    </a:lnTo>
                    <a:lnTo>
                      <a:pt x="67" y="56"/>
                    </a:lnTo>
                    <a:lnTo>
                      <a:pt x="67" y="58"/>
                    </a:lnTo>
                    <a:lnTo>
                      <a:pt x="67" y="59"/>
                    </a:lnTo>
                    <a:lnTo>
                      <a:pt x="70" y="61"/>
                    </a:lnTo>
                    <a:lnTo>
                      <a:pt x="70" y="63"/>
                    </a:lnTo>
                    <a:lnTo>
                      <a:pt x="70" y="64"/>
                    </a:lnTo>
                    <a:lnTo>
                      <a:pt x="73" y="66"/>
                    </a:lnTo>
                    <a:lnTo>
                      <a:pt x="73" y="68"/>
                    </a:lnTo>
                    <a:lnTo>
                      <a:pt x="73" y="69"/>
                    </a:lnTo>
                    <a:lnTo>
                      <a:pt x="77" y="71"/>
                    </a:lnTo>
                    <a:lnTo>
                      <a:pt x="77" y="73"/>
                    </a:lnTo>
                    <a:lnTo>
                      <a:pt x="77" y="74"/>
                    </a:lnTo>
                    <a:lnTo>
                      <a:pt x="80" y="76"/>
                    </a:lnTo>
                    <a:lnTo>
                      <a:pt x="80" y="78"/>
                    </a:lnTo>
                    <a:lnTo>
                      <a:pt x="80" y="79"/>
                    </a:lnTo>
                    <a:lnTo>
                      <a:pt x="83" y="81"/>
                    </a:lnTo>
                    <a:lnTo>
                      <a:pt x="83" y="82"/>
                    </a:lnTo>
                    <a:lnTo>
                      <a:pt x="83" y="84"/>
                    </a:lnTo>
                    <a:lnTo>
                      <a:pt x="86" y="86"/>
                    </a:lnTo>
                    <a:lnTo>
                      <a:pt x="86" y="87"/>
                    </a:lnTo>
                    <a:lnTo>
                      <a:pt x="86" y="89"/>
                    </a:lnTo>
                    <a:lnTo>
                      <a:pt x="86" y="90"/>
                    </a:lnTo>
                    <a:lnTo>
                      <a:pt x="89" y="92"/>
                    </a:lnTo>
                    <a:lnTo>
                      <a:pt x="89" y="93"/>
                    </a:lnTo>
                    <a:lnTo>
                      <a:pt x="89" y="94"/>
                    </a:lnTo>
                    <a:lnTo>
                      <a:pt x="93" y="96"/>
                    </a:lnTo>
                    <a:lnTo>
                      <a:pt x="93" y="97"/>
                    </a:lnTo>
                    <a:lnTo>
                      <a:pt x="93" y="99"/>
                    </a:lnTo>
                    <a:lnTo>
                      <a:pt x="96" y="100"/>
                    </a:lnTo>
                    <a:lnTo>
                      <a:pt x="96" y="101"/>
                    </a:lnTo>
                    <a:lnTo>
                      <a:pt x="96" y="102"/>
                    </a:lnTo>
                    <a:lnTo>
                      <a:pt x="99" y="104"/>
                    </a:lnTo>
                    <a:lnTo>
                      <a:pt x="99" y="105"/>
                    </a:lnTo>
                    <a:lnTo>
                      <a:pt x="99" y="106"/>
                    </a:lnTo>
                    <a:lnTo>
                      <a:pt x="102" y="107"/>
                    </a:lnTo>
                    <a:lnTo>
                      <a:pt x="102" y="108"/>
                    </a:lnTo>
                    <a:lnTo>
                      <a:pt x="102" y="109"/>
                    </a:lnTo>
                    <a:lnTo>
                      <a:pt x="105" y="110"/>
                    </a:lnTo>
                    <a:lnTo>
                      <a:pt x="105" y="111"/>
                    </a:lnTo>
                    <a:lnTo>
                      <a:pt x="105" y="112"/>
                    </a:lnTo>
                    <a:lnTo>
                      <a:pt x="109" y="112"/>
                    </a:lnTo>
                    <a:lnTo>
                      <a:pt x="109" y="113"/>
                    </a:lnTo>
                    <a:lnTo>
                      <a:pt x="109" y="114"/>
                    </a:lnTo>
                    <a:lnTo>
                      <a:pt x="112" y="115"/>
                    </a:lnTo>
                    <a:lnTo>
                      <a:pt x="112" y="115"/>
                    </a:lnTo>
                    <a:lnTo>
                      <a:pt x="112" y="116"/>
                    </a:lnTo>
                    <a:lnTo>
                      <a:pt x="115" y="117"/>
                    </a:lnTo>
                    <a:lnTo>
                      <a:pt x="115" y="117"/>
                    </a:lnTo>
                    <a:lnTo>
                      <a:pt x="115" y="118"/>
                    </a:lnTo>
                    <a:lnTo>
                      <a:pt x="118" y="118"/>
                    </a:lnTo>
                    <a:lnTo>
                      <a:pt x="118" y="119"/>
                    </a:lnTo>
                    <a:lnTo>
                      <a:pt x="118" y="119"/>
                    </a:lnTo>
                    <a:lnTo>
                      <a:pt x="121" y="119"/>
                    </a:lnTo>
                    <a:lnTo>
                      <a:pt x="125" y="120"/>
                    </a:lnTo>
                    <a:lnTo>
                      <a:pt x="128" y="120"/>
                    </a:lnTo>
                    <a:lnTo>
                      <a:pt x="131" y="120"/>
                    </a:lnTo>
                    <a:lnTo>
                      <a:pt x="134" y="119"/>
                    </a:lnTo>
                    <a:lnTo>
                      <a:pt x="134" y="119"/>
                    </a:lnTo>
                    <a:lnTo>
                      <a:pt x="134" y="119"/>
                    </a:lnTo>
                    <a:lnTo>
                      <a:pt x="137" y="118"/>
                    </a:lnTo>
                    <a:lnTo>
                      <a:pt x="137" y="118"/>
                    </a:lnTo>
                    <a:lnTo>
                      <a:pt x="137" y="117"/>
                    </a:lnTo>
                    <a:lnTo>
                      <a:pt x="141" y="117"/>
                    </a:lnTo>
                    <a:lnTo>
                      <a:pt x="141" y="116"/>
                    </a:lnTo>
                    <a:lnTo>
                      <a:pt x="141" y="115"/>
                    </a:lnTo>
                    <a:lnTo>
                      <a:pt x="144" y="115"/>
                    </a:lnTo>
                    <a:lnTo>
                      <a:pt x="144" y="114"/>
                    </a:lnTo>
                    <a:lnTo>
                      <a:pt x="144" y="113"/>
                    </a:lnTo>
                    <a:lnTo>
                      <a:pt x="147" y="112"/>
                    </a:lnTo>
                    <a:lnTo>
                      <a:pt x="147" y="112"/>
                    </a:lnTo>
                    <a:lnTo>
                      <a:pt x="147" y="110"/>
                    </a:lnTo>
                    <a:lnTo>
                      <a:pt x="150" y="110"/>
                    </a:lnTo>
                    <a:lnTo>
                      <a:pt x="150" y="108"/>
                    </a:lnTo>
                    <a:lnTo>
                      <a:pt x="150" y="108"/>
                    </a:lnTo>
                    <a:lnTo>
                      <a:pt x="153" y="107"/>
                    </a:lnTo>
                    <a:lnTo>
                      <a:pt x="153" y="105"/>
                    </a:lnTo>
                    <a:lnTo>
                      <a:pt x="153" y="104"/>
                    </a:lnTo>
                    <a:lnTo>
                      <a:pt x="157" y="103"/>
                    </a:lnTo>
                    <a:lnTo>
                      <a:pt x="157" y="102"/>
                    </a:lnTo>
                    <a:lnTo>
                      <a:pt x="157" y="101"/>
                    </a:lnTo>
                    <a:lnTo>
                      <a:pt x="160" y="100"/>
                    </a:lnTo>
                    <a:lnTo>
                      <a:pt x="160" y="98"/>
                    </a:lnTo>
                    <a:lnTo>
                      <a:pt x="160" y="97"/>
                    </a:lnTo>
                    <a:lnTo>
                      <a:pt x="163" y="96"/>
                    </a:lnTo>
                    <a:lnTo>
                      <a:pt x="163" y="94"/>
                    </a:lnTo>
                    <a:lnTo>
                      <a:pt x="163" y="93"/>
                    </a:lnTo>
                    <a:lnTo>
                      <a:pt x="166" y="91"/>
                    </a:lnTo>
                    <a:lnTo>
                      <a:pt x="166" y="90"/>
                    </a:lnTo>
                    <a:lnTo>
                      <a:pt x="166" y="89"/>
                    </a:lnTo>
                    <a:lnTo>
                      <a:pt x="169" y="87"/>
                    </a:lnTo>
                    <a:lnTo>
                      <a:pt x="169" y="85"/>
                    </a:lnTo>
                    <a:lnTo>
                      <a:pt x="169" y="84"/>
                    </a:lnTo>
                    <a:lnTo>
                      <a:pt x="173" y="82"/>
                    </a:lnTo>
                    <a:lnTo>
                      <a:pt x="173" y="81"/>
                    </a:lnTo>
                    <a:lnTo>
                      <a:pt x="173" y="79"/>
                    </a:lnTo>
                    <a:lnTo>
                      <a:pt x="176" y="77"/>
                    </a:lnTo>
                    <a:lnTo>
                      <a:pt x="176" y="76"/>
                    </a:lnTo>
                    <a:lnTo>
                      <a:pt x="176" y="74"/>
                    </a:lnTo>
                    <a:lnTo>
                      <a:pt x="179" y="73"/>
                    </a:lnTo>
                    <a:lnTo>
                      <a:pt x="179" y="71"/>
                    </a:lnTo>
                    <a:lnTo>
                      <a:pt x="179" y="69"/>
                    </a:lnTo>
                    <a:lnTo>
                      <a:pt x="182" y="67"/>
                    </a:lnTo>
                    <a:lnTo>
                      <a:pt x="182" y="66"/>
                    </a:lnTo>
                    <a:lnTo>
                      <a:pt x="182" y="64"/>
                    </a:lnTo>
                    <a:lnTo>
                      <a:pt x="185" y="62"/>
                    </a:lnTo>
                    <a:lnTo>
                      <a:pt x="185" y="61"/>
                    </a:lnTo>
                    <a:lnTo>
                      <a:pt x="185" y="59"/>
                    </a:lnTo>
                    <a:lnTo>
                      <a:pt x="189" y="58"/>
                    </a:lnTo>
                    <a:lnTo>
                      <a:pt x="189" y="56"/>
                    </a:lnTo>
                    <a:lnTo>
                      <a:pt x="189" y="54"/>
                    </a:lnTo>
                    <a:lnTo>
                      <a:pt x="192" y="52"/>
                    </a:lnTo>
                    <a:lnTo>
                      <a:pt x="192" y="51"/>
                    </a:lnTo>
                    <a:lnTo>
                      <a:pt x="192" y="49"/>
                    </a:lnTo>
                    <a:lnTo>
                      <a:pt x="192" y="47"/>
                    </a:lnTo>
                    <a:lnTo>
                      <a:pt x="195" y="46"/>
                    </a:lnTo>
                    <a:lnTo>
                      <a:pt x="195" y="44"/>
                    </a:lnTo>
                    <a:lnTo>
                      <a:pt x="195" y="42"/>
                    </a:lnTo>
                    <a:lnTo>
                      <a:pt x="198" y="41"/>
                    </a:lnTo>
                    <a:lnTo>
                      <a:pt x="198" y="39"/>
                    </a:lnTo>
                    <a:lnTo>
                      <a:pt x="198" y="38"/>
                    </a:lnTo>
                    <a:lnTo>
                      <a:pt x="201" y="36"/>
                    </a:lnTo>
                    <a:lnTo>
                      <a:pt x="201" y="35"/>
                    </a:lnTo>
                    <a:lnTo>
                      <a:pt x="201" y="33"/>
                    </a:lnTo>
                    <a:lnTo>
                      <a:pt x="205" y="31"/>
                    </a:lnTo>
                    <a:lnTo>
                      <a:pt x="205" y="30"/>
                    </a:lnTo>
                    <a:lnTo>
                      <a:pt x="205" y="28"/>
                    </a:lnTo>
                    <a:lnTo>
                      <a:pt x="208" y="27"/>
                    </a:lnTo>
                    <a:lnTo>
                      <a:pt x="208" y="26"/>
                    </a:lnTo>
                    <a:lnTo>
                      <a:pt x="208" y="24"/>
                    </a:lnTo>
                    <a:lnTo>
                      <a:pt x="211" y="23"/>
                    </a:lnTo>
                    <a:lnTo>
                      <a:pt x="211" y="21"/>
                    </a:lnTo>
                    <a:lnTo>
                      <a:pt x="211" y="20"/>
                    </a:lnTo>
                    <a:lnTo>
                      <a:pt x="214" y="19"/>
                    </a:lnTo>
                    <a:lnTo>
                      <a:pt x="214" y="18"/>
                    </a:lnTo>
                    <a:lnTo>
                      <a:pt x="214" y="16"/>
                    </a:lnTo>
                    <a:lnTo>
                      <a:pt x="217" y="15"/>
                    </a:lnTo>
                    <a:lnTo>
                      <a:pt x="217" y="14"/>
                    </a:lnTo>
                    <a:lnTo>
                      <a:pt x="217" y="13"/>
                    </a:lnTo>
                    <a:lnTo>
                      <a:pt x="221" y="12"/>
                    </a:lnTo>
                    <a:lnTo>
                      <a:pt x="221" y="11"/>
                    </a:lnTo>
                    <a:lnTo>
                      <a:pt x="221" y="10"/>
                    </a:lnTo>
                    <a:lnTo>
                      <a:pt x="224" y="9"/>
                    </a:lnTo>
                    <a:lnTo>
                      <a:pt x="224" y="8"/>
                    </a:lnTo>
                    <a:lnTo>
                      <a:pt x="224" y="8"/>
                    </a:lnTo>
                    <a:lnTo>
                      <a:pt x="227" y="7"/>
                    </a:lnTo>
                    <a:lnTo>
                      <a:pt x="227" y="6"/>
                    </a:lnTo>
                    <a:lnTo>
                      <a:pt x="227" y="5"/>
                    </a:lnTo>
                    <a:lnTo>
                      <a:pt x="230" y="5"/>
                    </a:lnTo>
                    <a:lnTo>
                      <a:pt x="230" y="4"/>
                    </a:lnTo>
                    <a:lnTo>
                      <a:pt x="230" y="3"/>
                    </a:lnTo>
                    <a:lnTo>
                      <a:pt x="233" y="3"/>
                    </a:lnTo>
                    <a:lnTo>
                      <a:pt x="233" y="2"/>
                    </a:lnTo>
                    <a:lnTo>
                      <a:pt x="233" y="2"/>
                    </a:lnTo>
                    <a:lnTo>
                      <a:pt x="237" y="1"/>
                    </a:lnTo>
                    <a:lnTo>
                      <a:pt x="237" y="1"/>
                    </a:lnTo>
                    <a:lnTo>
                      <a:pt x="240" y="1"/>
                    </a:lnTo>
                    <a:lnTo>
                      <a:pt x="240" y="0"/>
                    </a:lnTo>
                    <a:lnTo>
                      <a:pt x="243" y="0"/>
                    </a:lnTo>
                    <a:lnTo>
                      <a:pt x="246" y="0"/>
                    </a:lnTo>
                    <a:lnTo>
                      <a:pt x="249" y="1"/>
                    </a:lnTo>
                    <a:lnTo>
                      <a:pt x="253" y="1"/>
                    </a:lnTo>
                    <a:lnTo>
                      <a:pt x="253" y="1"/>
                    </a:lnTo>
                    <a:lnTo>
                      <a:pt x="253" y="2"/>
                    </a:lnTo>
                    <a:lnTo>
                      <a:pt x="256" y="2"/>
                    </a:lnTo>
                    <a:lnTo>
                      <a:pt x="256" y="3"/>
                    </a:lnTo>
                    <a:lnTo>
                      <a:pt x="256" y="3"/>
                    </a:lnTo>
                    <a:lnTo>
                      <a:pt x="259" y="4"/>
                    </a:lnTo>
                    <a:lnTo>
                      <a:pt x="259" y="5"/>
                    </a:lnTo>
                    <a:lnTo>
                      <a:pt x="259" y="5"/>
                    </a:lnTo>
                    <a:lnTo>
                      <a:pt x="262" y="6"/>
                    </a:lnTo>
                    <a:lnTo>
                      <a:pt x="262" y="7"/>
                    </a:lnTo>
                    <a:lnTo>
                      <a:pt x="262" y="8"/>
                    </a:lnTo>
                    <a:lnTo>
                      <a:pt x="265" y="8"/>
                    </a:lnTo>
                    <a:lnTo>
                      <a:pt x="265" y="9"/>
                    </a:lnTo>
                    <a:lnTo>
                      <a:pt x="265" y="10"/>
                    </a:lnTo>
                    <a:lnTo>
                      <a:pt x="269" y="11"/>
                    </a:lnTo>
                    <a:lnTo>
                      <a:pt x="269" y="12"/>
                    </a:lnTo>
                    <a:lnTo>
                      <a:pt x="269" y="13"/>
                    </a:lnTo>
                    <a:lnTo>
                      <a:pt x="272" y="14"/>
                    </a:lnTo>
                    <a:lnTo>
                      <a:pt x="272" y="15"/>
                    </a:lnTo>
                    <a:lnTo>
                      <a:pt x="272" y="16"/>
                    </a:lnTo>
                    <a:lnTo>
                      <a:pt x="275" y="18"/>
                    </a:lnTo>
                    <a:lnTo>
                      <a:pt x="275" y="19"/>
                    </a:lnTo>
                    <a:lnTo>
                      <a:pt x="275" y="20"/>
                    </a:lnTo>
                    <a:lnTo>
                      <a:pt x="278" y="21"/>
                    </a:lnTo>
                    <a:lnTo>
                      <a:pt x="278" y="23"/>
                    </a:lnTo>
                    <a:lnTo>
                      <a:pt x="278" y="24"/>
                    </a:lnTo>
                    <a:lnTo>
                      <a:pt x="281" y="26"/>
                    </a:lnTo>
                    <a:lnTo>
                      <a:pt x="281" y="27"/>
                    </a:lnTo>
                    <a:lnTo>
                      <a:pt x="281" y="28"/>
                    </a:lnTo>
                    <a:lnTo>
                      <a:pt x="285" y="30"/>
                    </a:lnTo>
                    <a:lnTo>
                      <a:pt x="285" y="31"/>
                    </a:lnTo>
                    <a:lnTo>
                      <a:pt x="285" y="33"/>
                    </a:lnTo>
                    <a:lnTo>
                      <a:pt x="288" y="35"/>
                    </a:lnTo>
                    <a:lnTo>
                      <a:pt x="288" y="36"/>
                    </a:lnTo>
                    <a:lnTo>
                      <a:pt x="288" y="38"/>
                    </a:lnTo>
                    <a:lnTo>
                      <a:pt x="291" y="39"/>
                    </a:lnTo>
                    <a:lnTo>
                      <a:pt x="291" y="41"/>
                    </a:lnTo>
                    <a:lnTo>
                      <a:pt x="291" y="42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5" name="Freeform 39"/>
              <p:cNvSpPr>
                <a:spLocks/>
              </p:cNvSpPr>
              <p:nvPr/>
            </p:nvSpPr>
            <p:spPr bwMode="auto">
              <a:xfrm>
                <a:off x="1879" y="2442"/>
                <a:ext cx="286" cy="121"/>
              </a:xfrm>
              <a:custGeom>
                <a:avLst/>
                <a:gdLst>
                  <a:gd name="T0" fmla="*/ 3 w 286"/>
                  <a:gd name="T1" fmla="*/ 47 h 121"/>
                  <a:gd name="T2" fmla="*/ 6 w 286"/>
                  <a:gd name="T3" fmla="*/ 54 h 121"/>
                  <a:gd name="T4" fmla="*/ 13 w 286"/>
                  <a:gd name="T5" fmla="*/ 61 h 121"/>
                  <a:gd name="T6" fmla="*/ 16 w 286"/>
                  <a:gd name="T7" fmla="*/ 67 h 121"/>
                  <a:gd name="T8" fmla="*/ 19 w 286"/>
                  <a:gd name="T9" fmla="*/ 74 h 121"/>
                  <a:gd name="T10" fmla="*/ 26 w 286"/>
                  <a:gd name="T11" fmla="*/ 81 h 121"/>
                  <a:gd name="T12" fmla="*/ 29 w 286"/>
                  <a:gd name="T13" fmla="*/ 87 h 121"/>
                  <a:gd name="T14" fmla="*/ 32 w 286"/>
                  <a:gd name="T15" fmla="*/ 93 h 121"/>
                  <a:gd name="T16" fmla="*/ 38 w 286"/>
                  <a:gd name="T17" fmla="*/ 98 h 121"/>
                  <a:gd name="T18" fmla="*/ 42 w 286"/>
                  <a:gd name="T19" fmla="*/ 103 h 121"/>
                  <a:gd name="T20" fmla="*/ 45 w 286"/>
                  <a:gd name="T21" fmla="*/ 108 h 121"/>
                  <a:gd name="T22" fmla="*/ 51 w 286"/>
                  <a:gd name="T23" fmla="*/ 112 h 121"/>
                  <a:gd name="T24" fmla="*/ 54 w 286"/>
                  <a:gd name="T25" fmla="*/ 115 h 121"/>
                  <a:gd name="T26" fmla="*/ 58 w 286"/>
                  <a:gd name="T27" fmla="*/ 117 h 121"/>
                  <a:gd name="T28" fmla="*/ 64 w 286"/>
                  <a:gd name="T29" fmla="*/ 119 h 121"/>
                  <a:gd name="T30" fmla="*/ 74 w 286"/>
                  <a:gd name="T31" fmla="*/ 120 h 121"/>
                  <a:gd name="T32" fmla="*/ 80 w 286"/>
                  <a:gd name="T33" fmla="*/ 118 h 121"/>
                  <a:gd name="T34" fmla="*/ 83 w 286"/>
                  <a:gd name="T35" fmla="*/ 116 h 121"/>
                  <a:gd name="T36" fmla="*/ 90 w 286"/>
                  <a:gd name="T37" fmla="*/ 113 h 121"/>
                  <a:gd name="T38" fmla="*/ 93 w 286"/>
                  <a:gd name="T39" fmla="*/ 110 h 121"/>
                  <a:gd name="T40" fmla="*/ 96 w 286"/>
                  <a:gd name="T41" fmla="*/ 106 h 121"/>
                  <a:gd name="T42" fmla="*/ 102 w 286"/>
                  <a:gd name="T43" fmla="*/ 101 h 121"/>
                  <a:gd name="T44" fmla="*/ 106 w 286"/>
                  <a:gd name="T45" fmla="*/ 96 h 121"/>
                  <a:gd name="T46" fmla="*/ 109 w 286"/>
                  <a:gd name="T47" fmla="*/ 90 h 121"/>
                  <a:gd name="T48" fmla="*/ 112 w 286"/>
                  <a:gd name="T49" fmla="*/ 84 h 121"/>
                  <a:gd name="T50" fmla="*/ 118 w 286"/>
                  <a:gd name="T51" fmla="*/ 78 h 121"/>
                  <a:gd name="T52" fmla="*/ 122 w 286"/>
                  <a:gd name="T53" fmla="*/ 71 h 121"/>
                  <a:gd name="T54" fmla="*/ 125 w 286"/>
                  <a:gd name="T55" fmla="*/ 64 h 121"/>
                  <a:gd name="T56" fmla="*/ 131 w 286"/>
                  <a:gd name="T57" fmla="*/ 58 h 121"/>
                  <a:gd name="T58" fmla="*/ 134 w 286"/>
                  <a:gd name="T59" fmla="*/ 51 h 121"/>
                  <a:gd name="T60" fmla="*/ 138 w 286"/>
                  <a:gd name="T61" fmla="*/ 44 h 121"/>
                  <a:gd name="T62" fmla="*/ 144 w 286"/>
                  <a:gd name="T63" fmla="*/ 38 h 121"/>
                  <a:gd name="T64" fmla="*/ 147 w 286"/>
                  <a:gd name="T65" fmla="*/ 32 h 121"/>
                  <a:gd name="T66" fmla="*/ 150 w 286"/>
                  <a:gd name="T67" fmla="*/ 26 h 121"/>
                  <a:gd name="T68" fmla="*/ 157 w 286"/>
                  <a:gd name="T69" fmla="*/ 21 h 121"/>
                  <a:gd name="T70" fmla="*/ 160 w 286"/>
                  <a:gd name="T71" fmla="*/ 16 h 121"/>
                  <a:gd name="T72" fmla="*/ 163 w 286"/>
                  <a:gd name="T73" fmla="*/ 12 h 121"/>
                  <a:gd name="T74" fmla="*/ 170 w 286"/>
                  <a:gd name="T75" fmla="*/ 8 h 121"/>
                  <a:gd name="T76" fmla="*/ 173 w 286"/>
                  <a:gd name="T77" fmla="*/ 5 h 121"/>
                  <a:gd name="T78" fmla="*/ 176 w 286"/>
                  <a:gd name="T79" fmla="*/ 2 h 121"/>
                  <a:gd name="T80" fmla="*/ 182 w 286"/>
                  <a:gd name="T81" fmla="*/ 1 h 121"/>
                  <a:gd name="T82" fmla="*/ 195 w 286"/>
                  <a:gd name="T83" fmla="*/ 1 h 121"/>
                  <a:gd name="T84" fmla="*/ 198 w 286"/>
                  <a:gd name="T85" fmla="*/ 2 h 121"/>
                  <a:gd name="T86" fmla="*/ 202 w 286"/>
                  <a:gd name="T87" fmla="*/ 5 h 121"/>
                  <a:gd name="T88" fmla="*/ 208 w 286"/>
                  <a:gd name="T89" fmla="*/ 7 h 121"/>
                  <a:gd name="T90" fmla="*/ 211 w 286"/>
                  <a:gd name="T91" fmla="*/ 11 h 121"/>
                  <a:gd name="T92" fmla="*/ 214 w 286"/>
                  <a:gd name="T93" fmla="*/ 15 h 121"/>
                  <a:gd name="T94" fmla="*/ 218 w 286"/>
                  <a:gd name="T95" fmla="*/ 20 h 121"/>
                  <a:gd name="T96" fmla="*/ 224 w 286"/>
                  <a:gd name="T97" fmla="*/ 25 h 121"/>
                  <a:gd name="T98" fmla="*/ 227 w 286"/>
                  <a:gd name="T99" fmla="*/ 31 h 121"/>
                  <a:gd name="T100" fmla="*/ 230 w 286"/>
                  <a:gd name="T101" fmla="*/ 37 h 121"/>
                  <a:gd name="T102" fmla="*/ 237 w 286"/>
                  <a:gd name="T103" fmla="*/ 44 h 121"/>
                  <a:gd name="T104" fmla="*/ 240 w 286"/>
                  <a:gd name="T105" fmla="*/ 50 h 121"/>
                  <a:gd name="T106" fmla="*/ 243 w 286"/>
                  <a:gd name="T107" fmla="*/ 57 h 121"/>
                  <a:gd name="T108" fmla="*/ 250 w 286"/>
                  <a:gd name="T109" fmla="*/ 64 h 121"/>
                  <a:gd name="T110" fmla="*/ 253 w 286"/>
                  <a:gd name="T111" fmla="*/ 71 h 121"/>
                  <a:gd name="T112" fmla="*/ 256 w 286"/>
                  <a:gd name="T113" fmla="*/ 77 h 121"/>
                  <a:gd name="T114" fmla="*/ 262 w 286"/>
                  <a:gd name="T115" fmla="*/ 84 h 121"/>
                  <a:gd name="T116" fmla="*/ 266 w 286"/>
                  <a:gd name="T117" fmla="*/ 90 h 121"/>
                  <a:gd name="T118" fmla="*/ 269 w 286"/>
                  <a:gd name="T119" fmla="*/ 95 h 121"/>
                  <a:gd name="T120" fmla="*/ 275 w 286"/>
                  <a:gd name="T121" fmla="*/ 100 h 121"/>
                  <a:gd name="T122" fmla="*/ 278 w 286"/>
                  <a:gd name="T123" fmla="*/ 105 h 121"/>
                  <a:gd name="T124" fmla="*/ 282 w 286"/>
                  <a:gd name="T125" fmla="*/ 109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86" h="121">
                    <a:moveTo>
                      <a:pt x="0" y="42"/>
                    </a:moveTo>
                    <a:lnTo>
                      <a:pt x="3" y="44"/>
                    </a:lnTo>
                    <a:lnTo>
                      <a:pt x="3" y="46"/>
                    </a:lnTo>
                    <a:lnTo>
                      <a:pt x="3" y="47"/>
                    </a:lnTo>
                    <a:lnTo>
                      <a:pt x="6" y="49"/>
                    </a:lnTo>
                    <a:lnTo>
                      <a:pt x="6" y="51"/>
                    </a:lnTo>
                    <a:lnTo>
                      <a:pt x="6" y="52"/>
                    </a:lnTo>
                    <a:lnTo>
                      <a:pt x="6" y="54"/>
                    </a:lnTo>
                    <a:lnTo>
                      <a:pt x="10" y="56"/>
                    </a:lnTo>
                    <a:lnTo>
                      <a:pt x="10" y="58"/>
                    </a:lnTo>
                    <a:lnTo>
                      <a:pt x="10" y="59"/>
                    </a:lnTo>
                    <a:lnTo>
                      <a:pt x="13" y="61"/>
                    </a:lnTo>
                    <a:lnTo>
                      <a:pt x="13" y="62"/>
                    </a:lnTo>
                    <a:lnTo>
                      <a:pt x="13" y="64"/>
                    </a:lnTo>
                    <a:lnTo>
                      <a:pt x="16" y="66"/>
                    </a:lnTo>
                    <a:lnTo>
                      <a:pt x="16" y="67"/>
                    </a:lnTo>
                    <a:lnTo>
                      <a:pt x="16" y="69"/>
                    </a:lnTo>
                    <a:lnTo>
                      <a:pt x="19" y="71"/>
                    </a:lnTo>
                    <a:lnTo>
                      <a:pt x="19" y="73"/>
                    </a:lnTo>
                    <a:lnTo>
                      <a:pt x="19" y="74"/>
                    </a:lnTo>
                    <a:lnTo>
                      <a:pt x="22" y="76"/>
                    </a:lnTo>
                    <a:lnTo>
                      <a:pt x="22" y="77"/>
                    </a:lnTo>
                    <a:lnTo>
                      <a:pt x="22" y="79"/>
                    </a:lnTo>
                    <a:lnTo>
                      <a:pt x="26" y="81"/>
                    </a:lnTo>
                    <a:lnTo>
                      <a:pt x="26" y="82"/>
                    </a:lnTo>
                    <a:lnTo>
                      <a:pt x="26" y="84"/>
                    </a:lnTo>
                    <a:lnTo>
                      <a:pt x="29" y="85"/>
                    </a:lnTo>
                    <a:lnTo>
                      <a:pt x="29" y="87"/>
                    </a:lnTo>
                    <a:lnTo>
                      <a:pt x="29" y="89"/>
                    </a:lnTo>
                    <a:lnTo>
                      <a:pt x="32" y="90"/>
                    </a:lnTo>
                    <a:lnTo>
                      <a:pt x="32" y="91"/>
                    </a:lnTo>
                    <a:lnTo>
                      <a:pt x="32" y="93"/>
                    </a:lnTo>
                    <a:lnTo>
                      <a:pt x="35" y="94"/>
                    </a:lnTo>
                    <a:lnTo>
                      <a:pt x="35" y="96"/>
                    </a:lnTo>
                    <a:lnTo>
                      <a:pt x="35" y="97"/>
                    </a:lnTo>
                    <a:lnTo>
                      <a:pt x="38" y="98"/>
                    </a:lnTo>
                    <a:lnTo>
                      <a:pt x="38" y="100"/>
                    </a:lnTo>
                    <a:lnTo>
                      <a:pt x="38" y="101"/>
                    </a:lnTo>
                    <a:lnTo>
                      <a:pt x="42" y="102"/>
                    </a:lnTo>
                    <a:lnTo>
                      <a:pt x="42" y="103"/>
                    </a:lnTo>
                    <a:lnTo>
                      <a:pt x="42" y="104"/>
                    </a:lnTo>
                    <a:lnTo>
                      <a:pt x="45" y="105"/>
                    </a:lnTo>
                    <a:lnTo>
                      <a:pt x="45" y="107"/>
                    </a:lnTo>
                    <a:lnTo>
                      <a:pt x="45" y="108"/>
                    </a:lnTo>
                    <a:lnTo>
                      <a:pt x="48" y="108"/>
                    </a:lnTo>
                    <a:lnTo>
                      <a:pt x="48" y="110"/>
                    </a:lnTo>
                    <a:lnTo>
                      <a:pt x="48" y="110"/>
                    </a:lnTo>
                    <a:lnTo>
                      <a:pt x="51" y="112"/>
                    </a:lnTo>
                    <a:lnTo>
                      <a:pt x="51" y="112"/>
                    </a:lnTo>
                    <a:lnTo>
                      <a:pt x="51" y="113"/>
                    </a:lnTo>
                    <a:lnTo>
                      <a:pt x="54" y="114"/>
                    </a:lnTo>
                    <a:lnTo>
                      <a:pt x="54" y="115"/>
                    </a:lnTo>
                    <a:lnTo>
                      <a:pt x="54" y="115"/>
                    </a:lnTo>
                    <a:lnTo>
                      <a:pt x="58" y="116"/>
                    </a:lnTo>
                    <a:lnTo>
                      <a:pt x="58" y="117"/>
                    </a:lnTo>
                    <a:lnTo>
                      <a:pt x="58" y="117"/>
                    </a:lnTo>
                    <a:lnTo>
                      <a:pt x="61" y="118"/>
                    </a:lnTo>
                    <a:lnTo>
                      <a:pt x="61" y="118"/>
                    </a:lnTo>
                    <a:lnTo>
                      <a:pt x="61" y="119"/>
                    </a:lnTo>
                    <a:lnTo>
                      <a:pt x="64" y="119"/>
                    </a:lnTo>
                    <a:lnTo>
                      <a:pt x="64" y="119"/>
                    </a:lnTo>
                    <a:lnTo>
                      <a:pt x="67" y="120"/>
                    </a:lnTo>
                    <a:lnTo>
                      <a:pt x="70" y="120"/>
                    </a:lnTo>
                    <a:lnTo>
                      <a:pt x="74" y="120"/>
                    </a:lnTo>
                    <a:lnTo>
                      <a:pt x="77" y="119"/>
                    </a:lnTo>
                    <a:lnTo>
                      <a:pt x="77" y="119"/>
                    </a:lnTo>
                    <a:lnTo>
                      <a:pt x="80" y="119"/>
                    </a:lnTo>
                    <a:lnTo>
                      <a:pt x="80" y="118"/>
                    </a:lnTo>
                    <a:lnTo>
                      <a:pt x="80" y="118"/>
                    </a:lnTo>
                    <a:lnTo>
                      <a:pt x="83" y="117"/>
                    </a:lnTo>
                    <a:lnTo>
                      <a:pt x="83" y="117"/>
                    </a:lnTo>
                    <a:lnTo>
                      <a:pt x="83" y="116"/>
                    </a:lnTo>
                    <a:lnTo>
                      <a:pt x="86" y="115"/>
                    </a:lnTo>
                    <a:lnTo>
                      <a:pt x="86" y="115"/>
                    </a:lnTo>
                    <a:lnTo>
                      <a:pt x="86" y="114"/>
                    </a:lnTo>
                    <a:lnTo>
                      <a:pt x="90" y="113"/>
                    </a:lnTo>
                    <a:lnTo>
                      <a:pt x="90" y="112"/>
                    </a:lnTo>
                    <a:lnTo>
                      <a:pt x="90" y="112"/>
                    </a:lnTo>
                    <a:lnTo>
                      <a:pt x="93" y="111"/>
                    </a:lnTo>
                    <a:lnTo>
                      <a:pt x="93" y="110"/>
                    </a:lnTo>
                    <a:lnTo>
                      <a:pt x="93" y="109"/>
                    </a:lnTo>
                    <a:lnTo>
                      <a:pt x="96" y="108"/>
                    </a:lnTo>
                    <a:lnTo>
                      <a:pt x="96" y="107"/>
                    </a:lnTo>
                    <a:lnTo>
                      <a:pt x="96" y="106"/>
                    </a:lnTo>
                    <a:lnTo>
                      <a:pt x="99" y="105"/>
                    </a:lnTo>
                    <a:lnTo>
                      <a:pt x="99" y="104"/>
                    </a:lnTo>
                    <a:lnTo>
                      <a:pt x="99" y="102"/>
                    </a:lnTo>
                    <a:lnTo>
                      <a:pt x="102" y="101"/>
                    </a:lnTo>
                    <a:lnTo>
                      <a:pt x="102" y="100"/>
                    </a:lnTo>
                    <a:lnTo>
                      <a:pt x="102" y="99"/>
                    </a:lnTo>
                    <a:lnTo>
                      <a:pt x="106" y="97"/>
                    </a:lnTo>
                    <a:lnTo>
                      <a:pt x="106" y="96"/>
                    </a:lnTo>
                    <a:lnTo>
                      <a:pt x="106" y="94"/>
                    </a:lnTo>
                    <a:lnTo>
                      <a:pt x="109" y="93"/>
                    </a:lnTo>
                    <a:lnTo>
                      <a:pt x="109" y="92"/>
                    </a:lnTo>
                    <a:lnTo>
                      <a:pt x="109" y="90"/>
                    </a:lnTo>
                    <a:lnTo>
                      <a:pt x="112" y="89"/>
                    </a:lnTo>
                    <a:lnTo>
                      <a:pt x="112" y="87"/>
                    </a:lnTo>
                    <a:lnTo>
                      <a:pt x="112" y="86"/>
                    </a:lnTo>
                    <a:lnTo>
                      <a:pt x="112" y="84"/>
                    </a:lnTo>
                    <a:lnTo>
                      <a:pt x="115" y="82"/>
                    </a:lnTo>
                    <a:lnTo>
                      <a:pt x="115" y="81"/>
                    </a:lnTo>
                    <a:lnTo>
                      <a:pt x="115" y="79"/>
                    </a:lnTo>
                    <a:lnTo>
                      <a:pt x="118" y="78"/>
                    </a:lnTo>
                    <a:lnTo>
                      <a:pt x="118" y="76"/>
                    </a:lnTo>
                    <a:lnTo>
                      <a:pt x="118" y="74"/>
                    </a:lnTo>
                    <a:lnTo>
                      <a:pt x="122" y="73"/>
                    </a:lnTo>
                    <a:lnTo>
                      <a:pt x="122" y="71"/>
                    </a:lnTo>
                    <a:lnTo>
                      <a:pt x="122" y="69"/>
                    </a:lnTo>
                    <a:lnTo>
                      <a:pt x="125" y="68"/>
                    </a:lnTo>
                    <a:lnTo>
                      <a:pt x="125" y="66"/>
                    </a:lnTo>
                    <a:lnTo>
                      <a:pt x="125" y="64"/>
                    </a:lnTo>
                    <a:lnTo>
                      <a:pt x="128" y="63"/>
                    </a:lnTo>
                    <a:lnTo>
                      <a:pt x="128" y="61"/>
                    </a:lnTo>
                    <a:lnTo>
                      <a:pt x="128" y="59"/>
                    </a:lnTo>
                    <a:lnTo>
                      <a:pt x="131" y="58"/>
                    </a:lnTo>
                    <a:lnTo>
                      <a:pt x="131" y="56"/>
                    </a:lnTo>
                    <a:lnTo>
                      <a:pt x="131" y="54"/>
                    </a:lnTo>
                    <a:lnTo>
                      <a:pt x="134" y="53"/>
                    </a:lnTo>
                    <a:lnTo>
                      <a:pt x="134" y="51"/>
                    </a:lnTo>
                    <a:lnTo>
                      <a:pt x="134" y="49"/>
                    </a:lnTo>
                    <a:lnTo>
                      <a:pt x="138" y="47"/>
                    </a:lnTo>
                    <a:lnTo>
                      <a:pt x="138" y="46"/>
                    </a:lnTo>
                    <a:lnTo>
                      <a:pt x="138" y="44"/>
                    </a:lnTo>
                    <a:lnTo>
                      <a:pt x="141" y="43"/>
                    </a:lnTo>
                    <a:lnTo>
                      <a:pt x="141" y="41"/>
                    </a:lnTo>
                    <a:lnTo>
                      <a:pt x="141" y="39"/>
                    </a:lnTo>
                    <a:lnTo>
                      <a:pt x="144" y="38"/>
                    </a:lnTo>
                    <a:lnTo>
                      <a:pt x="144" y="36"/>
                    </a:lnTo>
                    <a:lnTo>
                      <a:pt x="144" y="35"/>
                    </a:lnTo>
                    <a:lnTo>
                      <a:pt x="147" y="33"/>
                    </a:lnTo>
                    <a:lnTo>
                      <a:pt x="147" y="32"/>
                    </a:lnTo>
                    <a:lnTo>
                      <a:pt x="147" y="30"/>
                    </a:lnTo>
                    <a:lnTo>
                      <a:pt x="150" y="29"/>
                    </a:lnTo>
                    <a:lnTo>
                      <a:pt x="150" y="27"/>
                    </a:lnTo>
                    <a:lnTo>
                      <a:pt x="150" y="26"/>
                    </a:lnTo>
                    <a:lnTo>
                      <a:pt x="154" y="24"/>
                    </a:lnTo>
                    <a:lnTo>
                      <a:pt x="154" y="23"/>
                    </a:lnTo>
                    <a:lnTo>
                      <a:pt x="154" y="22"/>
                    </a:lnTo>
                    <a:lnTo>
                      <a:pt x="157" y="21"/>
                    </a:lnTo>
                    <a:lnTo>
                      <a:pt x="157" y="19"/>
                    </a:lnTo>
                    <a:lnTo>
                      <a:pt x="157" y="18"/>
                    </a:lnTo>
                    <a:lnTo>
                      <a:pt x="160" y="17"/>
                    </a:lnTo>
                    <a:lnTo>
                      <a:pt x="160" y="16"/>
                    </a:lnTo>
                    <a:lnTo>
                      <a:pt x="160" y="15"/>
                    </a:lnTo>
                    <a:lnTo>
                      <a:pt x="163" y="13"/>
                    </a:lnTo>
                    <a:lnTo>
                      <a:pt x="163" y="13"/>
                    </a:lnTo>
                    <a:lnTo>
                      <a:pt x="163" y="12"/>
                    </a:lnTo>
                    <a:lnTo>
                      <a:pt x="166" y="10"/>
                    </a:lnTo>
                    <a:lnTo>
                      <a:pt x="166" y="10"/>
                    </a:lnTo>
                    <a:lnTo>
                      <a:pt x="166" y="9"/>
                    </a:lnTo>
                    <a:lnTo>
                      <a:pt x="170" y="8"/>
                    </a:lnTo>
                    <a:lnTo>
                      <a:pt x="170" y="7"/>
                    </a:lnTo>
                    <a:lnTo>
                      <a:pt x="170" y="6"/>
                    </a:lnTo>
                    <a:lnTo>
                      <a:pt x="173" y="5"/>
                    </a:lnTo>
                    <a:lnTo>
                      <a:pt x="173" y="5"/>
                    </a:lnTo>
                    <a:lnTo>
                      <a:pt x="173" y="4"/>
                    </a:lnTo>
                    <a:lnTo>
                      <a:pt x="176" y="3"/>
                    </a:lnTo>
                    <a:lnTo>
                      <a:pt x="176" y="3"/>
                    </a:lnTo>
                    <a:lnTo>
                      <a:pt x="176" y="2"/>
                    </a:lnTo>
                    <a:lnTo>
                      <a:pt x="179" y="2"/>
                    </a:lnTo>
                    <a:lnTo>
                      <a:pt x="179" y="1"/>
                    </a:lnTo>
                    <a:lnTo>
                      <a:pt x="179" y="1"/>
                    </a:lnTo>
                    <a:lnTo>
                      <a:pt x="182" y="1"/>
                    </a:lnTo>
                    <a:lnTo>
                      <a:pt x="186" y="0"/>
                    </a:lnTo>
                    <a:lnTo>
                      <a:pt x="189" y="0"/>
                    </a:lnTo>
                    <a:lnTo>
                      <a:pt x="192" y="0"/>
                    </a:lnTo>
                    <a:lnTo>
                      <a:pt x="195" y="1"/>
                    </a:lnTo>
                    <a:lnTo>
                      <a:pt x="195" y="1"/>
                    </a:lnTo>
                    <a:lnTo>
                      <a:pt x="195" y="1"/>
                    </a:lnTo>
                    <a:lnTo>
                      <a:pt x="198" y="2"/>
                    </a:lnTo>
                    <a:lnTo>
                      <a:pt x="198" y="2"/>
                    </a:lnTo>
                    <a:lnTo>
                      <a:pt x="198" y="3"/>
                    </a:lnTo>
                    <a:lnTo>
                      <a:pt x="202" y="3"/>
                    </a:lnTo>
                    <a:lnTo>
                      <a:pt x="202" y="4"/>
                    </a:lnTo>
                    <a:lnTo>
                      <a:pt x="202" y="5"/>
                    </a:lnTo>
                    <a:lnTo>
                      <a:pt x="205" y="5"/>
                    </a:lnTo>
                    <a:lnTo>
                      <a:pt x="205" y="6"/>
                    </a:lnTo>
                    <a:lnTo>
                      <a:pt x="205" y="6"/>
                    </a:lnTo>
                    <a:lnTo>
                      <a:pt x="208" y="7"/>
                    </a:lnTo>
                    <a:lnTo>
                      <a:pt x="208" y="8"/>
                    </a:lnTo>
                    <a:lnTo>
                      <a:pt x="208" y="9"/>
                    </a:lnTo>
                    <a:lnTo>
                      <a:pt x="211" y="10"/>
                    </a:lnTo>
                    <a:lnTo>
                      <a:pt x="211" y="11"/>
                    </a:lnTo>
                    <a:lnTo>
                      <a:pt x="211" y="12"/>
                    </a:lnTo>
                    <a:lnTo>
                      <a:pt x="214" y="13"/>
                    </a:lnTo>
                    <a:lnTo>
                      <a:pt x="214" y="14"/>
                    </a:lnTo>
                    <a:lnTo>
                      <a:pt x="214" y="15"/>
                    </a:lnTo>
                    <a:lnTo>
                      <a:pt x="218" y="16"/>
                    </a:lnTo>
                    <a:lnTo>
                      <a:pt x="218" y="18"/>
                    </a:lnTo>
                    <a:lnTo>
                      <a:pt x="218" y="19"/>
                    </a:lnTo>
                    <a:lnTo>
                      <a:pt x="218" y="20"/>
                    </a:lnTo>
                    <a:lnTo>
                      <a:pt x="221" y="21"/>
                    </a:lnTo>
                    <a:lnTo>
                      <a:pt x="221" y="23"/>
                    </a:lnTo>
                    <a:lnTo>
                      <a:pt x="221" y="24"/>
                    </a:lnTo>
                    <a:lnTo>
                      <a:pt x="224" y="25"/>
                    </a:lnTo>
                    <a:lnTo>
                      <a:pt x="224" y="27"/>
                    </a:lnTo>
                    <a:lnTo>
                      <a:pt x="224" y="28"/>
                    </a:lnTo>
                    <a:lnTo>
                      <a:pt x="227" y="29"/>
                    </a:lnTo>
                    <a:lnTo>
                      <a:pt x="227" y="31"/>
                    </a:lnTo>
                    <a:lnTo>
                      <a:pt x="227" y="33"/>
                    </a:lnTo>
                    <a:lnTo>
                      <a:pt x="230" y="34"/>
                    </a:lnTo>
                    <a:lnTo>
                      <a:pt x="230" y="36"/>
                    </a:lnTo>
                    <a:lnTo>
                      <a:pt x="230" y="37"/>
                    </a:lnTo>
                    <a:lnTo>
                      <a:pt x="234" y="39"/>
                    </a:lnTo>
                    <a:lnTo>
                      <a:pt x="234" y="40"/>
                    </a:lnTo>
                    <a:lnTo>
                      <a:pt x="234" y="42"/>
                    </a:lnTo>
                    <a:lnTo>
                      <a:pt x="237" y="44"/>
                    </a:lnTo>
                    <a:lnTo>
                      <a:pt x="237" y="45"/>
                    </a:lnTo>
                    <a:lnTo>
                      <a:pt x="237" y="47"/>
                    </a:lnTo>
                    <a:lnTo>
                      <a:pt x="240" y="49"/>
                    </a:lnTo>
                    <a:lnTo>
                      <a:pt x="240" y="50"/>
                    </a:lnTo>
                    <a:lnTo>
                      <a:pt x="240" y="52"/>
                    </a:lnTo>
                    <a:lnTo>
                      <a:pt x="243" y="54"/>
                    </a:lnTo>
                    <a:lnTo>
                      <a:pt x="243" y="55"/>
                    </a:lnTo>
                    <a:lnTo>
                      <a:pt x="243" y="57"/>
                    </a:lnTo>
                    <a:lnTo>
                      <a:pt x="246" y="59"/>
                    </a:lnTo>
                    <a:lnTo>
                      <a:pt x="246" y="60"/>
                    </a:lnTo>
                    <a:lnTo>
                      <a:pt x="246" y="62"/>
                    </a:lnTo>
                    <a:lnTo>
                      <a:pt x="250" y="64"/>
                    </a:lnTo>
                    <a:lnTo>
                      <a:pt x="250" y="66"/>
                    </a:lnTo>
                    <a:lnTo>
                      <a:pt x="250" y="67"/>
                    </a:lnTo>
                    <a:lnTo>
                      <a:pt x="253" y="69"/>
                    </a:lnTo>
                    <a:lnTo>
                      <a:pt x="253" y="71"/>
                    </a:lnTo>
                    <a:lnTo>
                      <a:pt x="253" y="72"/>
                    </a:lnTo>
                    <a:lnTo>
                      <a:pt x="256" y="74"/>
                    </a:lnTo>
                    <a:lnTo>
                      <a:pt x="256" y="76"/>
                    </a:lnTo>
                    <a:lnTo>
                      <a:pt x="256" y="77"/>
                    </a:lnTo>
                    <a:lnTo>
                      <a:pt x="259" y="79"/>
                    </a:lnTo>
                    <a:lnTo>
                      <a:pt x="259" y="81"/>
                    </a:lnTo>
                    <a:lnTo>
                      <a:pt x="259" y="82"/>
                    </a:lnTo>
                    <a:lnTo>
                      <a:pt x="262" y="84"/>
                    </a:lnTo>
                    <a:lnTo>
                      <a:pt x="262" y="85"/>
                    </a:lnTo>
                    <a:lnTo>
                      <a:pt x="262" y="87"/>
                    </a:lnTo>
                    <a:lnTo>
                      <a:pt x="266" y="88"/>
                    </a:lnTo>
                    <a:lnTo>
                      <a:pt x="266" y="90"/>
                    </a:lnTo>
                    <a:lnTo>
                      <a:pt x="266" y="91"/>
                    </a:lnTo>
                    <a:lnTo>
                      <a:pt x="269" y="92"/>
                    </a:lnTo>
                    <a:lnTo>
                      <a:pt x="269" y="94"/>
                    </a:lnTo>
                    <a:lnTo>
                      <a:pt x="269" y="95"/>
                    </a:lnTo>
                    <a:lnTo>
                      <a:pt x="272" y="97"/>
                    </a:lnTo>
                    <a:lnTo>
                      <a:pt x="272" y="98"/>
                    </a:lnTo>
                    <a:lnTo>
                      <a:pt x="272" y="99"/>
                    </a:lnTo>
                    <a:lnTo>
                      <a:pt x="275" y="100"/>
                    </a:lnTo>
                    <a:lnTo>
                      <a:pt x="275" y="102"/>
                    </a:lnTo>
                    <a:lnTo>
                      <a:pt x="275" y="103"/>
                    </a:lnTo>
                    <a:lnTo>
                      <a:pt x="278" y="104"/>
                    </a:lnTo>
                    <a:lnTo>
                      <a:pt x="278" y="105"/>
                    </a:lnTo>
                    <a:lnTo>
                      <a:pt x="278" y="106"/>
                    </a:lnTo>
                    <a:lnTo>
                      <a:pt x="282" y="107"/>
                    </a:lnTo>
                    <a:lnTo>
                      <a:pt x="282" y="108"/>
                    </a:lnTo>
                    <a:lnTo>
                      <a:pt x="282" y="109"/>
                    </a:lnTo>
                    <a:lnTo>
                      <a:pt x="285" y="110"/>
                    </a:lnTo>
                    <a:lnTo>
                      <a:pt x="285" y="111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6" name="Freeform 40"/>
              <p:cNvSpPr>
                <a:spLocks/>
              </p:cNvSpPr>
              <p:nvPr/>
            </p:nvSpPr>
            <p:spPr bwMode="auto">
              <a:xfrm>
                <a:off x="2164" y="2442"/>
                <a:ext cx="196" cy="121"/>
              </a:xfrm>
              <a:custGeom>
                <a:avLst/>
                <a:gdLst>
                  <a:gd name="T0" fmla="*/ 3 w 196"/>
                  <a:gd name="T1" fmla="*/ 113 h 121"/>
                  <a:gd name="T2" fmla="*/ 6 w 196"/>
                  <a:gd name="T3" fmla="*/ 115 h 121"/>
                  <a:gd name="T4" fmla="*/ 9 w 196"/>
                  <a:gd name="T5" fmla="*/ 117 h 121"/>
                  <a:gd name="T6" fmla="*/ 13 w 196"/>
                  <a:gd name="T7" fmla="*/ 119 h 121"/>
                  <a:gd name="T8" fmla="*/ 16 w 196"/>
                  <a:gd name="T9" fmla="*/ 120 h 121"/>
                  <a:gd name="T10" fmla="*/ 25 w 196"/>
                  <a:gd name="T11" fmla="*/ 120 h 121"/>
                  <a:gd name="T12" fmla="*/ 29 w 196"/>
                  <a:gd name="T13" fmla="*/ 119 h 121"/>
                  <a:gd name="T14" fmla="*/ 32 w 196"/>
                  <a:gd name="T15" fmla="*/ 117 h 121"/>
                  <a:gd name="T16" fmla="*/ 35 w 196"/>
                  <a:gd name="T17" fmla="*/ 115 h 121"/>
                  <a:gd name="T18" fmla="*/ 38 w 196"/>
                  <a:gd name="T19" fmla="*/ 114 h 121"/>
                  <a:gd name="T20" fmla="*/ 41 w 196"/>
                  <a:gd name="T21" fmla="*/ 111 h 121"/>
                  <a:gd name="T22" fmla="*/ 45 w 196"/>
                  <a:gd name="T23" fmla="*/ 108 h 121"/>
                  <a:gd name="T24" fmla="*/ 48 w 196"/>
                  <a:gd name="T25" fmla="*/ 105 h 121"/>
                  <a:gd name="T26" fmla="*/ 51 w 196"/>
                  <a:gd name="T27" fmla="*/ 101 h 121"/>
                  <a:gd name="T28" fmla="*/ 54 w 196"/>
                  <a:gd name="T29" fmla="*/ 97 h 121"/>
                  <a:gd name="T30" fmla="*/ 57 w 196"/>
                  <a:gd name="T31" fmla="*/ 94 h 121"/>
                  <a:gd name="T32" fmla="*/ 61 w 196"/>
                  <a:gd name="T33" fmla="*/ 89 h 121"/>
                  <a:gd name="T34" fmla="*/ 64 w 196"/>
                  <a:gd name="T35" fmla="*/ 84 h 121"/>
                  <a:gd name="T36" fmla="*/ 67 w 196"/>
                  <a:gd name="T37" fmla="*/ 80 h 121"/>
                  <a:gd name="T38" fmla="*/ 70 w 196"/>
                  <a:gd name="T39" fmla="*/ 75 h 121"/>
                  <a:gd name="T40" fmla="*/ 73 w 196"/>
                  <a:gd name="T41" fmla="*/ 70 h 121"/>
                  <a:gd name="T42" fmla="*/ 77 w 196"/>
                  <a:gd name="T43" fmla="*/ 65 h 121"/>
                  <a:gd name="T44" fmla="*/ 80 w 196"/>
                  <a:gd name="T45" fmla="*/ 60 h 121"/>
                  <a:gd name="T46" fmla="*/ 83 w 196"/>
                  <a:gd name="T47" fmla="*/ 55 h 121"/>
                  <a:gd name="T48" fmla="*/ 86 w 196"/>
                  <a:gd name="T49" fmla="*/ 50 h 121"/>
                  <a:gd name="T50" fmla="*/ 89 w 196"/>
                  <a:gd name="T51" fmla="*/ 45 h 121"/>
                  <a:gd name="T52" fmla="*/ 93 w 196"/>
                  <a:gd name="T53" fmla="*/ 40 h 121"/>
                  <a:gd name="T54" fmla="*/ 96 w 196"/>
                  <a:gd name="T55" fmla="*/ 35 h 121"/>
                  <a:gd name="T56" fmla="*/ 99 w 196"/>
                  <a:gd name="T57" fmla="*/ 31 h 121"/>
                  <a:gd name="T58" fmla="*/ 102 w 196"/>
                  <a:gd name="T59" fmla="*/ 26 h 121"/>
                  <a:gd name="T60" fmla="*/ 105 w 196"/>
                  <a:gd name="T61" fmla="*/ 22 h 121"/>
                  <a:gd name="T62" fmla="*/ 109 w 196"/>
                  <a:gd name="T63" fmla="*/ 18 h 121"/>
                  <a:gd name="T64" fmla="*/ 112 w 196"/>
                  <a:gd name="T65" fmla="*/ 15 h 121"/>
                  <a:gd name="T66" fmla="*/ 115 w 196"/>
                  <a:gd name="T67" fmla="*/ 12 h 121"/>
                  <a:gd name="T68" fmla="*/ 118 w 196"/>
                  <a:gd name="T69" fmla="*/ 9 h 121"/>
                  <a:gd name="T70" fmla="*/ 121 w 196"/>
                  <a:gd name="T71" fmla="*/ 6 h 121"/>
                  <a:gd name="T72" fmla="*/ 125 w 196"/>
                  <a:gd name="T73" fmla="*/ 4 h 121"/>
                  <a:gd name="T74" fmla="*/ 128 w 196"/>
                  <a:gd name="T75" fmla="*/ 3 h 121"/>
                  <a:gd name="T76" fmla="*/ 131 w 196"/>
                  <a:gd name="T77" fmla="*/ 1 h 121"/>
                  <a:gd name="T78" fmla="*/ 137 w 196"/>
                  <a:gd name="T79" fmla="*/ 0 h 121"/>
                  <a:gd name="T80" fmla="*/ 144 w 196"/>
                  <a:gd name="T81" fmla="*/ 1 h 121"/>
                  <a:gd name="T82" fmla="*/ 147 w 196"/>
                  <a:gd name="T83" fmla="*/ 2 h 121"/>
                  <a:gd name="T84" fmla="*/ 150 w 196"/>
                  <a:gd name="T85" fmla="*/ 4 h 121"/>
                  <a:gd name="T86" fmla="*/ 153 w 196"/>
                  <a:gd name="T87" fmla="*/ 6 h 121"/>
                  <a:gd name="T88" fmla="*/ 157 w 196"/>
                  <a:gd name="T89" fmla="*/ 8 h 121"/>
                  <a:gd name="T90" fmla="*/ 160 w 196"/>
                  <a:gd name="T91" fmla="*/ 11 h 121"/>
                  <a:gd name="T92" fmla="*/ 163 w 196"/>
                  <a:gd name="T93" fmla="*/ 14 h 121"/>
                  <a:gd name="T94" fmla="*/ 166 w 196"/>
                  <a:gd name="T95" fmla="*/ 17 h 121"/>
                  <a:gd name="T96" fmla="*/ 169 w 196"/>
                  <a:gd name="T97" fmla="*/ 21 h 121"/>
                  <a:gd name="T98" fmla="*/ 172 w 196"/>
                  <a:gd name="T99" fmla="*/ 25 h 121"/>
                  <a:gd name="T100" fmla="*/ 176 w 196"/>
                  <a:gd name="T101" fmla="*/ 29 h 121"/>
                  <a:gd name="T102" fmla="*/ 179 w 196"/>
                  <a:gd name="T103" fmla="*/ 34 h 121"/>
                  <a:gd name="T104" fmla="*/ 182 w 196"/>
                  <a:gd name="T105" fmla="*/ 38 h 121"/>
                  <a:gd name="T106" fmla="*/ 185 w 196"/>
                  <a:gd name="T107" fmla="*/ 43 h 121"/>
                  <a:gd name="T108" fmla="*/ 188 w 196"/>
                  <a:gd name="T109" fmla="*/ 48 h 121"/>
                  <a:gd name="T110" fmla="*/ 192 w 196"/>
                  <a:gd name="T111" fmla="*/ 53 h 121"/>
                  <a:gd name="T112" fmla="*/ 195 w 196"/>
                  <a:gd name="T113" fmla="*/ 58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96" h="121">
                    <a:moveTo>
                      <a:pt x="0" y="111"/>
                    </a:moveTo>
                    <a:lnTo>
                      <a:pt x="0" y="112"/>
                    </a:lnTo>
                    <a:lnTo>
                      <a:pt x="3" y="113"/>
                    </a:lnTo>
                    <a:lnTo>
                      <a:pt x="3" y="114"/>
                    </a:lnTo>
                    <a:lnTo>
                      <a:pt x="3" y="115"/>
                    </a:lnTo>
                    <a:lnTo>
                      <a:pt x="6" y="115"/>
                    </a:lnTo>
                    <a:lnTo>
                      <a:pt x="6" y="116"/>
                    </a:lnTo>
                    <a:lnTo>
                      <a:pt x="6" y="117"/>
                    </a:lnTo>
                    <a:lnTo>
                      <a:pt x="9" y="117"/>
                    </a:lnTo>
                    <a:lnTo>
                      <a:pt x="9" y="117"/>
                    </a:lnTo>
                    <a:lnTo>
                      <a:pt x="9" y="118"/>
                    </a:lnTo>
                    <a:lnTo>
                      <a:pt x="13" y="119"/>
                    </a:lnTo>
                    <a:lnTo>
                      <a:pt x="13" y="119"/>
                    </a:lnTo>
                    <a:lnTo>
                      <a:pt x="16" y="119"/>
                    </a:lnTo>
                    <a:lnTo>
                      <a:pt x="16" y="120"/>
                    </a:lnTo>
                    <a:lnTo>
                      <a:pt x="19" y="120"/>
                    </a:lnTo>
                    <a:lnTo>
                      <a:pt x="22" y="120"/>
                    </a:lnTo>
                    <a:lnTo>
                      <a:pt x="25" y="120"/>
                    </a:lnTo>
                    <a:lnTo>
                      <a:pt x="25" y="119"/>
                    </a:lnTo>
                    <a:lnTo>
                      <a:pt x="29" y="119"/>
                    </a:lnTo>
                    <a:lnTo>
                      <a:pt x="29" y="119"/>
                    </a:lnTo>
                    <a:lnTo>
                      <a:pt x="29" y="118"/>
                    </a:lnTo>
                    <a:lnTo>
                      <a:pt x="32" y="118"/>
                    </a:lnTo>
                    <a:lnTo>
                      <a:pt x="32" y="117"/>
                    </a:lnTo>
                    <a:lnTo>
                      <a:pt x="32" y="117"/>
                    </a:lnTo>
                    <a:lnTo>
                      <a:pt x="35" y="116"/>
                    </a:lnTo>
                    <a:lnTo>
                      <a:pt x="35" y="115"/>
                    </a:lnTo>
                    <a:lnTo>
                      <a:pt x="35" y="115"/>
                    </a:lnTo>
                    <a:lnTo>
                      <a:pt x="38" y="114"/>
                    </a:lnTo>
                    <a:lnTo>
                      <a:pt x="38" y="114"/>
                    </a:lnTo>
                    <a:lnTo>
                      <a:pt x="38" y="113"/>
                    </a:lnTo>
                    <a:lnTo>
                      <a:pt x="38" y="112"/>
                    </a:lnTo>
                    <a:lnTo>
                      <a:pt x="41" y="111"/>
                    </a:lnTo>
                    <a:lnTo>
                      <a:pt x="41" y="110"/>
                    </a:lnTo>
                    <a:lnTo>
                      <a:pt x="41" y="109"/>
                    </a:lnTo>
                    <a:lnTo>
                      <a:pt x="45" y="108"/>
                    </a:lnTo>
                    <a:lnTo>
                      <a:pt x="45" y="107"/>
                    </a:lnTo>
                    <a:lnTo>
                      <a:pt x="45" y="106"/>
                    </a:lnTo>
                    <a:lnTo>
                      <a:pt x="48" y="105"/>
                    </a:lnTo>
                    <a:lnTo>
                      <a:pt x="48" y="104"/>
                    </a:lnTo>
                    <a:lnTo>
                      <a:pt x="48" y="103"/>
                    </a:lnTo>
                    <a:lnTo>
                      <a:pt x="51" y="101"/>
                    </a:lnTo>
                    <a:lnTo>
                      <a:pt x="51" y="100"/>
                    </a:lnTo>
                    <a:lnTo>
                      <a:pt x="51" y="99"/>
                    </a:lnTo>
                    <a:lnTo>
                      <a:pt x="54" y="97"/>
                    </a:lnTo>
                    <a:lnTo>
                      <a:pt x="54" y="96"/>
                    </a:lnTo>
                    <a:lnTo>
                      <a:pt x="54" y="95"/>
                    </a:lnTo>
                    <a:lnTo>
                      <a:pt x="57" y="94"/>
                    </a:lnTo>
                    <a:lnTo>
                      <a:pt x="57" y="92"/>
                    </a:lnTo>
                    <a:lnTo>
                      <a:pt x="57" y="91"/>
                    </a:lnTo>
                    <a:lnTo>
                      <a:pt x="61" y="89"/>
                    </a:lnTo>
                    <a:lnTo>
                      <a:pt x="61" y="87"/>
                    </a:lnTo>
                    <a:lnTo>
                      <a:pt x="61" y="86"/>
                    </a:lnTo>
                    <a:lnTo>
                      <a:pt x="64" y="84"/>
                    </a:lnTo>
                    <a:lnTo>
                      <a:pt x="64" y="83"/>
                    </a:lnTo>
                    <a:lnTo>
                      <a:pt x="64" y="81"/>
                    </a:lnTo>
                    <a:lnTo>
                      <a:pt x="67" y="80"/>
                    </a:lnTo>
                    <a:lnTo>
                      <a:pt x="67" y="78"/>
                    </a:lnTo>
                    <a:lnTo>
                      <a:pt x="67" y="77"/>
                    </a:lnTo>
                    <a:lnTo>
                      <a:pt x="70" y="75"/>
                    </a:lnTo>
                    <a:lnTo>
                      <a:pt x="70" y="73"/>
                    </a:lnTo>
                    <a:lnTo>
                      <a:pt x="70" y="72"/>
                    </a:lnTo>
                    <a:lnTo>
                      <a:pt x="73" y="70"/>
                    </a:lnTo>
                    <a:lnTo>
                      <a:pt x="73" y="68"/>
                    </a:lnTo>
                    <a:lnTo>
                      <a:pt x="73" y="67"/>
                    </a:lnTo>
                    <a:lnTo>
                      <a:pt x="77" y="65"/>
                    </a:lnTo>
                    <a:lnTo>
                      <a:pt x="77" y="63"/>
                    </a:lnTo>
                    <a:lnTo>
                      <a:pt x="77" y="61"/>
                    </a:lnTo>
                    <a:lnTo>
                      <a:pt x="80" y="60"/>
                    </a:lnTo>
                    <a:lnTo>
                      <a:pt x="80" y="58"/>
                    </a:lnTo>
                    <a:lnTo>
                      <a:pt x="80" y="56"/>
                    </a:lnTo>
                    <a:lnTo>
                      <a:pt x="83" y="55"/>
                    </a:lnTo>
                    <a:lnTo>
                      <a:pt x="83" y="53"/>
                    </a:lnTo>
                    <a:lnTo>
                      <a:pt x="83" y="51"/>
                    </a:lnTo>
                    <a:lnTo>
                      <a:pt x="86" y="50"/>
                    </a:lnTo>
                    <a:lnTo>
                      <a:pt x="86" y="48"/>
                    </a:lnTo>
                    <a:lnTo>
                      <a:pt x="86" y="46"/>
                    </a:lnTo>
                    <a:lnTo>
                      <a:pt x="89" y="45"/>
                    </a:lnTo>
                    <a:lnTo>
                      <a:pt x="89" y="43"/>
                    </a:lnTo>
                    <a:lnTo>
                      <a:pt x="89" y="41"/>
                    </a:lnTo>
                    <a:lnTo>
                      <a:pt x="93" y="40"/>
                    </a:lnTo>
                    <a:lnTo>
                      <a:pt x="93" y="38"/>
                    </a:lnTo>
                    <a:lnTo>
                      <a:pt x="93" y="37"/>
                    </a:lnTo>
                    <a:lnTo>
                      <a:pt x="96" y="35"/>
                    </a:lnTo>
                    <a:lnTo>
                      <a:pt x="96" y="34"/>
                    </a:lnTo>
                    <a:lnTo>
                      <a:pt x="96" y="32"/>
                    </a:lnTo>
                    <a:lnTo>
                      <a:pt x="99" y="31"/>
                    </a:lnTo>
                    <a:lnTo>
                      <a:pt x="99" y="29"/>
                    </a:lnTo>
                    <a:lnTo>
                      <a:pt x="99" y="28"/>
                    </a:lnTo>
                    <a:lnTo>
                      <a:pt x="102" y="26"/>
                    </a:lnTo>
                    <a:lnTo>
                      <a:pt x="102" y="25"/>
                    </a:lnTo>
                    <a:lnTo>
                      <a:pt x="102" y="23"/>
                    </a:lnTo>
                    <a:lnTo>
                      <a:pt x="105" y="22"/>
                    </a:lnTo>
                    <a:lnTo>
                      <a:pt x="105" y="21"/>
                    </a:lnTo>
                    <a:lnTo>
                      <a:pt x="105" y="20"/>
                    </a:lnTo>
                    <a:lnTo>
                      <a:pt x="109" y="18"/>
                    </a:lnTo>
                    <a:lnTo>
                      <a:pt x="109" y="17"/>
                    </a:lnTo>
                    <a:lnTo>
                      <a:pt x="109" y="16"/>
                    </a:lnTo>
                    <a:lnTo>
                      <a:pt x="112" y="15"/>
                    </a:lnTo>
                    <a:lnTo>
                      <a:pt x="112" y="14"/>
                    </a:lnTo>
                    <a:lnTo>
                      <a:pt x="112" y="13"/>
                    </a:lnTo>
                    <a:lnTo>
                      <a:pt x="115" y="12"/>
                    </a:lnTo>
                    <a:lnTo>
                      <a:pt x="115" y="11"/>
                    </a:lnTo>
                    <a:lnTo>
                      <a:pt x="115" y="10"/>
                    </a:lnTo>
                    <a:lnTo>
                      <a:pt x="118" y="9"/>
                    </a:lnTo>
                    <a:lnTo>
                      <a:pt x="118" y="8"/>
                    </a:lnTo>
                    <a:lnTo>
                      <a:pt x="118" y="7"/>
                    </a:lnTo>
                    <a:lnTo>
                      <a:pt x="121" y="6"/>
                    </a:lnTo>
                    <a:lnTo>
                      <a:pt x="121" y="6"/>
                    </a:lnTo>
                    <a:lnTo>
                      <a:pt x="121" y="5"/>
                    </a:lnTo>
                    <a:lnTo>
                      <a:pt x="125" y="4"/>
                    </a:lnTo>
                    <a:lnTo>
                      <a:pt x="125" y="4"/>
                    </a:lnTo>
                    <a:lnTo>
                      <a:pt x="125" y="3"/>
                    </a:lnTo>
                    <a:lnTo>
                      <a:pt x="128" y="3"/>
                    </a:lnTo>
                    <a:lnTo>
                      <a:pt x="128" y="2"/>
                    </a:lnTo>
                    <a:lnTo>
                      <a:pt x="128" y="1"/>
                    </a:lnTo>
                    <a:lnTo>
                      <a:pt x="131" y="1"/>
                    </a:lnTo>
                    <a:lnTo>
                      <a:pt x="131" y="1"/>
                    </a:lnTo>
                    <a:lnTo>
                      <a:pt x="134" y="0"/>
                    </a:lnTo>
                    <a:lnTo>
                      <a:pt x="137" y="0"/>
                    </a:lnTo>
                    <a:lnTo>
                      <a:pt x="141" y="0"/>
                    </a:lnTo>
                    <a:lnTo>
                      <a:pt x="144" y="1"/>
                    </a:lnTo>
                    <a:lnTo>
                      <a:pt x="144" y="1"/>
                    </a:lnTo>
                    <a:lnTo>
                      <a:pt x="144" y="1"/>
                    </a:lnTo>
                    <a:lnTo>
                      <a:pt x="147" y="2"/>
                    </a:lnTo>
                    <a:lnTo>
                      <a:pt x="147" y="2"/>
                    </a:lnTo>
                    <a:lnTo>
                      <a:pt x="147" y="3"/>
                    </a:lnTo>
                    <a:lnTo>
                      <a:pt x="150" y="3"/>
                    </a:lnTo>
                    <a:lnTo>
                      <a:pt x="150" y="4"/>
                    </a:lnTo>
                    <a:lnTo>
                      <a:pt x="150" y="4"/>
                    </a:lnTo>
                    <a:lnTo>
                      <a:pt x="153" y="5"/>
                    </a:lnTo>
                    <a:lnTo>
                      <a:pt x="153" y="6"/>
                    </a:lnTo>
                    <a:lnTo>
                      <a:pt x="153" y="6"/>
                    </a:lnTo>
                    <a:lnTo>
                      <a:pt x="157" y="7"/>
                    </a:lnTo>
                    <a:lnTo>
                      <a:pt x="157" y="8"/>
                    </a:lnTo>
                    <a:lnTo>
                      <a:pt x="157" y="9"/>
                    </a:lnTo>
                    <a:lnTo>
                      <a:pt x="160" y="10"/>
                    </a:lnTo>
                    <a:lnTo>
                      <a:pt x="160" y="11"/>
                    </a:lnTo>
                    <a:lnTo>
                      <a:pt x="160" y="12"/>
                    </a:lnTo>
                    <a:lnTo>
                      <a:pt x="163" y="13"/>
                    </a:lnTo>
                    <a:lnTo>
                      <a:pt x="163" y="14"/>
                    </a:lnTo>
                    <a:lnTo>
                      <a:pt x="163" y="15"/>
                    </a:lnTo>
                    <a:lnTo>
                      <a:pt x="166" y="16"/>
                    </a:lnTo>
                    <a:lnTo>
                      <a:pt x="166" y="17"/>
                    </a:lnTo>
                    <a:lnTo>
                      <a:pt x="166" y="18"/>
                    </a:lnTo>
                    <a:lnTo>
                      <a:pt x="169" y="20"/>
                    </a:lnTo>
                    <a:lnTo>
                      <a:pt x="169" y="21"/>
                    </a:lnTo>
                    <a:lnTo>
                      <a:pt x="169" y="22"/>
                    </a:lnTo>
                    <a:lnTo>
                      <a:pt x="172" y="24"/>
                    </a:lnTo>
                    <a:lnTo>
                      <a:pt x="172" y="25"/>
                    </a:lnTo>
                    <a:lnTo>
                      <a:pt x="172" y="26"/>
                    </a:lnTo>
                    <a:lnTo>
                      <a:pt x="176" y="28"/>
                    </a:lnTo>
                    <a:lnTo>
                      <a:pt x="176" y="29"/>
                    </a:lnTo>
                    <a:lnTo>
                      <a:pt x="176" y="31"/>
                    </a:lnTo>
                    <a:lnTo>
                      <a:pt x="179" y="32"/>
                    </a:lnTo>
                    <a:lnTo>
                      <a:pt x="179" y="34"/>
                    </a:lnTo>
                    <a:lnTo>
                      <a:pt x="179" y="35"/>
                    </a:lnTo>
                    <a:lnTo>
                      <a:pt x="182" y="37"/>
                    </a:lnTo>
                    <a:lnTo>
                      <a:pt x="182" y="38"/>
                    </a:lnTo>
                    <a:lnTo>
                      <a:pt x="182" y="40"/>
                    </a:lnTo>
                    <a:lnTo>
                      <a:pt x="185" y="42"/>
                    </a:lnTo>
                    <a:lnTo>
                      <a:pt x="185" y="43"/>
                    </a:lnTo>
                    <a:lnTo>
                      <a:pt x="185" y="45"/>
                    </a:lnTo>
                    <a:lnTo>
                      <a:pt x="188" y="46"/>
                    </a:lnTo>
                    <a:lnTo>
                      <a:pt x="188" y="48"/>
                    </a:lnTo>
                    <a:lnTo>
                      <a:pt x="188" y="50"/>
                    </a:lnTo>
                    <a:lnTo>
                      <a:pt x="192" y="51"/>
                    </a:lnTo>
                    <a:lnTo>
                      <a:pt x="192" y="53"/>
                    </a:lnTo>
                    <a:lnTo>
                      <a:pt x="192" y="55"/>
                    </a:lnTo>
                    <a:lnTo>
                      <a:pt x="195" y="57"/>
                    </a:lnTo>
                    <a:lnTo>
                      <a:pt x="195" y="58"/>
                    </a:lnTo>
                    <a:lnTo>
                      <a:pt x="195" y="60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384" name="Rectangle 48"/>
            <p:cNvSpPr>
              <a:spLocks noChangeArrowheads="1"/>
            </p:cNvSpPr>
            <p:nvPr/>
          </p:nvSpPr>
          <p:spPr bwMode="auto">
            <a:xfrm>
              <a:off x="1200" y="2089"/>
              <a:ext cx="21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>
                  <a:latin typeface="Arial" charset="0"/>
                </a:rPr>
                <a:t>B</a:t>
              </a:r>
            </a:p>
          </p:txBody>
        </p:sp>
        <p:sp>
          <p:nvSpPr>
            <p:cNvPr id="14387" name="Rectangle 51"/>
            <p:cNvSpPr>
              <a:spLocks noChangeArrowheads="1"/>
            </p:cNvSpPr>
            <p:nvPr/>
          </p:nvSpPr>
          <p:spPr bwMode="auto">
            <a:xfrm>
              <a:off x="5284" y="2103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038" rIns="0" bIns="46038">
              <a:spAutoFit/>
            </a:bodyPr>
            <a:lstStyle/>
            <a:p>
              <a:r>
                <a:rPr lang="en-US" sz="1800">
                  <a:latin typeface="Arial" charset="0"/>
                </a:rPr>
                <a:t>A+B</a:t>
              </a:r>
            </a:p>
          </p:txBody>
        </p:sp>
      </p:grpSp>
      <p:grpSp>
        <p:nvGrpSpPr>
          <p:cNvPr id="14392" name="Group 56"/>
          <p:cNvGrpSpPr>
            <a:grpSpLocks/>
          </p:cNvGrpSpPr>
          <p:nvPr/>
        </p:nvGrpSpPr>
        <p:grpSpPr bwMode="auto">
          <a:xfrm>
            <a:off x="152400" y="3910013"/>
            <a:ext cx="8666163" cy="760412"/>
            <a:chOff x="96" y="2463"/>
            <a:chExt cx="5459" cy="479"/>
          </a:xfrm>
        </p:grpSpPr>
        <p:grpSp>
          <p:nvGrpSpPr>
            <p:cNvPr id="14348" name="Group 12"/>
            <p:cNvGrpSpPr>
              <a:grpSpLocks/>
            </p:cNvGrpSpPr>
            <p:nvPr/>
          </p:nvGrpSpPr>
          <p:grpSpPr bwMode="auto">
            <a:xfrm>
              <a:off x="3456" y="2463"/>
              <a:ext cx="1636" cy="364"/>
              <a:chOff x="2634" y="2923"/>
              <a:chExt cx="1227" cy="485"/>
            </a:xfrm>
          </p:grpSpPr>
          <p:sp>
            <p:nvSpPr>
              <p:cNvPr id="14349" name="Freeform 13"/>
              <p:cNvSpPr>
                <a:spLocks/>
              </p:cNvSpPr>
              <p:nvPr/>
            </p:nvSpPr>
            <p:spPr bwMode="auto">
              <a:xfrm>
                <a:off x="2634" y="2923"/>
                <a:ext cx="388" cy="244"/>
              </a:xfrm>
              <a:custGeom>
                <a:avLst/>
                <a:gdLst>
                  <a:gd name="T0" fmla="*/ 4 w 388"/>
                  <a:gd name="T1" fmla="*/ 219 h 244"/>
                  <a:gd name="T2" fmla="*/ 11 w 388"/>
                  <a:gd name="T3" fmla="*/ 187 h 244"/>
                  <a:gd name="T4" fmla="*/ 15 w 388"/>
                  <a:gd name="T5" fmla="*/ 159 h 244"/>
                  <a:gd name="T6" fmla="*/ 19 w 388"/>
                  <a:gd name="T7" fmla="*/ 130 h 244"/>
                  <a:gd name="T8" fmla="*/ 26 w 388"/>
                  <a:gd name="T9" fmla="*/ 103 h 244"/>
                  <a:gd name="T10" fmla="*/ 30 w 388"/>
                  <a:gd name="T11" fmla="*/ 79 h 244"/>
                  <a:gd name="T12" fmla="*/ 34 w 388"/>
                  <a:gd name="T13" fmla="*/ 59 h 244"/>
                  <a:gd name="T14" fmla="*/ 41 w 388"/>
                  <a:gd name="T15" fmla="*/ 41 h 244"/>
                  <a:gd name="T16" fmla="*/ 45 w 388"/>
                  <a:gd name="T17" fmla="*/ 27 h 244"/>
                  <a:gd name="T18" fmla="*/ 48 w 388"/>
                  <a:gd name="T19" fmla="*/ 14 h 244"/>
                  <a:gd name="T20" fmla="*/ 56 w 388"/>
                  <a:gd name="T21" fmla="*/ 6 h 244"/>
                  <a:gd name="T22" fmla="*/ 67 w 388"/>
                  <a:gd name="T23" fmla="*/ 0 h 244"/>
                  <a:gd name="T24" fmla="*/ 74 w 388"/>
                  <a:gd name="T25" fmla="*/ 6 h 244"/>
                  <a:gd name="T26" fmla="*/ 78 w 388"/>
                  <a:gd name="T27" fmla="*/ 13 h 244"/>
                  <a:gd name="T28" fmla="*/ 86 w 388"/>
                  <a:gd name="T29" fmla="*/ 20 h 244"/>
                  <a:gd name="T30" fmla="*/ 89 w 388"/>
                  <a:gd name="T31" fmla="*/ 28 h 244"/>
                  <a:gd name="T32" fmla="*/ 93 w 388"/>
                  <a:gd name="T33" fmla="*/ 38 h 244"/>
                  <a:gd name="T34" fmla="*/ 100 w 388"/>
                  <a:gd name="T35" fmla="*/ 47 h 244"/>
                  <a:gd name="T36" fmla="*/ 104 w 388"/>
                  <a:gd name="T37" fmla="*/ 55 h 244"/>
                  <a:gd name="T38" fmla="*/ 108 w 388"/>
                  <a:gd name="T39" fmla="*/ 65 h 244"/>
                  <a:gd name="T40" fmla="*/ 115 w 388"/>
                  <a:gd name="T41" fmla="*/ 71 h 244"/>
                  <a:gd name="T42" fmla="*/ 119 w 388"/>
                  <a:gd name="T43" fmla="*/ 78 h 244"/>
                  <a:gd name="T44" fmla="*/ 130 w 388"/>
                  <a:gd name="T45" fmla="*/ 84 h 244"/>
                  <a:gd name="T46" fmla="*/ 145 w 388"/>
                  <a:gd name="T47" fmla="*/ 81 h 244"/>
                  <a:gd name="T48" fmla="*/ 152 w 388"/>
                  <a:gd name="T49" fmla="*/ 74 h 244"/>
                  <a:gd name="T50" fmla="*/ 156 w 388"/>
                  <a:gd name="T51" fmla="*/ 68 h 244"/>
                  <a:gd name="T52" fmla="*/ 160 w 388"/>
                  <a:gd name="T53" fmla="*/ 60 h 244"/>
                  <a:gd name="T54" fmla="*/ 167 w 388"/>
                  <a:gd name="T55" fmla="*/ 54 h 244"/>
                  <a:gd name="T56" fmla="*/ 171 w 388"/>
                  <a:gd name="T57" fmla="*/ 46 h 244"/>
                  <a:gd name="T58" fmla="*/ 175 w 388"/>
                  <a:gd name="T59" fmla="*/ 38 h 244"/>
                  <a:gd name="T60" fmla="*/ 182 w 388"/>
                  <a:gd name="T61" fmla="*/ 30 h 244"/>
                  <a:gd name="T62" fmla="*/ 186 w 388"/>
                  <a:gd name="T63" fmla="*/ 24 h 244"/>
                  <a:gd name="T64" fmla="*/ 190 w 388"/>
                  <a:gd name="T65" fmla="*/ 17 h 244"/>
                  <a:gd name="T66" fmla="*/ 201 w 388"/>
                  <a:gd name="T67" fmla="*/ 11 h 244"/>
                  <a:gd name="T68" fmla="*/ 216 w 388"/>
                  <a:gd name="T69" fmla="*/ 14 h 244"/>
                  <a:gd name="T70" fmla="*/ 223 w 388"/>
                  <a:gd name="T71" fmla="*/ 20 h 244"/>
                  <a:gd name="T72" fmla="*/ 227 w 388"/>
                  <a:gd name="T73" fmla="*/ 27 h 244"/>
                  <a:gd name="T74" fmla="*/ 234 w 388"/>
                  <a:gd name="T75" fmla="*/ 33 h 244"/>
                  <a:gd name="T76" fmla="*/ 238 w 388"/>
                  <a:gd name="T77" fmla="*/ 41 h 244"/>
                  <a:gd name="T78" fmla="*/ 242 w 388"/>
                  <a:gd name="T79" fmla="*/ 49 h 244"/>
                  <a:gd name="T80" fmla="*/ 249 w 388"/>
                  <a:gd name="T81" fmla="*/ 57 h 244"/>
                  <a:gd name="T82" fmla="*/ 253 w 388"/>
                  <a:gd name="T83" fmla="*/ 63 h 244"/>
                  <a:gd name="T84" fmla="*/ 260 w 388"/>
                  <a:gd name="T85" fmla="*/ 71 h 244"/>
                  <a:gd name="T86" fmla="*/ 264 w 388"/>
                  <a:gd name="T87" fmla="*/ 78 h 244"/>
                  <a:gd name="T88" fmla="*/ 275 w 388"/>
                  <a:gd name="T89" fmla="*/ 84 h 244"/>
                  <a:gd name="T90" fmla="*/ 290 w 388"/>
                  <a:gd name="T91" fmla="*/ 81 h 244"/>
                  <a:gd name="T92" fmla="*/ 294 w 388"/>
                  <a:gd name="T93" fmla="*/ 74 h 244"/>
                  <a:gd name="T94" fmla="*/ 301 w 388"/>
                  <a:gd name="T95" fmla="*/ 68 h 244"/>
                  <a:gd name="T96" fmla="*/ 305 w 388"/>
                  <a:gd name="T97" fmla="*/ 60 h 244"/>
                  <a:gd name="T98" fmla="*/ 309 w 388"/>
                  <a:gd name="T99" fmla="*/ 52 h 244"/>
                  <a:gd name="T100" fmla="*/ 312 w 388"/>
                  <a:gd name="T101" fmla="*/ 43 h 244"/>
                  <a:gd name="T102" fmla="*/ 320 w 388"/>
                  <a:gd name="T103" fmla="*/ 33 h 244"/>
                  <a:gd name="T104" fmla="*/ 323 w 388"/>
                  <a:gd name="T105" fmla="*/ 25 h 244"/>
                  <a:gd name="T106" fmla="*/ 327 w 388"/>
                  <a:gd name="T107" fmla="*/ 16 h 244"/>
                  <a:gd name="T108" fmla="*/ 335 w 388"/>
                  <a:gd name="T109" fmla="*/ 9 h 244"/>
                  <a:gd name="T110" fmla="*/ 342 w 388"/>
                  <a:gd name="T111" fmla="*/ 3 h 244"/>
                  <a:gd name="T112" fmla="*/ 353 w 388"/>
                  <a:gd name="T113" fmla="*/ 3 h 244"/>
                  <a:gd name="T114" fmla="*/ 361 w 388"/>
                  <a:gd name="T115" fmla="*/ 9 h 244"/>
                  <a:gd name="T116" fmla="*/ 364 w 388"/>
                  <a:gd name="T117" fmla="*/ 19 h 244"/>
                  <a:gd name="T118" fmla="*/ 368 w 388"/>
                  <a:gd name="T119" fmla="*/ 32 h 244"/>
                  <a:gd name="T120" fmla="*/ 375 w 388"/>
                  <a:gd name="T121" fmla="*/ 47 h 244"/>
                  <a:gd name="T122" fmla="*/ 379 w 388"/>
                  <a:gd name="T123" fmla="*/ 67 h 244"/>
                  <a:gd name="T124" fmla="*/ 383 w 388"/>
                  <a:gd name="T125" fmla="*/ 89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88" h="244">
                    <a:moveTo>
                      <a:pt x="0" y="243"/>
                    </a:moveTo>
                    <a:lnTo>
                      <a:pt x="4" y="235"/>
                    </a:lnTo>
                    <a:lnTo>
                      <a:pt x="4" y="227"/>
                    </a:lnTo>
                    <a:lnTo>
                      <a:pt x="4" y="219"/>
                    </a:lnTo>
                    <a:lnTo>
                      <a:pt x="8" y="211"/>
                    </a:lnTo>
                    <a:lnTo>
                      <a:pt x="8" y="203"/>
                    </a:lnTo>
                    <a:lnTo>
                      <a:pt x="8" y="195"/>
                    </a:lnTo>
                    <a:lnTo>
                      <a:pt x="11" y="187"/>
                    </a:lnTo>
                    <a:lnTo>
                      <a:pt x="11" y="181"/>
                    </a:lnTo>
                    <a:lnTo>
                      <a:pt x="11" y="173"/>
                    </a:lnTo>
                    <a:lnTo>
                      <a:pt x="15" y="165"/>
                    </a:lnTo>
                    <a:lnTo>
                      <a:pt x="15" y="159"/>
                    </a:lnTo>
                    <a:lnTo>
                      <a:pt x="15" y="151"/>
                    </a:lnTo>
                    <a:lnTo>
                      <a:pt x="19" y="144"/>
                    </a:lnTo>
                    <a:lnTo>
                      <a:pt x="19" y="136"/>
                    </a:lnTo>
                    <a:lnTo>
                      <a:pt x="19" y="130"/>
                    </a:lnTo>
                    <a:lnTo>
                      <a:pt x="22" y="124"/>
                    </a:lnTo>
                    <a:lnTo>
                      <a:pt x="22" y="116"/>
                    </a:lnTo>
                    <a:lnTo>
                      <a:pt x="22" y="109"/>
                    </a:lnTo>
                    <a:lnTo>
                      <a:pt x="26" y="103"/>
                    </a:lnTo>
                    <a:lnTo>
                      <a:pt x="26" y="97"/>
                    </a:lnTo>
                    <a:lnTo>
                      <a:pt x="26" y="92"/>
                    </a:lnTo>
                    <a:lnTo>
                      <a:pt x="30" y="86"/>
                    </a:lnTo>
                    <a:lnTo>
                      <a:pt x="30" y="79"/>
                    </a:lnTo>
                    <a:lnTo>
                      <a:pt x="30" y="74"/>
                    </a:lnTo>
                    <a:lnTo>
                      <a:pt x="34" y="70"/>
                    </a:lnTo>
                    <a:lnTo>
                      <a:pt x="34" y="63"/>
                    </a:lnTo>
                    <a:lnTo>
                      <a:pt x="34" y="59"/>
                    </a:lnTo>
                    <a:lnTo>
                      <a:pt x="37" y="54"/>
                    </a:lnTo>
                    <a:lnTo>
                      <a:pt x="37" y="49"/>
                    </a:lnTo>
                    <a:lnTo>
                      <a:pt x="37" y="44"/>
                    </a:lnTo>
                    <a:lnTo>
                      <a:pt x="41" y="41"/>
                    </a:lnTo>
                    <a:lnTo>
                      <a:pt x="41" y="36"/>
                    </a:lnTo>
                    <a:lnTo>
                      <a:pt x="41" y="33"/>
                    </a:lnTo>
                    <a:lnTo>
                      <a:pt x="45" y="30"/>
                    </a:lnTo>
                    <a:lnTo>
                      <a:pt x="45" y="27"/>
                    </a:lnTo>
                    <a:lnTo>
                      <a:pt x="45" y="24"/>
                    </a:lnTo>
                    <a:lnTo>
                      <a:pt x="48" y="20"/>
                    </a:lnTo>
                    <a:lnTo>
                      <a:pt x="48" y="17"/>
                    </a:lnTo>
                    <a:lnTo>
                      <a:pt x="48" y="14"/>
                    </a:lnTo>
                    <a:lnTo>
                      <a:pt x="52" y="13"/>
                    </a:lnTo>
                    <a:lnTo>
                      <a:pt x="52" y="11"/>
                    </a:lnTo>
                    <a:lnTo>
                      <a:pt x="52" y="8"/>
                    </a:lnTo>
                    <a:lnTo>
                      <a:pt x="56" y="6"/>
                    </a:lnTo>
                    <a:lnTo>
                      <a:pt x="56" y="5"/>
                    </a:lnTo>
                    <a:lnTo>
                      <a:pt x="60" y="3"/>
                    </a:lnTo>
                    <a:lnTo>
                      <a:pt x="63" y="1"/>
                    </a:lnTo>
                    <a:lnTo>
                      <a:pt x="67" y="0"/>
                    </a:lnTo>
                    <a:lnTo>
                      <a:pt x="71" y="1"/>
                    </a:lnTo>
                    <a:lnTo>
                      <a:pt x="71" y="3"/>
                    </a:lnTo>
                    <a:lnTo>
                      <a:pt x="74" y="5"/>
                    </a:lnTo>
                    <a:lnTo>
                      <a:pt x="74" y="6"/>
                    </a:lnTo>
                    <a:lnTo>
                      <a:pt x="74" y="8"/>
                    </a:lnTo>
                    <a:lnTo>
                      <a:pt x="78" y="9"/>
                    </a:lnTo>
                    <a:lnTo>
                      <a:pt x="78" y="11"/>
                    </a:lnTo>
                    <a:lnTo>
                      <a:pt x="78" y="13"/>
                    </a:lnTo>
                    <a:lnTo>
                      <a:pt x="82" y="14"/>
                    </a:lnTo>
                    <a:lnTo>
                      <a:pt x="82" y="16"/>
                    </a:lnTo>
                    <a:lnTo>
                      <a:pt x="82" y="17"/>
                    </a:lnTo>
                    <a:lnTo>
                      <a:pt x="86" y="20"/>
                    </a:lnTo>
                    <a:lnTo>
                      <a:pt x="86" y="22"/>
                    </a:lnTo>
                    <a:lnTo>
                      <a:pt x="86" y="24"/>
                    </a:lnTo>
                    <a:lnTo>
                      <a:pt x="89" y="27"/>
                    </a:lnTo>
                    <a:lnTo>
                      <a:pt x="89" y="28"/>
                    </a:lnTo>
                    <a:lnTo>
                      <a:pt x="89" y="30"/>
                    </a:lnTo>
                    <a:lnTo>
                      <a:pt x="93" y="33"/>
                    </a:lnTo>
                    <a:lnTo>
                      <a:pt x="93" y="35"/>
                    </a:lnTo>
                    <a:lnTo>
                      <a:pt x="93" y="38"/>
                    </a:lnTo>
                    <a:lnTo>
                      <a:pt x="97" y="40"/>
                    </a:lnTo>
                    <a:lnTo>
                      <a:pt x="97" y="43"/>
                    </a:lnTo>
                    <a:lnTo>
                      <a:pt x="97" y="44"/>
                    </a:lnTo>
                    <a:lnTo>
                      <a:pt x="100" y="47"/>
                    </a:lnTo>
                    <a:lnTo>
                      <a:pt x="100" y="49"/>
                    </a:lnTo>
                    <a:lnTo>
                      <a:pt x="100" y="52"/>
                    </a:lnTo>
                    <a:lnTo>
                      <a:pt x="104" y="54"/>
                    </a:lnTo>
                    <a:lnTo>
                      <a:pt x="104" y="55"/>
                    </a:lnTo>
                    <a:lnTo>
                      <a:pt x="104" y="59"/>
                    </a:lnTo>
                    <a:lnTo>
                      <a:pt x="108" y="60"/>
                    </a:lnTo>
                    <a:lnTo>
                      <a:pt x="108" y="62"/>
                    </a:lnTo>
                    <a:lnTo>
                      <a:pt x="108" y="65"/>
                    </a:lnTo>
                    <a:lnTo>
                      <a:pt x="112" y="67"/>
                    </a:lnTo>
                    <a:lnTo>
                      <a:pt x="112" y="68"/>
                    </a:lnTo>
                    <a:lnTo>
                      <a:pt x="112" y="70"/>
                    </a:lnTo>
                    <a:lnTo>
                      <a:pt x="115" y="71"/>
                    </a:lnTo>
                    <a:lnTo>
                      <a:pt x="115" y="73"/>
                    </a:lnTo>
                    <a:lnTo>
                      <a:pt x="115" y="74"/>
                    </a:lnTo>
                    <a:lnTo>
                      <a:pt x="119" y="76"/>
                    </a:lnTo>
                    <a:lnTo>
                      <a:pt x="119" y="78"/>
                    </a:lnTo>
                    <a:lnTo>
                      <a:pt x="123" y="79"/>
                    </a:lnTo>
                    <a:lnTo>
                      <a:pt x="123" y="81"/>
                    </a:lnTo>
                    <a:lnTo>
                      <a:pt x="126" y="82"/>
                    </a:lnTo>
                    <a:lnTo>
                      <a:pt x="130" y="84"/>
                    </a:lnTo>
                    <a:lnTo>
                      <a:pt x="134" y="86"/>
                    </a:lnTo>
                    <a:lnTo>
                      <a:pt x="138" y="84"/>
                    </a:lnTo>
                    <a:lnTo>
                      <a:pt x="141" y="82"/>
                    </a:lnTo>
                    <a:lnTo>
                      <a:pt x="145" y="81"/>
                    </a:lnTo>
                    <a:lnTo>
                      <a:pt x="145" y="79"/>
                    </a:lnTo>
                    <a:lnTo>
                      <a:pt x="149" y="78"/>
                    </a:lnTo>
                    <a:lnTo>
                      <a:pt x="149" y="76"/>
                    </a:lnTo>
                    <a:lnTo>
                      <a:pt x="152" y="74"/>
                    </a:lnTo>
                    <a:lnTo>
                      <a:pt x="152" y="73"/>
                    </a:lnTo>
                    <a:lnTo>
                      <a:pt x="152" y="71"/>
                    </a:lnTo>
                    <a:lnTo>
                      <a:pt x="156" y="70"/>
                    </a:lnTo>
                    <a:lnTo>
                      <a:pt x="156" y="68"/>
                    </a:lnTo>
                    <a:lnTo>
                      <a:pt x="156" y="67"/>
                    </a:lnTo>
                    <a:lnTo>
                      <a:pt x="160" y="65"/>
                    </a:lnTo>
                    <a:lnTo>
                      <a:pt x="160" y="62"/>
                    </a:lnTo>
                    <a:lnTo>
                      <a:pt x="160" y="60"/>
                    </a:lnTo>
                    <a:lnTo>
                      <a:pt x="164" y="59"/>
                    </a:lnTo>
                    <a:lnTo>
                      <a:pt x="164" y="57"/>
                    </a:lnTo>
                    <a:lnTo>
                      <a:pt x="164" y="55"/>
                    </a:lnTo>
                    <a:lnTo>
                      <a:pt x="167" y="54"/>
                    </a:lnTo>
                    <a:lnTo>
                      <a:pt x="167" y="51"/>
                    </a:lnTo>
                    <a:lnTo>
                      <a:pt x="167" y="49"/>
                    </a:lnTo>
                    <a:lnTo>
                      <a:pt x="171" y="47"/>
                    </a:lnTo>
                    <a:lnTo>
                      <a:pt x="171" y="46"/>
                    </a:lnTo>
                    <a:lnTo>
                      <a:pt x="171" y="43"/>
                    </a:lnTo>
                    <a:lnTo>
                      <a:pt x="175" y="41"/>
                    </a:lnTo>
                    <a:lnTo>
                      <a:pt x="175" y="40"/>
                    </a:lnTo>
                    <a:lnTo>
                      <a:pt x="175" y="38"/>
                    </a:lnTo>
                    <a:lnTo>
                      <a:pt x="178" y="35"/>
                    </a:lnTo>
                    <a:lnTo>
                      <a:pt x="178" y="33"/>
                    </a:lnTo>
                    <a:lnTo>
                      <a:pt x="178" y="32"/>
                    </a:lnTo>
                    <a:lnTo>
                      <a:pt x="182" y="30"/>
                    </a:lnTo>
                    <a:lnTo>
                      <a:pt x="182" y="28"/>
                    </a:lnTo>
                    <a:lnTo>
                      <a:pt x="182" y="27"/>
                    </a:lnTo>
                    <a:lnTo>
                      <a:pt x="186" y="25"/>
                    </a:lnTo>
                    <a:lnTo>
                      <a:pt x="186" y="24"/>
                    </a:lnTo>
                    <a:lnTo>
                      <a:pt x="186" y="22"/>
                    </a:lnTo>
                    <a:lnTo>
                      <a:pt x="186" y="20"/>
                    </a:lnTo>
                    <a:lnTo>
                      <a:pt x="190" y="19"/>
                    </a:lnTo>
                    <a:lnTo>
                      <a:pt x="190" y="17"/>
                    </a:lnTo>
                    <a:lnTo>
                      <a:pt x="193" y="16"/>
                    </a:lnTo>
                    <a:lnTo>
                      <a:pt x="193" y="14"/>
                    </a:lnTo>
                    <a:lnTo>
                      <a:pt x="197" y="13"/>
                    </a:lnTo>
                    <a:lnTo>
                      <a:pt x="201" y="11"/>
                    </a:lnTo>
                    <a:lnTo>
                      <a:pt x="204" y="9"/>
                    </a:lnTo>
                    <a:lnTo>
                      <a:pt x="208" y="11"/>
                    </a:lnTo>
                    <a:lnTo>
                      <a:pt x="212" y="13"/>
                    </a:lnTo>
                    <a:lnTo>
                      <a:pt x="216" y="14"/>
                    </a:lnTo>
                    <a:lnTo>
                      <a:pt x="219" y="16"/>
                    </a:lnTo>
                    <a:lnTo>
                      <a:pt x="219" y="17"/>
                    </a:lnTo>
                    <a:lnTo>
                      <a:pt x="223" y="19"/>
                    </a:lnTo>
                    <a:lnTo>
                      <a:pt x="223" y="20"/>
                    </a:lnTo>
                    <a:lnTo>
                      <a:pt x="223" y="22"/>
                    </a:lnTo>
                    <a:lnTo>
                      <a:pt x="227" y="24"/>
                    </a:lnTo>
                    <a:lnTo>
                      <a:pt x="227" y="25"/>
                    </a:lnTo>
                    <a:lnTo>
                      <a:pt x="227" y="27"/>
                    </a:lnTo>
                    <a:lnTo>
                      <a:pt x="231" y="28"/>
                    </a:lnTo>
                    <a:lnTo>
                      <a:pt x="231" y="30"/>
                    </a:lnTo>
                    <a:lnTo>
                      <a:pt x="231" y="32"/>
                    </a:lnTo>
                    <a:lnTo>
                      <a:pt x="234" y="33"/>
                    </a:lnTo>
                    <a:lnTo>
                      <a:pt x="234" y="35"/>
                    </a:lnTo>
                    <a:lnTo>
                      <a:pt x="234" y="36"/>
                    </a:lnTo>
                    <a:lnTo>
                      <a:pt x="238" y="38"/>
                    </a:lnTo>
                    <a:lnTo>
                      <a:pt x="238" y="41"/>
                    </a:lnTo>
                    <a:lnTo>
                      <a:pt x="238" y="43"/>
                    </a:lnTo>
                    <a:lnTo>
                      <a:pt x="242" y="44"/>
                    </a:lnTo>
                    <a:lnTo>
                      <a:pt x="242" y="46"/>
                    </a:lnTo>
                    <a:lnTo>
                      <a:pt x="242" y="49"/>
                    </a:lnTo>
                    <a:lnTo>
                      <a:pt x="245" y="51"/>
                    </a:lnTo>
                    <a:lnTo>
                      <a:pt x="245" y="52"/>
                    </a:lnTo>
                    <a:lnTo>
                      <a:pt x="245" y="54"/>
                    </a:lnTo>
                    <a:lnTo>
                      <a:pt x="249" y="57"/>
                    </a:lnTo>
                    <a:lnTo>
                      <a:pt x="249" y="59"/>
                    </a:lnTo>
                    <a:lnTo>
                      <a:pt x="249" y="60"/>
                    </a:lnTo>
                    <a:lnTo>
                      <a:pt x="253" y="62"/>
                    </a:lnTo>
                    <a:lnTo>
                      <a:pt x="253" y="63"/>
                    </a:lnTo>
                    <a:lnTo>
                      <a:pt x="253" y="65"/>
                    </a:lnTo>
                    <a:lnTo>
                      <a:pt x="257" y="67"/>
                    </a:lnTo>
                    <a:lnTo>
                      <a:pt x="257" y="70"/>
                    </a:lnTo>
                    <a:lnTo>
                      <a:pt x="260" y="71"/>
                    </a:lnTo>
                    <a:lnTo>
                      <a:pt x="260" y="73"/>
                    </a:lnTo>
                    <a:lnTo>
                      <a:pt x="260" y="74"/>
                    </a:lnTo>
                    <a:lnTo>
                      <a:pt x="264" y="76"/>
                    </a:lnTo>
                    <a:lnTo>
                      <a:pt x="264" y="78"/>
                    </a:lnTo>
                    <a:lnTo>
                      <a:pt x="268" y="79"/>
                    </a:lnTo>
                    <a:lnTo>
                      <a:pt x="268" y="81"/>
                    </a:lnTo>
                    <a:lnTo>
                      <a:pt x="271" y="82"/>
                    </a:lnTo>
                    <a:lnTo>
                      <a:pt x="275" y="84"/>
                    </a:lnTo>
                    <a:lnTo>
                      <a:pt x="279" y="86"/>
                    </a:lnTo>
                    <a:lnTo>
                      <a:pt x="283" y="84"/>
                    </a:lnTo>
                    <a:lnTo>
                      <a:pt x="286" y="82"/>
                    </a:lnTo>
                    <a:lnTo>
                      <a:pt x="290" y="81"/>
                    </a:lnTo>
                    <a:lnTo>
                      <a:pt x="290" y="79"/>
                    </a:lnTo>
                    <a:lnTo>
                      <a:pt x="294" y="78"/>
                    </a:lnTo>
                    <a:lnTo>
                      <a:pt x="294" y="76"/>
                    </a:lnTo>
                    <a:lnTo>
                      <a:pt x="294" y="74"/>
                    </a:lnTo>
                    <a:lnTo>
                      <a:pt x="297" y="73"/>
                    </a:lnTo>
                    <a:lnTo>
                      <a:pt x="297" y="71"/>
                    </a:lnTo>
                    <a:lnTo>
                      <a:pt x="297" y="70"/>
                    </a:lnTo>
                    <a:lnTo>
                      <a:pt x="301" y="68"/>
                    </a:lnTo>
                    <a:lnTo>
                      <a:pt x="301" y="67"/>
                    </a:lnTo>
                    <a:lnTo>
                      <a:pt x="301" y="65"/>
                    </a:lnTo>
                    <a:lnTo>
                      <a:pt x="305" y="63"/>
                    </a:lnTo>
                    <a:lnTo>
                      <a:pt x="305" y="60"/>
                    </a:lnTo>
                    <a:lnTo>
                      <a:pt x="305" y="59"/>
                    </a:lnTo>
                    <a:lnTo>
                      <a:pt x="309" y="57"/>
                    </a:lnTo>
                    <a:lnTo>
                      <a:pt x="309" y="54"/>
                    </a:lnTo>
                    <a:lnTo>
                      <a:pt x="309" y="52"/>
                    </a:lnTo>
                    <a:lnTo>
                      <a:pt x="309" y="51"/>
                    </a:lnTo>
                    <a:lnTo>
                      <a:pt x="312" y="47"/>
                    </a:lnTo>
                    <a:lnTo>
                      <a:pt x="312" y="46"/>
                    </a:lnTo>
                    <a:lnTo>
                      <a:pt x="312" y="43"/>
                    </a:lnTo>
                    <a:lnTo>
                      <a:pt x="316" y="41"/>
                    </a:lnTo>
                    <a:lnTo>
                      <a:pt x="316" y="38"/>
                    </a:lnTo>
                    <a:lnTo>
                      <a:pt x="316" y="36"/>
                    </a:lnTo>
                    <a:lnTo>
                      <a:pt x="320" y="33"/>
                    </a:lnTo>
                    <a:lnTo>
                      <a:pt x="320" y="32"/>
                    </a:lnTo>
                    <a:lnTo>
                      <a:pt x="320" y="28"/>
                    </a:lnTo>
                    <a:lnTo>
                      <a:pt x="323" y="27"/>
                    </a:lnTo>
                    <a:lnTo>
                      <a:pt x="323" y="25"/>
                    </a:lnTo>
                    <a:lnTo>
                      <a:pt x="323" y="22"/>
                    </a:lnTo>
                    <a:lnTo>
                      <a:pt x="327" y="20"/>
                    </a:lnTo>
                    <a:lnTo>
                      <a:pt x="327" y="19"/>
                    </a:lnTo>
                    <a:lnTo>
                      <a:pt x="327" y="16"/>
                    </a:lnTo>
                    <a:lnTo>
                      <a:pt x="331" y="14"/>
                    </a:lnTo>
                    <a:lnTo>
                      <a:pt x="331" y="13"/>
                    </a:lnTo>
                    <a:lnTo>
                      <a:pt x="331" y="11"/>
                    </a:lnTo>
                    <a:lnTo>
                      <a:pt x="335" y="9"/>
                    </a:lnTo>
                    <a:lnTo>
                      <a:pt x="335" y="8"/>
                    </a:lnTo>
                    <a:lnTo>
                      <a:pt x="335" y="6"/>
                    </a:lnTo>
                    <a:lnTo>
                      <a:pt x="338" y="5"/>
                    </a:lnTo>
                    <a:lnTo>
                      <a:pt x="342" y="3"/>
                    </a:lnTo>
                    <a:lnTo>
                      <a:pt x="346" y="1"/>
                    </a:lnTo>
                    <a:lnTo>
                      <a:pt x="349" y="0"/>
                    </a:lnTo>
                    <a:lnTo>
                      <a:pt x="353" y="1"/>
                    </a:lnTo>
                    <a:lnTo>
                      <a:pt x="353" y="3"/>
                    </a:lnTo>
                    <a:lnTo>
                      <a:pt x="357" y="5"/>
                    </a:lnTo>
                    <a:lnTo>
                      <a:pt x="357" y="6"/>
                    </a:lnTo>
                    <a:lnTo>
                      <a:pt x="357" y="8"/>
                    </a:lnTo>
                    <a:lnTo>
                      <a:pt x="361" y="9"/>
                    </a:lnTo>
                    <a:lnTo>
                      <a:pt x="361" y="13"/>
                    </a:lnTo>
                    <a:lnTo>
                      <a:pt x="361" y="14"/>
                    </a:lnTo>
                    <a:lnTo>
                      <a:pt x="364" y="16"/>
                    </a:lnTo>
                    <a:lnTo>
                      <a:pt x="364" y="19"/>
                    </a:lnTo>
                    <a:lnTo>
                      <a:pt x="364" y="22"/>
                    </a:lnTo>
                    <a:lnTo>
                      <a:pt x="368" y="25"/>
                    </a:lnTo>
                    <a:lnTo>
                      <a:pt x="368" y="28"/>
                    </a:lnTo>
                    <a:lnTo>
                      <a:pt x="368" y="32"/>
                    </a:lnTo>
                    <a:lnTo>
                      <a:pt x="372" y="36"/>
                    </a:lnTo>
                    <a:lnTo>
                      <a:pt x="372" y="40"/>
                    </a:lnTo>
                    <a:lnTo>
                      <a:pt x="372" y="44"/>
                    </a:lnTo>
                    <a:lnTo>
                      <a:pt x="375" y="47"/>
                    </a:lnTo>
                    <a:lnTo>
                      <a:pt x="375" y="52"/>
                    </a:lnTo>
                    <a:lnTo>
                      <a:pt x="375" y="57"/>
                    </a:lnTo>
                    <a:lnTo>
                      <a:pt x="379" y="62"/>
                    </a:lnTo>
                    <a:lnTo>
                      <a:pt x="379" y="67"/>
                    </a:lnTo>
                    <a:lnTo>
                      <a:pt x="379" y="73"/>
                    </a:lnTo>
                    <a:lnTo>
                      <a:pt x="383" y="78"/>
                    </a:lnTo>
                    <a:lnTo>
                      <a:pt x="383" y="84"/>
                    </a:lnTo>
                    <a:lnTo>
                      <a:pt x="383" y="89"/>
                    </a:lnTo>
                    <a:lnTo>
                      <a:pt x="387" y="95"/>
                    </a:lnTo>
                    <a:lnTo>
                      <a:pt x="387" y="102"/>
                    </a:lnTo>
                  </a:path>
                </a:pathLst>
              </a:custGeom>
              <a:noFill/>
              <a:ln w="28575" cap="rnd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0" name="Freeform 14"/>
              <p:cNvSpPr>
                <a:spLocks/>
              </p:cNvSpPr>
              <p:nvPr/>
            </p:nvSpPr>
            <p:spPr bwMode="auto">
              <a:xfrm>
                <a:off x="3021" y="3025"/>
                <a:ext cx="387" cy="383"/>
              </a:xfrm>
              <a:custGeom>
                <a:avLst/>
                <a:gdLst>
                  <a:gd name="T0" fmla="*/ 3 w 387"/>
                  <a:gd name="T1" fmla="*/ 19 h 383"/>
                  <a:gd name="T2" fmla="*/ 7 w 387"/>
                  <a:gd name="T3" fmla="*/ 47 h 383"/>
                  <a:gd name="T4" fmla="*/ 14 w 387"/>
                  <a:gd name="T5" fmla="*/ 76 h 383"/>
                  <a:gd name="T6" fmla="*/ 18 w 387"/>
                  <a:gd name="T7" fmla="*/ 106 h 383"/>
                  <a:gd name="T8" fmla="*/ 22 w 387"/>
                  <a:gd name="T9" fmla="*/ 138 h 383"/>
                  <a:gd name="T10" fmla="*/ 29 w 387"/>
                  <a:gd name="T11" fmla="*/ 168 h 383"/>
                  <a:gd name="T12" fmla="*/ 33 w 387"/>
                  <a:gd name="T13" fmla="*/ 200 h 383"/>
                  <a:gd name="T14" fmla="*/ 37 w 387"/>
                  <a:gd name="T15" fmla="*/ 228 h 383"/>
                  <a:gd name="T16" fmla="*/ 44 w 387"/>
                  <a:gd name="T17" fmla="*/ 257 h 383"/>
                  <a:gd name="T18" fmla="*/ 48 w 387"/>
                  <a:gd name="T19" fmla="*/ 282 h 383"/>
                  <a:gd name="T20" fmla="*/ 52 w 387"/>
                  <a:gd name="T21" fmla="*/ 306 h 383"/>
                  <a:gd name="T22" fmla="*/ 55 w 387"/>
                  <a:gd name="T23" fmla="*/ 327 h 383"/>
                  <a:gd name="T24" fmla="*/ 63 w 387"/>
                  <a:gd name="T25" fmla="*/ 344 h 383"/>
                  <a:gd name="T26" fmla="*/ 66 w 387"/>
                  <a:gd name="T27" fmla="*/ 359 h 383"/>
                  <a:gd name="T28" fmla="*/ 70 w 387"/>
                  <a:gd name="T29" fmla="*/ 370 h 383"/>
                  <a:gd name="T30" fmla="*/ 78 w 387"/>
                  <a:gd name="T31" fmla="*/ 376 h 383"/>
                  <a:gd name="T32" fmla="*/ 85 w 387"/>
                  <a:gd name="T33" fmla="*/ 382 h 383"/>
                  <a:gd name="T34" fmla="*/ 96 w 387"/>
                  <a:gd name="T35" fmla="*/ 376 h 383"/>
                  <a:gd name="T36" fmla="*/ 104 w 387"/>
                  <a:gd name="T37" fmla="*/ 368 h 383"/>
                  <a:gd name="T38" fmla="*/ 107 w 387"/>
                  <a:gd name="T39" fmla="*/ 362 h 383"/>
                  <a:gd name="T40" fmla="*/ 111 w 387"/>
                  <a:gd name="T41" fmla="*/ 352 h 383"/>
                  <a:gd name="T42" fmla="*/ 118 w 387"/>
                  <a:gd name="T43" fmla="*/ 343 h 383"/>
                  <a:gd name="T44" fmla="*/ 122 w 387"/>
                  <a:gd name="T45" fmla="*/ 333 h 383"/>
                  <a:gd name="T46" fmla="*/ 126 w 387"/>
                  <a:gd name="T47" fmla="*/ 325 h 383"/>
                  <a:gd name="T48" fmla="*/ 133 w 387"/>
                  <a:gd name="T49" fmla="*/ 317 h 383"/>
                  <a:gd name="T50" fmla="*/ 137 w 387"/>
                  <a:gd name="T51" fmla="*/ 309 h 383"/>
                  <a:gd name="T52" fmla="*/ 144 w 387"/>
                  <a:gd name="T53" fmla="*/ 303 h 383"/>
                  <a:gd name="T54" fmla="*/ 156 w 387"/>
                  <a:gd name="T55" fmla="*/ 297 h 383"/>
                  <a:gd name="T56" fmla="*/ 167 w 387"/>
                  <a:gd name="T57" fmla="*/ 303 h 383"/>
                  <a:gd name="T58" fmla="*/ 174 w 387"/>
                  <a:gd name="T59" fmla="*/ 309 h 383"/>
                  <a:gd name="T60" fmla="*/ 178 w 387"/>
                  <a:gd name="T61" fmla="*/ 316 h 383"/>
                  <a:gd name="T62" fmla="*/ 182 w 387"/>
                  <a:gd name="T63" fmla="*/ 322 h 383"/>
                  <a:gd name="T64" fmla="*/ 189 w 387"/>
                  <a:gd name="T65" fmla="*/ 330 h 383"/>
                  <a:gd name="T66" fmla="*/ 193 w 387"/>
                  <a:gd name="T67" fmla="*/ 338 h 383"/>
                  <a:gd name="T68" fmla="*/ 196 w 387"/>
                  <a:gd name="T69" fmla="*/ 346 h 383"/>
                  <a:gd name="T70" fmla="*/ 204 w 387"/>
                  <a:gd name="T71" fmla="*/ 354 h 383"/>
                  <a:gd name="T72" fmla="*/ 208 w 387"/>
                  <a:gd name="T73" fmla="*/ 360 h 383"/>
                  <a:gd name="T74" fmla="*/ 215 w 387"/>
                  <a:gd name="T75" fmla="*/ 366 h 383"/>
                  <a:gd name="T76" fmla="*/ 226 w 387"/>
                  <a:gd name="T77" fmla="*/ 373 h 383"/>
                  <a:gd name="T78" fmla="*/ 241 w 387"/>
                  <a:gd name="T79" fmla="*/ 366 h 383"/>
                  <a:gd name="T80" fmla="*/ 248 w 387"/>
                  <a:gd name="T81" fmla="*/ 360 h 383"/>
                  <a:gd name="T82" fmla="*/ 252 w 387"/>
                  <a:gd name="T83" fmla="*/ 354 h 383"/>
                  <a:gd name="T84" fmla="*/ 256 w 387"/>
                  <a:gd name="T85" fmla="*/ 346 h 383"/>
                  <a:gd name="T86" fmla="*/ 263 w 387"/>
                  <a:gd name="T87" fmla="*/ 338 h 383"/>
                  <a:gd name="T88" fmla="*/ 267 w 387"/>
                  <a:gd name="T89" fmla="*/ 330 h 383"/>
                  <a:gd name="T90" fmla="*/ 271 w 387"/>
                  <a:gd name="T91" fmla="*/ 322 h 383"/>
                  <a:gd name="T92" fmla="*/ 278 w 387"/>
                  <a:gd name="T93" fmla="*/ 316 h 383"/>
                  <a:gd name="T94" fmla="*/ 282 w 387"/>
                  <a:gd name="T95" fmla="*/ 309 h 383"/>
                  <a:gd name="T96" fmla="*/ 289 w 387"/>
                  <a:gd name="T97" fmla="*/ 303 h 383"/>
                  <a:gd name="T98" fmla="*/ 300 w 387"/>
                  <a:gd name="T99" fmla="*/ 297 h 383"/>
                  <a:gd name="T100" fmla="*/ 312 w 387"/>
                  <a:gd name="T101" fmla="*/ 303 h 383"/>
                  <a:gd name="T102" fmla="*/ 319 w 387"/>
                  <a:gd name="T103" fmla="*/ 309 h 383"/>
                  <a:gd name="T104" fmla="*/ 323 w 387"/>
                  <a:gd name="T105" fmla="*/ 317 h 383"/>
                  <a:gd name="T106" fmla="*/ 326 w 387"/>
                  <a:gd name="T107" fmla="*/ 325 h 383"/>
                  <a:gd name="T108" fmla="*/ 334 w 387"/>
                  <a:gd name="T109" fmla="*/ 333 h 383"/>
                  <a:gd name="T110" fmla="*/ 338 w 387"/>
                  <a:gd name="T111" fmla="*/ 343 h 383"/>
                  <a:gd name="T112" fmla="*/ 341 w 387"/>
                  <a:gd name="T113" fmla="*/ 352 h 383"/>
                  <a:gd name="T114" fmla="*/ 349 w 387"/>
                  <a:gd name="T115" fmla="*/ 362 h 383"/>
                  <a:gd name="T116" fmla="*/ 352 w 387"/>
                  <a:gd name="T117" fmla="*/ 368 h 383"/>
                  <a:gd name="T118" fmla="*/ 360 w 387"/>
                  <a:gd name="T119" fmla="*/ 376 h 383"/>
                  <a:gd name="T120" fmla="*/ 371 w 387"/>
                  <a:gd name="T121" fmla="*/ 382 h 383"/>
                  <a:gd name="T122" fmla="*/ 378 w 387"/>
                  <a:gd name="T123" fmla="*/ 376 h 383"/>
                  <a:gd name="T124" fmla="*/ 382 w 387"/>
                  <a:gd name="T125" fmla="*/ 370 h 3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87" h="383">
                    <a:moveTo>
                      <a:pt x="0" y="0"/>
                    </a:moveTo>
                    <a:lnTo>
                      <a:pt x="0" y="6"/>
                    </a:lnTo>
                    <a:lnTo>
                      <a:pt x="3" y="12"/>
                    </a:lnTo>
                    <a:lnTo>
                      <a:pt x="3" y="19"/>
                    </a:lnTo>
                    <a:lnTo>
                      <a:pt x="3" y="25"/>
                    </a:lnTo>
                    <a:lnTo>
                      <a:pt x="7" y="33"/>
                    </a:lnTo>
                    <a:lnTo>
                      <a:pt x="7" y="39"/>
                    </a:lnTo>
                    <a:lnTo>
                      <a:pt x="7" y="47"/>
                    </a:lnTo>
                    <a:lnTo>
                      <a:pt x="11" y="54"/>
                    </a:lnTo>
                    <a:lnTo>
                      <a:pt x="11" y="61"/>
                    </a:lnTo>
                    <a:lnTo>
                      <a:pt x="11" y="68"/>
                    </a:lnTo>
                    <a:lnTo>
                      <a:pt x="14" y="76"/>
                    </a:lnTo>
                    <a:lnTo>
                      <a:pt x="14" y="84"/>
                    </a:lnTo>
                    <a:lnTo>
                      <a:pt x="14" y="92"/>
                    </a:lnTo>
                    <a:lnTo>
                      <a:pt x="18" y="98"/>
                    </a:lnTo>
                    <a:lnTo>
                      <a:pt x="18" y="106"/>
                    </a:lnTo>
                    <a:lnTo>
                      <a:pt x="18" y="114"/>
                    </a:lnTo>
                    <a:lnTo>
                      <a:pt x="22" y="122"/>
                    </a:lnTo>
                    <a:lnTo>
                      <a:pt x="22" y="130"/>
                    </a:lnTo>
                    <a:lnTo>
                      <a:pt x="22" y="138"/>
                    </a:lnTo>
                    <a:lnTo>
                      <a:pt x="26" y="146"/>
                    </a:lnTo>
                    <a:lnTo>
                      <a:pt x="26" y="154"/>
                    </a:lnTo>
                    <a:lnTo>
                      <a:pt x="26" y="162"/>
                    </a:lnTo>
                    <a:lnTo>
                      <a:pt x="29" y="168"/>
                    </a:lnTo>
                    <a:lnTo>
                      <a:pt x="29" y="176"/>
                    </a:lnTo>
                    <a:lnTo>
                      <a:pt x="29" y="184"/>
                    </a:lnTo>
                    <a:lnTo>
                      <a:pt x="33" y="192"/>
                    </a:lnTo>
                    <a:lnTo>
                      <a:pt x="33" y="200"/>
                    </a:lnTo>
                    <a:lnTo>
                      <a:pt x="33" y="206"/>
                    </a:lnTo>
                    <a:lnTo>
                      <a:pt x="37" y="214"/>
                    </a:lnTo>
                    <a:lnTo>
                      <a:pt x="37" y="222"/>
                    </a:lnTo>
                    <a:lnTo>
                      <a:pt x="37" y="228"/>
                    </a:lnTo>
                    <a:lnTo>
                      <a:pt x="40" y="236"/>
                    </a:lnTo>
                    <a:lnTo>
                      <a:pt x="40" y="243"/>
                    </a:lnTo>
                    <a:lnTo>
                      <a:pt x="40" y="250"/>
                    </a:lnTo>
                    <a:lnTo>
                      <a:pt x="44" y="257"/>
                    </a:lnTo>
                    <a:lnTo>
                      <a:pt x="44" y="263"/>
                    </a:lnTo>
                    <a:lnTo>
                      <a:pt x="44" y="270"/>
                    </a:lnTo>
                    <a:lnTo>
                      <a:pt x="44" y="276"/>
                    </a:lnTo>
                    <a:lnTo>
                      <a:pt x="48" y="282"/>
                    </a:lnTo>
                    <a:lnTo>
                      <a:pt x="48" y="289"/>
                    </a:lnTo>
                    <a:lnTo>
                      <a:pt x="48" y="295"/>
                    </a:lnTo>
                    <a:lnTo>
                      <a:pt x="52" y="300"/>
                    </a:lnTo>
                    <a:lnTo>
                      <a:pt x="52" y="306"/>
                    </a:lnTo>
                    <a:lnTo>
                      <a:pt x="52" y="311"/>
                    </a:lnTo>
                    <a:lnTo>
                      <a:pt x="55" y="317"/>
                    </a:lnTo>
                    <a:lnTo>
                      <a:pt x="55" y="322"/>
                    </a:lnTo>
                    <a:lnTo>
                      <a:pt x="55" y="327"/>
                    </a:lnTo>
                    <a:lnTo>
                      <a:pt x="59" y="332"/>
                    </a:lnTo>
                    <a:lnTo>
                      <a:pt x="59" y="336"/>
                    </a:lnTo>
                    <a:lnTo>
                      <a:pt x="59" y="339"/>
                    </a:lnTo>
                    <a:lnTo>
                      <a:pt x="63" y="344"/>
                    </a:lnTo>
                    <a:lnTo>
                      <a:pt x="63" y="347"/>
                    </a:lnTo>
                    <a:lnTo>
                      <a:pt x="63" y="352"/>
                    </a:lnTo>
                    <a:lnTo>
                      <a:pt x="66" y="355"/>
                    </a:lnTo>
                    <a:lnTo>
                      <a:pt x="66" y="359"/>
                    </a:lnTo>
                    <a:lnTo>
                      <a:pt x="66" y="362"/>
                    </a:lnTo>
                    <a:lnTo>
                      <a:pt x="70" y="363"/>
                    </a:lnTo>
                    <a:lnTo>
                      <a:pt x="70" y="366"/>
                    </a:lnTo>
                    <a:lnTo>
                      <a:pt x="70" y="370"/>
                    </a:lnTo>
                    <a:lnTo>
                      <a:pt x="74" y="371"/>
                    </a:lnTo>
                    <a:lnTo>
                      <a:pt x="74" y="373"/>
                    </a:lnTo>
                    <a:lnTo>
                      <a:pt x="74" y="374"/>
                    </a:lnTo>
                    <a:lnTo>
                      <a:pt x="78" y="376"/>
                    </a:lnTo>
                    <a:lnTo>
                      <a:pt x="78" y="378"/>
                    </a:lnTo>
                    <a:lnTo>
                      <a:pt x="81" y="379"/>
                    </a:lnTo>
                    <a:lnTo>
                      <a:pt x="81" y="381"/>
                    </a:lnTo>
                    <a:lnTo>
                      <a:pt x="85" y="382"/>
                    </a:lnTo>
                    <a:lnTo>
                      <a:pt x="89" y="381"/>
                    </a:lnTo>
                    <a:lnTo>
                      <a:pt x="92" y="379"/>
                    </a:lnTo>
                    <a:lnTo>
                      <a:pt x="96" y="378"/>
                    </a:lnTo>
                    <a:lnTo>
                      <a:pt x="96" y="376"/>
                    </a:lnTo>
                    <a:lnTo>
                      <a:pt x="100" y="374"/>
                    </a:lnTo>
                    <a:lnTo>
                      <a:pt x="100" y="373"/>
                    </a:lnTo>
                    <a:lnTo>
                      <a:pt x="100" y="371"/>
                    </a:lnTo>
                    <a:lnTo>
                      <a:pt x="104" y="368"/>
                    </a:lnTo>
                    <a:lnTo>
                      <a:pt x="104" y="366"/>
                    </a:lnTo>
                    <a:lnTo>
                      <a:pt x="104" y="365"/>
                    </a:lnTo>
                    <a:lnTo>
                      <a:pt x="107" y="363"/>
                    </a:lnTo>
                    <a:lnTo>
                      <a:pt x="107" y="362"/>
                    </a:lnTo>
                    <a:lnTo>
                      <a:pt x="107" y="359"/>
                    </a:lnTo>
                    <a:lnTo>
                      <a:pt x="111" y="357"/>
                    </a:lnTo>
                    <a:lnTo>
                      <a:pt x="111" y="354"/>
                    </a:lnTo>
                    <a:lnTo>
                      <a:pt x="111" y="352"/>
                    </a:lnTo>
                    <a:lnTo>
                      <a:pt x="115" y="351"/>
                    </a:lnTo>
                    <a:lnTo>
                      <a:pt x="115" y="347"/>
                    </a:lnTo>
                    <a:lnTo>
                      <a:pt x="115" y="346"/>
                    </a:lnTo>
                    <a:lnTo>
                      <a:pt x="118" y="343"/>
                    </a:lnTo>
                    <a:lnTo>
                      <a:pt x="118" y="341"/>
                    </a:lnTo>
                    <a:lnTo>
                      <a:pt x="118" y="338"/>
                    </a:lnTo>
                    <a:lnTo>
                      <a:pt x="122" y="336"/>
                    </a:lnTo>
                    <a:lnTo>
                      <a:pt x="122" y="333"/>
                    </a:lnTo>
                    <a:lnTo>
                      <a:pt x="122" y="332"/>
                    </a:lnTo>
                    <a:lnTo>
                      <a:pt x="126" y="328"/>
                    </a:lnTo>
                    <a:lnTo>
                      <a:pt x="126" y="327"/>
                    </a:lnTo>
                    <a:lnTo>
                      <a:pt x="126" y="325"/>
                    </a:lnTo>
                    <a:lnTo>
                      <a:pt x="130" y="322"/>
                    </a:lnTo>
                    <a:lnTo>
                      <a:pt x="130" y="320"/>
                    </a:lnTo>
                    <a:lnTo>
                      <a:pt x="130" y="319"/>
                    </a:lnTo>
                    <a:lnTo>
                      <a:pt x="133" y="317"/>
                    </a:lnTo>
                    <a:lnTo>
                      <a:pt x="133" y="314"/>
                    </a:lnTo>
                    <a:lnTo>
                      <a:pt x="133" y="312"/>
                    </a:lnTo>
                    <a:lnTo>
                      <a:pt x="137" y="311"/>
                    </a:lnTo>
                    <a:lnTo>
                      <a:pt x="137" y="309"/>
                    </a:lnTo>
                    <a:lnTo>
                      <a:pt x="137" y="308"/>
                    </a:lnTo>
                    <a:lnTo>
                      <a:pt x="141" y="306"/>
                    </a:lnTo>
                    <a:lnTo>
                      <a:pt x="141" y="305"/>
                    </a:lnTo>
                    <a:lnTo>
                      <a:pt x="144" y="303"/>
                    </a:lnTo>
                    <a:lnTo>
                      <a:pt x="144" y="301"/>
                    </a:lnTo>
                    <a:lnTo>
                      <a:pt x="148" y="300"/>
                    </a:lnTo>
                    <a:lnTo>
                      <a:pt x="152" y="298"/>
                    </a:lnTo>
                    <a:lnTo>
                      <a:pt x="156" y="297"/>
                    </a:lnTo>
                    <a:lnTo>
                      <a:pt x="159" y="298"/>
                    </a:lnTo>
                    <a:lnTo>
                      <a:pt x="163" y="300"/>
                    </a:lnTo>
                    <a:lnTo>
                      <a:pt x="167" y="301"/>
                    </a:lnTo>
                    <a:lnTo>
                      <a:pt x="167" y="303"/>
                    </a:lnTo>
                    <a:lnTo>
                      <a:pt x="170" y="305"/>
                    </a:lnTo>
                    <a:lnTo>
                      <a:pt x="170" y="306"/>
                    </a:lnTo>
                    <a:lnTo>
                      <a:pt x="170" y="308"/>
                    </a:lnTo>
                    <a:lnTo>
                      <a:pt x="174" y="309"/>
                    </a:lnTo>
                    <a:lnTo>
                      <a:pt x="174" y="311"/>
                    </a:lnTo>
                    <a:lnTo>
                      <a:pt x="174" y="312"/>
                    </a:lnTo>
                    <a:lnTo>
                      <a:pt x="178" y="314"/>
                    </a:lnTo>
                    <a:lnTo>
                      <a:pt x="178" y="316"/>
                    </a:lnTo>
                    <a:lnTo>
                      <a:pt x="178" y="317"/>
                    </a:lnTo>
                    <a:lnTo>
                      <a:pt x="182" y="319"/>
                    </a:lnTo>
                    <a:lnTo>
                      <a:pt x="182" y="320"/>
                    </a:lnTo>
                    <a:lnTo>
                      <a:pt x="182" y="322"/>
                    </a:lnTo>
                    <a:lnTo>
                      <a:pt x="185" y="325"/>
                    </a:lnTo>
                    <a:lnTo>
                      <a:pt x="185" y="327"/>
                    </a:lnTo>
                    <a:lnTo>
                      <a:pt x="185" y="328"/>
                    </a:lnTo>
                    <a:lnTo>
                      <a:pt x="189" y="330"/>
                    </a:lnTo>
                    <a:lnTo>
                      <a:pt x="189" y="333"/>
                    </a:lnTo>
                    <a:lnTo>
                      <a:pt x="189" y="335"/>
                    </a:lnTo>
                    <a:lnTo>
                      <a:pt x="193" y="336"/>
                    </a:lnTo>
                    <a:lnTo>
                      <a:pt x="193" y="338"/>
                    </a:lnTo>
                    <a:lnTo>
                      <a:pt x="193" y="341"/>
                    </a:lnTo>
                    <a:lnTo>
                      <a:pt x="196" y="343"/>
                    </a:lnTo>
                    <a:lnTo>
                      <a:pt x="196" y="344"/>
                    </a:lnTo>
                    <a:lnTo>
                      <a:pt x="196" y="346"/>
                    </a:lnTo>
                    <a:lnTo>
                      <a:pt x="200" y="347"/>
                    </a:lnTo>
                    <a:lnTo>
                      <a:pt x="200" y="349"/>
                    </a:lnTo>
                    <a:lnTo>
                      <a:pt x="200" y="352"/>
                    </a:lnTo>
                    <a:lnTo>
                      <a:pt x="204" y="354"/>
                    </a:lnTo>
                    <a:lnTo>
                      <a:pt x="204" y="355"/>
                    </a:lnTo>
                    <a:lnTo>
                      <a:pt x="204" y="357"/>
                    </a:lnTo>
                    <a:lnTo>
                      <a:pt x="208" y="359"/>
                    </a:lnTo>
                    <a:lnTo>
                      <a:pt x="208" y="360"/>
                    </a:lnTo>
                    <a:lnTo>
                      <a:pt x="211" y="362"/>
                    </a:lnTo>
                    <a:lnTo>
                      <a:pt x="211" y="363"/>
                    </a:lnTo>
                    <a:lnTo>
                      <a:pt x="211" y="365"/>
                    </a:lnTo>
                    <a:lnTo>
                      <a:pt x="215" y="366"/>
                    </a:lnTo>
                    <a:lnTo>
                      <a:pt x="215" y="368"/>
                    </a:lnTo>
                    <a:lnTo>
                      <a:pt x="219" y="370"/>
                    </a:lnTo>
                    <a:lnTo>
                      <a:pt x="222" y="371"/>
                    </a:lnTo>
                    <a:lnTo>
                      <a:pt x="226" y="373"/>
                    </a:lnTo>
                    <a:lnTo>
                      <a:pt x="230" y="371"/>
                    </a:lnTo>
                    <a:lnTo>
                      <a:pt x="234" y="370"/>
                    </a:lnTo>
                    <a:lnTo>
                      <a:pt x="237" y="368"/>
                    </a:lnTo>
                    <a:lnTo>
                      <a:pt x="241" y="366"/>
                    </a:lnTo>
                    <a:lnTo>
                      <a:pt x="241" y="365"/>
                    </a:lnTo>
                    <a:lnTo>
                      <a:pt x="245" y="363"/>
                    </a:lnTo>
                    <a:lnTo>
                      <a:pt x="245" y="362"/>
                    </a:lnTo>
                    <a:lnTo>
                      <a:pt x="248" y="360"/>
                    </a:lnTo>
                    <a:lnTo>
                      <a:pt x="248" y="359"/>
                    </a:lnTo>
                    <a:lnTo>
                      <a:pt x="248" y="357"/>
                    </a:lnTo>
                    <a:lnTo>
                      <a:pt x="252" y="355"/>
                    </a:lnTo>
                    <a:lnTo>
                      <a:pt x="252" y="354"/>
                    </a:lnTo>
                    <a:lnTo>
                      <a:pt x="252" y="352"/>
                    </a:lnTo>
                    <a:lnTo>
                      <a:pt x="256" y="349"/>
                    </a:lnTo>
                    <a:lnTo>
                      <a:pt x="256" y="347"/>
                    </a:lnTo>
                    <a:lnTo>
                      <a:pt x="256" y="346"/>
                    </a:lnTo>
                    <a:lnTo>
                      <a:pt x="260" y="344"/>
                    </a:lnTo>
                    <a:lnTo>
                      <a:pt x="260" y="343"/>
                    </a:lnTo>
                    <a:lnTo>
                      <a:pt x="260" y="341"/>
                    </a:lnTo>
                    <a:lnTo>
                      <a:pt x="263" y="338"/>
                    </a:lnTo>
                    <a:lnTo>
                      <a:pt x="263" y="336"/>
                    </a:lnTo>
                    <a:lnTo>
                      <a:pt x="263" y="335"/>
                    </a:lnTo>
                    <a:lnTo>
                      <a:pt x="267" y="333"/>
                    </a:lnTo>
                    <a:lnTo>
                      <a:pt x="267" y="330"/>
                    </a:lnTo>
                    <a:lnTo>
                      <a:pt x="267" y="328"/>
                    </a:lnTo>
                    <a:lnTo>
                      <a:pt x="271" y="327"/>
                    </a:lnTo>
                    <a:lnTo>
                      <a:pt x="271" y="325"/>
                    </a:lnTo>
                    <a:lnTo>
                      <a:pt x="271" y="322"/>
                    </a:lnTo>
                    <a:lnTo>
                      <a:pt x="274" y="320"/>
                    </a:lnTo>
                    <a:lnTo>
                      <a:pt x="274" y="319"/>
                    </a:lnTo>
                    <a:lnTo>
                      <a:pt x="274" y="317"/>
                    </a:lnTo>
                    <a:lnTo>
                      <a:pt x="278" y="316"/>
                    </a:lnTo>
                    <a:lnTo>
                      <a:pt x="278" y="314"/>
                    </a:lnTo>
                    <a:lnTo>
                      <a:pt x="278" y="312"/>
                    </a:lnTo>
                    <a:lnTo>
                      <a:pt x="282" y="311"/>
                    </a:lnTo>
                    <a:lnTo>
                      <a:pt x="282" y="309"/>
                    </a:lnTo>
                    <a:lnTo>
                      <a:pt x="282" y="308"/>
                    </a:lnTo>
                    <a:lnTo>
                      <a:pt x="286" y="306"/>
                    </a:lnTo>
                    <a:lnTo>
                      <a:pt x="286" y="305"/>
                    </a:lnTo>
                    <a:lnTo>
                      <a:pt x="289" y="303"/>
                    </a:lnTo>
                    <a:lnTo>
                      <a:pt x="289" y="301"/>
                    </a:lnTo>
                    <a:lnTo>
                      <a:pt x="293" y="300"/>
                    </a:lnTo>
                    <a:lnTo>
                      <a:pt x="297" y="298"/>
                    </a:lnTo>
                    <a:lnTo>
                      <a:pt x="300" y="297"/>
                    </a:lnTo>
                    <a:lnTo>
                      <a:pt x="304" y="298"/>
                    </a:lnTo>
                    <a:lnTo>
                      <a:pt x="308" y="300"/>
                    </a:lnTo>
                    <a:lnTo>
                      <a:pt x="312" y="301"/>
                    </a:lnTo>
                    <a:lnTo>
                      <a:pt x="312" y="303"/>
                    </a:lnTo>
                    <a:lnTo>
                      <a:pt x="315" y="305"/>
                    </a:lnTo>
                    <a:lnTo>
                      <a:pt x="315" y="306"/>
                    </a:lnTo>
                    <a:lnTo>
                      <a:pt x="315" y="308"/>
                    </a:lnTo>
                    <a:lnTo>
                      <a:pt x="319" y="309"/>
                    </a:lnTo>
                    <a:lnTo>
                      <a:pt x="319" y="311"/>
                    </a:lnTo>
                    <a:lnTo>
                      <a:pt x="319" y="312"/>
                    </a:lnTo>
                    <a:lnTo>
                      <a:pt x="323" y="314"/>
                    </a:lnTo>
                    <a:lnTo>
                      <a:pt x="323" y="317"/>
                    </a:lnTo>
                    <a:lnTo>
                      <a:pt x="323" y="319"/>
                    </a:lnTo>
                    <a:lnTo>
                      <a:pt x="326" y="320"/>
                    </a:lnTo>
                    <a:lnTo>
                      <a:pt x="326" y="322"/>
                    </a:lnTo>
                    <a:lnTo>
                      <a:pt x="326" y="325"/>
                    </a:lnTo>
                    <a:lnTo>
                      <a:pt x="330" y="327"/>
                    </a:lnTo>
                    <a:lnTo>
                      <a:pt x="330" y="328"/>
                    </a:lnTo>
                    <a:lnTo>
                      <a:pt x="330" y="332"/>
                    </a:lnTo>
                    <a:lnTo>
                      <a:pt x="334" y="333"/>
                    </a:lnTo>
                    <a:lnTo>
                      <a:pt x="334" y="336"/>
                    </a:lnTo>
                    <a:lnTo>
                      <a:pt x="334" y="338"/>
                    </a:lnTo>
                    <a:lnTo>
                      <a:pt x="338" y="341"/>
                    </a:lnTo>
                    <a:lnTo>
                      <a:pt x="338" y="343"/>
                    </a:lnTo>
                    <a:lnTo>
                      <a:pt x="338" y="346"/>
                    </a:lnTo>
                    <a:lnTo>
                      <a:pt x="341" y="347"/>
                    </a:lnTo>
                    <a:lnTo>
                      <a:pt x="341" y="351"/>
                    </a:lnTo>
                    <a:lnTo>
                      <a:pt x="341" y="352"/>
                    </a:lnTo>
                    <a:lnTo>
                      <a:pt x="345" y="354"/>
                    </a:lnTo>
                    <a:lnTo>
                      <a:pt x="345" y="357"/>
                    </a:lnTo>
                    <a:lnTo>
                      <a:pt x="345" y="359"/>
                    </a:lnTo>
                    <a:lnTo>
                      <a:pt x="349" y="362"/>
                    </a:lnTo>
                    <a:lnTo>
                      <a:pt x="349" y="363"/>
                    </a:lnTo>
                    <a:lnTo>
                      <a:pt x="349" y="365"/>
                    </a:lnTo>
                    <a:lnTo>
                      <a:pt x="352" y="366"/>
                    </a:lnTo>
                    <a:lnTo>
                      <a:pt x="352" y="368"/>
                    </a:lnTo>
                    <a:lnTo>
                      <a:pt x="352" y="371"/>
                    </a:lnTo>
                    <a:lnTo>
                      <a:pt x="356" y="373"/>
                    </a:lnTo>
                    <a:lnTo>
                      <a:pt x="356" y="374"/>
                    </a:lnTo>
                    <a:lnTo>
                      <a:pt x="360" y="376"/>
                    </a:lnTo>
                    <a:lnTo>
                      <a:pt x="360" y="378"/>
                    </a:lnTo>
                    <a:lnTo>
                      <a:pt x="364" y="379"/>
                    </a:lnTo>
                    <a:lnTo>
                      <a:pt x="367" y="381"/>
                    </a:lnTo>
                    <a:lnTo>
                      <a:pt x="371" y="382"/>
                    </a:lnTo>
                    <a:lnTo>
                      <a:pt x="375" y="381"/>
                    </a:lnTo>
                    <a:lnTo>
                      <a:pt x="375" y="379"/>
                    </a:lnTo>
                    <a:lnTo>
                      <a:pt x="378" y="378"/>
                    </a:lnTo>
                    <a:lnTo>
                      <a:pt x="378" y="376"/>
                    </a:lnTo>
                    <a:lnTo>
                      <a:pt x="378" y="374"/>
                    </a:lnTo>
                    <a:lnTo>
                      <a:pt x="382" y="373"/>
                    </a:lnTo>
                    <a:lnTo>
                      <a:pt x="382" y="371"/>
                    </a:lnTo>
                    <a:lnTo>
                      <a:pt x="382" y="370"/>
                    </a:lnTo>
                    <a:lnTo>
                      <a:pt x="386" y="366"/>
                    </a:lnTo>
                    <a:lnTo>
                      <a:pt x="386" y="363"/>
                    </a:lnTo>
                  </a:path>
                </a:pathLst>
              </a:custGeom>
              <a:noFill/>
              <a:ln w="28575" cap="rnd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1" name="Freeform 15"/>
              <p:cNvSpPr>
                <a:spLocks/>
              </p:cNvSpPr>
              <p:nvPr/>
            </p:nvSpPr>
            <p:spPr bwMode="auto">
              <a:xfrm>
                <a:off x="3407" y="2923"/>
                <a:ext cx="372" cy="466"/>
              </a:xfrm>
              <a:custGeom>
                <a:avLst/>
                <a:gdLst>
                  <a:gd name="T0" fmla="*/ 4 w 372"/>
                  <a:gd name="T1" fmla="*/ 457 h 466"/>
                  <a:gd name="T2" fmla="*/ 7 w 372"/>
                  <a:gd name="T3" fmla="*/ 441 h 466"/>
                  <a:gd name="T4" fmla="*/ 15 w 372"/>
                  <a:gd name="T5" fmla="*/ 424 h 466"/>
                  <a:gd name="T6" fmla="*/ 18 w 372"/>
                  <a:gd name="T7" fmla="*/ 402 h 466"/>
                  <a:gd name="T8" fmla="*/ 22 w 372"/>
                  <a:gd name="T9" fmla="*/ 378 h 466"/>
                  <a:gd name="T10" fmla="*/ 26 w 372"/>
                  <a:gd name="T11" fmla="*/ 352 h 466"/>
                  <a:gd name="T12" fmla="*/ 33 w 372"/>
                  <a:gd name="T13" fmla="*/ 324 h 466"/>
                  <a:gd name="T14" fmla="*/ 37 w 372"/>
                  <a:gd name="T15" fmla="*/ 294 h 466"/>
                  <a:gd name="T16" fmla="*/ 41 w 372"/>
                  <a:gd name="T17" fmla="*/ 264 h 466"/>
                  <a:gd name="T18" fmla="*/ 48 w 372"/>
                  <a:gd name="T19" fmla="*/ 232 h 466"/>
                  <a:gd name="T20" fmla="*/ 52 w 372"/>
                  <a:gd name="T21" fmla="*/ 200 h 466"/>
                  <a:gd name="T22" fmla="*/ 56 w 372"/>
                  <a:gd name="T23" fmla="*/ 170 h 466"/>
                  <a:gd name="T24" fmla="*/ 63 w 372"/>
                  <a:gd name="T25" fmla="*/ 141 h 466"/>
                  <a:gd name="T26" fmla="*/ 67 w 372"/>
                  <a:gd name="T27" fmla="*/ 114 h 466"/>
                  <a:gd name="T28" fmla="*/ 70 w 372"/>
                  <a:gd name="T29" fmla="*/ 89 h 466"/>
                  <a:gd name="T30" fmla="*/ 78 w 372"/>
                  <a:gd name="T31" fmla="*/ 67 h 466"/>
                  <a:gd name="T32" fmla="*/ 82 w 372"/>
                  <a:gd name="T33" fmla="*/ 47 h 466"/>
                  <a:gd name="T34" fmla="*/ 85 w 372"/>
                  <a:gd name="T35" fmla="*/ 32 h 466"/>
                  <a:gd name="T36" fmla="*/ 93 w 372"/>
                  <a:gd name="T37" fmla="*/ 19 h 466"/>
                  <a:gd name="T38" fmla="*/ 96 w 372"/>
                  <a:gd name="T39" fmla="*/ 9 h 466"/>
                  <a:gd name="T40" fmla="*/ 104 w 372"/>
                  <a:gd name="T41" fmla="*/ 3 h 466"/>
                  <a:gd name="T42" fmla="*/ 115 w 372"/>
                  <a:gd name="T43" fmla="*/ 3 h 466"/>
                  <a:gd name="T44" fmla="*/ 122 w 372"/>
                  <a:gd name="T45" fmla="*/ 9 h 466"/>
                  <a:gd name="T46" fmla="*/ 126 w 372"/>
                  <a:gd name="T47" fmla="*/ 16 h 466"/>
                  <a:gd name="T48" fmla="*/ 134 w 372"/>
                  <a:gd name="T49" fmla="*/ 25 h 466"/>
                  <a:gd name="T50" fmla="*/ 137 w 372"/>
                  <a:gd name="T51" fmla="*/ 33 h 466"/>
                  <a:gd name="T52" fmla="*/ 141 w 372"/>
                  <a:gd name="T53" fmla="*/ 43 h 466"/>
                  <a:gd name="T54" fmla="*/ 148 w 372"/>
                  <a:gd name="T55" fmla="*/ 52 h 466"/>
                  <a:gd name="T56" fmla="*/ 152 w 372"/>
                  <a:gd name="T57" fmla="*/ 60 h 466"/>
                  <a:gd name="T58" fmla="*/ 156 w 372"/>
                  <a:gd name="T59" fmla="*/ 68 h 466"/>
                  <a:gd name="T60" fmla="*/ 160 w 372"/>
                  <a:gd name="T61" fmla="*/ 74 h 466"/>
                  <a:gd name="T62" fmla="*/ 167 w 372"/>
                  <a:gd name="T63" fmla="*/ 81 h 466"/>
                  <a:gd name="T64" fmla="*/ 182 w 372"/>
                  <a:gd name="T65" fmla="*/ 84 h 466"/>
                  <a:gd name="T66" fmla="*/ 193 w 372"/>
                  <a:gd name="T67" fmla="*/ 78 h 466"/>
                  <a:gd name="T68" fmla="*/ 197 w 372"/>
                  <a:gd name="T69" fmla="*/ 71 h 466"/>
                  <a:gd name="T70" fmla="*/ 204 w 372"/>
                  <a:gd name="T71" fmla="*/ 63 h 466"/>
                  <a:gd name="T72" fmla="*/ 208 w 372"/>
                  <a:gd name="T73" fmla="*/ 57 h 466"/>
                  <a:gd name="T74" fmla="*/ 212 w 372"/>
                  <a:gd name="T75" fmla="*/ 49 h 466"/>
                  <a:gd name="T76" fmla="*/ 219 w 372"/>
                  <a:gd name="T77" fmla="*/ 41 h 466"/>
                  <a:gd name="T78" fmla="*/ 223 w 372"/>
                  <a:gd name="T79" fmla="*/ 33 h 466"/>
                  <a:gd name="T80" fmla="*/ 226 w 372"/>
                  <a:gd name="T81" fmla="*/ 27 h 466"/>
                  <a:gd name="T82" fmla="*/ 234 w 372"/>
                  <a:gd name="T83" fmla="*/ 20 h 466"/>
                  <a:gd name="T84" fmla="*/ 241 w 372"/>
                  <a:gd name="T85" fmla="*/ 14 h 466"/>
                  <a:gd name="T86" fmla="*/ 252 w 372"/>
                  <a:gd name="T87" fmla="*/ 11 h 466"/>
                  <a:gd name="T88" fmla="*/ 264 w 372"/>
                  <a:gd name="T89" fmla="*/ 16 h 466"/>
                  <a:gd name="T90" fmla="*/ 271 w 372"/>
                  <a:gd name="T91" fmla="*/ 22 h 466"/>
                  <a:gd name="T92" fmla="*/ 275 w 372"/>
                  <a:gd name="T93" fmla="*/ 28 h 466"/>
                  <a:gd name="T94" fmla="*/ 278 w 372"/>
                  <a:gd name="T95" fmla="*/ 35 h 466"/>
                  <a:gd name="T96" fmla="*/ 282 w 372"/>
                  <a:gd name="T97" fmla="*/ 43 h 466"/>
                  <a:gd name="T98" fmla="*/ 290 w 372"/>
                  <a:gd name="T99" fmla="*/ 51 h 466"/>
                  <a:gd name="T100" fmla="*/ 293 w 372"/>
                  <a:gd name="T101" fmla="*/ 59 h 466"/>
                  <a:gd name="T102" fmla="*/ 297 w 372"/>
                  <a:gd name="T103" fmla="*/ 67 h 466"/>
                  <a:gd name="T104" fmla="*/ 304 w 372"/>
                  <a:gd name="T105" fmla="*/ 73 h 466"/>
                  <a:gd name="T106" fmla="*/ 308 w 372"/>
                  <a:gd name="T107" fmla="*/ 79 h 466"/>
                  <a:gd name="T108" fmla="*/ 323 w 372"/>
                  <a:gd name="T109" fmla="*/ 86 h 466"/>
                  <a:gd name="T110" fmla="*/ 334 w 372"/>
                  <a:gd name="T111" fmla="*/ 79 h 466"/>
                  <a:gd name="T112" fmla="*/ 342 w 372"/>
                  <a:gd name="T113" fmla="*/ 73 h 466"/>
                  <a:gd name="T114" fmla="*/ 345 w 372"/>
                  <a:gd name="T115" fmla="*/ 67 h 466"/>
                  <a:gd name="T116" fmla="*/ 349 w 372"/>
                  <a:gd name="T117" fmla="*/ 59 h 466"/>
                  <a:gd name="T118" fmla="*/ 356 w 372"/>
                  <a:gd name="T119" fmla="*/ 49 h 466"/>
                  <a:gd name="T120" fmla="*/ 360 w 372"/>
                  <a:gd name="T121" fmla="*/ 40 h 466"/>
                  <a:gd name="T122" fmla="*/ 364 w 372"/>
                  <a:gd name="T123" fmla="*/ 30 h 466"/>
                  <a:gd name="T124" fmla="*/ 371 w 372"/>
                  <a:gd name="T125" fmla="*/ 22 h 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72" h="466">
                    <a:moveTo>
                      <a:pt x="0" y="465"/>
                    </a:moveTo>
                    <a:lnTo>
                      <a:pt x="0" y="464"/>
                    </a:lnTo>
                    <a:lnTo>
                      <a:pt x="4" y="461"/>
                    </a:lnTo>
                    <a:lnTo>
                      <a:pt x="4" y="457"/>
                    </a:lnTo>
                    <a:lnTo>
                      <a:pt x="4" y="454"/>
                    </a:lnTo>
                    <a:lnTo>
                      <a:pt x="7" y="449"/>
                    </a:lnTo>
                    <a:lnTo>
                      <a:pt x="7" y="446"/>
                    </a:lnTo>
                    <a:lnTo>
                      <a:pt x="7" y="441"/>
                    </a:lnTo>
                    <a:lnTo>
                      <a:pt x="11" y="438"/>
                    </a:lnTo>
                    <a:lnTo>
                      <a:pt x="11" y="434"/>
                    </a:lnTo>
                    <a:lnTo>
                      <a:pt x="11" y="429"/>
                    </a:lnTo>
                    <a:lnTo>
                      <a:pt x="15" y="424"/>
                    </a:lnTo>
                    <a:lnTo>
                      <a:pt x="15" y="419"/>
                    </a:lnTo>
                    <a:lnTo>
                      <a:pt x="15" y="413"/>
                    </a:lnTo>
                    <a:lnTo>
                      <a:pt x="18" y="408"/>
                    </a:lnTo>
                    <a:lnTo>
                      <a:pt x="18" y="402"/>
                    </a:lnTo>
                    <a:lnTo>
                      <a:pt x="18" y="397"/>
                    </a:lnTo>
                    <a:lnTo>
                      <a:pt x="22" y="391"/>
                    </a:lnTo>
                    <a:lnTo>
                      <a:pt x="22" y="384"/>
                    </a:lnTo>
                    <a:lnTo>
                      <a:pt x="22" y="378"/>
                    </a:lnTo>
                    <a:lnTo>
                      <a:pt x="26" y="372"/>
                    </a:lnTo>
                    <a:lnTo>
                      <a:pt x="26" y="365"/>
                    </a:lnTo>
                    <a:lnTo>
                      <a:pt x="26" y="359"/>
                    </a:lnTo>
                    <a:lnTo>
                      <a:pt x="26" y="352"/>
                    </a:lnTo>
                    <a:lnTo>
                      <a:pt x="30" y="345"/>
                    </a:lnTo>
                    <a:lnTo>
                      <a:pt x="30" y="338"/>
                    </a:lnTo>
                    <a:lnTo>
                      <a:pt x="30" y="330"/>
                    </a:lnTo>
                    <a:lnTo>
                      <a:pt x="33" y="324"/>
                    </a:lnTo>
                    <a:lnTo>
                      <a:pt x="33" y="316"/>
                    </a:lnTo>
                    <a:lnTo>
                      <a:pt x="33" y="308"/>
                    </a:lnTo>
                    <a:lnTo>
                      <a:pt x="37" y="302"/>
                    </a:lnTo>
                    <a:lnTo>
                      <a:pt x="37" y="294"/>
                    </a:lnTo>
                    <a:lnTo>
                      <a:pt x="37" y="286"/>
                    </a:lnTo>
                    <a:lnTo>
                      <a:pt x="41" y="278"/>
                    </a:lnTo>
                    <a:lnTo>
                      <a:pt x="41" y="270"/>
                    </a:lnTo>
                    <a:lnTo>
                      <a:pt x="41" y="264"/>
                    </a:lnTo>
                    <a:lnTo>
                      <a:pt x="44" y="256"/>
                    </a:lnTo>
                    <a:lnTo>
                      <a:pt x="44" y="248"/>
                    </a:lnTo>
                    <a:lnTo>
                      <a:pt x="44" y="240"/>
                    </a:lnTo>
                    <a:lnTo>
                      <a:pt x="48" y="232"/>
                    </a:lnTo>
                    <a:lnTo>
                      <a:pt x="48" y="224"/>
                    </a:lnTo>
                    <a:lnTo>
                      <a:pt x="48" y="216"/>
                    </a:lnTo>
                    <a:lnTo>
                      <a:pt x="52" y="208"/>
                    </a:lnTo>
                    <a:lnTo>
                      <a:pt x="52" y="200"/>
                    </a:lnTo>
                    <a:lnTo>
                      <a:pt x="52" y="194"/>
                    </a:lnTo>
                    <a:lnTo>
                      <a:pt x="56" y="186"/>
                    </a:lnTo>
                    <a:lnTo>
                      <a:pt x="56" y="178"/>
                    </a:lnTo>
                    <a:lnTo>
                      <a:pt x="56" y="170"/>
                    </a:lnTo>
                    <a:lnTo>
                      <a:pt x="59" y="163"/>
                    </a:lnTo>
                    <a:lnTo>
                      <a:pt x="59" y="156"/>
                    </a:lnTo>
                    <a:lnTo>
                      <a:pt x="59" y="149"/>
                    </a:lnTo>
                    <a:lnTo>
                      <a:pt x="63" y="141"/>
                    </a:lnTo>
                    <a:lnTo>
                      <a:pt x="63" y="135"/>
                    </a:lnTo>
                    <a:lnTo>
                      <a:pt x="63" y="127"/>
                    </a:lnTo>
                    <a:lnTo>
                      <a:pt x="67" y="121"/>
                    </a:lnTo>
                    <a:lnTo>
                      <a:pt x="67" y="114"/>
                    </a:lnTo>
                    <a:lnTo>
                      <a:pt x="67" y="108"/>
                    </a:lnTo>
                    <a:lnTo>
                      <a:pt x="70" y="102"/>
                    </a:lnTo>
                    <a:lnTo>
                      <a:pt x="70" y="95"/>
                    </a:lnTo>
                    <a:lnTo>
                      <a:pt x="70" y="89"/>
                    </a:lnTo>
                    <a:lnTo>
                      <a:pt x="74" y="84"/>
                    </a:lnTo>
                    <a:lnTo>
                      <a:pt x="74" y="78"/>
                    </a:lnTo>
                    <a:lnTo>
                      <a:pt x="74" y="73"/>
                    </a:lnTo>
                    <a:lnTo>
                      <a:pt x="78" y="67"/>
                    </a:lnTo>
                    <a:lnTo>
                      <a:pt x="78" y="62"/>
                    </a:lnTo>
                    <a:lnTo>
                      <a:pt x="78" y="57"/>
                    </a:lnTo>
                    <a:lnTo>
                      <a:pt x="82" y="52"/>
                    </a:lnTo>
                    <a:lnTo>
                      <a:pt x="82" y="47"/>
                    </a:lnTo>
                    <a:lnTo>
                      <a:pt x="82" y="44"/>
                    </a:lnTo>
                    <a:lnTo>
                      <a:pt x="85" y="40"/>
                    </a:lnTo>
                    <a:lnTo>
                      <a:pt x="85" y="36"/>
                    </a:lnTo>
                    <a:lnTo>
                      <a:pt x="85" y="32"/>
                    </a:lnTo>
                    <a:lnTo>
                      <a:pt x="89" y="28"/>
                    </a:lnTo>
                    <a:lnTo>
                      <a:pt x="89" y="25"/>
                    </a:lnTo>
                    <a:lnTo>
                      <a:pt x="89" y="22"/>
                    </a:lnTo>
                    <a:lnTo>
                      <a:pt x="93" y="19"/>
                    </a:lnTo>
                    <a:lnTo>
                      <a:pt x="93" y="16"/>
                    </a:lnTo>
                    <a:lnTo>
                      <a:pt x="93" y="14"/>
                    </a:lnTo>
                    <a:lnTo>
                      <a:pt x="96" y="13"/>
                    </a:lnTo>
                    <a:lnTo>
                      <a:pt x="96" y="9"/>
                    </a:lnTo>
                    <a:lnTo>
                      <a:pt x="96" y="8"/>
                    </a:lnTo>
                    <a:lnTo>
                      <a:pt x="100" y="6"/>
                    </a:lnTo>
                    <a:lnTo>
                      <a:pt x="100" y="5"/>
                    </a:lnTo>
                    <a:lnTo>
                      <a:pt x="104" y="3"/>
                    </a:lnTo>
                    <a:lnTo>
                      <a:pt x="108" y="1"/>
                    </a:lnTo>
                    <a:lnTo>
                      <a:pt x="111" y="0"/>
                    </a:lnTo>
                    <a:lnTo>
                      <a:pt x="115" y="1"/>
                    </a:lnTo>
                    <a:lnTo>
                      <a:pt x="115" y="3"/>
                    </a:lnTo>
                    <a:lnTo>
                      <a:pt x="119" y="5"/>
                    </a:lnTo>
                    <a:lnTo>
                      <a:pt x="119" y="6"/>
                    </a:lnTo>
                    <a:lnTo>
                      <a:pt x="122" y="8"/>
                    </a:lnTo>
                    <a:lnTo>
                      <a:pt x="122" y="9"/>
                    </a:lnTo>
                    <a:lnTo>
                      <a:pt x="122" y="11"/>
                    </a:lnTo>
                    <a:lnTo>
                      <a:pt x="126" y="13"/>
                    </a:lnTo>
                    <a:lnTo>
                      <a:pt x="126" y="14"/>
                    </a:lnTo>
                    <a:lnTo>
                      <a:pt x="126" y="16"/>
                    </a:lnTo>
                    <a:lnTo>
                      <a:pt x="130" y="19"/>
                    </a:lnTo>
                    <a:lnTo>
                      <a:pt x="130" y="20"/>
                    </a:lnTo>
                    <a:lnTo>
                      <a:pt x="130" y="22"/>
                    </a:lnTo>
                    <a:lnTo>
                      <a:pt x="134" y="25"/>
                    </a:lnTo>
                    <a:lnTo>
                      <a:pt x="134" y="27"/>
                    </a:lnTo>
                    <a:lnTo>
                      <a:pt x="134" y="28"/>
                    </a:lnTo>
                    <a:lnTo>
                      <a:pt x="137" y="32"/>
                    </a:lnTo>
                    <a:lnTo>
                      <a:pt x="137" y="33"/>
                    </a:lnTo>
                    <a:lnTo>
                      <a:pt x="137" y="36"/>
                    </a:lnTo>
                    <a:lnTo>
                      <a:pt x="141" y="38"/>
                    </a:lnTo>
                    <a:lnTo>
                      <a:pt x="141" y="41"/>
                    </a:lnTo>
                    <a:lnTo>
                      <a:pt x="141" y="43"/>
                    </a:lnTo>
                    <a:lnTo>
                      <a:pt x="145" y="46"/>
                    </a:lnTo>
                    <a:lnTo>
                      <a:pt x="145" y="47"/>
                    </a:lnTo>
                    <a:lnTo>
                      <a:pt x="145" y="51"/>
                    </a:lnTo>
                    <a:lnTo>
                      <a:pt x="148" y="52"/>
                    </a:lnTo>
                    <a:lnTo>
                      <a:pt x="148" y="54"/>
                    </a:lnTo>
                    <a:lnTo>
                      <a:pt x="148" y="57"/>
                    </a:lnTo>
                    <a:lnTo>
                      <a:pt x="148" y="59"/>
                    </a:lnTo>
                    <a:lnTo>
                      <a:pt x="152" y="60"/>
                    </a:lnTo>
                    <a:lnTo>
                      <a:pt x="152" y="63"/>
                    </a:lnTo>
                    <a:lnTo>
                      <a:pt x="152" y="65"/>
                    </a:lnTo>
                    <a:lnTo>
                      <a:pt x="156" y="67"/>
                    </a:lnTo>
                    <a:lnTo>
                      <a:pt x="156" y="68"/>
                    </a:lnTo>
                    <a:lnTo>
                      <a:pt x="156" y="70"/>
                    </a:lnTo>
                    <a:lnTo>
                      <a:pt x="160" y="71"/>
                    </a:lnTo>
                    <a:lnTo>
                      <a:pt x="160" y="73"/>
                    </a:lnTo>
                    <a:lnTo>
                      <a:pt x="160" y="74"/>
                    </a:lnTo>
                    <a:lnTo>
                      <a:pt x="163" y="76"/>
                    </a:lnTo>
                    <a:lnTo>
                      <a:pt x="163" y="78"/>
                    </a:lnTo>
                    <a:lnTo>
                      <a:pt x="163" y="79"/>
                    </a:lnTo>
                    <a:lnTo>
                      <a:pt x="167" y="81"/>
                    </a:lnTo>
                    <a:lnTo>
                      <a:pt x="171" y="82"/>
                    </a:lnTo>
                    <a:lnTo>
                      <a:pt x="174" y="84"/>
                    </a:lnTo>
                    <a:lnTo>
                      <a:pt x="178" y="86"/>
                    </a:lnTo>
                    <a:lnTo>
                      <a:pt x="182" y="84"/>
                    </a:lnTo>
                    <a:lnTo>
                      <a:pt x="186" y="82"/>
                    </a:lnTo>
                    <a:lnTo>
                      <a:pt x="189" y="81"/>
                    </a:lnTo>
                    <a:lnTo>
                      <a:pt x="189" y="79"/>
                    </a:lnTo>
                    <a:lnTo>
                      <a:pt x="193" y="78"/>
                    </a:lnTo>
                    <a:lnTo>
                      <a:pt x="193" y="76"/>
                    </a:lnTo>
                    <a:lnTo>
                      <a:pt x="193" y="74"/>
                    </a:lnTo>
                    <a:lnTo>
                      <a:pt x="197" y="73"/>
                    </a:lnTo>
                    <a:lnTo>
                      <a:pt x="197" y="71"/>
                    </a:lnTo>
                    <a:lnTo>
                      <a:pt x="200" y="70"/>
                    </a:lnTo>
                    <a:lnTo>
                      <a:pt x="200" y="67"/>
                    </a:lnTo>
                    <a:lnTo>
                      <a:pt x="200" y="65"/>
                    </a:lnTo>
                    <a:lnTo>
                      <a:pt x="204" y="63"/>
                    </a:lnTo>
                    <a:lnTo>
                      <a:pt x="204" y="62"/>
                    </a:lnTo>
                    <a:lnTo>
                      <a:pt x="204" y="60"/>
                    </a:lnTo>
                    <a:lnTo>
                      <a:pt x="208" y="59"/>
                    </a:lnTo>
                    <a:lnTo>
                      <a:pt x="208" y="57"/>
                    </a:lnTo>
                    <a:lnTo>
                      <a:pt x="208" y="54"/>
                    </a:lnTo>
                    <a:lnTo>
                      <a:pt x="212" y="52"/>
                    </a:lnTo>
                    <a:lnTo>
                      <a:pt x="212" y="51"/>
                    </a:lnTo>
                    <a:lnTo>
                      <a:pt x="212" y="49"/>
                    </a:lnTo>
                    <a:lnTo>
                      <a:pt x="215" y="46"/>
                    </a:lnTo>
                    <a:lnTo>
                      <a:pt x="215" y="44"/>
                    </a:lnTo>
                    <a:lnTo>
                      <a:pt x="215" y="43"/>
                    </a:lnTo>
                    <a:lnTo>
                      <a:pt x="219" y="41"/>
                    </a:lnTo>
                    <a:lnTo>
                      <a:pt x="219" y="38"/>
                    </a:lnTo>
                    <a:lnTo>
                      <a:pt x="219" y="36"/>
                    </a:lnTo>
                    <a:lnTo>
                      <a:pt x="223" y="35"/>
                    </a:lnTo>
                    <a:lnTo>
                      <a:pt x="223" y="33"/>
                    </a:lnTo>
                    <a:lnTo>
                      <a:pt x="223" y="32"/>
                    </a:lnTo>
                    <a:lnTo>
                      <a:pt x="226" y="30"/>
                    </a:lnTo>
                    <a:lnTo>
                      <a:pt x="226" y="28"/>
                    </a:lnTo>
                    <a:lnTo>
                      <a:pt x="226" y="27"/>
                    </a:lnTo>
                    <a:lnTo>
                      <a:pt x="230" y="25"/>
                    </a:lnTo>
                    <a:lnTo>
                      <a:pt x="230" y="24"/>
                    </a:lnTo>
                    <a:lnTo>
                      <a:pt x="230" y="22"/>
                    </a:lnTo>
                    <a:lnTo>
                      <a:pt x="234" y="20"/>
                    </a:lnTo>
                    <a:lnTo>
                      <a:pt x="234" y="19"/>
                    </a:lnTo>
                    <a:lnTo>
                      <a:pt x="234" y="17"/>
                    </a:lnTo>
                    <a:lnTo>
                      <a:pt x="238" y="16"/>
                    </a:lnTo>
                    <a:lnTo>
                      <a:pt x="241" y="14"/>
                    </a:lnTo>
                    <a:lnTo>
                      <a:pt x="241" y="13"/>
                    </a:lnTo>
                    <a:lnTo>
                      <a:pt x="245" y="11"/>
                    </a:lnTo>
                    <a:lnTo>
                      <a:pt x="249" y="9"/>
                    </a:lnTo>
                    <a:lnTo>
                      <a:pt x="252" y="11"/>
                    </a:lnTo>
                    <a:lnTo>
                      <a:pt x="256" y="11"/>
                    </a:lnTo>
                    <a:lnTo>
                      <a:pt x="260" y="13"/>
                    </a:lnTo>
                    <a:lnTo>
                      <a:pt x="264" y="14"/>
                    </a:lnTo>
                    <a:lnTo>
                      <a:pt x="264" y="16"/>
                    </a:lnTo>
                    <a:lnTo>
                      <a:pt x="267" y="17"/>
                    </a:lnTo>
                    <a:lnTo>
                      <a:pt x="267" y="19"/>
                    </a:lnTo>
                    <a:lnTo>
                      <a:pt x="267" y="20"/>
                    </a:lnTo>
                    <a:lnTo>
                      <a:pt x="271" y="22"/>
                    </a:lnTo>
                    <a:lnTo>
                      <a:pt x="271" y="24"/>
                    </a:lnTo>
                    <a:lnTo>
                      <a:pt x="271" y="25"/>
                    </a:lnTo>
                    <a:lnTo>
                      <a:pt x="271" y="27"/>
                    </a:lnTo>
                    <a:lnTo>
                      <a:pt x="275" y="28"/>
                    </a:lnTo>
                    <a:lnTo>
                      <a:pt x="275" y="30"/>
                    </a:lnTo>
                    <a:lnTo>
                      <a:pt x="275" y="32"/>
                    </a:lnTo>
                    <a:lnTo>
                      <a:pt x="278" y="33"/>
                    </a:lnTo>
                    <a:lnTo>
                      <a:pt x="278" y="35"/>
                    </a:lnTo>
                    <a:lnTo>
                      <a:pt x="278" y="38"/>
                    </a:lnTo>
                    <a:lnTo>
                      <a:pt x="282" y="40"/>
                    </a:lnTo>
                    <a:lnTo>
                      <a:pt x="282" y="41"/>
                    </a:lnTo>
                    <a:lnTo>
                      <a:pt x="282" y="43"/>
                    </a:lnTo>
                    <a:lnTo>
                      <a:pt x="286" y="46"/>
                    </a:lnTo>
                    <a:lnTo>
                      <a:pt x="286" y="47"/>
                    </a:lnTo>
                    <a:lnTo>
                      <a:pt x="286" y="49"/>
                    </a:lnTo>
                    <a:lnTo>
                      <a:pt x="290" y="51"/>
                    </a:lnTo>
                    <a:lnTo>
                      <a:pt x="290" y="54"/>
                    </a:lnTo>
                    <a:lnTo>
                      <a:pt x="290" y="55"/>
                    </a:lnTo>
                    <a:lnTo>
                      <a:pt x="293" y="57"/>
                    </a:lnTo>
                    <a:lnTo>
                      <a:pt x="293" y="59"/>
                    </a:lnTo>
                    <a:lnTo>
                      <a:pt x="293" y="60"/>
                    </a:lnTo>
                    <a:lnTo>
                      <a:pt x="297" y="62"/>
                    </a:lnTo>
                    <a:lnTo>
                      <a:pt x="297" y="65"/>
                    </a:lnTo>
                    <a:lnTo>
                      <a:pt x="297" y="67"/>
                    </a:lnTo>
                    <a:lnTo>
                      <a:pt x="301" y="68"/>
                    </a:lnTo>
                    <a:lnTo>
                      <a:pt x="301" y="70"/>
                    </a:lnTo>
                    <a:lnTo>
                      <a:pt x="301" y="71"/>
                    </a:lnTo>
                    <a:lnTo>
                      <a:pt x="304" y="73"/>
                    </a:lnTo>
                    <a:lnTo>
                      <a:pt x="304" y="74"/>
                    </a:lnTo>
                    <a:lnTo>
                      <a:pt x="308" y="76"/>
                    </a:lnTo>
                    <a:lnTo>
                      <a:pt x="308" y="78"/>
                    </a:lnTo>
                    <a:lnTo>
                      <a:pt x="308" y="79"/>
                    </a:lnTo>
                    <a:lnTo>
                      <a:pt x="312" y="81"/>
                    </a:lnTo>
                    <a:lnTo>
                      <a:pt x="316" y="82"/>
                    </a:lnTo>
                    <a:lnTo>
                      <a:pt x="319" y="84"/>
                    </a:lnTo>
                    <a:lnTo>
                      <a:pt x="323" y="86"/>
                    </a:lnTo>
                    <a:lnTo>
                      <a:pt x="327" y="84"/>
                    </a:lnTo>
                    <a:lnTo>
                      <a:pt x="330" y="82"/>
                    </a:lnTo>
                    <a:lnTo>
                      <a:pt x="334" y="81"/>
                    </a:lnTo>
                    <a:lnTo>
                      <a:pt x="334" y="79"/>
                    </a:lnTo>
                    <a:lnTo>
                      <a:pt x="338" y="78"/>
                    </a:lnTo>
                    <a:lnTo>
                      <a:pt x="338" y="76"/>
                    </a:lnTo>
                    <a:lnTo>
                      <a:pt x="338" y="74"/>
                    </a:lnTo>
                    <a:lnTo>
                      <a:pt x="342" y="73"/>
                    </a:lnTo>
                    <a:lnTo>
                      <a:pt x="342" y="71"/>
                    </a:lnTo>
                    <a:lnTo>
                      <a:pt x="342" y="70"/>
                    </a:lnTo>
                    <a:lnTo>
                      <a:pt x="345" y="68"/>
                    </a:lnTo>
                    <a:lnTo>
                      <a:pt x="345" y="67"/>
                    </a:lnTo>
                    <a:lnTo>
                      <a:pt x="345" y="65"/>
                    </a:lnTo>
                    <a:lnTo>
                      <a:pt x="349" y="62"/>
                    </a:lnTo>
                    <a:lnTo>
                      <a:pt x="349" y="60"/>
                    </a:lnTo>
                    <a:lnTo>
                      <a:pt x="349" y="59"/>
                    </a:lnTo>
                    <a:lnTo>
                      <a:pt x="353" y="55"/>
                    </a:lnTo>
                    <a:lnTo>
                      <a:pt x="353" y="54"/>
                    </a:lnTo>
                    <a:lnTo>
                      <a:pt x="353" y="52"/>
                    </a:lnTo>
                    <a:lnTo>
                      <a:pt x="356" y="49"/>
                    </a:lnTo>
                    <a:lnTo>
                      <a:pt x="356" y="47"/>
                    </a:lnTo>
                    <a:lnTo>
                      <a:pt x="356" y="44"/>
                    </a:lnTo>
                    <a:lnTo>
                      <a:pt x="360" y="43"/>
                    </a:lnTo>
                    <a:lnTo>
                      <a:pt x="360" y="40"/>
                    </a:lnTo>
                    <a:lnTo>
                      <a:pt x="360" y="38"/>
                    </a:lnTo>
                    <a:lnTo>
                      <a:pt x="364" y="35"/>
                    </a:lnTo>
                    <a:lnTo>
                      <a:pt x="364" y="33"/>
                    </a:lnTo>
                    <a:lnTo>
                      <a:pt x="364" y="30"/>
                    </a:lnTo>
                    <a:lnTo>
                      <a:pt x="368" y="28"/>
                    </a:lnTo>
                    <a:lnTo>
                      <a:pt x="368" y="27"/>
                    </a:lnTo>
                    <a:lnTo>
                      <a:pt x="368" y="24"/>
                    </a:lnTo>
                    <a:lnTo>
                      <a:pt x="371" y="22"/>
                    </a:lnTo>
                    <a:lnTo>
                      <a:pt x="371" y="20"/>
                    </a:lnTo>
                    <a:lnTo>
                      <a:pt x="371" y="17"/>
                    </a:lnTo>
                  </a:path>
                </a:pathLst>
              </a:custGeom>
              <a:noFill/>
              <a:ln w="28575" cap="rnd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2" name="Freeform 16"/>
              <p:cNvSpPr>
                <a:spLocks/>
              </p:cNvSpPr>
              <p:nvPr/>
            </p:nvSpPr>
            <p:spPr bwMode="auto">
              <a:xfrm>
                <a:off x="3778" y="2923"/>
                <a:ext cx="83" cy="242"/>
              </a:xfrm>
              <a:custGeom>
                <a:avLst/>
                <a:gdLst>
                  <a:gd name="T0" fmla="*/ 0 w 83"/>
                  <a:gd name="T1" fmla="*/ 17 h 242"/>
                  <a:gd name="T2" fmla="*/ 4 w 83"/>
                  <a:gd name="T3" fmla="*/ 16 h 242"/>
                  <a:gd name="T4" fmla="*/ 4 w 83"/>
                  <a:gd name="T5" fmla="*/ 14 h 242"/>
                  <a:gd name="T6" fmla="*/ 4 w 83"/>
                  <a:gd name="T7" fmla="*/ 13 h 242"/>
                  <a:gd name="T8" fmla="*/ 8 w 83"/>
                  <a:gd name="T9" fmla="*/ 11 h 242"/>
                  <a:gd name="T10" fmla="*/ 8 w 83"/>
                  <a:gd name="T11" fmla="*/ 9 h 242"/>
                  <a:gd name="T12" fmla="*/ 8 w 83"/>
                  <a:gd name="T13" fmla="*/ 8 h 242"/>
                  <a:gd name="T14" fmla="*/ 11 w 83"/>
                  <a:gd name="T15" fmla="*/ 6 h 242"/>
                  <a:gd name="T16" fmla="*/ 11 w 83"/>
                  <a:gd name="T17" fmla="*/ 5 h 242"/>
                  <a:gd name="T18" fmla="*/ 15 w 83"/>
                  <a:gd name="T19" fmla="*/ 3 h 242"/>
                  <a:gd name="T20" fmla="*/ 19 w 83"/>
                  <a:gd name="T21" fmla="*/ 1 h 242"/>
                  <a:gd name="T22" fmla="*/ 23 w 83"/>
                  <a:gd name="T23" fmla="*/ 0 h 242"/>
                  <a:gd name="T24" fmla="*/ 26 w 83"/>
                  <a:gd name="T25" fmla="*/ 1 h 242"/>
                  <a:gd name="T26" fmla="*/ 26 w 83"/>
                  <a:gd name="T27" fmla="*/ 3 h 242"/>
                  <a:gd name="T28" fmla="*/ 30 w 83"/>
                  <a:gd name="T29" fmla="*/ 5 h 242"/>
                  <a:gd name="T30" fmla="*/ 30 w 83"/>
                  <a:gd name="T31" fmla="*/ 6 h 242"/>
                  <a:gd name="T32" fmla="*/ 30 w 83"/>
                  <a:gd name="T33" fmla="*/ 8 h 242"/>
                  <a:gd name="T34" fmla="*/ 34 w 83"/>
                  <a:gd name="T35" fmla="*/ 11 h 242"/>
                  <a:gd name="T36" fmla="*/ 34 w 83"/>
                  <a:gd name="T37" fmla="*/ 13 h 242"/>
                  <a:gd name="T38" fmla="*/ 34 w 83"/>
                  <a:gd name="T39" fmla="*/ 14 h 242"/>
                  <a:gd name="T40" fmla="*/ 38 w 83"/>
                  <a:gd name="T41" fmla="*/ 17 h 242"/>
                  <a:gd name="T42" fmla="*/ 38 w 83"/>
                  <a:gd name="T43" fmla="*/ 20 h 242"/>
                  <a:gd name="T44" fmla="*/ 38 w 83"/>
                  <a:gd name="T45" fmla="*/ 24 h 242"/>
                  <a:gd name="T46" fmla="*/ 41 w 83"/>
                  <a:gd name="T47" fmla="*/ 27 h 242"/>
                  <a:gd name="T48" fmla="*/ 41 w 83"/>
                  <a:gd name="T49" fmla="*/ 30 h 242"/>
                  <a:gd name="T50" fmla="*/ 41 w 83"/>
                  <a:gd name="T51" fmla="*/ 33 h 242"/>
                  <a:gd name="T52" fmla="*/ 45 w 83"/>
                  <a:gd name="T53" fmla="*/ 36 h 242"/>
                  <a:gd name="T54" fmla="*/ 45 w 83"/>
                  <a:gd name="T55" fmla="*/ 41 h 242"/>
                  <a:gd name="T56" fmla="*/ 45 w 83"/>
                  <a:gd name="T57" fmla="*/ 44 h 242"/>
                  <a:gd name="T58" fmla="*/ 49 w 83"/>
                  <a:gd name="T59" fmla="*/ 49 h 242"/>
                  <a:gd name="T60" fmla="*/ 49 w 83"/>
                  <a:gd name="T61" fmla="*/ 54 h 242"/>
                  <a:gd name="T62" fmla="*/ 49 w 83"/>
                  <a:gd name="T63" fmla="*/ 59 h 242"/>
                  <a:gd name="T64" fmla="*/ 52 w 83"/>
                  <a:gd name="T65" fmla="*/ 63 h 242"/>
                  <a:gd name="T66" fmla="*/ 52 w 83"/>
                  <a:gd name="T67" fmla="*/ 70 h 242"/>
                  <a:gd name="T68" fmla="*/ 52 w 83"/>
                  <a:gd name="T69" fmla="*/ 74 h 242"/>
                  <a:gd name="T70" fmla="*/ 56 w 83"/>
                  <a:gd name="T71" fmla="*/ 79 h 242"/>
                  <a:gd name="T72" fmla="*/ 56 w 83"/>
                  <a:gd name="T73" fmla="*/ 86 h 242"/>
                  <a:gd name="T74" fmla="*/ 56 w 83"/>
                  <a:gd name="T75" fmla="*/ 92 h 242"/>
                  <a:gd name="T76" fmla="*/ 60 w 83"/>
                  <a:gd name="T77" fmla="*/ 97 h 242"/>
                  <a:gd name="T78" fmla="*/ 60 w 83"/>
                  <a:gd name="T79" fmla="*/ 103 h 242"/>
                  <a:gd name="T80" fmla="*/ 60 w 83"/>
                  <a:gd name="T81" fmla="*/ 109 h 242"/>
                  <a:gd name="T82" fmla="*/ 64 w 83"/>
                  <a:gd name="T83" fmla="*/ 116 h 242"/>
                  <a:gd name="T84" fmla="*/ 64 w 83"/>
                  <a:gd name="T85" fmla="*/ 124 h 242"/>
                  <a:gd name="T86" fmla="*/ 64 w 83"/>
                  <a:gd name="T87" fmla="*/ 130 h 242"/>
                  <a:gd name="T88" fmla="*/ 67 w 83"/>
                  <a:gd name="T89" fmla="*/ 136 h 242"/>
                  <a:gd name="T90" fmla="*/ 67 w 83"/>
                  <a:gd name="T91" fmla="*/ 144 h 242"/>
                  <a:gd name="T92" fmla="*/ 67 w 83"/>
                  <a:gd name="T93" fmla="*/ 151 h 242"/>
                  <a:gd name="T94" fmla="*/ 71 w 83"/>
                  <a:gd name="T95" fmla="*/ 159 h 242"/>
                  <a:gd name="T96" fmla="*/ 71 w 83"/>
                  <a:gd name="T97" fmla="*/ 165 h 242"/>
                  <a:gd name="T98" fmla="*/ 71 w 83"/>
                  <a:gd name="T99" fmla="*/ 173 h 242"/>
                  <a:gd name="T100" fmla="*/ 75 w 83"/>
                  <a:gd name="T101" fmla="*/ 181 h 242"/>
                  <a:gd name="T102" fmla="*/ 75 w 83"/>
                  <a:gd name="T103" fmla="*/ 187 h 242"/>
                  <a:gd name="T104" fmla="*/ 75 w 83"/>
                  <a:gd name="T105" fmla="*/ 195 h 242"/>
                  <a:gd name="T106" fmla="*/ 78 w 83"/>
                  <a:gd name="T107" fmla="*/ 203 h 242"/>
                  <a:gd name="T108" fmla="*/ 78 w 83"/>
                  <a:gd name="T109" fmla="*/ 211 h 242"/>
                  <a:gd name="T110" fmla="*/ 78 w 83"/>
                  <a:gd name="T111" fmla="*/ 219 h 242"/>
                  <a:gd name="T112" fmla="*/ 82 w 83"/>
                  <a:gd name="T113" fmla="*/ 227 h 242"/>
                  <a:gd name="T114" fmla="*/ 82 w 83"/>
                  <a:gd name="T115" fmla="*/ 235 h 242"/>
                  <a:gd name="T116" fmla="*/ 82 w 83"/>
                  <a:gd name="T117" fmla="*/ 241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83" h="242">
                    <a:moveTo>
                      <a:pt x="0" y="17"/>
                    </a:moveTo>
                    <a:lnTo>
                      <a:pt x="4" y="16"/>
                    </a:lnTo>
                    <a:lnTo>
                      <a:pt x="4" y="14"/>
                    </a:lnTo>
                    <a:lnTo>
                      <a:pt x="4" y="13"/>
                    </a:lnTo>
                    <a:lnTo>
                      <a:pt x="8" y="11"/>
                    </a:lnTo>
                    <a:lnTo>
                      <a:pt x="8" y="9"/>
                    </a:lnTo>
                    <a:lnTo>
                      <a:pt x="8" y="8"/>
                    </a:lnTo>
                    <a:lnTo>
                      <a:pt x="11" y="6"/>
                    </a:lnTo>
                    <a:lnTo>
                      <a:pt x="11" y="5"/>
                    </a:lnTo>
                    <a:lnTo>
                      <a:pt x="15" y="3"/>
                    </a:lnTo>
                    <a:lnTo>
                      <a:pt x="19" y="1"/>
                    </a:lnTo>
                    <a:lnTo>
                      <a:pt x="23" y="0"/>
                    </a:lnTo>
                    <a:lnTo>
                      <a:pt x="26" y="1"/>
                    </a:lnTo>
                    <a:lnTo>
                      <a:pt x="26" y="3"/>
                    </a:lnTo>
                    <a:lnTo>
                      <a:pt x="30" y="5"/>
                    </a:lnTo>
                    <a:lnTo>
                      <a:pt x="30" y="6"/>
                    </a:lnTo>
                    <a:lnTo>
                      <a:pt x="30" y="8"/>
                    </a:lnTo>
                    <a:lnTo>
                      <a:pt x="34" y="11"/>
                    </a:lnTo>
                    <a:lnTo>
                      <a:pt x="34" y="13"/>
                    </a:lnTo>
                    <a:lnTo>
                      <a:pt x="34" y="14"/>
                    </a:lnTo>
                    <a:lnTo>
                      <a:pt x="38" y="17"/>
                    </a:lnTo>
                    <a:lnTo>
                      <a:pt x="38" y="20"/>
                    </a:lnTo>
                    <a:lnTo>
                      <a:pt x="38" y="24"/>
                    </a:lnTo>
                    <a:lnTo>
                      <a:pt x="41" y="27"/>
                    </a:lnTo>
                    <a:lnTo>
                      <a:pt x="41" y="30"/>
                    </a:lnTo>
                    <a:lnTo>
                      <a:pt x="41" y="33"/>
                    </a:lnTo>
                    <a:lnTo>
                      <a:pt x="45" y="36"/>
                    </a:lnTo>
                    <a:lnTo>
                      <a:pt x="45" y="41"/>
                    </a:lnTo>
                    <a:lnTo>
                      <a:pt x="45" y="44"/>
                    </a:lnTo>
                    <a:lnTo>
                      <a:pt x="49" y="49"/>
                    </a:lnTo>
                    <a:lnTo>
                      <a:pt x="49" y="54"/>
                    </a:lnTo>
                    <a:lnTo>
                      <a:pt x="49" y="59"/>
                    </a:lnTo>
                    <a:lnTo>
                      <a:pt x="52" y="63"/>
                    </a:lnTo>
                    <a:lnTo>
                      <a:pt x="52" y="70"/>
                    </a:lnTo>
                    <a:lnTo>
                      <a:pt x="52" y="74"/>
                    </a:lnTo>
                    <a:lnTo>
                      <a:pt x="56" y="79"/>
                    </a:lnTo>
                    <a:lnTo>
                      <a:pt x="56" y="86"/>
                    </a:lnTo>
                    <a:lnTo>
                      <a:pt x="56" y="92"/>
                    </a:lnTo>
                    <a:lnTo>
                      <a:pt x="60" y="97"/>
                    </a:lnTo>
                    <a:lnTo>
                      <a:pt x="60" y="103"/>
                    </a:lnTo>
                    <a:lnTo>
                      <a:pt x="60" y="109"/>
                    </a:lnTo>
                    <a:lnTo>
                      <a:pt x="64" y="116"/>
                    </a:lnTo>
                    <a:lnTo>
                      <a:pt x="64" y="124"/>
                    </a:lnTo>
                    <a:lnTo>
                      <a:pt x="64" y="130"/>
                    </a:lnTo>
                    <a:lnTo>
                      <a:pt x="67" y="136"/>
                    </a:lnTo>
                    <a:lnTo>
                      <a:pt x="67" y="144"/>
                    </a:lnTo>
                    <a:lnTo>
                      <a:pt x="67" y="151"/>
                    </a:lnTo>
                    <a:lnTo>
                      <a:pt x="71" y="159"/>
                    </a:lnTo>
                    <a:lnTo>
                      <a:pt x="71" y="165"/>
                    </a:lnTo>
                    <a:lnTo>
                      <a:pt x="71" y="173"/>
                    </a:lnTo>
                    <a:lnTo>
                      <a:pt x="75" y="181"/>
                    </a:lnTo>
                    <a:lnTo>
                      <a:pt x="75" y="187"/>
                    </a:lnTo>
                    <a:lnTo>
                      <a:pt x="75" y="195"/>
                    </a:lnTo>
                    <a:lnTo>
                      <a:pt x="78" y="203"/>
                    </a:lnTo>
                    <a:lnTo>
                      <a:pt x="78" y="211"/>
                    </a:lnTo>
                    <a:lnTo>
                      <a:pt x="78" y="219"/>
                    </a:lnTo>
                    <a:lnTo>
                      <a:pt x="82" y="227"/>
                    </a:lnTo>
                    <a:lnTo>
                      <a:pt x="82" y="235"/>
                    </a:lnTo>
                    <a:lnTo>
                      <a:pt x="82" y="241"/>
                    </a:lnTo>
                  </a:path>
                </a:pathLst>
              </a:custGeom>
              <a:noFill/>
              <a:ln w="28575" cap="rnd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360" name="Rectangle 24"/>
            <p:cNvSpPr>
              <a:spLocks noChangeArrowheads="1"/>
            </p:cNvSpPr>
            <p:nvPr/>
          </p:nvSpPr>
          <p:spPr bwMode="auto">
            <a:xfrm>
              <a:off x="96" y="2585"/>
              <a:ext cx="95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>
                  <a:solidFill>
                    <a:srgbClr val="114FFB"/>
                  </a:solidFill>
                  <a:latin typeface="Arial" charset="0"/>
                </a:rPr>
                <a:t>+ 0.8 sin(5x) </a:t>
              </a:r>
            </a:p>
          </p:txBody>
        </p:sp>
        <p:grpSp>
          <p:nvGrpSpPr>
            <p:cNvPr id="14367" name="Group 31"/>
            <p:cNvGrpSpPr>
              <a:grpSpLocks/>
            </p:cNvGrpSpPr>
            <p:nvPr/>
          </p:nvGrpSpPr>
          <p:grpSpPr bwMode="auto">
            <a:xfrm>
              <a:off x="1482" y="2615"/>
              <a:ext cx="1410" cy="81"/>
              <a:chOff x="1303" y="3125"/>
              <a:chExt cx="1057" cy="108"/>
            </a:xfrm>
          </p:grpSpPr>
          <p:sp>
            <p:nvSpPr>
              <p:cNvPr id="14368" name="Freeform 32"/>
              <p:cNvSpPr>
                <a:spLocks/>
              </p:cNvSpPr>
              <p:nvPr/>
            </p:nvSpPr>
            <p:spPr bwMode="auto">
              <a:xfrm>
                <a:off x="1303" y="3125"/>
                <a:ext cx="279" cy="108"/>
              </a:xfrm>
              <a:custGeom>
                <a:avLst/>
                <a:gdLst>
                  <a:gd name="T0" fmla="*/ 3 w 279"/>
                  <a:gd name="T1" fmla="*/ 46 h 108"/>
                  <a:gd name="T2" fmla="*/ 10 w 279"/>
                  <a:gd name="T3" fmla="*/ 36 h 108"/>
                  <a:gd name="T4" fmla="*/ 13 w 279"/>
                  <a:gd name="T5" fmla="*/ 27 h 108"/>
                  <a:gd name="T6" fmla="*/ 16 w 279"/>
                  <a:gd name="T7" fmla="*/ 19 h 108"/>
                  <a:gd name="T8" fmla="*/ 23 w 279"/>
                  <a:gd name="T9" fmla="*/ 12 h 108"/>
                  <a:gd name="T10" fmla="*/ 26 w 279"/>
                  <a:gd name="T11" fmla="*/ 6 h 108"/>
                  <a:gd name="T12" fmla="*/ 29 w 279"/>
                  <a:gd name="T13" fmla="*/ 2 h 108"/>
                  <a:gd name="T14" fmla="*/ 35 w 279"/>
                  <a:gd name="T15" fmla="*/ 0 h 108"/>
                  <a:gd name="T16" fmla="*/ 42 w 279"/>
                  <a:gd name="T17" fmla="*/ 1 h 108"/>
                  <a:gd name="T18" fmla="*/ 45 w 279"/>
                  <a:gd name="T19" fmla="*/ 4 h 108"/>
                  <a:gd name="T20" fmla="*/ 51 w 279"/>
                  <a:gd name="T21" fmla="*/ 9 h 108"/>
                  <a:gd name="T22" fmla="*/ 55 w 279"/>
                  <a:gd name="T23" fmla="*/ 16 h 108"/>
                  <a:gd name="T24" fmla="*/ 58 w 279"/>
                  <a:gd name="T25" fmla="*/ 24 h 108"/>
                  <a:gd name="T26" fmla="*/ 61 w 279"/>
                  <a:gd name="T27" fmla="*/ 32 h 108"/>
                  <a:gd name="T28" fmla="*/ 67 w 279"/>
                  <a:gd name="T29" fmla="*/ 42 h 108"/>
                  <a:gd name="T30" fmla="*/ 71 w 279"/>
                  <a:gd name="T31" fmla="*/ 52 h 108"/>
                  <a:gd name="T32" fmla="*/ 74 w 279"/>
                  <a:gd name="T33" fmla="*/ 62 h 108"/>
                  <a:gd name="T34" fmla="*/ 80 w 279"/>
                  <a:gd name="T35" fmla="*/ 72 h 108"/>
                  <a:gd name="T36" fmla="*/ 83 w 279"/>
                  <a:gd name="T37" fmla="*/ 81 h 108"/>
                  <a:gd name="T38" fmla="*/ 87 w 279"/>
                  <a:gd name="T39" fmla="*/ 89 h 108"/>
                  <a:gd name="T40" fmla="*/ 93 w 279"/>
                  <a:gd name="T41" fmla="*/ 96 h 108"/>
                  <a:gd name="T42" fmla="*/ 96 w 279"/>
                  <a:gd name="T43" fmla="*/ 101 h 108"/>
                  <a:gd name="T44" fmla="*/ 99 w 279"/>
                  <a:gd name="T45" fmla="*/ 105 h 108"/>
                  <a:gd name="T46" fmla="*/ 106 w 279"/>
                  <a:gd name="T47" fmla="*/ 107 h 108"/>
                  <a:gd name="T48" fmla="*/ 112 w 279"/>
                  <a:gd name="T49" fmla="*/ 106 h 108"/>
                  <a:gd name="T50" fmla="*/ 115 w 279"/>
                  <a:gd name="T51" fmla="*/ 103 h 108"/>
                  <a:gd name="T52" fmla="*/ 119 w 279"/>
                  <a:gd name="T53" fmla="*/ 99 h 108"/>
                  <a:gd name="T54" fmla="*/ 125 w 279"/>
                  <a:gd name="T55" fmla="*/ 93 h 108"/>
                  <a:gd name="T56" fmla="*/ 128 w 279"/>
                  <a:gd name="T57" fmla="*/ 85 h 108"/>
                  <a:gd name="T58" fmla="*/ 131 w 279"/>
                  <a:gd name="T59" fmla="*/ 76 h 108"/>
                  <a:gd name="T60" fmla="*/ 138 w 279"/>
                  <a:gd name="T61" fmla="*/ 67 h 108"/>
                  <a:gd name="T62" fmla="*/ 141 w 279"/>
                  <a:gd name="T63" fmla="*/ 57 h 108"/>
                  <a:gd name="T64" fmla="*/ 144 w 279"/>
                  <a:gd name="T65" fmla="*/ 47 h 108"/>
                  <a:gd name="T66" fmla="*/ 151 w 279"/>
                  <a:gd name="T67" fmla="*/ 37 h 108"/>
                  <a:gd name="T68" fmla="*/ 154 w 279"/>
                  <a:gd name="T69" fmla="*/ 28 h 108"/>
                  <a:gd name="T70" fmla="*/ 157 w 279"/>
                  <a:gd name="T71" fmla="*/ 19 h 108"/>
                  <a:gd name="T72" fmla="*/ 160 w 279"/>
                  <a:gd name="T73" fmla="*/ 12 h 108"/>
                  <a:gd name="T74" fmla="*/ 167 w 279"/>
                  <a:gd name="T75" fmla="*/ 6 h 108"/>
                  <a:gd name="T76" fmla="*/ 170 w 279"/>
                  <a:gd name="T77" fmla="*/ 3 h 108"/>
                  <a:gd name="T78" fmla="*/ 173 w 279"/>
                  <a:gd name="T79" fmla="*/ 0 h 108"/>
                  <a:gd name="T80" fmla="*/ 183 w 279"/>
                  <a:gd name="T81" fmla="*/ 1 h 108"/>
                  <a:gd name="T82" fmla="*/ 186 w 279"/>
                  <a:gd name="T83" fmla="*/ 4 h 108"/>
                  <a:gd name="T84" fmla="*/ 189 w 279"/>
                  <a:gd name="T85" fmla="*/ 9 h 108"/>
                  <a:gd name="T86" fmla="*/ 195 w 279"/>
                  <a:gd name="T87" fmla="*/ 15 h 108"/>
                  <a:gd name="T88" fmla="*/ 199 w 279"/>
                  <a:gd name="T89" fmla="*/ 23 h 108"/>
                  <a:gd name="T90" fmla="*/ 202 w 279"/>
                  <a:gd name="T91" fmla="*/ 31 h 108"/>
                  <a:gd name="T92" fmla="*/ 208 w 279"/>
                  <a:gd name="T93" fmla="*/ 41 h 108"/>
                  <a:gd name="T94" fmla="*/ 211 w 279"/>
                  <a:gd name="T95" fmla="*/ 51 h 108"/>
                  <a:gd name="T96" fmla="*/ 214 w 279"/>
                  <a:gd name="T97" fmla="*/ 61 h 108"/>
                  <a:gd name="T98" fmla="*/ 221 w 279"/>
                  <a:gd name="T99" fmla="*/ 71 h 108"/>
                  <a:gd name="T100" fmla="*/ 224 w 279"/>
                  <a:gd name="T101" fmla="*/ 80 h 108"/>
                  <a:gd name="T102" fmla="*/ 227 w 279"/>
                  <a:gd name="T103" fmla="*/ 88 h 108"/>
                  <a:gd name="T104" fmla="*/ 234 w 279"/>
                  <a:gd name="T105" fmla="*/ 95 h 108"/>
                  <a:gd name="T106" fmla="*/ 237 w 279"/>
                  <a:gd name="T107" fmla="*/ 101 h 108"/>
                  <a:gd name="T108" fmla="*/ 240 w 279"/>
                  <a:gd name="T109" fmla="*/ 105 h 108"/>
                  <a:gd name="T110" fmla="*/ 246 w 279"/>
                  <a:gd name="T111" fmla="*/ 107 h 108"/>
                  <a:gd name="T112" fmla="*/ 253 w 279"/>
                  <a:gd name="T113" fmla="*/ 106 h 108"/>
                  <a:gd name="T114" fmla="*/ 256 w 279"/>
                  <a:gd name="T115" fmla="*/ 103 h 108"/>
                  <a:gd name="T116" fmla="*/ 262 w 279"/>
                  <a:gd name="T117" fmla="*/ 98 h 108"/>
                  <a:gd name="T118" fmla="*/ 266 w 279"/>
                  <a:gd name="T119" fmla="*/ 91 h 108"/>
                  <a:gd name="T120" fmla="*/ 269 w 279"/>
                  <a:gd name="T121" fmla="*/ 83 h 108"/>
                  <a:gd name="T122" fmla="*/ 272 w 279"/>
                  <a:gd name="T123" fmla="*/ 75 h 108"/>
                  <a:gd name="T124" fmla="*/ 278 w 279"/>
                  <a:gd name="T125" fmla="*/ 65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79" h="108">
                    <a:moveTo>
                      <a:pt x="0" y="54"/>
                    </a:moveTo>
                    <a:lnTo>
                      <a:pt x="3" y="51"/>
                    </a:lnTo>
                    <a:lnTo>
                      <a:pt x="3" y="49"/>
                    </a:lnTo>
                    <a:lnTo>
                      <a:pt x="3" y="46"/>
                    </a:lnTo>
                    <a:lnTo>
                      <a:pt x="7" y="43"/>
                    </a:lnTo>
                    <a:lnTo>
                      <a:pt x="7" y="41"/>
                    </a:lnTo>
                    <a:lnTo>
                      <a:pt x="7" y="39"/>
                    </a:lnTo>
                    <a:lnTo>
                      <a:pt x="10" y="36"/>
                    </a:lnTo>
                    <a:lnTo>
                      <a:pt x="10" y="34"/>
                    </a:lnTo>
                    <a:lnTo>
                      <a:pt x="10" y="31"/>
                    </a:lnTo>
                    <a:lnTo>
                      <a:pt x="13" y="29"/>
                    </a:lnTo>
                    <a:lnTo>
                      <a:pt x="13" y="27"/>
                    </a:lnTo>
                    <a:lnTo>
                      <a:pt x="13" y="25"/>
                    </a:lnTo>
                    <a:lnTo>
                      <a:pt x="16" y="23"/>
                    </a:lnTo>
                    <a:lnTo>
                      <a:pt x="16" y="21"/>
                    </a:lnTo>
                    <a:lnTo>
                      <a:pt x="16" y="19"/>
                    </a:lnTo>
                    <a:lnTo>
                      <a:pt x="19" y="17"/>
                    </a:lnTo>
                    <a:lnTo>
                      <a:pt x="19" y="15"/>
                    </a:lnTo>
                    <a:lnTo>
                      <a:pt x="19" y="13"/>
                    </a:lnTo>
                    <a:lnTo>
                      <a:pt x="23" y="12"/>
                    </a:lnTo>
                    <a:lnTo>
                      <a:pt x="23" y="10"/>
                    </a:lnTo>
                    <a:lnTo>
                      <a:pt x="23" y="9"/>
                    </a:lnTo>
                    <a:lnTo>
                      <a:pt x="26" y="7"/>
                    </a:lnTo>
                    <a:lnTo>
                      <a:pt x="26" y="6"/>
                    </a:lnTo>
                    <a:lnTo>
                      <a:pt x="26" y="5"/>
                    </a:lnTo>
                    <a:lnTo>
                      <a:pt x="29" y="4"/>
                    </a:lnTo>
                    <a:lnTo>
                      <a:pt x="29" y="3"/>
                    </a:lnTo>
                    <a:lnTo>
                      <a:pt x="29" y="2"/>
                    </a:lnTo>
                    <a:lnTo>
                      <a:pt x="32" y="2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5" y="0"/>
                    </a:lnTo>
                    <a:lnTo>
                      <a:pt x="39" y="0"/>
                    </a:lnTo>
                    <a:lnTo>
                      <a:pt x="39" y="0"/>
                    </a:lnTo>
                    <a:lnTo>
                      <a:pt x="42" y="1"/>
                    </a:lnTo>
                    <a:lnTo>
                      <a:pt x="42" y="1"/>
                    </a:lnTo>
                    <a:lnTo>
                      <a:pt x="42" y="2"/>
                    </a:lnTo>
                    <a:lnTo>
                      <a:pt x="45" y="3"/>
                    </a:lnTo>
                    <a:lnTo>
                      <a:pt x="45" y="3"/>
                    </a:lnTo>
                    <a:lnTo>
                      <a:pt x="45" y="4"/>
                    </a:lnTo>
                    <a:lnTo>
                      <a:pt x="48" y="5"/>
                    </a:lnTo>
                    <a:lnTo>
                      <a:pt x="48" y="6"/>
                    </a:lnTo>
                    <a:lnTo>
                      <a:pt x="48" y="8"/>
                    </a:lnTo>
                    <a:lnTo>
                      <a:pt x="51" y="9"/>
                    </a:lnTo>
                    <a:lnTo>
                      <a:pt x="51" y="11"/>
                    </a:lnTo>
                    <a:lnTo>
                      <a:pt x="51" y="12"/>
                    </a:lnTo>
                    <a:lnTo>
                      <a:pt x="55" y="14"/>
                    </a:lnTo>
                    <a:lnTo>
                      <a:pt x="55" y="16"/>
                    </a:lnTo>
                    <a:lnTo>
                      <a:pt x="55" y="17"/>
                    </a:lnTo>
                    <a:lnTo>
                      <a:pt x="55" y="19"/>
                    </a:lnTo>
                    <a:lnTo>
                      <a:pt x="58" y="21"/>
                    </a:lnTo>
                    <a:lnTo>
                      <a:pt x="58" y="24"/>
                    </a:lnTo>
                    <a:lnTo>
                      <a:pt x="58" y="26"/>
                    </a:lnTo>
                    <a:lnTo>
                      <a:pt x="61" y="28"/>
                    </a:lnTo>
                    <a:lnTo>
                      <a:pt x="61" y="30"/>
                    </a:lnTo>
                    <a:lnTo>
                      <a:pt x="61" y="32"/>
                    </a:lnTo>
                    <a:lnTo>
                      <a:pt x="64" y="35"/>
                    </a:lnTo>
                    <a:lnTo>
                      <a:pt x="64" y="37"/>
                    </a:lnTo>
                    <a:lnTo>
                      <a:pt x="64" y="39"/>
                    </a:lnTo>
                    <a:lnTo>
                      <a:pt x="67" y="42"/>
                    </a:lnTo>
                    <a:lnTo>
                      <a:pt x="67" y="44"/>
                    </a:lnTo>
                    <a:lnTo>
                      <a:pt x="67" y="47"/>
                    </a:lnTo>
                    <a:lnTo>
                      <a:pt x="71" y="49"/>
                    </a:lnTo>
                    <a:lnTo>
                      <a:pt x="71" y="52"/>
                    </a:lnTo>
                    <a:lnTo>
                      <a:pt x="71" y="54"/>
                    </a:lnTo>
                    <a:lnTo>
                      <a:pt x="74" y="57"/>
                    </a:lnTo>
                    <a:lnTo>
                      <a:pt x="74" y="60"/>
                    </a:lnTo>
                    <a:lnTo>
                      <a:pt x="74" y="62"/>
                    </a:lnTo>
                    <a:lnTo>
                      <a:pt x="77" y="64"/>
                    </a:lnTo>
                    <a:lnTo>
                      <a:pt x="77" y="67"/>
                    </a:lnTo>
                    <a:lnTo>
                      <a:pt x="77" y="69"/>
                    </a:lnTo>
                    <a:lnTo>
                      <a:pt x="80" y="72"/>
                    </a:lnTo>
                    <a:lnTo>
                      <a:pt x="80" y="74"/>
                    </a:lnTo>
                    <a:lnTo>
                      <a:pt x="80" y="76"/>
                    </a:lnTo>
                    <a:lnTo>
                      <a:pt x="83" y="79"/>
                    </a:lnTo>
                    <a:lnTo>
                      <a:pt x="83" y="81"/>
                    </a:lnTo>
                    <a:lnTo>
                      <a:pt x="83" y="83"/>
                    </a:lnTo>
                    <a:lnTo>
                      <a:pt x="87" y="85"/>
                    </a:lnTo>
                    <a:lnTo>
                      <a:pt x="87" y="87"/>
                    </a:lnTo>
                    <a:lnTo>
                      <a:pt x="87" y="89"/>
                    </a:lnTo>
                    <a:lnTo>
                      <a:pt x="90" y="91"/>
                    </a:lnTo>
                    <a:lnTo>
                      <a:pt x="90" y="93"/>
                    </a:lnTo>
                    <a:lnTo>
                      <a:pt x="90" y="94"/>
                    </a:lnTo>
                    <a:lnTo>
                      <a:pt x="93" y="96"/>
                    </a:lnTo>
                    <a:lnTo>
                      <a:pt x="93" y="97"/>
                    </a:lnTo>
                    <a:lnTo>
                      <a:pt x="93" y="99"/>
                    </a:lnTo>
                    <a:lnTo>
                      <a:pt x="96" y="100"/>
                    </a:lnTo>
                    <a:lnTo>
                      <a:pt x="96" y="101"/>
                    </a:lnTo>
                    <a:lnTo>
                      <a:pt x="96" y="102"/>
                    </a:lnTo>
                    <a:lnTo>
                      <a:pt x="99" y="103"/>
                    </a:lnTo>
                    <a:lnTo>
                      <a:pt x="99" y="104"/>
                    </a:lnTo>
                    <a:lnTo>
                      <a:pt x="99" y="105"/>
                    </a:lnTo>
                    <a:lnTo>
                      <a:pt x="103" y="106"/>
                    </a:lnTo>
                    <a:lnTo>
                      <a:pt x="103" y="106"/>
                    </a:lnTo>
                    <a:lnTo>
                      <a:pt x="103" y="106"/>
                    </a:lnTo>
                    <a:lnTo>
                      <a:pt x="106" y="107"/>
                    </a:lnTo>
                    <a:lnTo>
                      <a:pt x="109" y="107"/>
                    </a:lnTo>
                    <a:lnTo>
                      <a:pt x="109" y="107"/>
                    </a:lnTo>
                    <a:lnTo>
                      <a:pt x="109" y="106"/>
                    </a:lnTo>
                    <a:lnTo>
                      <a:pt x="112" y="106"/>
                    </a:lnTo>
                    <a:lnTo>
                      <a:pt x="112" y="106"/>
                    </a:lnTo>
                    <a:lnTo>
                      <a:pt x="112" y="105"/>
                    </a:lnTo>
                    <a:lnTo>
                      <a:pt x="115" y="104"/>
                    </a:lnTo>
                    <a:lnTo>
                      <a:pt x="115" y="103"/>
                    </a:lnTo>
                    <a:lnTo>
                      <a:pt x="115" y="102"/>
                    </a:lnTo>
                    <a:lnTo>
                      <a:pt x="119" y="101"/>
                    </a:lnTo>
                    <a:lnTo>
                      <a:pt x="119" y="100"/>
                    </a:lnTo>
                    <a:lnTo>
                      <a:pt x="119" y="99"/>
                    </a:lnTo>
                    <a:lnTo>
                      <a:pt x="122" y="97"/>
                    </a:lnTo>
                    <a:lnTo>
                      <a:pt x="122" y="96"/>
                    </a:lnTo>
                    <a:lnTo>
                      <a:pt x="122" y="94"/>
                    </a:lnTo>
                    <a:lnTo>
                      <a:pt x="125" y="93"/>
                    </a:lnTo>
                    <a:lnTo>
                      <a:pt x="125" y="91"/>
                    </a:lnTo>
                    <a:lnTo>
                      <a:pt x="125" y="89"/>
                    </a:lnTo>
                    <a:lnTo>
                      <a:pt x="128" y="87"/>
                    </a:lnTo>
                    <a:lnTo>
                      <a:pt x="128" y="85"/>
                    </a:lnTo>
                    <a:lnTo>
                      <a:pt x="128" y="83"/>
                    </a:lnTo>
                    <a:lnTo>
                      <a:pt x="131" y="81"/>
                    </a:lnTo>
                    <a:lnTo>
                      <a:pt x="131" y="79"/>
                    </a:lnTo>
                    <a:lnTo>
                      <a:pt x="131" y="76"/>
                    </a:lnTo>
                    <a:lnTo>
                      <a:pt x="135" y="74"/>
                    </a:lnTo>
                    <a:lnTo>
                      <a:pt x="135" y="72"/>
                    </a:lnTo>
                    <a:lnTo>
                      <a:pt x="135" y="69"/>
                    </a:lnTo>
                    <a:lnTo>
                      <a:pt x="138" y="67"/>
                    </a:lnTo>
                    <a:lnTo>
                      <a:pt x="138" y="64"/>
                    </a:lnTo>
                    <a:lnTo>
                      <a:pt x="138" y="62"/>
                    </a:lnTo>
                    <a:lnTo>
                      <a:pt x="141" y="60"/>
                    </a:lnTo>
                    <a:lnTo>
                      <a:pt x="141" y="57"/>
                    </a:lnTo>
                    <a:lnTo>
                      <a:pt x="141" y="54"/>
                    </a:lnTo>
                    <a:lnTo>
                      <a:pt x="144" y="52"/>
                    </a:lnTo>
                    <a:lnTo>
                      <a:pt x="144" y="49"/>
                    </a:lnTo>
                    <a:lnTo>
                      <a:pt x="144" y="47"/>
                    </a:lnTo>
                    <a:lnTo>
                      <a:pt x="147" y="44"/>
                    </a:lnTo>
                    <a:lnTo>
                      <a:pt x="147" y="42"/>
                    </a:lnTo>
                    <a:lnTo>
                      <a:pt x="147" y="39"/>
                    </a:lnTo>
                    <a:lnTo>
                      <a:pt x="151" y="37"/>
                    </a:lnTo>
                    <a:lnTo>
                      <a:pt x="151" y="35"/>
                    </a:lnTo>
                    <a:lnTo>
                      <a:pt x="151" y="32"/>
                    </a:lnTo>
                    <a:lnTo>
                      <a:pt x="154" y="30"/>
                    </a:lnTo>
                    <a:lnTo>
                      <a:pt x="154" y="28"/>
                    </a:lnTo>
                    <a:lnTo>
                      <a:pt x="154" y="26"/>
                    </a:lnTo>
                    <a:lnTo>
                      <a:pt x="157" y="24"/>
                    </a:lnTo>
                    <a:lnTo>
                      <a:pt x="157" y="21"/>
                    </a:lnTo>
                    <a:lnTo>
                      <a:pt x="157" y="19"/>
                    </a:lnTo>
                    <a:lnTo>
                      <a:pt x="160" y="17"/>
                    </a:lnTo>
                    <a:lnTo>
                      <a:pt x="160" y="16"/>
                    </a:lnTo>
                    <a:lnTo>
                      <a:pt x="160" y="14"/>
                    </a:lnTo>
                    <a:lnTo>
                      <a:pt x="160" y="12"/>
                    </a:lnTo>
                    <a:lnTo>
                      <a:pt x="163" y="11"/>
                    </a:lnTo>
                    <a:lnTo>
                      <a:pt x="163" y="9"/>
                    </a:lnTo>
                    <a:lnTo>
                      <a:pt x="163" y="8"/>
                    </a:lnTo>
                    <a:lnTo>
                      <a:pt x="167" y="6"/>
                    </a:lnTo>
                    <a:lnTo>
                      <a:pt x="167" y="5"/>
                    </a:lnTo>
                    <a:lnTo>
                      <a:pt x="167" y="4"/>
                    </a:lnTo>
                    <a:lnTo>
                      <a:pt x="170" y="3"/>
                    </a:lnTo>
                    <a:lnTo>
                      <a:pt x="170" y="3"/>
                    </a:lnTo>
                    <a:lnTo>
                      <a:pt x="170" y="2"/>
                    </a:lnTo>
                    <a:lnTo>
                      <a:pt x="173" y="1"/>
                    </a:lnTo>
                    <a:lnTo>
                      <a:pt x="173" y="1"/>
                    </a:lnTo>
                    <a:lnTo>
                      <a:pt x="173" y="0"/>
                    </a:lnTo>
                    <a:lnTo>
                      <a:pt x="176" y="0"/>
                    </a:lnTo>
                    <a:lnTo>
                      <a:pt x="179" y="0"/>
                    </a:lnTo>
                    <a:lnTo>
                      <a:pt x="179" y="1"/>
                    </a:lnTo>
                    <a:lnTo>
                      <a:pt x="183" y="1"/>
                    </a:lnTo>
                    <a:lnTo>
                      <a:pt x="183" y="2"/>
                    </a:lnTo>
                    <a:lnTo>
                      <a:pt x="183" y="2"/>
                    </a:lnTo>
                    <a:lnTo>
                      <a:pt x="186" y="3"/>
                    </a:lnTo>
                    <a:lnTo>
                      <a:pt x="186" y="4"/>
                    </a:lnTo>
                    <a:lnTo>
                      <a:pt x="186" y="5"/>
                    </a:lnTo>
                    <a:lnTo>
                      <a:pt x="189" y="6"/>
                    </a:lnTo>
                    <a:lnTo>
                      <a:pt x="189" y="7"/>
                    </a:lnTo>
                    <a:lnTo>
                      <a:pt x="189" y="9"/>
                    </a:lnTo>
                    <a:lnTo>
                      <a:pt x="192" y="10"/>
                    </a:lnTo>
                    <a:lnTo>
                      <a:pt x="192" y="12"/>
                    </a:lnTo>
                    <a:lnTo>
                      <a:pt x="192" y="13"/>
                    </a:lnTo>
                    <a:lnTo>
                      <a:pt x="195" y="15"/>
                    </a:lnTo>
                    <a:lnTo>
                      <a:pt x="195" y="17"/>
                    </a:lnTo>
                    <a:lnTo>
                      <a:pt x="195" y="19"/>
                    </a:lnTo>
                    <a:lnTo>
                      <a:pt x="199" y="21"/>
                    </a:lnTo>
                    <a:lnTo>
                      <a:pt x="199" y="23"/>
                    </a:lnTo>
                    <a:lnTo>
                      <a:pt x="199" y="25"/>
                    </a:lnTo>
                    <a:lnTo>
                      <a:pt x="202" y="27"/>
                    </a:lnTo>
                    <a:lnTo>
                      <a:pt x="202" y="29"/>
                    </a:lnTo>
                    <a:lnTo>
                      <a:pt x="202" y="31"/>
                    </a:lnTo>
                    <a:lnTo>
                      <a:pt x="205" y="34"/>
                    </a:lnTo>
                    <a:lnTo>
                      <a:pt x="205" y="36"/>
                    </a:lnTo>
                    <a:lnTo>
                      <a:pt x="205" y="39"/>
                    </a:lnTo>
                    <a:lnTo>
                      <a:pt x="208" y="41"/>
                    </a:lnTo>
                    <a:lnTo>
                      <a:pt x="208" y="43"/>
                    </a:lnTo>
                    <a:lnTo>
                      <a:pt x="208" y="46"/>
                    </a:lnTo>
                    <a:lnTo>
                      <a:pt x="211" y="49"/>
                    </a:lnTo>
                    <a:lnTo>
                      <a:pt x="211" y="51"/>
                    </a:lnTo>
                    <a:lnTo>
                      <a:pt x="211" y="54"/>
                    </a:lnTo>
                    <a:lnTo>
                      <a:pt x="214" y="56"/>
                    </a:lnTo>
                    <a:lnTo>
                      <a:pt x="214" y="58"/>
                    </a:lnTo>
                    <a:lnTo>
                      <a:pt x="214" y="61"/>
                    </a:lnTo>
                    <a:lnTo>
                      <a:pt x="218" y="64"/>
                    </a:lnTo>
                    <a:lnTo>
                      <a:pt x="218" y="66"/>
                    </a:lnTo>
                    <a:lnTo>
                      <a:pt x="218" y="68"/>
                    </a:lnTo>
                    <a:lnTo>
                      <a:pt x="221" y="71"/>
                    </a:lnTo>
                    <a:lnTo>
                      <a:pt x="221" y="73"/>
                    </a:lnTo>
                    <a:lnTo>
                      <a:pt x="221" y="76"/>
                    </a:lnTo>
                    <a:lnTo>
                      <a:pt x="224" y="78"/>
                    </a:lnTo>
                    <a:lnTo>
                      <a:pt x="224" y="80"/>
                    </a:lnTo>
                    <a:lnTo>
                      <a:pt x="224" y="82"/>
                    </a:lnTo>
                    <a:lnTo>
                      <a:pt x="227" y="84"/>
                    </a:lnTo>
                    <a:lnTo>
                      <a:pt x="227" y="86"/>
                    </a:lnTo>
                    <a:lnTo>
                      <a:pt x="227" y="88"/>
                    </a:lnTo>
                    <a:lnTo>
                      <a:pt x="230" y="90"/>
                    </a:lnTo>
                    <a:lnTo>
                      <a:pt x="230" y="92"/>
                    </a:lnTo>
                    <a:lnTo>
                      <a:pt x="230" y="94"/>
                    </a:lnTo>
                    <a:lnTo>
                      <a:pt x="234" y="95"/>
                    </a:lnTo>
                    <a:lnTo>
                      <a:pt x="234" y="97"/>
                    </a:lnTo>
                    <a:lnTo>
                      <a:pt x="234" y="98"/>
                    </a:lnTo>
                    <a:lnTo>
                      <a:pt x="237" y="100"/>
                    </a:lnTo>
                    <a:lnTo>
                      <a:pt x="237" y="101"/>
                    </a:lnTo>
                    <a:lnTo>
                      <a:pt x="237" y="102"/>
                    </a:lnTo>
                    <a:lnTo>
                      <a:pt x="240" y="103"/>
                    </a:lnTo>
                    <a:lnTo>
                      <a:pt x="240" y="104"/>
                    </a:lnTo>
                    <a:lnTo>
                      <a:pt x="240" y="105"/>
                    </a:lnTo>
                    <a:lnTo>
                      <a:pt x="243" y="105"/>
                    </a:lnTo>
                    <a:lnTo>
                      <a:pt x="243" y="106"/>
                    </a:lnTo>
                    <a:lnTo>
                      <a:pt x="243" y="106"/>
                    </a:lnTo>
                    <a:lnTo>
                      <a:pt x="246" y="107"/>
                    </a:lnTo>
                    <a:lnTo>
                      <a:pt x="250" y="107"/>
                    </a:lnTo>
                    <a:lnTo>
                      <a:pt x="250" y="107"/>
                    </a:lnTo>
                    <a:lnTo>
                      <a:pt x="253" y="106"/>
                    </a:lnTo>
                    <a:lnTo>
                      <a:pt x="253" y="106"/>
                    </a:lnTo>
                    <a:lnTo>
                      <a:pt x="253" y="105"/>
                    </a:lnTo>
                    <a:lnTo>
                      <a:pt x="256" y="104"/>
                    </a:lnTo>
                    <a:lnTo>
                      <a:pt x="256" y="104"/>
                    </a:lnTo>
                    <a:lnTo>
                      <a:pt x="256" y="103"/>
                    </a:lnTo>
                    <a:lnTo>
                      <a:pt x="259" y="102"/>
                    </a:lnTo>
                    <a:lnTo>
                      <a:pt x="259" y="101"/>
                    </a:lnTo>
                    <a:lnTo>
                      <a:pt x="259" y="99"/>
                    </a:lnTo>
                    <a:lnTo>
                      <a:pt x="262" y="98"/>
                    </a:lnTo>
                    <a:lnTo>
                      <a:pt x="262" y="96"/>
                    </a:lnTo>
                    <a:lnTo>
                      <a:pt x="262" y="95"/>
                    </a:lnTo>
                    <a:lnTo>
                      <a:pt x="266" y="93"/>
                    </a:lnTo>
                    <a:lnTo>
                      <a:pt x="266" y="91"/>
                    </a:lnTo>
                    <a:lnTo>
                      <a:pt x="266" y="90"/>
                    </a:lnTo>
                    <a:lnTo>
                      <a:pt x="266" y="88"/>
                    </a:lnTo>
                    <a:lnTo>
                      <a:pt x="269" y="86"/>
                    </a:lnTo>
                    <a:lnTo>
                      <a:pt x="269" y="83"/>
                    </a:lnTo>
                    <a:lnTo>
                      <a:pt x="269" y="81"/>
                    </a:lnTo>
                    <a:lnTo>
                      <a:pt x="272" y="79"/>
                    </a:lnTo>
                    <a:lnTo>
                      <a:pt x="272" y="77"/>
                    </a:lnTo>
                    <a:lnTo>
                      <a:pt x="272" y="75"/>
                    </a:lnTo>
                    <a:lnTo>
                      <a:pt x="275" y="72"/>
                    </a:lnTo>
                    <a:lnTo>
                      <a:pt x="275" y="70"/>
                    </a:lnTo>
                    <a:lnTo>
                      <a:pt x="275" y="68"/>
                    </a:lnTo>
                    <a:lnTo>
                      <a:pt x="278" y="65"/>
                    </a:lnTo>
                    <a:lnTo>
                      <a:pt x="278" y="63"/>
                    </a:lnTo>
                    <a:lnTo>
                      <a:pt x="278" y="60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69" name="Freeform 33"/>
              <p:cNvSpPr>
                <a:spLocks/>
              </p:cNvSpPr>
              <p:nvPr/>
            </p:nvSpPr>
            <p:spPr bwMode="auto">
              <a:xfrm>
                <a:off x="1581" y="3125"/>
                <a:ext cx="280" cy="108"/>
              </a:xfrm>
              <a:custGeom>
                <a:avLst/>
                <a:gdLst>
                  <a:gd name="T0" fmla="*/ 4 w 280"/>
                  <a:gd name="T1" fmla="*/ 53 h 108"/>
                  <a:gd name="T2" fmla="*/ 10 w 280"/>
                  <a:gd name="T3" fmla="*/ 43 h 108"/>
                  <a:gd name="T4" fmla="*/ 13 w 280"/>
                  <a:gd name="T5" fmla="*/ 33 h 108"/>
                  <a:gd name="T6" fmla="*/ 16 w 280"/>
                  <a:gd name="T7" fmla="*/ 24 h 108"/>
                  <a:gd name="T8" fmla="*/ 23 w 280"/>
                  <a:gd name="T9" fmla="*/ 16 h 108"/>
                  <a:gd name="T10" fmla="*/ 26 w 280"/>
                  <a:gd name="T11" fmla="*/ 10 h 108"/>
                  <a:gd name="T12" fmla="*/ 29 w 280"/>
                  <a:gd name="T13" fmla="*/ 5 h 108"/>
                  <a:gd name="T14" fmla="*/ 36 w 280"/>
                  <a:gd name="T15" fmla="*/ 1 h 108"/>
                  <a:gd name="T16" fmla="*/ 42 w 280"/>
                  <a:gd name="T17" fmla="*/ 0 h 108"/>
                  <a:gd name="T18" fmla="*/ 45 w 280"/>
                  <a:gd name="T19" fmla="*/ 1 h 108"/>
                  <a:gd name="T20" fmla="*/ 48 w 280"/>
                  <a:gd name="T21" fmla="*/ 5 h 108"/>
                  <a:gd name="T22" fmla="*/ 55 w 280"/>
                  <a:gd name="T23" fmla="*/ 10 h 108"/>
                  <a:gd name="T24" fmla="*/ 58 w 280"/>
                  <a:gd name="T25" fmla="*/ 16 h 108"/>
                  <a:gd name="T26" fmla="*/ 61 w 280"/>
                  <a:gd name="T27" fmla="*/ 24 h 108"/>
                  <a:gd name="T28" fmla="*/ 68 w 280"/>
                  <a:gd name="T29" fmla="*/ 33 h 108"/>
                  <a:gd name="T30" fmla="*/ 71 w 280"/>
                  <a:gd name="T31" fmla="*/ 43 h 108"/>
                  <a:gd name="T32" fmla="*/ 74 w 280"/>
                  <a:gd name="T33" fmla="*/ 53 h 108"/>
                  <a:gd name="T34" fmla="*/ 80 w 280"/>
                  <a:gd name="T35" fmla="*/ 63 h 108"/>
                  <a:gd name="T36" fmla="*/ 84 w 280"/>
                  <a:gd name="T37" fmla="*/ 72 h 108"/>
                  <a:gd name="T38" fmla="*/ 87 w 280"/>
                  <a:gd name="T39" fmla="*/ 81 h 108"/>
                  <a:gd name="T40" fmla="*/ 93 w 280"/>
                  <a:gd name="T41" fmla="*/ 90 h 108"/>
                  <a:gd name="T42" fmla="*/ 96 w 280"/>
                  <a:gd name="T43" fmla="*/ 96 h 108"/>
                  <a:gd name="T44" fmla="*/ 100 w 280"/>
                  <a:gd name="T45" fmla="*/ 102 h 108"/>
                  <a:gd name="T46" fmla="*/ 103 w 280"/>
                  <a:gd name="T47" fmla="*/ 105 h 108"/>
                  <a:gd name="T48" fmla="*/ 109 w 280"/>
                  <a:gd name="T49" fmla="*/ 107 h 108"/>
                  <a:gd name="T50" fmla="*/ 116 w 280"/>
                  <a:gd name="T51" fmla="*/ 105 h 108"/>
                  <a:gd name="T52" fmla="*/ 119 w 280"/>
                  <a:gd name="T53" fmla="*/ 102 h 108"/>
                  <a:gd name="T54" fmla="*/ 125 w 280"/>
                  <a:gd name="T55" fmla="*/ 97 h 108"/>
                  <a:gd name="T56" fmla="*/ 128 w 280"/>
                  <a:gd name="T57" fmla="*/ 90 h 108"/>
                  <a:gd name="T58" fmla="*/ 132 w 280"/>
                  <a:gd name="T59" fmla="*/ 82 h 108"/>
                  <a:gd name="T60" fmla="*/ 138 w 280"/>
                  <a:gd name="T61" fmla="*/ 73 h 108"/>
                  <a:gd name="T62" fmla="*/ 141 w 280"/>
                  <a:gd name="T63" fmla="*/ 64 h 108"/>
                  <a:gd name="T64" fmla="*/ 144 w 280"/>
                  <a:gd name="T65" fmla="*/ 54 h 108"/>
                  <a:gd name="T66" fmla="*/ 151 w 280"/>
                  <a:gd name="T67" fmla="*/ 43 h 108"/>
                  <a:gd name="T68" fmla="*/ 154 w 280"/>
                  <a:gd name="T69" fmla="*/ 34 h 108"/>
                  <a:gd name="T70" fmla="*/ 157 w 280"/>
                  <a:gd name="T71" fmla="*/ 25 h 108"/>
                  <a:gd name="T72" fmla="*/ 164 w 280"/>
                  <a:gd name="T73" fmla="*/ 17 h 108"/>
                  <a:gd name="T74" fmla="*/ 167 w 280"/>
                  <a:gd name="T75" fmla="*/ 10 h 108"/>
                  <a:gd name="T76" fmla="*/ 170 w 280"/>
                  <a:gd name="T77" fmla="*/ 5 h 108"/>
                  <a:gd name="T78" fmla="*/ 176 w 280"/>
                  <a:gd name="T79" fmla="*/ 2 h 108"/>
                  <a:gd name="T80" fmla="*/ 183 w 280"/>
                  <a:gd name="T81" fmla="*/ 0 h 108"/>
                  <a:gd name="T82" fmla="*/ 186 w 280"/>
                  <a:gd name="T83" fmla="*/ 2 h 108"/>
                  <a:gd name="T84" fmla="*/ 192 w 280"/>
                  <a:gd name="T85" fmla="*/ 5 h 108"/>
                  <a:gd name="T86" fmla="*/ 196 w 280"/>
                  <a:gd name="T87" fmla="*/ 11 h 108"/>
                  <a:gd name="T88" fmla="*/ 199 w 280"/>
                  <a:gd name="T89" fmla="*/ 17 h 108"/>
                  <a:gd name="T90" fmla="*/ 202 w 280"/>
                  <a:gd name="T91" fmla="*/ 26 h 108"/>
                  <a:gd name="T92" fmla="*/ 208 w 280"/>
                  <a:gd name="T93" fmla="*/ 35 h 108"/>
                  <a:gd name="T94" fmla="*/ 212 w 280"/>
                  <a:gd name="T95" fmla="*/ 44 h 108"/>
                  <a:gd name="T96" fmla="*/ 215 w 280"/>
                  <a:gd name="T97" fmla="*/ 54 h 108"/>
                  <a:gd name="T98" fmla="*/ 221 w 280"/>
                  <a:gd name="T99" fmla="*/ 64 h 108"/>
                  <a:gd name="T100" fmla="*/ 224 w 280"/>
                  <a:gd name="T101" fmla="*/ 74 h 108"/>
                  <a:gd name="T102" fmla="*/ 228 w 280"/>
                  <a:gd name="T103" fmla="*/ 83 h 108"/>
                  <a:gd name="T104" fmla="*/ 234 w 280"/>
                  <a:gd name="T105" fmla="*/ 91 h 108"/>
                  <a:gd name="T106" fmla="*/ 237 w 280"/>
                  <a:gd name="T107" fmla="*/ 97 h 108"/>
                  <a:gd name="T108" fmla="*/ 240 w 280"/>
                  <a:gd name="T109" fmla="*/ 102 h 108"/>
                  <a:gd name="T110" fmla="*/ 247 w 280"/>
                  <a:gd name="T111" fmla="*/ 106 h 108"/>
                  <a:gd name="T112" fmla="*/ 253 w 280"/>
                  <a:gd name="T113" fmla="*/ 107 h 108"/>
                  <a:gd name="T114" fmla="*/ 256 w 280"/>
                  <a:gd name="T115" fmla="*/ 106 h 108"/>
                  <a:gd name="T116" fmla="*/ 260 w 280"/>
                  <a:gd name="T117" fmla="*/ 102 h 108"/>
                  <a:gd name="T118" fmla="*/ 266 w 280"/>
                  <a:gd name="T119" fmla="*/ 97 h 108"/>
                  <a:gd name="T120" fmla="*/ 269 w 280"/>
                  <a:gd name="T121" fmla="*/ 91 h 108"/>
                  <a:gd name="T122" fmla="*/ 272 w 280"/>
                  <a:gd name="T123" fmla="*/ 83 h 108"/>
                  <a:gd name="T124" fmla="*/ 279 w 280"/>
                  <a:gd name="T125" fmla="*/ 74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80" h="108">
                    <a:moveTo>
                      <a:pt x="0" y="60"/>
                    </a:moveTo>
                    <a:lnTo>
                      <a:pt x="4" y="58"/>
                    </a:lnTo>
                    <a:lnTo>
                      <a:pt x="4" y="55"/>
                    </a:lnTo>
                    <a:lnTo>
                      <a:pt x="4" y="53"/>
                    </a:lnTo>
                    <a:lnTo>
                      <a:pt x="7" y="50"/>
                    </a:lnTo>
                    <a:lnTo>
                      <a:pt x="7" y="47"/>
                    </a:lnTo>
                    <a:lnTo>
                      <a:pt x="7" y="45"/>
                    </a:lnTo>
                    <a:lnTo>
                      <a:pt x="10" y="43"/>
                    </a:lnTo>
                    <a:lnTo>
                      <a:pt x="10" y="40"/>
                    </a:lnTo>
                    <a:lnTo>
                      <a:pt x="10" y="38"/>
                    </a:lnTo>
                    <a:lnTo>
                      <a:pt x="13" y="35"/>
                    </a:lnTo>
                    <a:lnTo>
                      <a:pt x="13" y="33"/>
                    </a:lnTo>
                    <a:lnTo>
                      <a:pt x="13" y="31"/>
                    </a:lnTo>
                    <a:lnTo>
                      <a:pt x="16" y="28"/>
                    </a:lnTo>
                    <a:lnTo>
                      <a:pt x="16" y="26"/>
                    </a:lnTo>
                    <a:lnTo>
                      <a:pt x="16" y="24"/>
                    </a:lnTo>
                    <a:lnTo>
                      <a:pt x="20" y="22"/>
                    </a:lnTo>
                    <a:lnTo>
                      <a:pt x="20" y="20"/>
                    </a:lnTo>
                    <a:lnTo>
                      <a:pt x="20" y="18"/>
                    </a:lnTo>
                    <a:lnTo>
                      <a:pt x="23" y="16"/>
                    </a:lnTo>
                    <a:lnTo>
                      <a:pt x="23" y="14"/>
                    </a:lnTo>
                    <a:lnTo>
                      <a:pt x="23" y="13"/>
                    </a:lnTo>
                    <a:lnTo>
                      <a:pt x="26" y="11"/>
                    </a:lnTo>
                    <a:lnTo>
                      <a:pt x="26" y="10"/>
                    </a:lnTo>
                    <a:lnTo>
                      <a:pt x="26" y="8"/>
                    </a:lnTo>
                    <a:lnTo>
                      <a:pt x="29" y="7"/>
                    </a:lnTo>
                    <a:lnTo>
                      <a:pt x="29" y="6"/>
                    </a:lnTo>
                    <a:lnTo>
                      <a:pt x="29" y="5"/>
                    </a:lnTo>
                    <a:lnTo>
                      <a:pt x="32" y="4"/>
                    </a:lnTo>
                    <a:lnTo>
                      <a:pt x="32" y="3"/>
                    </a:lnTo>
                    <a:lnTo>
                      <a:pt x="32" y="2"/>
                    </a:lnTo>
                    <a:lnTo>
                      <a:pt x="36" y="1"/>
                    </a:lnTo>
                    <a:lnTo>
                      <a:pt x="36" y="1"/>
                    </a:lnTo>
                    <a:lnTo>
                      <a:pt x="36" y="1"/>
                    </a:lnTo>
                    <a:lnTo>
                      <a:pt x="39" y="0"/>
                    </a:lnTo>
                    <a:lnTo>
                      <a:pt x="42" y="0"/>
                    </a:lnTo>
                    <a:lnTo>
                      <a:pt x="42" y="0"/>
                    </a:lnTo>
                    <a:lnTo>
                      <a:pt x="42" y="1"/>
                    </a:lnTo>
                    <a:lnTo>
                      <a:pt x="45" y="1"/>
                    </a:lnTo>
                    <a:lnTo>
                      <a:pt x="45" y="1"/>
                    </a:lnTo>
                    <a:lnTo>
                      <a:pt x="45" y="2"/>
                    </a:lnTo>
                    <a:lnTo>
                      <a:pt x="48" y="3"/>
                    </a:lnTo>
                    <a:lnTo>
                      <a:pt x="48" y="4"/>
                    </a:lnTo>
                    <a:lnTo>
                      <a:pt x="48" y="5"/>
                    </a:lnTo>
                    <a:lnTo>
                      <a:pt x="52" y="6"/>
                    </a:lnTo>
                    <a:lnTo>
                      <a:pt x="52" y="7"/>
                    </a:lnTo>
                    <a:lnTo>
                      <a:pt x="52" y="8"/>
                    </a:lnTo>
                    <a:lnTo>
                      <a:pt x="55" y="10"/>
                    </a:lnTo>
                    <a:lnTo>
                      <a:pt x="55" y="11"/>
                    </a:lnTo>
                    <a:lnTo>
                      <a:pt x="55" y="13"/>
                    </a:lnTo>
                    <a:lnTo>
                      <a:pt x="58" y="14"/>
                    </a:lnTo>
                    <a:lnTo>
                      <a:pt x="58" y="16"/>
                    </a:lnTo>
                    <a:lnTo>
                      <a:pt x="58" y="18"/>
                    </a:lnTo>
                    <a:lnTo>
                      <a:pt x="61" y="20"/>
                    </a:lnTo>
                    <a:lnTo>
                      <a:pt x="61" y="22"/>
                    </a:lnTo>
                    <a:lnTo>
                      <a:pt x="61" y="24"/>
                    </a:lnTo>
                    <a:lnTo>
                      <a:pt x="64" y="26"/>
                    </a:lnTo>
                    <a:lnTo>
                      <a:pt x="64" y="28"/>
                    </a:lnTo>
                    <a:lnTo>
                      <a:pt x="64" y="31"/>
                    </a:lnTo>
                    <a:lnTo>
                      <a:pt x="68" y="33"/>
                    </a:lnTo>
                    <a:lnTo>
                      <a:pt x="68" y="35"/>
                    </a:lnTo>
                    <a:lnTo>
                      <a:pt x="68" y="38"/>
                    </a:lnTo>
                    <a:lnTo>
                      <a:pt x="71" y="40"/>
                    </a:lnTo>
                    <a:lnTo>
                      <a:pt x="71" y="43"/>
                    </a:lnTo>
                    <a:lnTo>
                      <a:pt x="71" y="45"/>
                    </a:lnTo>
                    <a:lnTo>
                      <a:pt x="74" y="47"/>
                    </a:lnTo>
                    <a:lnTo>
                      <a:pt x="74" y="50"/>
                    </a:lnTo>
                    <a:lnTo>
                      <a:pt x="74" y="53"/>
                    </a:lnTo>
                    <a:lnTo>
                      <a:pt x="77" y="55"/>
                    </a:lnTo>
                    <a:lnTo>
                      <a:pt x="77" y="58"/>
                    </a:lnTo>
                    <a:lnTo>
                      <a:pt x="77" y="60"/>
                    </a:lnTo>
                    <a:lnTo>
                      <a:pt x="80" y="63"/>
                    </a:lnTo>
                    <a:lnTo>
                      <a:pt x="80" y="65"/>
                    </a:lnTo>
                    <a:lnTo>
                      <a:pt x="80" y="68"/>
                    </a:lnTo>
                    <a:lnTo>
                      <a:pt x="84" y="70"/>
                    </a:lnTo>
                    <a:lnTo>
                      <a:pt x="84" y="72"/>
                    </a:lnTo>
                    <a:lnTo>
                      <a:pt x="84" y="75"/>
                    </a:lnTo>
                    <a:lnTo>
                      <a:pt x="87" y="77"/>
                    </a:lnTo>
                    <a:lnTo>
                      <a:pt x="87" y="79"/>
                    </a:lnTo>
                    <a:lnTo>
                      <a:pt x="87" y="81"/>
                    </a:lnTo>
                    <a:lnTo>
                      <a:pt x="90" y="83"/>
                    </a:lnTo>
                    <a:lnTo>
                      <a:pt x="90" y="86"/>
                    </a:lnTo>
                    <a:lnTo>
                      <a:pt x="90" y="88"/>
                    </a:lnTo>
                    <a:lnTo>
                      <a:pt x="93" y="90"/>
                    </a:lnTo>
                    <a:lnTo>
                      <a:pt x="93" y="91"/>
                    </a:lnTo>
                    <a:lnTo>
                      <a:pt x="93" y="93"/>
                    </a:lnTo>
                    <a:lnTo>
                      <a:pt x="93" y="95"/>
                    </a:lnTo>
                    <a:lnTo>
                      <a:pt x="96" y="96"/>
                    </a:lnTo>
                    <a:lnTo>
                      <a:pt x="96" y="98"/>
                    </a:lnTo>
                    <a:lnTo>
                      <a:pt x="96" y="99"/>
                    </a:lnTo>
                    <a:lnTo>
                      <a:pt x="100" y="101"/>
                    </a:lnTo>
                    <a:lnTo>
                      <a:pt x="100" y="102"/>
                    </a:lnTo>
                    <a:lnTo>
                      <a:pt x="100" y="103"/>
                    </a:lnTo>
                    <a:lnTo>
                      <a:pt x="103" y="104"/>
                    </a:lnTo>
                    <a:lnTo>
                      <a:pt x="103" y="104"/>
                    </a:lnTo>
                    <a:lnTo>
                      <a:pt x="103" y="105"/>
                    </a:lnTo>
                    <a:lnTo>
                      <a:pt x="106" y="106"/>
                    </a:lnTo>
                    <a:lnTo>
                      <a:pt x="106" y="106"/>
                    </a:lnTo>
                    <a:lnTo>
                      <a:pt x="106" y="107"/>
                    </a:lnTo>
                    <a:lnTo>
                      <a:pt x="109" y="107"/>
                    </a:lnTo>
                    <a:lnTo>
                      <a:pt x="112" y="107"/>
                    </a:lnTo>
                    <a:lnTo>
                      <a:pt x="112" y="106"/>
                    </a:lnTo>
                    <a:lnTo>
                      <a:pt x="116" y="106"/>
                    </a:lnTo>
                    <a:lnTo>
                      <a:pt x="116" y="105"/>
                    </a:lnTo>
                    <a:lnTo>
                      <a:pt x="116" y="105"/>
                    </a:lnTo>
                    <a:lnTo>
                      <a:pt x="119" y="104"/>
                    </a:lnTo>
                    <a:lnTo>
                      <a:pt x="119" y="103"/>
                    </a:lnTo>
                    <a:lnTo>
                      <a:pt x="119" y="102"/>
                    </a:lnTo>
                    <a:lnTo>
                      <a:pt x="122" y="101"/>
                    </a:lnTo>
                    <a:lnTo>
                      <a:pt x="122" y="100"/>
                    </a:lnTo>
                    <a:lnTo>
                      <a:pt x="122" y="98"/>
                    </a:lnTo>
                    <a:lnTo>
                      <a:pt x="125" y="97"/>
                    </a:lnTo>
                    <a:lnTo>
                      <a:pt x="125" y="95"/>
                    </a:lnTo>
                    <a:lnTo>
                      <a:pt x="125" y="94"/>
                    </a:lnTo>
                    <a:lnTo>
                      <a:pt x="128" y="92"/>
                    </a:lnTo>
                    <a:lnTo>
                      <a:pt x="128" y="90"/>
                    </a:lnTo>
                    <a:lnTo>
                      <a:pt x="128" y="88"/>
                    </a:lnTo>
                    <a:lnTo>
                      <a:pt x="132" y="86"/>
                    </a:lnTo>
                    <a:lnTo>
                      <a:pt x="132" y="84"/>
                    </a:lnTo>
                    <a:lnTo>
                      <a:pt x="132" y="82"/>
                    </a:lnTo>
                    <a:lnTo>
                      <a:pt x="135" y="80"/>
                    </a:lnTo>
                    <a:lnTo>
                      <a:pt x="135" y="78"/>
                    </a:lnTo>
                    <a:lnTo>
                      <a:pt x="135" y="76"/>
                    </a:lnTo>
                    <a:lnTo>
                      <a:pt x="138" y="73"/>
                    </a:lnTo>
                    <a:lnTo>
                      <a:pt x="138" y="71"/>
                    </a:lnTo>
                    <a:lnTo>
                      <a:pt x="138" y="68"/>
                    </a:lnTo>
                    <a:lnTo>
                      <a:pt x="141" y="66"/>
                    </a:lnTo>
                    <a:lnTo>
                      <a:pt x="141" y="64"/>
                    </a:lnTo>
                    <a:lnTo>
                      <a:pt x="141" y="61"/>
                    </a:lnTo>
                    <a:lnTo>
                      <a:pt x="144" y="58"/>
                    </a:lnTo>
                    <a:lnTo>
                      <a:pt x="144" y="56"/>
                    </a:lnTo>
                    <a:lnTo>
                      <a:pt x="144" y="54"/>
                    </a:lnTo>
                    <a:lnTo>
                      <a:pt x="148" y="51"/>
                    </a:lnTo>
                    <a:lnTo>
                      <a:pt x="148" y="49"/>
                    </a:lnTo>
                    <a:lnTo>
                      <a:pt x="148" y="46"/>
                    </a:lnTo>
                    <a:lnTo>
                      <a:pt x="151" y="43"/>
                    </a:lnTo>
                    <a:lnTo>
                      <a:pt x="151" y="41"/>
                    </a:lnTo>
                    <a:lnTo>
                      <a:pt x="151" y="39"/>
                    </a:lnTo>
                    <a:lnTo>
                      <a:pt x="154" y="36"/>
                    </a:lnTo>
                    <a:lnTo>
                      <a:pt x="154" y="34"/>
                    </a:lnTo>
                    <a:lnTo>
                      <a:pt x="154" y="31"/>
                    </a:lnTo>
                    <a:lnTo>
                      <a:pt x="157" y="29"/>
                    </a:lnTo>
                    <a:lnTo>
                      <a:pt x="157" y="27"/>
                    </a:lnTo>
                    <a:lnTo>
                      <a:pt x="157" y="25"/>
                    </a:lnTo>
                    <a:lnTo>
                      <a:pt x="160" y="23"/>
                    </a:lnTo>
                    <a:lnTo>
                      <a:pt x="160" y="21"/>
                    </a:lnTo>
                    <a:lnTo>
                      <a:pt x="160" y="19"/>
                    </a:lnTo>
                    <a:lnTo>
                      <a:pt x="164" y="17"/>
                    </a:lnTo>
                    <a:lnTo>
                      <a:pt x="164" y="15"/>
                    </a:lnTo>
                    <a:lnTo>
                      <a:pt x="164" y="13"/>
                    </a:lnTo>
                    <a:lnTo>
                      <a:pt x="167" y="12"/>
                    </a:lnTo>
                    <a:lnTo>
                      <a:pt x="167" y="10"/>
                    </a:lnTo>
                    <a:lnTo>
                      <a:pt x="167" y="9"/>
                    </a:lnTo>
                    <a:lnTo>
                      <a:pt x="170" y="7"/>
                    </a:lnTo>
                    <a:lnTo>
                      <a:pt x="170" y="6"/>
                    </a:lnTo>
                    <a:lnTo>
                      <a:pt x="170" y="5"/>
                    </a:lnTo>
                    <a:lnTo>
                      <a:pt x="173" y="4"/>
                    </a:lnTo>
                    <a:lnTo>
                      <a:pt x="173" y="3"/>
                    </a:lnTo>
                    <a:lnTo>
                      <a:pt x="173" y="2"/>
                    </a:lnTo>
                    <a:lnTo>
                      <a:pt x="176" y="2"/>
                    </a:lnTo>
                    <a:lnTo>
                      <a:pt x="176" y="1"/>
                    </a:lnTo>
                    <a:lnTo>
                      <a:pt x="176" y="1"/>
                    </a:lnTo>
                    <a:lnTo>
                      <a:pt x="180" y="0"/>
                    </a:lnTo>
                    <a:lnTo>
                      <a:pt x="183" y="0"/>
                    </a:lnTo>
                    <a:lnTo>
                      <a:pt x="183" y="0"/>
                    </a:lnTo>
                    <a:lnTo>
                      <a:pt x="186" y="1"/>
                    </a:lnTo>
                    <a:lnTo>
                      <a:pt x="186" y="1"/>
                    </a:lnTo>
                    <a:lnTo>
                      <a:pt x="186" y="2"/>
                    </a:lnTo>
                    <a:lnTo>
                      <a:pt x="189" y="3"/>
                    </a:lnTo>
                    <a:lnTo>
                      <a:pt x="189" y="3"/>
                    </a:lnTo>
                    <a:lnTo>
                      <a:pt x="189" y="4"/>
                    </a:lnTo>
                    <a:lnTo>
                      <a:pt x="192" y="5"/>
                    </a:lnTo>
                    <a:lnTo>
                      <a:pt x="192" y="6"/>
                    </a:lnTo>
                    <a:lnTo>
                      <a:pt x="192" y="8"/>
                    </a:lnTo>
                    <a:lnTo>
                      <a:pt x="196" y="9"/>
                    </a:lnTo>
                    <a:lnTo>
                      <a:pt x="196" y="11"/>
                    </a:lnTo>
                    <a:lnTo>
                      <a:pt x="196" y="12"/>
                    </a:lnTo>
                    <a:lnTo>
                      <a:pt x="199" y="14"/>
                    </a:lnTo>
                    <a:lnTo>
                      <a:pt x="199" y="16"/>
                    </a:lnTo>
                    <a:lnTo>
                      <a:pt x="199" y="17"/>
                    </a:lnTo>
                    <a:lnTo>
                      <a:pt x="199" y="19"/>
                    </a:lnTo>
                    <a:lnTo>
                      <a:pt x="202" y="21"/>
                    </a:lnTo>
                    <a:lnTo>
                      <a:pt x="202" y="24"/>
                    </a:lnTo>
                    <a:lnTo>
                      <a:pt x="202" y="26"/>
                    </a:lnTo>
                    <a:lnTo>
                      <a:pt x="205" y="28"/>
                    </a:lnTo>
                    <a:lnTo>
                      <a:pt x="205" y="30"/>
                    </a:lnTo>
                    <a:lnTo>
                      <a:pt x="205" y="32"/>
                    </a:lnTo>
                    <a:lnTo>
                      <a:pt x="208" y="35"/>
                    </a:lnTo>
                    <a:lnTo>
                      <a:pt x="208" y="37"/>
                    </a:lnTo>
                    <a:lnTo>
                      <a:pt x="208" y="39"/>
                    </a:lnTo>
                    <a:lnTo>
                      <a:pt x="212" y="42"/>
                    </a:lnTo>
                    <a:lnTo>
                      <a:pt x="212" y="44"/>
                    </a:lnTo>
                    <a:lnTo>
                      <a:pt x="212" y="47"/>
                    </a:lnTo>
                    <a:lnTo>
                      <a:pt x="215" y="49"/>
                    </a:lnTo>
                    <a:lnTo>
                      <a:pt x="215" y="52"/>
                    </a:lnTo>
                    <a:lnTo>
                      <a:pt x="215" y="54"/>
                    </a:lnTo>
                    <a:lnTo>
                      <a:pt x="218" y="57"/>
                    </a:lnTo>
                    <a:lnTo>
                      <a:pt x="218" y="60"/>
                    </a:lnTo>
                    <a:lnTo>
                      <a:pt x="218" y="62"/>
                    </a:lnTo>
                    <a:lnTo>
                      <a:pt x="221" y="64"/>
                    </a:lnTo>
                    <a:lnTo>
                      <a:pt x="221" y="67"/>
                    </a:lnTo>
                    <a:lnTo>
                      <a:pt x="221" y="69"/>
                    </a:lnTo>
                    <a:lnTo>
                      <a:pt x="224" y="72"/>
                    </a:lnTo>
                    <a:lnTo>
                      <a:pt x="224" y="74"/>
                    </a:lnTo>
                    <a:lnTo>
                      <a:pt x="224" y="76"/>
                    </a:lnTo>
                    <a:lnTo>
                      <a:pt x="228" y="79"/>
                    </a:lnTo>
                    <a:lnTo>
                      <a:pt x="228" y="81"/>
                    </a:lnTo>
                    <a:lnTo>
                      <a:pt x="228" y="83"/>
                    </a:lnTo>
                    <a:lnTo>
                      <a:pt x="231" y="85"/>
                    </a:lnTo>
                    <a:lnTo>
                      <a:pt x="231" y="87"/>
                    </a:lnTo>
                    <a:lnTo>
                      <a:pt x="231" y="89"/>
                    </a:lnTo>
                    <a:lnTo>
                      <a:pt x="234" y="91"/>
                    </a:lnTo>
                    <a:lnTo>
                      <a:pt x="234" y="93"/>
                    </a:lnTo>
                    <a:lnTo>
                      <a:pt x="234" y="94"/>
                    </a:lnTo>
                    <a:lnTo>
                      <a:pt x="237" y="96"/>
                    </a:lnTo>
                    <a:lnTo>
                      <a:pt x="237" y="97"/>
                    </a:lnTo>
                    <a:lnTo>
                      <a:pt x="237" y="99"/>
                    </a:lnTo>
                    <a:lnTo>
                      <a:pt x="240" y="100"/>
                    </a:lnTo>
                    <a:lnTo>
                      <a:pt x="240" y="101"/>
                    </a:lnTo>
                    <a:lnTo>
                      <a:pt x="240" y="102"/>
                    </a:lnTo>
                    <a:lnTo>
                      <a:pt x="244" y="103"/>
                    </a:lnTo>
                    <a:lnTo>
                      <a:pt x="244" y="104"/>
                    </a:lnTo>
                    <a:lnTo>
                      <a:pt x="244" y="105"/>
                    </a:lnTo>
                    <a:lnTo>
                      <a:pt x="247" y="106"/>
                    </a:lnTo>
                    <a:lnTo>
                      <a:pt x="247" y="106"/>
                    </a:lnTo>
                    <a:lnTo>
                      <a:pt x="247" y="106"/>
                    </a:lnTo>
                    <a:lnTo>
                      <a:pt x="250" y="107"/>
                    </a:lnTo>
                    <a:lnTo>
                      <a:pt x="253" y="107"/>
                    </a:lnTo>
                    <a:lnTo>
                      <a:pt x="253" y="107"/>
                    </a:lnTo>
                    <a:lnTo>
                      <a:pt x="253" y="106"/>
                    </a:lnTo>
                    <a:lnTo>
                      <a:pt x="256" y="106"/>
                    </a:lnTo>
                    <a:lnTo>
                      <a:pt x="256" y="106"/>
                    </a:lnTo>
                    <a:lnTo>
                      <a:pt x="256" y="105"/>
                    </a:lnTo>
                    <a:lnTo>
                      <a:pt x="260" y="104"/>
                    </a:lnTo>
                    <a:lnTo>
                      <a:pt x="260" y="103"/>
                    </a:lnTo>
                    <a:lnTo>
                      <a:pt x="260" y="102"/>
                    </a:lnTo>
                    <a:lnTo>
                      <a:pt x="263" y="101"/>
                    </a:lnTo>
                    <a:lnTo>
                      <a:pt x="263" y="100"/>
                    </a:lnTo>
                    <a:lnTo>
                      <a:pt x="263" y="99"/>
                    </a:lnTo>
                    <a:lnTo>
                      <a:pt x="266" y="97"/>
                    </a:lnTo>
                    <a:lnTo>
                      <a:pt x="266" y="96"/>
                    </a:lnTo>
                    <a:lnTo>
                      <a:pt x="266" y="94"/>
                    </a:lnTo>
                    <a:lnTo>
                      <a:pt x="269" y="93"/>
                    </a:lnTo>
                    <a:lnTo>
                      <a:pt x="269" y="91"/>
                    </a:lnTo>
                    <a:lnTo>
                      <a:pt x="269" y="89"/>
                    </a:lnTo>
                    <a:lnTo>
                      <a:pt x="272" y="87"/>
                    </a:lnTo>
                    <a:lnTo>
                      <a:pt x="272" y="85"/>
                    </a:lnTo>
                    <a:lnTo>
                      <a:pt x="272" y="83"/>
                    </a:lnTo>
                    <a:lnTo>
                      <a:pt x="276" y="81"/>
                    </a:lnTo>
                    <a:lnTo>
                      <a:pt x="276" y="79"/>
                    </a:lnTo>
                    <a:lnTo>
                      <a:pt x="276" y="76"/>
                    </a:lnTo>
                    <a:lnTo>
                      <a:pt x="279" y="74"/>
                    </a:lnTo>
                    <a:lnTo>
                      <a:pt x="279" y="72"/>
                    </a:lnTo>
                    <a:lnTo>
                      <a:pt x="279" y="69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0" name="Freeform 34"/>
              <p:cNvSpPr>
                <a:spLocks/>
              </p:cNvSpPr>
              <p:nvPr/>
            </p:nvSpPr>
            <p:spPr bwMode="auto">
              <a:xfrm>
                <a:off x="1860" y="3125"/>
                <a:ext cx="279" cy="108"/>
              </a:xfrm>
              <a:custGeom>
                <a:avLst/>
                <a:gdLst>
                  <a:gd name="T0" fmla="*/ 3 w 279"/>
                  <a:gd name="T1" fmla="*/ 62 h 108"/>
                  <a:gd name="T2" fmla="*/ 9 w 279"/>
                  <a:gd name="T3" fmla="*/ 52 h 108"/>
                  <a:gd name="T4" fmla="*/ 13 w 279"/>
                  <a:gd name="T5" fmla="*/ 42 h 108"/>
                  <a:gd name="T6" fmla="*/ 16 w 279"/>
                  <a:gd name="T7" fmla="*/ 32 h 108"/>
                  <a:gd name="T8" fmla="*/ 22 w 279"/>
                  <a:gd name="T9" fmla="*/ 24 h 108"/>
                  <a:gd name="T10" fmla="*/ 25 w 279"/>
                  <a:gd name="T11" fmla="*/ 16 h 108"/>
                  <a:gd name="T12" fmla="*/ 29 w 279"/>
                  <a:gd name="T13" fmla="*/ 9 h 108"/>
                  <a:gd name="T14" fmla="*/ 32 w 279"/>
                  <a:gd name="T15" fmla="*/ 4 h 108"/>
                  <a:gd name="T16" fmla="*/ 38 w 279"/>
                  <a:gd name="T17" fmla="*/ 1 h 108"/>
                  <a:gd name="T18" fmla="*/ 45 w 279"/>
                  <a:gd name="T19" fmla="*/ 0 h 108"/>
                  <a:gd name="T20" fmla="*/ 48 w 279"/>
                  <a:gd name="T21" fmla="*/ 2 h 108"/>
                  <a:gd name="T22" fmla="*/ 54 w 279"/>
                  <a:gd name="T23" fmla="*/ 6 h 108"/>
                  <a:gd name="T24" fmla="*/ 57 w 279"/>
                  <a:gd name="T25" fmla="*/ 12 h 108"/>
                  <a:gd name="T26" fmla="*/ 61 w 279"/>
                  <a:gd name="T27" fmla="*/ 19 h 108"/>
                  <a:gd name="T28" fmla="*/ 67 w 279"/>
                  <a:gd name="T29" fmla="*/ 27 h 108"/>
                  <a:gd name="T30" fmla="*/ 70 w 279"/>
                  <a:gd name="T31" fmla="*/ 36 h 108"/>
                  <a:gd name="T32" fmla="*/ 73 w 279"/>
                  <a:gd name="T33" fmla="*/ 46 h 108"/>
                  <a:gd name="T34" fmla="*/ 80 w 279"/>
                  <a:gd name="T35" fmla="*/ 56 h 108"/>
                  <a:gd name="T36" fmla="*/ 83 w 279"/>
                  <a:gd name="T37" fmla="*/ 66 h 108"/>
                  <a:gd name="T38" fmla="*/ 86 w 279"/>
                  <a:gd name="T39" fmla="*/ 76 h 108"/>
                  <a:gd name="T40" fmla="*/ 93 w 279"/>
                  <a:gd name="T41" fmla="*/ 84 h 108"/>
                  <a:gd name="T42" fmla="*/ 96 w 279"/>
                  <a:gd name="T43" fmla="*/ 92 h 108"/>
                  <a:gd name="T44" fmla="*/ 99 w 279"/>
                  <a:gd name="T45" fmla="*/ 98 h 108"/>
                  <a:gd name="T46" fmla="*/ 105 w 279"/>
                  <a:gd name="T47" fmla="*/ 103 h 108"/>
                  <a:gd name="T48" fmla="*/ 109 w 279"/>
                  <a:gd name="T49" fmla="*/ 106 h 108"/>
                  <a:gd name="T50" fmla="*/ 115 w 279"/>
                  <a:gd name="T51" fmla="*/ 107 h 108"/>
                  <a:gd name="T52" fmla="*/ 121 w 279"/>
                  <a:gd name="T53" fmla="*/ 104 h 108"/>
                  <a:gd name="T54" fmla="*/ 125 w 279"/>
                  <a:gd name="T55" fmla="*/ 101 h 108"/>
                  <a:gd name="T56" fmla="*/ 128 w 279"/>
                  <a:gd name="T57" fmla="*/ 95 h 108"/>
                  <a:gd name="T58" fmla="*/ 131 w 279"/>
                  <a:gd name="T59" fmla="*/ 88 h 108"/>
                  <a:gd name="T60" fmla="*/ 137 w 279"/>
                  <a:gd name="T61" fmla="*/ 79 h 108"/>
                  <a:gd name="T62" fmla="*/ 141 w 279"/>
                  <a:gd name="T63" fmla="*/ 70 h 108"/>
                  <a:gd name="T64" fmla="*/ 144 w 279"/>
                  <a:gd name="T65" fmla="*/ 60 h 108"/>
                  <a:gd name="T66" fmla="*/ 150 w 279"/>
                  <a:gd name="T67" fmla="*/ 50 h 108"/>
                  <a:gd name="T68" fmla="*/ 153 w 279"/>
                  <a:gd name="T69" fmla="*/ 40 h 108"/>
                  <a:gd name="T70" fmla="*/ 157 w 279"/>
                  <a:gd name="T71" fmla="*/ 31 h 108"/>
                  <a:gd name="T72" fmla="*/ 163 w 279"/>
                  <a:gd name="T73" fmla="*/ 22 h 108"/>
                  <a:gd name="T74" fmla="*/ 166 w 279"/>
                  <a:gd name="T75" fmla="*/ 14 h 108"/>
                  <a:gd name="T76" fmla="*/ 169 w 279"/>
                  <a:gd name="T77" fmla="*/ 8 h 108"/>
                  <a:gd name="T78" fmla="*/ 176 w 279"/>
                  <a:gd name="T79" fmla="*/ 4 h 108"/>
                  <a:gd name="T80" fmla="*/ 179 w 279"/>
                  <a:gd name="T81" fmla="*/ 1 h 108"/>
                  <a:gd name="T82" fmla="*/ 185 w 279"/>
                  <a:gd name="T83" fmla="*/ 0 h 108"/>
                  <a:gd name="T84" fmla="*/ 189 w 279"/>
                  <a:gd name="T85" fmla="*/ 2 h 108"/>
                  <a:gd name="T86" fmla="*/ 195 w 279"/>
                  <a:gd name="T87" fmla="*/ 6 h 108"/>
                  <a:gd name="T88" fmla="*/ 198 w 279"/>
                  <a:gd name="T89" fmla="*/ 11 h 108"/>
                  <a:gd name="T90" fmla="*/ 201 w 279"/>
                  <a:gd name="T91" fmla="*/ 18 h 108"/>
                  <a:gd name="T92" fmla="*/ 208 w 279"/>
                  <a:gd name="T93" fmla="*/ 26 h 108"/>
                  <a:gd name="T94" fmla="*/ 211 w 279"/>
                  <a:gd name="T95" fmla="*/ 35 h 108"/>
                  <a:gd name="T96" fmla="*/ 214 w 279"/>
                  <a:gd name="T97" fmla="*/ 45 h 108"/>
                  <a:gd name="T98" fmla="*/ 221 w 279"/>
                  <a:gd name="T99" fmla="*/ 55 h 108"/>
                  <a:gd name="T100" fmla="*/ 224 w 279"/>
                  <a:gd name="T101" fmla="*/ 65 h 108"/>
                  <a:gd name="T102" fmla="*/ 227 w 279"/>
                  <a:gd name="T103" fmla="*/ 75 h 108"/>
                  <a:gd name="T104" fmla="*/ 233 w 279"/>
                  <a:gd name="T105" fmla="*/ 83 h 108"/>
                  <a:gd name="T106" fmla="*/ 237 w 279"/>
                  <a:gd name="T107" fmla="*/ 91 h 108"/>
                  <a:gd name="T108" fmla="*/ 240 w 279"/>
                  <a:gd name="T109" fmla="*/ 98 h 108"/>
                  <a:gd name="T110" fmla="*/ 243 w 279"/>
                  <a:gd name="T111" fmla="*/ 103 h 108"/>
                  <a:gd name="T112" fmla="*/ 249 w 279"/>
                  <a:gd name="T113" fmla="*/ 106 h 108"/>
                  <a:gd name="T114" fmla="*/ 256 w 279"/>
                  <a:gd name="T115" fmla="*/ 107 h 108"/>
                  <a:gd name="T116" fmla="*/ 259 w 279"/>
                  <a:gd name="T117" fmla="*/ 105 h 108"/>
                  <a:gd name="T118" fmla="*/ 265 w 279"/>
                  <a:gd name="T119" fmla="*/ 101 h 108"/>
                  <a:gd name="T120" fmla="*/ 269 w 279"/>
                  <a:gd name="T121" fmla="*/ 95 h 108"/>
                  <a:gd name="T122" fmla="*/ 272 w 279"/>
                  <a:gd name="T123" fmla="*/ 88 h 108"/>
                  <a:gd name="T124" fmla="*/ 278 w 279"/>
                  <a:gd name="T125" fmla="*/ 8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79" h="108">
                    <a:moveTo>
                      <a:pt x="0" y="69"/>
                    </a:moveTo>
                    <a:lnTo>
                      <a:pt x="3" y="67"/>
                    </a:lnTo>
                    <a:lnTo>
                      <a:pt x="3" y="64"/>
                    </a:lnTo>
                    <a:lnTo>
                      <a:pt x="3" y="62"/>
                    </a:lnTo>
                    <a:lnTo>
                      <a:pt x="6" y="60"/>
                    </a:lnTo>
                    <a:lnTo>
                      <a:pt x="6" y="57"/>
                    </a:lnTo>
                    <a:lnTo>
                      <a:pt x="6" y="54"/>
                    </a:lnTo>
                    <a:lnTo>
                      <a:pt x="9" y="52"/>
                    </a:lnTo>
                    <a:lnTo>
                      <a:pt x="9" y="49"/>
                    </a:lnTo>
                    <a:lnTo>
                      <a:pt x="9" y="47"/>
                    </a:lnTo>
                    <a:lnTo>
                      <a:pt x="13" y="44"/>
                    </a:lnTo>
                    <a:lnTo>
                      <a:pt x="13" y="42"/>
                    </a:lnTo>
                    <a:lnTo>
                      <a:pt x="13" y="39"/>
                    </a:lnTo>
                    <a:lnTo>
                      <a:pt x="16" y="37"/>
                    </a:lnTo>
                    <a:lnTo>
                      <a:pt x="16" y="35"/>
                    </a:lnTo>
                    <a:lnTo>
                      <a:pt x="16" y="32"/>
                    </a:lnTo>
                    <a:lnTo>
                      <a:pt x="19" y="30"/>
                    </a:lnTo>
                    <a:lnTo>
                      <a:pt x="19" y="28"/>
                    </a:lnTo>
                    <a:lnTo>
                      <a:pt x="19" y="26"/>
                    </a:lnTo>
                    <a:lnTo>
                      <a:pt x="22" y="24"/>
                    </a:lnTo>
                    <a:lnTo>
                      <a:pt x="22" y="21"/>
                    </a:lnTo>
                    <a:lnTo>
                      <a:pt x="22" y="19"/>
                    </a:lnTo>
                    <a:lnTo>
                      <a:pt x="25" y="17"/>
                    </a:lnTo>
                    <a:lnTo>
                      <a:pt x="25" y="16"/>
                    </a:lnTo>
                    <a:lnTo>
                      <a:pt x="25" y="14"/>
                    </a:lnTo>
                    <a:lnTo>
                      <a:pt x="25" y="12"/>
                    </a:lnTo>
                    <a:lnTo>
                      <a:pt x="29" y="11"/>
                    </a:lnTo>
                    <a:lnTo>
                      <a:pt x="29" y="9"/>
                    </a:lnTo>
                    <a:lnTo>
                      <a:pt x="29" y="8"/>
                    </a:lnTo>
                    <a:lnTo>
                      <a:pt x="32" y="6"/>
                    </a:lnTo>
                    <a:lnTo>
                      <a:pt x="32" y="5"/>
                    </a:lnTo>
                    <a:lnTo>
                      <a:pt x="32" y="4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5" y="2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38" y="0"/>
                    </a:lnTo>
                    <a:lnTo>
                      <a:pt x="41" y="0"/>
                    </a:lnTo>
                    <a:lnTo>
                      <a:pt x="45" y="0"/>
                    </a:lnTo>
                    <a:lnTo>
                      <a:pt x="45" y="1"/>
                    </a:lnTo>
                    <a:lnTo>
                      <a:pt x="48" y="1"/>
                    </a:lnTo>
                    <a:lnTo>
                      <a:pt x="48" y="2"/>
                    </a:lnTo>
                    <a:lnTo>
                      <a:pt x="48" y="2"/>
                    </a:lnTo>
                    <a:lnTo>
                      <a:pt x="51" y="3"/>
                    </a:lnTo>
                    <a:lnTo>
                      <a:pt x="51" y="4"/>
                    </a:lnTo>
                    <a:lnTo>
                      <a:pt x="51" y="5"/>
                    </a:lnTo>
                    <a:lnTo>
                      <a:pt x="54" y="6"/>
                    </a:lnTo>
                    <a:lnTo>
                      <a:pt x="54" y="7"/>
                    </a:lnTo>
                    <a:lnTo>
                      <a:pt x="54" y="9"/>
                    </a:lnTo>
                    <a:lnTo>
                      <a:pt x="57" y="10"/>
                    </a:lnTo>
                    <a:lnTo>
                      <a:pt x="57" y="12"/>
                    </a:lnTo>
                    <a:lnTo>
                      <a:pt x="57" y="13"/>
                    </a:lnTo>
                    <a:lnTo>
                      <a:pt x="61" y="15"/>
                    </a:lnTo>
                    <a:lnTo>
                      <a:pt x="61" y="17"/>
                    </a:lnTo>
                    <a:lnTo>
                      <a:pt x="61" y="19"/>
                    </a:lnTo>
                    <a:lnTo>
                      <a:pt x="64" y="21"/>
                    </a:lnTo>
                    <a:lnTo>
                      <a:pt x="64" y="23"/>
                    </a:lnTo>
                    <a:lnTo>
                      <a:pt x="64" y="25"/>
                    </a:lnTo>
                    <a:lnTo>
                      <a:pt x="67" y="27"/>
                    </a:lnTo>
                    <a:lnTo>
                      <a:pt x="67" y="29"/>
                    </a:lnTo>
                    <a:lnTo>
                      <a:pt x="67" y="31"/>
                    </a:lnTo>
                    <a:lnTo>
                      <a:pt x="70" y="34"/>
                    </a:lnTo>
                    <a:lnTo>
                      <a:pt x="70" y="36"/>
                    </a:lnTo>
                    <a:lnTo>
                      <a:pt x="70" y="39"/>
                    </a:lnTo>
                    <a:lnTo>
                      <a:pt x="73" y="41"/>
                    </a:lnTo>
                    <a:lnTo>
                      <a:pt x="73" y="43"/>
                    </a:lnTo>
                    <a:lnTo>
                      <a:pt x="73" y="46"/>
                    </a:lnTo>
                    <a:lnTo>
                      <a:pt x="77" y="49"/>
                    </a:lnTo>
                    <a:lnTo>
                      <a:pt x="77" y="51"/>
                    </a:lnTo>
                    <a:lnTo>
                      <a:pt x="77" y="54"/>
                    </a:lnTo>
                    <a:lnTo>
                      <a:pt x="80" y="56"/>
                    </a:lnTo>
                    <a:lnTo>
                      <a:pt x="80" y="58"/>
                    </a:lnTo>
                    <a:lnTo>
                      <a:pt x="80" y="61"/>
                    </a:lnTo>
                    <a:lnTo>
                      <a:pt x="83" y="64"/>
                    </a:lnTo>
                    <a:lnTo>
                      <a:pt x="83" y="66"/>
                    </a:lnTo>
                    <a:lnTo>
                      <a:pt x="83" y="68"/>
                    </a:lnTo>
                    <a:lnTo>
                      <a:pt x="86" y="71"/>
                    </a:lnTo>
                    <a:lnTo>
                      <a:pt x="86" y="73"/>
                    </a:lnTo>
                    <a:lnTo>
                      <a:pt x="86" y="76"/>
                    </a:lnTo>
                    <a:lnTo>
                      <a:pt x="89" y="78"/>
                    </a:lnTo>
                    <a:lnTo>
                      <a:pt x="89" y="80"/>
                    </a:lnTo>
                    <a:lnTo>
                      <a:pt x="89" y="82"/>
                    </a:lnTo>
                    <a:lnTo>
                      <a:pt x="93" y="84"/>
                    </a:lnTo>
                    <a:lnTo>
                      <a:pt x="93" y="86"/>
                    </a:lnTo>
                    <a:lnTo>
                      <a:pt x="93" y="88"/>
                    </a:lnTo>
                    <a:lnTo>
                      <a:pt x="96" y="90"/>
                    </a:lnTo>
                    <a:lnTo>
                      <a:pt x="96" y="92"/>
                    </a:lnTo>
                    <a:lnTo>
                      <a:pt x="96" y="94"/>
                    </a:lnTo>
                    <a:lnTo>
                      <a:pt x="99" y="95"/>
                    </a:lnTo>
                    <a:lnTo>
                      <a:pt x="99" y="97"/>
                    </a:lnTo>
                    <a:lnTo>
                      <a:pt x="99" y="98"/>
                    </a:lnTo>
                    <a:lnTo>
                      <a:pt x="102" y="100"/>
                    </a:lnTo>
                    <a:lnTo>
                      <a:pt x="102" y="101"/>
                    </a:lnTo>
                    <a:lnTo>
                      <a:pt x="102" y="102"/>
                    </a:lnTo>
                    <a:lnTo>
                      <a:pt x="105" y="103"/>
                    </a:lnTo>
                    <a:lnTo>
                      <a:pt x="105" y="104"/>
                    </a:lnTo>
                    <a:lnTo>
                      <a:pt x="105" y="105"/>
                    </a:lnTo>
                    <a:lnTo>
                      <a:pt x="109" y="105"/>
                    </a:lnTo>
                    <a:lnTo>
                      <a:pt x="109" y="106"/>
                    </a:lnTo>
                    <a:lnTo>
                      <a:pt x="109" y="106"/>
                    </a:lnTo>
                    <a:lnTo>
                      <a:pt x="112" y="107"/>
                    </a:lnTo>
                    <a:lnTo>
                      <a:pt x="115" y="107"/>
                    </a:lnTo>
                    <a:lnTo>
                      <a:pt x="115" y="107"/>
                    </a:lnTo>
                    <a:lnTo>
                      <a:pt x="118" y="106"/>
                    </a:lnTo>
                    <a:lnTo>
                      <a:pt x="118" y="106"/>
                    </a:lnTo>
                    <a:lnTo>
                      <a:pt x="118" y="105"/>
                    </a:lnTo>
                    <a:lnTo>
                      <a:pt x="121" y="104"/>
                    </a:lnTo>
                    <a:lnTo>
                      <a:pt x="121" y="104"/>
                    </a:lnTo>
                    <a:lnTo>
                      <a:pt x="121" y="103"/>
                    </a:lnTo>
                    <a:lnTo>
                      <a:pt x="125" y="102"/>
                    </a:lnTo>
                    <a:lnTo>
                      <a:pt x="125" y="101"/>
                    </a:lnTo>
                    <a:lnTo>
                      <a:pt x="125" y="99"/>
                    </a:lnTo>
                    <a:lnTo>
                      <a:pt x="128" y="98"/>
                    </a:lnTo>
                    <a:lnTo>
                      <a:pt x="128" y="96"/>
                    </a:lnTo>
                    <a:lnTo>
                      <a:pt x="128" y="95"/>
                    </a:lnTo>
                    <a:lnTo>
                      <a:pt x="131" y="93"/>
                    </a:lnTo>
                    <a:lnTo>
                      <a:pt x="131" y="91"/>
                    </a:lnTo>
                    <a:lnTo>
                      <a:pt x="131" y="90"/>
                    </a:lnTo>
                    <a:lnTo>
                      <a:pt x="131" y="88"/>
                    </a:lnTo>
                    <a:lnTo>
                      <a:pt x="134" y="86"/>
                    </a:lnTo>
                    <a:lnTo>
                      <a:pt x="134" y="83"/>
                    </a:lnTo>
                    <a:lnTo>
                      <a:pt x="134" y="81"/>
                    </a:lnTo>
                    <a:lnTo>
                      <a:pt x="137" y="79"/>
                    </a:lnTo>
                    <a:lnTo>
                      <a:pt x="137" y="77"/>
                    </a:lnTo>
                    <a:lnTo>
                      <a:pt x="137" y="75"/>
                    </a:lnTo>
                    <a:lnTo>
                      <a:pt x="141" y="72"/>
                    </a:lnTo>
                    <a:lnTo>
                      <a:pt x="141" y="70"/>
                    </a:lnTo>
                    <a:lnTo>
                      <a:pt x="141" y="68"/>
                    </a:lnTo>
                    <a:lnTo>
                      <a:pt x="144" y="65"/>
                    </a:lnTo>
                    <a:lnTo>
                      <a:pt x="144" y="63"/>
                    </a:lnTo>
                    <a:lnTo>
                      <a:pt x="144" y="60"/>
                    </a:lnTo>
                    <a:lnTo>
                      <a:pt x="147" y="58"/>
                    </a:lnTo>
                    <a:lnTo>
                      <a:pt x="147" y="55"/>
                    </a:lnTo>
                    <a:lnTo>
                      <a:pt x="147" y="53"/>
                    </a:lnTo>
                    <a:lnTo>
                      <a:pt x="150" y="50"/>
                    </a:lnTo>
                    <a:lnTo>
                      <a:pt x="150" y="47"/>
                    </a:lnTo>
                    <a:lnTo>
                      <a:pt x="150" y="45"/>
                    </a:lnTo>
                    <a:lnTo>
                      <a:pt x="153" y="43"/>
                    </a:lnTo>
                    <a:lnTo>
                      <a:pt x="153" y="40"/>
                    </a:lnTo>
                    <a:lnTo>
                      <a:pt x="153" y="38"/>
                    </a:lnTo>
                    <a:lnTo>
                      <a:pt x="157" y="35"/>
                    </a:lnTo>
                    <a:lnTo>
                      <a:pt x="157" y="33"/>
                    </a:lnTo>
                    <a:lnTo>
                      <a:pt x="157" y="31"/>
                    </a:lnTo>
                    <a:lnTo>
                      <a:pt x="160" y="28"/>
                    </a:lnTo>
                    <a:lnTo>
                      <a:pt x="160" y="26"/>
                    </a:lnTo>
                    <a:lnTo>
                      <a:pt x="160" y="24"/>
                    </a:lnTo>
                    <a:lnTo>
                      <a:pt x="163" y="22"/>
                    </a:lnTo>
                    <a:lnTo>
                      <a:pt x="163" y="20"/>
                    </a:lnTo>
                    <a:lnTo>
                      <a:pt x="163" y="18"/>
                    </a:lnTo>
                    <a:lnTo>
                      <a:pt x="166" y="16"/>
                    </a:lnTo>
                    <a:lnTo>
                      <a:pt x="166" y="14"/>
                    </a:lnTo>
                    <a:lnTo>
                      <a:pt x="166" y="13"/>
                    </a:lnTo>
                    <a:lnTo>
                      <a:pt x="169" y="11"/>
                    </a:lnTo>
                    <a:lnTo>
                      <a:pt x="169" y="10"/>
                    </a:lnTo>
                    <a:lnTo>
                      <a:pt x="169" y="8"/>
                    </a:lnTo>
                    <a:lnTo>
                      <a:pt x="173" y="7"/>
                    </a:lnTo>
                    <a:lnTo>
                      <a:pt x="173" y="6"/>
                    </a:lnTo>
                    <a:lnTo>
                      <a:pt x="173" y="5"/>
                    </a:lnTo>
                    <a:lnTo>
                      <a:pt x="176" y="4"/>
                    </a:lnTo>
                    <a:lnTo>
                      <a:pt x="176" y="3"/>
                    </a:lnTo>
                    <a:lnTo>
                      <a:pt x="176" y="2"/>
                    </a:lnTo>
                    <a:lnTo>
                      <a:pt x="179" y="1"/>
                    </a:lnTo>
                    <a:lnTo>
                      <a:pt x="179" y="1"/>
                    </a:lnTo>
                    <a:lnTo>
                      <a:pt x="179" y="1"/>
                    </a:lnTo>
                    <a:lnTo>
                      <a:pt x="182" y="0"/>
                    </a:lnTo>
                    <a:lnTo>
                      <a:pt x="185" y="0"/>
                    </a:lnTo>
                    <a:lnTo>
                      <a:pt x="185" y="0"/>
                    </a:lnTo>
                    <a:lnTo>
                      <a:pt x="185" y="1"/>
                    </a:lnTo>
                    <a:lnTo>
                      <a:pt x="189" y="1"/>
                    </a:lnTo>
                    <a:lnTo>
                      <a:pt x="189" y="1"/>
                    </a:lnTo>
                    <a:lnTo>
                      <a:pt x="189" y="2"/>
                    </a:lnTo>
                    <a:lnTo>
                      <a:pt x="192" y="3"/>
                    </a:lnTo>
                    <a:lnTo>
                      <a:pt x="192" y="4"/>
                    </a:lnTo>
                    <a:lnTo>
                      <a:pt x="192" y="5"/>
                    </a:lnTo>
                    <a:lnTo>
                      <a:pt x="195" y="6"/>
                    </a:lnTo>
                    <a:lnTo>
                      <a:pt x="195" y="7"/>
                    </a:lnTo>
                    <a:lnTo>
                      <a:pt x="195" y="8"/>
                    </a:lnTo>
                    <a:lnTo>
                      <a:pt x="198" y="10"/>
                    </a:lnTo>
                    <a:lnTo>
                      <a:pt x="198" y="11"/>
                    </a:lnTo>
                    <a:lnTo>
                      <a:pt x="198" y="13"/>
                    </a:lnTo>
                    <a:lnTo>
                      <a:pt x="201" y="14"/>
                    </a:lnTo>
                    <a:lnTo>
                      <a:pt x="201" y="16"/>
                    </a:lnTo>
                    <a:lnTo>
                      <a:pt x="201" y="18"/>
                    </a:lnTo>
                    <a:lnTo>
                      <a:pt x="205" y="20"/>
                    </a:lnTo>
                    <a:lnTo>
                      <a:pt x="205" y="22"/>
                    </a:lnTo>
                    <a:lnTo>
                      <a:pt x="205" y="24"/>
                    </a:lnTo>
                    <a:lnTo>
                      <a:pt x="208" y="26"/>
                    </a:lnTo>
                    <a:lnTo>
                      <a:pt x="208" y="28"/>
                    </a:lnTo>
                    <a:lnTo>
                      <a:pt x="208" y="31"/>
                    </a:lnTo>
                    <a:lnTo>
                      <a:pt x="211" y="33"/>
                    </a:lnTo>
                    <a:lnTo>
                      <a:pt x="211" y="35"/>
                    </a:lnTo>
                    <a:lnTo>
                      <a:pt x="211" y="38"/>
                    </a:lnTo>
                    <a:lnTo>
                      <a:pt x="214" y="40"/>
                    </a:lnTo>
                    <a:lnTo>
                      <a:pt x="214" y="43"/>
                    </a:lnTo>
                    <a:lnTo>
                      <a:pt x="214" y="45"/>
                    </a:lnTo>
                    <a:lnTo>
                      <a:pt x="217" y="47"/>
                    </a:lnTo>
                    <a:lnTo>
                      <a:pt x="217" y="50"/>
                    </a:lnTo>
                    <a:lnTo>
                      <a:pt x="217" y="53"/>
                    </a:lnTo>
                    <a:lnTo>
                      <a:pt x="221" y="55"/>
                    </a:lnTo>
                    <a:lnTo>
                      <a:pt x="221" y="58"/>
                    </a:lnTo>
                    <a:lnTo>
                      <a:pt x="221" y="60"/>
                    </a:lnTo>
                    <a:lnTo>
                      <a:pt x="224" y="63"/>
                    </a:lnTo>
                    <a:lnTo>
                      <a:pt x="224" y="65"/>
                    </a:lnTo>
                    <a:lnTo>
                      <a:pt x="224" y="68"/>
                    </a:lnTo>
                    <a:lnTo>
                      <a:pt x="227" y="70"/>
                    </a:lnTo>
                    <a:lnTo>
                      <a:pt x="227" y="72"/>
                    </a:lnTo>
                    <a:lnTo>
                      <a:pt x="227" y="75"/>
                    </a:lnTo>
                    <a:lnTo>
                      <a:pt x="230" y="77"/>
                    </a:lnTo>
                    <a:lnTo>
                      <a:pt x="230" y="79"/>
                    </a:lnTo>
                    <a:lnTo>
                      <a:pt x="230" y="81"/>
                    </a:lnTo>
                    <a:lnTo>
                      <a:pt x="233" y="83"/>
                    </a:lnTo>
                    <a:lnTo>
                      <a:pt x="233" y="86"/>
                    </a:lnTo>
                    <a:lnTo>
                      <a:pt x="233" y="88"/>
                    </a:lnTo>
                    <a:lnTo>
                      <a:pt x="237" y="90"/>
                    </a:lnTo>
                    <a:lnTo>
                      <a:pt x="237" y="91"/>
                    </a:lnTo>
                    <a:lnTo>
                      <a:pt x="237" y="93"/>
                    </a:lnTo>
                    <a:lnTo>
                      <a:pt x="237" y="95"/>
                    </a:lnTo>
                    <a:lnTo>
                      <a:pt x="240" y="96"/>
                    </a:lnTo>
                    <a:lnTo>
                      <a:pt x="240" y="98"/>
                    </a:lnTo>
                    <a:lnTo>
                      <a:pt x="240" y="99"/>
                    </a:lnTo>
                    <a:lnTo>
                      <a:pt x="243" y="101"/>
                    </a:lnTo>
                    <a:lnTo>
                      <a:pt x="243" y="102"/>
                    </a:lnTo>
                    <a:lnTo>
                      <a:pt x="243" y="103"/>
                    </a:lnTo>
                    <a:lnTo>
                      <a:pt x="246" y="104"/>
                    </a:lnTo>
                    <a:lnTo>
                      <a:pt x="246" y="104"/>
                    </a:lnTo>
                    <a:lnTo>
                      <a:pt x="246" y="105"/>
                    </a:lnTo>
                    <a:lnTo>
                      <a:pt x="249" y="106"/>
                    </a:lnTo>
                    <a:lnTo>
                      <a:pt x="249" y="106"/>
                    </a:lnTo>
                    <a:lnTo>
                      <a:pt x="249" y="107"/>
                    </a:lnTo>
                    <a:lnTo>
                      <a:pt x="253" y="107"/>
                    </a:lnTo>
                    <a:lnTo>
                      <a:pt x="256" y="107"/>
                    </a:lnTo>
                    <a:lnTo>
                      <a:pt x="256" y="106"/>
                    </a:lnTo>
                    <a:lnTo>
                      <a:pt x="259" y="106"/>
                    </a:lnTo>
                    <a:lnTo>
                      <a:pt x="259" y="105"/>
                    </a:lnTo>
                    <a:lnTo>
                      <a:pt x="259" y="105"/>
                    </a:lnTo>
                    <a:lnTo>
                      <a:pt x="262" y="104"/>
                    </a:lnTo>
                    <a:lnTo>
                      <a:pt x="262" y="103"/>
                    </a:lnTo>
                    <a:lnTo>
                      <a:pt x="262" y="102"/>
                    </a:lnTo>
                    <a:lnTo>
                      <a:pt x="265" y="101"/>
                    </a:lnTo>
                    <a:lnTo>
                      <a:pt x="265" y="100"/>
                    </a:lnTo>
                    <a:lnTo>
                      <a:pt x="265" y="98"/>
                    </a:lnTo>
                    <a:lnTo>
                      <a:pt x="269" y="97"/>
                    </a:lnTo>
                    <a:lnTo>
                      <a:pt x="269" y="95"/>
                    </a:lnTo>
                    <a:lnTo>
                      <a:pt x="269" y="94"/>
                    </a:lnTo>
                    <a:lnTo>
                      <a:pt x="272" y="92"/>
                    </a:lnTo>
                    <a:lnTo>
                      <a:pt x="272" y="90"/>
                    </a:lnTo>
                    <a:lnTo>
                      <a:pt x="272" y="88"/>
                    </a:lnTo>
                    <a:lnTo>
                      <a:pt x="275" y="86"/>
                    </a:lnTo>
                    <a:lnTo>
                      <a:pt x="275" y="84"/>
                    </a:lnTo>
                    <a:lnTo>
                      <a:pt x="275" y="82"/>
                    </a:lnTo>
                    <a:lnTo>
                      <a:pt x="278" y="80"/>
                    </a:lnTo>
                    <a:lnTo>
                      <a:pt x="278" y="78"/>
                    </a:lnTo>
                    <a:lnTo>
                      <a:pt x="278" y="76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71" name="Freeform 35"/>
              <p:cNvSpPr>
                <a:spLocks/>
              </p:cNvSpPr>
              <p:nvPr/>
            </p:nvSpPr>
            <p:spPr bwMode="auto">
              <a:xfrm>
                <a:off x="2138" y="3125"/>
                <a:ext cx="222" cy="108"/>
              </a:xfrm>
              <a:custGeom>
                <a:avLst/>
                <a:gdLst>
                  <a:gd name="T0" fmla="*/ 3 w 222"/>
                  <a:gd name="T1" fmla="*/ 68 h 108"/>
                  <a:gd name="T2" fmla="*/ 10 w 222"/>
                  <a:gd name="T3" fmla="*/ 58 h 108"/>
                  <a:gd name="T4" fmla="*/ 13 w 222"/>
                  <a:gd name="T5" fmla="*/ 49 h 108"/>
                  <a:gd name="T6" fmla="*/ 16 w 222"/>
                  <a:gd name="T7" fmla="*/ 39 h 108"/>
                  <a:gd name="T8" fmla="*/ 23 w 222"/>
                  <a:gd name="T9" fmla="*/ 29 h 108"/>
                  <a:gd name="T10" fmla="*/ 26 w 222"/>
                  <a:gd name="T11" fmla="*/ 21 h 108"/>
                  <a:gd name="T12" fmla="*/ 29 w 222"/>
                  <a:gd name="T13" fmla="*/ 13 h 108"/>
                  <a:gd name="T14" fmla="*/ 35 w 222"/>
                  <a:gd name="T15" fmla="*/ 7 h 108"/>
                  <a:gd name="T16" fmla="*/ 39 w 222"/>
                  <a:gd name="T17" fmla="*/ 3 h 108"/>
                  <a:gd name="T18" fmla="*/ 42 w 222"/>
                  <a:gd name="T19" fmla="*/ 1 h 108"/>
                  <a:gd name="T20" fmla="*/ 51 w 222"/>
                  <a:gd name="T21" fmla="*/ 1 h 108"/>
                  <a:gd name="T22" fmla="*/ 55 w 222"/>
                  <a:gd name="T23" fmla="*/ 3 h 108"/>
                  <a:gd name="T24" fmla="*/ 58 w 222"/>
                  <a:gd name="T25" fmla="*/ 8 h 108"/>
                  <a:gd name="T26" fmla="*/ 64 w 222"/>
                  <a:gd name="T27" fmla="*/ 14 h 108"/>
                  <a:gd name="T28" fmla="*/ 67 w 222"/>
                  <a:gd name="T29" fmla="*/ 21 h 108"/>
                  <a:gd name="T30" fmla="*/ 71 w 222"/>
                  <a:gd name="T31" fmla="*/ 30 h 108"/>
                  <a:gd name="T32" fmla="*/ 74 w 222"/>
                  <a:gd name="T33" fmla="*/ 39 h 108"/>
                  <a:gd name="T34" fmla="*/ 80 w 222"/>
                  <a:gd name="T35" fmla="*/ 49 h 108"/>
                  <a:gd name="T36" fmla="*/ 83 w 222"/>
                  <a:gd name="T37" fmla="*/ 60 h 108"/>
                  <a:gd name="T38" fmla="*/ 87 w 222"/>
                  <a:gd name="T39" fmla="*/ 69 h 108"/>
                  <a:gd name="T40" fmla="*/ 93 w 222"/>
                  <a:gd name="T41" fmla="*/ 79 h 108"/>
                  <a:gd name="T42" fmla="*/ 96 w 222"/>
                  <a:gd name="T43" fmla="*/ 87 h 108"/>
                  <a:gd name="T44" fmla="*/ 99 w 222"/>
                  <a:gd name="T45" fmla="*/ 94 h 108"/>
                  <a:gd name="T46" fmla="*/ 106 w 222"/>
                  <a:gd name="T47" fmla="*/ 100 h 108"/>
                  <a:gd name="T48" fmla="*/ 109 w 222"/>
                  <a:gd name="T49" fmla="*/ 104 h 108"/>
                  <a:gd name="T50" fmla="*/ 112 w 222"/>
                  <a:gd name="T51" fmla="*/ 106 h 108"/>
                  <a:gd name="T52" fmla="*/ 119 w 222"/>
                  <a:gd name="T53" fmla="*/ 106 h 108"/>
                  <a:gd name="T54" fmla="*/ 125 w 222"/>
                  <a:gd name="T55" fmla="*/ 104 h 108"/>
                  <a:gd name="T56" fmla="*/ 128 w 222"/>
                  <a:gd name="T57" fmla="*/ 100 h 108"/>
                  <a:gd name="T58" fmla="*/ 131 w 222"/>
                  <a:gd name="T59" fmla="*/ 94 h 108"/>
                  <a:gd name="T60" fmla="*/ 138 w 222"/>
                  <a:gd name="T61" fmla="*/ 87 h 108"/>
                  <a:gd name="T62" fmla="*/ 141 w 222"/>
                  <a:gd name="T63" fmla="*/ 79 h 108"/>
                  <a:gd name="T64" fmla="*/ 144 w 222"/>
                  <a:gd name="T65" fmla="*/ 69 h 108"/>
                  <a:gd name="T66" fmla="*/ 151 w 222"/>
                  <a:gd name="T67" fmla="*/ 60 h 108"/>
                  <a:gd name="T68" fmla="*/ 154 w 222"/>
                  <a:gd name="T69" fmla="*/ 49 h 108"/>
                  <a:gd name="T70" fmla="*/ 157 w 222"/>
                  <a:gd name="T71" fmla="*/ 39 h 108"/>
                  <a:gd name="T72" fmla="*/ 163 w 222"/>
                  <a:gd name="T73" fmla="*/ 30 h 108"/>
                  <a:gd name="T74" fmla="*/ 167 w 222"/>
                  <a:gd name="T75" fmla="*/ 21 h 108"/>
                  <a:gd name="T76" fmla="*/ 170 w 222"/>
                  <a:gd name="T77" fmla="*/ 14 h 108"/>
                  <a:gd name="T78" fmla="*/ 173 w 222"/>
                  <a:gd name="T79" fmla="*/ 8 h 108"/>
                  <a:gd name="T80" fmla="*/ 179 w 222"/>
                  <a:gd name="T81" fmla="*/ 3 h 108"/>
                  <a:gd name="T82" fmla="*/ 183 w 222"/>
                  <a:gd name="T83" fmla="*/ 1 h 108"/>
                  <a:gd name="T84" fmla="*/ 189 w 222"/>
                  <a:gd name="T85" fmla="*/ 1 h 108"/>
                  <a:gd name="T86" fmla="*/ 195 w 222"/>
                  <a:gd name="T87" fmla="*/ 3 h 108"/>
                  <a:gd name="T88" fmla="*/ 198 w 222"/>
                  <a:gd name="T89" fmla="*/ 7 h 108"/>
                  <a:gd name="T90" fmla="*/ 202 w 222"/>
                  <a:gd name="T91" fmla="*/ 13 h 108"/>
                  <a:gd name="T92" fmla="*/ 208 w 222"/>
                  <a:gd name="T93" fmla="*/ 21 h 108"/>
                  <a:gd name="T94" fmla="*/ 211 w 222"/>
                  <a:gd name="T95" fmla="*/ 29 h 108"/>
                  <a:gd name="T96" fmla="*/ 214 w 222"/>
                  <a:gd name="T97" fmla="*/ 39 h 108"/>
                  <a:gd name="T98" fmla="*/ 221 w 222"/>
                  <a:gd name="T99" fmla="*/ 49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22" h="108">
                    <a:moveTo>
                      <a:pt x="0" y="76"/>
                    </a:moveTo>
                    <a:lnTo>
                      <a:pt x="3" y="73"/>
                    </a:lnTo>
                    <a:lnTo>
                      <a:pt x="3" y="71"/>
                    </a:lnTo>
                    <a:lnTo>
                      <a:pt x="3" y="68"/>
                    </a:lnTo>
                    <a:lnTo>
                      <a:pt x="7" y="66"/>
                    </a:lnTo>
                    <a:lnTo>
                      <a:pt x="7" y="64"/>
                    </a:lnTo>
                    <a:lnTo>
                      <a:pt x="7" y="61"/>
                    </a:lnTo>
                    <a:lnTo>
                      <a:pt x="10" y="58"/>
                    </a:lnTo>
                    <a:lnTo>
                      <a:pt x="10" y="56"/>
                    </a:lnTo>
                    <a:lnTo>
                      <a:pt x="10" y="54"/>
                    </a:lnTo>
                    <a:lnTo>
                      <a:pt x="13" y="51"/>
                    </a:lnTo>
                    <a:lnTo>
                      <a:pt x="13" y="49"/>
                    </a:lnTo>
                    <a:lnTo>
                      <a:pt x="13" y="46"/>
                    </a:lnTo>
                    <a:lnTo>
                      <a:pt x="16" y="43"/>
                    </a:lnTo>
                    <a:lnTo>
                      <a:pt x="16" y="41"/>
                    </a:lnTo>
                    <a:lnTo>
                      <a:pt x="16" y="39"/>
                    </a:lnTo>
                    <a:lnTo>
                      <a:pt x="19" y="36"/>
                    </a:lnTo>
                    <a:lnTo>
                      <a:pt x="19" y="34"/>
                    </a:lnTo>
                    <a:lnTo>
                      <a:pt x="19" y="31"/>
                    </a:lnTo>
                    <a:lnTo>
                      <a:pt x="23" y="29"/>
                    </a:lnTo>
                    <a:lnTo>
                      <a:pt x="23" y="27"/>
                    </a:lnTo>
                    <a:lnTo>
                      <a:pt x="23" y="25"/>
                    </a:lnTo>
                    <a:lnTo>
                      <a:pt x="26" y="23"/>
                    </a:lnTo>
                    <a:lnTo>
                      <a:pt x="26" y="21"/>
                    </a:lnTo>
                    <a:lnTo>
                      <a:pt x="26" y="19"/>
                    </a:lnTo>
                    <a:lnTo>
                      <a:pt x="29" y="17"/>
                    </a:lnTo>
                    <a:lnTo>
                      <a:pt x="29" y="15"/>
                    </a:lnTo>
                    <a:lnTo>
                      <a:pt x="29" y="13"/>
                    </a:lnTo>
                    <a:lnTo>
                      <a:pt x="32" y="12"/>
                    </a:lnTo>
                    <a:lnTo>
                      <a:pt x="32" y="10"/>
                    </a:lnTo>
                    <a:lnTo>
                      <a:pt x="32" y="9"/>
                    </a:lnTo>
                    <a:lnTo>
                      <a:pt x="35" y="7"/>
                    </a:lnTo>
                    <a:lnTo>
                      <a:pt x="35" y="6"/>
                    </a:lnTo>
                    <a:lnTo>
                      <a:pt x="35" y="5"/>
                    </a:lnTo>
                    <a:lnTo>
                      <a:pt x="39" y="4"/>
                    </a:lnTo>
                    <a:lnTo>
                      <a:pt x="39" y="3"/>
                    </a:lnTo>
                    <a:lnTo>
                      <a:pt x="39" y="2"/>
                    </a:lnTo>
                    <a:lnTo>
                      <a:pt x="42" y="2"/>
                    </a:lnTo>
                    <a:lnTo>
                      <a:pt x="42" y="1"/>
                    </a:lnTo>
                    <a:lnTo>
                      <a:pt x="42" y="1"/>
                    </a:lnTo>
                    <a:lnTo>
                      <a:pt x="45" y="0"/>
                    </a:lnTo>
                    <a:lnTo>
                      <a:pt x="48" y="0"/>
                    </a:lnTo>
                    <a:lnTo>
                      <a:pt x="48" y="0"/>
                    </a:lnTo>
                    <a:lnTo>
                      <a:pt x="51" y="1"/>
                    </a:lnTo>
                    <a:lnTo>
                      <a:pt x="51" y="1"/>
                    </a:lnTo>
                    <a:lnTo>
                      <a:pt x="51" y="2"/>
                    </a:lnTo>
                    <a:lnTo>
                      <a:pt x="55" y="3"/>
                    </a:lnTo>
                    <a:lnTo>
                      <a:pt x="55" y="3"/>
                    </a:lnTo>
                    <a:lnTo>
                      <a:pt x="55" y="4"/>
                    </a:lnTo>
                    <a:lnTo>
                      <a:pt x="58" y="5"/>
                    </a:lnTo>
                    <a:lnTo>
                      <a:pt x="58" y="6"/>
                    </a:lnTo>
                    <a:lnTo>
                      <a:pt x="58" y="8"/>
                    </a:lnTo>
                    <a:lnTo>
                      <a:pt x="61" y="9"/>
                    </a:lnTo>
                    <a:lnTo>
                      <a:pt x="61" y="11"/>
                    </a:lnTo>
                    <a:lnTo>
                      <a:pt x="61" y="12"/>
                    </a:lnTo>
                    <a:lnTo>
                      <a:pt x="64" y="14"/>
                    </a:lnTo>
                    <a:lnTo>
                      <a:pt x="64" y="16"/>
                    </a:lnTo>
                    <a:lnTo>
                      <a:pt x="64" y="17"/>
                    </a:lnTo>
                    <a:lnTo>
                      <a:pt x="64" y="19"/>
                    </a:lnTo>
                    <a:lnTo>
                      <a:pt x="67" y="21"/>
                    </a:lnTo>
                    <a:lnTo>
                      <a:pt x="67" y="24"/>
                    </a:lnTo>
                    <a:lnTo>
                      <a:pt x="67" y="26"/>
                    </a:lnTo>
                    <a:lnTo>
                      <a:pt x="71" y="28"/>
                    </a:lnTo>
                    <a:lnTo>
                      <a:pt x="71" y="30"/>
                    </a:lnTo>
                    <a:lnTo>
                      <a:pt x="71" y="32"/>
                    </a:lnTo>
                    <a:lnTo>
                      <a:pt x="74" y="35"/>
                    </a:lnTo>
                    <a:lnTo>
                      <a:pt x="74" y="37"/>
                    </a:lnTo>
                    <a:lnTo>
                      <a:pt x="74" y="39"/>
                    </a:lnTo>
                    <a:lnTo>
                      <a:pt x="77" y="42"/>
                    </a:lnTo>
                    <a:lnTo>
                      <a:pt x="77" y="44"/>
                    </a:lnTo>
                    <a:lnTo>
                      <a:pt x="77" y="47"/>
                    </a:lnTo>
                    <a:lnTo>
                      <a:pt x="80" y="49"/>
                    </a:lnTo>
                    <a:lnTo>
                      <a:pt x="80" y="52"/>
                    </a:lnTo>
                    <a:lnTo>
                      <a:pt x="80" y="54"/>
                    </a:lnTo>
                    <a:lnTo>
                      <a:pt x="83" y="57"/>
                    </a:lnTo>
                    <a:lnTo>
                      <a:pt x="83" y="60"/>
                    </a:lnTo>
                    <a:lnTo>
                      <a:pt x="83" y="62"/>
                    </a:lnTo>
                    <a:lnTo>
                      <a:pt x="87" y="64"/>
                    </a:lnTo>
                    <a:lnTo>
                      <a:pt x="87" y="67"/>
                    </a:lnTo>
                    <a:lnTo>
                      <a:pt x="87" y="69"/>
                    </a:lnTo>
                    <a:lnTo>
                      <a:pt x="90" y="72"/>
                    </a:lnTo>
                    <a:lnTo>
                      <a:pt x="90" y="74"/>
                    </a:lnTo>
                    <a:lnTo>
                      <a:pt x="90" y="76"/>
                    </a:lnTo>
                    <a:lnTo>
                      <a:pt x="93" y="79"/>
                    </a:lnTo>
                    <a:lnTo>
                      <a:pt x="93" y="81"/>
                    </a:lnTo>
                    <a:lnTo>
                      <a:pt x="93" y="83"/>
                    </a:lnTo>
                    <a:lnTo>
                      <a:pt x="96" y="85"/>
                    </a:lnTo>
                    <a:lnTo>
                      <a:pt x="96" y="87"/>
                    </a:lnTo>
                    <a:lnTo>
                      <a:pt x="96" y="89"/>
                    </a:lnTo>
                    <a:lnTo>
                      <a:pt x="99" y="91"/>
                    </a:lnTo>
                    <a:lnTo>
                      <a:pt x="99" y="93"/>
                    </a:lnTo>
                    <a:lnTo>
                      <a:pt x="99" y="94"/>
                    </a:lnTo>
                    <a:lnTo>
                      <a:pt x="103" y="96"/>
                    </a:lnTo>
                    <a:lnTo>
                      <a:pt x="103" y="97"/>
                    </a:lnTo>
                    <a:lnTo>
                      <a:pt x="103" y="99"/>
                    </a:lnTo>
                    <a:lnTo>
                      <a:pt x="106" y="100"/>
                    </a:lnTo>
                    <a:lnTo>
                      <a:pt x="106" y="101"/>
                    </a:lnTo>
                    <a:lnTo>
                      <a:pt x="106" y="102"/>
                    </a:lnTo>
                    <a:lnTo>
                      <a:pt x="109" y="103"/>
                    </a:lnTo>
                    <a:lnTo>
                      <a:pt x="109" y="104"/>
                    </a:lnTo>
                    <a:lnTo>
                      <a:pt x="109" y="105"/>
                    </a:lnTo>
                    <a:lnTo>
                      <a:pt x="112" y="106"/>
                    </a:lnTo>
                    <a:lnTo>
                      <a:pt x="112" y="106"/>
                    </a:lnTo>
                    <a:lnTo>
                      <a:pt x="112" y="106"/>
                    </a:lnTo>
                    <a:lnTo>
                      <a:pt x="115" y="107"/>
                    </a:lnTo>
                    <a:lnTo>
                      <a:pt x="119" y="107"/>
                    </a:lnTo>
                    <a:lnTo>
                      <a:pt x="119" y="107"/>
                    </a:lnTo>
                    <a:lnTo>
                      <a:pt x="119" y="106"/>
                    </a:lnTo>
                    <a:lnTo>
                      <a:pt x="122" y="106"/>
                    </a:lnTo>
                    <a:lnTo>
                      <a:pt x="122" y="106"/>
                    </a:lnTo>
                    <a:lnTo>
                      <a:pt x="122" y="105"/>
                    </a:lnTo>
                    <a:lnTo>
                      <a:pt x="125" y="104"/>
                    </a:lnTo>
                    <a:lnTo>
                      <a:pt x="125" y="103"/>
                    </a:lnTo>
                    <a:lnTo>
                      <a:pt x="125" y="102"/>
                    </a:lnTo>
                    <a:lnTo>
                      <a:pt x="128" y="101"/>
                    </a:lnTo>
                    <a:lnTo>
                      <a:pt x="128" y="100"/>
                    </a:lnTo>
                    <a:lnTo>
                      <a:pt x="128" y="99"/>
                    </a:lnTo>
                    <a:lnTo>
                      <a:pt x="131" y="97"/>
                    </a:lnTo>
                    <a:lnTo>
                      <a:pt x="131" y="96"/>
                    </a:lnTo>
                    <a:lnTo>
                      <a:pt x="131" y="94"/>
                    </a:lnTo>
                    <a:lnTo>
                      <a:pt x="135" y="93"/>
                    </a:lnTo>
                    <a:lnTo>
                      <a:pt x="135" y="91"/>
                    </a:lnTo>
                    <a:lnTo>
                      <a:pt x="135" y="89"/>
                    </a:lnTo>
                    <a:lnTo>
                      <a:pt x="138" y="87"/>
                    </a:lnTo>
                    <a:lnTo>
                      <a:pt x="138" y="85"/>
                    </a:lnTo>
                    <a:lnTo>
                      <a:pt x="138" y="83"/>
                    </a:lnTo>
                    <a:lnTo>
                      <a:pt x="141" y="81"/>
                    </a:lnTo>
                    <a:lnTo>
                      <a:pt x="141" y="79"/>
                    </a:lnTo>
                    <a:lnTo>
                      <a:pt x="141" y="76"/>
                    </a:lnTo>
                    <a:lnTo>
                      <a:pt x="144" y="74"/>
                    </a:lnTo>
                    <a:lnTo>
                      <a:pt x="144" y="72"/>
                    </a:lnTo>
                    <a:lnTo>
                      <a:pt x="144" y="69"/>
                    </a:lnTo>
                    <a:lnTo>
                      <a:pt x="147" y="67"/>
                    </a:lnTo>
                    <a:lnTo>
                      <a:pt x="147" y="64"/>
                    </a:lnTo>
                    <a:lnTo>
                      <a:pt x="147" y="62"/>
                    </a:lnTo>
                    <a:lnTo>
                      <a:pt x="151" y="60"/>
                    </a:lnTo>
                    <a:lnTo>
                      <a:pt x="151" y="57"/>
                    </a:lnTo>
                    <a:lnTo>
                      <a:pt x="151" y="54"/>
                    </a:lnTo>
                    <a:lnTo>
                      <a:pt x="154" y="52"/>
                    </a:lnTo>
                    <a:lnTo>
                      <a:pt x="154" y="49"/>
                    </a:lnTo>
                    <a:lnTo>
                      <a:pt x="154" y="47"/>
                    </a:lnTo>
                    <a:lnTo>
                      <a:pt x="157" y="44"/>
                    </a:lnTo>
                    <a:lnTo>
                      <a:pt x="157" y="42"/>
                    </a:lnTo>
                    <a:lnTo>
                      <a:pt x="157" y="39"/>
                    </a:lnTo>
                    <a:lnTo>
                      <a:pt x="160" y="37"/>
                    </a:lnTo>
                    <a:lnTo>
                      <a:pt x="160" y="35"/>
                    </a:lnTo>
                    <a:lnTo>
                      <a:pt x="160" y="32"/>
                    </a:lnTo>
                    <a:lnTo>
                      <a:pt x="163" y="30"/>
                    </a:lnTo>
                    <a:lnTo>
                      <a:pt x="163" y="28"/>
                    </a:lnTo>
                    <a:lnTo>
                      <a:pt x="163" y="26"/>
                    </a:lnTo>
                    <a:lnTo>
                      <a:pt x="167" y="24"/>
                    </a:lnTo>
                    <a:lnTo>
                      <a:pt x="167" y="21"/>
                    </a:lnTo>
                    <a:lnTo>
                      <a:pt x="167" y="19"/>
                    </a:lnTo>
                    <a:lnTo>
                      <a:pt x="170" y="17"/>
                    </a:lnTo>
                    <a:lnTo>
                      <a:pt x="170" y="16"/>
                    </a:lnTo>
                    <a:lnTo>
                      <a:pt x="170" y="14"/>
                    </a:lnTo>
                    <a:lnTo>
                      <a:pt x="170" y="12"/>
                    </a:lnTo>
                    <a:lnTo>
                      <a:pt x="173" y="11"/>
                    </a:lnTo>
                    <a:lnTo>
                      <a:pt x="173" y="9"/>
                    </a:lnTo>
                    <a:lnTo>
                      <a:pt x="173" y="8"/>
                    </a:lnTo>
                    <a:lnTo>
                      <a:pt x="176" y="6"/>
                    </a:lnTo>
                    <a:lnTo>
                      <a:pt x="176" y="5"/>
                    </a:lnTo>
                    <a:lnTo>
                      <a:pt x="176" y="4"/>
                    </a:lnTo>
                    <a:lnTo>
                      <a:pt x="179" y="3"/>
                    </a:lnTo>
                    <a:lnTo>
                      <a:pt x="179" y="3"/>
                    </a:lnTo>
                    <a:lnTo>
                      <a:pt x="179" y="2"/>
                    </a:lnTo>
                    <a:lnTo>
                      <a:pt x="183" y="1"/>
                    </a:lnTo>
                    <a:lnTo>
                      <a:pt x="183" y="1"/>
                    </a:lnTo>
                    <a:lnTo>
                      <a:pt x="183" y="0"/>
                    </a:lnTo>
                    <a:lnTo>
                      <a:pt x="186" y="0"/>
                    </a:lnTo>
                    <a:lnTo>
                      <a:pt x="189" y="0"/>
                    </a:lnTo>
                    <a:lnTo>
                      <a:pt x="189" y="1"/>
                    </a:lnTo>
                    <a:lnTo>
                      <a:pt x="192" y="1"/>
                    </a:lnTo>
                    <a:lnTo>
                      <a:pt x="192" y="2"/>
                    </a:lnTo>
                    <a:lnTo>
                      <a:pt x="192" y="2"/>
                    </a:lnTo>
                    <a:lnTo>
                      <a:pt x="195" y="3"/>
                    </a:lnTo>
                    <a:lnTo>
                      <a:pt x="195" y="4"/>
                    </a:lnTo>
                    <a:lnTo>
                      <a:pt x="195" y="5"/>
                    </a:lnTo>
                    <a:lnTo>
                      <a:pt x="198" y="6"/>
                    </a:lnTo>
                    <a:lnTo>
                      <a:pt x="198" y="7"/>
                    </a:lnTo>
                    <a:lnTo>
                      <a:pt x="198" y="9"/>
                    </a:lnTo>
                    <a:lnTo>
                      <a:pt x="202" y="10"/>
                    </a:lnTo>
                    <a:lnTo>
                      <a:pt x="202" y="12"/>
                    </a:lnTo>
                    <a:lnTo>
                      <a:pt x="202" y="13"/>
                    </a:lnTo>
                    <a:lnTo>
                      <a:pt x="205" y="15"/>
                    </a:lnTo>
                    <a:lnTo>
                      <a:pt x="205" y="17"/>
                    </a:lnTo>
                    <a:lnTo>
                      <a:pt x="205" y="19"/>
                    </a:lnTo>
                    <a:lnTo>
                      <a:pt x="208" y="21"/>
                    </a:lnTo>
                    <a:lnTo>
                      <a:pt x="208" y="23"/>
                    </a:lnTo>
                    <a:lnTo>
                      <a:pt x="208" y="25"/>
                    </a:lnTo>
                    <a:lnTo>
                      <a:pt x="211" y="27"/>
                    </a:lnTo>
                    <a:lnTo>
                      <a:pt x="211" y="29"/>
                    </a:lnTo>
                    <a:lnTo>
                      <a:pt x="211" y="31"/>
                    </a:lnTo>
                    <a:lnTo>
                      <a:pt x="214" y="34"/>
                    </a:lnTo>
                    <a:lnTo>
                      <a:pt x="214" y="36"/>
                    </a:lnTo>
                    <a:lnTo>
                      <a:pt x="214" y="39"/>
                    </a:lnTo>
                    <a:lnTo>
                      <a:pt x="218" y="41"/>
                    </a:lnTo>
                    <a:lnTo>
                      <a:pt x="218" y="43"/>
                    </a:lnTo>
                    <a:lnTo>
                      <a:pt x="218" y="46"/>
                    </a:lnTo>
                    <a:lnTo>
                      <a:pt x="221" y="49"/>
                    </a:lnTo>
                    <a:lnTo>
                      <a:pt x="221" y="51"/>
                    </a:lnTo>
                    <a:lnTo>
                      <a:pt x="221" y="53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385" name="Rectangle 49"/>
            <p:cNvSpPr>
              <a:spLocks noChangeArrowheads="1"/>
            </p:cNvSpPr>
            <p:nvPr/>
          </p:nvSpPr>
          <p:spPr bwMode="auto">
            <a:xfrm>
              <a:off x="1200" y="2593"/>
              <a:ext cx="21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>
                  <a:latin typeface="Arial" charset="0"/>
                </a:rPr>
                <a:t>C</a:t>
              </a:r>
            </a:p>
          </p:txBody>
        </p:sp>
        <p:sp>
          <p:nvSpPr>
            <p:cNvPr id="14388" name="Rectangle 52"/>
            <p:cNvSpPr>
              <a:spLocks noChangeArrowheads="1"/>
            </p:cNvSpPr>
            <p:nvPr/>
          </p:nvSpPr>
          <p:spPr bwMode="auto">
            <a:xfrm>
              <a:off x="5091" y="2711"/>
              <a:ext cx="4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038" rIns="0" bIns="46038">
              <a:spAutoFit/>
            </a:bodyPr>
            <a:lstStyle/>
            <a:p>
              <a:r>
                <a:rPr lang="en-US" sz="1800">
                  <a:latin typeface="Arial" charset="0"/>
                </a:rPr>
                <a:t>A+B+C</a:t>
              </a:r>
            </a:p>
          </p:txBody>
        </p:sp>
      </p:grpSp>
      <p:grpSp>
        <p:nvGrpSpPr>
          <p:cNvPr id="14393" name="Group 57"/>
          <p:cNvGrpSpPr>
            <a:grpSpLocks/>
          </p:cNvGrpSpPr>
          <p:nvPr/>
        </p:nvGrpSpPr>
        <p:grpSpPr bwMode="auto">
          <a:xfrm>
            <a:off x="152400" y="4745038"/>
            <a:ext cx="8521700" cy="817562"/>
            <a:chOff x="96" y="2989"/>
            <a:chExt cx="5368" cy="515"/>
          </a:xfrm>
        </p:grpSpPr>
        <p:grpSp>
          <p:nvGrpSpPr>
            <p:cNvPr id="14353" name="Group 17"/>
            <p:cNvGrpSpPr>
              <a:grpSpLocks/>
            </p:cNvGrpSpPr>
            <p:nvPr/>
          </p:nvGrpSpPr>
          <p:grpSpPr bwMode="auto">
            <a:xfrm>
              <a:off x="3456" y="2989"/>
              <a:ext cx="1636" cy="293"/>
              <a:chOff x="2634" y="3624"/>
              <a:chExt cx="1227" cy="390"/>
            </a:xfrm>
          </p:grpSpPr>
          <p:sp>
            <p:nvSpPr>
              <p:cNvPr id="14354" name="Freeform 18"/>
              <p:cNvSpPr>
                <a:spLocks/>
              </p:cNvSpPr>
              <p:nvPr/>
            </p:nvSpPr>
            <p:spPr bwMode="auto">
              <a:xfrm>
                <a:off x="2634" y="3624"/>
                <a:ext cx="399" cy="196"/>
              </a:xfrm>
              <a:custGeom>
                <a:avLst/>
                <a:gdLst>
                  <a:gd name="T0" fmla="*/ 4 w 399"/>
                  <a:gd name="T1" fmla="*/ 168 h 196"/>
                  <a:gd name="T2" fmla="*/ 11 w 399"/>
                  <a:gd name="T3" fmla="*/ 135 h 196"/>
                  <a:gd name="T4" fmla="*/ 15 w 399"/>
                  <a:gd name="T5" fmla="*/ 103 h 196"/>
                  <a:gd name="T6" fmla="*/ 19 w 399"/>
                  <a:gd name="T7" fmla="*/ 74 h 196"/>
                  <a:gd name="T8" fmla="*/ 26 w 399"/>
                  <a:gd name="T9" fmla="*/ 49 h 196"/>
                  <a:gd name="T10" fmla="*/ 30 w 399"/>
                  <a:gd name="T11" fmla="*/ 30 h 196"/>
                  <a:gd name="T12" fmla="*/ 34 w 399"/>
                  <a:gd name="T13" fmla="*/ 14 h 196"/>
                  <a:gd name="T14" fmla="*/ 41 w 399"/>
                  <a:gd name="T15" fmla="*/ 4 h 196"/>
                  <a:gd name="T16" fmla="*/ 52 w 399"/>
                  <a:gd name="T17" fmla="*/ 1 h 196"/>
                  <a:gd name="T18" fmla="*/ 56 w 399"/>
                  <a:gd name="T19" fmla="*/ 8 h 196"/>
                  <a:gd name="T20" fmla="*/ 63 w 399"/>
                  <a:gd name="T21" fmla="*/ 17 h 196"/>
                  <a:gd name="T22" fmla="*/ 67 w 399"/>
                  <a:gd name="T23" fmla="*/ 28 h 196"/>
                  <a:gd name="T24" fmla="*/ 71 w 399"/>
                  <a:gd name="T25" fmla="*/ 39 h 196"/>
                  <a:gd name="T26" fmla="*/ 74 w 399"/>
                  <a:gd name="T27" fmla="*/ 52 h 196"/>
                  <a:gd name="T28" fmla="*/ 82 w 399"/>
                  <a:gd name="T29" fmla="*/ 63 h 196"/>
                  <a:gd name="T30" fmla="*/ 86 w 399"/>
                  <a:gd name="T31" fmla="*/ 73 h 196"/>
                  <a:gd name="T32" fmla="*/ 89 w 399"/>
                  <a:gd name="T33" fmla="*/ 79 h 196"/>
                  <a:gd name="T34" fmla="*/ 100 w 399"/>
                  <a:gd name="T35" fmla="*/ 86 h 196"/>
                  <a:gd name="T36" fmla="*/ 112 w 399"/>
                  <a:gd name="T37" fmla="*/ 79 h 196"/>
                  <a:gd name="T38" fmla="*/ 115 w 399"/>
                  <a:gd name="T39" fmla="*/ 73 h 196"/>
                  <a:gd name="T40" fmla="*/ 123 w 399"/>
                  <a:gd name="T41" fmla="*/ 65 h 196"/>
                  <a:gd name="T42" fmla="*/ 126 w 399"/>
                  <a:gd name="T43" fmla="*/ 57 h 196"/>
                  <a:gd name="T44" fmla="*/ 130 w 399"/>
                  <a:gd name="T45" fmla="*/ 47 h 196"/>
                  <a:gd name="T46" fmla="*/ 138 w 399"/>
                  <a:gd name="T47" fmla="*/ 39 h 196"/>
                  <a:gd name="T48" fmla="*/ 141 w 399"/>
                  <a:gd name="T49" fmla="*/ 33 h 196"/>
                  <a:gd name="T50" fmla="*/ 149 w 399"/>
                  <a:gd name="T51" fmla="*/ 27 h 196"/>
                  <a:gd name="T52" fmla="*/ 164 w 399"/>
                  <a:gd name="T53" fmla="*/ 27 h 196"/>
                  <a:gd name="T54" fmla="*/ 171 w 399"/>
                  <a:gd name="T55" fmla="*/ 33 h 196"/>
                  <a:gd name="T56" fmla="*/ 178 w 399"/>
                  <a:gd name="T57" fmla="*/ 39 h 196"/>
                  <a:gd name="T58" fmla="*/ 182 w 399"/>
                  <a:gd name="T59" fmla="*/ 46 h 196"/>
                  <a:gd name="T60" fmla="*/ 186 w 399"/>
                  <a:gd name="T61" fmla="*/ 52 h 196"/>
                  <a:gd name="T62" fmla="*/ 193 w 399"/>
                  <a:gd name="T63" fmla="*/ 59 h 196"/>
                  <a:gd name="T64" fmla="*/ 204 w 399"/>
                  <a:gd name="T65" fmla="*/ 63 h 196"/>
                  <a:gd name="T66" fmla="*/ 219 w 399"/>
                  <a:gd name="T67" fmla="*/ 59 h 196"/>
                  <a:gd name="T68" fmla="*/ 223 w 399"/>
                  <a:gd name="T69" fmla="*/ 52 h 196"/>
                  <a:gd name="T70" fmla="*/ 231 w 399"/>
                  <a:gd name="T71" fmla="*/ 46 h 196"/>
                  <a:gd name="T72" fmla="*/ 234 w 399"/>
                  <a:gd name="T73" fmla="*/ 39 h 196"/>
                  <a:gd name="T74" fmla="*/ 242 w 399"/>
                  <a:gd name="T75" fmla="*/ 33 h 196"/>
                  <a:gd name="T76" fmla="*/ 249 w 399"/>
                  <a:gd name="T77" fmla="*/ 27 h 196"/>
                  <a:gd name="T78" fmla="*/ 264 w 399"/>
                  <a:gd name="T79" fmla="*/ 28 h 196"/>
                  <a:gd name="T80" fmla="*/ 271 w 399"/>
                  <a:gd name="T81" fmla="*/ 35 h 196"/>
                  <a:gd name="T82" fmla="*/ 275 w 399"/>
                  <a:gd name="T83" fmla="*/ 41 h 196"/>
                  <a:gd name="T84" fmla="*/ 283 w 399"/>
                  <a:gd name="T85" fmla="*/ 49 h 196"/>
                  <a:gd name="T86" fmla="*/ 286 w 399"/>
                  <a:gd name="T87" fmla="*/ 59 h 196"/>
                  <a:gd name="T88" fmla="*/ 290 w 399"/>
                  <a:gd name="T89" fmla="*/ 66 h 196"/>
                  <a:gd name="T90" fmla="*/ 297 w 399"/>
                  <a:gd name="T91" fmla="*/ 73 h 196"/>
                  <a:gd name="T92" fmla="*/ 301 w 399"/>
                  <a:gd name="T93" fmla="*/ 79 h 196"/>
                  <a:gd name="T94" fmla="*/ 312 w 399"/>
                  <a:gd name="T95" fmla="*/ 86 h 196"/>
                  <a:gd name="T96" fmla="*/ 320 w 399"/>
                  <a:gd name="T97" fmla="*/ 79 h 196"/>
                  <a:gd name="T98" fmla="*/ 323 w 399"/>
                  <a:gd name="T99" fmla="*/ 73 h 196"/>
                  <a:gd name="T100" fmla="*/ 331 w 399"/>
                  <a:gd name="T101" fmla="*/ 63 h 196"/>
                  <a:gd name="T102" fmla="*/ 335 w 399"/>
                  <a:gd name="T103" fmla="*/ 54 h 196"/>
                  <a:gd name="T104" fmla="*/ 338 w 399"/>
                  <a:gd name="T105" fmla="*/ 41 h 196"/>
                  <a:gd name="T106" fmla="*/ 346 w 399"/>
                  <a:gd name="T107" fmla="*/ 30 h 196"/>
                  <a:gd name="T108" fmla="*/ 349 w 399"/>
                  <a:gd name="T109" fmla="*/ 19 h 196"/>
                  <a:gd name="T110" fmla="*/ 353 w 399"/>
                  <a:gd name="T111" fmla="*/ 9 h 196"/>
                  <a:gd name="T112" fmla="*/ 361 w 399"/>
                  <a:gd name="T113" fmla="*/ 3 h 196"/>
                  <a:gd name="T114" fmla="*/ 372 w 399"/>
                  <a:gd name="T115" fmla="*/ 3 h 196"/>
                  <a:gd name="T116" fmla="*/ 375 w 399"/>
                  <a:gd name="T117" fmla="*/ 11 h 196"/>
                  <a:gd name="T118" fmla="*/ 379 w 399"/>
                  <a:gd name="T119" fmla="*/ 24 h 196"/>
                  <a:gd name="T120" fmla="*/ 387 w 399"/>
                  <a:gd name="T121" fmla="*/ 43 h 196"/>
                  <a:gd name="T122" fmla="*/ 390 w 399"/>
                  <a:gd name="T123" fmla="*/ 65 h 196"/>
                  <a:gd name="T124" fmla="*/ 394 w 399"/>
                  <a:gd name="T125" fmla="*/ 92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99" h="196">
                    <a:moveTo>
                      <a:pt x="0" y="195"/>
                    </a:moveTo>
                    <a:lnTo>
                      <a:pt x="4" y="186"/>
                    </a:lnTo>
                    <a:lnTo>
                      <a:pt x="4" y="178"/>
                    </a:lnTo>
                    <a:lnTo>
                      <a:pt x="4" y="168"/>
                    </a:lnTo>
                    <a:lnTo>
                      <a:pt x="8" y="160"/>
                    </a:lnTo>
                    <a:lnTo>
                      <a:pt x="8" y="151"/>
                    </a:lnTo>
                    <a:lnTo>
                      <a:pt x="8" y="143"/>
                    </a:lnTo>
                    <a:lnTo>
                      <a:pt x="11" y="135"/>
                    </a:lnTo>
                    <a:lnTo>
                      <a:pt x="11" y="127"/>
                    </a:lnTo>
                    <a:lnTo>
                      <a:pt x="11" y="119"/>
                    </a:lnTo>
                    <a:lnTo>
                      <a:pt x="15" y="111"/>
                    </a:lnTo>
                    <a:lnTo>
                      <a:pt x="15" y="103"/>
                    </a:lnTo>
                    <a:lnTo>
                      <a:pt x="15" y="95"/>
                    </a:lnTo>
                    <a:lnTo>
                      <a:pt x="19" y="87"/>
                    </a:lnTo>
                    <a:lnTo>
                      <a:pt x="19" y="81"/>
                    </a:lnTo>
                    <a:lnTo>
                      <a:pt x="19" y="74"/>
                    </a:lnTo>
                    <a:lnTo>
                      <a:pt x="22" y="68"/>
                    </a:lnTo>
                    <a:lnTo>
                      <a:pt x="22" y="62"/>
                    </a:lnTo>
                    <a:lnTo>
                      <a:pt x="22" y="55"/>
                    </a:lnTo>
                    <a:lnTo>
                      <a:pt x="26" y="49"/>
                    </a:lnTo>
                    <a:lnTo>
                      <a:pt x="26" y="44"/>
                    </a:lnTo>
                    <a:lnTo>
                      <a:pt x="26" y="38"/>
                    </a:lnTo>
                    <a:lnTo>
                      <a:pt x="30" y="33"/>
                    </a:lnTo>
                    <a:lnTo>
                      <a:pt x="30" y="30"/>
                    </a:lnTo>
                    <a:lnTo>
                      <a:pt x="30" y="25"/>
                    </a:lnTo>
                    <a:lnTo>
                      <a:pt x="34" y="20"/>
                    </a:lnTo>
                    <a:lnTo>
                      <a:pt x="34" y="17"/>
                    </a:lnTo>
                    <a:lnTo>
                      <a:pt x="34" y="14"/>
                    </a:lnTo>
                    <a:lnTo>
                      <a:pt x="37" y="11"/>
                    </a:lnTo>
                    <a:lnTo>
                      <a:pt x="37" y="9"/>
                    </a:lnTo>
                    <a:lnTo>
                      <a:pt x="37" y="6"/>
                    </a:lnTo>
                    <a:lnTo>
                      <a:pt x="41" y="4"/>
                    </a:lnTo>
                    <a:lnTo>
                      <a:pt x="41" y="3"/>
                    </a:lnTo>
                    <a:lnTo>
                      <a:pt x="45" y="1"/>
                    </a:lnTo>
                    <a:lnTo>
                      <a:pt x="48" y="0"/>
                    </a:lnTo>
                    <a:lnTo>
                      <a:pt x="52" y="1"/>
                    </a:lnTo>
                    <a:lnTo>
                      <a:pt x="52" y="3"/>
                    </a:lnTo>
                    <a:lnTo>
                      <a:pt x="56" y="4"/>
                    </a:lnTo>
                    <a:lnTo>
                      <a:pt x="56" y="6"/>
                    </a:lnTo>
                    <a:lnTo>
                      <a:pt x="56" y="8"/>
                    </a:lnTo>
                    <a:lnTo>
                      <a:pt x="60" y="11"/>
                    </a:lnTo>
                    <a:lnTo>
                      <a:pt x="60" y="12"/>
                    </a:lnTo>
                    <a:lnTo>
                      <a:pt x="60" y="16"/>
                    </a:lnTo>
                    <a:lnTo>
                      <a:pt x="63" y="17"/>
                    </a:lnTo>
                    <a:lnTo>
                      <a:pt x="63" y="20"/>
                    </a:lnTo>
                    <a:lnTo>
                      <a:pt x="63" y="22"/>
                    </a:lnTo>
                    <a:lnTo>
                      <a:pt x="63" y="25"/>
                    </a:lnTo>
                    <a:lnTo>
                      <a:pt x="67" y="28"/>
                    </a:lnTo>
                    <a:lnTo>
                      <a:pt x="67" y="31"/>
                    </a:lnTo>
                    <a:lnTo>
                      <a:pt x="67" y="35"/>
                    </a:lnTo>
                    <a:lnTo>
                      <a:pt x="71" y="38"/>
                    </a:lnTo>
                    <a:lnTo>
                      <a:pt x="71" y="39"/>
                    </a:lnTo>
                    <a:lnTo>
                      <a:pt x="71" y="43"/>
                    </a:lnTo>
                    <a:lnTo>
                      <a:pt x="74" y="46"/>
                    </a:lnTo>
                    <a:lnTo>
                      <a:pt x="74" y="49"/>
                    </a:lnTo>
                    <a:lnTo>
                      <a:pt x="74" y="52"/>
                    </a:lnTo>
                    <a:lnTo>
                      <a:pt x="78" y="55"/>
                    </a:lnTo>
                    <a:lnTo>
                      <a:pt x="78" y="57"/>
                    </a:lnTo>
                    <a:lnTo>
                      <a:pt x="78" y="60"/>
                    </a:lnTo>
                    <a:lnTo>
                      <a:pt x="82" y="63"/>
                    </a:lnTo>
                    <a:lnTo>
                      <a:pt x="82" y="65"/>
                    </a:lnTo>
                    <a:lnTo>
                      <a:pt x="82" y="68"/>
                    </a:lnTo>
                    <a:lnTo>
                      <a:pt x="86" y="70"/>
                    </a:lnTo>
                    <a:lnTo>
                      <a:pt x="86" y="73"/>
                    </a:lnTo>
                    <a:lnTo>
                      <a:pt x="86" y="74"/>
                    </a:lnTo>
                    <a:lnTo>
                      <a:pt x="89" y="76"/>
                    </a:lnTo>
                    <a:lnTo>
                      <a:pt x="89" y="78"/>
                    </a:lnTo>
                    <a:lnTo>
                      <a:pt x="89" y="79"/>
                    </a:lnTo>
                    <a:lnTo>
                      <a:pt x="93" y="81"/>
                    </a:lnTo>
                    <a:lnTo>
                      <a:pt x="93" y="82"/>
                    </a:lnTo>
                    <a:lnTo>
                      <a:pt x="97" y="84"/>
                    </a:lnTo>
                    <a:lnTo>
                      <a:pt x="100" y="86"/>
                    </a:lnTo>
                    <a:lnTo>
                      <a:pt x="104" y="84"/>
                    </a:lnTo>
                    <a:lnTo>
                      <a:pt x="108" y="82"/>
                    </a:lnTo>
                    <a:lnTo>
                      <a:pt x="108" y="81"/>
                    </a:lnTo>
                    <a:lnTo>
                      <a:pt x="112" y="79"/>
                    </a:lnTo>
                    <a:lnTo>
                      <a:pt x="112" y="78"/>
                    </a:lnTo>
                    <a:lnTo>
                      <a:pt x="115" y="76"/>
                    </a:lnTo>
                    <a:lnTo>
                      <a:pt x="115" y="74"/>
                    </a:lnTo>
                    <a:lnTo>
                      <a:pt x="115" y="73"/>
                    </a:lnTo>
                    <a:lnTo>
                      <a:pt x="119" y="71"/>
                    </a:lnTo>
                    <a:lnTo>
                      <a:pt x="119" y="68"/>
                    </a:lnTo>
                    <a:lnTo>
                      <a:pt x="119" y="66"/>
                    </a:lnTo>
                    <a:lnTo>
                      <a:pt x="123" y="65"/>
                    </a:lnTo>
                    <a:lnTo>
                      <a:pt x="123" y="63"/>
                    </a:lnTo>
                    <a:lnTo>
                      <a:pt x="123" y="60"/>
                    </a:lnTo>
                    <a:lnTo>
                      <a:pt x="126" y="59"/>
                    </a:lnTo>
                    <a:lnTo>
                      <a:pt x="126" y="57"/>
                    </a:lnTo>
                    <a:lnTo>
                      <a:pt x="126" y="54"/>
                    </a:lnTo>
                    <a:lnTo>
                      <a:pt x="130" y="52"/>
                    </a:lnTo>
                    <a:lnTo>
                      <a:pt x="130" y="51"/>
                    </a:lnTo>
                    <a:lnTo>
                      <a:pt x="130" y="47"/>
                    </a:lnTo>
                    <a:lnTo>
                      <a:pt x="134" y="46"/>
                    </a:lnTo>
                    <a:lnTo>
                      <a:pt x="134" y="44"/>
                    </a:lnTo>
                    <a:lnTo>
                      <a:pt x="134" y="43"/>
                    </a:lnTo>
                    <a:lnTo>
                      <a:pt x="138" y="39"/>
                    </a:lnTo>
                    <a:lnTo>
                      <a:pt x="138" y="38"/>
                    </a:lnTo>
                    <a:lnTo>
                      <a:pt x="138" y="36"/>
                    </a:lnTo>
                    <a:lnTo>
                      <a:pt x="141" y="35"/>
                    </a:lnTo>
                    <a:lnTo>
                      <a:pt x="141" y="33"/>
                    </a:lnTo>
                    <a:lnTo>
                      <a:pt x="145" y="31"/>
                    </a:lnTo>
                    <a:lnTo>
                      <a:pt x="145" y="30"/>
                    </a:lnTo>
                    <a:lnTo>
                      <a:pt x="149" y="28"/>
                    </a:lnTo>
                    <a:lnTo>
                      <a:pt x="149" y="27"/>
                    </a:lnTo>
                    <a:lnTo>
                      <a:pt x="152" y="25"/>
                    </a:lnTo>
                    <a:lnTo>
                      <a:pt x="156" y="25"/>
                    </a:lnTo>
                    <a:lnTo>
                      <a:pt x="160" y="25"/>
                    </a:lnTo>
                    <a:lnTo>
                      <a:pt x="164" y="27"/>
                    </a:lnTo>
                    <a:lnTo>
                      <a:pt x="167" y="28"/>
                    </a:lnTo>
                    <a:lnTo>
                      <a:pt x="167" y="30"/>
                    </a:lnTo>
                    <a:lnTo>
                      <a:pt x="171" y="31"/>
                    </a:lnTo>
                    <a:lnTo>
                      <a:pt x="171" y="33"/>
                    </a:lnTo>
                    <a:lnTo>
                      <a:pt x="171" y="35"/>
                    </a:lnTo>
                    <a:lnTo>
                      <a:pt x="175" y="36"/>
                    </a:lnTo>
                    <a:lnTo>
                      <a:pt x="175" y="38"/>
                    </a:lnTo>
                    <a:lnTo>
                      <a:pt x="178" y="39"/>
                    </a:lnTo>
                    <a:lnTo>
                      <a:pt x="178" y="41"/>
                    </a:lnTo>
                    <a:lnTo>
                      <a:pt x="178" y="43"/>
                    </a:lnTo>
                    <a:lnTo>
                      <a:pt x="182" y="44"/>
                    </a:lnTo>
                    <a:lnTo>
                      <a:pt x="182" y="46"/>
                    </a:lnTo>
                    <a:lnTo>
                      <a:pt x="182" y="47"/>
                    </a:lnTo>
                    <a:lnTo>
                      <a:pt x="186" y="49"/>
                    </a:lnTo>
                    <a:lnTo>
                      <a:pt x="186" y="51"/>
                    </a:lnTo>
                    <a:lnTo>
                      <a:pt x="186" y="52"/>
                    </a:lnTo>
                    <a:lnTo>
                      <a:pt x="190" y="54"/>
                    </a:lnTo>
                    <a:lnTo>
                      <a:pt x="190" y="55"/>
                    </a:lnTo>
                    <a:lnTo>
                      <a:pt x="190" y="57"/>
                    </a:lnTo>
                    <a:lnTo>
                      <a:pt x="193" y="59"/>
                    </a:lnTo>
                    <a:lnTo>
                      <a:pt x="197" y="60"/>
                    </a:lnTo>
                    <a:lnTo>
                      <a:pt x="197" y="62"/>
                    </a:lnTo>
                    <a:lnTo>
                      <a:pt x="201" y="63"/>
                    </a:lnTo>
                    <a:lnTo>
                      <a:pt x="204" y="63"/>
                    </a:lnTo>
                    <a:lnTo>
                      <a:pt x="208" y="63"/>
                    </a:lnTo>
                    <a:lnTo>
                      <a:pt x="212" y="62"/>
                    </a:lnTo>
                    <a:lnTo>
                      <a:pt x="216" y="60"/>
                    </a:lnTo>
                    <a:lnTo>
                      <a:pt x="219" y="59"/>
                    </a:lnTo>
                    <a:lnTo>
                      <a:pt x="219" y="57"/>
                    </a:lnTo>
                    <a:lnTo>
                      <a:pt x="223" y="55"/>
                    </a:lnTo>
                    <a:lnTo>
                      <a:pt x="223" y="54"/>
                    </a:lnTo>
                    <a:lnTo>
                      <a:pt x="223" y="52"/>
                    </a:lnTo>
                    <a:lnTo>
                      <a:pt x="227" y="51"/>
                    </a:lnTo>
                    <a:lnTo>
                      <a:pt x="227" y="49"/>
                    </a:lnTo>
                    <a:lnTo>
                      <a:pt x="227" y="47"/>
                    </a:lnTo>
                    <a:lnTo>
                      <a:pt x="231" y="46"/>
                    </a:lnTo>
                    <a:lnTo>
                      <a:pt x="231" y="44"/>
                    </a:lnTo>
                    <a:lnTo>
                      <a:pt x="231" y="43"/>
                    </a:lnTo>
                    <a:lnTo>
                      <a:pt x="234" y="41"/>
                    </a:lnTo>
                    <a:lnTo>
                      <a:pt x="234" y="39"/>
                    </a:lnTo>
                    <a:lnTo>
                      <a:pt x="238" y="38"/>
                    </a:lnTo>
                    <a:lnTo>
                      <a:pt x="238" y="36"/>
                    </a:lnTo>
                    <a:lnTo>
                      <a:pt x="238" y="35"/>
                    </a:lnTo>
                    <a:lnTo>
                      <a:pt x="242" y="33"/>
                    </a:lnTo>
                    <a:lnTo>
                      <a:pt x="242" y="31"/>
                    </a:lnTo>
                    <a:lnTo>
                      <a:pt x="245" y="30"/>
                    </a:lnTo>
                    <a:lnTo>
                      <a:pt x="245" y="28"/>
                    </a:lnTo>
                    <a:lnTo>
                      <a:pt x="249" y="27"/>
                    </a:lnTo>
                    <a:lnTo>
                      <a:pt x="253" y="25"/>
                    </a:lnTo>
                    <a:lnTo>
                      <a:pt x="257" y="25"/>
                    </a:lnTo>
                    <a:lnTo>
                      <a:pt x="260" y="27"/>
                    </a:lnTo>
                    <a:lnTo>
                      <a:pt x="264" y="28"/>
                    </a:lnTo>
                    <a:lnTo>
                      <a:pt x="268" y="30"/>
                    </a:lnTo>
                    <a:lnTo>
                      <a:pt x="268" y="31"/>
                    </a:lnTo>
                    <a:lnTo>
                      <a:pt x="271" y="33"/>
                    </a:lnTo>
                    <a:lnTo>
                      <a:pt x="271" y="35"/>
                    </a:lnTo>
                    <a:lnTo>
                      <a:pt x="271" y="36"/>
                    </a:lnTo>
                    <a:lnTo>
                      <a:pt x="275" y="38"/>
                    </a:lnTo>
                    <a:lnTo>
                      <a:pt x="275" y="39"/>
                    </a:lnTo>
                    <a:lnTo>
                      <a:pt x="275" y="41"/>
                    </a:lnTo>
                    <a:lnTo>
                      <a:pt x="279" y="43"/>
                    </a:lnTo>
                    <a:lnTo>
                      <a:pt x="279" y="46"/>
                    </a:lnTo>
                    <a:lnTo>
                      <a:pt x="279" y="47"/>
                    </a:lnTo>
                    <a:lnTo>
                      <a:pt x="283" y="49"/>
                    </a:lnTo>
                    <a:lnTo>
                      <a:pt x="283" y="52"/>
                    </a:lnTo>
                    <a:lnTo>
                      <a:pt x="283" y="54"/>
                    </a:lnTo>
                    <a:lnTo>
                      <a:pt x="286" y="55"/>
                    </a:lnTo>
                    <a:lnTo>
                      <a:pt x="286" y="59"/>
                    </a:lnTo>
                    <a:lnTo>
                      <a:pt x="286" y="60"/>
                    </a:lnTo>
                    <a:lnTo>
                      <a:pt x="290" y="62"/>
                    </a:lnTo>
                    <a:lnTo>
                      <a:pt x="290" y="63"/>
                    </a:lnTo>
                    <a:lnTo>
                      <a:pt x="290" y="66"/>
                    </a:lnTo>
                    <a:lnTo>
                      <a:pt x="294" y="68"/>
                    </a:lnTo>
                    <a:lnTo>
                      <a:pt x="294" y="70"/>
                    </a:lnTo>
                    <a:lnTo>
                      <a:pt x="294" y="71"/>
                    </a:lnTo>
                    <a:lnTo>
                      <a:pt x="297" y="73"/>
                    </a:lnTo>
                    <a:lnTo>
                      <a:pt x="297" y="74"/>
                    </a:lnTo>
                    <a:lnTo>
                      <a:pt x="297" y="76"/>
                    </a:lnTo>
                    <a:lnTo>
                      <a:pt x="301" y="78"/>
                    </a:lnTo>
                    <a:lnTo>
                      <a:pt x="301" y="79"/>
                    </a:lnTo>
                    <a:lnTo>
                      <a:pt x="301" y="81"/>
                    </a:lnTo>
                    <a:lnTo>
                      <a:pt x="305" y="82"/>
                    </a:lnTo>
                    <a:lnTo>
                      <a:pt x="309" y="84"/>
                    </a:lnTo>
                    <a:lnTo>
                      <a:pt x="312" y="86"/>
                    </a:lnTo>
                    <a:lnTo>
                      <a:pt x="316" y="84"/>
                    </a:lnTo>
                    <a:lnTo>
                      <a:pt x="316" y="82"/>
                    </a:lnTo>
                    <a:lnTo>
                      <a:pt x="320" y="81"/>
                    </a:lnTo>
                    <a:lnTo>
                      <a:pt x="320" y="79"/>
                    </a:lnTo>
                    <a:lnTo>
                      <a:pt x="320" y="78"/>
                    </a:lnTo>
                    <a:lnTo>
                      <a:pt x="323" y="76"/>
                    </a:lnTo>
                    <a:lnTo>
                      <a:pt x="323" y="74"/>
                    </a:lnTo>
                    <a:lnTo>
                      <a:pt x="323" y="73"/>
                    </a:lnTo>
                    <a:lnTo>
                      <a:pt x="327" y="71"/>
                    </a:lnTo>
                    <a:lnTo>
                      <a:pt x="327" y="68"/>
                    </a:lnTo>
                    <a:lnTo>
                      <a:pt x="327" y="66"/>
                    </a:lnTo>
                    <a:lnTo>
                      <a:pt x="331" y="63"/>
                    </a:lnTo>
                    <a:lnTo>
                      <a:pt x="331" y="62"/>
                    </a:lnTo>
                    <a:lnTo>
                      <a:pt x="331" y="59"/>
                    </a:lnTo>
                    <a:lnTo>
                      <a:pt x="335" y="55"/>
                    </a:lnTo>
                    <a:lnTo>
                      <a:pt x="335" y="54"/>
                    </a:lnTo>
                    <a:lnTo>
                      <a:pt x="335" y="51"/>
                    </a:lnTo>
                    <a:lnTo>
                      <a:pt x="338" y="47"/>
                    </a:lnTo>
                    <a:lnTo>
                      <a:pt x="338" y="44"/>
                    </a:lnTo>
                    <a:lnTo>
                      <a:pt x="338" y="41"/>
                    </a:lnTo>
                    <a:lnTo>
                      <a:pt x="342" y="38"/>
                    </a:lnTo>
                    <a:lnTo>
                      <a:pt x="342" y="35"/>
                    </a:lnTo>
                    <a:lnTo>
                      <a:pt x="342" y="31"/>
                    </a:lnTo>
                    <a:lnTo>
                      <a:pt x="346" y="30"/>
                    </a:lnTo>
                    <a:lnTo>
                      <a:pt x="346" y="27"/>
                    </a:lnTo>
                    <a:lnTo>
                      <a:pt x="346" y="24"/>
                    </a:lnTo>
                    <a:lnTo>
                      <a:pt x="349" y="20"/>
                    </a:lnTo>
                    <a:lnTo>
                      <a:pt x="349" y="19"/>
                    </a:lnTo>
                    <a:lnTo>
                      <a:pt x="349" y="16"/>
                    </a:lnTo>
                    <a:lnTo>
                      <a:pt x="353" y="14"/>
                    </a:lnTo>
                    <a:lnTo>
                      <a:pt x="353" y="11"/>
                    </a:lnTo>
                    <a:lnTo>
                      <a:pt x="353" y="9"/>
                    </a:lnTo>
                    <a:lnTo>
                      <a:pt x="357" y="8"/>
                    </a:lnTo>
                    <a:lnTo>
                      <a:pt x="357" y="6"/>
                    </a:lnTo>
                    <a:lnTo>
                      <a:pt x="357" y="4"/>
                    </a:lnTo>
                    <a:lnTo>
                      <a:pt x="361" y="3"/>
                    </a:lnTo>
                    <a:lnTo>
                      <a:pt x="361" y="1"/>
                    </a:lnTo>
                    <a:lnTo>
                      <a:pt x="364" y="0"/>
                    </a:lnTo>
                    <a:lnTo>
                      <a:pt x="368" y="1"/>
                    </a:lnTo>
                    <a:lnTo>
                      <a:pt x="372" y="3"/>
                    </a:lnTo>
                    <a:lnTo>
                      <a:pt x="372" y="4"/>
                    </a:lnTo>
                    <a:lnTo>
                      <a:pt x="372" y="6"/>
                    </a:lnTo>
                    <a:lnTo>
                      <a:pt x="375" y="8"/>
                    </a:lnTo>
                    <a:lnTo>
                      <a:pt x="375" y="11"/>
                    </a:lnTo>
                    <a:lnTo>
                      <a:pt x="375" y="14"/>
                    </a:lnTo>
                    <a:lnTo>
                      <a:pt x="379" y="17"/>
                    </a:lnTo>
                    <a:lnTo>
                      <a:pt x="379" y="20"/>
                    </a:lnTo>
                    <a:lnTo>
                      <a:pt x="379" y="24"/>
                    </a:lnTo>
                    <a:lnTo>
                      <a:pt x="383" y="28"/>
                    </a:lnTo>
                    <a:lnTo>
                      <a:pt x="383" y="31"/>
                    </a:lnTo>
                    <a:lnTo>
                      <a:pt x="383" y="36"/>
                    </a:lnTo>
                    <a:lnTo>
                      <a:pt x="387" y="43"/>
                    </a:lnTo>
                    <a:lnTo>
                      <a:pt x="387" y="47"/>
                    </a:lnTo>
                    <a:lnTo>
                      <a:pt x="387" y="54"/>
                    </a:lnTo>
                    <a:lnTo>
                      <a:pt x="390" y="59"/>
                    </a:lnTo>
                    <a:lnTo>
                      <a:pt x="390" y="65"/>
                    </a:lnTo>
                    <a:lnTo>
                      <a:pt x="390" y="71"/>
                    </a:lnTo>
                    <a:lnTo>
                      <a:pt x="394" y="78"/>
                    </a:lnTo>
                    <a:lnTo>
                      <a:pt x="394" y="86"/>
                    </a:lnTo>
                    <a:lnTo>
                      <a:pt x="394" y="92"/>
                    </a:lnTo>
                    <a:lnTo>
                      <a:pt x="398" y="100"/>
                    </a:lnTo>
                    <a:lnTo>
                      <a:pt x="398" y="108"/>
                    </a:lnTo>
                  </a:path>
                </a:pathLst>
              </a:custGeom>
              <a:noFill/>
              <a:ln w="28575" cap="rnd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5" name="Freeform 19"/>
              <p:cNvSpPr>
                <a:spLocks/>
              </p:cNvSpPr>
              <p:nvPr/>
            </p:nvSpPr>
            <p:spPr bwMode="auto">
              <a:xfrm>
                <a:off x="3032" y="3732"/>
                <a:ext cx="398" cy="282"/>
              </a:xfrm>
              <a:custGeom>
                <a:avLst/>
                <a:gdLst>
                  <a:gd name="T0" fmla="*/ 3 w 398"/>
                  <a:gd name="T1" fmla="*/ 24 h 282"/>
                  <a:gd name="T2" fmla="*/ 7 w 398"/>
                  <a:gd name="T3" fmla="*/ 57 h 282"/>
                  <a:gd name="T4" fmla="*/ 15 w 398"/>
                  <a:gd name="T5" fmla="*/ 92 h 282"/>
                  <a:gd name="T6" fmla="*/ 18 w 398"/>
                  <a:gd name="T7" fmla="*/ 127 h 282"/>
                  <a:gd name="T8" fmla="*/ 22 w 398"/>
                  <a:gd name="T9" fmla="*/ 161 h 282"/>
                  <a:gd name="T10" fmla="*/ 29 w 398"/>
                  <a:gd name="T11" fmla="*/ 191 h 282"/>
                  <a:gd name="T12" fmla="*/ 33 w 398"/>
                  <a:gd name="T13" fmla="*/ 218 h 282"/>
                  <a:gd name="T14" fmla="*/ 37 w 398"/>
                  <a:gd name="T15" fmla="*/ 240 h 282"/>
                  <a:gd name="T16" fmla="*/ 41 w 398"/>
                  <a:gd name="T17" fmla="*/ 259 h 282"/>
                  <a:gd name="T18" fmla="*/ 48 w 398"/>
                  <a:gd name="T19" fmla="*/ 272 h 282"/>
                  <a:gd name="T20" fmla="*/ 52 w 398"/>
                  <a:gd name="T21" fmla="*/ 280 h 282"/>
                  <a:gd name="T22" fmla="*/ 63 w 398"/>
                  <a:gd name="T23" fmla="*/ 277 h 282"/>
                  <a:gd name="T24" fmla="*/ 70 w 398"/>
                  <a:gd name="T25" fmla="*/ 269 h 282"/>
                  <a:gd name="T26" fmla="*/ 74 w 398"/>
                  <a:gd name="T27" fmla="*/ 259 h 282"/>
                  <a:gd name="T28" fmla="*/ 78 w 398"/>
                  <a:gd name="T29" fmla="*/ 248 h 282"/>
                  <a:gd name="T30" fmla="*/ 85 w 398"/>
                  <a:gd name="T31" fmla="*/ 235 h 282"/>
                  <a:gd name="T32" fmla="*/ 89 w 398"/>
                  <a:gd name="T33" fmla="*/ 224 h 282"/>
                  <a:gd name="T34" fmla="*/ 93 w 398"/>
                  <a:gd name="T35" fmla="*/ 215 h 282"/>
                  <a:gd name="T36" fmla="*/ 100 w 398"/>
                  <a:gd name="T37" fmla="*/ 205 h 282"/>
                  <a:gd name="T38" fmla="*/ 107 w 398"/>
                  <a:gd name="T39" fmla="*/ 199 h 282"/>
                  <a:gd name="T40" fmla="*/ 119 w 398"/>
                  <a:gd name="T41" fmla="*/ 199 h 282"/>
                  <a:gd name="T42" fmla="*/ 126 w 398"/>
                  <a:gd name="T43" fmla="*/ 205 h 282"/>
                  <a:gd name="T44" fmla="*/ 130 w 398"/>
                  <a:gd name="T45" fmla="*/ 211 h 282"/>
                  <a:gd name="T46" fmla="*/ 133 w 398"/>
                  <a:gd name="T47" fmla="*/ 219 h 282"/>
                  <a:gd name="T48" fmla="*/ 141 w 398"/>
                  <a:gd name="T49" fmla="*/ 229 h 282"/>
                  <a:gd name="T50" fmla="*/ 145 w 398"/>
                  <a:gd name="T51" fmla="*/ 237 h 282"/>
                  <a:gd name="T52" fmla="*/ 148 w 398"/>
                  <a:gd name="T53" fmla="*/ 243 h 282"/>
                  <a:gd name="T54" fmla="*/ 156 w 398"/>
                  <a:gd name="T55" fmla="*/ 250 h 282"/>
                  <a:gd name="T56" fmla="*/ 163 w 398"/>
                  <a:gd name="T57" fmla="*/ 256 h 282"/>
                  <a:gd name="T58" fmla="*/ 178 w 398"/>
                  <a:gd name="T59" fmla="*/ 251 h 282"/>
                  <a:gd name="T60" fmla="*/ 185 w 398"/>
                  <a:gd name="T61" fmla="*/ 245 h 282"/>
                  <a:gd name="T62" fmla="*/ 189 w 398"/>
                  <a:gd name="T63" fmla="*/ 239 h 282"/>
                  <a:gd name="T64" fmla="*/ 197 w 398"/>
                  <a:gd name="T65" fmla="*/ 232 h 282"/>
                  <a:gd name="T66" fmla="*/ 200 w 398"/>
                  <a:gd name="T67" fmla="*/ 226 h 282"/>
                  <a:gd name="T68" fmla="*/ 211 w 398"/>
                  <a:gd name="T69" fmla="*/ 219 h 282"/>
                  <a:gd name="T70" fmla="*/ 226 w 398"/>
                  <a:gd name="T71" fmla="*/ 221 h 282"/>
                  <a:gd name="T72" fmla="*/ 234 w 398"/>
                  <a:gd name="T73" fmla="*/ 227 h 282"/>
                  <a:gd name="T74" fmla="*/ 241 w 398"/>
                  <a:gd name="T75" fmla="*/ 234 h 282"/>
                  <a:gd name="T76" fmla="*/ 245 w 398"/>
                  <a:gd name="T77" fmla="*/ 240 h 282"/>
                  <a:gd name="T78" fmla="*/ 249 w 398"/>
                  <a:gd name="T79" fmla="*/ 246 h 282"/>
                  <a:gd name="T80" fmla="*/ 256 w 398"/>
                  <a:gd name="T81" fmla="*/ 253 h 282"/>
                  <a:gd name="T82" fmla="*/ 271 w 398"/>
                  <a:gd name="T83" fmla="*/ 256 h 282"/>
                  <a:gd name="T84" fmla="*/ 278 w 398"/>
                  <a:gd name="T85" fmla="*/ 250 h 282"/>
                  <a:gd name="T86" fmla="*/ 282 w 398"/>
                  <a:gd name="T87" fmla="*/ 243 h 282"/>
                  <a:gd name="T88" fmla="*/ 289 w 398"/>
                  <a:gd name="T89" fmla="*/ 237 h 282"/>
                  <a:gd name="T90" fmla="*/ 293 w 398"/>
                  <a:gd name="T91" fmla="*/ 229 h 282"/>
                  <a:gd name="T92" fmla="*/ 297 w 398"/>
                  <a:gd name="T93" fmla="*/ 219 h 282"/>
                  <a:gd name="T94" fmla="*/ 304 w 398"/>
                  <a:gd name="T95" fmla="*/ 211 h 282"/>
                  <a:gd name="T96" fmla="*/ 308 w 398"/>
                  <a:gd name="T97" fmla="*/ 205 h 282"/>
                  <a:gd name="T98" fmla="*/ 315 w 398"/>
                  <a:gd name="T99" fmla="*/ 199 h 282"/>
                  <a:gd name="T100" fmla="*/ 327 w 398"/>
                  <a:gd name="T101" fmla="*/ 199 h 282"/>
                  <a:gd name="T102" fmla="*/ 334 w 398"/>
                  <a:gd name="T103" fmla="*/ 205 h 282"/>
                  <a:gd name="T104" fmla="*/ 338 w 398"/>
                  <a:gd name="T105" fmla="*/ 215 h 282"/>
                  <a:gd name="T106" fmla="*/ 345 w 398"/>
                  <a:gd name="T107" fmla="*/ 224 h 282"/>
                  <a:gd name="T108" fmla="*/ 349 w 398"/>
                  <a:gd name="T109" fmla="*/ 235 h 282"/>
                  <a:gd name="T110" fmla="*/ 353 w 398"/>
                  <a:gd name="T111" fmla="*/ 248 h 282"/>
                  <a:gd name="T112" fmla="*/ 360 w 398"/>
                  <a:gd name="T113" fmla="*/ 259 h 282"/>
                  <a:gd name="T114" fmla="*/ 364 w 398"/>
                  <a:gd name="T115" fmla="*/ 269 h 282"/>
                  <a:gd name="T116" fmla="*/ 367 w 398"/>
                  <a:gd name="T117" fmla="*/ 277 h 282"/>
                  <a:gd name="T118" fmla="*/ 379 w 398"/>
                  <a:gd name="T119" fmla="*/ 280 h 282"/>
                  <a:gd name="T120" fmla="*/ 386 w 398"/>
                  <a:gd name="T121" fmla="*/ 272 h 282"/>
                  <a:gd name="T122" fmla="*/ 390 w 398"/>
                  <a:gd name="T123" fmla="*/ 259 h 282"/>
                  <a:gd name="T124" fmla="*/ 397 w 398"/>
                  <a:gd name="T125" fmla="*/ 240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98" h="282">
                    <a:moveTo>
                      <a:pt x="0" y="0"/>
                    </a:moveTo>
                    <a:lnTo>
                      <a:pt x="0" y="8"/>
                    </a:lnTo>
                    <a:lnTo>
                      <a:pt x="3" y="16"/>
                    </a:lnTo>
                    <a:lnTo>
                      <a:pt x="3" y="24"/>
                    </a:lnTo>
                    <a:lnTo>
                      <a:pt x="3" y="32"/>
                    </a:lnTo>
                    <a:lnTo>
                      <a:pt x="7" y="41"/>
                    </a:lnTo>
                    <a:lnTo>
                      <a:pt x="7" y="49"/>
                    </a:lnTo>
                    <a:lnTo>
                      <a:pt x="7" y="57"/>
                    </a:lnTo>
                    <a:lnTo>
                      <a:pt x="11" y="67"/>
                    </a:lnTo>
                    <a:lnTo>
                      <a:pt x="11" y="75"/>
                    </a:lnTo>
                    <a:lnTo>
                      <a:pt x="11" y="84"/>
                    </a:lnTo>
                    <a:lnTo>
                      <a:pt x="15" y="92"/>
                    </a:lnTo>
                    <a:lnTo>
                      <a:pt x="15" y="102"/>
                    </a:lnTo>
                    <a:lnTo>
                      <a:pt x="15" y="110"/>
                    </a:lnTo>
                    <a:lnTo>
                      <a:pt x="18" y="119"/>
                    </a:lnTo>
                    <a:lnTo>
                      <a:pt x="18" y="127"/>
                    </a:lnTo>
                    <a:lnTo>
                      <a:pt x="18" y="135"/>
                    </a:lnTo>
                    <a:lnTo>
                      <a:pt x="22" y="145"/>
                    </a:lnTo>
                    <a:lnTo>
                      <a:pt x="22" y="153"/>
                    </a:lnTo>
                    <a:lnTo>
                      <a:pt x="22" y="161"/>
                    </a:lnTo>
                    <a:lnTo>
                      <a:pt x="26" y="169"/>
                    </a:lnTo>
                    <a:lnTo>
                      <a:pt x="26" y="176"/>
                    </a:lnTo>
                    <a:lnTo>
                      <a:pt x="26" y="183"/>
                    </a:lnTo>
                    <a:lnTo>
                      <a:pt x="29" y="191"/>
                    </a:lnTo>
                    <a:lnTo>
                      <a:pt x="29" y="199"/>
                    </a:lnTo>
                    <a:lnTo>
                      <a:pt x="29" y="205"/>
                    </a:lnTo>
                    <a:lnTo>
                      <a:pt x="33" y="211"/>
                    </a:lnTo>
                    <a:lnTo>
                      <a:pt x="33" y="218"/>
                    </a:lnTo>
                    <a:lnTo>
                      <a:pt x="33" y="224"/>
                    </a:lnTo>
                    <a:lnTo>
                      <a:pt x="33" y="231"/>
                    </a:lnTo>
                    <a:lnTo>
                      <a:pt x="37" y="235"/>
                    </a:lnTo>
                    <a:lnTo>
                      <a:pt x="37" y="240"/>
                    </a:lnTo>
                    <a:lnTo>
                      <a:pt x="37" y="246"/>
                    </a:lnTo>
                    <a:lnTo>
                      <a:pt x="41" y="251"/>
                    </a:lnTo>
                    <a:lnTo>
                      <a:pt x="41" y="254"/>
                    </a:lnTo>
                    <a:lnTo>
                      <a:pt x="41" y="259"/>
                    </a:lnTo>
                    <a:lnTo>
                      <a:pt x="44" y="262"/>
                    </a:lnTo>
                    <a:lnTo>
                      <a:pt x="44" y="266"/>
                    </a:lnTo>
                    <a:lnTo>
                      <a:pt x="44" y="269"/>
                    </a:lnTo>
                    <a:lnTo>
                      <a:pt x="48" y="272"/>
                    </a:lnTo>
                    <a:lnTo>
                      <a:pt x="48" y="274"/>
                    </a:lnTo>
                    <a:lnTo>
                      <a:pt x="48" y="275"/>
                    </a:lnTo>
                    <a:lnTo>
                      <a:pt x="52" y="278"/>
                    </a:lnTo>
                    <a:lnTo>
                      <a:pt x="52" y="280"/>
                    </a:lnTo>
                    <a:lnTo>
                      <a:pt x="55" y="281"/>
                    </a:lnTo>
                    <a:lnTo>
                      <a:pt x="59" y="280"/>
                    </a:lnTo>
                    <a:lnTo>
                      <a:pt x="63" y="278"/>
                    </a:lnTo>
                    <a:lnTo>
                      <a:pt x="63" y="277"/>
                    </a:lnTo>
                    <a:lnTo>
                      <a:pt x="67" y="275"/>
                    </a:lnTo>
                    <a:lnTo>
                      <a:pt x="67" y="274"/>
                    </a:lnTo>
                    <a:lnTo>
                      <a:pt x="67" y="272"/>
                    </a:lnTo>
                    <a:lnTo>
                      <a:pt x="70" y="269"/>
                    </a:lnTo>
                    <a:lnTo>
                      <a:pt x="70" y="267"/>
                    </a:lnTo>
                    <a:lnTo>
                      <a:pt x="70" y="264"/>
                    </a:lnTo>
                    <a:lnTo>
                      <a:pt x="74" y="262"/>
                    </a:lnTo>
                    <a:lnTo>
                      <a:pt x="74" y="259"/>
                    </a:lnTo>
                    <a:lnTo>
                      <a:pt x="74" y="256"/>
                    </a:lnTo>
                    <a:lnTo>
                      <a:pt x="78" y="254"/>
                    </a:lnTo>
                    <a:lnTo>
                      <a:pt x="78" y="251"/>
                    </a:lnTo>
                    <a:lnTo>
                      <a:pt x="78" y="248"/>
                    </a:lnTo>
                    <a:lnTo>
                      <a:pt x="81" y="245"/>
                    </a:lnTo>
                    <a:lnTo>
                      <a:pt x="81" y="242"/>
                    </a:lnTo>
                    <a:lnTo>
                      <a:pt x="81" y="239"/>
                    </a:lnTo>
                    <a:lnTo>
                      <a:pt x="85" y="235"/>
                    </a:lnTo>
                    <a:lnTo>
                      <a:pt x="85" y="234"/>
                    </a:lnTo>
                    <a:lnTo>
                      <a:pt x="85" y="231"/>
                    </a:lnTo>
                    <a:lnTo>
                      <a:pt x="89" y="227"/>
                    </a:lnTo>
                    <a:lnTo>
                      <a:pt x="89" y="224"/>
                    </a:lnTo>
                    <a:lnTo>
                      <a:pt x="89" y="221"/>
                    </a:lnTo>
                    <a:lnTo>
                      <a:pt x="93" y="219"/>
                    </a:lnTo>
                    <a:lnTo>
                      <a:pt x="93" y="216"/>
                    </a:lnTo>
                    <a:lnTo>
                      <a:pt x="93" y="215"/>
                    </a:lnTo>
                    <a:lnTo>
                      <a:pt x="96" y="211"/>
                    </a:lnTo>
                    <a:lnTo>
                      <a:pt x="96" y="210"/>
                    </a:lnTo>
                    <a:lnTo>
                      <a:pt x="96" y="208"/>
                    </a:lnTo>
                    <a:lnTo>
                      <a:pt x="100" y="205"/>
                    </a:lnTo>
                    <a:lnTo>
                      <a:pt x="100" y="204"/>
                    </a:lnTo>
                    <a:lnTo>
                      <a:pt x="100" y="202"/>
                    </a:lnTo>
                    <a:lnTo>
                      <a:pt x="104" y="200"/>
                    </a:lnTo>
                    <a:lnTo>
                      <a:pt x="107" y="199"/>
                    </a:lnTo>
                    <a:lnTo>
                      <a:pt x="111" y="197"/>
                    </a:lnTo>
                    <a:lnTo>
                      <a:pt x="111" y="196"/>
                    </a:lnTo>
                    <a:lnTo>
                      <a:pt x="115" y="197"/>
                    </a:lnTo>
                    <a:lnTo>
                      <a:pt x="119" y="199"/>
                    </a:lnTo>
                    <a:lnTo>
                      <a:pt x="122" y="200"/>
                    </a:lnTo>
                    <a:lnTo>
                      <a:pt x="122" y="202"/>
                    </a:lnTo>
                    <a:lnTo>
                      <a:pt x="122" y="204"/>
                    </a:lnTo>
                    <a:lnTo>
                      <a:pt x="126" y="205"/>
                    </a:lnTo>
                    <a:lnTo>
                      <a:pt x="126" y="207"/>
                    </a:lnTo>
                    <a:lnTo>
                      <a:pt x="126" y="208"/>
                    </a:lnTo>
                    <a:lnTo>
                      <a:pt x="130" y="210"/>
                    </a:lnTo>
                    <a:lnTo>
                      <a:pt x="130" y="211"/>
                    </a:lnTo>
                    <a:lnTo>
                      <a:pt x="130" y="213"/>
                    </a:lnTo>
                    <a:lnTo>
                      <a:pt x="133" y="216"/>
                    </a:lnTo>
                    <a:lnTo>
                      <a:pt x="133" y="218"/>
                    </a:lnTo>
                    <a:lnTo>
                      <a:pt x="133" y="219"/>
                    </a:lnTo>
                    <a:lnTo>
                      <a:pt x="137" y="223"/>
                    </a:lnTo>
                    <a:lnTo>
                      <a:pt x="137" y="224"/>
                    </a:lnTo>
                    <a:lnTo>
                      <a:pt x="137" y="226"/>
                    </a:lnTo>
                    <a:lnTo>
                      <a:pt x="141" y="229"/>
                    </a:lnTo>
                    <a:lnTo>
                      <a:pt x="141" y="231"/>
                    </a:lnTo>
                    <a:lnTo>
                      <a:pt x="141" y="232"/>
                    </a:lnTo>
                    <a:lnTo>
                      <a:pt x="145" y="234"/>
                    </a:lnTo>
                    <a:lnTo>
                      <a:pt x="145" y="237"/>
                    </a:lnTo>
                    <a:lnTo>
                      <a:pt x="145" y="239"/>
                    </a:lnTo>
                    <a:lnTo>
                      <a:pt x="148" y="240"/>
                    </a:lnTo>
                    <a:lnTo>
                      <a:pt x="148" y="242"/>
                    </a:lnTo>
                    <a:lnTo>
                      <a:pt x="148" y="243"/>
                    </a:lnTo>
                    <a:lnTo>
                      <a:pt x="152" y="245"/>
                    </a:lnTo>
                    <a:lnTo>
                      <a:pt x="152" y="246"/>
                    </a:lnTo>
                    <a:lnTo>
                      <a:pt x="152" y="248"/>
                    </a:lnTo>
                    <a:lnTo>
                      <a:pt x="156" y="250"/>
                    </a:lnTo>
                    <a:lnTo>
                      <a:pt x="156" y="251"/>
                    </a:lnTo>
                    <a:lnTo>
                      <a:pt x="156" y="253"/>
                    </a:lnTo>
                    <a:lnTo>
                      <a:pt x="159" y="254"/>
                    </a:lnTo>
                    <a:lnTo>
                      <a:pt x="163" y="256"/>
                    </a:lnTo>
                    <a:lnTo>
                      <a:pt x="167" y="256"/>
                    </a:lnTo>
                    <a:lnTo>
                      <a:pt x="171" y="254"/>
                    </a:lnTo>
                    <a:lnTo>
                      <a:pt x="174" y="253"/>
                    </a:lnTo>
                    <a:lnTo>
                      <a:pt x="178" y="251"/>
                    </a:lnTo>
                    <a:lnTo>
                      <a:pt x="178" y="250"/>
                    </a:lnTo>
                    <a:lnTo>
                      <a:pt x="182" y="248"/>
                    </a:lnTo>
                    <a:lnTo>
                      <a:pt x="182" y="246"/>
                    </a:lnTo>
                    <a:lnTo>
                      <a:pt x="185" y="245"/>
                    </a:lnTo>
                    <a:lnTo>
                      <a:pt x="185" y="243"/>
                    </a:lnTo>
                    <a:lnTo>
                      <a:pt x="185" y="242"/>
                    </a:lnTo>
                    <a:lnTo>
                      <a:pt x="189" y="240"/>
                    </a:lnTo>
                    <a:lnTo>
                      <a:pt x="189" y="239"/>
                    </a:lnTo>
                    <a:lnTo>
                      <a:pt x="189" y="237"/>
                    </a:lnTo>
                    <a:lnTo>
                      <a:pt x="193" y="235"/>
                    </a:lnTo>
                    <a:lnTo>
                      <a:pt x="193" y="234"/>
                    </a:lnTo>
                    <a:lnTo>
                      <a:pt x="197" y="232"/>
                    </a:lnTo>
                    <a:lnTo>
                      <a:pt x="197" y="231"/>
                    </a:lnTo>
                    <a:lnTo>
                      <a:pt x="197" y="229"/>
                    </a:lnTo>
                    <a:lnTo>
                      <a:pt x="200" y="227"/>
                    </a:lnTo>
                    <a:lnTo>
                      <a:pt x="200" y="226"/>
                    </a:lnTo>
                    <a:lnTo>
                      <a:pt x="204" y="224"/>
                    </a:lnTo>
                    <a:lnTo>
                      <a:pt x="204" y="223"/>
                    </a:lnTo>
                    <a:lnTo>
                      <a:pt x="208" y="221"/>
                    </a:lnTo>
                    <a:lnTo>
                      <a:pt x="211" y="219"/>
                    </a:lnTo>
                    <a:lnTo>
                      <a:pt x="215" y="218"/>
                    </a:lnTo>
                    <a:lnTo>
                      <a:pt x="219" y="218"/>
                    </a:lnTo>
                    <a:lnTo>
                      <a:pt x="223" y="219"/>
                    </a:lnTo>
                    <a:lnTo>
                      <a:pt x="226" y="221"/>
                    </a:lnTo>
                    <a:lnTo>
                      <a:pt x="230" y="223"/>
                    </a:lnTo>
                    <a:lnTo>
                      <a:pt x="230" y="224"/>
                    </a:lnTo>
                    <a:lnTo>
                      <a:pt x="234" y="226"/>
                    </a:lnTo>
                    <a:lnTo>
                      <a:pt x="234" y="227"/>
                    </a:lnTo>
                    <a:lnTo>
                      <a:pt x="234" y="229"/>
                    </a:lnTo>
                    <a:lnTo>
                      <a:pt x="237" y="231"/>
                    </a:lnTo>
                    <a:lnTo>
                      <a:pt x="237" y="232"/>
                    </a:lnTo>
                    <a:lnTo>
                      <a:pt x="241" y="234"/>
                    </a:lnTo>
                    <a:lnTo>
                      <a:pt x="241" y="235"/>
                    </a:lnTo>
                    <a:lnTo>
                      <a:pt x="241" y="237"/>
                    </a:lnTo>
                    <a:lnTo>
                      <a:pt x="245" y="239"/>
                    </a:lnTo>
                    <a:lnTo>
                      <a:pt x="245" y="240"/>
                    </a:lnTo>
                    <a:lnTo>
                      <a:pt x="245" y="242"/>
                    </a:lnTo>
                    <a:lnTo>
                      <a:pt x="249" y="243"/>
                    </a:lnTo>
                    <a:lnTo>
                      <a:pt x="249" y="245"/>
                    </a:lnTo>
                    <a:lnTo>
                      <a:pt x="249" y="246"/>
                    </a:lnTo>
                    <a:lnTo>
                      <a:pt x="252" y="248"/>
                    </a:lnTo>
                    <a:lnTo>
                      <a:pt x="252" y="250"/>
                    </a:lnTo>
                    <a:lnTo>
                      <a:pt x="256" y="251"/>
                    </a:lnTo>
                    <a:lnTo>
                      <a:pt x="256" y="253"/>
                    </a:lnTo>
                    <a:lnTo>
                      <a:pt x="260" y="254"/>
                    </a:lnTo>
                    <a:lnTo>
                      <a:pt x="263" y="256"/>
                    </a:lnTo>
                    <a:lnTo>
                      <a:pt x="267" y="256"/>
                    </a:lnTo>
                    <a:lnTo>
                      <a:pt x="271" y="256"/>
                    </a:lnTo>
                    <a:lnTo>
                      <a:pt x="275" y="254"/>
                    </a:lnTo>
                    <a:lnTo>
                      <a:pt x="278" y="253"/>
                    </a:lnTo>
                    <a:lnTo>
                      <a:pt x="278" y="251"/>
                    </a:lnTo>
                    <a:lnTo>
                      <a:pt x="278" y="250"/>
                    </a:lnTo>
                    <a:lnTo>
                      <a:pt x="278" y="248"/>
                    </a:lnTo>
                    <a:lnTo>
                      <a:pt x="282" y="246"/>
                    </a:lnTo>
                    <a:lnTo>
                      <a:pt x="282" y="245"/>
                    </a:lnTo>
                    <a:lnTo>
                      <a:pt x="282" y="243"/>
                    </a:lnTo>
                    <a:lnTo>
                      <a:pt x="286" y="242"/>
                    </a:lnTo>
                    <a:lnTo>
                      <a:pt x="286" y="240"/>
                    </a:lnTo>
                    <a:lnTo>
                      <a:pt x="286" y="239"/>
                    </a:lnTo>
                    <a:lnTo>
                      <a:pt x="289" y="237"/>
                    </a:lnTo>
                    <a:lnTo>
                      <a:pt x="289" y="234"/>
                    </a:lnTo>
                    <a:lnTo>
                      <a:pt x="289" y="232"/>
                    </a:lnTo>
                    <a:lnTo>
                      <a:pt x="293" y="231"/>
                    </a:lnTo>
                    <a:lnTo>
                      <a:pt x="293" y="229"/>
                    </a:lnTo>
                    <a:lnTo>
                      <a:pt x="293" y="226"/>
                    </a:lnTo>
                    <a:lnTo>
                      <a:pt x="297" y="224"/>
                    </a:lnTo>
                    <a:lnTo>
                      <a:pt x="297" y="223"/>
                    </a:lnTo>
                    <a:lnTo>
                      <a:pt x="297" y="219"/>
                    </a:lnTo>
                    <a:lnTo>
                      <a:pt x="301" y="218"/>
                    </a:lnTo>
                    <a:lnTo>
                      <a:pt x="301" y="216"/>
                    </a:lnTo>
                    <a:lnTo>
                      <a:pt x="301" y="213"/>
                    </a:lnTo>
                    <a:lnTo>
                      <a:pt x="304" y="211"/>
                    </a:lnTo>
                    <a:lnTo>
                      <a:pt x="304" y="210"/>
                    </a:lnTo>
                    <a:lnTo>
                      <a:pt x="304" y="208"/>
                    </a:lnTo>
                    <a:lnTo>
                      <a:pt x="308" y="207"/>
                    </a:lnTo>
                    <a:lnTo>
                      <a:pt x="308" y="205"/>
                    </a:lnTo>
                    <a:lnTo>
                      <a:pt x="308" y="204"/>
                    </a:lnTo>
                    <a:lnTo>
                      <a:pt x="312" y="202"/>
                    </a:lnTo>
                    <a:lnTo>
                      <a:pt x="312" y="200"/>
                    </a:lnTo>
                    <a:lnTo>
                      <a:pt x="315" y="199"/>
                    </a:lnTo>
                    <a:lnTo>
                      <a:pt x="319" y="197"/>
                    </a:lnTo>
                    <a:lnTo>
                      <a:pt x="323" y="196"/>
                    </a:lnTo>
                    <a:lnTo>
                      <a:pt x="327" y="197"/>
                    </a:lnTo>
                    <a:lnTo>
                      <a:pt x="327" y="199"/>
                    </a:lnTo>
                    <a:lnTo>
                      <a:pt x="330" y="200"/>
                    </a:lnTo>
                    <a:lnTo>
                      <a:pt x="330" y="202"/>
                    </a:lnTo>
                    <a:lnTo>
                      <a:pt x="334" y="204"/>
                    </a:lnTo>
                    <a:lnTo>
                      <a:pt x="334" y="205"/>
                    </a:lnTo>
                    <a:lnTo>
                      <a:pt x="334" y="208"/>
                    </a:lnTo>
                    <a:lnTo>
                      <a:pt x="338" y="210"/>
                    </a:lnTo>
                    <a:lnTo>
                      <a:pt x="338" y="211"/>
                    </a:lnTo>
                    <a:lnTo>
                      <a:pt x="338" y="215"/>
                    </a:lnTo>
                    <a:lnTo>
                      <a:pt x="341" y="216"/>
                    </a:lnTo>
                    <a:lnTo>
                      <a:pt x="341" y="219"/>
                    </a:lnTo>
                    <a:lnTo>
                      <a:pt x="341" y="221"/>
                    </a:lnTo>
                    <a:lnTo>
                      <a:pt x="345" y="224"/>
                    </a:lnTo>
                    <a:lnTo>
                      <a:pt x="345" y="227"/>
                    </a:lnTo>
                    <a:lnTo>
                      <a:pt x="345" y="231"/>
                    </a:lnTo>
                    <a:lnTo>
                      <a:pt x="349" y="234"/>
                    </a:lnTo>
                    <a:lnTo>
                      <a:pt x="349" y="235"/>
                    </a:lnTo>
                    <a:lnTo>
                      <a:pt x="349" y="239"/>
                    </a:lnTo>
                    <a:lnTo>
                      <a:pt x="353" y="242"/>
                    </a:lnTo>
                    <a:lnTo>
                      <a:pt x="353" y="245"/>
                    </a:lnTo>
                    <a:lnTo>
                      <a:pt x="353" y="248"/>
                    </a:lnTo>
                    <a:lnTo>
                      <a:pt x="356" y="251"/>
                    </a:lnTo>
                    <a:lnTo>
                      <a:pt x="356" y="254"/>
                    </a:lnTo>
                    <a:lnTo>
                      <a:pt x="356" y="256"/>
                    </a:lnTo>
                    <a:lnTo>
                      <a:pt x="360" y="259"/>
                    </a:lnTo>
                    <a:lnTo>
                      <a:pt x="360" y="262"/>
                    </a:lnTo>
                    <a:lnTo>
                      <a:pt x="360" y="264"/>
                    </a:lnTo>
                    <a:lnTo>
                      <a:pt x="364" y="267"/>
                    </a:lnTo>
                    <a:lnTo>
                      <a:pt x="364" y="269"/>
                    </a:lnTo>
                    <a:lnTo>
                      <a:pt x="364" y="272"/>
                    </a:lnTo>
                    <a:lnTo>
                      <a:pt x="367" y="274"/>
                    </a:lnTo>
                    <a:lnTo>
                      <a:pt x="367" y="275"/>
                    </a:lnTo>
                    <a:lnTo>
                      <a:pt x="367" y="277"/>
                    </a:lnTo>
                    <a:lnTo>
                      <a:pt x="371" y="278"/>
                    </a:lnTo>
                    <a:lnTo>
                      <a:pt x="371" y="280"/>
                    </a:lnTo>
                    <a:lnTo>
                      <a:pt x="375" y="281"/>
                    </a:lnTo>
                    <a:lnTo>
                      <a:pt x="379" y="280"/>
                    </a:lnTo>
                    <a:lnTo>
                      <a:pt x="382" y="278"/>
                    </a:lnTo>
                    <a:lnTo>
                      <a:pt x="382" y="275"/>
                    </a:lnTo>
                    <a:lnTo>
                      <a:pt x="386" y="274"/>
                    </a:lnTo>
                    <a:lnTo>
                      <a:pt x="386" y="272"/>
                    </a:lnTo>
                    <a:lnTo>
                      <a:pt x="386" y="269"/>
                    </a:lnTo>
                    <a:lnTo>
                      <a:pt x="390" y="266"/>
                    </a:lnTo>
                    <a:lnTo>
                      <a:pt x="390" y="262"/>
                    </a:lnTo>
                    <a:lnTo>
                      <a:pt x="390" y="259"/>
                    </a:lnTo>
                    <a:lnTo>
                      <a:pt x="393" y="254"/>
                    </a:lnTo>
                    <a:lnTo>
                      <a:pt x="393" y="251"/>
                    </a:lnTo>
                    <a:lnTo>
                      <a:pt x="393" y="246"/>
                    </a:lnTo>
                    <a:lnTo>
                      <a:pt x="397" y="240"/>
                    </a:lnTo>
                    <a:lnTo>
                      <a:pt x="397" y="235"/>
                    </a:lnTo>
                    <a:lnTo>
                      <a:pt x="397" y="231"/>
                    </a:lnTo>
                  </a:path>
                </a:pathLst>
              </a:custGeom>
              <a:noFill/>
              <a:ln w="28575" cap="rnd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6" name="Freeform 20"/>
              <p:cNvSpPr>
                <a:spLocks/>
              </p:cNvSpPr>
              <p:nvPr/>
            </p:nvSpPr>
            <p:spPr bwMode="auto">
              <a:xfrm>
                <a:off x="3429" y="3624"/>
                <a:ext cx="399" cy="340"/>
              </a:xfrm>
              <a:custGeom>
                <a:avLst/>
                <a:gdLst>
                  <a:gd name="T0" fmla="*/ 4 w 399"/>
                  <a:gd name="T1" fmla="*/ 319 h 340"/>
                  <a:gd name="T2" fmla="*/ 8 w 399"/>
                  <a:gd name="T3" fmla="*/ 291 h 340"/>
                  <a:gd name="T4" fmla="*/ 15 w 399"/>
                  <a:gd name="T5" fmla="*/ 261 h 340"/>
                  <a:gd name="T6" fmla="*/ 19 w 399"/>
                  <a:gd name="T7" fmla="*/ 227 h 340"/>
                  <a:gd name="T8" fmla="*/ 22 w 399"/>
                  <a:gd name="T9" fmla="*/ 192 h 340"/>
                  <a:gd name="T10" fmla="*/ 30 w 399"/>
                  <a:gd name="T11" fmla="*/ 157 h 340"/>
                  <a:gd name="T12" fmla="*/ 34 w 399"/>
                  <a:gd name="T13" fmla="*/ 124 h 340"/>
                  <a:gd name="T14" fmla="*/ 37 w 399"/>
                  <a:gd name="T15" fmla="*/ 92 h 340"/>
                  <a:gd name="T16" fmla="*/ 45 w 399"/>
                  <a:gd name="T17" fmla="*/ 65 h 340"/>
                  <a:gd name="T18" fmla="*/ 48 w 399"/>
                  <a:gd name="T19" fmla="*/ 43 h 340"/>
                  <a:gd name="T20" fmla="*/ 52 w 399"/>
                  <a:gd name="T21" fmla="*/ 24 h 340"/>
                  <a:gd name="T22" fmla="*/ 60 w 399"/>
                  <a:gd name="T23" fmla="*/ 11 h 340"/>
                  <a:gd name="T24" fmla="*/ 63 w 399"/>
                  <a:gd name="T25" fmla="*/ 3 h 340"/>
                  <a:gd name="T26" fmla="*/ 74 w 399"/>
                  <a:gd name="T27" fmla="*/ 3 h 340"/>
                  <a:gd name="T28" fmla="*/ 78 w 399"/>
                  <a:gd name="T29" fmla="*/ 9 h 340"/>
                  <a:gd name="T30" fmla="*/ 86 w 399"/>
                  <a:gd name="T31" fmla="*/ 19 h 340"/>
                  <a:gd name="T32" fmla="*/ 89 w 399"/>
                  <a:gd name="T33" fmla="*/ 30 h 340"/>
                  <a:gd name="T34" fmla="*/ 93 w 399"/>
                  <a:gd name="T35" fmla="*/ 41 h 340"/>
                  <a:gd name="T36" fmla="*/ 100 w 399"/>
                  <a:gd name="T37" fmla="*/ 54 h 340"/>
                  <a:gd name="T38" fmla="*/ 104 w 399"/>
                  <a:gd name="T39" fmla="*/ 63 h 340"/>
                  <a:gd name="T40" fmla="*/ 108 w 399"/>
                  <a:gd name="T41" fmla="*/ 73 h 340"/>
                  <a:gd name="T42" fmla="*/ 115 w 399"/>
                  <a:gd name="T43" fmla="*/ 79 h 340"/>
                  <a:gd name="T44" fmla="*/ 126 w 399"/>
                  <a:gd name="T45" fmla="*/ 86 h 340"/>
                  <a:gd name="T46" fmla="*/ 134 w 399"/>
                  <a:gd name="T47" fmla="*/ 79 h 340"/>
                  <a:gd name="T48" fmla="*/ 138 w 399"/>
                  <a:gd name="T49" fmla="*/ 73 h 340"/>
                  <a:gd name="T50" fmla="*/ 141 w 399"/>
                  <a:gd name="T51" fmla="*/ 66 h 340"/>
                  <a:gd name="T52" fmla="*/ 149 w 399"/>
                  <a:gd name="T53" fmla="*/ 59 h 340"/>
                  <a:gd name="T54" fmla="*/ 152 w 399"/>
                  <a:gd name="T55" fmla="*/ 49 h 340"/>
                  <a:gd name="T56" fmla="*/ 156 w 399"/>
                  <a:gd name="T57" fmla="*/ 41 h 340"/>
                  <a:gd name="T58" fmla="*/ 164 w 399"/>
                  <a:gd name="T59" fmla="*/ 35 h 340"/>
                  <a:gd name="T60" fmla="*/ 167 w 399"/>
                  <a:gd name="T61" fmla="*/ 28 h 340"/>
                  <a:gd name="T62" fmla="*/ 182 w 399"/>
                  <a:gd name="T63" fmla="*/ 25 h 340"/>
                  <a:gd name="T64" fmla="*/ 193 w 399"/>
                  <a:gd name="T65" fmla="*/ 31 h 340"/>
                  <a:gd name="T66" fmla="*/ 197 w 399"/>
                  <a:gd name="T67" fmla="*/ 38 h 340"/>
                  <a:gd name="T68" fmla="*/ 204 w 399"/>
                  <a:gd name="T69" fmla="*/ 44 h 340"/>
                  <a:gd name="T70" fmla="*/ 208 w 399"/>
                  <a:gd name="T71" fmla="*/ 51 h 340"/>
                  <a:gd name="T72" fmla="*/ 216 w 399"/>
                  <a:gd name="T73" fmla="*/ 57 h 340"/>
                  <a:gd name="T74" fmla="*/ 227 w 399"/>
                  <a:gd name="T75" fmla="*/ 63 h 340"/>
                  <a:gd name="T76" fmla="*/ 242 w 399"/>
                  <a:gd name="T77" fmla="*/ 59 h 340"/>
                  <a:gd name="T78" fmla="*/ 249 w 399"/>
                  <a:gd name="T79" fmla="*/ 52 h 340"/>
                  <a:gd name="T80" fmla="*/ 253 w 399"/>
                  <a:gd name="T81" fmla="*/ 46 h 340"/>
                  <a:gd name="T82" fmla="*/ 256 w 399"/>
                  <a:gd name="T83" fmla="*/ 39 h 340"/>
                  <a:gd name="T84" fmla="*/ 264 w 399"/>
                  <a:gd name="T85" fmla="*/ 33 h 340"/>
                  <a:gd name="T86" fmla="*/ 271 w 399"/>
                  <a:gd name="T87" fmla="*/ 27 h 340"/>
                  <a:gd name="T88" fmla="*/ 286 w 399"/>
                  <a:gd name="T89" fmla="*/ 28 h 340"/>
                  <a:gd name="T90" fmla="*/ 294 w 399"/>
                  <a:gd name="T91" fmla="*/ 35 h 340"/>
                  <a:gd name="T92" fmla="*/ 297 w 399"/>
                  <a:gd name="T93" fmla="*/ 43 h 340"/>
                  <a:gd name="T94" fmla="*/ 305 w 399"/>
                  <a:gd name="T95" fmla="*/ 51 h 340"/>
                  <a:gd name="T96" fmla="*/ 308 w 399"/>
                  <a:gd name="T97" fmla="*/ 59 h 340"/>
                  <a:gd name="T98" fmla="*/ 312 w 399"/>
                  <a:gd name="T99" fmla="*/ 66 h 340"/>
                  <a:gd name="T100" fmla="*/ 320 w 399"/>
                  <a:gd name="T101" fmla="*/ 74 h 340"/>
                  <a:gd name="T102" fmla="*/ 323 w 399"/>
                  <a:gd name="T103" fmla="*/ 81 h 340"/>
                  <a:gd name="T104" fmla="*/ 338 w 399"/>
                  <a:gd name="T105" fmla="*/ 84 h 340"/>
                  <a:gd name="T106" fmla="*/ 346 w 399"/>
                  <a:gd name="T107" fmla="*/ 78 h 340"/>
                  <a:gd name="T108" fmla="*/ 349 w 399"/>
                  <a:gd name="T109" fmla="*/ 70 h 340"/>
                  <a:gd name="T110" fmla="*/ 353 w 399"/>
                  <a:gd name="T111" fmla="*/ 60 h 340"/>
                  <a:gd name="T112" fmla="*/ 360 w 399"/>
                  <a:gd name="T113" fmla="*/ 49 h 340"/>
                  <a:gd name="T114" fmla="*/ 364 w 399"/>
                  <a:gd name="T115" fmla="*/ 38 h 340"/>
                  <a:gd name="T116" fmla="*/ 368 w 399"/>
                  <a:gd name="T117" fmla="*/ 25 h 340"/>
                  <a:gd name="T118" fmla="*/ 372 w 399"/>
                  <a:gd name="T119" fmla="*/ 16 h 340"/>
                  <a:gd name="T120" fmla="*/ 379 w 399"/>
                  <a:gd name="T121" fmla="*/ 6 h 340"/>
                  <a:gd name="T122" fmla="*/ 387 w 399"/>
                  <a:gd name="T123" fmla="*/ 0 h 340"/>
                  <a:gd name="T124" fmla="*/ 394 w 399"/>
                  <a:gd name="T125" fmla="*/ 6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99" h="340">
                    <a:moveTo>
                      <a:pt x="0" y="339"/>
                    </a:moveTo>
                    <a:lnTo>
                      <a:pt x="4" y="332"/>
                    </a:lnTo>
                    <a:lnTo>
                      <a:pt x="4" y="326"/>
                    </a:lnTo>
                    <a:lnTo>
                      <a:pt x="4" y="319"/>
                    </a:lnTo>
                    <a:lnTo>
                      <a:pt x="4" y="313"/>
                    </a:lnTo>
                    <a:lnTo>
                      <a:pt x="8" y="307"/>
                    </a:lnTo>
                    <a:lnTo>
                      <a:pt x="8" y="299"/>
                    </a:lnTo>
                    <a:lnTo>
                      <a:pt x="8" y="291"/>
                    </a:lnTo>
                    <a:lnTo>
                      <a:pt x="11" y="284"/>
                    </a:lnTo>
                    <a:lnTo>
                      <a:pt x="11" y="277"/>
                    </a:lnTo>
                    <a:lnTo>
                      <a:pt x="11" y="269"/>
                    </a:lnTo>
                    <a:lnTo>
                      <a:pt x="15" y="261"/>
                    </a:lnTo>
                    <a:lnTo>
                      <a:pt x="15" y="253"/>
                    </a:lnTo>
                    <a:lnTo>
                      <a:pt x="15" y="243"/>
                    </a:lnTo>
                    <a:lnTo>
                      <a:pt x="19" y="235"/>
                    </a:lnTo>
                    <a:lnTo>
                      <a:pt x="19" y="227"/>
                    </a:lnTo>
                    <a:lnTo>
                      <a:pt x="19" y="218"/>
                    </a:lnTo>
                    <a:lnTo>
                      <a:pt x="22" y="210"/>
                    </a:lnTo>
                    <a:lnTo>
                      <a:pt x="22" y="200"/>
                    </a:lnTo>
                    <a:lnTo>
                      <a:pt x="22" y="192"/>
                    </a:lnTo>
                    <a:lnTo>
                      <a:pt x="26" y="183"/>
                    </a:lnTo>
                    <a:lnTo>
                      <a:pt x="26" y="175"/>
                    </a:lnTo>
                    <a:lnTo>
                      <a:pt x="26" y="165"/>
                    </a:lnTo>
                    <a:lnTo>
                      <a:pt x="30" y="157"/>
                    </a:lnTo>
                    <a:lnTo>
                      <a:pt x="30" y="149"/>
                    </a:lnTo>
                    <a:lnTo>
                      <a:pt x="30" y="140"/>
                    </a:lnTo>
                    <a:lnTo>
                      <a:pt x="34" y="132"/>
                    </a:lnTo>
                    <a:lnTo>
                      <a:pt x="34" y="124"/>
                    </a:lnTo>
                    <a:lnTo>
                      <a:pt x="34" y="116"/>
                    </a:lnTo>
                    <a:lnTo>
                      <a:pt x="37" y="108"/>
                    </a:lnTo>
                    <a:lnTo>
                      <a:pt x="37" y="100"/>
                    </a:lnTo>
                    <a:lnTo>
                      <a:pt x="37" y="92"/>
                    </a:lnTo>
                    <a:lnTo>
                      <a:pt x="41" y="86"/>
                    </a:lnTo>
                    <a:lnTo>
                      <a:pt x="41" y="78"/>
                    </a:lnTo>
                    <a:lnTo>
                      <a:pt x="41" y="71"/>
                    </a:lnTo>
                    <a:lnTo>
                      <a:pt x="45" y="65"/>
                    </a:lnTo>
                    <a:lnTo>
                      <a:pt x="45" y="59"/>
                    </a:lnTo>
                    <a:lnTo>
                      <a:pt x="45" y="54"/>
                    </a:lnTo>
                    <a:lnTo>
                      <a:pt x="48" y="47"/>
                    </a:lnTo>
                    <a:lnTo>
                      <a:pt x="48" y="43"/>
                    </a:lnTo>
                    <a:lnTo>
                      <a:pt x="48" y="36"/>
                    </a:lnTo>
                    <a:lnTo>
                      <a:pt x="52" y="31"/>
                    </a:lnTo>
                    <a:lnTo>
                      <a:pt x="52" y="28"/>
                    </a:lnTo>
                    <a:lnTo>
                      <a:pt x="52" y="24"/>
                    </a:lnTo>
                    <a:lnTo>
                      <a:pt x="56" y="20"/>
                    </a:lnTo>
                    <a:lnTo>
                      <a:pt x="56" y="17"/>
                    </a:lnTo>
                    <a:lnTo>
                      <a:pt x="56" y="14"/>
                    </a:lnTo>
                    <a:lnTo>
                      <a:pt x="60" y="11"/>
                    </a:lnTo>
                    <a:lnTo>
                      <a:pt x="60" y="8"/>
                    </a:lnTo>
                    <a:lnTo>
                      <a:pt x="60" y="6"/>
                    </a:lnTo>
                    <a:lnTo>
                      <a:pt x="63" y="4"/>
                    </a:lnTo>
                    <a:lnTo>
                      <a:pt x="63" y="3"/>
                    </a:lnTo>
                    <a:lnTo>
                      <a:pt x="67" y="1"/>
                    </a:lnTo>
                    <a:lnTo>
                      <a:pt x="71" y="0"/>
                    </a:lnTo>
                    <a:lnTo>
                      <a:pt x="74" y="1"/>
                    </a:lnTo>
                    <a:lnTo>
                      <a:pt x="74" y="3"/>
                    </a:lnTo>
                    <a:lnTo>
                      <a:pt x="74" y="4"/>
                    </a:lnTo>
                    <a:lnTo>
                      <a:pt x="78" y="6"/>
                    </a:lnTo>
                    <a:lnTo>
                      <a:pt x="78" y="8"/>
                    </a:lnTo>
                    <a:lnTo>
                      <a:pt x="78" y="9"/>
                    </a:lnTo>
                    <a:lnTo>
                      <a:pt x="82" y="11"/>
                    </a:lnTo>
                    <a:lnTo>
                      <a:pt x="82" y="14"/>
                    </a:lnTo>
                    <a:lnTo>
                      <a:pt x="82" y="16"/>
                    </a:lnTo>
                    <a:lnTo>
                      <a:pt x="86" y="19"/>
                    </a:lnTo>
                    <a:lnTo>
                      <a:pt x="86" y="20"/>
                    </a:lnTo>
                    <a:lnTo>
                      <a:pt x="86" y="24"/>
                    </a:lnTo>
                    <a:lnTo>
                      <a:pt x="89" y="27"/>
                    </a:lnTo>
                    <a:lnTo>
                      <a:pt x="89" y="30"/>
                    </a:lnTo>
                    <a:lnTo>
                      <a:pt x="89" y="31"/>
                    </a:lnTo>
                    <a:lnTo>
                      <a:pt x="93" y="35"/>
                    </a:lnTo>
                    <a:lnTo>
                      <a:pt x="93" y="38"/>
                    </a:lnTo>
                    <a:lnTo>
                      <a:pt x="93" y="41"/>
                    </a:lnTo>
                    <a:lnTo>
                      <a:pt x="97" y="44"/>
                    </a:lnTo>
                    <a:lnTo>
                      <a:pt x="97" y="47"/>
                    </a:lnTo>
                    <a:lnTo>
                      <a:pt x="97" y="51"/>
                    </a:lnTo>
                    <a:lnTo>
                      <a:pt x="100" y="54"/>
                    </a:lnTo>
                    <a:lnTo>
                      <a:pt x="100" y="55"/>
                    </a:lnTo>
                    <a:lnTo>
                      <a:pt x="100" y="59"/>
                    </a:lnTo>
                    <a:lnTo>
                      <a:pt x="104" y="62"/>
                    </a:lnTo>
                    <a:lnTo>
                      <a:pt x="104" y="63"/>
                    </a:lnTo>
                    <a:lnTo>
                      <a:pt x="104" y="66"/>
                    </a:lnTo>
                    <a:lnTo>
                      <a:pt x="108" y="68"/>
                    </a:lnTo>
                    <a:lnTo>
                      <a:pt x="108" y="71"/>
                    </a:lnTo>
                    <a:lnTo>
                      <a:pt x="108" y="73"/>
                    </a:lnTo>
                    <a:lnTo>
                      <a:pt x="112" y="74"/>
                    </a:lnTo>
                    <a:lnTo>
                      <a:pt x="112" y="76"/>
                    </a:lnTo>
                    <a:lnTo>
                      <a:pt x="112" y="78"/>
                    </a:lnTo>
                    <a:lnTo>
                      <a:pt x="115" y="79"/>
                    </a:lnTo>
                    <a:lnTo>
                      <a:pt x="115" y="81"/>
                    </a:lnTo>
                    <a:lnTo>
                      <a:pt x="119" y="82"/>
                    </a:lnTo>
                    <a:lnTo>
                      <a:pt x="123" y="84"/>
                    </a:lnTo>
                    <a:lnTo>
                      <a:pt x="126" y="86"/>
                    </a:lnTo>
                    <a:lnTo>
                      <a:pt x="126" y="84"/>
                    </a:lnTo>
                    <a:lnTo>
                      <a:pt x="130" y="82"/>
                    </a:lnTo>
                    <a:lnTo>
                      <a:pt x="130" y="81"/>
                    </a:lnTo>
                    <a:lnTo>
                      <a:pt x="134" y="79"/>
                    </a:lnTo>
                    <a:lnTo>
                      <a:pt x="134" y="78"/>
                    </a:lnTo>
                    <a:lnTo>
                      <a:pt x="134" y="76"/>
                    </a:lnTo>
                    <a:lnTo>
                      <a:pt x="138" y="74"/>
                    </a:lnTo>
                    <a:lnTo>
                      <a:pt x="138" y="73"/>
                    </a:lnTo>
                    <a:lnTo>
                      <a:pt x="138" y="71"/>
                    </a:lnTo>
                    <a:lnTo>
                      <a:pt x="141" y="70"/>
                    </a:lnTo>
                    <a:lnTo>
                      <a:pt x="141" y="68"/>
                    </a:lnTo>
                    <a:lnTo>
                      <a:pt x="141" y="66"/>
                    </a:lnTo>
                    <a:lnTo>
                      <a:pt x="145" y="63"/>
                    </a:lnTo>
                    <a:lnTo>
                      <a:pt x="145" y="62"/>
                    </a:lnTo>
                    <a:lnTo>
                      <a:pt x="145" y="60"/>
                    </a:lnTo>
                    <a:lnTo>
                      <a:pt x="149" y="59"/>
                    </a:lnTo>
                    <a:lnTo>
                      <a:pt x="149" y="55"/>
                    </a:lnTo>
                    <a:lnTo>
                      <a:pt x="149" y="54"/>
                    </a:lnTo>
                    <a:lnTo>
                      <a:pt x="152" y="52"/>
                    </a:lnTo>
                    <a:lnTo>
                      <a:pt x="152" y="49"/>
                    </a:lnTo>
                    <a:lnTo>
                      <a:pt x="152" y="47"/>
                    </a:lnTo>
                    <a:lnTo>
                      <a:pt x="156" y="46"/>
                    </a:lnTo>
                    <a:lnTo>
                      <a:pt x="156" y="43"/>
                    </a:lnTo>
                    <a:lnTo>
                      <a:pt x="156" y="41"/>
                    </a:lnTo>
                    <a:lnTo>
                      <a:pt x="160" y="39"/>
                    </a:lnTo>
                    <a:lnTo>
                      <a:pt x="160" y="38"/>
                    </a:lnTo>
                    <a:lnTo>
                      <a:pt x="160" y="36"/>
                    </a:lnTo>
                    <a:lnTo>
                      <a:pt x="164" y="35"/>
                    </a:lnTo>
                    <a:lnTo>
                      <a:pt x="164" y="33"/>
                    </a:lnTo>
                    <a:lnTo>
                      <a:pt x="164" y="31"/>
                    </a:lnTo>
                    <a:lnTo>
                      <a:pt x="167" y="30"/>
                    </a:lnTo>
                    <a:lnTo>
                      <a:pt x="167" y="28"/>
                    </a:lnTo>
                    <a:lnTo>
                      <a:pt x="171" y="27"/>
                    </a:lnTo>
                    <a:lnTo>
                      <a:pt x="175" y="25"/>
                    </a:lnTo>
                    <a:lnTo>
                      <a:pt x="178" y="25"/>
                    </a:lnTo>
                    <a:lnTo>
                      <a:pt x="182" y="25"/>
                    </a:lnTo>
                    <a:lnTo>
                      <a:pt x="186" y="27"/>
                    </a:lnTo>
                    <a:lnTo>
                      <a:pt x="190" y="28"/>
                    </a:lnTo>
                    <a:lnTo>
                      <a:pt x="190" y="30"/>
                    </a:lnTo>
                    <a:lnTo>
                      <a:pt x="193" y="31"/>
                    </a:lnTo>
                    <a:lnTo>
                      <a:pt x="193" y="33"/>
                    </a:lnTo>
                    <a:lnTo>
                      <a:pt x="193" y="35"/>
                    </a:lnTo>
                    <a:lnTo>
                      <a:pt x="197" y="36"/>
                    </a:lnTo>
                    <a:lnTo>
                      <a:pt x="197" y="38"/>
                    </a:lnTo>
                    <a:lnTo>
                      <a:pt x="197" y="39"/>
                    </a:lnTo>
                    <a:lnTo>
                      <a:pt x="201" y="41"/>
                    </a:lnTo>
                    <a:lnTo>
                      <a:pt x="201" y="43"/>
                    </a:lnTo>
                    <a:lnTo>
                      <a:pt x="204" y="44"/>
                    </a:lnTo>
                    <a:lnTo>
                      <a:pt x="204" y="46"/>
                    </a:lnTo>
                    <a:lnTo>
                      <a:pt x="204" y="47"/>
                    </a:lnTo>
                    <a:lnTo>
                      <a:pt x="208" y="49"/>
                    </a:lnTo>
                    <a:lnTo>
                      <a:pt x="208" y="51"/>
                    </a:lnTo>
                    <a:lnTo>
                      <a:pt x="208" y="52"/>
                    </a:lnTo>
                    <a:lnTo>
                      <a:pt x="212" y="54"/>
                    </a:lnTo>
                    <a:lnTo>
                      <a:pt x="212" y="55"/>
                    </a:lnTo>
                    <a:lnTo>
                      <a:pt x="216" y="57"/>
                    </a:lnTo>
                    <a:lnTo>
                      <a:pt x="216" y="59"/>
                    </a:lnTo>
                    <a:lnTo>
                      <a:pt x="219" y="60"/>
                    </a:lnTo>
                    <a:lnTo>
                      <a:pt x="223" y="62"/>
                    </a:lnTo>
                    <a:lnTo>
                      <a:pt x="227" y="63"/>
                    </a:lnTo>
                    <a:lnTo>
                      <a:pt x="230" y="63"/>
                    </a:lnTo>
                    <a:lnTo>
                      <a:pt x="234" y="62"/>
                    </a:lnTo>
                    <a:lnTo>
                      <a:pt x="238" y="60"/>
                    </a:lnTo>
                    <a:lnTo>
                      <a:pt x="242" y="59"/>
                    </a:lnTo>
                    <a:lnTo>
                      <a:pt x="242" y="57"/>
                    </a:lnTo>
                    <a:lnTo>
                      <a:pt x="245" y="55"/>
                    </a:lnTo>
                    <a:lnTo>
                      <a:pt x="245" y="54"/>
                    </a:lnTo>
                    <a:lnTo>
                      <a:pt x="249" y="52"/>
                    </a:lnTo>
                    <a:lnTo>
                      <a:pt x="249" y="51"/>
                    </a:lnTo>
                    <a:lnTo>
                      <a:pt x="249" y="49"/>
                    </a:lnTo>
                    <a:lnTo>
                      <a:pt x="249" y="47"/>
                    </a:lnTo>
                    <a:lnTo>
                      <a:pt x="253" y="46"/>
                    </a:lnTo>
                    <a:lnTo>
                      <a:pt x="253" y="44"/>
                    </a:lnTo>
                    <a:lnTo>
                      <a:pt x="253" y="43"/>
                    </a:lnTo>
                    <a:lnTo>
                      <a:pt x="256" y="41"/>
                    </a:lnTo>
                    <a:lnTo>
                      <a:pt x="256" y="39"/>
                    </a:lnTo>
                    <a:lnTo>
                      <a:pt x="256" y="38"/>
                    </a:lnTo>
                    <a:lnTo>
                      <a:pt x="260" y="36"/>
                    </a:lnTo>
                    <a:lnTo>
                      <a:pt x="260" y="35"/>
                    </a:lnTo>
                    <a:lnTo>
                      <a:pt x="264" y="33"/>
                    </a:lnTo>
                    <a:lnTo>
                      <a:pt x="264" y="31"/>
                    </a:lnTo>
                    <a:lnTo>
                      <a:pt x="268" y="30"/>
                    </a:lnTo>
                    <a:lnTo>
                      <a:pt x="268" y="28"/>
                    </a:lnTo>
                    <a:lnTo>
                      <a:pt x="271" y="27"/>
                    </a:lnTo>
                    <a:lnTo>
                      <a:pt x="275" y="25"/>
                    </a:lnTo>
                    <a:lnTo>
                      <a:pt x="279" y="25"/>
                    </a:lnTo>
                    <a:lnTo>
                      <a:pt x="282" y="27"/>
                    </a:lnTo>
                    <a:lnTo>
                      <a:pt x="286" y="28"/>
                    </a:lnTo>
                    <a:lnTo>
                      <a:pt x="290" y="30"/>
                    </a:lnTo>
                    <a:lnTo>
                      <a:pt x="290" y="31"/>
                    </a:lnTo>
                    <a:lnTo>
                      <a:pt x="294" y="33"/>
                    </a:lnTo>
                    <a:lnTo>
                      <a:pt x="294" y="35"/>
                    </a:lnTo>
                    <a:lnTo>
                      <a:pt x="294" y="36"/>
                    </a:lnTo>
                    <a:lnTo>
                      <a:pt x="297" y="38"/>
                    </a:lnTo>
                    <a:lnTo>
                      <a:pt x="297" y="39"/>
                    </a:lnTo>
                    <a:lnTo>
                      <a:pt x="297" y="43"/>
                    </a:lnTo>
                    <a:lnTo>
                      <a:pt x="301" y="44"/>
                    </a:lnTo>
                    <a:lnTo>
                      <a:pt x="301" y="46"/>
                    </a:lnTo>
                    <a:lnTo>
                      <a:pt x="301" y="47"/>
                    </a:lnTo>
                    <a:lnTo>
                      <a:pt x="305" y="51"/>
                    </a:lnTo>
                    <a:lnTo>
                      <a:pt x="305" y="52"/>
                    </a:lnTo>
                    <a:lnTo>
                      <a:pt x="305" y="54"/>
                    </a:lnTo>
                    <a:lnTo>
                      <a:pt x="308" y="57"/>
                    </a:lnTo>
                    <a:lnTo>
                      <a:pt x="308" y="59"/>
                    </a:lnTo>
                    <a:lnTo>
                      <a:pt x="308" y="60"/>
                    </a:lnTo>
                    <a:lnTo>
                      <a:pt x="312" y="63"/>
                    </a:lnTo>
                    <a:lnTo>
                      <a:pt x="312" y="65"/>
                    </a:lnTo>
                    <a:lnTo>
                      <a:pt x="312" y="66"/>
                    </a:lnTo>
                    <a:lnTo>
                      <a:pt x="316" y="68"/>
                    </a:lnTo>
                    <a:lnTo>
                      <a:pt x="316" y="71"/>
                    </a:lnTo>
                    <a:lnTo>
                      <a:pt x="316" y="73"/>
                    </a:lnTo>
                    <a:lnTo>
                      <a:pt x="320" y="74"/>
                    </a:lnTo>
                    <a:lnTo>
                      <a:pt x="320" y="76"/>
                    </a:lnTo>
                    <a:lnTo>
                      <a:pt x="320" y="78"/>
                    </a:lnTo>
                    <a:lnTo>
                      <a:pt x="323" y="79"/>
                    </a:lnTo>
                    <a:lnTo>
                      <a:pt x="323" y="81"/>
                    </a:lnTo>
                    <a:lnTo>
                      <a:pt x="327" y="82"/>
                    </a:lnTo>
                    <a:lnTo>
                      <a:pt x="331" y="84"/>
                    </a:lnTo>
                    <a:lnTo>
                      <a:pt x="334" y="86"/>
                    </a:lnTo>
                    <a:lnTo>
                      <a:pt x="338" y="84"/>
                    </a:lnTo>
                    <a:lnTo>
                      <a:pt x="342" y="82"/>
                    </a:lnTo>
                    <a:lnTo>
                      <a:pt x="342" y="81"/>
                    </a:lnTo>
                    <a:lnTo>
                      <a:pt x="342" y="79"/>
                    </a:lnTo>
                    <a:lnTo>
                      <a:pt x="346" y="78"/>
                    </a:lnTo>
                    <a:lnTo>
                      <a:pt x="346" y="76"/>
                    </a:lnTo>
                    <a:lnTo>
                      <a:pt x="346" y="74"/>
                    </a:lnTo>
                    <a:lnTo>
                      <a:pt x="349" y="73"/>
                    </a:lnTo>
                    <a:lnTo>
                      <a:pt x="349" y="70"/>
                    </a:lnTo>
                    <a:lnTo>
                      <a:pt x="349" y="68"/>
                    </a:lnTo>
                    <a:lnTo>
                      <a:pt x="353" y="65"/>
                    </a:lnTo>
                    <a:lnTo>
                      <a:pt x="353" y="63"/>
                    </a:lnTo>
                    <a:lnTo>
                      <a:pt x="353" y="60"/>
                    </a:lnTo>
                    <a:lnTo>
                      <a:pt x="357" y="57"/>
                    </a:lnTo>
                    <a:lnTo>
                      <a:pt x="357" y="55"/>
                    </a:lnTo>
                    <a:lnTo>
                      <a:pt x="357" y="52"/>
                    </a:lnTo>
                    <a:lnTo>
                      <a:pt x="360" y="49"/>
                    </a:lnTo>
                    <a:lnTo>
                      <a:pt x="360" y="46"/>
                    </a:lnTo>
                    <a:lnTo>
                      <a:pt x="360" y="43"/>
                    </a:lnTo>
                    <a:lnTo>
                      <a:pt x="364" y="39"/>
                    </a:lnTo>
                    <a:lnTo>
                      <a:pt x="364" y="38"/>
                    </a:lnTo>
                    <a:lnTo>
                      <a:pt x="364" y="35"/>
                    </a:lnTo>
                    <a:lnTo>
                      <a:pt x="368" y="31"/>
                    </a:lnTo>
                    <a:lnTo>
                      <a:pt x="368" y="28"/>
                    </a:lnTo>
                    <a:lnTo>
                      <a:pt x="368" y="25"/>
                    </a:lnTo>
                    <a:lnTo>
                      <a:pt x="372" y="22"/>
                    </a:lnTo>
                    <a:lnTo>
                      <a:pt x="372" y="20"/>
                    </a:lnTo>
                    <a:lnTo>
                      <a:pt x="372" y="17"/>
                    </a:lnTo>
                    <a:lnTo>
                      <a:pt x="372" y="16"/>
                    </a:lnTo>
                    <a:lnTo>
                      <a:pt x="375" y="12"/>
                    </a:lnTo>
                    <a:lnTo>
                      <a:pt x="375" y="11"/>
                    </a:lnTo>
                    <a:lnTo>
                      <a:pt x="375" y="8"/>
                    </a:lnTo>
                    <a:lnTo>
                      <a:pt x="379" y="6"/>
                    </a:lnTo>
                    <a:lnTo>
                      <a:pt x="379" y="4"/>
                    </a:lnTo>
                    <a:lnTo>
                      <a:pt x="383" y="3"/>
                    </a:lnTo>
                    <a:lnTo>
                      <a:pt x="383" y="1"/>
                    </a:lnTo>
                    <a:lnTo>
                      <a:pt x="387" y="0"/>
                    </a:lnTo>
                    <a:lnTo>
                      <a:pt x="390" y="1"/>
                    </a:lnTo>
                    <a:lnTo>
                      <a:pt x="394" y="3"/>
                    </a:lnTo>
                    <a:lnTo>
                      <a:pt x="394" y="4"/>
                    </a:lnTo>
                    <a:lnTo>
                      <a:pt x="394" y="6"/>
                    </a:lnTo>
                    <a:lnTo>
                      <a:pt x="398" y="9"/>
                    </a:lnTo>
                    <a:lnTo>
                      <a:pt x="398" y="11"/>
                    </a:lnTo>
                  </a:path>
                </a:pathLst>
              </a:custGeom>
              <a:noFill/>
              <a:ln w="28575" cap="rnd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7" name="Freeform 21"/>
              <p:cNvSpPr>
                <a:spLocks/>
              </p:cNvSpPr>
              <p:nvPr/>
            </p:nvSpPr>
            <p:spPr bwMode="auto">
              <a:xfrm>
                <a:off x="3827" y="3635"/>
                <a:ext cx="34" cy="185"/>
              </a:xfrm>
              <a:custGeom>
                <a:avLst/>
                <a:gdLst>
                  <a:gd name="T0" fmla="*/ 0 w 34"/>
                  <a:gd name="T1" fmla="*/ 0 h 185"/>
                  <a:gd name="T2" fmla="*/ 0 w 34"/>
                  <a:gd name="T3" fmla="*/ 3 h 185"/>
                  <a:gd name="T4" fmla="*/ 3 w 34"/>
                  <a:gd name="T5" fmla="*/ 6 h 185"/>
                  <a:gd name="T6" fmla="*/ 3 w 34"/>
                  <a:gd name="T7" fmla="*/ 9 h 185"/>
                  <a:gd name="T8" fmla="*/ 3 w 34"/>
                  <a:gd name="T9" fmla="*/ 14 h 185"/>
                  <a:gd name="T10" fmla="*/ 7 w 34"/>
                  <a:gd name="T11" fmla="*/ 19 h 185"/>
                  <a:gd name="T12" fmla="*/ 7 w 34"/>
                  <a:gd name="T13" fmla="*/ 22 h 185"/>
                  <a:gd name="T14" fmla="*/ 7 w 34"/>
                  <a:gd name="T15" fmla="*/ 27 h 185"/>
                  <a:gd name="T16" fmla="*/ 11 w 34"/>
                  <a:gd name="T17" fmla="*/ 33 h 185"/>
                  <a:gd name="T18" fmla="*/ 11 w 34"/>
                  <a:gd name="T19" fmla="*/ 38 h 185"/>
                  <a:gd name="T20" fmla="*/ 11 w 34"/>
                  <a:gd name="T21" fmla="*/ 44 h 185"/>
                  <a:gd name="T22" fmla="*/ 15 w 34"/>
                  <a:gd name="T23" fmla="*/ 51 h 185"/>
                  <a:gd name="T24" fmla="*/ 15 w 34"/>
                  <a:gd name="T25" fmla="*/ 57 h 185"/>
                  <a:gd name="T26" fmla="*/ 15 w 34"/>
                  <a:gd name="T27" fmla="*/ 63 h 185"/>
                  <a:gd name="T28" fmla="*/ 18 w 34"/>
                  <a:gd name="T29" fmla="*/ 70 h 185"/>
                  <a:gd name="T30" fmla="*/ 18 w 34"/>
                  <a:gd name="T31" fmla="*/ 76 h 185"/>
                  <a:gd name="T32" fmla="*/ 18 w 34"/>
                  <a:gd name="T33" fmla="*/ 84 h 185"/>
                  <a:gd name="T34" fmla="*/ 22 w 34"/>
                  <a:gd name="T35" fmla="*/ 92 h 185"/>
                  <a:gd name="T36" fmla="*/ 22 w 34"/>
                  <a:gd name="T37" fmla="*/ 100 h 185"/>
                  <a:gd name="T38" fmla="*/ 22 w 34"/>
                  <a:gd name="T39" fmla="*/ 108 h 185"/>
                  <a:gd name="T40" fmla="*/ 26 w 34"/>
                  <a:gd name="T41" fmla="*/ 116 h 185"/>
                  <a:gd name="T42" fmla="*/ 26 w 34"/>
                  <a:gd name="T43" fmla="*/ 124 h 185"/>
                  <a:gd name="T44" fmla="*/ 26 w 34"/>
                  <a:gd name="T45" fmla="*/ 132 h 185"/>
                  <a:gd name="T46" fmla="*/ 29 w 34"/>
                  <a:gd name="T47" fmla="*/ 140 h 185"/>
                  <a:gd name="T48" fmla="*/ 29 w 34"/>
                  <a:gd name="T49" fmla="*/ 149 h 185"/>
                  <a:gd name="T50" fmla="*/ 29 w 34"/>
                  <a:gd name="T51" fmla="*/ 157 h 185"/>
                  <a:gd name="T52" fmla="*/ 33 w 34"/>
                  <a:gd name="T53" fmla="*/ 167 h 185"/>
                  <a:gd name="T54" fmla="*/ 33 w 34"/>
                  <a:gd name="T55" fmla="*/ 175 h 185"/>
                  <a:gd name="T56" fmla="*/ 33 w 34"/>
                  <a:gd name="T57" fmla="*/ 184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4" h="185">
                    <a:moveTo>
                      <a:pt x="0" y="0"/>
                    </a:moveTo>
                    <a:lnTo>
                      <a:pt x="0" y="3"/>
                    </a:lnTo>
                    <a:lnTo>
                      <a:pt x="3" y="6"/>
                    </a:lnTo>
                    <a:lnTo>
                      <a:pt x="3" y="9"/>
                    </a:lnTo>
                    <a:lnTo>
                      <a:pt x="3" y="14"/>
                    </a:lnTo>
                    <a:lnTo>
                      <a:pt x="7" y="19"/>
                    </a:lnTo>
                    <a:lnTo>
                      <a:pt x="7" y="22"/>
                    </a:lnTo>
                    <a:lnTo>
                      <a:pt x="7" y="27"/>
                    </a:lnTo>
                    <a:lnTo>
                      <a:pt x="11" y="33"/>
                    </a:lnTo>
                    <a:lnTo>
                      <a:pt x="11" y="38"/>
                    </a:lnTo>
                    <a:lnTo>
                      <a:pt x="11" y="44"/>
                    </a:lnTo>
                    <a:lnTo>
                      <a:pt x="15" y="51"/>
                    </a:lnTo>
                    <a:lnTo>
                      <a:pt x="15" y="57"/>
                    </a:lnTo>
                    <a:lnTo>
                      <a:pt x="15" y="63"/>
                    </a:lnTo>
                    <a:lnTo>
                      <a:pt x="18" y="70"/>
                    </a:lnTo>
                    <a:lnTo>
                      <a:pt x="18" y="76"/>
                    </a:lnTo>
                    <a:lnTo>
                      <a:pt x="18" y="84"/>
                    </a:lnTo>
                    <a:lnTo>
                      <a:pt x="22" y="92"/>
                    </a:lnTo>
                    <a:lnTo>
                      <a:pt x="22" y="100"/>
                    </a:lnTo>
                    <a:lnTo>
                      <a:pt x="22" y="108"/>
                    </a:lnTo>
                    <a:lnTo>
                      <a:pt x="26" y="116"/>
                    </a:lnTo>
                    <a:lnTo>
                      <a:pt x="26" y="124"/>
                    </a:lnTo>
                    <a:lnTo>
                      <a:pt x="26" y="132"/>
                    </a:lnTo>
                    <a:lnTo>
                      <a:pt x="29" y="140"/>
                    </a:lnTo>
                    <a:lnTo>
                      <a:pt x="29" y="149"/>
                    </a:lnTo>
                    <a:lnTo>
                      <a:pt x="29" y="157"/>
                    </a:lnTo>
                    <a:lnTo>
                      <a:pt x="33" y="167"/>
                    </a:lnTo>
                    <a:lnTo>
                      <a:pt x="33" y="175"/>
                    </a:lnTo>
                    <a:lnTo>
                      <a:pt x="33" y="184"/>
                    </a:lnTo>
                  </a:path>
                </a:pathLst>
              </a:custGeom>
              <a:noFill/>
              <a:ln w="28575" cap="rnd" cmpd="sng">
                <a:solidFill>
                  <a:srgbClr val="0099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361" name="Rectangle 25"/>
            <p:cNvSpPr>
              <a:spLocks noChangeArrowheads="1"/>
            </p:cNvSpPr>
            <p:nvPr/>
          </p:nvSpPr>
          <p:spPr bwMode="auto">
            <a:xfrm>
              <a:off x="96" y="3081"/>
              <a:ext cx="95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>
                  <a:solidFill>
                    <a:srgbClr val="114FFB"/>
                  </a:solidFill>
                  <a:latin typeface="Arial" charset="0"/>
                </a:rPr>
                <a:t>+ 0.4 sin(7x) </a:t>
              </a:r>
            </a:p>
          </p:txBody>
        </p:sp>
        <p:grpSp>
          <p:nvGrpSpPr>
            <p:cNvPr id="14362" name="Group 26"/>
            <p:cNvGrpSpPr>
              <a:grpSpLocks/>
            </p:cNvGrpSpPr>
            <p:nvPr/>
          </p:nvGrpSpPr>
          <p:grpSpPr bwMode="auto">
            <a:xfrm>
              <a:off x="1482" y="3103"/>
              <a:ext cx="1410" cy="91"/>
              <a:chOff x="1303" y="3776"/>
              <a:chExt cx="1057" cy="121"/>
            </a:xfrm>
          </p:grpSpPr>
          <p:sp>
            <p:nvSpPr>
              <p:cNvPr id="14363" name="Freeform 27"/>
              <p:cNvSpPr>
                <a:spLocks/>
              </p:cNvSpPr>
              <p:nvPr/>
            </p:nvSpPr>
            <p:spPr bwMode="auto">
              <a:xfrm>
                <a:off x="1303" y="3776"/>
                <a:ext cx="276" cy="121"/>
              </a:xfrm>
              <a:custGeom>
                <a:avLst/>
                <a:gdLst>
                  <a:gd name="T0" fmla="*/ 3 w 276"/>
                  <a:gd name="T1" fmla="*/ 48 h 121"/>
                  <a:gd name="T2" fmla="*/ 10 w 276"/>
                  <a:gd name="T3" fmla="*/ 33 h 121"/>
                  <a:gd name="T4" fmla="*/ 13 w 276"/>
                  <a:gd name="T5" fmla="*/ 20 h 121"/>
                  <a:gd name="T6" fmla="*/ 16 w 276"/>
                  <a:gd name="T7" fmla="*/ 10 h 121"/>
                  <a:gd name="T8" fmla="*/ 23 w 276"/>
                  <a:gd name="T9" fmla="*/ 3 h 121"/>
                  <a:gd name="T10" fmla="*/ 29 w 276"/>
                  <a:gd name="T11" fmla="*/ 0 h 121"/>
                  <a:gd name="T12" fmla="*/ 32 w 276"/>
                  <a:gd name="T13" fmla="*/ 3 h 121"/>
                  <a:gd name="T14" fmla="*/ 35 w 276"/>
                  <a:gd name="T15" fmla="*/ 11 h 121"/>
                  <a:gd name="T16" fmla="*/ 42 w 276"/>
                  <a:gd name="T17" fmla="*/ 21 h 121"/>
                  <a:gd name="T18" fmla="*/ 45 w 276"/>
                  <a:gd name="T19" fmla="*/ 35 h 121"/>
                  <a:gd name="T20" fmla="*/ 48 w 276"/>
                  <a:gd name="T21" fmla="*/ 50 h 121"/>
                  <a:gd name="T22" fmla="*/ 55 w 276"/>
                  <a:gd name="T23" fmla="*/ 66 h 121"/>
                  <a:gd name="T24" fmla="*/ 58 w 276"/>
                  <a:gd name="T25" fmla="*/ 81 h 121"/>
                  <a:gd name="T26" fmla="*/ 61 w 276"/>
                  <a:gd name="T27" fmla="*/ 95 h 121"/>
                  <a:gd name="T28" fmla="*/ 64 w 276"/>
                  <a:gd name="T29" fmla="*/ 106 h 121"/>
                  <a:gd name="T30" fmla="*/ 71 w 276"/>
                  <a:gd name="T31" fmla="*/ 115 h 121"/>
                  <a:gd name="T32" fmla="*/ 74 w 276"/>
                  <a:gd name="T33" fmla="*/ 119 h 121"/>
                  <a:gd name="T34" fmla="*/ 80 w 276"/>
                  <a:gd name="T35" fmla="*/ 119 h 121"/>
                  <a:gd name="T36" fmla="*/ 83 w 276"/>
                  <a:gd name="T37" fmla="*/ 115 h 121"/>
                  <a:gd name="T38" fmla="*/ 87 w 276"/>
                  <a:gd name="T39" fmla="*/ 106 h 121"/>
                  <a:gd name="T40" fmla="*/ 93 w 276"/>
                  <a:gd name="T41" fmla="*/ 94 h 121"/>
                  <a:gd name="T42" fmla="*/ 96 w 276"/>
                  <a:gd name="T43" fmla="*/ 81 h 121"/>
                  <a:gd name="T44" fmla="*/ 99 w 276"/>
                  <a:gd name="T45" fmla="*/ 65 h 121"/>
                  <a:gd name="T46" fmla="*/ 106 w 276"/>
                  <a:gd name="T47" fmla="*/ 49 h 121"/>
                  <a:gd name="T48" fmla="*/ 109 w 276"/>
                  <a:gd name="T49" fmla="*/ 34 h 121"/>
                  <a:gd name="T50" fmla="*/ 112 w 276"/>
                  <a:gd name="T51" fmla="*/ 21 h 121"/>
                  <a:gd name="T52" fmla="*/ 119 w 276"/>
                  <a:gd name="T53" fmla="*/ 10 h 121"/>
                  <a:gd name="T54" fmla="*/ 122 w 276"/>
                  <a:gd name="T55" fmla="*/ 3 h 121"/>
                  <a:gd name="T56" fmla="*/ 128 w 276"/>
                  <a:gd name="T57" fmla="*/ 0 h 121"/>
                  <a:gd name="T58" fmla="*/ 131 w 276"/>
                  <a:gd name="T59" fmla="*/ 3 h 121"/>
                  <a:gd name="T60" fmla="*/ 138 w 276"/>
                  <a:gd name="T61" fmla="*/ 10 h 121"/>
                  <a:gd name="T62" fmla="*/ 141 w 276"/>
                  <a:gd name="T63" fmla="*/ 21 h 121"/>
                  <a:gd name="T64" fmla="*/ 144 w 276"/>
                  <a:gd name="T65" fmla="*/ 34 h 121"/>
                  <a:gd name="T66" fmla="*/ 151 w 276"/>
                  <a:gd name="T67" fmla="*/ 49 h 121"/>
                  <a:gd name="T68" fmla="*/ 154 w 276"/>
                  <a:gd name="T69" fmla="*/ 64 h 121"/>
                  <a:gd name="T70" fmla="*/ 157 w 276"/>
                  <a:gd name="T71" fmla="*/ 80 h 121"/>
                  <a:gd name="T72" fmla="*/ 160 w 276"/>
                  <a:gd name="T73" fmla="*/ 94 h 121"/>
                  <a:gd name="T74" fmla="*/ 167 w 276"/>
                  <a:gd name="T75" fmla="*/ 106 h 121"/>
                  <a:gd name="T76" fmla="*/ 170 w 276"/>
                  <a:gd name="T77" fmla="*/ 114 h 121"/>
                  <a:gd name="T78" fmla="*/ 173 w 276"/>
                  <a:gd name="T79" fmla="*/ 119 h 121"/>
                  <a:gd name="T80" fmla="*/ 179 w 276"/>
                  <a:gd name="T81" fmla="*/ 119 h 121"/>
                  <a:gd name="T82" fmla="*/ 183 w 276"/>
                  <a:gd name="T83" fmla="*/ 115 h 121"/>
                  <a:gd name="T84" fmla="*/ 189 w 276"/>
                  <a:gd name="T85" fmla="*/ 107 h 121"/>
                  <a:gd name="T86" fmla="*/ 192 w 276"/>
                  <a:gd name="T87" fmla="*/ 95 h 121"/>
                  <a:gd name="T88" fmla="*/ 195 w 276"/>
                  <a:gd name="T89" fmla="*/ 81 h 121"/>
                  <a:gd name="T90" fmla="*/ 202 w 276"/>
                  <a:gd name="T91" fmla="*/ 66 h 121"/>
                  <a:gd name="T92" fmla="*/ 205 w 276"/>
                  <a:gd name="T93" fmla="*/ 50 h 121"/>
                  <a:gd name="T94" fmla="*/ 208 w 276"/>
                  <a:gd name="T95" fmla="*/ 35 h 121"/>
                  <a:gd name="T96" fmla="*/ 214 w 276"/>
                  <a:gd name="T97" fmla="*/ 21 h 121"/>
                  <a:gd name="T98" fmla="*/ 218 w 276"/>
                  <a:gd name="T99" fmla="*/ 11 h 121"/>
                  <a:gd name="T100" fmla="*/ 221 w 276"/>
                  <a:gd name="T101" fmla="*/ 3 h 121"/>
                  <a:gd name="T102" fmla="*/ 227 w 276"/>
                  <a:gd name="T103" fmla="*/ 0 h 121"/>
                  <a:gd name="T104" fmla="*/ 230 w 276"/>
                  <a:gd name="T105" fmla="*/ 2 h 121"/>
                  <a:gd name="T106" fmla="*/ 237 w 276"/>
                  <a:gd name="T107" fmla="*/ 8 h 121"/>
                  <a:gd name="T108" fmla="*/ 240 w 276"/>
                  <a:gd name="T109" fmla="*/ 17 h 121"/>
                  <a:gd name="T110" fmla="*/ 243 w 276"/>
                  <a:gd name="T111" fmla="*/ 29 h 121"/>
                  <a:gd name="T112" fmla="*/ 250 w 276"/>
                  <a:gd name="T113" fmla="*/ 44 h 121"/>
                  <a:gd name="T114" fmla="*/ 253 w 276"/>
                  <a:gd name="T115" fmla="*/ 60 h 121"/>
                  <a:gd name="T116" fmla="*/ 256 w 276"/>
                  <a:gd name="T117" fmla="*/ 75 h 121"/>
                  <a:gd name="T118" fmla="*/ 262 w 276"/>
                  <a:gd name="T119" fmla="*/ 90 h 121"/>
                  <a:gd name="T120" fmla="*/ 266 w 276"/>
                  <a:gd name="T121" fmla="*/ 102 h 121"/>
                  <a:gd name="T122" fmla="*/ 269 w 276"/>
                  <a:gd name="T123" fmla="*/ 112 h 121"/>
                  <a:gd name="T124" fmla="*/ 272 w 276"/>
                  <a:gd name="T125" fmla="*/ 118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76" h="121">
                    <a:moveTo>
                      <a:pt x="0" y="60"/>
                    </a:moveTo>
                    <a:lnTo>
                      <a:pt x="3" y="56"/>
                    </a:lnTo>
                    <a:lnTo>
                      <a:pt x="3" y="52"/>
                    </a:lnTo>
                    <a:lnTo>
                      <a:pt x="3" y="48"/>
                    </a:lnTo>
                    <a:lnTo>
                      <a:pt x="7" y="44"/>
                    </a:lnTo>
                    <a:lnTo>
                      <a:pt x="7" y="41"/>
                    </a:lnTo>
                    <a:lnTo>
                      <a:pt x="7" y="37"/>
                    </a:lnTo>
                    <a:lnTo>
                      <a:pt x="10" y="33"/>
                    </a:lnTo>
                    <a:lnTo>
                      <a:pt x="10" y="30"/>
                    </a:lnTo>
                    <a:lnTo>
                      <a:pt x="10" y="26"/>
                    </a:lnTo>
                    <a:lnTo>
                      <a:pt x="13" y="23"/>
                    </a:lnTo>
                    <a:lnTo>
                      <a:pt x="13" y="20"/>
                    </a:lnTo>
                    <a:lnTo>
                      <a:pt x="13" y="17"/>
                    </a:lnTo>
                    <a:lnTo>
                      <a:pt x="16" y="15"/>
                    </a:lnTo>
                    <a:lnTo>
                      <a:pt x="16" y="12"/>
                    </a:lnTo>
                    <a:lnTo>
                      <a:pt x="16" y="10"/>
                    </a:lnTo>
                    <a:lnTo>
                      <a:pt x="19" y="8"/>
                    </a:lnTo>
                    <a:lnTo>
                      <a:pt x="19" y="6"/>
                    </a:lnTo>
                    <a:lnTo>
                      <a:pt x="19" y="4"/>
                    </a:lnTo>
                    <a:lnTo>
                      <a:pt x="23" y="3"/>
                    </a:lnTo>
                    <a:lnTo>
                      <a:pt x="23" y="2"/>
                    </a:lnTo>
                    <a:lnTo>
                      <a:pt x="23" y="1"/>
                    </a:lnTo>
                    <a:lnTo>
                      <a:pt x="26" y="0"/>
                    </a:lnTo>
                    <a:lnTo>
                      <a:pt x="29" y="0"/>
                    </a:lnTo>
                    <a:lnTo>
                      <a:pt x="29" y="1"/>
                    </a:lnTo>
                    <a:lnTo>
                      <a:pt x="29" y="1"/>
                    </a:lnTo>
                    <a:lnTo>
                      <a:pt x="32" y="2"/>
                    </a:lnTo>
                    <a:lnTo>
                      <a:pt x="32" y="3"/>
                    </a:lnTo>
                    <a:lnTo>
                      <a:pt x="32" y="5"/>
                    </a:lnTo>
                    <a:lnTo>
                      <a:pt x="35" y="6"/>
                    </a:lnTo>
                    <a:lnTo>
                      <a:pt x="35" y="8"/>
                    </a:lnTo>
                    <a:lnTo>
                      <a:pt x="35" y="11"/>
                    </a:lnTo>
                    <a:lnTo>
                      <a:pt x="39" y="13"/>
                    </a:lnTo>
                    <a:lnTo>
                      <a:pt x="39" y="16"/>
                    </a:lnTo>
                    <a:lnTo>
                      <a:pt x="39" y="18"/>
                    </a:lnTo>
                    <a:lnTo>
                      <a:pt x="42" y="21"/>
                    </a:lnTo>
                    <a:lnTo>
                      <a:pt x="42" y="24"/>
                    </a:lnTo>
                    <a:lnTo>
                      <a:pt x="42" y="28"/>
                    </a:lnTo>
                    <a:lnTo>
                      <a:pt x="45" y="31"/>
                    </a:lnTo>
                    <a:lnTo>
                      <a:pt x="45" y="35"/>
                    </a:lnTo>
                    <a:lnTo>
                      <a:pt x="45" y="38"/>
                    </a:lnTo>
                    <a:lnTo>
                      <a:pt x="48" y="42"/>
                    </a:lnTo>
                    <a:lnTo>
                      <a:pt x="48" y="46"/>
                    </a:lnTo>
                    <a:lnTo>
                      <a:pt x="48" y="50"/>
                    </a:lnTo>
                    <a:lnTo>
                      <a:pt x="51" y="54"/>
                    </a:lnTo>
                    <a:lnTo>
                      <a:pt x="51" y="58"/>
                    </a:lnTo>
                    <a:lnTo>
                      <a:pt x="51" y="61"/>
                    </a:lnTo>
                    <a:lnTo>
                      <a:pt x="55" y="66"/>
                    </a:lnTo>
                    <a:lnTo>
                      <a:pt x="55" y="69"/>
                    </a:lnTo>
                    <a:lnTo>
                      <a:pt x="55" y="73"/>
                    </a:lnTo>
                    <a:lnTo>
                      <a:pt x="55" y="77"/>
                    </a:lnTo>
                    <a:lnTo>
                      <a:pt x="58" y="81"/>
                    </a:lnTo>
                    <a:lnTo>
                      <a:pt x="58" y="84"/>
                    </a:lnTo>
                    <a:lnTo>
                      <a:pt x="58" y="88"/>
                    </a:lnTo>
                    <a:lnTo>
                      <a:pt x="61" y="92"/>
                    </a:lnTo>
                    <a:lnTo>
                      <a:pt x="61" y="95"/>
                    </a:lnTo>
                    <a:lnTo>
                      <a:pt x="61" y="98"/>
                    </a:lnTo>
                    <a:lnTo>
                      <a:pt x="64" y="101"/>
                    </a:lnTo>
                    <a:lnTo>
                      <a:pt x="64" y="104"/>
                    </a:lnTo>
                    <a:lnTo>
                      <a:pt x="64" y="106"/>
                    </a:lnTo>
                    <a:lnTo>
                      <a:pt x="67" y="109"/>
                    </a:lnTo>
                    <a:lnTo>
                      <a:pt x="67" y="111"/>
                    </a:lnTo>
                    <a:lnTo>
                      <a:pt x="67" y="113"/>
                    </a:lnTo>
                    <a:lnTo>
                      <a:pt x="71" y="115"/>
                    </a:lnTo>
                    <a:lnTo>
                      <a:pt x="71" y="116"/>
                    </a:lnTo>
                    <a:lnTo>
                      <a:pt x="71" y="117"/>
                    </a:lnTo>
                    <a:lnTo>
                      <a:pt x="74" y="119"/>
                    </a:lnTo>
                    <a:lnTo>
                      <a:pt x="74" y="119"/>
                    </a:lnTo>
                    <a:lnTo>
                      <a:pt x="74" y="120"/>
                    </a:lnTo>
                    <a:lnTo>
                      <a:pt x="77" y="120"/>
                    </a:lnTo>
                    <a:lnTo>
                      <a:pt x="77" y="120"/>
                    </a:lnTo>
                    <a:lnTo>
                      <a:pt x="80" y="119"/>
                    </a:lnTo>
                    <a:lnTo>
                      <a:pt x="80" y="119"/>
                    </a:lnTo>
                    <a:lnTo>
                      <a:pt x="80" y="117"/>
                    </a:lnTo>
                    <a:lnTo>
                      <a:pt x="83" y="116"/>
                    </a:lnTo>
                    <a:lnTo>
                      <a:pt x="83" y="115"/>
                    </a:lnTo>
                    <a:lnTo>
                      <a:pt x="83" y="113"/>
                    </a:lnTo>
                    <a:lnTo>
                      <a:pt x="87" y="111"/>
                    </a:lnTo>
                    <a:lnTo>
                      <a:pt x="87" y="108"/>
                    </a:lnTo>
                    <a:lnTo>
                      <a:pt x="87" y="106"/>
                    </a:lnTo>
                    <a:lnTo>
                      <a:pt x="90" y="104"/>
                    </a:lnTo>
                    <a:lnTo>
                      <a:pt x="90" y="100"/>
                    </a:lnTo>
                    <a:lnTo>
                      <a:pt x="90" y="97"/>
                    </a:lnTo>
                    <a:lnTo>
                      <a:pt x="93" y="94"/>
                    </a:lnTo>
                    <a:lnTo>
                      <a:pt x="93" y="91"/>
                    </a:lnTo>
                    <a:lnTo>
                      <a:pt x="93" y="87"/>
                    </a:lnTo>
                    <a:lnTo>
                      <a:pt x="96" y="84"/>
                    </a:lnTo>
                    <a:lnTo>
                      <a:pt x="96" y="81"/>
                    </a:lnTo>
                    <a:lnTo>
                      <a:pt x="96" y="77"/>
                    </a:lnTo>
                    <a:lnTo>
                      <a:pt x="99" y="73"/>
                    </a:lnTo>
                    <a:lnTo>
                      <a:pt x="99" y="69"/>
                    </a:lnTo>
                    <a:lnTo>
                      <a:pt x="99" y="65"/>
                    </a:lnTo>
                    <a:lnTo>
                      <a:pt x="103" y="61"/>
                    </a:lnTo>
                    <a:lnTo>
                      <a:pt x="103" y="57"/>
                    </a:lnTo>
                    <a:lnTo>
                      <a:pt x="103" y="53"/>
                    </a:lnTo>
                    <a:lnTo>
                      <a:pt x="106" y="49"/>
                    </a:lnTo>
                    <a:lnTo>
                      <a:pt x="106" y="45"/>
                    </a:lnTo>
                    <a:lnTo>
                      <a:pt x="106" y="41"/>
                    </a:lnTo>
                    <a:lnTo>
                      <a:pt x="109" y="38"/>
                    </a:lnTo>
                    <a:lnTo>
                      <a:pt x="109" y="34"/>
                    </a:lnTo>
                    <a:lnTo>
                      <a:pt x="109" y="31"/>
                    </a:lnTo>
                    <a:lnTo>
                      <a:pt x="112" y="27"/>
                    </a:lnTo>
                    <a:lnTo>
                      <a:pt x="112" y="24"/>
                    </a:lnTo>
                    <a:lnTo>
                      <a:pt x="112" y="21"/>
                    </a:lnTo>
                    <a:lnTo>
                      <a:pt x="115" y="18"/>
                    </a:lnTo>
                    <a:lnTo>
                      <a:pt x="115" y="15"/>
                    </a:lnTo>
                    <a:lnTo>
                      <a:pt x="115" y="13"/>
                    </a:lnTo>
                    <a:lnTo>
                      <a:pt x="119" y="10"/>
                    </a:lnTo>
                    <a:lnTo>
                      <a:pt x="119" y="8"/>
                    </a:lnTo>
                    <a:lnTo>
                      <a:pt x="119" y="6"/>
                    </a:lnTo>
                    <a:lnTo>
                      <a:pt x="122" y="5"/>
                    </a:lnTo>
                    <a:lnTo>
                      <a:pt x="122" y="3"/>
                    </a:lnTo>
                    <a:lnTo>
                      <a:pt x="122" y="2"/>
                    </a:lnTo>
                    <a:lnTo>
                      <a:pt x="125" y="1"/>
                    </a:lnTo>
                    <a:lnTo>
                      <a:pt x="125" y="0"/>
                    </a:lnTo>
                    <a:lnTo>
                      <a:pt x="128" y="0"/>
                    </a:lnTo>
                    <a:lnTo>
                      <a:pt x="128" y="0"/>
                    </a:lnTo>
                    <a:lnTo>
                      <a:pt x="131" y="1"/>
                    </a:lnTo>
                    <a:lnTo>
                      <a:pt x="131" y="2"/>
                    </a:lnTo>
                    <a:lnTo>
                      <a:pt x="131" y="3"/>
                    </a:lnTo>
                    <a:lnTo>
                      <a:pt x="135" y="5"/>
                    </a:lnTo>
                    <a:lnTo>
                      <a:pt x="135" y="6"/>
                    </a:lnTo>
                    <a:lnTo>
                      <a:pt x="135" y="8"/>
                    </a:lnTo>
                    <a:lnTo>
                      <a:pt x="138" y="10"/>
                    </a:lnTo>
                    <a:lnTo>
                      <a:pt x="138" y="13"/>
                    </a:lnTo>
                    <a:lnTo>
                      <a:pt x="138" y="15"/>
                    </a:lnTo>
                    <a:lnTo>
                      <a:pt x="141" y="18"/>
                    </a:lnTo>
                    <a:lnTo>
                      <a:pt x="141" y="21"/>
                    </a:lnTo>
                    <a:lnTo>
                      <a:pt x="141" y="24"/>
                    </a:lnTo>
                    <a:lnTo>
                      <a:pt x="144" y="27"/>
                    </a:lnTo>
                    <a:lnTo>
                      <a:pt x="144" y="30"/>
                    </a:lnTo>
                    <a:lnTo>
                      <a:pt x="144" y="34"/>
                    </a:lnTo>
                    <a:lnTo>
                      <a:pt x="147" y="38"/>
                    </a:lnTo>
                    <a:lnTo>
                      <a:pt x="147" y="41"/>
                    </a:lnTo>
                    <a:lnTo>
                      <a:pt x="147" y="45"/>
                    </a:lnTo>
                    <a:lnTo>
                      <a:pt x="151" y="49"/>
                    </a:lnTo>
                    <a:lnTo>
                      <a:pt x="151" y="53"/>
                    </a:lnTo>
                    <a:lnTo>
                      <a:pt x="151" y="57"/>
                    </a:lnTo>
                    <a:lnTo>
                      <a:pt x="154" y="61"/>
                    </a:lnTo>
                    <a:lnTo>
                      <a:pt x="154" y="64"/>
                    </a:lnTo>
                    <a:lnTo>
                      <a:pt x="154" y="69"/>
                    </a:lnTo>
                    <a:lnTo>
                      <a:pt x="157" y="73"/>
                    </a:lnTo>
                    <a:lnTo>
                      <a:pt x="157" y="76"/>
                    </a:lnTo>
                    <a:lnTo>
                      <a:pt x="157" y="80"/>
                    </a:lnTo>
                    <a:lnTo>
                      <a:pt x="160" y="84"/>
                    </a:lnTo>
                    <a:lnTo>
                      <a:pt x="160" y="87"/>
                    </a:lnTo>
                    <a:lnTo>
                      <a:pt x="160" y="91"/>
                    </a:lnTo>
                    <a:lnTo>
                      <a:pt x="160" y="94"/>
                    </a:lnTo>
                    <a:lnTo>
                      <a:pt x="163" y="97"/>
                    </a:lnTo>
                    <a:lnTo>
                      <a:pt x="163" y="100"/>
                    </a:lnTo>
                    <a:lnTo>
                      <a:pt x="163" y="103"/>
                    </a:lnTo>
                    <a:lnTo>
                      <a:pt x="167" y="106"/>
                    </a:lnTo>
                    <a:lnTo>
                      <a:pt x="167" y="108"/>
                    </a:lnTo>
                    <a:lnTo>
                      <a:pt x="167" y="110"/>
                    </a:lnTo>
                    <a:lnTo>
                      <a:pt x="170" y="112"/>
                    </a:lnTo>
                    <a:lnTo>
                      <a:pt x="170" y="114"/>
                    </a:lnTo>
                    <a:lnTo>
                      <a:pt x="170" y="116"/>
                    </a:lnTo>
                    <a:lnTo>
                      <a:pt x="173" y="117"/>
                    </a:lnTo>
                    <a:lnTo>
                      <a:pt x="173" y="118"/>
                    </a:lnTo>
                    <a:lnTo>
                      <a:pt x="173" y="119"/>
                    </a:lnTo>
                    <a:lnTo>
                      <a:pt x="176" y="120"/>
                    </a:lnTo>
                    <a:lnTo>
                      <a:pt x="176" y="120"/>
                    </a:lnTo>
                    <a:lnTo>
                      <a:pt x="179" y="120"/>
                    </a:lnTo>
                    <a:lnTo>
                      <a:pt x="179" y="119"/>
                    </a:lnTo>
                    <a:lnTo>
                      <a:pt x="179" y="119"/>
                    </a:lnTo>
                    <a:lnTo>
                      <a:pt x="183" y="118"/>
                    </a:lnTo>
                    <a:lnTo>
                      <a:pt x="183" y="116"/>
                    </a:lnTo>
                    <a:lnTo>
                      <a:pt x="183" y="115"/>
                    </a:lnTo>
                    <a:lnTo>
                      <a:pt x="186" y="113"/>
                    </a:lnTo>
                    <a:lnTo>
                      <a:pt x="186" y="111"/>
                    </a:lnTo>
                    <a:lnTo>
                      <a:pt x="186" y="109"/>
                    </a:lnTo>
                    <a:lnTo>
                      <a:pt x="189" y="107"/>
                    </a:lnTo>
                    <a:lnTo>
                      <a:pt x="189" y="104"/>
                    </a:lnTo>
                    <a:lnTo>
                      <a:pt x="189" y="101"/>
                    </a:lnTo>
                    <a:lnTo>
                      <a:pt x="192" y="98"/>
                    </a:lnTo>
                    <a:lnTo>
                      <a:pt x="192" y="95"/>
                    </a:lnTo>
                    <a:lnTo>
                      <a:pt x="192" y="92"/>
                    </a:lnTo>
                    <a:lnTo>
                      <a:pt x="195" y="89"/>
                    </a:lnTo>
                    <a:lnTo>
                      <a:pt x="195" y="85"/>
                    </a:lnTo>
                    <a:lnTo>
                      <a:pt x="195" y="81"/>
                    </a:lnTo>
                    <a:lnTo>
                      <a:pt x="199" y="77"/>
                    </a:lnTo>
                    <a:lnTo>
                      <a:pt x="199" y="74"/>
                    </a:lnTo>
                    <a:lnTo>
                      <a:pt x="199" y="70"/>
                    </a:lnTo>
                    <a:lnTo>
                      <a:pt x="202" y="66"/>
                    </a:lnTo>
                    <a:lnTo>
                      <a:pt x="202" y="62"/>
                    </a:lnTo>
                    <a:lnTo>
                      <a:pt x="202" y="58"/>
                    </a:lnTo>
                    <a:lnTo>
                      <a:pt x="205" y="54"/>
                    </a:lnTo>
                    <a:lnTo>
                      <a:pt x="205" y="50"/>
                    </a:lnTo>
                    <a:lnTo>
                      <a:pt x="205" y="46"/>
                    </a:lnTo>
                    <a:lnTo>
                      <a:pt x="208" y="42"/>
                    </a:lnTo>
                    <a:lnTo>
                      <a:pt x="208" y="39"/>
                    </a:lnTo>
                    <a:lnTo>
                      <a:pt x="208" y="35"/>
                    </a:lnTo>
                    <a:lnTo>
                      <a:pt x="211" y="31"/>
                    </a:lnTo>
                    <a:lnTo>
                      <a:pt x="211" y="28"/>
                    </a:lnTo>
                    <a:lnTo>
                      <a:pt x="211" y="25"/>
                    </a:lnTo>
                    <a:lnTo>
                      <a:pt x="214" y="21"/>
                    </a:lnTo>
                    <a:lnTo>
                      <a:pt x="214" y="19"/>
                    </a:lnTo>
                    <a:lnTo>
                      <a:pt x="214" y="16"/>
                    </a:lnTo>
                    <a:lnTo>
                      <a:pt x="218" y="13"/>
                    </a:lnTo>
                    <a:lnTo>
                      <a:pt x="218" y="11"/>
                    </a:lnTo>
                    <a:lnTo>
                      <a:pt x="218" y="9"/>
                    </a:lnTo>
                    <a:lnTo>
                      <a:pt x="221" y="7"/>
                    </a:lnTo>
                    <a:lnTo>
                      <a:pt x="221" y="5"/>
                    </a:lnTo>
                    <a:lnTo>
                      <a:pt x="221" y="3"/>
                    </a:lnTo>
                    <a:lnTo>
                      <a:pt x="224" y="2"/>
                    </a:lnTo>
                    <a:lnTo>
                      <a:pt x="224" y="1"/>
                    </a:lnTo>
                    <a:lnTo>
                      <a:pt x="224" y="1"/>
                    </a:lnTo>
                    <a:lnTo>
                      <a:pt x="227" y="0"/>
                    </a:lnTo>
                    <a:lnTo>
                      <a:pt x="227" y="0"/>
                    </a:lnTo>
                    <a:lnTo>
                      <a:pt x="230" y="0"/>
                    </a:lnTo>
                    <a:lnTo>
                      <a:pt x="230" y="1"/>
                    </a:lnTo>
                    <a:lnTo>
                      <a:pt x="230" y="2"/>
                    </a:lnTo>
                    <a:lnTo>
                      <a:pt x="234" y="3"/>
                    </a:lnTo>
                    <a:lnTo>
                      <a:pt x="234" y="4"/>
                    </a:lnTo>
                    <a:lnTo>
                      <a:pt x="234" y="6"/>
                    </a:lnTo>
                    <a:lnTo>
                      <a:pt x="237" y="8"/>
                    </a:lnTo>
                    <a:lnTo>
                      <a:pt x="237" y="10"/>
                    </a:lnTo>
                    <a:lnTo>
                      <a:pt x="237" y="12"/>
                    </a:lnTo>
                    <a:lnTo>
                      <a:pt x="240" y="14"/>
                    </a:lnTo>
                    <a:lnTo>
                      <a:pt x="240" y="17"/>
                    </a:lnTo>
                    <a:lnTo>
                      <a:pt x="240" y="20"/>
                    </a:lnTo>
                    <a:lnTo>
                      <a:pt x="243" y="23"/>
                    </a:lnTo>
                    <a:lnTo>
                      <a:pt x="243" y="26"/>
                    </a:lnTo>
                    <a:lnTo>
                      <a:pt x="243" y="29"/>
                    </a:lnTo>
                    <a:lnTo>
                      <a:pt x="246" y="33"/>
                    </a:lnTo>
                    <a:lnTo>
                      <a:pt x="246" y="36"/>
                    </a:lnTo>
                    <a:lnTo>
                      <a:pt x="246" y="40"/>
                    </a:lnTo>
                    <a:lnTo>
                      <a:pt x="250" y="44"/>
                    </a:lnTo>
                    <a:lnTo>
                      <a:pt x="250" y="48"/>
                    </a:lnTo>
                    <a:lnTo>
                      <a:pt x="250" y="52"/>
                    </a:lnTo>
                    <a:lnTo>
                      <a:pt x="253" y="56"/>
                    </a:lnTo>
                    <a:lnTo>
                      <a:pt x="253" y="60"/>
                    </a:lnTo>
                    <a:lnTo>
                      <a:pt x="253" y="64"/>
                    </a:lnTo>
                    <a:lnTo>
                      <a:pt x="256" y="67"/>
                    </a:lnTo>
                    <a:lnTo>
                      <a:pt x="256" y="71"/>
                    </a:lnTo>
                    <a:lnTo>
                      <a:pt x="256" y="75"/>
                    </a:lnTo>
                    <a:lnTo>
                      <a:pt x="259" y="79"/>
                    </a:lnTo>
                    <a:lnTo>
                      <a:pt x="259" y="83"/>
                    </a:lnTo>
                    <a:lnTo>
                      <a:pt x="259" y="86"/>
                    </a:lnTo>
                    <a:lnTo>
                      <a:pt x="262" y="90"/>
                    </a:lnTo>
                    <a:lnTo>
                      <a:pt x="262" y="93"/>
                    </a:lnTo>
                    <a:lnTo>
                      <a:pt x="262" y="97"/>
                    </a:lnTo>
                    <a:lnTo>
                      <a:pt x="266" y="100"/>
                    </a:lnTo>
                    <a:lnTo>
                      <a:pt x="266" y="102"/>
                    </a:lnTo>
                    <a:lnTo>
                      <a:pt x="266" y="105"/>
                    </a:lnTo>
                    <a:lnTo>
                      <a:pt x="266" y="108"/>
                    </a:lnTo>
                    <a:lnTo>
                      <a:pt x="269" y="110"/>
                    </a:lnTo>
                    <a:lnTo>
                      <a:pt x="269" y="112"/>
                    </a:lnTo>
                    <a:lnTo>
                      <a:pt x="269" y="114"/>
                    </a:lnTo>
                    <a:lnTo>
                      <a:pt x="272" y="115"/>
                    </a:lnTo>
                    <a:lnTo>
                      <a:pt x="272" y="117"/>
                    </a:lnTo>
                    <a:lnTo>
                      <a:pt x="272" y="118"/>
                    </a:lnTo>
                    <a:lnTo>
                      <a:pt x="275" y="119"/>
                    </a:lnTo>
                    <a:lnTo>
                      <a:pt x="275" y="120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64" name="Freeform 28"/>
              <p:cNvSpPr>
                <a:spLocks/>
              </p:cNvSpPr>
              <p:nvPr/>
            </p:nvSpPr>
            <p:spPr bwMode="auto">
              <a:xfrm>
                <a:off x="1578" y="3776"/>
                <a:ext cx="280" cy="121"/>
              </a:xfrm>
              <a:custGeom>
                <a:avLst/>
                <a:gdLst>
                  <a:gd name="T0" fmla="*/ 7 w 280"/>
                  <a:gd name="T1" fmla="*/ 119 h 121"/>
                  <a:gd name="T2" fmla="*/ 10 w 280"/>
                  <a:gd name="T3" fmla="*/ 114 h 121"/>
                  <a:gd name="T4" fmla="*/ 13 w 280"/>
                  <a:gd name="T5" fmla="*/ 105 h 121"/>
                  <a:gd name="T6" fmla="*/ 19 w 280"/>
                  <a:gd name="T7" fmla="*/ 93 h 121"/>
                  <a:gd name="T8" fmla="*/ 23 w 280"/>
                  <a:gd name="T9" fmla="*/ 78 h 121"/>
                  <a:gd name="T10" fmla="*/ 26 w 280"/>
                  <a:gd name="T11" fmla="*/ 63 h 121"/>
                  <a:gd name="T12" fmla="*/ 32 w 280"/>
                  <a:gd name="T13" fmla="*/ 47 h 121"/>
                  <a:gd name="T14" fmla="*/ 35 w 280"/>
                  <a:gd name="T15" fmla="*/ 32 h 121"/>
                  <a:gd name="T16" fmla="*/ 39 w 280"/>
                  <a:gd name="T17" fmla="*/ 19 h 121"/>
                  <a:gd name="T18" fmla="*/ 45 w 280"/>
                  <a:gd name="T19" fmla="*/ 9 h 121"/>
                  <a:gd name="T20" fmla="*/ 48 w 280"/>
                  <a:gd name="T21" fmla="*/ 3 h 121"/>
                  <a:gd name="T22" fmla="*/ 55 w 280"/>
                  <a:gd name="T23" fmla="*/ 0 h 121"/>
                  <a:gd name="T24" fmla="*/ 58 w 280"/>
                  <a:gd name="T25" fmla="*/ 3 h 121"/>
                  <a:gd name="T26" fmla="*/ 61 w 280"/>
                  <a:gd name="T27" fmla="*/ 9 h 121"/>
                  <a:gd name="T28" fmla="*/ 67 w 280"/>
                  <a:gd name="T29" fmla="*/ 19 h 121"/>
                  <a:gd name="T30" fmla="*/ 71 w 280"/>
                  <a:gd name="T31" fmla="*/ 32 h 121"/>
                  <a:gd name="T32" fmla="*/ 74 w 280"/>
                  <a:gd name="T33" fmla="*/ 47 h 121"/>
                  <a:gd name="T34" fmla="*/ 80 w 280"/>
                  <a:gd name="T35" fmla="*/ 62 h 121"/>
                  <a:gd name="T36" fmla="*/ 83 w 280"/>
                  <a:gd name="T37" fmla="*/ 78 h 121"/>
                  <a:gd name="T38" fmla="*/ 87 w 280"/>
                  <a:gd name="T39" fmla="*/ 92 h 121"/>
                  <a:gd name="T40" fmla="*/ 93 w 280"/>
                  <a:gd name="T41" fmla="*/ 105 h 121"/>
                  <a:gd name="T42" fmla="*/ 96 w 280"/>
                  <a:gd name="T43" fmla="*/ 114 h 121"/>
                  <a:gd name="T44" fmla="*/ 99 w 280"/>
                  <a:gd name="T45" fmla="*/ 119 h 121"/>
                  <a:gd name="T46" fmla="*/ 106 w 280"/>
                  <a:gd name="T47" fmla="*/ 119 h 121"/>
                  <a:gd name="T48" fmla="*/ 109 w 280"/>
                  <a:gd name="T49" fmla="*/ 114 h 121"/>
                  <a:gd name="T50" fmla="*/ 115 w 280"/>
                  <a:gd name="T51" fmla="*/ 105 h 121"/>
                  <a:gd name="T52" fmla="*/ 119 w 280"/>
                  <a:gd name="T53" fmla="*/ 94 h 121"/>
                  <a:gd name="T54" fmla="*/ 122 w 280"/>
                  <a:gd name="T55" fmla="*/ 79 h 121"/>
                  <a:gd name="T56" fmla="*/ 128 w 280"/>
                  <a:gd name="T57" fmla="*/ 64 h 121"/>
                  <a:gd name="T58" fmla="*/ 131 w 280"/>
                  <a:gd name="T59" fmla="*/ 48 h 121"/>
                  <a:gd name="T60" fmla="*/ 135 w 280"/>
                  <a:gd name="T61" fmla="*/ 33 h 121"/>
                  <a:gd name="T62" fmla="*/ 141 w 280"/>
                  <a:gd name="T63" fmla="*/ 20 h 121"/>
                  <a:gd name="T64" fmla="*/ 144 w 280"/>
                  <a:gd name="T65" fmla="*/ 10 h 121"/>
                  <a:gd name="T66" fmla="*/ 147 w 280"/>
                  <a:gd name="T67" fmla="*/ 3 h 121"/>
                  <a:gd name="T68" fmla="*/ 154 w 280"/>
                  <a:gd name="T69" fmla="*/ 0 h 121"/>
                  <a:gd name="T70" fmla="*/ 157 w 280"/>
                  <a:gd name="T71" fmla="*/ 2 h 121"/>
                  <a:gd name="T72" fmla="*/ 163 w 280"/>
                  <a:gd name="T73" fmla="*/ 9 h 121"/>
                  <a:gd name="T74" fmla="*/ 167 w 280"/>
                  <a:gd name="T75" fmla="*/ 18 h 121"/>
                  <a:gd name="T76" fmla="*/ 170 w 280"/>
                  <a:gd name="T77" fmla="*/ 31 h 121"/>
                  <a:gd name="T78" fmla="*/ 176 w 280"/>
                  <a:gd name="T79" fmla="*/ 46 h 121"/>
                  <a:gd name="T80" fmla="*/ 179 w 280"/>
                  <a:gd name="T81" fmla="*/ 62 h 121"/>
                  <a:gd name="T82" fmla="*/ 183 w 280"/>
                  <a:gd name="T83" fmla="*/ 77 h 121"/>
                  <a:gd name="T84" fmla="*/ 189 w 280"/>
                  <a:gd name="T85" fmla="*/ 92 h 121"/>
                  <a:gd name="T86" fmla="*/ 192 w 280"/>
                  <a:gd name="T87" fmla="*/ 104 h 121"/>
                  <a:gd name="T88" fmla="*/ 195 w 280"/>
                  <a:gd name="T89" fmla="*/ 113 h 121"/>
                  <a:gd name="T90" fmla="*/ 202 w 280"/>
                  <a:gd name="T91" fmla="*/ 119 h 121"/>
                  <a:gd name="T92" fmla="*/ 205 w 280"/>
                  <a:gd name="T93" fmla="*/ 120 h 121"/>
                  <a:gd name="T94" fmla="*/ 208 w 280"/>
                  <a:gd name="T95" fmla="*/ 116 h 121"/>
                  <a:gd name="T96" fmla="*/ 215 w 280"/>
                  <a:gd name="T97" fmla="*/ 108 h 121"/>
                  <a:gd name="T98" fmla="*/ 218 w 280"/>
                  <a:gd name="T99" fmla="*/ 97 h 121"/>
                  <a:gd name="T100" fmla="*/ 221 w 280"/>
                  <a:gd name="T101" fmla="*/ 84 h 121"/>
                  <a:gd name="T102" fmla="*/ 227 w 280"/>
                  <a:gd name="T103" fmla="*/ 69 h 121"/>
                  <a:gd name="T104" fmla="*/ 231 w 280"/>
                  <a:gd name="T105" fmla="*/ 53 h 121"/>
                  <a:gd name="T106" fmla="*/ 234 w 280"/>
                  <a:gd name="T107" fmla="*/ 38 h 121"/>
                  <a:gd name="T108" fmla="*/ 240 w 280"/>
                  <a:gd name="T109" fmla="*/ 24 h 121"/>
                  <a:gd name="T110" fmla="*/ 243 w 280"/>
                  <a:gd name="T111" fmla="*/ 13 h 121"/>
                  <a:gd name="T112" fmla="*/ 247 w 280"/>
                  <a:gd name="T113" fmla="*/ 5 h 121"/>
                  <a:gd name="T114" fmla="*/ 253 w 280"/>
                  <a:gd name="T115" fmla="*/ 0 h 121"/>
                  <a:gd name="T116" fmla="*/ 259 w 280"/>
                  <a:gd name="T117" fmla="*/ 2 h 121"/>
                  <a:gd name="T118" fmla="*/ 263 w 280"/>
                  <a:gd name="T119" fmla="*/ 8 h 121"/>
                  <a:gd name="T120" fmla="*/ 266 w 280"/>
                  <a:gd name="T121" fmla="*/ 18 h 121"/>
                  <a:gd name="T122" fmla="*/ 272 w 280"/>
                  <a:gd name="T123" fmla="*/ 30 h 121"/>
                  <a:gd name="T124" fmla="*/ 275 w 280"/>
                  <a:gd name="T125" fmla="*/ 45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80" h="121">
                    <a:moveTo>
                      <a:pt x="0" y="120"/>
                    </a:moveTo>
                    <a:lnTo>
                      <a:pt x="3" y="120"/>
                    </a:lnTo>
                    <a:lnTo>
                      <a:pt x="3" y="120"/>
                    </a:lnTo>
                    <a:lnTo>
                      <a:pt x="7" y="119"/>
                    </a:lnTo>
                    <a:lnTo>
                      <a:pt x="7" y="118"/>
                    </a:lnTo>
                    <a:lnTo>
                      <a:pt x="7" y="117"/>
                    </a:lnTo>
                    <a:lnTo>
                      <a:pt x="10" y="115"/>
                    </a:lnTo>
                    <a:lnTo>
                      <a:pt x="10" y="114"/>
                    </a:lnTo>
                    <a:lnTo>
                      <a:pt x="10" y="112"/>
                    </a:lnTo>
                    <a:lnTo>
                      <a:pt x="13" y="110"/>
                    </a:lnTo>
                    <a:lnTo>
                      <a:pt x="13" y="107"/>
                    </a:lnTo>
                    <a:lnTo>
                      <a:pt x="13" y="105"/>
                    </a:lnTo>
                    <a:lnTo>
                      <a:pt x="16" y="102"/>
                    </a:lnTo>
                    <a:lnTo>
                      <a:pt x="16" y="99"/>
                    </a:lnTo>
                    <a:lnTo>
                      <a:pt x="16" y="96"/>
                    </a:lnTo>
                    <a:lnTo>
                      <a:pt x="19" y="93"/>
                    </a:lnTo>
                    <a:lnTo>
                      <a:pt x="19" y="89"/>
                    </a:lnTo>
                    <a:lnTo>
                      <a:pt x="19" y="86"/>
                    </a:lnTo>
                    <a:lnTo>
                      <a:pt x="23" y="82"/>
                    </a:lnTo>
                    <a:lnTo>
                      <a:pt x="23" y="78"/>
                    </a:lnTo>
                    <a:lnTo>
                      <a:pt x="23" y="74"/>
                    </a:lnTo>
                    <a:lnTo>
                      <a:pt x="26" y="71"/>
                    </a:lnTo>
                    <a:lnTo>
                      <a:pt x="26" y="67"/>
                    </a:lnTo>
                    <a:lnTo>
                      <a:pt x="26" y="63"/>
                    </a:lnTo>
                    <a:lnTo>
                      <a:pt x="29" y="59"/>
                    </a:lnTo>
                    <a:lnTo>
                      <a:pt x="29" y="55"/>
                    </a:lnTo>
                    <a:lnTo>
                      <a:pt x="29" y="51"/>
                    </a:lnTo>
                    <a:lnTo>
                      <a:pt x="32" y="47"/>
                    </a:lnTo>
                    <a:lnTo>
                      <a:pt x="32" y="43"/>
                    </a:lnTo>
                    <a:lnTo>
                      <a:pt x="32" y="39"/>
                    </a:lnTo>
                    <a:lnTo>
                      <a:pt x="35" y="36"/>
                    </a:lnTo>
                    <a:lnTo>
                      <a:pt x="35" y="32"/>
                    </a:lnTo>
                    <a:lnTo>
                      <a:pt x="35" y="29"/>
                    </a:lnTo>
                    <a:lnTo>
                      <a:pt x="39" y="26"/>
                    </a:lnTo>
                    <a:lnTo>
                      <a:pt x="39" y="22"/>
                    </a:lnTo>
                    <a:lnTo>
                      <a:pt x="39" y="19"/>
                    </a:lnTo>
                    <a:lnTo>
                      <a:pt x="42" y="16"/>
                    </a:lnTo>
                    <a:lnTo>
                      <a:pt x="42" y="14"/>
                    </a:lnTo>
                    <a:lnTo>
                      <a:pt x="42" y="12"/>
                    </a:lnTo>
                    <a:lnTo>
                      <a:pt x="45" y="9"/>
                    </a:lnTo>
                    <a:lnTo>
                      <a:pt x="45" y="7"/>
                    </a:lnTo>
                    <a:lnTo>
                      <a:pt x="45" y="5"/>
                    </a:lnTo>
                    <a:lnTo>
                      <a:pt x="48" y="4"/>
                    </a:lnTo>
                    <a:lnTo>
                      <a:pt x="48" y="3"/>
                    </a:lnTo>
                    <a:lnTo>
                      <a:pt x="48" y="1"/>
                    </a:lnTo>
                    <a:lnTo>
                      <a:pt x="51" y="1"/>
                    </a:lnTo>
                    <a:lnTo>
                      <a:pt x="51" y="0"/>
                    </a:lnTo>
                    <a:lnTo>
                      <a:pt x="55" y="0"/>
                    </a:lnTo>
                    <a:lnTo>
                      <a:pt x="55" y="0"/>
                    </a:lnTo>
                    <a:lnTo>
                      <a:pt x="55" y="1"/>
                    </a:lnTo>
                    <a:lnTo>
                      <a:pt x="58" y="1"/>
                    </a:lnTo>
                    <a:lnTo>
                      <a:pt x="58" y="3"/>
                    </a:lnTo>
                    <a:lnTo>
                      <a:pt x="58" y="4"/>
                    </a:lnTo>
                    <a:lnTo>
                      <a:pt x="61" y="5"/>
                    </a:lnTo>
                    <a:lnTo>
                      <a:pt x="61" y="7"/>
                    </a:lnTo>
                    <a:lnTo>
                      <a:pt x="61" y="9"/>
                    </a:lnTo>
                    <a:lnTo>
                      <a:pt x="64" y="12"/>
                    </a:lnTo>
                    <a:lnTo>
                      <a:pt x="64" y="14"/>
                    </a:lnTo>
                    <a:lnTo>
                      <a:pt x="64" y="16"/>
                    </a:lnTo>
                    <a:lnTo>
                      <a:pt x="67" y="19"/>
                    </a:lnTo>
                    <a:lnTo>
                      <a:pt x="67" y="22"/>
                    </a:lnTo>
                    <a:lnTo>
                      <a:pt x="67" y="25"/>
                    </a:lnTo>
                    <a:lnTo>
                      <a:pt x="71" y="29"/>
                    </a:lnTo>
                    <a:lnTo>
                      <a:pt x="71" y="32"/>
                    </a:lnTo>
                    <a:lnTo>
                      <a:pt x="71" y="36"/>
                    </a:lnTo>
                    <a:lnTo>
                      <a:pt x="74" y="39"/>
                    </a:lnTo>
                    <a:lnTo>
                      <a:pt x="74" y="43"/>
                    </a:lnTo>
                    <a:lnTo>
                      <a:pt x="74" y="47"/>
                    </a:lnTo>
                    <a:lnTo>
                      <a:pt x="77" y="51"/>
                    </a:lnTo>
                    <a:lnTo>
                      <a:pt x="77" y="55"/>
                    </a:lnTo>
                    <a:lnTo>
                      <a:pt x="77" y="59"/>
                    </a:lnTo>
                    <a:lnTo>
                      <a:pt x="80" y="62"/>
                    </a:lnTo>
                    <a:lnTo>
                      <a:pt x="80" y="67"/>
                    </a:lnTo>
                    <a:lnTo>
                      <a:pt x="80" y="71"/>
                    </a:lnTo>
                    <a:lnTo>
                      <a:pt x="83" y="74"/>
                    </a:lnTo>
                    <a:lnTo>
                      <a:pt x="83" y="78"/>
                    </a:lnTo>
                    <a:lnTo>
                      <a:pt x="83" y="82"/>
                    </a:lnTo>
                    <a:lnTo>
                      <a:pt x="87" y="85"/>
                    </a:lnTo>
                    <a:lnTo>
                      <a:pt x="87" y="89"/>
                    </a:lnTo>
                    <a:lnTo>
                      <a:pt x="87" y="92"/>
                    </a:lnTo>
                    <a:lnTo>
                      <a:pt x="90" y="96"/>
                    </a:lnTo>
                    <a:lnTo>
                      <a:pt x="90" y="99"/>
                    </a:lnTo>
                    <a:lnTo>
                      <a:pt x="90" y="102"/>
                    </a:lnTo>
                    <a:lnTo>
                      <a:pt x="93" y="105"/>
                    </a:lnTo>
                    <a:lnTo>
                      <a:pt x="93" y="107"/>
                    </a:lnTo>
                    <a:lnTo>
                      <a:pt x="93" y="109"/>
                    </a:lnTo>
                    <a:lnTo>
                      <a:pt x="96" y="112"/>
                    </a:lnTo>
                    <a:lnTo>
                      <a:pt x="96" y="114"/>
                    </a:lnTo>
                    <a:lnTo>
                      <a:pt x="96" y="115"/>
                    </a:lnTo>
                    <a:lnTo>
                      <a:pt x="96" y="117"/>
                    </a:lnTo>
                    <a:lnTo>
                      <a:pt x="99" y="118"/>
                    </a:lnTo>
                    <a:lnTo>
                      <a:pt x="99" y="119"/>
                    </a:lnTo>
                    <a:lnTo>
                      <a:pt x="99" y="119"/>
                    </a:lnTo>
                    <a:lnTo>
                      <a:pt x="103" y="120"/>
                    </a:lnTo>
                    <a:lnTo>
                      <a:pt x="106" y="120"/>
                    </a:lnTo>
                    <a:lnTo>
                      <a:pt x="106" y="119"/>
                    </a:lnTo>
                    <a:lnTo>
                      <a:pt x="106" y="118"/>
                    </a:lnTo>
                    <a:lnTo>
                      <a:pt x="109" y="117"/>
                    </a:lnTo>
                    <a:lnTo>
                      <a:pt x="109" y="115"/>
                    </a:lnTo>
                    <a:lnTo>
                      <a:pt x="109" y="114"/>
                    </a:lnTo>
                    <a:lnTo>
                      <a:pt x="112" y="112"/>
                    </a:lnTo>
                    <a:lnTo>
                      <a:pt x="112" y="110"/>
                    </a:lnTo>
                    <a:lnTo>
                      <a:pt x="112" y="108"/>
                    </a:lnTo>
                    <a:lnTo>
                      <a:pt x="115" y="105"/>
                    </a:lnTo>
                    <a:lnTo>
                      <a:pt x="115" y="103"/>
                    </a:lnTo>
                    <a:lnTo>
                      <a:pt x="115" y="100"/>
                    </a:lnTo>
                    <a:lnTo>
                      <a:pt x="119" y="97"/>
                    </a:lnTo>
                    <a:lnTo>
                      <a:pt x="119" y="94"/>
                    </a:lnTo>
                    <a:lnTo>
                      <a:pt x="119" y="90"/>
                    </a:lnTo>
                    <a:lnTo>
                      <a:pt x="122" y="87"/>
                    </a:lnTo>
                    <a:lnTo>
                      <a:pt x="122" y="83"/>
                    </a:lnTo>
                    <a:lnTo>
                      <a:pt x="122" y="79"/>
                    </a:lnTo>
                    <a:lnTo>
                      <a:pt x="125" y="76"/>
                    </a:lnTo>
                    <a:lnTo>
                      <a:pt x="125" y="72"/>
                    </a:lnTo>
                    <a:lnTo>
                      <a:pt x="125" y="68"/>
                    </a:lnTo>
                    <a:lnTo>
                      <a:pt x="128" y="64"/>
                    </a:lnTo>
                    <a:lnTo>
                      <a:pt x="128" y="60"/>
                    </a:lnTo>
                    <a:lnTo>
                      <a:pt x="128" y="56"/>
                    </a:lnTo>
                    <a:lnTo>
                      <a:pt x="131" y="52"/>
                    </a:lnTo>
                    <a:lnTo>
                      <a:pt x="131" y="48"/>
                    </a:lnTo>
                    <a:lnTo>
                      <a:pt x="131" y="44"/>
                    </a:lnTo>
                    <a:lnTo>
                      <a:pt x="135" y="40"/>
                    </a:lnTo>
                    <a:lnTo>
                      <a:pt x="135" y="37"/>
                    </a:lnTo>
                    <a:lnTo>
                      <a:pt x="135" y="33"/>
                    </a:lnTo>
                    <a:lnTo>
                      <a:pt x="138" y="29"/>
                    </a:lnTo>
                    <a:lnTo>
                      <a:pt x="138" y="26"/>
                    </a:lnTo>
                    <a:lnTo>
                      <a:pt x="138" y="23"/>
                    </a:lnTo>
                    <a:lnTo>
                      <a:pt x="141" y="20"/>
                    </a:lnTo>
                    <a:lnTo>
                      <a:pt x="141" y="17"/>
                    </a:lnTo>
                    <a:lnTo>
                      <a:pt x="141" y="15"/>
                    </a:lnTo>
                    <a:lnTo>
                      <a:pt x="144" y="12"/>
                    </a:lnTo>
                    <a:lnTo>
                      <a:pt x="144" y="10"/>
                    </a:lnTo>
                    <a:lnTo>
                      <a:pt x="144" y="8"/>
                    </a:lnTo>
                    <a:lnTo>
                      <a:pt x="147" y="6"/>
                    </a:lnTo>
                    <a:lnTo>
                      <a:pt x="147" y="4"/>
                    </a:lnTo>
                    <a:lnTo>
                      <a:pt x="147" y="3"/>
                    </a:lnTo>
                    <a:lnTo>
                      <a:pt x="151" y="2"/>
                    </a:lnTo>
                    <a:lnTo>
                      <a:pt x="151" y="1"/>
                    </a:lnTo>
                    <a:lnTo>
                      <a:pt x="151" y="0"/>
                    </a:lnTo>
                    <a:lnTo>
                      <a:pt x="154" y="0"/>
                    </a:lnTo>
                    <a:lnTo>
                      <a:pt x="154" y="0"/>
                    </a:lnTo>
                    <a:lnTo>
                      <a:pt x="157" y="1"/>
                    </a:lnTo>
                    <a:lnTo>
                      <a:pt x="157" y="1"/>
                    </a:lnTo>
                    <a:lnTo>
                      <a:pt x="157" y="2"/>
                    </a:lnTo>
                    <a:lnTo>
                      <a:pt x="160" y="3"/>
                    </a:lnTo>
                    <a:lnTo>
                      <a:pt x="160" y="5"/>
                    </a:lnTo>
                    <a:lnTo>
                      <a:pt x="160" y="7"/>
                    </a:lnTo>
                    <a:lnTo>
                      <a:pt x="163" y="9"/>
                    </a:lnTo>
                    <a:lnTo>
                      <a:pt x="163" y="11"/>
                    </a:lnTo>
                    <a:lnTo>
                      <a:pt x="163" y="13"/>
                    </a:lnTo>
                    <a:lnTo>
                      <a:pt x="167" y="16"/>
                    </a:lnTo>
                    <a:lnTo>
                      <a:pt x="167" y="18"/>
                    </a:lnTo>
                    <a:lnTo>
                      <a:pt x="167" y="21"/>
                    </a:lnTo>
                    <a:lnTo>
                      <a:pt x="170" y="24"/>
                    </a:lnTo>
                    <a:lnTo>
                      <a:pt x="170" y="28"/>
                    </a:lnTo>
                    <a:lnTo>
                      <a:pt x="170" y="31"/>
                    </a:lnTo>
                    <a:lnTo>
                      <a:pt x="173" y="35"/>
                    </a:lnTo>
                    <a:lnTo>
                      <a:pt x="173" y="38"/>
                    </a:lnTo>
                    <a:lnTo>
                      <a:pt x="173" y="42"/>
                    </a:lnTo>
                    <a:lnTo>
                      <a:pt x="176" y="46"/>
                    </a:lnTo>
                    <a:lnTo>
                      <a:pt x="176" y="50"/>
                    </a:lnTo>
                    <a:lnTo>
                      <a:pt x="176" y="54"/>
                    </a:lnTo>
                    <a:lnTo>
                      <a:pt x="179" y="58"/>
                    </a:lnTo>
                    <a:lnTo>
                      <a:pt x="179" y="62"/>
                    </a:lnTo>
                    <a:lnTo>
                      <a:pt x="179" y="66"/>
                    </a:lnTo>
                    <a:lnTo>
                      <a:pt x="183" y="69"/>
                    </a:lnTo>
                    <a:lnTo>
                      <a:pt x="183" y="74"/>
                    </a:lnTo>
                    <a:lnTo>
                      <a:pt x="183" y="77"/>
                    </a:lnTo>
                    <a:lnTo>
                      <a:pt x="186" y="81"/>
                    </a:lnTo>
                    <a:lnTo>
                      <a:pt x="186" y="85"/>
                    </a:lnTo>
                    <a:lnTo>
                      <a:pt x="186" y="88"/>
                    </a:lnTo>
                    <a:lnTo>
                      <a:pt x="189" y="92"/>
                    </a:lnTo>
                    <a:lnTo>
                      <a:pt x="189" y="95"/>
                    </a:lnTo>
                    <a:lnTo>
                      <a:pt x="189" y="98"/>
                    </a:lnTo>
                    <a:lnTo>
                      <a:pt x="192" y="101"/>
                    </a:lnTo>
                    <a:lnTo>
                      <a:pt x="192" y="104"/>
                    </a:lnTo>
                    <a:lnTo>
                      <a:pt x="192" y="107"/>
                    </a:lnTo>
                    <a:lnTo>
                      <a:pt x="195" y="109"/>
                    </a:lnTo>
                    <a:lnTo>
                      <a:pt x="195" y="111"/>
                    </a:lnTo>
                    <a:lnTo>
                      <a:pt x="195" y="113"/>
                    </a:lnTo>
                    <a:lnTo>
                      <a:pt x="199" y="115"/>
                    </a:lnTo>
                    <a:lnTo>
                      <a:pt x="199" y="116"/>
                    </a:lnTo>
                    <a:lnTo>
                      <a:pt x="199" y="118"/>
                    </a:lnTo>
                    <a:lnTo>
                      <a:pt x="202" y="119"/>
                    </a:lnTo>
                    <a:lnTo>
                      <a:pt x="202" y="119"/>
                    </a:lnTo>
                    <a:lnTo>
                      <a:pt x="202" y="120"/>
                    </a:lnTo>
                    <a:lnTo>
                      <a:pt x="205" y="120"/>
                    </a:lnTo>
                    <a:lnTo>
                      <a:pt x="205" y="120"/>
                    </a:lnTo>
                    <a:lnTo>
                      <a:pt x="205" y="119"/>
                    </a:lnTo>
                    <a:lnTo>
                      <a:pt x="208" y="119"/>
                    </a:lnTo>
                    <a:lnTo>
                      <a:pt x="208" y="117"/>
                    </a:lnTo>
                    <a:lnTo>
                      <a:pt x="208" y="116"/>
                    </a:lnTo>
                    <a:lnTo>
                      <a:pt x="211" y="114"/>
                    </a:lnTo>
                    <a:lnTo>
                      <a:pt x="211" y="113"/>
                    </a:lnTo>
                    <a:lnTo>
                      <a:pt x="211" y="110"/>
                    </a:lnTo>
                    <a:lnTo>
                      <a:pt x="215" y="108"/>
                    </a:lnTo>
                    <a:lnTo>
                      <a:pt x="215" y="106"/>
                    </a:lnTo>
                    <a:lnTo>
                      <a:pt x="215" y="103"/>
                    </a:lnTo>
                    <a:lnTo>
                      <a:pt x="218" y="100"/>
                    </a:lnTo>
                    <a:lnTo>
                      <a:pt x="218" y="97"/>
                    </a:lnTo>
                    <a:lnTo>
                      <a:pt x="218" y="94"/>
                    </a:lnTo>
                    <a:lnTo>
                      <a:pt x="221" y="91"/>
                    </a:lnTo>
                    <a:lnTo>
                      <a:pt x="221" y="87"/>
                    </a:lnTo>
                    <a:lnTo>
                      <a:pt x="221" y="84"/>
                    </a:lnTo>
                    <a:lnTo>
                      <a:pt x="224" y="80"/>
                    </a:lnTo>
                    <a:lnTo>
                      <a:pt x="224" y="76"/>
                    </a:lnTo>
                    <a:lnTo>
                      <a:pt x="224" y="73"/>
                    </a:lnTo>
                    <a:lnTo>
                      <a:pt x="227" y="69"/>
                    </a:lnTo>
                    <a:lnTo>
                      <a:pt x="227" y="65"/>
                    </a:lnTo>
                    <a:lnTo>
                      <a:pt x="227" y="61"/>
                    </a:lnTo>
                    <a:lnTo>
                      <a:pt x="231" y="57"/>
                    </a:lnTo>
                    <a:lnTo>
                      <a:pt x="231" y="53"/>
                    </a:lnTo>
                    <a:lnTo>
                      <a:pt x="231" y="49"/>
                    </a:lnTo>
                    <a:lnTo>
                      <a:pt x="234" y="45"/>
                    </a:lnTo>
                    <a:lnTo>
                      <a:pt x="234" y="41"/>
                    </a:lnTo>
                    <a:lnTo>
                      <a:pt x="234" y="38"/>
                    </a:lnTo>
                    <a:lnTo>
                      <a:pt x="237" y="34"/>
                    </a:lnTo>
                    <a:lnTo>
                      <a:pt x="237" y="30"/>
                    </a:lnTo>
                    <a:lnTo>
                      <a:pt x="237" y="27"/>
                    </a:lnTo>
                    <a:lnTo>
                      <a:pt x="240" y="24"/>
                    </a:lnTo>
                    <a:lnTo>
                      <a:pt x="240" y="21"/>
                    </a:lnTo>
                    <a:lnTo>
                      <a:pt x="240" y="18"/>
                    </a:lnTo>
                    <a:lnTo>
                      <a:pt x="243" y="15"/>
                    </a:lnTo>
                    <a:lnTo>
                      <a:pt x="243" y="13"/>
                    </a:lnTo>
                    <a:lnTo>
                      <a:pt x="243" y="10"/>
                    </a:lnTo>
                    <a:lnTo>
                      <a:pt x="247" y="8"/>
                    </a:lnTo>
                    <a:lnTo>
                      <a:pt x="247" y="6"/>
                    </a:lnTo>
                    <a:lnTo>
                      <a:pt x="247" y="5"/>
                    </a:lnTo>
                    <a:lnTo>
                      <a:pt x="250" y="3"/>
                    </a:lnTo>
                    <a:lnTo>
                      <a:pt x="250" y="2"/>
                    </a:lnTo>
                    <a:lnTo>
                      <a:pt x="250" y="1"/>
                    </a:lnTo>
                    <a:lnTo>
                      <a:pt x="253" y="0"/>
                    </a:lnTo>
                    <a:lnTo>
                      <a:pt x="256" y="0"/>
                    </a:lnTo>
                    <a:lnTo>
                      <a:pt x="256" y="0"/>
                    </a:lnTo>
                    <a:lnTo>
                      <a:pt x="256" y="1"/>
                    </a:lnTo>
                    <a:lnTo>
                      <a:pt x="259" y="2"/>
                    </a:lnTo>
                    <a:lnTo>
                      <a:pt x="259" y="3"/>
                    </a:lnTo>
                    <a:lnTo>
                      <a:pt x="259" y="5"/>
                    </a:lnTo>
                    <a:lnTo>
                      <a:pt x="263" y="6"/>
                    </a:lnTo>
                    <a:lnTo>
                      <a:pt x="263" y="8"/>
                    </a:lnTo>
                    <a:lnTo>
                      <a:pt x="263" y="10"/>
                    </a:lnTo>
                    <a:lnTo>
                      <a:pt x="266" y="13"/>
                    </a:lnTo>
                    <a:lnTo>
                      <a:pt x="266" y="15"/>
                    </a:lnTo>
                    <a:lnTo>
                      <a:pt x="266" y="18"/>
                    </a:lnTo>
                    <a:lnTo>
                      <a:pt x="269" y="21"/>
                    </a:lnTo>
                    <a:lnTo>
                      <a:pt x="269" y="24"/>
                    </a:lnTo>
                    <a:lnTo>
                      <a:pt x="269" y="27"/>
                    </a:lnTo>
                    <a:lnTo>
                      <a:pt x="272" y="30"/>
                    </a:lnTo>
                    <a:lnTo>
                      <a:pt x="272" y="34"/>
                    </a:lnTo>
                    <a:lnTo>
                      <a:pt x="272" y="38"/>
                    </a:lnTo>
                    <a:lnTo>
                      <a:pt x="275" y="41"/>
                    </a:lnTo>
                    <a:lnTo>
                      <a:pt x="275" y="45"/>
                    </a:lnTo>
                    <a:lnTo>
                      <a:pt x="275" y="49"/>
                    </a:lnTo>
                    <a:lnTo>
                      <a:pt x="279" y="53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65" name="Freeform 29"/>
              <p:cNvSpPr>
                <a:spLocks/>
              </p:cNvSpPr>
              <p:nvPr/>
            </p:nvSpPr>
            <p:spPr bwMode="auto">
              <a:xfrm>
                <a:off x="1857" y="3776"/>
                <a:ext cx="273" cy="121"/>
              </a:xfrm>
              <a:custGeom>
                <a:avLst/>
                <a:gdLst>
                  <a:gd name="T0" fmla="*/ 3 w 273"/>
                  <a:gd name="T1" fmla="*/ 65 h 121"/>
                  <a:gd name="T2" fmla="*/ 6 w 273"/>
                  <a:gd name="T3" fmla="*/ 80 h 121"/>
                  <a:gd name="T4" fmla="*/ 9 w 273"/>
                  <a:gd name="T5" fmla="*/ 94 h 121"/>
                  <a:gd name="T6" fmla="*/ 16 w 273"/>
                  <a:gd name="T7" fmla="*/ 106 h 121"/>
                  <a:gd name="T8" fmla="*/ 19 w 273"/>
                  <a:gd name="T9" fmla="*/ 114 h 121"/>
                  <a:gd name="T10" fmla="*/ 22 w 273"/>
                  <a:gd name="T11" fmla="*/ 119 h 121"/>
                  <a:gd name="T12" fmla="*/ 28 w 273"/>
                  <a:gd name="T13" fmla="*/ 119 h 121"/>
                  <a:gd name="T14" fmla="*/ 32 w 273"/>
                  <a:gd name="T15" fmla="*/ 115 h 121"/>
                  <a:gd name="T16" fmla="*/ 35 w 273"/>
                  <a:gd name="T17" fmla="*/ 107 h 121"/>
                  <a:gd name="T18" fmla="*/ 41 w 273"/>
                  <a:gd name="T19" fmla="*/ 95 h 121"/>
                  <a:gd name="T20" fmla="*/ 44 w 273"/>
                  <a:gd name="T21" fmla="*/ 81 h 121"/>
                  <a:gd name="T22" fmla="*/ 48 w 273"/>
                  <a:gd name="T23" fmla="*/ 66 h 121"/>
                  <a:gd name="T24" fmla="*/ 54 w 273"/>
                  <a:gd name="T25" fmla="*/ 50 h 121"/>
                  <a:gd name="T26" fmla="*/ 57 w 273"/>
                  <a:gd name="T27" fmla="*/ 35 h 121"/>
                  <a:gd name="T28" fmla="*/ 60 w 273"/>
                  <a:gd name="T29" fmla="*/ 21 h 121"/>
                  <a:gd name="T30" fmla="*/ 67 w 273"/>
                  <a:gd name="T31" fmla="*/ 11 h 121"/>
                  <a:gd name="T32" fmla="*/ 70 w 273"/>
                  <a:gd name="T33" fmla="*/ 3 h 121"/>
                  <a:gd name="T34" fmla="*/ 73 w 273"/>
                  <a:gd name="T35" fmla="*/ 0 h 121"/>
                  <a:gd name="T36" fmla="*/ 80 w 273"/>
                  <a:gd name="T37" fmla="*/ 2 h 121"/>
                  <a:gd name="T38" fmla="*/ 83 w 273"/>
                  <a:gd name="T39" fmla="*/ 8 h 121"/>
                  <a:gd name="T40" fmla="*/ 89 w 273"/>
                  <a:gd name="T41" fmla="*/ 17 h 121"/>
                  <a:gd name="T42" fmla="*/ 92 w 273"/>
                  <a:gd name="T43" fmla="*/ 29 h 121"/>
                  <a:gd name="T44" fmla="*/ 96 w 273"/>
                  <a:gd name="T45" fmla="*/ 44 h 121"/>
                  <a:gd name="T46" fmla="*/ 102 w 273"/>
                  <a:gd name="T47" fmla="*/ 60 h 121"/>
                  <a:gd name="T48" fmla="*/ 105 w 273"/>
                  <a:gd name="T49" fmla="*/ 76 h 121"/>
                  <a:gd name="T50" fmla="*/ 108 w 273"/>
                  <a:gd name="T51" fmla="*/ 90 h 121"/>
                  <a:gd name="T52" fmla="*/ 115 w 273"/>
                  <a:gd name="T53" fmla="*/ 103 h 121"/>
                  <a:gd name="T54" fmla="*/ 118 w 273"/>
                  <a:gd name="T55" fmla="*/ 112 h 121"/>
                  <a:gd name="T56" fmla="*/ 121 w 273"/>
                  <a:gd name="T57" fmla="*/ 118 h 121"/>
                  <a:gd name="T58" fmla="*/ 128 w 273"/>
                  <a:gd name="T59" fmla="*/ 119 h 121"/>
                  <a:gd name="T60" fmla="*/ 134 w 273"/>
                  <a:gd name="T61" fmla="*/ 115 h 121"/>
                  <a:gd name="T62" fmla="*/ 137 w 273"/>
                  <a:gd name="T63" fmla="*/ 107 h 121"/>
                  <a:gd name="T64" fmla="*/ 140 w 273"/>
                  <a:gd name="T65" fmla="*/ 96 h 121"/>
                  <a:gd name="T66" fmla="*/ 144 w 273"/>
                  <a:gd name="T67" fmla="*/ 82 h 121"/>
                  <a:gd name="T68" fmla="*/ 150 w 273"/>
                  <a:gd name="T69" fmla="*/ 67 h 121"/>
                  <a:gd name="T70" fmla="*/ 153 w 273"/>
                  <a:gd name="T71" fmla="*/ 51 h 121"/>
                  <a:gd name="T72" fmla="*/ 156 w 273"/>
                  <a:gd name="T73" fmla="*/ 36 h 121"/>
                  <a:gd name="T74" fmla="*/ 163 w 273"/>
                  <a:gd name="T75" fmla="*/ 22 h 121"/>
                  <a:gd name="T76" fmla="*/ 166 w 273"/>
                  <a:gd name="T77" fmla="*/ 12 h 121"/>
                  <a:gd name="T78" fmla="*/ 169 w 273"/>
                  <a:gd name="T79" fmla="*/ 4 h 121"/>
                  <a:gd name="T80" fmla="*/ 176 w 273"/>
                  <a:gd name="T81" fmla="*/ 0 h 121"/>
                  <a:gd name="T82" fmla="*/ 179 w 273"/>
                  <a:gd name="T83" fmla="*/ 1 h 121"/>
                  <a:gd name="T84" fmla="*/ 185 w 273"/>
                  <a:gd name="T85" fmla="*/ 7 h 121"/>
                  <a:gd name="T86" fmla="*/ 188 w 273"/>
                  <a:gd name="T87" fmla="*/ 16 h 121"/>
                  <a:gd name="T88" fmla="*/ 192 w 273"/>
                  <a:gd name="T89" fmla="*/ 29 h 121"/>
                  <a:gd name="T90" fmla="*/ 198 w 273"/>
                  <a:gd name="T91" fmla="*/ 43 h 121"/>
                  <a:gd name="T92" fmla="*/ 201 w 273"/>
                  <a:gd name="T93" fmla="*/ 59 h 121"/>
                  <a:gd name="T94" fmla="*/ 204 w 273"/>
                  <a:gd name="T95" fmla="*/ 74 h 121"/>
                  <a:gd name="T96" fmla="*/ 211 w 273"/>
                  <a:gd name="T97" fmla="*/ 89 h 121"/>
                  <a:gd name="T98" fmla="*/ 214 w 273"/>
                  <a:gd name="T99" fmla="*/ 102 h 121"/>
                  <a:gd name="T100" fmla="*/ 217 w 273"/>
                  <a:gd name="T101" fmla="*/ 112 h 121"/>
                  <a:gd name="T102" fmla="*/ 224 w 273"/>
                  <a:gd name="T103" fmla="*/ 118 h 121"/>
                  <a:gd name="T104" fmla="*/ 230 w 273"/>
                  <a:gd name="T105" fmla="*/ 120 h 121"/>
                  <a:gd name="T106" fmla="*/ 233 w 273"/>
                  <a:gd name="T107" fmla="*/ 115 h 121"/>
                  <a:gd name="T108" fmla="*/ 236 w 273"/>
                  <a:gd name="T109" fmla="*/ 108 h 121"/>
                  <a:gd name="T110" fmla="*/ 240 w 273"/>
                  <a:gd name="T111" fmla="*/ 97 h 121"/>
                  <a:gd name="T112" fmla="*/ 246 w 273"/>
                  <a:gd name="T113" fmla="*/ 83 h 121"/>
                  <a:gd name="T114" fmla="*/ 249 w 273"/>
                  <a:gd name="T115" fmla="*/ 67 h 121"/>
                  <a:gd name="T116" fmla="*/ 252 w 273"/>
                  <a:gd name="T117" fmla="*/ 52 h 121"/>
                  <a:gd name="T118" fmla="*/ 259 w 273"/>
                  <a:gd name="T119" fmla="*/ 36 h 121"/>
                  <a:gd name="T120" fmla="*/ 262 w 273"/>
                  <a:gd name="T121" fmla="*/ 23 h 121"/>
                  <a:gd name="T122" fmla="*/ 265 w 273"/>
                  <a:gd name="T123" fmla="*/ 12 h 121"/>
                  <a:gd name="T124" fmla="*/ 272 w 273"/>
                  <a:gd name="T125" fmla="*/ 4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73" h="121">
                    <a:moveTo>
                      <a:pt x="0" y="53"/>
                    </a:moveTo>
                    <a:lnTo>
                      <a:pt x="0" y="57"/>
                    </a:lnTo>
                    <a:lnTo>
                      <a:pt x="0" y="61"/>
                    </a:lnTo>
                    <a:lnTo>
                      <a:pt x="3" y="65"/>
                    </a:lnTo>
                    <a:lnTo>
                      <a:pt x="3" y="69"/>
                    </a:lnTo>
                    <a:lnTo>
                      <a:pt x="3" y="73"/>
                    </a:lnTo>
                    <a:lnTo>
                      <a:pt x="6" y="76"/>
                    </a:lnTo>
                    <a:lnTo>
                      <a:pt x="6" y="80"/>
                    </a:lnTo>
                    <a:lnTo>
                      <a:pt x="6" y="84"/>
                    </a:lnTo>
                    <a:lnTo>
                      <a:pt x="9" y="87"/>
                    </a:lnTo>
                    <a:lnTo>
                      <a:pt x="9" y="91"/>
                    </a:lnTo>
                    <a:lnTo>
                      <a:pt x="9" y="94"/>
                    </a:lnTo>
                    <a:lnTo>
                      <a:pt x="12" y="97"/>
                    </a:lnTo>
                    <a:lnTo>
                      <a:pt x="12" y="100"/>
                    </a:lnTo>
                    <a:lnTo>
                      <a:pt x="12" y="103"/>
                    </a:lnTo>
                    <a:lnTo>
                      <a:pt x="16" y="106"/>
                    </a:lnTo>
                    <a:lnTo>
                      <a:pt x="16" y="108"/>
                    </a:lnTo>
                    <a:lnTo>
                      <a:pt x="16" y="110"/>
                    </a:lnTo>
                    <a:lnTo>
                      <a:pt x="19" y="113"/>
                    </a:lnTo>
                    <a:lnTo>
                      <a:pt x="19" y="114"/>
                    </a:lnTo>
                    <a:lnTo>
                      <a:pt x="19" y="116"/>
                    </a:lnTo>
                    <a:lnTo>
                      <a:pt x="22" y="117"/>
                    </a:lnTo>
                    <a:lnTo>
                      <a:pt x="22" y="119"/>
                    </a:lnTo>
                    <a:lnTo>
                      <a:pt x="22" y="119"/>
                    </a:lnTo>
                    <a:lnTo>
                      <a:pt x="25" y="120"/>
                    </a:lnTo>
                    <a:lnTo>
                      <a:pt x="25" y="120"/>
                    </a:lnTo>
                    <a:lnTo>
                      <a:pt x="28" y="120"/>
                    </a:lnTo>
                    <a:lnTo>
                      <a:pt x="28" y="119"/>
                    </a:lnTo>
                    <a:lnTo>
                      <a:pt x="28" y="119"/>
                    </a:lnTo>
                    <a:lnTo>
                      <a:pt x="28" y="118"/>
                    </a:lnTo>
                    <a:lnTo>
                      <a:pt x="32" y="116"/>
                    </a:lnTo>
                    <a:lnTo>
                      <a:pt x="32" y="115"/>
                    </a:lnTo>
                    <a:lnTo>
                      <a:pt x="32" y="113"/>
                    </a:lnTo>
                    <a:lnTo>
                      <a:pt x="35" y="111"/>
                    </a:lnTo>
                    <a:lnTo>
                      <a:pt x="35" y="109"/>
                    </a:lnTo>
                    <a:lnTo>
                      <a:pt x="35" y="107"/>
                    </a:lnTo>
                    <a:lnTo>
                      <a:pt x="38" y="104"/>
                    </a:lnTo>
                    <a:lnTo>
                      <a:pt x="38" y="101"/>
                    </a:lnTo>
                    <a:lnTo>
                      <a:pt x="38" y="98"/>
                    </a:lnTo>
                    <a:lnTo>
                      <a:pt x="41" y="95"/>
                    </a:lnTo>
                    <a:lnTo>
                      <a:pt x="41" y="92"/>
                    </a:lnTo>
                    <a:lnTo>
                      <a:pt x="41" y="88"/>
                    </a:lnTo>
                    <a:lnTo>
                      <a:pt x="44" y="85"/>
                    </a:lnTo>
                    <a:lnTo>
                      <a:pt x="44" y="81"/>
                    </a:lnTo>
                    <a:lnTo>
                      <a:pt x="44" y="77"/>
                    </a:lnTo>
                    <a:lnTo>
                      <a:pt x="48" y="74"/>
                    </a:lnTo>
                    <a:lnTo>
                      <a:pt x="48" y="69"/>
                    </a:lnTo>
                    <a:lnTo>
                      <a:pt x="48" y="66"/>
                    </a:lnTo>
                    <a:lnTo>
                      <a:pt x="51" y="62"/>
                    </a:lnTo>
                    <a:lnTo>
                      <a:pt x="51" y="58"/>
                    </a:lnTo>
                    <a:lnTo>
                      <a:pt x="51" y="54"/>
                    </a:lnTo>
                    <a:lnTo>
                      <a:pt x="54" y="50"/>
                    </a:lnTo>
                    <a:lnTo>
                      <a:pt x="54" y="46"/>
                    </a:lnTo>
                    <a:lnTo>
                      <a:pt x="54" y="42"/>
                    </a:lnTo>
                    <a:lnTo>
                      <a:pt x="57" y="38"/>
                    </a:lnTo>
                    <a:lnTo>
                      <a:pt x="57" y="35"/>
                    </a:lnTo>
                    <a:lnTo>
                      <a:pt x="57" y="31"/>
                    </a:lnTo>
                    <a:lnTo>
                      <a:pt x="60" y="28"/>
                    </a:lnTo>
                    <a:lnTo>
                      <a:pt x="60" y="24"/>
                    </a:lnTo>
                    <a:lnTo>
                      <a:pt x="60" y="21"/>
                    </a:lnTo>
                    <a:lnTo>
                      <a:pt x="64" y="18"/>
                    </a:lnTo>
                    <a:lnTo>
                      <a:pt x="64" y="16"/>
                    </a:lnTo>
                    <a:lnTo>
                      <a:pt x="64" y="13"/>
                    </a:lnTo>
                    <a:lnTo>
                      <a:pt x="67" y="11"/>
                    </a:lnTo>
                    <a:lnTo>
                      <a:pt x="67" y="9"/>
                    </a:lnTo>
                    <a:lnTo>
                      <a:pt x="67" y="7"/>
                    </a:lnTo>
                    <a:lnTo>
                      <a:pt x="70" y="5"/>
                    </a:lnTo>
                    <a:lnTo>
                      <a:pt x="70" y="3"/>
                    </a:lnTo>
                    <a:lnTo>
                      <a:pt x="70" y="2"/>
                    </a:lnTo>
                    <a:lnTo>
                      <a:pt x="73" y="1"/>
                    </a:lnTo>
                    <a:lnTo>
                      <a:pt x="73" y="1"/>
                    </a:lnTo>
                    <a:lnTo>
                      <a:pt x="73" y="0"/>
                    </a:lnTo>
                    <a:lnTo>
                      <a:pt x="76" y="0"/>
                    </a:lnTo>
                    <a:lnTo>
                      <a:pt x="76" y="0"/>
                    </a:lnTo>
                    <a:lnTo>
                      <a:pt x="80" y="1"/>
                    </a:lnTo>
                    <a:lnTo>
                      <a:pt x="80" y="2"/>
                    </a:lnTo>
                    <a:lnTo>
                      <a:pt x="80" y="3"/>
                    </a:lnTo>
                    <a:lnTo>
                      <a:pt x="83" y="4"/>
                    </a:lnTo>
                    <a:lnTo>
                      <a:pt x="83" y="6"/>
                    </a:lnTo>
                    <a:lnTo>
                      <a:pt x="83" y="8"/>
                    </a:lnTo>
                    <a:lnTo>
                      <a:pt x="86" y="10"/>
                    </a:lnTo>
                    <a:lnTo>
                      <a:pt x="86" y="12"/>
                    </a:lnTo>
                    <a:lnTo>
                      <a:pt x="86" y="15"/>
                    </a:lnTo>
                    <a:lnTo>
                      <a:pt x="89" y="17"/>
                    </a:lnTo>
                    <a:lnTo>
                      <a:pt x="89" y="20"/>
                    </a:lnTo>
                    <a:lnTo>
                      <a:pt x="89" y="23"/>
                    </a:lnTo>
                    <a:lnTo>
                      <a:pt x="92" y="26"/>
                    </a:lnTo>
                    <a:lnTo>
                      <a:pt x="92" y="29"/>
                    </a:lnTo>
                    <a:lnTo>
                      <a:pt x="92" y="33"/>
                    </a:lnTo>
                    <a:lnTo>
                      <a:pt x="96" y="37"/>
                    </a:lnTo>
                    <a:lnTo>
                      <a:pt x="96" y="40"/>
                    </a:lnTo>
                    <a:lnTo>
                      <a:pt x="96" y="44"/>
                    </a:lnTo>
                    <a:lnTo>
                      <a:pt x="99" y="48"/>
                    </a:lnTo>
                    <a:lnTo>
                      <a:pt x="99" y="52"/>
                    </a:lnTo>
                    <a:lnTo>
                      <a:pt x="99" y="56"/>
                    </a:lnTo>
                    <a:lnTo>
                      <a:pt x="102" y="60"/>
                    </a:lnTo>
                    <a:lnTo>
                      <a:pt x="102" y="64"/>
                    </a:lnTo>
                    <a:lnTo>
                      <a:pt x="102" y="68"/>
                    </a:lnTo>
                    <a:lnTo>
                      <a:pt x="105" y="72"/>
                    </a:lnTo>
                    <a:lnTo>
                      <a:pt x="105" y="76"/>
                    </a:lnTo>
                    <a:lnTo>
                      <a:pt x="105" y="79"/>
                    </a:lnTo>
                    <a:lnTo>
                      <a:pt x="108" y="83"/>
                    </a:lnTo>
                    <a:lnTo>
                      <a:pt x="108" y="87"/>
                    </a:lnTo>
                    <a:lnTo>
                      <a:pt x="108" y="90"/>
                    </a:lnTo>
                    <a:lnTo>
                      <a:pt x="112" y="94"/>
                    </a:lnTo>
                    <a:lnTo>
                      <a:pt x="112" y="97"/>
                    </a:lnTo>
                    <a:lnTo>
                      <a:pt x="112" y="100"/>
                    </a:lnTo>
                    <a:lnTo>
                      <a:pt x="115" y="103"/>
                    </a:lnTo>
                    <a:lnTo>
                      <a:pt x="115" y="105"/>
                    </a:lnTo>
                    <a:lnTo>
                      <a:pt x="115" y="108"/>
                    </a:lnTo>
                    <a:lnTo>
                      <a:pt x="118" y="110"/>
                    </a:lnTo>
                    <a:lnTo>
                      <a:pt x="118" y="112"/>
                    </a:lnTo>
                    <a:lnTo>
                      <a:pt x="118" y="114"/>
                    </a:lnTo>
                    <a:lnTo>
                      <a:pt x="121" y="115"/>
                    </a:lnTo>
                    <a:lnTo>
                      <a:pt x="121" y="117"/>
                    </a:lnTo>
                    <a:lnTo>
                      <a:pt x="121" y="118"/>
                    </a:lnTo>
                    <a:lnTo>
                      <a:pt x="124" y="119"/>
                    </a:lnTo>
                    <a:lnTo>
                      <a:pt x="124" y="120"/>
                    </a:lnTo>
                    <a:lnTo>
                      <a:pt x="128" y="120"/>
                    </a:lnTo>
                    <a:lnTo>
                      <a:pt x="128" y="119"/>
                    </a:lnTo>
                    <a:lnTo>
                      <a:pt x="131" y="119"/>
                    </a:lnTo>
                    <a:lnTo>
                      <a:pt x="131" y="118"/>
                    </a:lnTo>
                    <a:lnTo>
                      <a:pt x="131" y="117"/>
                    </a:lnTo>
                    <a:lnTo>
                      <a:pt x="134" y="115"/>
                    </a:lnTo>
                    <a:lnTo>
                      <a:pt x="134" y="114"/>
                    </a:lnTo>
                    <a:lnTo>
                      <a:pt x="134" y="112"/>
                    </a:lnTo>
                    <a:lnTo>
                      <a:pt x="134" y="109"/>
                    </a:lnTo>
                    <a:lnTo>
                      <a:pt x="137" y="107"/>
                    </a:lnTo>
                    <a:lnTo>
                      <a:pt x="137" y="105"/>
                    </a:lnTo>
                    <a:lnTo>
                      <a:pt x="137" y="102"/>
                    </a:lnTo>
                    <a:lnTo>
                      <a:pt x="140" y="99"/>
                    </a:lnTo>
                    <a:lnTo>
                      <a:pt x="140" y="96"/>
                    </a:lnTo>
                    <a:lnTo>
                      <a:pt x="140" y="92"/>
                    </a:lnTo>
                    <a:lnTo>
                      <a:pt x="144" y="89"/>
                    </a:lnTo>
                    <a:lnTo>
                      <a:pt x="144" y="85"/>
                    </a:lnTo>
                    <a:lnTo>
                      <a:pt x="144" y="82"/>
                    </a:lnTo>
                    <a:lnTo>
                      <a:pt x="147" y="78"/>
                    </a:lnTo>
                    <a:lnTo>
                      <a:pt x="147" y="74"/>
                    </a:lnTo>
                    <a:lnTo>
                      <a:pt x="147" y="71"/>
                    </a:lnTo>
                    <a:lnTo>
                      <a:pt x="150" y="67"/>
                    </a:lnTo>
                    <a:lnTo>
                      <a:pt x="150" y="62"/>
                    </a:lnTo>
                    <a:lnTo>
                      <a:pt x="150" y="59"/>
                    </a:lnTo>
                    <a:lnTo>
                      <a:pt x="153" y="55"/>
                    </a:lnTo>
                    <a:lnTo>
                      <a:pt x="153" y="51"/>
                    </a:lnTo>
                    <a:lnTo>
                      <a:pt x="153" y="47"/>
                    </a:lnTo>
                    <a:lnTo>
                      <a:pt x="156" y="43"/>
                    </a:lnTo>
                    <a:lnTo>
                      <a:pt x="156" y="39"/>
                    </a:lnTo>
                    <a:lnTo>
                      <a:pt x="156" y="36"/>
                    </a:lnTo>
                    <a:lnTo>
                      <a:pt x="160" y="32"/>
                    </a:lnTo>
                    <a:lnTo>
                      <a:pt x="160" y="29"/>
                    </a:lnTo>
                    <a:lnTo>
                      <a:pt x="160" y="25"/>
                    </a:lnTo>
                    <a:lnTo>
                      <a:pt x="163" y="22"/>
                    </a:lnTo>
                    <a:lnTo>
                      <a:pt x="163" y="19"/>
                    </a:lnTo>
                    <a:lnTo>
                      <a:pt x="163" y="16"/>
                    </a:lnTo>
                    <a:lnTo>
                      <a:pt x="166" y="14"/>
                    </a:lnTo>
                    <a:lnTo>
                      <a:pt x="166" y="12"/>
                    </a:lnTo>
                    <a:lnTo>
                      <a:pt x="166" y="9"/>
                    </a:lnTo>
                    <a:lnTo>
                      <a:pt x="169" y="7"/>
                    </a:lnTo>
                    <a:lnTo>
                      <a:pt x="169" y="5"/>
                    </a:lnTo>
                    <a:lnTo>
                      <a:pt x="169" y="4"/>
                    </a:lnTo>
                    <a:lnTo>
                      <a:pt x="172" y="3"/>
                    </a:lnTo>
                    <a:lnTo>
                      <a:pt x="172" y="1"/>
                    </a:lnTo>
                    <a:lnTo>
                      <a:pt x="172" y="1"/>
                    </a:lnTo>
                    <a:lnTo>
                      <a:pt x="176" y="0"/>
                    </a:lnTo>
                    <a:lnTo>
                      <a:pt x="176" y="0"/>
                    </a:lnTo>
                    <a:lnTo>
                      <a:pt x="179" y="0"/>
                    </a:lnTo>
                    <a:lnTo>
                      <a:pt x="179" y="1"/>
                    </a:lnTo>
                    <a:lnTo>
                      <a:pt x="179" y="1"/>
                    </a:lnTo>
                    <a:lnTo>
                      <a:pt x="182" y="3"/>
                    </a:lnTo>
                    <a:lnTo>
                      <a:pt x="182" y="4"/>
                    </a:lnTo>
                    <a:lnTo>
                      <a:pt x="182" y="5"/>
                    </a:lnTo>
                    <a:lnTo>
                      <a:pt x="185" y="7"/>
                    </a:lnTo>
                    <a:lnTo>
                      <a:pt x="185" y="9"/>
                    </a:lnTo>
                    <a:lnTo>
                      <a:pt x="185" y="12"/>
                    </a:lnTo>
                    <a:lnTo>
                      <a:pt x="188" y="14"/>
                    </a:lnTo>
                    <a:lnTo>
                      <a:pt x="188" y="16"/>
                    </a:lnTo>
                    <a:lnTo>
                      <a:pt x="188" y="19"/>
                    </a:lnTo>
                    <a:lnTo>
                      <a:pt x="192" y="22"/>
                    </a:lnTo>
                    <a:lnTo>
                      <a:pt x="192" y="26"/>
                    </a:lnTo>
                    <a:lnTo>
                      <a:pt x="192" y="29"/>
                    </a:lnTo>
                    <a:lnTo>
                      <a:pt x="195" y="32"/>
                    </a:lnTo>
                    <a:lnTo>
                      <a:pt x="195" y="36"/>
                    </a:lnTo>
                    <a:lnTo>
                      <a:pt x="195" y="39"/>
                    </a:lnTo>
                    <a:lnTo>
                      <a:pt x="198" y="43"/>
                    </a:lnTo>
                    <a:lnTo>
                      <a:pt x="198" y="47"/>
                    </a:lnTo>
                    <a:lnTo>
                      <a:pt x="198" y="51"/>
                    </a:lnTo>
                    <a:lnTo>
                      <a:pt x="201" y="55"/>
                    </a:lnTo>
                    <a:lnTo>
                      <a:pt x="201" y="59"/>
                    </a:lnTo>
                    <a:lnTo>
                      <a:pt x="201" y="63"/>
                    </a:lnTo>
                    <a:lnTo>
                      <a:pt x="204" y="67"/>
                    </a:lnTo>
                    <a:lnTo>
                      <a:pt x="204" y="71"/>
                    </a:lnTo>
                    <a:lnTo>
                      <a:pt x="204" y="74"/>
                    </a:lnTo>
                    <a:lnTo>
                      <a:pt x="208" y="78"/>
                    </a:lnTo>
                    <a:lnTo>
                      <a:pt x="208" y="82"/>
                    </a:lnTo>
                    <a:lnTo>
                      <a:pt x="208" y="86"/>
                    </a:lnTo>
                    <a:lnTo>
                      <a:pt x="211" y="89"/>
                    </a:lnTo>
                    <a:lnTo>
                      <a:pt x="211" y="93"/>
                    </a:lnTo>
                    <a:lnTo>
                      <a:pt x="211" y="96"/>
                    </a:lnTo>
                    <a:lnTo>
                      <a:pt x="214" y="99"/>
                    </a:lnTo>
                    <a:lnTo>
                      <a:pt x="214" y="102"/>
                    </a:lnTo>
                    <a:lnTo>
                      <a:pt x="214" y="105"/>
                    </a:lnTo>
                    <a:lnTo>
                      <a:pt x="217" y="107"/>
                    </a:lnTo>
                    <a:lnTo>
                      <a:pt x="217" y="110"/>
                    </a:lnTo>
                    <a:lnTo>
                      <a:pt x="217" y="112"/>
                    </a:lnTo>
                    <a:lnTo>
                      <a:pt x="220" y="114"/>
                    </a:lnTo>
                    <a:lnTo>
                      <a:pt x="220" y="115"/>
                    </a:lnTo>
                    <a:lnTo>
                      <a:pt x="220" y="117"/>
                    </a:lnTo>
                    <a:lnTo>
                      <a:pt x="224" y="118"/>
                    </a:lnTo>
                    <a:lnTo>
                      <a:pt x="224" y="119"/>
                    </a:lnTo>
                    <a:lnTo>
                      <a:pt x="224" y="120"/>
                    </a:lnTo>
                    <a:lnTo>
                      <a:pt x="227" y="120"/>
                    </a:lnTo>
                    <a:lnTo>
                      <a:pt x="230" y="120"/>
                    </a:lnTo>
                    <a:lnTo>
                      <a:pt x="230" y="119"/>
                    </a:lnTo>
                    <a:lnTo>
                      <a:pt x="230" y="118"/>
                    </a:lnTo>
                    <a:lnTo>
                      <a:pt x="233" y="117"/>
                    </a:lnTo>
                    <a:lnTo>
                      <a:pt x="233" y="115"/>
                    </a:lnTo>
                    <a:lnTo>
                      <a:pt x="233" y="114"/>
                    </a:lnTo>
                    <a:lnTo>
                      <a:pt x="236" y="112"/>
                    </a:lnTo>
                    <a:lnTo>
                      <a:pt x="236" y="110"/>
                    </a:lnTo>
                    <a:lnTo>
                      <a:pt x="236" y="108"/>
                    </a:lnTo>
                    <a:lnTo>
                      <a:pt x="240" y="105"/>
                    </a:lnTo>
                    <a:lnTo>
                      <a:pt x="240" y="102"/>
                    </a:lnTo>
                    <a:lnTo>
                      <a:pt x="240" y="100"/>
                    </a:lnTo>
                    <a:lnTo>
                      <a:pt x="240" y="97"/>
                    </a:lnTo>
                    <a:lnTo>
                      <a:pt x="243" y="93"/>
                    </a:lnTo>
                    <a:lnTo>
                      <a:pt x="243" y="90"/>
                    </a:lnTo>
                    <a:lnTo>
                      <a:pt x="243" y="86"/>
                    </a:lnTo>
                    <a:lnTo>
                      <a:pt x="246" y="83"/>
                    </a:lnTo>
                    <a:lnTo>
                      <a:pt x="246" y="79"/>
                    </a:lnTo>
                    <a:lnTo>
                      <a:pt x="246" y="75"/>
                    </a:lnTo>
                    <a:lnTo>
                      <a:pt x="249" y="71"/>
                    </a:lnTo>
                    <a:lnTo>
                      <a:pt x="249" y="67"/>
                    </a:lnTo>
                    <a:lnTo>
                      <a:pt x="249" y="64"/>
                    </a:lnTo>
                    <a:lnTo>
                      <a:pt x="252" y="60"/>
                    </a:lnTo>
                    <a:lnTo>
                      <a:pt x="252" y="56"/>
                    </a:lnTo>
                    <a:lnTo>
                      <a:pt x="252" y="52"/>
                    </a:lnTo>
                    <a:lnTo>
                      <a:pt x="256" y="48"/>
                    </a:lnTo>
                    <a:lnTo>
                      <a:pt x="256" y="44"/>
                    </a:lnTo>
                    <a:lnTo>
                      <a:pt x="256" y="40"/>
                    </a:lnTo>
                    <a:lnTo>
                      <a:pt x="259" y="36"/>
                    </a:lnTo>
                    <a:lnTo>
                      <a:pt x="259" y="33"/>
                    </a:lnTo>
                    <a:lnTo>
                      <a:pt x="259" y="29"/>
                    </a:lnTo>
                    <a:lnTo>
                      <a:pt x="262" y="26"/>
                    </a:lnTo>
                    <a:lnTo>
                      <a:pt x="262" y="23"/>
                    </a:lnTo>
                    <a:lnTo>
                      <a:pt x="262" y="20"/>
                    </a:lnTo>
                    <a:lnTo>
                      <a:pt x="265" y="17"/>
                    </a:lnTo>
                    <a:lnTo>
                      <a:pt x="265" y="14"/>
                    </a:lnTo>
                    <a:lnTo>
                      <a:pt x="265" y="12"/>
                    </a:lnTo>
                    <a:lnTo>
                      <a:pt x="268" y="10"/>
                    </a:lnTo>
                    <a:lnTo>
                      <a:pt x="268" y="8"/>
                    </a:lnTo>
                    <a:lnTo>
                      <a:pt x="268" y="6"/>
                    </a:lnTo>
                    <a:lnTo>
                      <a:pt x="272" y="4"/>
                    </a:lnTo>
                    <a:lnTo>
                      <a:pt x="272" y="3"/>
                    </a:lnTo>
                    <a:lnTo>
                      <a:pt x="272" y="2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66" name="Freeform 30"/>
              <p:cNvSpPr>
                <a:spLocks/>
              </p:cNvSpPr>
              <p:nvPr/>
            </p:nvSpPr>
            <p:spPr bwMode="auto">
              <a:xfrm>
                <a:off x="2129" y="3776"/>
                <a:ext cx="231" cy="121"/>
              </a:xfrm>
              <a:custGeom>
                <a:avLst/>
                <a:gdLst>
                  <a:gd name="T0" fmla="*/ 6 w 231"/>
                  <a:gd name="T1" fmla="*/ 0 h 121"/>
                  <a:gd name="T2" fmla="*/ 9 w 231"/>
                  <a:gd name="T3" fmla="*/ 2 h 121"/>
                  <a:gd name="T4" fmla="*/ 12 w 231"/>
                  <a:gd name="T5" fmla="*/ 9 h 121"/>
                  <a:gd name="T6" fmla="*/ 19 w 231"/>
                  <a:gd name="T7" fmla="*/ 19 h 121"/>
                  <a:gd name="T8" fmla="*/ 22 w 231"/>
                  <a:gd name="T9" fmla="*/ 31 h 121"/>
                  <a:gd name="T10" fmla="*/ 25 w 231"/>
                  <a:gd name="T11" fmla="*/ 46 h 121"/>
                  <a:gd name="T12" fmla="*/ 32 w 231"/>
                  <a:gd name="T13" fmla="*/ 62 h 121"/>
                  <a:gd name="T14" fmla="*/ 35 w 231"/>
                  <a:gd name="T15" fmla="*/ 77 h 121"/>
                  <a:gd name="T16" fmla="*/ 38 w 231"/>
                  <a:gd name="T17" fmla="*/ 92 h 121"/>
                  <a:gd name="T18" fmla="*/ 44 w 231"/>
                  <a:gd name="T19" fmla="*/ 104 h 121"/>
                  <a:gd name="T20" fmla="*/ 48 w 231"/>
                  <a:gd name="T21" fmla="*/ 113 h 121"/>
                  <a:gd name="T22" fmla="*/ 51 w 231"/>
                  <a:gd name="T23" fmla="*/ 119 h 121"/>
                  <a:gd name="T24" fmla="*/ 57 w 231"/>
                  <a:gd name="T25" fmla="*/ 120 h 121"/>
                  <a:gd name="T26" fmla="*/ 60 w 231"/>
                  <a:gd name="T27" fmla="*/ 116 h 121"/>
                  <a:gd name="T28" fmla="*/ 67 w 231"/>
                  <a:gd name="T29" fmla="*/ 108 h 121"/>
                  <a:gd name="T30" fmla="*/ 70 w 231"/>
                  <a:gd name="T31" fmla="*/ 97 h 121"/>
                  <a:gd name="T32" fmla="*/ 73 w 231"/>
                  <a:gd name="T33" fmla="*/ 84 h 121"/>
                  <a:gd name="T34" fmla="*/ 76 w 231"/>
                  <a:gd name="T35" fmla="*/ 69 h 121"/>
                  <a:gd name="T36" fmla="*/ 83 w 231"/>
                  <a:gd name="T37" fmla="*/ 53 h 121"/>
                  <a:gd name="T38" fmla="*/ 86 w 231"/>
                  <a:gd name="T39" fmla="*/ 38 h 121"/>
                  <a:gd name="T40" fmla="*/ 89 w 231"/>
                  <a:gd name="T41" fmla="*/ 24 h 121"/>
                  <a:gd name="T42" fmla="*/ 96 w 231"/>
                  <a:gd name="T43" fmla="*/ 13 h 121"/>
                  <a:gd name="T44" fmla="*/ 99 w 231"/>
                  <a:gd name="T45" fmla="*/ 5 h 121"/>
                  <a:gd name="T46" fmla="*/ 102 w 231"/>
                  <a:gd name="T47" fmla="*/ 0 h 121"/>
                  <a:gd name="T48" fmla="*/ 108 w 231"/>
                  <a:gd name="T49" fmla="*/ 2 h 121"/>
                  <a:gd name="T50" fmla="*/ 115 w 231"/>
                  <a:gd name="T51" fmla="*/ 8 h 121"/>
                  <a:gd name="T52" fmla="*/ 118 w 231"/>
                  <a:gd name="T53" fmla="*/ 18 h 121"/>
                  <a:gd name="T54" fmla="*/ 121 w 231"/>
                  <a:gd name="T55" fmla="*/ 31 h 121"/>
                  <a:gd name="T56" fmla="*/ 128 w 231"/>
                  <a:gd name="T57" fmla="*/ 45 h 121"/>
                  <a:gd name="T58" fmla="*/ 131 w 231"/>
                  <a:gd name="T59" fmla="*/ 61 h 121"/>
                  <a:gd name="T60" fmla="*/ 134 w 231"/>
                  <a:gd name="T61" fmla="*/ 77 h 121"/>
                  <a:gd name="T62" fmla="*/ 140 w 231"/>
                  <a:gd name="T63" fmla="*/ 91 h 121"/>
                  <a:gd name="T64" fmla="*/ 144 w 231"/>
                  <a:gd name="T65" fmla="*/ 104 h 121"/>
                  <a:gd name="T66" fmla="*/ 147 w 231"/>
                  <a:gd name="T67" fmla="*/ 113 h 121"/>
                  <a:gd name="T68" fmla="*/ 153 w 231"/>
                  <a:gd name="T69" fmla="*/ 119 h 121"/>
                  <a:gd name="T70" fmla="*/ 156 w 231"/>
                  <a:gd name="T71" fmla="*/ 120 h 121"/>
                  <a:gd name="T72" fmla="*/ 163 w 231"/>
                  <a:gd name="T73" fmla="*/ 116 h 121"/>
                  <a:gd name="T74" fmla="*/ 166 w 231"/>
                  <a:gd name="T75" fmla="*/ 109 h 121"/>
                  <a:gd name="T76" fmla="*/ 169 w 231"/>
                  <a:gd name="T77" fmla="*/ 98 h 121"/>
                  <a:gd name="T78" fmla="*/ 176 w 231"/>
                  <a:gd name="T79" fmla="*/ 84 h 121"/>
                  <a:gd name="T80" fmla="*/ 179 w 231"/>
                  <a:gd name="T81" fmla="*/ 69 h 121"/>
                  <a:gd name="T82" fmla="*/ 182 w 231"/>
                  <a:gd name="T83" fmla="*/ 54 h 121"/>
                  <a:gd name="T84" fmla="*/ 185 w 231"/>
                  <a:gd name="T85" fmla="*/ 38 h 121"/>
                  <a:gd name="T86" fmla="*/ 192 w 231"/>
                  <a:gd name="T87" fmla="*/ 24 h 121"/>
                  <a:gd name="T88" fmla="*/ 195 w 231"/>
                  <a:gd name="T89" fmla="*/ 13 h 121"/>
                  <a:gd name="T90" fmla="*/ 198 w 231"/>
                  <a:gd name="T91" fmla="*/ 5 h 121"/>
                  <a:gd name="T92" fmla="*/ 204 w 231"/>
                  <a:gd name="T93" fmla="*/ 1 h 121"/>
                  <a:gd name="T94" fmla="*/ 211 w 231"/>
                  <a:gd name="T95" fmla="*/ 2 h 121"/>
                  <a:gd name="T96" fmla="*/ 214 w 231"/>
                  <a:gd name="T97" fmla="*/ 8 h 121"/>
                  <a:gd name="T98" fmla="*/ 217 w 231"/>
                  <a:gd name="T99" fmla="*/ 17 h 121"/>
                  <a:gd name="T100" fmla="*/ 223 w 231"/>
                  <a:gd name="T101" fmla="*/ 30 h 121"/>
                  <a:gd name="T102" fmla="*/ 227 w 231"/>
                  <a:gd name="T103" fmla="*/ 44 h 121"/>
                  <a:gd name="T104" fmla="*/ 230 w 231"/>
                  <a:gd name="T105" fmla="*/ 60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31" h="121">
                    <a:moveTo>
                      <a:pt x="0" y="2"/>
                    </a:moveTo>
                    <a:lnTo>
                      <a:pt x="3" y="1"/>
                    </a:lnTo>
                    <a:lnTo>
                      <a:pt x="3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9" y="1"/>
                    </a:lnTo>
                    <a:lnTo>
                      <a:pt x="9" y="2"/>
                    </a:lnTo>
                    <a:lnTo>
                      <a:pt x="9" y="3"/>
                    </a:lnTo>
                    <a:lnTo>
                      <a:pt x="12" y="5"/>
                    </a:lnTo>
                    <a:lnTo>
                      <a:pt x="12" y="7"/>
                    </a:lnTo>
                    <a:lnTo>
                      <a:pt x="12" y="9"/>
                    </a:lnTo>
                    <a:lnTo>
                      <a:pt x="16" y="11"/>
                    </a:lnTo>
                    <a:lnTo>
                      <a:pt x="16" y="13"/>
                    </a:lnTo>
                    <a:lnTo>
                      <a:pt x="16" y="16"/>
                    </a:lnTo>
                    <a:lnTo>
                      <a:pt x="19" y="19"/>
                    </a:lnTo>
                    <a:lnTo>
                      <a:pt x="19" y="21"/>
                    </a:lnTo>
                    <a:lnTo>
                      <a:pt x="19" y="25"/>
                    </a:lnTo>
                    <a:lnTo>
                      <a:pt x="22" y="28"/>
                    </a:lnTo>
                    <a:lnTo>
                      <a:pt x="22" y="31"/>
                    </a:lnTo>
                    <a:lnTo>
                      <a:pt x="22" y="35"/>
                    </a:lnTo>
                    <a:lnTo>
                      <a:pt x="25" y="39"/>
                    </a:lnTo>
                    <a:lnTo>
                      <a:pt x="25" y="42"/>
                    </a:lnTo>
                    <a:lnTo>
                      <a:pt x="25" y="46"/>
                    </a:lnTo>
                    <a:lnTo>
                      <a:pt x="28" y="50"/>
                    </a:lnTo>
                    <a:lnTo>
                      <a:pt x="28" y="54"/>
                    </a:lnTo>
                    <a:lnTo>
                      <a:pt x="28" y="58"/>
                    </a:lnTo>
                    <a:lnTo>
                      <a:pt x="32" y="62"/>
                    </a:lnTo>
                    <a:lnTo>
                      <a:pt x="32" y="66"/>
                    </a:lnTo>
                    <a:lnTo>
                      <a:pt x="32" y="70"/>
                    </a:lnTo>
                    <a:lnTo>
                      <a:pt x="35" y="74"/>
                    </a:lnTo>
                    <a:lnTo>
                      <a:pt x="35" y="77"/>
                    </a:lnTo>
                    <a:lnTo>
                      <a:pt x="35" y="81"/>
                    </a:lnTo>
                    <a:lnTo>
                      <a:pt x="38" y="85"/>
                    </a:lnTo>
                    <a:lnTo>
                      <a:pt x="38" y="89"/>
                    </a:lnTo>
                    <a:lnTo>
                      <a:pt x="38" y="92"/>
                    </a:lnTo>
                    <a:lnTo>
                      <a:pt x="41" y="95"/>
                    </a:lnTo>
                    <a:lnTo>
                      <a:pt x="41" y="98"/>
                    </a:lnTo>
                    <a:lnTo>
                      <a:pt x="41" y="101"/>
                    </a:lnTo>
                    <a:lnTo>
                      <a:pt x="44" y="104"/>
                    </a:lnTo>
                    <a:lnTo>
                      <a:pt x="44" y="107"/>
                    </a:lnTo>
                    <a:lnTo>
                      <a:pt x="44" y="109"/>
                    </a:lnTo>
                    <a:lnTo>
                      <a:pt x="48" y="111"/>
                    </a:lnTo>
                    <a:lnTo>
                      <a:pt x="48" y="113"/>
                    </a:lnTo>
                    <a:lnTo>
                      <a:pt x="48" y="115"/>
                    </a:lnTo>
                    <a:lnTo>
                      <a:pt x="51" y="116"/>
                    </a:lnTo>
                    <a:lnTo>
                      <a:pt x="51" y="118"/>
                    </a:lnTo>
                    <a:lnTo>
                      <a:pt x="51" y="119"/>
                    </a:lnTo>
                    <a:lnTo>
                      <a:pt x="54" y="119"/>
                    </a:lnTo>
                    <a:lnTo>
                      <a:pt x="54" y="120"/>
                    </a:lnTo>
                    <a:lnTo>
                      <a:pt x="57" y="120"/>
                    </a:lnTo>
                    <a:lnTo>
                      <a:pt x="57" y="120"/>
                    </a:lnTo>
                    <a:lnTo>
                      <a:pt x="57" y="119"/>
                    </a:lnTo>
                    <a:lnTo>
                      <a:pt x="60" y="118"/>
                    </a:lnTo>
                    <a:lnTo>
                      <a:pt x="60" y="117"/>
                    </a:lnTo>
                    <a:lnTo>
                      <a:pt x="60" y="116"/>
                    </a:lnTo>
                    <a:lnTo>
                      <a:pt x="64" y="114"/>
                    </a:lnTo>
                    <a:lnTo>
                      <a:pt x="64" y="112"/>
                    </a:lnTo>
                    <a:lnTo>
                      <a:pt x="64" y="110"/>
                    </a:lnTo>
                    <a:lnTo>
                      <a:pt x="67" y="108"/>
                    </a:lnTo>
                    <a:lnTo>
                      <a:pt x="67" y="106"/>
                    </a:lnTo>
                    <a:lnTo>
                      <a:pt x="67" y="103"/>
                    </a:lnTo>
                    <a:lnTo>
                      <a:pt x="70" y="100"/>
                    </a:lnTo>
                    <a:lnTo>
                      <a:pt x="70" y="97"/>
                    </a:lnTo>
                    <a:lnTo>
                      <a:pt x="70" y="94"/>
                    </a:lnTo>
                    <a:lnTo>
                      <a:pt x="73" y="91"/>
                    </a:lnTo>
                    <a:lnTo>
                      <a:pt x="73" y="87"/>
                    </a:lnTo>
                    <a:lnTo>
                      <a:pt x="73" y="84"/>
                    </a:lnTo>
                    <a:lnTo>
                      <a:pt x="73" y="80"/>
                    </a:lnTo>
                    <a:lnTo>
                      <a:pt x="76" y="76"/>
                    </a:lnTo>
                    <a:lnTo>
                      <a:pt x="76" y="73"/>
                    </a:lnTo>
                    <a:lnTo>
                      <a:pt x="76" y="69"/>
                    </a:lnTo>
                    <a:lnTo>
                      <a:pt x="80" y="64"/>
                    </a:lnTo>
                    <a:lnTo>
                      <a:pt x="80" y="61"/>
                    </a:lnTo>
                    <a:lnTo>
                      <a:pt x="80" y="57"/>
                    </a:lnTo>
                    <a:lnTo>
                      <a:pt x="83" y="53"/>
                    </a:lnTo>
                    <a:lnTo>
                      <a:pt x="83" y="49"/>
                    </a:lnTo>
                    <a:lnTo>
                      <a:pt x="83" y="45"/>
                    </a:lnTo>
                    <a:lnTo>
                      <a:pt x="86" y="41"/>
                    </a:lnTo>
                    <a:lnTo>
                      <a:pt x="86" y="38"/>
                    </a:lnTo>
                    <a:lnTo>
                      <a:pt x="86" y="34"/>
                    </a:lnTo>
                    <a:lnTo>
                      <a:pt x="89" y="30"/>
                    </a:lnTo>
                    <a:lnTo>
                      <a:pt x="89" y="27"/>
                    </a:lnTo>
                    <a:lnTo>
                      <a:pt x="89" y="24"/>
                    </a:lnTo>
                    <a:lnTo>
                      <a:pt x="92" y="21"/>
                    </a:lnTo>
                    <a:lnTo>
                      <a:pt x="92" y="18"/>
                    </a:lnTo>
                    <a:lnTo>
                      <a:pt x="92" y="15"/>
                    </a:lnTo>
                    <a:lnTo>
                      <a:pt x="96" y="13"/>
                    </a:lnTo>
                    <a:lnTo>
                      <a:pt x="96" y="10"/>
                    </a:lnTo>
                    <a:lnTo>
                      <a:pt x="96" y="8"/>
                    </a:lnTo>
                    <a:lnTo>
                      <a:pt x="99" y="6"/>
                    </a:lnTo>
                    <a:lnTo>
                      <a:pt x="99" y="5"/>
                    </a:lnTo>
                    <a:lnTo>
                      <a:pt x="99" y="3"/>
                    </a:lnTo>
                    <a:lnTo>
                      <a:pt x="102" y="2"/>
                    </a:lnTo>
                    <a:lnTo>
                      <a:pt x="102" y="1"/>
                    </a:lnTo>
                    <a:lnTo>
                      <a:pt x="102" y="0"/>
                    </a:lnTo>
                    <a:lnTo>
                      <a:pt x="105" y="0"/>
                    </a:lnTo>
                    <a:lnTo>
                      <a:pt x="108" y="0"/>
                    </a:lnTo>
                    <a:lnTo>
                      <a:pt x="108" y="1"/>
                    </a:lnTo>
                    <a:lnTo>
                      <a:pt x="108" y="2"/>
                    </a:lnTo>
                    <a:lnTo>
                      <a:pt x="112" y="3"/>
                    </a:lnTo>
                    <a:lnTo>
                      <a:pt x="112" y="5"/>
                    </a:lnTo>
                    <a:lnTo>
                      <a:pt x="112" y="6"/>
                    </a:lnTo>
                    <a:lnTo>
                      <a:pt x="115" y="8"/>
                    </a:lnTo>
                    <a:lnTo>
                      <a:pt x="115" y="10"/>
                    </a:lnTo>
                    <a:lnTo>
                      <a:pt x="115" y="13"/>
                    </a:lnTo>
                    <a:lnTo>
                      <a:pt x="118" y="15"/>
                    </a:lnTo>
                    <a:lnTo>
                      <a:pt x="118" y="18"/>
                    </a:lnTo>
                    <a:lnTo>
                      <a:pt x="118" y="21"/>
                    </a:lnTo>
                    <a:lnTo>
                      <a:pt x="121" y="24"/>
                    </a:lnTo>
                    <a:lnTo>
                      <a:pt x="121" y="27"/>
                    </a:lnTo>
                    <a:lnTo>
                      <a:pt x="121" y="31"/>
                    </a:lnTo>
                    <a:lnTo>
                      <a:pt x="124" y="34"/>
                    </a:lnTo>
                    <a:lnTo>
                      <a:pt x="124" y="38"/>
                    </a:lnTo>
                    <a:lnTo>
                      <a:pt x="124" y="41"/>
                    </a:lnTo>
                    <a:lnTo>
                      <a:pt x="128" y="45"/>
                    </a:lnTo>
                    <a:lnTo>
                      <a:pt x="128" y="49"/>
                    </a:lnTo>
                    <a:lnTo>
                      <a:pt x="128" y="53"/>
                    </a:lnTo>
                    <a:lnTo>
                      <a:pt x="131" y="57"/>
                    </a:lnTo>
                    <a:lnTo>
                      <a:pt x="131" y="61"/>
                    </a:lnTo>
                    <a:lnTo>
                      <a:pt x="131" y="65"/>
                    </a:lnTo>
                    <a:lnTo>
                      <a:pt x="134" y="69"/>
                    </a:lnTo>
                    <a:lnTo>
                      <a:pt x="134" y="73"/>
                    </a:lnTo>
                    <a:lnTo>
                      <a:pt x="134" y="77"/>
                    </a:lnTo>
                    <a:lnTo>
                      <a:pt x="137" y="81"/>
                    </a:lnTo>
                    <a:lnTo>
                      <a:pt x="137" y="84"/>
                    </a:lnTo>
                    <a:lnTo>
                      <a:pt x="137" y="87"/>
                    </a:lnTo>
                    <a:lnTo>
                      <a:pt x="140" y="91"/>
                    </a:lnTo>
                    <a:lnTo>
                      <a:pt x="140" y="94"/>
                    </a:lnTo>
                    <a:lnTo>
                      <a:pt x="140" y="97"/>
                    </a:lnTo>
                    <a:lnTo>
                      <a:pt x="144" y="100"/>
                    </a:lnTo>
                    <a:lnTo>
                      <a:pt x="144" y="104"/>
                    </a:lnTo>
                    <a:lnTo>
                      <a:pt x="144" y="106"/>
                    </a:lnTo>
                    <a:lnTo>
                      <a:pt x="147" y="108"/>
                    </a:lnTo>
                    <a:lnTo>
                      <a:pt x="147" y="111"/>
                    </a:lnTo>
                    <a:lnTo>
                      <a:pt x="147" y="113"/>
                    </a:lnTo>
                    <a:lnTo>
                      <a:pt x="150" y="115"/>
                    </a:lnTo>
                    <a:lnTo>
                      <a:pt x="150" y="116"/>
                    </a:lnTo>
                    <a:lnTo>
                      <a:pt x="150" y="117"/>
                    </a:lnTo>
                    <a:lnTo>
                      <a:pt x="153" y="119"/>
                    </a:lnTo>
                    <a:lnTo>
                      <a:pt x="153" y="119"/>
                    </a:lnTo>
                    <a:lnTo>
                      <a:pt x="153" y="120"/>
                    </a:lnTo>
                    <a:lnTo>
                      <a:pt x="156" y="120"/>
                    </a:lnTo>
                    <a:lnTo>
                      <a:pt x="156" y="120"/>
                    </a:lnTo>
                    <a:lnTo>
                      <a:pt x="160" y="119"/>
                    </a:lnTo>
                    <a:lnTo>
                      <a:pt x="160" y="119"/>
                    </a:lnTo>
                    <a:lnTo>
                      <a:pt x="160" y="117"/>
                    </a:lnTo>
                    <a:lnTo>
                      <a:pt x="163" y="116"/>
                    </a:lnTo>
                    <a:lnTo>
                      <a:pt x="163" y="115"/>
                    </a:lnTo>
                    <a:lnTo>
                      <a:pt x="163" y="113"/>
                    </a:lnTo>
                    <a:lnTo>
                      <a:pt x="166" y="111"/>
                    </a:lnTo>
                    <a:lnTo>
                      <a:pt x="166" y="109"/>
                    </a:lnTo>
                    <a:lnTo>
                      <a:pt x="166" y="106"/>
                    </a:lnTo>
                    <a:lnTo>
                      <a:pt x="169" y="104"/>
                    </a:lnTo>
                    <a:lnTo>
                      <a:pt x="169" y="101"/>
                    </a:lnTo>
                    <a:lnTo>
                      <a:pt x="169" y="98"/>
                    </a:lnTo>
                    <a:lnTo>
                      <a:pt x="172" y="95"/>
                    </a:lnTo>
                    <a:lnTo>
                      <a:pt x="172" y="92"/>
                    </a:lnTo>
                    <a:lnTo>
                      <a:pt x="172" y="88"/>
                    </a:lnTo>
                    <a:lnTo>
                      <a:pt x="176" y="84"/>
                    </a:lnTo>
                    <a:lnTo>
                      <a:pt x="176" y="81"/>
                    </a:lnTo>
                    <a:lnTo>
                      <a:pt x="176" y="77"/>
                    </a:lnTo>
                    <a:lnTo>
                      <a:pt x="179" y="73"/>
                    </a:lnTo>
                    <a:lnTo>
                      <a:pt x="179" y="69"/>
                    </a:lnTo>
                    <a:lnTo>
                      <a:pt x="179" y="66"/>
                    </a:lnTo>
                    <a:lnTo>
                      <a:pt x="179" y="61"/>
                    </a:lnTo>
                    <a:lnTo>
                      <a:pt x="182" y="58"/>
                    </a:lnTo>
                    <a:lnTo>
                      <a:pt x="182" y="54"/>
                    </a:lnTo>
                    <a:lnTo>
                      <a:pt x="182" y="50"/>
                    </a:lnTo>
                    <a:lnTo>
                      <a:pt x="185" y="46"/>
                    </a:lnTo>
                    <a:lnTo>
                      <a:pt x="185" y="42"/>
                    </a:lnTo>
                    <a:lnTo>
                      <a:pt x="185" y="38"/>
                    </a:lnTo>
                    <a:lnTo>
                      <a:pt x="188" y="35"/>
                    </a:lnTo>
                    <a:lnTo>
                      <a:pt x="188" y="31"/>
                    </a:lnTo>
                    <a:lnTo>
                      <a:pt x="188" y="28"/>
                    </a:lnTo>
                    <a:lnTo>
                      <a:pt x="192" y="24"/>
                    </a:lnTo>
                    <a:lnTo>
                      <a:pt x="192" y="21"/>
                    </a:lnTo>
                    <a:lnTo>
                      <a:pt x="192" y="18"/>
                    </a:lnTo>
                    <a:lnTo>
                      <a:pt x="195" y="16"/>
                    </a:lnTo>
                    <a:lnTo>
                      <a:pt x="195" y="13"/>
                    </a:lnTo>
                    <a:lnTo>
                      <a:pt x="195" y="11"/>
                    </a:lnTo>
                    <a:lnTo>
                      <a:pt x="198" y="8"/>
                    </a:lnTo>
                    <a:lnTo>
                      <a:pt x="198" y="6"/>
                    </a:lnTo>
                    <a:lnTo>
                      <a:pt x="198" y="5"/>
                    </a:lnTo>
                    <a:lnTo>
                      <a:pt x="201" y="3"/>
                    </a:lnTo>
                    <a:lnTo>
                      <a:pt x="201" y="2"/>
                    </a:lnTo>
                    <a:lnTo>
                      <a:pt x="201" y="1"/>
                    </a:lnTo>
                    <a:lnTo>
                      <a:pt x="204" y="1"/>
                    </a:lnTo>
                    <a:lnTo>
                      <a:pt x="204" y="0"/>
                    </a:lnTo>
                    <a:lnTo>
                      <a:pt x="207" y="0"/>
                    </a:lnTo>
                    <a:lnTo>
                      <a:pt x="207" y="1"/>
                    </a:lnTo>
                    <a:lnTo>
                      <a:pt x="211" y="2"/>
                    </a:lnTo>
                    <a:lnTo>
                      <a:pt x="211" y="3"/>
                    </a:lnTo>
                    <a:lnTo>
                      <a:pt x="211" y="4"/>
                    </a:lnTo>
                    <a:lnTo>
                      <a:pt x="214" y="6"/>
                    </a:lnTo>
                    <a:lnTo>
                      <a:pt x="214" y="8"/>
                    </a:lnTo>
                    <a:lnTo>
                      <a:pt x="214" y="10"/>
                    </a:lnTo>
                    <a:lnTo>
                      <a:pt x="217" y="12"/>
                    </a:lnTo>
                    <a:lnTo>
                      <a:pt x="217" y="15"/>
                    </a:lnTo>
                    <a:lnTo>
                      <a:pt x="217" y="17"/>
                    </a:lnTo>
                    <a:lnTo>
                      <a:pt x="220" y="20"/>
                    </a:lnTo>
                    <a:lnTo>
                      <a:pt x="220" y="23"/>
                    </a:lnTo>
                    <a:lnTo>
                      <a:pt x="220" y="26"/>
                    </a:lnTo>
                    <a:lnTo>
                      <a:pt x="223" y="30"/>
                    </a:lnTo>
                    <a:lnTo>
                      <a:pt x="223" y="33"/>
                    </a:lnTo>
                    <a:lnTo>
                      <a:pt x="223" y="37"/>
                    </a:lnTo>
                    <a:lnTo>
                      <a:pt x="227" y="41"/>
                    </a:lnTo>
                    <a:lnTo>
                      <a:pt x="227" y="44"/>
                    </a:lnTo>
                    <a:lnTo>
                      <a:pt x="227" y="48"/>
                    </a:lnTo>
                    <a:lnTo>
                      <a:pt x="230" y="52"/>
                    </a:lnTo>
                    <a:lnTo>
                      <a:pt x="230" y="56"/>
                    </a:lnTo>
                    <a:lnTo>
                      <a:pt x="230" y="60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386" name="Rectangle 50"/>
            <p:cNvSpPr>
              <a:spLocks noChangeArrowheads="1"/>
            </p:cNvSpPr>
            <p:nvPr/>
          </p:nvSpPr>
          <p:spPr bwMode="auto">
            <a:xfrm>
              <a:off x="1200" y="3081"/>
              <a:ext cx="21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>
                  <a:latin typeface="Arial" charset="0"/>
                </a:rPr>
                <a:t>D</a:t>
              </a:r>
            </a:p>
          </p:txBody>
        </p:sp>
        <p:sp>
          <p:nvSpPr>
            <p:cNvPr id="14389" name="Rectangle 53"/>
            <p:cNvSpPr>
              <a:spLocks noChangeArrowheads="1"/>
            </p:cNvSpPr>
            <p:nvPr/>
          </p:nvSpPr>
          <p:spPr bwMode="auto">
            <a:xfrm>
              <a:off x="4812" y="3273"/>
              <a:ext cx="65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46038" rIns="0" bIns="46038">
              <a:spAutoFit/>
            </a:bodyPr>
            <a:lstStyle/>
            <a:p>
              <a:r>
                <a:rPr lang="en-US" sz="1800">
                  <a:latin typeface="Arial" charset="0"/>
                </a:rPr>
                <a:t>A+B+C+D</a:t>
              </a:r>
            </a:p>
          </p:txBody>
        </p:sp>
      </p:grpSp>
      <p:sp>
        <p:nvSpPr>
          <p:cNvPr id="14390" name="Rectangle 54"/>
          <p:cNvSpPr>
            <a:spLocks noChangeArrowheads="1"/>
          </p:cNvSpPr>
          <p:nvPr/>
        </p:nvSpPr>
        <p:spPr bwMode="auto">
          <a:xfrm>
            <a:off x="279401" y="332656"/>
            <a:ext cx="8539162" cy="643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lang="en-US" sz="3600" dirty="0"/>
              <a:t>Reminder: sum of </a:t>
            </a:r>
            <a:r>
              <a:rPr lang="en-US" sz="3600" dirty="0" err="1"/>
              <a:t>sines</a:t>
            </a:r>
            <a:r>
              <a:rPr lang="en-US" sz="3600" dirty="0"/>
              <a:t> and cosines</a:t>
            </a:r>
          </a:p>
        </p:txBody>
      </p:sp>
      <p:grpSp>
        <p:nvGrpSpPr>
          <p:cNvPr id="14408" name="Group 72"/>
          <p:cNvGrpSpPr>
            <a:grpSpLocks/>
          </p:cNvGrpSpPr>
          <p:nvPr/>
        </p:nvGrpSpPr>
        <p:grpSpPr bwMode="auto">
          <a:xfrm>
            <a:off x="476250" y="2514600"/>
            <a:ext cx="4095750" cy="454025"/>
            <a:chOff x="288" y="1578"/>
            <a:chExt cx="2580" cy="286"/>
          </a:xfrm>
        </p:grpSpPr>
        <p:sp>
          <p:nvSpPr>
            <p:cNvPr id="14401" name="Rectangle 65"/>
            <p:cNvSpPr>
              <a:spLocks noChangeArrowheads="1"/>
            </p:cNvSpPr>
            <p:nvPr/>
          </p:nvSpPr>
          <p:spPr bwMode="auto">
            <a:xfrm>
              <a:off x="288" y="1635"/>
              <a:ext cx="62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>
                  <a:solidFill>
                    <a:srgbClr val="114FFB"/>
                  </a:solidFill>
                  <a:latin typeface="Arial" charset="0"/>
                </a:rPr>
                <a:t>   sin(x) </a:t>
              </a:r>
            </a:p>
          </p:txBody>
        </p:sp>
        <p:grpSp>
          <p:nvGrpSpPr>
            <p:cNvPr id="14402" name="Group 66"/>
            <p:cNvGrpSpPr>
              <a:grpSpLocks/>
            </p:cNvGrpSpPr>
            <p:nvPr/>
          </p:nvGrpSpPr>
          <p:grpSpPr bwMode="auto">
            <a:xfrm>
              <a:off x="1458" y="1578"/>
              <a:ext cx="1410" cy="150"/>
              <a:chOff x="1303" y="1536"/>
              <a:chExt cx="1057" cy="606"/>
            </a:xfrm>
          </p:grpSpPr>
          <p:sp>
            <p:nvSpPr>
              <p:cNvPr id="14403" name="Freeform 67"/>
              <p:cNvSpPr>
                <a:spLocks/>
              </p:cNvSpPr>
              <p:nvPr/>
            </p:nvSpPr>
            <p:spPr bwMode="auto">
              <a:xfrm>
                <a:off x="1303" y="1536"/>
                <a:ext cx="340" cy="305"/>
              </a:xfrm>
              <a:custGeom>
                <a:avLst/>
                <a:gdLst>
                  <a:gd name="T0" fmla="*/ 3 w 340"/>
                  <a:gd name="T1" fmla="*/ 294 h 305"/>
                  <a:gd name="T2" fmla="*/ 10 w 340"/>
                  <a:gd name="T3" fmla="*/ 283 h 305"/>
                  <a:gd name="T4" fmla="*/ 13 w 340"/>
                  <a:gd name="T5" fmla="*/ 271 h 305"/>
                  <a:gd name="T6" fmla="*/ 16 w 340"/>
                  <a:gd name="T7" fmla="*/ 259 h 305"/>
                  <a:gd name="T8" fmla="*/ 23 w 340"/>
                  <a:gd name="T9" fmla="*/ 249 h 305"/>
                  <a:gd name="T10" fmla="*/ 26 w 340"/>
                  <a:gd name="T11" fmla="*/ 238 h 305"/>
                  <a:gd name="T12" fmla="*/ 29 w 340"/>
                  <a:gd name="T13" fmla="*/ 226 h 305"/>
                  <a:gd name="T14" fmla="*/ 35 w 340"/>
                  <a:gd name="T15" fmla="*/ 215 h 305"/>
                  <a:gd name="T16" fmla="*/ 39 w 340"/>
                  <a:gd name="T17" fmla="*/ 205 h 305"/>
                  <a:gd name="T18" fmla="*/ 42 w 340"/>
                  <a:gd name="T19" fmla="*/ 194 h 305"/>
                  <a:gd name="T20" fmla="*/ 48 w 340"/>
                  <a:gd name="T21" fmla="*/ 184 h 305"/>
                  <a:gd name="T22" fmla="*/ 51 w 340"/>
                  <a:gd name="T23" fmla="*/ 172 h 305"/>
                  <a:gd name="T24" fmla="*/ 55 w 340"/>
                  <a:gd name="T25" fmla="*/ 162 h 305"/>
                  <a:gd name="T26" fmla="*/ 58 w 340"/>
                  <a:gd name="T27" fmla="*/ 153 h 305"/>
                  <a:gd name="T28" fmla="*/ 64 w 340"/>
                  <a:gd name="T29" fmla="*/ 143 h 305"/>
                  <a:gd name="T30" fmla="*/ 67 w 340"/>
                  <a:gd name="T31" fmla="*/ 133 h 305"/>
                  <a:gd name="T32" fmla="*/ 71 w 340"/>
                  <a:gd name="T33" fmla="*/ 124 h 305"/>
                  <a:gd name="T34" fmla="*/ 77 w 340"/>
                  <a:gd name="T35" fmla="*/ 114 h 305"/>
                  <a:gd name="T36" fmla="*/ 80 w 340"/>
                  <a:gd name="T37" fmla="*/ 107 h 305"/>
                  <a:gd name="T38" fmla="*/ 83 w 340"/>
                  <a:gd name="T39" fmla="*/ 97 h 305"/>
                  <a:gd name="T40" fmla="*/ 90 w 340"/>
                  <a:gd name="T41" fmla="*/ 89 h 305"/>
                  <a:gd name="T42" fmla="*/ 93 w 340"/>
                  <a:gd name="T43" fmla="*/ 81 h 305"/>
                  <a:gd name="T44" fmla="*/ 96 w 340"/>
                  <a:gd name="T45" fmla="*/ 73 h 305"/>
                  <a:gd name="T46" fmla="*/ 103 w 340"/>
                  <a:gd name="T47" fmla="*/ 65 h 305"/>
                  <a:gd name="T48" fmla="*/ 106 w 340"/>
                  <a:gd name="T49" fmla="*/ 58 h 305"/>
                  <a:gd name="T50" fmla="*/ 112 w 340"/>
                  <a:gd name="T51" fmla="*/ 50 h 305"/>
                  <a:gd name="T52" fmla="*/ 119 w 340"/>
                  <a:gd name="T53" fmla="*/ 42 h 305"/>
                  <a:gd name="T54" fmla="*/ 125 w 340"/>
                  <a:gd name="T55" fmla="*/ 35 h 305"/>
                  <a:gd name="T56" fmla="*/ 131 w 340"/>
                  <a:gd name="T57" fmla="*/ 27 h 305"/>
                  <a:gd name="T58" fmla="*/ 138 w 340"/>
                  <a:gd name="T59" fmla="*/ 19 h 305"/>
                  <a:gd name="T60" fmla="*/ 147 w 340"/>
                  <a:gd name="T61" fmla="*/ 12 h 305"/>
                  <a:gd name="T62" fmla="*/ 160 w 340"/>
                  <a:gd name="T63" fmla="*/ 4 h 305"/>
                  <a:gd name="T64" fmla="*/ 173 w 340"/>
                  <a:gd name="T65" fmla="*/ 0 h 305"/>
                  <a:gd name="T66" fmla="*/ 186 w 340"/>
                  <a:gd name="T67" fmla="*/ 2 h 305"/>
                  <a:gd name="T68" fmla="*/ 199 w 340"/>
                  <a:gd name="T69" fmla="*/ 5 h 305"/>
                  <a:gd name="T70" fmla="*/ 211 w 340"/>
                  <a:gd name="T71" fmla="*/ 13 h 305"/>
                  <a:gd name="T72" fmla="*/ 221 w 340"/>
                  <a:gd name="T73" fmla="*/ 21 h 305"/>
                  <a:gd name="T74" fmla="*/ 227 w 340"/>
                  <a:gd name="T75" fmla="*/ 29 h 305"/>
                  <a:gd name="T76" fmla="*/ 234 w 340"/>
                  <a:gd name="T77" fmla="*/ 36 h 305"/>
                  <a:gd name="T78" fmla="*/ 240 w 340"/>
                  <a:gd name="T79" fmla="*/ 44 h 305"/>
                  <a:gd name="T80" fmla="*/ 243 w 340"/>
                  <a:gd name="T81" fmla="*/ 52 h 305"/>
                  <a:gd name="T82" fmla="*/ 250 w 340"/>
                  <a:gd name="T83" fmla="*/ 60 h 305"/>
                  <a:gd name="T84" fmla="*/ 253 w 340"/>
                  <a:gd name="T85" fmla="*/ 68 h 305"/>
                  <a:gd name="T86" fmla="*/ 259 w 340"/>
                  <a:gd name="T87" fmla="*/ 75 h 305"/>
                  <a:gd name="T88" fmla="*/ 262 w 340"/>
                  <a:gd name="T89" fmla="*/ 83 h 305"/>
                  <a:gd name="T90" fmla="*/ 266 w 340"/>
                  <a:gd name="T91" fmla="*/ 91 h 305"/>
                  <a:gd name="T92" fmla="*/ 269 w 340"/>
                  <a:gd name="T93" fmla="*/ 99 h 305"/>
                  <a:gd name="T94" fmla="*/ 275 w 340"/>
                  <a:gd name="T95" fmla="*/ 108 h 305"/>
                  <a:gd name="T96" fmla="*/ 278 w 340"/>
                  <a:gd name="T97" fmla="*/ 116 h 305"/>
                  <a:gd name="T98" fmla="*/ 282 w 340"/>
                  <a:gd name="T99" fmla="*/ 126 h 305"/>
                  <a:gd name="T100" fmla="*/ 288 w 340"/>
                  <a:gd name="T101" fmla="*/ 136 h 305"/>
                  <a:gd name="T102" fmla="*/ 291 w 340"/>
                  <a:gd name="T103" fmla="*/ 145 h 305"/>
                  <a:gd name="T104" fmla="*/ 294 w 340"/>
                  <a:gd name="T105" fmla="*/ 155 h 305"/>
                  <a:gd name="T106" fmla="*/ 301 w 340"/>
                  <a:gd name="T107" fmla="*/ 165 h 305"/>
                  <a:gd name="T108" fmla="*/ 304 w 340"/>
                  <a:gd name="T109" fmla="*/ 174 h 305"/>
                  <a:gd name="T110" fmla="*/ 307 w 340"/>
                  <a:gd name="T111" fmla="*/ 186 h 305"/>
                  <a:gd name="T112" fmla="*/ 314 w 340"/>
                  <a:gd name="T113" fmla="*/ 196 h 305"/>
                  <a:gd name="T114" fmla="*/ 317 w 340"/>
                  <a:gd name="T115" fmla="*/ 207 h 305"/>
                  <a:gd name="T116" fmla="*/ 320 w 340"/>
                  <a:gd name="T117" fmla="*/ 217 h 305"/>
                  <a:gd name="T118" fmla="*/ 326 w 340"/>
                  <a:gd name="T119" fmla="*/ 228 h 305"/>
                  <a:gd name="T120" fmla="*/ 330 w 340"/>
                  <a:gd name="T121" fmla="*/ 240 h 305"/>
                  <a:gd name="T122" fmla="*/ 333 w 340"/>
                  <a:gd name="T123" fmla="*/ 252 h 305"/>
                  <a:gd name="T124" fmla="*/ 339 w 340"/>
                  <a:gd name="T125" fmla="*/ 262 h 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40" h="305">
                    <a:moveTo>
                      <a:pt x="0" y="304"/>
                    </a:moveTo>
                    <a:lnTo>
                      <a:pt x="3" y="300"/>
                    </a:lnTo>
                    <a:lnTo>
                      <a:pt x="3" y="298"/>
                    </a:lnTo>
                    <a:lnTo>
                      <a:pt x="3" y="294"/>
                    </a:lnTo>
                    <a:lnTo>
                      <a:pt x="7" y="292"/>
                    </a:lnTo>
                    <a:lnTo>
                      <a:pt x="7" y="288"/>
                    </a:lnTo>
                    <a:lnTo>
                      <a:pt x="7" y="286"/>
                    </a:lnTo>
                    <a:lnTo>
                      <a:pt x="10" y="283"/>
                    </a:lnTo>
                    <a:lnTo>
                      <a:pt x="10" y="281"/>
                    </a:lnTo>
                    <a:lnTo>
                      <a:pt x="10" y="277"/>
                    </a:lnTo>
                    <a:lnTo>
                      <a:pt x="13" y="275"/>
                    </a:lnTo>
                    <a:lnTo>
                      <a:pt x="13" y="271"/>
                    </a:lnTo>
                    <a:lnTo>
                      <a:pt x="13" y="269"/>
                    </a:lnTo>
                    <a:lnTo>
                      <a:pt x="16" y="265"/>
                    </a:lnTo>
                    <a:lnTo>
                      <a:pt x="16" y="263"/>
                    </a:lnTo>
                    <a:lnTo>
                      <a:pt x="16" y="259"/>
                    </a:lnTo>
                    <a:lnTo>
                      <a:pt x="19" y="257"/>
                    </a:lnTo>
                    <a:lnTo>
                      <a:pt x="19" y="256"/>
                    </a:lnTo>
                    <a:lnTo>
                      <a:pt x="19" y="252"/>
                    </a:lnTo>
                    <a:lnTo>
                      <a:pt x="23" y="249"/>
                    </a:lnTo>
                    <a:lnTo>
                      <a:pt x="23" y="246"/>
                    </a:lnTo>
                    <a:lnTo>
                      <a:pt x="23" y="244"/>
                    </a:lnTo>
                    <a:lnTo>
                      <a:pt x="26" y="240"/>
                    </a:lnTo>
                    <a:lnTo>
                      <a:pt x="26" y="238"/>
                    </a:lnTo>
                    <a:lnTo>
                      <a:pt x="26" y="234"/>
                    </a:lnTo>
                    <a:lnTo>
                      <a:pt x="29" y="233"/>
                    </a:lnTo>
                    <a:lnTo>
                      <a:pt x="29" y="230"/>
                    </a:lnTo>
                    <a:lnTo>
                      <a:pt x="29" y="226"/>
                    </a:lnTo>
                    <a:lnTo>
                      <a:pt x="32" y="225"/>
                    </a:lnTo>
                    <a:lnTo>
                      <a:pt x="32" y="220"/>
                    </a:lnTo>
                    <a:lnTo>
                      <a:pt x="32" y="219"/>
                    </a:lnTo>
                    <a:lnTo>
                      <a:pt x="35" y="215"/>
                    </a:lnTo>
                    <a:lnTo>
                      <a:pt x="35" y="213"/>
                    </a:lnTo>
                    <a:lnTo>
                      <a:pt x="35" y="211"/>
                    </a:lnTo>
                    <a:lnTo>
                      <a:pt x="39" y="207"/>
                    </a:lnTo>
                    <a:lnTo>
                      <a:pt x="39" y="205"/>
                    </a:lnTo>
                    <a:lnTo>
                      <a:pt x="39" y="201"/>
                    </a:lnTo>
                    <a:lnTo>
                      <a:pt x="42" y="199"/>
                    </a:lnTo>
                    <a:lnTo>
                      <a:pt x="42" y="197"/>
                    </a:lnTo>
                    <a:lnTo>
                      <a:pt x="42" y="194"/>
                    </a:lnTo>
                    <a:lnTo>
                      <a:pt x="45" y="191"/>
                    </a:lnTo>
                    <a:lnTo>
                      <a:pt x="45" y="190"/>
                    </a:lnTo>
                    <a:lnTo>
                      <a:pt x="45" y="186"/>
                    </a:lnTo>
                    <a:lnTo>
                      <a:pt x="48" y="184"/>
                    </a:lnTo>
                    <a:lnTo>
                      <a:pt x="48" y="180"/>
                    </a:lnTo>
                    <a:lnTo>
                      <a:pt x="48" y="178"/>
                    </a:lnTo>
                    <a:lnTo>
                      <a:pt x="51" y="176"/>
                    </a:lnTo>
                    <a:lnTo>
                      <a:pt x="51" y="172"/>
                    </a:lnTo>
                    <a:lnTo>
                      <a:pt x="51" y="170"/>
                    </a:lnTo>
                    <a:lnTo>
                      <a:pt x="55" y="168"/>
                    </a:lnTo>
                    <a:lnTo>
                      <a:pt x="55" y="165"/>
                    </a:lnTo>
                    <a:lnTo>
                      <a:pt x="55" y="162"/>
                    </a:lnTo>
                    <a:lnTo>
                      <a:pt x="55" y="160"/>
                    </a:lnTo>
                    <a:lnTo>
                      <a:pt x="58" y="159"/>
                    </a:lnTo>
                    <a:lnTo>
                      <a:pt x="58" y="155"/>
                    </a:lnTo>
                    <a:lnTo>
                      <a:pt x="58" y="153"/>
                    </a:lnTo>
                    <a:lnTo>
                      <a:pt x="61" y="151"/>
                    </a:lnTo>
                    <a:lnTo>
                      <a:pt x="61" y="147"/>
                    </a:lnTo>
                    <a:lnTo>
                      <a:pt x="61" y="145"/>
                    </a:lnTo>
                    <a:lnTo>
                      <a:pt x="64" y="143"/>
                    </a:lnTo>
                    <a:lnTo>
                      <a:pt x="64" y="141"/>
                    </a:lnTo>
                    <a:lnTo>
                      <a:pt x="64" y="137"/>
                    </a:lnTo>
                    <a:lnTo>
                      <a:pt x="67" y="136"/>
                    </a:lnTo>
                    <a:lnTo>
                      <a:pt x="67" y="133"/>
                    </a:lnTo>
                    <a:lnTo>
                      <a:pt x="67" y="131"/>
                    </a:lnTo>
                    <a:lnTo>
                      <a:pt x="71" y="130"/>
                    </a:lnTo>
                    <a:lnTo>
                      <a:pt x="71" y="126"/>
                    </a:lnTo>
                    <a:lnTo>
                      <a:pt x="71" y="124"/>
                    </a:lnTo>
                    <a:lnTo>
                      <a:pt x="74" y="122"/>
                    </a:lnTo>
                    <a:lnTo>
                      <a:pt x="74" y="120"/>
                    </a:lnTo>
                    <a:lnTo>
                      <a:pt x="74" y="118"/>
                    </a:lnTo>
                    <a:lnTo>
                      <a:pt x="77" y="114"/>
                    </a:lnTo>
                    <a:lnTo>
                      <a:pt x="77" y="112"/>
                    </a:lnTo>
                    <a:lnTo>
                      <a:pt x="77" y="110"/>
                    </a:lnTo>
                    <a:lnTo>
                      <a:pt x="80" y="108"/>
                    </a:lnTo>
                    <a:lnTo>
                      <a:pt x="80" y="107"/>
                    </a:lnTo>
                    <a:lnTo>
                      <a:pt x="80" y="104"/>
                    </a:lnTo>
                    <a:lnTo>
                      <a:pt x="83" y="102"/>
                    </a:lnTo>
                    <a:lnTo>
                      <a:pt x="83" y="101"/>
                    </a:lnTo>
                    <a:lnTo>
                      <a:pt x="83" y="97"/>
                    </a:lnTo>
                    <a:lnTo>
                      <a:pt x="87" y="94"/>
                    </a:lnTo>
                    <a:lnTo>
                      <a:pt x="87" y="93"/>
                    </a:lnTo>
                    <a:lnTo>
                      <a:pt x="87" y="91"/>
                    </a:lnTo>
                    <a:lnTo>
                      <a:pt x="90" y="89"/>
                    </a:lnTo>
                    <a:lnTo>
                      <a:pt x="90" y="87"/>
                    </a:lnTo>
                    <a:lnTo>
                      <a:pt x="90" y="85"/>
                    </a:lnTo>
                    <a:lnTo>
                      <a:pt x="93" y="83"/>
                    </a:lnTo>
                    <a:lnTo>
                      <a:pt x="93" y="81"/>
                    </a:lnTo>
                    <a:lnTo>
                      <a:pt x="93" y="79"/>
                    </a:lnTo>
                    <a:lnTo>
                      <a:pt x="96" y="78"/>
                    </a:lnTo>
                    <a:lnTo>
                      <a:pt x="96" y="75"/>
                    </a:lnTo>
                    <a:lnTo>
                      <a:pt x="96" y="73"/>
                    </a:lnTo>
                    <a:lnTo>
                      <a:pt x="99" y="71"/>
                    </a:lnTo>
                    <a:lnTo>
                      <a:pt x="99" y="70"/>
                    </a:lnTo>
                    <a:lnTo>
                      <a:pt x="99" y="68"/>
                    </a:lnTo>
                    <a:lnTo>
                      <a:pt x="103" y="65"/>
                    </a:lnTo>
                    <a:lnTo>
                      <a:pt x="103" y="64"/>
                    </a:lnTo>
                    <a:lnTo>
                      <a:pt x="106" y="62"/>
                    </a:lnTo>
                    <a:lnTo>
                      <a:pt x="106" y="60"/>
                    </a:lnTo>
                    <a:lnTo>
                      <a:pt x="106" y="58"/>
                    </a:lnTo>
                    <a:lnTo>
                      <a:pt x="109" y="56"/>
                    </a:lnTo>
                    <a:lnTo>
                      <a:pt x="109" y="54"/>
                    </a:lnTo>
                    <a:lnTo>
                      <a:pt x="112" y="52"/>
                    </a:lnTo>
                    <a:lnTo>
                      <a:pt x="112" y="50"/>
                    </a:lnTo>
                    <a:lnTo>
                      <a:pt x="112" y="48"/>
                    </a:lnTo>
                    <a:lnTo>
                      <a:pt x="115" y="46"/>
                    </a:lnTo>
                    <a:lnTo>
                      <a:pt x="115" y="44"/>
                    </a:lnTo>
                    <a:lnTo>
                      <a:pt x="119" y="42"/>
                    </a:lnTo>
                    <a:lnTo>
                      <a:pt x="119" y="41"/>
                    </a:lnTo>
                    <a:lnTo>
                      <a:pt x="122" y="39"/>
                    </a:lnTo>
                    <a:lnTo>
                      <a:pt x="122" y="36"/>
                    </a:lnTo>
                    <a:lnTo>
                      <a:pt x="125" y="35"/>
                    </a:lnTo>
                    <a:lnTo>
                      <a:pt x="125" y="33"/>
                    </a:lnTo>
                    <a:lnTo>
                      <a:pt x="128" y="31"/>
                    </a:lnTo>
                    <a:lnTo>
                      <a:pt x="128" y="29"/>
                    </a:lnTo>
                    <a:lnTo>
                      <a:pt x="131" y="27"/>
                    </a:lnTo>
                    <a:lnTo>
                      <a:pt x="131" y="25"/>
                    </a:lnTo>
                    <a:lnTo>
                      <a:pt x="135" y="23"/>
                    </a:lnTo>
                    <a:lnTo>
                      <a:pt x="135" y="21"/>
                    </a:lnTo>
                    <a:lnTo>
                      <a:pt x="138" y="19"/>
                    </a:lnTo>
                    <a:lnTo>
                      <a:pt x="141" y="17"/>
                    </a:lnTo>
                    <a:lnTo>
                      <a:pt x="141" y="15"/>
                    </a:lnTo>
                    <a:lnTo>
                      <a:pt x="144" y="13"/>
                    </a:lnTo>
                    <a:lnTo>
                      <a:pt x="147" y="12"/>
                    </a:lnTo>
                    <a:lnTo>
                      <a:pt x="151" y="10"/>
                    </a:lnTo>
                    <a:lnTo>
                      <a:pt x="154" y="7"/>
                    </a:lnTo>
                    <a:lnTo>
                      <a:pt x="157" y="5"/>
                    </a:lnTo>
                    <a:lnTo>
                      <a:pt x="160" y="4"/>
                    </a:lnTo>
                    <a:lnTo>
                      <a:pt x="163" y="2"/>
                    </a:lnTo>
                    <a:lnTo>
                      <a:pt x="167" y="2"/>
                    </a:lnTo>
                    <a:lnTo>
                      <a:pt x="170" y="0"/>
                    </a:lnTo>
                    <a:lnTo>
                      <a:pt x="173" y="0"/>
                    </a:lnTo>
                    <a:lnTo>
                      <a:pt x="176" y="0"/>
                    </a:lnTo>
                    <a:lnTo>
                      <a:pt x="179" y="0"/>
                    </a:lnTo>
                    <a:lnTo>
                      <a:pt x="183" y="0"/>
                    </a:lnTo>
                    <a:lnTo>
                      <a:pt x="186" y="2"/>
                    </a:lnTo>
                    <a:lnTo>
                      <a:pt x="189" y="2"/>
                    </a:lnTo>
                    <a:lnTo>
                      <a:pt x="192" y="4"/>
                    </a:lnTo>
                    <a:lnTo>
                      <a:pt x="195" y="4"/>
                    </a:lnTo>
                    <a:lnTo>
                      <a:pt x="199" y="5"/>
                    </a:lnTo>
                    <a:lnTo>
                      <a:pt x="202" y="7"/>
                    </a:lnTo>
                    <a:lnTo>
                      <a:pt x="205" y="10"/>
                    </a:lnTo>
                    <a:lnTo>
                      <a:pt x="208" y="12"/>
                    </a:lnTo>
                    <a:lnTo>
                      <a:pt x="211" y="13"/>
                    </a:lnTo>
                    <a:lnTo>
                      <a:pt x="214" y="15"/>
                    </a:lnTo>
                    <a:lnTo>
                      <a:pt x="214" y="17"/>
                    </a:lnTo>
                    <a:lnTo>
                      <a:pt x="218" y="19"/>
                    </a:lnTo>
                    <a:lnTo>
                      <a:pt x="221" y="21"/>
                    </a:lnTo>
                    <a:lnTo>
                      <a:pt x="221" y="23"/>
                    </a:lnTo>
                    <a:lnTo>
                      <a:pt x="224" y="25"/>
                    </a:lnTo>
                    <a:lnTo>
                      <a:pt x="224" y="27"/>
                    </a:lnTo>
                    <a:lnTo>
                      <a:pt x="227" y="29"/>
                    </a:lnTo>
                    <a:lnTo>
                      <a:pt x="227" y="31"/>
                    </a:lnTo>
                    <a:lnTo>
                      <a:pt x="230" y="33"/>
                    </a:lnTo>
                    <a:lnTo>
                      <a:pt x="230" y="35"/>
                    </a:lnTo>
                    <a:lnTo>
                      <a:pt x="234" y="36"/>
                    </a:lnTo>
                    <a:lnTo>
                      <a:pt x="234" y="39"/>
                    </a:lnTo>
                    <a:lnTo>
                      <a:pt x="237" y="41"/>
                    </a:lnTo>
                    <a:lnTo>
                      <a:pt x="237" y="42"/>
                    </a:lnTo>
                    <a:lnTo>
                      <a:pt x="240" y="44"/>
                    </a:lnTo>
                    <a:lnTo>
                      <a:pt x="240" y="46"/>
                    </a:lnTo>
                    <a:lnTo>
                      <a:pt x="243" y="48"/>
                    </a:lnTo>
                    <a:lnTo>
                      <a:pt x="243" y="50"/>
                    </a:lnTo>
                    <a:lnTo>
                      <a:pt x="243" y="52"/>
                    </a:lnTo>
                    <a:lnTo>
                      <a:pt x="246" y="54"/>
                    </a:lnTo>
                    <a:lnTo>
                      <a:pt x="246" y="56"/>
                    </a:lnTo>
                    <a:lnTo>
                      <a:pt x="250" y="58"/>
                    </a:lnTo>
                    <a:lnTo>
                      <a:pt x="250" y="60"/>
                    </a:lnTo>
                    <a:lnTo>
                      <a:pt x="250" y="62"/>
                    </a:lnTo>
                    <a:lnTo>
                      <a:pt x="253" y="64"/>
                    </a:lnTo>
                    <a:lnTo>
                      <a:pt x="253" y="65"/>
                    </a:lnTo>
                    <a:lnTo>
                      <a:pt x="253" y="68"/>
                    </a:lnTo>
                    <a:lnTo>
                      <a:pt x="256" y="70"/>
                    </a:lnTo>
                    <a:lnTo>
                      <a:pt x="256" y="71"/>
                    </a:lnTo>
                    <a:lnTo>
                      <a:pt x="256" y="73"/>
                    </a:lnTo>
                    <a:lnTo>
                      <a:pt x="259" y="75"/>
                    </a:lnTo>
                    <a:lnTo>
                      <a:pt x="259" y="78"/>
                    </a:lnTo>
                    <a:lnTo>
                      <a:pt x="259" y="79"/>
                    </a:lnTo>
                    <a:lnTo>
                      <a:pt x="262" y="81"/>
                    </a:lnTo>
                    <a:lnTo>
                      <a:pt x="262" y="83"/>
                    </a:lnTo>
                    <a:lnTo>
                      <a:pt x="262" y="85"/>
                    </a:lnTo>
                    <a:lnTo>
                      <a:pt x="266" y="87"/>
                    </a:lnTo>
                    <a:lnTo>
                      <a:pt x="266" y="89"/>
                    </a:lnTo>
                    <a:lnTo>
                      <a:pt x="266" y="91"/>
                    </a:lnTo>
                    <a:lnTo>
                      <a:pt x="266" y="93"/>
                    </a:lnTo>
                    <a:lnTo>
                      <a:pt x="269" y="94"/>
                    </a:lnTo>
                    <a:lnTo>
                      <a:pt x="269" y="97"/>
                    </a:lnTo>
                    <a:lnTo>
                      <a:pt x="269" y="99"/>
                    </a:lnTo>
                    <a:lnTo>
                      <a:pt x="272" y="101"/>
                    </a:lnTo>
                    <a:lnTo>
                      <a:pt x="272" y="102"/>
                    </a:lnTo>
                    <a:lnTo>
                      <a:pt x="272" y="104"/>
                    </a:lnTo>
                    <a:lnTo>
                      <a:pt x="275" y="108"/>
                    </a:lnTo>
                    <a:lnTo>
                      <a:pt x="275" y="110"/>
                    </a:lnTo>
                    <a:lnTo>
                      <a:pt x="275" y="112"/>
                    </a:lnTo>
                    <a:lnTo>
                      <a:pt x="278" y="114"/>
                    </a:lnTo>
                    <a:lnTo>
                      <a:pt x="278" y="116"/>
                    </a:lnTo>
                    <a:lnTo>
                      <a:pt x="278" y="118"/>
                    </a:lnTo>
                    <a:lnTo>
                      <a:pt x="282" y="122"/>
                    </a:lnTo>
                    <a:lnTo>
                      <a:pt x="282" y="124"/>
                    </a:lnTo>
                    <a:lnTo>
                      <a:pt x="282" y="126"/>
                    </a:lnTo>
                    <a:lnTo>
                      <a:pt x="285" y="128"/>
                    </a:lnTo>
                    <a:lnTo>
                      <a:pt x="285" y="130"/>
                    </a:lnTo>
                    <a:lnTo>
                      <a:pt x="285" y="133"/>
                    </a:lnTo>
                    <a:lnTo>
                      <a:pt x="288" y="136"/>
                    </a:lnTo>
                    <a:lnTo>
                      <a:pt x="288" y="137"/>
                    </a:lnTo>
                    <a:lnTo>
                      <a:pt x="288" y="139"/>
                    </a:lnTo>
                    <a:lnTo>
                      <a:pt x="291" y="141"/>
                    </a:lnTo>
                    <a:lnTo>
                      <a:pt x="291" y="145"/>
                    </a:lnTo>
                    <a:lnTo>
                      <a:pt x="291" y="147"/>
                    </a:lnTo>
                    <a:lnTo>
                      <a:pt x="294" y="149"/>
                    </a:lnTo>
                    <a:lnTo>
                      <a:pt x="294" y="153"/>
                    </a:lnTo>
                    <a:lnTo>
                      <a:pt x="294" y="155"/>
                    </a:lnTo>
                    <a:lnTo>
                      <a:pt x="298" y="157"/>
                    </a:lnTo>
                    <a:lnTo>
                      <a:pt x="298" y="159"/>
                    </a:lnTo>
                    <a:lnTo>
                      <a:pt x="298" y="162"/>
                    </a:lnTo>
                    <a:lnTo>
                      <a:pt x="301" y="165"/>
                    </a:lnTo>
                    <a:lnTo>
                      <a:pt x="301" y="167"/>
                    </a:lnTo>
                    <a:lnTo>
                      <a:pt x="301" y="170"/>
                    </a:lnTo>
                    <a:lnTo>
                      <a:pt x="304" y="172"/>
                    </a:lnTo>
                    <a:lnTo>
                      <a:pt x="304" y="174"/>
                    </a:lnTo>
                    <a:lnTo>
                      <a:pt x="304" y="178"/>
                    </a:lnTo>
                    <a:lnTo>
                      <a:pt x="307" y="180"/>
                    </a:lnTo>
                    <a:lnTo>
                      <a:pt x="307" y="182"/>
                    </a:lnTo>
                    <a:lnTo>
                      <a:pt x="307" y="186"/>
                    </a:lnTo>
                    <a:lnTo>
                      <a:pt x="310" y="188"/>
                    </a:lnTo>
                    <a:lnTo>
                      <a:pt x="310" y="190"/>
                    </a:lnTo>
                    <a:lnTo>
                      <a:pt x="310" y="194"/>
                    </a:lnTo>
                    <a:lnTo>
                      <a:pt x="314" y="196"/>
                    </a:lnTo>
                    <a:lnTo>
                      <a:pt x="314" y="199"/>
                    </a:lnTo>
                    <a:lnTo>
                      <a:pt x="314" y="201"/>
                    </a:lnTo>
                    <a:lnTo>
                      <a:pt x="317" y="203"/>
                    </a:lnTo>
                    <a:lnTo>
                      <a:pt x="317" y="207"/>
                    </a:lnTo>
                    <a:lnTo>
                      <a:pt x="317" y="209"/>
                    </a:lnTo>
                    <a:lnTo>
                      <a:pt x="320" y="213"/>
                    </a:lnTo>
                    <a:lnTo>
                      <a:pt x="320" y="215"/>
                    </a:lnTo>
                    <a:lnTo>
                      <a:pt x="320" y="217"/>
                    </a:lnTo>
                    <a:lnTo>
                      <a:pt x="323" y="220"/>
                    </a:lnTo>
                    <a:lnTo>
                      <a:pt x="323" y="223"/>
                    </a:lnTo>
                    <a:lnTo>
                      <a:pt x="323" y="226"/>
                    </a:lnTo>
                    <a:lnTo>
                      <a:pt x="326" y="228"/>
                    </a:lnTo>
                    <a:lnTo>
                      <a:pt x="326" y="230"/>
                    </a:lnTo>
                    <a:lnTo>
                      <a:pt x="326" y="234"/>
                    </a:lnTo>
                    <a:lnTo>
                      <a:pt x="330" y="236"/>
                    </a:lnTo>
                    <a:lnTo>
                      <a:pt x="330" y="240"/>
                    </a:lnTo>
                    <a:lnTo>
                      <a:pt x="330" y="242"/>
                    </a:lnTo>
                    <a:lnTo>
                      <a:pt x="333" y="246"/>
                    </a:lnTo>
                    <a:lnTo>
                      <a:pt x="333" y="248"/>
                    </a:lnTo>
                    <a:lnTo>
                      <a:pt x="333" y="252"/>
                    </a:lnTo>
                    <a:lnTo>
                      <a:pt x="336" y="254"/>
                    </a:lnTo>
                    <a:lnTo>
                      <a:pt x="336" y="257"/>
                    </a:lnTo>
                    <a:lnTo>
                      <a:pt x="336" y="259"/>
                    </a:lnTo>
                    <a:lnTo>
                      <a:pt x="339" y="262"/>
                    </a:lnTo>
                    <a:lnTo>
                      <a:pt x="339" y="265"/>
                    </a:lnTo>
                    <a:lnTo>
                      <a:pt x="339" y="267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04" name="Freeform 68"/>
              <p:cNvSpPr>
                <a:spLocks/>
              </p:cNvSpPr>
              <p:nvPr/>
            </p:nvSpPr>
            <p:spPr bwMode="auto">
              <a:xfrm>
                <a:off x="1642" y="1803"/>
                <a:ext cx="344" cy="339"/>
              </a:xfrm>
              <a:custGeom>
                <a:avLst/>
                <a:gdLst>
                  <a:gd name="T0" fmla="*/ 3 w 344"/>
                  <a:gd name="T1" fmla="*/ 10 h 339"/>
                  <a:gd name="T2" fmla="*/ 10 w 344"/>
                  <a:gd name="T3" fmla="*/ 21 h 339"/>
                  <a:gd name="T4" fmla="*/ 13 w 344"/>
                  <a:gd name="T5" fmla="*/ 33 h 339"/>
                  <a:gd name="T6" fmla="*/ 16 w 344"/>
                  <a:gd name="T7" fmla="*/ 43 h 339"/>
                  <a:gd name="T8" fmla="*/ 23 w 344"/>
                  <a:gd name="T9" fmla="*/ 54 h 339"/>
                  <a:gd name="T10" fmla="*/ 26 w 344"/>
                  <a:gd name="T11" fmla="*/ 66 h 339"/>
                  <a:gd name="T12" fmla="*/ 29 w 344"/>
                  <a:gd name="T13" fmla="*/ 77 h 339"/>
                  <a:gd name="T14" fmla="*/ 32 w 344"/>
                  <a:gd name="T15" fmla="*/ 89 h 339"/>
                  <a:gd name="T16" fmla="*/ 39 w 344"/>
                  <a:gd name="T17" fmla="*/ 101 h 339"/>
                  <a:gd name="T18" fmla="*/ 42 w 344"/>
                  <a:gd name="T19" fmla="*/ 110 h 339"/>
                  <a:gd name="T20" fmla="*/ 45 w 344"/>
                  <a:gd name="T21" fmla="*/ 122 h 339"/>
                  <a:gd name="T22" fmla="*/ 51 w 344"/>
                  <a:gd name="T23" fmla="*/ 133 h 339"/>
                  <a:gd name="T24" fmla="*/ 55 w 344"/>
                  <a:gd name="T25" fmla="*/ 143 h 339"/>
                  <a:gd name="T26" fmla="*/ 58 w 344"/>
                  <a:gd name="T27" fmla="*/ 155 h 339"/>
                  <a:gd name="T28" fmla="*/ 64 w 344"/>
                  <a:gd name="T29" fmla="*/ 164 h 339"/>
                  <a:gd name="T30" fmla="*/ 67 w 344"/>
                  <a:gd name="T31" fmla="*/ 174 h 339"/>
                  <a:gd name="T32" fmla="*/ 71 w 344"/>
                  <a:gd name="T33" fmla="*/ 186 h 339"/>
                  <a:gd name="T34" fmla="*/ 77 w 344"/>
                  <a:gd name="T35" fmla="*/ 196 h 339"/>
                  <a:gd name="T36" fmla="*/ 80 w 344"/>
                  <a:gd name="T37" fmla="*/ 205 h 339"/>
                  <a:gd name="T38" fmla="*/ 83 w 344"/>
                  <a:gd name="T39" fmla="*/ 212 h 339"/>
                  <a:gd name="T40" fmla="*/ 90 w 344"/>
                  <a:gd name="T41" fmla="*/ 222 h 339"/>
                  <a:gd name="T42" fmla="*/ 93 w 344"/>
                  <a:gd name="T43" fmla="*/ 232 h 339"/>
                  <a:gd name="T44" fmla="*/ 96 w 344"/>
                  <a:gd name="T45" fmla="*/ 240 h 339"/>
                  <a:gd name="T46" fmla="*/ 103 w 344"/>
                  <a:gd name="T47" fmla="*/ 247 h 339"/>
                  <a:gd name="T48" fmla="*/ 106 w 344"/>
                  <a:gd name="T49" fmla="*/ 257 h 339"/>
                  <a:gd name="T50" fmla="*/ 109 w 344"/>
                  <a:gd name="T51" fmla="*/ 265 h 339"/>
                  <a:gd name="T52" fmla="*/ 115 w 344"/>
                  <a:gd name="T53" fmla="*/ 273 h 339"/>
                  <a:gd name="T54" fmla="*/ 119 w 344"/>
                  <a:gd name="T55" fmla="*/ 280 h 339"/>
                  <a:gd name="T56" fmla="*/ 125 w 344"/>
                  <a:gd name="T57" fmla="*/ 288 h 339"/>
                  <a:gd name="T58" fmla="*/ 131 w 344"/>
                  <a:gd name="T59" fmla="*/ 296 h 339"/>
                  <a:gd name="T60" fmla="*/ 138 w 344"/>
                  <a:gd name="T61" fmla="*/ 304 h 339"/>
                  <a:gd name="T62" fmla="*/ 141 w 344"/>
                  <a:gd name="T63" fmla="*/ 311 h 339"/>
                  <a:gd name="T64" fmla="*/ 151 w 344"/>
                  <a:gd name="T65" fmla="*/ 319 h 339"/>
                  <a:gd name="T66" fmla="*/ 160 w 344"/>
                  <a:gd name="T67" fmla="*/ 327 h 339"/>
                  <a:gd name="T68" fmla="*/ 173 w 344"/>
                  <a:gd name="T69" fmla="*/ 334 h 339"/>
                  <a:gd name="T70" fmla="*/ 186 w 344"/>
                  <a:gd name="T71" fmla="*/ 338 h 339"/>
                  <a:gd name="T72" fmla="*/ 199 w 344"/>
                  <a:gd name="T73" fmla="*/ 336 h 339"/>
                  <a:gd name="T74" fmla="*/ 211 w 344"/>
                  <a:gd name="T75" fmla="*/ 333 h 339"/>
                  <a:gd name="T76" fmla="*/ 224 w 344"/>
                  <a:gd name="T77" fmla="*/ 325 h 339"/>
                  <a:gd name="T78" fmla="*/ 234 w 344"/>
                  <a:gd name="T79" fmla="*/ 317 h 339"/>
                  <a:gd name="T80" fmla="*/ 240 w 344"/>
                  <a:gd name="T81" fmla="*/ 309 h 339"/>
                  <a:gd name="T82" fmla="*/ 247 w 344"/>
                  <a:gd name="T83" fmla="*/ 302 h 339"/>
                  <a:gd name="T84" fmla="*/ 250 w 344"/>
                  <a:gd name="T85" fmla="*/ 294 h 339"/>
                  <a:gd name="T86" fmla="*/ 256 w 344"/>
                  <a:gd name="T87" fmla="*/ 286 h 339"/>
                  <a:gd name="T88" fmla="*/ 263 w 344"/>
                  <a:gd name="T89" fmla="*/ 278 h 339"/>
                  <a:gd name="T90" fmla="*/ 266 w 344"/>
                  <a:gd name="T91" fmla="*/ 270 h 339"/>
                  <a:gd name="T92" fmla="*/ 272 w 344"/>
                  <a:gd name="T93" fmla="*/ 263 h 339"/>
                  <a:gd name="T94" fmla="*/ 275 w 344"/>
                  <a:gd name="T95" fmla="*/ 255 h 339"/>
                  <a:gd name="T96" fmla="*/ 279 w 344"/>
                  <a:gd name="T97" fmla="*/ 246 h 339"/>
                  <a:gd name="T98" fmla="*/ 285 w 344"/>
                  <a:gd name="T99" fmla="*/ 238 h 339"/>
                  <a:gd name="T100" fmla="*/ 288 w 344"/>
                  <a:gd name="T101" fmla="*/ 230 h 339"/>
                  <a:gd name="T102" fmla="*/ 291 w 344"/>
                  <a:gd name="T103" fmla="*/ 220 h 339"/>
                  <a:gd name="T104" fmla="*/ 298 w 344"/>
                  <a:gd name="T105" fmla="*/ 211 h 339"/>
                  <a:gd name="T106" fmla="*/ 301 w 344"/>
                  <a:gd name="T107" fmla="*/ 201 h 339"/>
                  <a:gd name="T108" fmla="*/ 304 w 344"/>
                  <a:gd name="T109" fmla="*/ 191 h 339"/>
                  <a:gd name="T110" fmla="*/ 311 w 344"/>
                  <a:gd name="T111" fmla="*/ 182 h 339"/>
                  <a:gd name="T112" fmla="*/ 314 w 344"/>
                  <a:gd name="T113" fmla="*/ 172 h 339"/>
                  <a:gd name="T114" fmla="*/ 317 w 344"/>
                  <a:gd name="T115" fmla="*/ 162 h 339"/>
                  <a:gd name="T116" fmla="*/ 323 w 344"/>
                  <a:gd name="T117" fmla="*/ 151 h 339"/>
                  <a:gd name="T118" fmla="*/ 327 w 344"/>
                  <a:gd name="T119" fmla="*/ 141 h 339"/>
                  <a:gd name="T120" fmla="*/ 330 w 344"/>
                  <a:gd name="T121" fmla="*/ 130 h 339"/>
                  <a:gd name="T122" fmla="*/ 336 w 344"/>
                  <a:gd name="T123" fmla="*/ 120 h 339"/>
                  <a:gd name="T124" fmla="*/ 339 w 344"/>
                  <a:gd name="T125" fmla="*/ 109 h 3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44" h="339">
                    <a:moveTo>
                      <a:pt x="0" y="0"/>
                    </a:moveTo>
                    <a:lnTo>
                      <a:pt x="3" y="4"/>
                    </a:lnTo>
                    <a:lnTo>
                      <a:pt x="3" y="6"/>
                    </a:lnTo>
                    <a:lnTo>
                      <a:pt x="3" y="10"/>
                    </a:lnTo>
                    <a:lnTo>
                      <a:pt x="7" y="11"/>
                    </a:lnTo>
                    <a:lnTo>
                      <a:pt x="7" y="16"/>
                    </a:lnTo>
                    <a:lnTo>
                      <a:pt x="7" y="18"/>
                    </a:lnTo>
                    <a:lnTo>
                      <a:pt x="10" y="21"/>
                    </a:lnTo>
                    <a:lnTo>
                      <a:pt x="10" y="24"/>
                    </a:lnTo>
                    <a:lnTo>
                      <a:pt x="10" y="27"/>
                    </a:lnTo>
                    <a:lnTo>
                      <a:pt x="13" y="29"/>
                    </a:lnTo>
                    <a:lnTo>
                      <a:pt x="13" y="33"/>
                    </a:lnTo>
                    <a:lnTo>
                      <a:pt x="13" y="35"/>
                    </a:lnTo>
                    <a:lnTo>
                      <a:pt x="16" y="37"/>
                    </a:lnTo>
                    <a:lnTo>
                      <a:pt x="16" y="40"/>
                    </a:lnTo>
                    <a:lnTo>
                      <a:pt x="16" y="43"/>
                    </a:lnTo>
                    <a:lnTo>
                      <a:pt x="19" y="46"/>
                    </a:lnTo>
                    <a:lnTo>
                      <a:pt x="19" y="48"/>
                    </a:lnTo>
                    <a:lnTo>
                      <a:pt x="19" y="53"/>
                    </a:lnTo>
                    <a:lnTo>
                      <a:pt x="23" y="54"/>
                    </a:lnTo>
                    <a:lnTo>
                      <a:pt x="23" y="58"/>
                    </a:lnTo>
                    <a:lnTo>
                      <a:pt x="23" y="60"/>
                    </a:lnTo>
                    <a:lnTo>
                      <a:pt x="26" y="64"/>
                    </a:lnTo>
                    <a:lnTo>
                      <a:pt x="26" y="66"/>
                    </a:lnTo>
                    <a:lnTo>
                      <a:pt x="26" y="70"/>
                    </a:lnTo>
                    <a:lnTo>
                      <a:pt x="29" y="72"/>
                    </a:lnTo>
                    <a:lnTo>
                      <a:pt x="29" y="75"/>
                    </a:lnTo>
                    <a:lnTo>
                      <a:pt x="29" y="77"/>
                    </a:lnTo>
                    <a:lnTo>
                      <a:pt x="32" y="81"/>
                    </a:lnTo>
                    <a:lnTo>
                      <a:pt x="32" y="83"/>
                    </a:lnTo>
                    <a:lnTo>
                      <a:pt x="32" y="85"/>
                    </a:lnTo>
                    <a:lnTo>
                      <a:pt x="32" y="89"/>
                    </a:lnTo>
                    <a:lnTo>
                      <a:pt x="35" y="91"/>
                    </a:lnTo>
                    <a:lnTo>
                      <a:pt x="35" y="95"/>
                    </a:lnTo>
                    <a:lnTo>
                      <a:pt x="35" y="97"/>
                    </a:lnTo>
                    <a:lnTo>
                      <a:pt x="39" y="101"/>
                    </a:lnTo>
                    <a:lnTo>
                      <a:pt x="39" y="103"/>
                    </a:lnTo>
                    <a:lnTo>
                      <a:pt x="39" y="106"/>
                    </a:lnTo>
                    <a:lnTo>
                      <a:pt x="42" y="109"/>
                    </a:lnTo>
                    <a:lnTo>
                      <a:pt x="42" y="110"/>
                    </a:lnTo>
                    <a:lnTo>
                      <a:pt x="42" y="114"/>
                    </a:lnTo>
                    <a:lnTo>
                      <a:pt x="45" y="116"/>
                    </a:lnTo>
                    <a:lnTo>
                      <a:pt x="45" y="120"/>
                    </a:lnTo>
                    <a:lnTo>
                      <a:pt x="45" y="122"/>
                    </a:lnTo>
                    <a:lnTo>
                      <a:pt x="48" y="126"/>
                    </a:lnTo>
                    <a:lnTo>
                      <a:pt x="48" y="128"/>
                    </a:lnTo>
                    <a:lnTo>
                      <a:pt x="48" y="130"/>
                    </a:lnTo>
                    <a:lnTo>
                      <a:pt x="51" y="133"/>
                    </a:lnTo>
                    <a:lnTo>
                      <a:pt x="51" y="135"/>
                    </a:lnTo>
                    <a:lnTo>
                      <a:pt x="51" y="139"/>
                    </a:lnTo>
                    <a:lnTo>
                      <a:pt x="55" y="141"/>
                    </a:lnTo>
                    <a:lnTo>
                      <a:pt x="55" y="143"/>
                    </a:lnTo>
                    <a:lnTo>
                      <a:pt x="55" y="147"/>
                    </a:lnTo>
                    <a:lnTo>
                      <a:pt x="58" y="149"/>
                    </a:lnTo>
                    <a:lnTo>
                      <a:pt x="58" y="151"/>
                    </a:lnTo>
                    <a:lnTo>
                      <a:pt x="58" y="155"/>
                    </a:lnTo>
                    <a:lnTo>
                      <a:pt x="61" y="157"/>
                    </a:lnTo>
                    <a:lnTo>
                      <a:pt x="61" y="159"/>
                    </a:lnTo>
                    <a:lnTo>
                      <a:pt x="61" y="162"/>
                    </a:lnTo>
                    <a:lnTo>
                      <a:pt x="64" y="164"/>
                    </a:lnTo>
                    <a:lnTo>
                      <a:pt x="64" y="167"/>
                    </a:lnTo>
                    <a:lnTo>
                      <a:pt x="64" y="170"/>
                    </a:lnTo>
                    <a:lnTo>
                      <a:pt x="67" y="172"/>
                    </a:lnTo>
                    <a:lnTo>
                      <a:pt x="67" y="174"/>
                    </a:lnTo>
                    <a:lnTo>
                      <a:pt x="67" y="178"/>
                    </a:lnTo>
                    <a:lnTo>
                      <a:pt x="71" y="180"/>
                    </a:lnTo>
                    <a:lnTo>
                      <a:pt x="71" y="182"/>
                    </a:lnTo>
                    <a:lnTo>
                      <a:pt x="71" y="186"/>
                    </a:lnTo>
                    <a:lnTo>
                      <a:pt x="74" y="188"/>
                    </a:lnTo>
                    <a:lnTo>
                      <a:pt x="74" y="190"/>
                    </a:lnTo>
                    <a:lnTo>
                      <a:pt x="74" y="191"/>
                    </a:lnTo>
                    <a:lnTo>
                      <a:pt x="77" y="196"/>
                    </a:lnTo>
                    <a:lnTo>
                      <a:pt x="77" y="197"/>
                    </a:lnTo>
                    <a:lnTo>
                      <a:pt x="77" y="199"/>
                    </a:lnTo>
                    <a:lnTo>
                      <a:pt x="80" y="201"/>
                    </a:lnTo>
                    <a:lnTo>
                      <a:pt x="80" y="205"/>
                    </a:lnTo>
                    <a:lnTo>
                      <a:pt x="80" y="207"/>
                    </a:lnTo>
                    <a:lnTo>
                      <a:pt x="83" y="209"/>
                    </a:lnTo>
                    <a:lnTo>
                      <a:pt x="83" y="211"/>
                    </a:lnTo>
                    <a:lnTo>
                      <a:pt x="83" y="212"/>
                    </a:lnTo>
                    <a:lnTo>
                      <a:pt x="87" y="217"/>
                    </a:lnTo>
                    <a:lnTo>
                      <a:pt x="87" y="218"/>
                    </a:lnTo>
                    <a:lnTo>
                      <a:pt x="87" y="220"/>
                    </a:lnTo>
                    <a:lnTo>
                      <a:pt x="90" y="222"/>
                    </a:lnTo>
                    <a:lnTo>
                      <a:pt x="90" y="225"/>
                    </a:lnTo>
                    <a:lnTo>
                      <a:pt x="90" y="226"/>
                    </a:lnTo>
                    <a:lnTo>
                      <a:pt x="93" y="230"/>
                    </a:lnTo>
                    <a:lnTo>
                      <a:pt x="93" y="232"/>
                    </a:lnTo>
                    <a:lnTo>
                      <a:pt x="93" y="234"/>
                    </a:lnTo>
                    <a:lnTo>
                      <a:pt x="96" y="236"/>
                    </a:lnTo>
                    <a:lnTo>
                      <a:pt x="96" y="238"/>
                    </a:lnTo>
                    <a:lnTo>
                      <a:pt x="96" y="240"/>
                    </a:lnTo>
                    <a:lnTo>
                      <a:pt x="99" y="241"/>
                    </a:lnTo>
                    <a:lnTo>
                      <a:pt x="99" y="244"/>
                    </a:lnTo>
                    <a:lnTo>
                      <a:pt x="99" y="246"/>
                    </a:lnTo>
                    <a:lnTo>
                      <a:pt x="103" y="247"/>
                    </a:lnTo>
                    <a:lnTo>
                      <a:pt x="103" y="251"/>
                    </a:lnTo>
                    <a:lnTo>
                      <a:pt x="103" y="254"/>
                    </a:lnTo>
                    <a:lnTo>
                      <a:pt x="106" y="255"/>
                    </a:lnTo>
                    <a:lnTo>
                      <a:pt x="106" y="257"/>
                    </a:lnTo>
                    <a:lnTo>
                      <a:pt x="106" y="259"/>
                    </a:lnTo>
                    <a:lnTo>
                      <a:pt x="109" y="261"/>
                    </a:lnTo>
                    <a:lnTo>
                      <a:pt x="109" y="263"/>
                    </a:lnTo>
                    <a:lnTo>
                      <a:pt x="109" y="265"/>
                    </a:lnTo>
                    <a:lnTo>
                      <a:pt x="112" y="267"/>
                    </a:lnTo>
                    <a:lnTo>
                      <a:pt x="112" y="269"/>
                    </a:lnTo>
                    <a:lnTo>
                      <a:pt x="115" y="270"/>
                    </a:lnTo>
                    <a:lnTo>
                      <a:pt x="115" y="273"/>
                    </a:lnTo>
                    <a:lnTo>
                      <a:pt x="115" y="275"/>
                    </a:lnTo>
                    <a:lnTo>
                      <a:pt x="119" y="276"/>
                    </a:lnTo>
                    <a:lnTo>
                      <a:pt x="119" y="278"/>
                    </a:lnTo>
                    <a:lnTo>
                      <a:pt x="119" y="280"/>
                    </a:lnTo>
                    <a:lnTo>
                      <a:pt x="122" y="282"/>
                    </a:lnTo>
                    <a:lnTo>
                      <a:pt x="122" y="284"/>
                    </a:lnTo>
                    <a:lnTo>
                      <a:pt x="125" y="286"/>
                    </a:lnTo>
                    <a:lnTo>
                      <a:pt x="125" y="288"/>
                    </a:lnTo>
                    <a:lnTo>
                      <a:pt x="125" y="290"/>
                    </a:lnTo>
                    <a:lnTo>
                      <a:pt x="128" y="292"/>
                    </a:lnTo>
                    <a:lnTo>
                      <a:pt x="128" y="294"/>
                    </a:lnTo>
                    <a:lnTo>
                      <a:pt x="131" y="296"/>
                    </a:lnTo>
                    <a:lnTo>
                      <a:pt x="131" y="298"/>
                    </a:lnTo>
                    <a:lnTo>
                      <a:pt x="135" y="299"/>
                    </a:lnTo>
                    <a:lnTo>
                      <a:pt x="135" y="302"/>
                    </a:lnTo>
                    <a:lnTo>
                      <a:pt x="138" y="304"/>
                    </a:lnTo>
                    <a:lnTo>
                      <a:pt x="138" y="305"/>
                    </a:lnTo>
                    <a:lnTo>
                      <a:pt x="138" y="307"/>
                    </a:lnTo>
                    <a:lnTo>
                      <a:pt x="141" y="309"/>
                    </a:lnTo>
                    <a:lnTo>
                      <a:pt x="141" y="311"/>
                    </a:lnTo>
                    <a:lnTo>
                      <a:pt x="144" y="313"/>
                    </a:lnTo>
                    <a:lnTo>
                      <a:pt x="147" y="315"/>
                    </a:lnTo>
                    <a:lnTo>
                      <a:pt x="147" y="317"/>
                    </a:lnTo>
                    <a:lnTo>
                      <a:pt x="151" y="319"/>
                    </a:lnTo>
                    <a:lnTo>
                      <a:pt x="151" y="321"/>
                    </a:lnTo>
                    <a:lnTo>
                      <a:pt x="154" y="323"/>
                    </a:lnTo>
                    <a:lnTo>
                      <a:pt x="157" y="325"/>
                    </a:lnTo>
                    <a:lnTo>
                      <a:pt x="160" y="327"/>
                    </a:lnTo>
                    <a:lnTo>
                      <a:pt x="163" y="328"/>
                    </a:lnTo>
                    <a:lnTo>
                      <a:pt x="167" y="331"/>
                    </a:lnTo>
                    <a:lnTo>
                      <a:pt x="170" y="333"/>
                    </a:lnTo>
                    <a:lnTo>
                      <a:pt x="173" y="334"/>
                    </a:lnTo>
                    <a:lnTo>
                      <a:pt x="176" y="336"/>
                    </a:lnTo>
                    <a:lnTo>
                      <a:pt x="179" y="336"/>
                    </a:lnTo>
                    <a:lnTo>
                      <a:pt x="183" y="338"/>
                    </a:lnTo>
                    <a:lnTo>
                      <a:pt x="186" y="338"/>
                    </a:lnTo>
                    <a:lnTo>
                      <a:pt x="189" y="338"/>
                    </a:lnTo>
                    <a:lnTo>
                      <a:pt x="192" y="338"/>
                    </a:lnTo>
                    <a:lnTo>
                      <a:pt x="195" y="338"/>
                    </a:lnTo>
                    <a:lnTo>
                      <a:pt x="199" y="336"/>
                    </a:lnTo>
                    <a:lnTo>
                      <a:pt x="202" y="336"/>
                    </a:lnTo>
                    <a:lnTo>
                      <a:pt x="205" y="334"/>
                    </a:lnTo>
                    <a:lnTo>
                      <a:pt x="208" y="334"/>
                    </a:lnTo>
                    <a:lnTo>
                      <a:pt x="211" y="333"/>
                    </a:lnTo>
                    <a:lnTo>
                      <a:pt x="215" y="331"/>
                    </a:lnTo>
                    <a:lnTo>
                      <a:pt x="218" y="328"/>
                    </a:lnTo>
                    <a:lnTo>
                      <a:pt x="221" y="327"/>
                    </a:lnTo>
                    <a:lnTo>
                      <a:pt x="224" y="325"/>
                    </a:lnTo>
                    <a:lnTo>
                      <a:pt x="227" y="323"/>
                    </a:lnTo>
                    <a:lnTo>
                      <a:pt x="231" y="321"/>
                    </a:lnTo>
                    <a:lnTo>
                      <a:pt x="231" y="319"/>
                    </a:lnTo>
                    <a:lnTo>
                      <a:pt x="234" y="317"/>
                    </a:lnTo>
                    <a:lnTo>
                      <a:pt x="234" y="315"/>
                    </a:lnTo>
                    <a:lnTo>
                      <a:pt x="237" y="313"/>
                    </a:lnTo>
                    <a:lnTo>
                      <a:pt x="240" y="311"/>
                    </a:lnTo>
                    <a:lnTo>
                      <a:pt x="240" y="309"/>
                    </a:lnTo>
                    <a:lnTo>
                      <a:pt x="243" y="307"/>
                    </a:lnTo>
                    <a:lnTo>
                      <a:pt x="243" y="305"/>
                    </a:lnTo>
                    <a:lnTo>
                      <a:pt x="243" y="304"/>
                    </a:lnTo>
                    <a:lnTo>
                      <a:pt x="247" y="302"/>
                    </a:lnTo>
                    <a:lnTo>
                      <a:pt x="247" y="299"/>
                    </a:lnTo>
                    <a:lnTo>
                      <a:pt x="250" y="298"/>
                    </a:lnTo>
                    <a:lnTo>
                      <a:pt x="250" y="296"/>
                    </a:lnTo>
                    <a:lnTo>
                      <a:pt x="250" y="294"/>
                    </a:lnTo>
                    <a:lnTo>
                      <a:pt x="253" y="292"/>
                    </a:lnTo>
                    <a:lnTo>
                      <a:pt x="253" y="290"/>
                    </a:lnTo>
                    <a:lnTo>
                      <a:pt x="256" y="288"/>
                    </a:lnTo>
                    <a:lnTo>
                      <a:pt x="256" y="286"/>
                    </a:lnTo>
                    <a:lnTo>
                      <a:pt x="259" y="284"/>
                    </a:lnTo>
                    <a:lnTo>
                      <a:pt x="259" y="282"/>
                    </a:lnTo>
                    <a:lnTo>
                      <a:pt x="259" y="280"/>
                    </a:lnTo>
                    <a:lnTo>
                      <a:pt x="263" y="278"/>
                    </a:lnTo>
                    <a:lnTo>
                      <a:pt x="263" y="276"/>
                    </a:lnTo>
                    <a:lnTo>
                      <a:pt x="263" y="275"/>
                    </a:lnTo>
                    <a:lnTo>
                      <a:pt x="266" y="273"/>
                    </a:lnTo>
                    <a:lnTo>
                      <a:pt x="266" y="270"/>
                    </a:lnTo>
                    <a:lnTo>
                      <a:pt x="266" y="269"/>
                    </a:lnTo>
                    <a:lnTo>
                      <a:pt x="269" y="267"/>
                    </a:lnTo>
                    <a:lnTo>
                      <a:pt x="269" y="265"/>
                    </a:lnTo>
                    <a:lnTo>
                      <a:pt x="272" y="263"/>
                    </a:lnTo>
                    <a:lnTo>
                      <a:pt x="272" y="261"/>
                    </a:lnTo>
                    <a:lnTo>
                      <a:pt x="272" y="259"/>
                    </a:lnTo>
                    <a:lnTo>
                      <a:pt x="275" y="257"/>
                    </a:lnTo>
                    <a:lnTo>
                      <a:pt x="275" y="255"/>
                    </a:lnTo>
                    <a:lnTo>
                      <a:pt x="275" y="254"/>
                    </a:lnTo>
                    <a:lnTo>
                      <a:pt x="279" y="251"/>
                    </a:lnTo>
                    <a:lnTo>
                      <a:pt x="279" y="247"/>
                    </a:lnTo>
                    <a:lnTo>
                      <a:pt x="279" y="246"/>
                    </a:lnTo>
                    <a:lnTo>
                      <a:pt x="282" y="244"/>
                    </a:lnTo>
                    <a:lnTo>
                      <a:pt x="282" y="241"/>
                    </a:lnTo>
                    <a:lnTo>
                      <a:pt x="282" y="240"/>
                    </a:lnTo>
                    <a:lnTo>
                      <a:pt x="285" y="238"/>
                    </a:lnTo>
                    <a:lnTo>
                      <a:pt x="285" y="236"/>
                    </a:lnTo>
                    <a:lnTo>
                      <a:pt x="285" y="234"/>
                    </a:lnTo>
                    <a:lnTo>
                      <a:pt x="288" y="232"/>
                    </a:lnTo>
                    <a:lnTo>
                      <a:pt x="288" y="230"/>
                    </a:lnTo>
                    <a:lnTo>
                      <a:pt x="288" y="226"/>
                    </a:lnTo>
                    <a:lnTo>
                      <a:pt x="291" y="225"/>
                    </a:lnTo>
                    <a:lnTo>
                      <a:pt x="291" y="222"/>
                    </a:lnTo>
                    <a:lnTo>
                      <a:pt x="291" y="220"/>
                    </a:lnTo>
                    <a:lnTo>
                      <a:pt x="295" y="218"/>
                    </a:lnTo>
                    <a:lnTo>
                      <a:pt x="295" y="217"/>
                    </a:lnTo>
                    <a:lnTo>
                      <a:pt x="295" y="212"/>
                    </a:lnTo>
                    <a:lnTo>
                      <a:pt x="298" y="211"/>
                    </a:lnTo>
                    <a:lnTo>
                      <a:pt x="298" y="209"/>
                    </a:lnTo>
                    <a:lnTo>
                      <a:pt x="298" y="207"/>
                    </a:lnTo>
                    <a:lnTo>
                      <a:pt x="301" y="205"/>
                    </a:lnTo>
                    <a:lnTo>
                      <a:pt x="301" y="201"/>
                    </a:lnTo>
                    <a:lnTo>
                      <a:pt x="301" y="199"/>
                    </a:lnTo>
                    <a:lnTo>
                      <a:pt x="304" y="197"/>
                    </a:lnTo>
                    <a:lnTo>
                      <a:pt x="304" y="196"/>
                    </a:lnTo>
                    <a:lnTo>
                      <a:pt x="304" y="191"/>
                    </a:lnTo>
                    <a:lnTo>
                      <a:pt x="307" y="190"/>
                    </a:lnTo>
                    <a:lnTo>
                      <a:pt x="307" y="188"/>
                    </a:lnTo>
                    <a:lnTo>
                      <a:pt x="307" y="186"/>
                    </a:lnTo>
                    <a:lnTo>
                      <a:pt x="311" y="182"/>
                    </a:lnTo>
                    <a:lnTo>
                      <a:pt x="311" y="180"/>
                    </a:lnTo>
                    <a:lnTo>
                      <a:pt x="311" y="178"/>
                    </a:lnTo>
                    <a:lnTo>
                      <a:pt x="314" y="174"/>
                    </a:lnTo>
                    <a:lnTo>
                      <a:pt x="314" y="172"/>
                    </a:lnTo>
                    <a:lnTo>
                      <a:pt x="314" y="170"/>
                    </a:lnTo>
                    <a:lnTo>
                      <a:pt x="317" y="167"/>
                    </a:lnTo>
                    <a:lnTo>
                      <a:pt x="317" y="164"/>
                    </a:lnTo>
                    <a:lnTo>
                      <a:pt x="317" y="162"/>
                    </a:lnTo>
                    <a:lnTo>
                      <a:pt x="320" y="159"/>
                    </a:lnTo>
                    <a:lnTo>
                      <a:pt x="320" y="157"/>
                    </a:lnTo>
                    <a:lnTo>
                      <a:pt x="320" y="155"/>
                    </a:lnTo>
                    <a:lnTo>
                      <a:pt x="323" y="151"/>
                    </a:lnTo>
                    <a:lnTo>
                      <a:pt x="323" y="149"/>
                    </a:lnTo>
                    <a:lnTo>
                      <a:pt x="323" y="147"/>
                    </a:lnTo>
                    <a:lnTo>
                      <a:pt x="327" y="143"/>
                    </a:lnTo>
                    <a:lnTo>
                      <a:pt x="327" y="141"/>
                    </a:lnTo>
                    <a:lnTo>
                      <a:pt x="327" y="139"/>
                    </a:lnTo>
                    <a:lnTo>
                      <a:pt x="330" y="135"/>
                    </a:lnTo>
                    <a:lnTo>
                      <a:pt x="330" y="133"/>
                    </a:lnTo>
                    <a:lnTo>
                      <a:pt x="330" y="130"/>
                    </a:lnTo>
                    <a:lnTo>
                      <a:pt x="333" y="128"/>
                    </a:lnTo>
                    <a:lnTo>
                      <a:pt x="333" y="126"/>
                    </a:lnTo>
                    <a:lnTo>
                      <a:pt x="333" y="122"/>
                    </a:lnTo>
                    <a:lnTo>
                      <a:pt x="336" y="120"/>
                    </a:lnTo>
                    <a:lnTo>
                      <a:pt x="336" y="116"/>
                    </a:lnTo>
                    <a:lnTo>
                      <a:pt x="336" y="114"/>
                    </a:lnTo>
                    <a:lnTo>
                      <a:pt x="339" y="110"/>
                    </a:lnTo>
                    <a:lnTo>
                      <a:pt x="339" y="109"/>
                    </a:lnTo>
                    <a:lnTo>
                      <a:pt x="339" y="106"/>
                    </a:lnTo>
                    <a:lnTo>
                      <a:pt x="343" y="103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05" name="Freeform 69"/>
              <p:cNvSpPr>
                <a:spLocks/>
              </p:cNvSpPr>
              <p:nvPr/>
            </p:nvSpPr>
            <p:spPr bwMode="auto">
              <a:xfrm>
                <a:off x="1985" y="1536"/>
                <a:ext cx="337" cy="372"/>
              </a:xfrm>
              <a:custGeom>
                <a:avLst/>
                <a:gdLst>
                  <a:gd name="T0" fmla="*/ 3 w 337"/>
                  <a:gd name="T1" fmla="*/ 363 h 372"/>
                  <a:gd name="T2" fmla="*/ 6 w 337"/>
                  <a:gd name="T3" fmla="*/ 352 h 372"/>
                  <a:gd name="T4" fmla="*/ 9 w 337"/>
                  <a:gd name="T5" fmla="*/ 340 h 372"/>
                  <a:gd name="T6" fmla="*/ 12 w 337"/>
                  <a:gd name="T7" fmla="*/ 328 h 372"/>
                  <a:gd name="T8" fmla="*/ 19 w 337"/>
                  <a:gd name="T9" fmla="*/ 316 h 372"/>
                  <a:gd name="T10" fmla="*/ 22 w 337"/>
                  <a:gd name="T11" fmla="*/ 305 h 372"/>
                  <a:gd name="T12" fmla="*/ 25 w 337"/>
                  <a:gd name="T13" fmla="*/ 295 h 372"/>
                  <a:gd name="T14" fmla="*/ 32 w 337"/>
                  <a:gd name="T15" fmla="*/ 284 h 372"/>
                  <a:gd name="T16" fmla="*/ 35 w 337"/>
                  <a:gd name="T17" fmla="*/ 272 h 372"/>
                  <a:gd name="T18" fmla="*/ 38 w 337"/>
                  <a:gd name="T19" fmla="*/ 260 h 372"/>
                  <a:gd name="T20" fmla="*/ 44 w 337"/>
                  <a:gd name="T21" fmla="*/ 248 h 372"/>
                  <a:gd name="T22" fmla="*/ 48 w 337"/>
                  <a:gd name="T23" fmla="*/ 237 h 372"/>
                  <a:gd name="T24" fmla="*/ 51 w 337"/>
                  <a:gd name="T25" fmla="*/ 227 h 372"/>
                  <a:gd name="T26" fmla="*/ 57 w 337"/>
                  <a:gd name="T27" fmla="*/ 216 h 372"/>
                  <a:gd name="T28" fmla="*/ 60 w 337"/>
                  <a:gd name="T29" fmla="*/ 204 h 372"/>
                  <a:gd name="T30" fmla="*/ 64 w 337"/>
                  <a:gd name="T31" fmla="*/ 194 h 372"/>
                  <a:gd name="T32" fmla="*/ 70 w 337"/>
                  <a:gd name="T33" fmla="*/ 182 h 372"/>
                  <a:gd name="T34" fmla="*/ 73 w 337"/>
                  <a:gd name="T35" fmla="*/ 172 h 372"/>
                  <a:gd name="T36" fmla="*/ 76 w 337"/>
                  <a:gd name="T37" fmla="*/ 163 h 372"/>
                  <a:gd name="T38" fmla="*/ 83 w 337"/>
                  <a:gd name="T39" fmla="*/ 153 h 372"/>
                  <a:gd name="T40" fmla="*/ 86 w 337"/>
                  <a:gd name="T41" fmla="*/ 141 h 372"/>
                  <a:gd name="T42" fmla="*/ 89 w 337"/>
                  <a:gd name="T43" fmla="*/ 134 h 372"/>
                  <a:gd name="T44" fmla="*/ 96 w 337"/>
                  <a:gd name="T45" fmla="*/ 124 h 372"/>
                  <a:gd name="T46" fmla="*/ 99 w 337"/>
                  <a:gd name="T47" fmla="*/ 114 h 372"/>
                  <a:gd name="T48" fmla="*/ 102 w 337"/>
                  <a:gd name="T49" fmla="*/ 104 h 372"/>
                  <a:gd name="T50" fmla="*/ 108 w 337"/>
                  <a:gd name="T51" fmla="*/ 97 h 372"/>
                  <a:gd name="T52" fmla="*/ 112 w 337"/>
                  <a:gd name="T53" fmla="*/ 89 h 372"/>
                  <a:gd name="T54" fmla="*/ 115 w 337"/>
                  <a:gd name="T55" fmla="*/ 81 h 372"/>
                  <a:gd name="T56" fmla="*/ 118 w 337"/>
                  <a:gd name="T57" fmla="*/ 73 h 372"/>
                  <a:gd name="T58" fmla="*/ 124 w 337"/>
                  <a:gd name="T59" fmla="*/ 66 h 372"/>
                  <a:gd name="T60" fmla="*/ 128 w 337"/>
                  <a:gd name="T61" fmla="*/ 58 h 372"/>
                  <a:gd name="T62" fmla="*/ 134 w 337"/>
                  <a:gd name="T63" fmla="*/ 50 h 372"/>
                  <a:gd name="T64" fmla="*/ 140 w 337"/>
                  <a:gd name="T65" fmla="*/ 43 h 372"/>
                  <a:gd name="T66" fmla="*/ 144 w 337"/>
                  <a:gd name="T67" fmla="*/ 35 h 372"/>
                  <a:gd name="T68" fmla="*/ 150 w 337"/>
                  <a:gd name="T69" fmla="*/ 27 h 372"/>
                  <a:gd name="T70" fmla="*/ 160 w 337"/>
                  <a:gd name="T71" fmla="*/ 19 h 372"/>
                  <a:gd name="T72" fmla="*/ 169 w 337"/>
                  <a:gd name="T73" fmla="*/ 12 h 372"/>
                  <a:gd name="T74" fmla="*/ 182 w 337"/>
                  <a:gd name="T75" fmla="*/ 4 h 372"/>
                  <a:gd name="T76" fmla="*/ 195 w 337"/>
                  <a:gd name="T77" fmla="*/ 0 h 372"/>
                  <a:gd name="T78" fmla="*/ 208 w 337"/>
                  <a:gd name="T79" fmla="*/ 2 h 372"/>
                  <a:gd name="T80" fmla="*/ 220 w 337"/>
                  <a:gd name="T81" fmla="*/ 5 h 372"/>
                  <a:gd name="T82" fmla="*/ 233 w 337"/>
                  <a:gd name="T83" fmla="*/ 13 h 372"/>
                  <a:gd name="T84" fmla="*/ 243 w 337"/>
                  <a:gd name="T85" fmla="*/ 21 h 372"/>
                  <a:gd name="T86" fmla="*/ 249 w 337"/>
                  <a:gd name="T87" fmla="*/ 29 h 372"/>
                  <a:gd name="T88" fmla="*/ 256 w 337"/>
                  <a:gd name="T89" fmla="*/ 36 h 372"/>
                  <a:gd name="T90" fmla="*/ 262 w 337"/>
                  <a:gd name="T91" fmla="*/ 44 h 372"/>
                  <a:gd name="T92" fmla="*/ 265 w 337"/>
                  <a:gd name="T93" fmla="*/ 52 h 372"/>
                  <a:gd name="T94" fmla="*/ 272 w 337"/>
                  <a:gd name="T95" fmla="*/ 60 h 372"/>
                  <a:gd name="T96" fmla="*/ 275 w 337"/>
                  <a:gd name="T97" fmla="*/ 68 h 372"/>
                  <a:gd name="T98" fmla="*/ 281 w 337"/>
                  <a:gd name="T99" fmla="*/ 75 h 372"/>
                  <a:gd name="T100" fmla="*/ 284 w 337"/>
                  <a:gd name="T101" fmla="*/ 83 h 372"/>
                  <a:gd name="T102" fmla="*/ 288 w 337"/>
                  <a:gd name="T103" fmla="*/ 91 h 372"/>
                  <a:gd name="T104" fmla="*/ 294 w 337"/>
                  <a:gd name="T105" fmla="*/ 101 h 372"/>
                  <a:gd name="T106" fmla="*/ 297 w 337"/>
                  <a:gd name="T107" fmla="*/ 109 h 372"/>
                  <a:gd name="T108" fmla="*/ 300 w 337"/>
                  <a:gd name="T109" fmla="*/ 118 h 372"/>
                  <a:gd name="T110" fmla="*/ 307 w 337"/>
                  <a:gd name="T111" fmla="*/ 126 h 372"/>
                  <a:gd name="T112" fmla="*/ 310 w 337"/>
                  <a:gd name="T113" fmla="*/ 136 h 372"/>
                  <a:gd name="T114" fmla="*/ 313 w 337"/>
                  <a:gd name="T115" fmla="*/ 146 h 372"/>
                  <a:gd name="T116" fmla="*/ 320 w 337"/>
                  <a:gd name="T117" fmla="*/ 155 h 372"/>
                  <a:gd name="T118" fmla="*/ 323 w 337"/>
                  <a:gd name="T119" fmla="*/ 165 h 372"/>
                  <a:gd name="T120" fmla="*/ 326 w 337"/>
                  <a:gd name="T121" fmla="*/ 177 h 372"/>
                  <a:gd name="T122" fmla="*/ 329 w 337"/>
                  <a:gd name="T123" fmla="*/ 186 h 372"/>
                  <a:gd name="T124" fmla="*/ 336 w 337"/>
                  <a:gd name="T125" fmla="*/ 198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37" h="372">
                    <a:moveTo>
                      <a:pt x="0" y="371"/>
                    </a:moveTo>
                    <a:lnTo>
                      <a:pt x="0" y="369"/>
                    </a:lnTo>
                    <a:lnTo>
                      <a:pt x="0" y="365"/>
                    </a:lnTo>
                    <a:lnTo>
                      <a:pt x="3" y="363"/>
                    </a:lnTo>
                    <a:lnTo>
                      <a:pt x="3" y="359"/>
                    </a:lnTo>
                    <a:lnTo>
                      <a:pt x="3" y="358"/>
                    </a:lnTo>
                    <a:lnTo>
                      <a:pt x="6" y="353"/>
                    </a:lnTo>
                    <a:lnTo>
                      <a:pt x="6" y="352"/>
                    </a:lnTo>
                    <a:lnTo>
                      <a:pt x="6" y="350"/>
                    </a:lnTo>
                    <a:lnTo>
                      <a:pt x="6" y="345"/>
                    </a:lnTo>
                    <a:lnTo>
                      <a:pt x="9" y="344"/>
                    </a:lnTo>
                    <a:lnTo>
                      <a:pt x="9" y="340"/>
                    </a:lnTo>
                    <a:lnTo>
                      <a:pt x="9" y="338"/>
                    </a:lnTo>
                    <a:lnTo>
                      <a:pt x="12" y="334"/>
                    </a:lnTo>
                    <a:lnTo>
                      <a:pt x="12" y="332"/>
                    </a:lnTo>
                    <a:lnTo>
                      <a:pt x="12" y="328"/>
                    </a:lnTo>
                    <a:lnTo>
                      <a:pt x="16" y="326"/>
                    </a:lnTo>
                    <a:lnTo>
                      <a:pt x="16" y="322"/>
                    </a:lnTo>
                    <a:lnTo>
                      <a:pt x="16" y="321"/>
                    </a:lnTo>
                    <a:lnTo>
                      <a:pt x="19" y="316"/>
                    </a:lnTo>
                    <a:lnTo>
                      <a:pt x="19" y="315"/>
                    </a:lnTo>
                    <a:lnTo>
                      <a:pt x="19" y="311"/>
                    </a:lnTo>
                    <a:lnTo>
                      <a:pt x="22" y="308"/>
                    </a:lnTo>
                    <a:lnTo>
                      <a:pt x="22" y="305"/>
                    </a:lnTo>
                    <a:lnTo>
                      <a:pt x="22" y="303"/>
                    </a:lnTo>
                    <a:lnTo>
                      <a:pt x="25" y="301"/>
                    </a:lnTo>
                    <a:lnTo>
                      <a:pt x="25" y="297"/>
                    </a:lnTo>
                    <a:lnTo>
                      <a:pt x="25" y="295"/>
                    </a:lnTo>
                    <a:lnTo>
                      <a:pt x="28" y="291"/>
                    </a:lnTo>
                    <a:lnTo>
                      <a:pt x="28" y="289"/>
                    </a:lnTo>
                    <a:lnTo>
                      <a:pt x="28" y="285"/>
                    </a:lnTo>
                    <a:lnTo>
                      <a:pt x="32" y="284"/>
                    </a:lnTo>
                    <a:lnTo>
                      <a:pt x="32" y="279"/>
                    </a:lnTo>
                    <a:lnTo>
                      <a:pt x="32" y="277"/>
                    </a:lnTo>
                    <a:lnTo>
                      <a:pt x="35" y="274"/>
                    </a:lnTo>
                    <a:lnTo>
                      <a:pt x="35" y="272"/>
                    </a:lnTo>
                    <a:lnTo>
                      <a:pt x="35" y="268"/>
                    </a:lnTo>
                    <a:lnTo>
                      <a:pt x="38" y="266"/>
                    </a:lnTo>
                    <a:lnTo>
                      <a:pt x="38" y="262"/>
                    </a:lnTo>
                    <a:lnTo>
                      <a:pt x="38" y="260"/>
                    </a:lnTo>
                    <a:lnTo>
                      <a:pt x="41" y="258"/>
                    </a:lnTo>
                    <a:lnTo>
                      <a:pt x="41" y="254"/>
                    </a:lnTo>
                    <a:lnTo>
                      <a:pt x="41" y="253"/>
                    </a:lnTo>
                    <a:lnTo>
                      <a:pt x="44" y="248"/>
                    </a:lnTo>
                    <a:lnTo>
                      <a:pt x="44" y="247"/>
                    </a:lnTo>
                    <a:lnTo>
                      <a:pt x="44" y="243"/>
                    </a:lnTo>
                    <a:lnTo>
                      <a:pt x="48" y="240"/>
                    </a:lnTo>
                    <a:lnTo>
                      <a:pt x="48" y="237"/>
                    </a:lnTo>
                    <a:lnTo>
                      <a:pt x="48" y="235"/>
                    </a:lnTo>
                    <a:lnTo>
                      <a:pt x="51" y="231"/>
                    </a:lnTo>
                    <a:lnTo>
                      <a:pt x="51" y="229"/>
                    </a:lnTo>
                    <a:lnTo>
                      <a:pt x="51" y="227"/>
                    </a:lnTo>
                    <a:lnTo>
                      <a:pt x="54" y="223"/>
                    </a:lnTo>
                    <a:lnTo>
                      <a:pt x="54" y="221"/>
                    </a:lnTo>
                    <a:lnTo>
                      <a:pt x="54" y="217"/>
                    </a:lnTo>
                    <a:lnTo>
                      <a:pt x="57" y="216"/>
                    </a:lnTo>
                    <a:lnTo>
                      <a:pt x="57" y="214"/>
                    </a:lnTo>
                    <a:lnTo>
                      <a:pt x="57" y="209"/>
                    </a:lnTo>
                    <a:lnTo>
                      <a:pt x="60" y="208"/>
                    </a:lnTo>
                    <a:lnTo>
                      <a:pt x="60" y="204"/>
                    </a:lnTo>
                    <a:lnTo>
                      <a:pt x="60" y="202"/>
                    </a:lnTo>
                    <a:lnTo>
                      <a:pt x="64" y="200"/>
                    </a:lnTo>
                    <a:lnTo>
                      <a:pt x="64" y="196"/>
                    </a:lnTo>
                    <a:lnTo>
                      <a:pt x="64" y="194"/>
                    </a:lnTo>
                    <a:lnTo>
                      <a:pt x="67" y="190"/>
                    </a:lnTo>
                    <a:lnTo>
                      <a:pt x="67" y="188"/>
                    </a:lnTo>
                    <a:lnTo>
                      <a:pt x="67" y="186"/>
                    </a:lnTo>
                    <a:lnTo>
                      <a:pt x="70" y="182"/>
                    </a:lnTo>
                    <a:lnTo>
                      <a:pt x="70" y="180"/>
                    </a:lnTo>
                    <a:lnTo>
                      <a:pt x="70" y="179"/>
                    </a:lnTo>
                    <a:lnTo>
                      <a:pt x="73" y="175"/>
                    </a:lnTo>
                    <a:lnTo>
                      <a:pt x="73" y="172"/>
                    </a:lnTo>
                    <a:lnTo>
                      <a:pt x="73" y="171"/>
                    </a:lnTo>
                    <a:lnTo>
                      <a:pt x="76" y="167"/>
                    </a:lnTo>
                    <a:lnTo>
                      <a:pt x="76" y="165"/>
                    </a:lnTo>
                    <a:lnTo>
                      <a:pt x="76" y="163"/>
                    </a:lnTo>
                    <a:lnTo>
                      <a:pt x="80" y="159"/>
                    </a:lnTo>
                    <a:lnTo>
                      <a:pt x="80" y="157"/>
                    </a:lnTo>
                    <a:lnTo>
                      <a:pt x="80" y="155"/>
                    </a:lnTo>
                    <a:lnTo>
                      <a:pt x="83" y="153"/>
                    </a:lnTo>
                    <a:lnTo>
                      <a:pt x="83" y="149"/>
                    </a:lnTo>
                    <a:lnTo>
                      <a:pt x="83" y="148"/>
                    </a:lnTo>
                    <a:lnTo>
                      <a:pt x="86" y="146"/>
                    </a:lnTo>
                    <a:lnTo>
                      <a:pt x="86" y="141"/>
                    </a:lnTo>
                    <a:lnTo>
                      <a:pt x="86" y="140"/>
                    </a:lnTo>
                    <a:lnTo>
                      <a:pt x="89" y="138"/>
                    </a:lnTo>
                    <a:lnTo>
                      <a:pt x="89" y="136"/>
                    </a:lnTo>
                    <a:lnTo>
                      <a:pt x="89" y="134"/>
                    </a:lnTo>
                    <a:lnTo>
                      <a:pt x="92" y="130"/>
                    </a:lnTo>
                    <a:lnTo>
                      <a:pt x="92" y="128"/>
                    </a:lnTo>
                    <a:lnTo>
                      <a:pt x="92" y="126"/>
                    </a:lnTo>
                    <a:lnTo>
                      <a:pt x="96" y="124"/>
                    </a:lnTo>
                    <a:lnTo>
                      <a:pt x="96" y="122"/>
                    </a:lnTo>
                    <a:lnTo>
                      <a:pt x="96" y="118"/>
                    </a:lnTo>
                    <a:lnTo>
                      <a:pt x="99" y="117"/>
                    </a:lnTo>
                    <a:lnTo>
                      <a:pt x="99" y="114"/>
                    </a:lnTo>
                    <a:lnTo>
                      <a:pt x="99" y="112"/>
                    </a:lnTo>
                    <a:lnTo>
                      <a:pt x="102" y="111"/>
                    </a:lnTo>
                    <a:lnTo>
                      <a:pt x="102" y="109"/>
                    </a:lnTo>
                    <a:lnTo>
                      <a:pt x="102" y="104"/>
                    </a:lnTo>
                    <a:lnTo>
                      <a:pt x="105" y="103"/>
                    </a:lnTo>
                    <a:lnTo>
                      <a:pt x="105" y="101"/>
                    </a:lnTo>
                    <a:lnTo>
                      <a:pt x="105" y="99"/>
                    </a:lnTo>
                    <a:lnTo>
                      <a:pt x="108" y="97"/>
                    </a:lnTo>
                    <a:lnTo>
                      <a:pt x="108" y="95"/>
                    </a:lnTo>
                    <a:lnTo>
                      <a:pt x="108" y="93"/>
                    </a:lnTo>
                    <a:lnTo>
                      <a:pt x="112" y="91"/>
                    </a:lnTo>
                    <a:lnTo>
                      <a:pt x="112" y="89"/>
                    </a:lnTo>
                    <a:lnTo>
                      <a:pt x="112" y="87"/>
                    </a:lnTo>
                    <a:lnTo>
                      <a:pt x="112" y="85"/>
                    </a:lnTo>
                    <a:lnTo>
                      <a:pt x="115" y="83"/>
                    </a:lnTo>
                    <a:lnTo>
                      <a:pt x="115" y="81"/>
                    </a:lnTo>
                    <a:lnTo>
                      <a:pt x="115" y="80"/>
                    </a:lnTo>
                    <a:lnTo>
                      <a:pt x="118" y="78"/>
                    </a:lnTo>
                    <a:lnTo>
                      <a:pt x="118" y="75"/>
                    </a:lnTo>
                    <a:lnTo>
                      <a:pt x="118" y="73"/>
                    </a:lnTo>
                    <a:lnTo>
                      <a:pt x="121" y="72"/>
                    </a:lnTo>
                    <a:lnTo>
                      <a:pt x="121" y="70"/>
                    </a:lnTo>
                    <a:lnTo>
                      <a:pt x="121" y="68"/>
                    </a:lnTo>
                    <a:lnTo>
                      <a:pt x="124" y="66"/>
                    </a:lnTo>
                    <a:lnTo>
                      <a:pt x="124" y="64"/>
                    </a:lnTo>
                    <a:lnTo>
                      <a:pt x="124" y="62"/>
                    </a:lnTo>
                    <a:lnTo>
                      <a:pt x="128" y="60"/>
                    </a:lnTo>
                    <a:lnTo>
                      <a:pt x="128" y="58"/>
                    </a:lnTo>
                    <a:lnTo>
                      <a:pt x="131" y="56"/>
                    </a:lnTo>
                    <a:lnTo>
                      <a:pt x="131" y="54"/>
                    </a:lnTo>
                    <a:lnTo>
                      <a:pt x="131" y="52"/>
                    </a:lnTo>
                    <a:lnTo>
                      <a:pt x="134" y="50"/>
                    </a:lnTo>
                    <a:lnTo>
                      <a:pt x="134" y="49"/>
                    </a:lnTo>
                    <a:lnTo>
                      <a:pt x="137" y="46"/>
                    </a:lnTo>
                    <a:lnTo>
                      <a:pt x="137" y="44"/>
                    </a:lnTo>
                    <a:lnTo>
                      <a:pt x="140" y="43"/>
                    </a:lnTo>
                    <a:lnTo>
                      <a:pt x="140" y="41"/>
                    </a:lnTo>
                    <a:lnTo>
                      <a:pt x="140" y="39"/>
                    </a:lnTo>
                    <a:lnTo>
                      <a:pt x="144" y="36"/>
                    </a:lnTo>
                    <a:lnTo>
                      <a:pt x="144" y="35"/>
                    </a:lnTo>
                    <a:lnTo>
                      <a:pt x="147" y="33"/>
                    </a:lnTo>
                    <a:lnTo>
                      <a:pt x="147" y="31"/>
                    </a:lnTo>
                    <a:lnTo>
                      <a:pt x="150" y="29"/>
                    </a:lnTo>
                    <a:lnTo>
                      <a:pt x="150" y="27"/>
                    </a:lnTo>
                    <a:lnTo>
                      <a:pt x="153" y="25"/>
                    </a:lnTo>
                    <a:lnTo>
                      <a:pt x="156" y="23"/>
                    </a:lnTo>
                    <a:lnTo>
                      <a:pt x="156" y="21"/>
                    </a:lnTo>
                    <a:lnTo>
                      <a:pt x="160" y="19"/>
                    </a:lnTo>
                    <a:lnTo>
                      <a:pt x="163" y="17"/>
                    </a:lnTo>
                    <a:lnTo>
                      <a:pt x="163" y="15"/>
                    </a:lnTo>
                    <a:lnTo>
                      <a:pt x="166" y="13"/>
                    </a:lnTo>
                    <a:lnTo>
                      <a:pt x="169" y="12"/>
                    </a:lnTo>
                    <a:lnTo>
                      <a:pt x="172" y="10"/>
                    </a:lnTo>
                    <a:lnTo>
                      <a:pt x="176" y="7"/>
                    </a:lnTo>
                    <a:lnTo>
                      <a:pt x="179" y="5"/>
                    </a:lnTo>
                    <a:lnTo>
                      <a:pt x="182" y="4"/>
                    </a:lnTo>
                    <a:lnTo>
                      <a:pt x="185" y="2"/>
                    </a:lnTo>
                    <a:lnTo>
                      <a:pt x="188" y="2"/>
                    </a:lnTo>
                    <a:lnTo>
                      <a:pt x="192" y="0"/>
                    </a:lnTo>
                    <a:lnTo>
                      <a:pt x="195" y="0"/>
                    </a:lnTo>
                    <a:lnTo>
                      <a:pt x="198" y="0"/>
                    </a:lnTo>
                    <a:lnTo>
                      <a:pt x="201" y="0"/>
                    </a:lnTo>
                    <a:lnTo>
                      <a:pt x="204" y="0"/>
                    </a:lnTo>
                    <a:lnTo>
                      <a:pt x="208" y="2"/>
                    </a:lnTo>
                    <a:lnTo>
                      <a:pt x="211" y="2"/>
                    </a:lnTo>
                    <a:lnTo>
                      <a:pt x="214" y="2"/>
                    </a:lnTo>
                    <a:lnTo>
                      <a:pt x="217" y="4"/>
                    </a:lnTo>
                    <a:lnTo>
                      <a:pt x="220" y="5"/>
                    </a:lnTo>
                    <a:lnTo>
                      <a:pt x="224" y="7"/>
                    </a:lnTo>
                    <a:lnTo>
                      <a:pt x="227" y="10"/>
                    </a:lnTo>
                    <a:lnTo>
                      <a:pt x="230" y="12"/>
                    </a:lnTo>
                    <a:lnTo>
                      <a:pt x="233" y="13"/>
                    </a:lnTo>
                    <a:lnTo>
                      <a:pt x="236" y="15"/>
                    </a:lnTo>
                    <a:lnTo>
                      <a:pt x="236" y="17"/>
                    </a:lnTo>
                    <a:lnTo>
                      <a:pt x="240" y="19"/>
                    </a:lnTo>
                    <a:lnTo>
                      <a:pt x="243" y="21"/>
                    </a:lnTo>
                    <a:lnTo>
                      <a:pt x="243" y="23"/>
                    </a:lnTo>
                    <a:lnTo>
                      <a:pt x="246" y="25"/>
                    </a:lnTo>
                    <a:lnTo>
                      <a:pt x="246" y="27"/>
                    </a:lnTo>
                    <a:lnTo>
                      <a:pt x="249" y="29"/>
                    </a:lnTo>
                    <a:lnTo>
                      <a:pt x="249" y="31"/>
                    </a:lnTo>
                    <a:lnTo>
                      <a:pt x="252" y="33"/>
                    </a:lnTo>
                    <a:lnTo>
                      <a:pt x="252" y="35"/>
                    </a:lnTo>
                    <a:lnTo>
                      <a:pt x="256" y="36"/>
                    </a:lnTo>
                    <a:lnTo>
                      <a:pt x="256" y="39"/>
                    </a:lnTo>
                    <a:lnTo>
                      <a:pt x="259" y="41"/>
                    </a:lnTo>
                    <a:lnTo>
                      <a:pt x="259" y="43"/>
                    </a:lnTo>
                    <a:lnTo>
                      <a:pt x="262" y="44"/>
                    </a:lnTo>
                    <a:lnTo>
                      <a:pt x="262" y="46"/>
                    </a:lnTo>
                    <a:lnTo>
                      <a:pt x="262" y="49"/>
                    </a:lnTo>
                    <a:lnTo>
                      <a:pt x="265" y="50"/>
                    </a:lnTo>
                    <a:lnTo>
                      <a:pt x="265" y="52"/>
                    </a:lnTo>
                    <a:lnTo>
                      <a:pt x="268" y="54"/>
                    </a:lnTo>
                    <a:lnTo>
                      <a:pt x="268" y="56"/>
                    </a:lnTo>
                    <a:lnTo>
                      <a:pt x="268" y="58"/>
                    </a:lnTo>
                    <a:lnTo>
                      <a:pt x="272" y="60"/>
                    </a:lnTo>
                    <a:lnTo>
                      <a:pt x="272" y="62"/>
                    </a:lnTo>
                    <a:lnTo>
                      <a:pt x="275" y="64"/>
                    </a:lnTo>
                    <a:lnTo>
                      <a:pt x="275" y="66"/>
                    </a:lnTo>
                    <a:lnTo>
                      <a:pt x="275" y="68"/>
                    </a:lnTo>
                    <a:lnTo>
                      <a:pt x="278" y="70"/>
                    </a:lnTo>
                    <a:lnTo>
                      <a:pt x="278" y="72"/>
                    </a:lnTo>
                    <a:lnTo>
                      <a:pt x="278" y="73"/>
                    </a:lnTo>
                    <a:lnTo>
                      <a:pt x="281" y="75"/>
                    </a:lnTo>
                    <a:lnTo>
                      <a:pt x="281" y="78"/>
                    </a:lnTo>
                    <a:lnTo>
                      <a:pt x="281" y="80"/>
                    </a:lnTo>
                    <a:lnTo>
                      <a:pt x="284" y="81"/>
                    </a:lnTo>
                    <a:lnTo>
                      <a:pt x="284" y="83"/>
                    </a:lnTo>
                    <a:lnTo>
                      <a:pt x="284" y="85"/>
                    </a:lnTo>
                    <a:lnTo>
                      <a:pt x="288" y="87"/>
                    </a:lnTo>
                    <a:lnTo>
                      <a:pt x="288" y="89"/>
                    </a:lnTo>
                    <a:lnTo>
                      <a:pt x="288" y="91"/>
                    </a:lnTo>
                    <a:lnTo>
                      <a:pt x="291" y="93"/>
                    </a:lnTo>
                    <a:lnTo>
                      <a:pt x="291" y="95"/>
                    </a:lnTo>
                    <a:lnTo>
                      <a:pt x="291" y="97"/>
                    </a:lnTo>
                    <a:lnTo>
                      <a:pt x="294" y="101"/>
                    </a:lnTo>
                    <a:lnTo>
                      <a:pt x="294" y="103"/>
                    </a:lnTo>
                    <a:lnTo>
                      <a:pt x="294" y="104"/>
                    </a:lnTo>
                    <a:lnTo>
                      <a:pt x="297" y="107"/>
                    </a:lnTo>
                    <a:lnTo>
                      <a:pt x="297" y="109"/>
                    </a:lnTo>
                    <a:lnTo>
                      <a:pt x="297" y="111"/>
                    </a:lnTo>
                    <a:lnTo>
                      <a:pt x="300" y="112"/>
                    </a:lnTo>
                    <a:lnTo>
                      <a:pt x="300" y="114"/>
                    </a:lnTo>
                    <a:lnTo>
                      <a:pt x="300" y="118"/>
                    </a:lnTo>
                    <a:lnTo>
                      <a:pt x="304" y="120"/>
                    </a:lnTo>
                    <a:lnTo>
                      <a:pt x="304" y="122"/>
                    </a:lnTo>
                    <a:lnTo>
                      <a:pt x="304" y="124"/>
                    </a:lnTo>
                    <a:lnTo>
                      <a:pt x="307" y="126"/>
                    </a:lnTo>
                    <a:lnTo>
                      <a:pt x="307" y="130"/>
                    </a:lnTo>
                    <a:lnTo>
                      <a:pt x="307" y="132"/>
                    </a:lnTo>
                    <a:lnTo>
                      <a:pt x="310" y="134"/>
                    </a:lnTo>
                    <a:lnTo>
                      <a:pt x="310" y="136"/>
                    </a:lnTo>
                    <a:lnTo>
                      <a:pt x="310" y="138"/>
                    </a:lnTo>
                    <a:lnTo>
                      <a:pt x="313" y="141"/>
                    </a:lnTo>
                    <a:lnTo>
                      <a:pt x="313" y="143"/>
                    </a:lnTo>
                    <a:lnTo>
                      <a:pt x="313" y="146"/>
                    </a:lnTo>
                    <a:lnTo>
                      <a:pt x="316" y="148"/>
                    </a:lnTo>
                    <a:lnTo>
                      <a:pt x="316" y="151"/>
                    </a:lnTo>
                    <a:lnTo>
                      <a:pt x="316" y="153"/>
                    </a:lnTo>
                    <a:lnTo>
                      <a:pt x="320" y="155"/>
                    </a:lnTo>
                    <a:lnTo>
                      <a:pt x="320" y="159"/>
                    </a:lnTo>
                    <a:lnTo>
                      <a:pt x="320" y="161"/>
                    </a:lnTo>
                    <a:lnTo>
                      <a:pt x="323" y="163"/>
                    </a:lnTo>
                    <a:lnTo>
                      <a:pt x="323" y="165"/>
                    </a:lnTo>
                    <a:lnTo>
                      <a:pt x="323" y="169"/>
                    </a:lnTo>
                    <a:lnTo>
                      <a:pt x="323" y="171"/>
                    </a:lnTo>
                    <a:lnTo>
                      <a:pt x="326" y="172"/>
                    </a:lnTo>
                    <a:lnTo>
                      <a:pt x="326" y="177"/>
                    </a:lnTo>
                    <a:lnTo>
                      <a:pt x="326" y="179"/>
                    </a:lnTo>
                    <a:lnTo>
                      <a:pt x="329" y="180"/>
                    </a:lnTo>
                    <a:lnTo>
                      <a:pt x="329" y="185"/>
                    </a:lnTo>
                    <a:lnTo>
                      <a:pt x="329" y="186"/>
                    </a:lnTo>
                    <a:lnTo>
                      <a:pt x="332" y="190"/>
                    </a:lnTo>
                    <a:lnTo>
                      <a:pt x="332" y="192"/>
                    </a:lnTo>
                    <a:lnTo>
                      <a:pt x="332" y="194"/>
                    </a:lnTo>
                    <a:lnTo>
                      <a:pt x="336" y="198"/>
                    </a:lnTo>
                    <a:lnTo>
                      <a:pt x="336" y="200"/>
                    </a:lnTo>
                    <a:lnTo>
                      <a:pt x="336" y="202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06" name="Freeform 70"/>
              <p:cNvSpPr>
                <a:spLocks/>
              </p:cNvSpPr>
              <p:nvPr/>
            </p:nvSpPr>
            <p:spPr bwMode="auto">
              <a:xfrm>
                <a:off x="2321" y="1740"/>
                <a:ext cx="39" cy="101"/>
              </a:xfrm>
              <a:custGeom>
                <a:avLst/>
                <a:gdLst>
                  <a:gd name="T0" fmla="*/ 0 w 39"/>
                  <a:gd name="T1" fmla="*/ 0 h 101"/>
                  <a:gd name="T2" fmla="*/ 3 w 39"/>
                  <a:gd name="T3" fmla="*/ 4 h 101"/>
                  <a:gd name="T4" fmla="*/ 3 w 39"/>
                  <a:gd name="T5" fmla="*/ 6 h 101"/>
                  <a:gd name="T6" fmla="*/ 3 w 39"/>
                  <a:gd name="T7" fmla="*/ 9 h 101"/>
                  <a:gd name="T8" fmla="*/ 6 w 39"/>
                  <a:gd name="T9" fmla="*/ 12 h 101"/>
                  <a:gd name="T10" fmla="*/ 6 w 39"/>
                  <a:gd name="T11" fmla="*/ 14 h 101"/>
                  <a:gd name="T12" fmla="*/ 6 w 39"/>
                  <a:gd name="T13" fmla="*/ 17 h 101"/>
                  <a:gd name="T14" fmla="*/ 9 w 39"/>
                  <a:gd name="T15" fmla="*/ 19 h 101"/>
                  <a:gd name="T16" fmla="*/ 9 w 39"/>
                  <a:gd name="T17" fmla="*/ 23 h 101"/>
                  <a:gd name="T18" fmla="*/ 9 w 39"/>
                  <a:gd name="T19" fmla="*/ 25 h 101"/>
                  <a:gd name="T20" fmla="*/ 12 w 39"/>
                  <a:gd name="T21" fmla="*/ 28 h 101"/>
                  <a:gd name="T22" fmla="*/ 12 w 39"/>
                  <a:gd name="T23" fmla="*/ 31 h 101"/>
                  <a:gd name="T24" fmla="*/ 12 w 39"/>
                  <a:gd name="T25" fmla="*/ 32 h 101"/>
                  <a:gd name="T26" fmla="*/ 15 w 39"/>
                  <a:gd name="T27" fmla="*/ 36 h 101"/>
                  <a:gd name="T28" fmla="*/ 15 w 39"/>
                  <a:gd name="T29" fmla="*/ 38 h 101"/>
                  <a:gd name="T30" fmla="*/ 15 w 39"/>
                  <a:gd name="T31" fmla="*/ 42 h 101"/>
                  <a:gd name="T32" fmla="*/ 19 w 39"/>
                  <a:gd name="T33" fmla="*/ 44 h 101"/>
                  <a:gd name="T34" fmla="*/ 19 w 39"/>
                  <a:gd name="T35" fmla="*/ 47 h 101"/>
                  <a:gd name="T36" fmla="*/ 19 w 39"/>
                  <a:gd name="T37" fmla="*/ 49 h 101"/>
                  <a:gd name="T38" fmla="*/ 22 w 39"/>
                  <a:gd name="T39" fmla="*/ 53 h 101"/>
                  <a:gd name="T40" fmla="*/ 22 w 39"/>
                  <a:gd name="T41" fmla="*/ 55 h 101"/>
                  <a:gd name="T42" fmla="*/ 22 w 39"/>
                  <a:gd name="T43" fmla="*/ 56 h 101"/>
                  <a:gd name="T44" fmla="*/ 25 w 39"/>
                  <a:gd name="T45" fmla="*/ 61 h 101"/>
                  <a:gd name="T46" fmla="*/ 25 w 39"/>
                  <a:gd name="T47" fmla="*/ 62 h 101"/>
                  <a:gd name="T48" fmla="*/ 25 w 39"/>
                  <a:gd name="T49" fmla="*/ 66 h 101"/>
                  <a:gd name="T50" fmla="*/ 28 w 39"/>
                  <a:gd name="T51" fmla="*/ 68 h 101"/>
                  <a:gd name="T52" fmla="*/ 28 w 39"/>
                  <a:gd name="T53" fmla="*/ 72 h 101"/>
                  <a:gd name="T54" fmla="*/ 28 w 39"/>
                  <a:gd name="T55" fmla="*/ 74 h 101"/>
                  <a:gd name="T56" fmla="*/ 31 w 39"/>
                  <a:gd name="T57" fmla="*/ 78 h 101"/>
                  <a:gd name="T58" fmla="*/ 31 w 39"/>
                  <a:gd name="T59" fmla="*/ 79 h 101"/>
                  <a:gd name="T60" fmla="*/ 31 w 39"/>
                  <a:gd name="T61" fmla="*/ 83 h 101"/>
                  <a:gd name="T62" fmla="*/ 35 w 39"/>
                  <a:gd name="T63" fmla="*/ 85 h 101"/>
                  <a:gd name="T64" fmla="*/ 35 w 39"/>
                  <a:gd name="T65" fmla="*/ 89 h 101"/>
                  <a:gd name="T66" fmla="*/ 35 w 39"/>
                  <a:gd name="T67" fmla="*/ 91 h 101"/>
                  <a:gd name="T68" fmla="*/ 38 w 39"/>
                  <a:gd name="T69" fmla="*/ 94 h 101"/>
                  <a:gd name="T70" fmla="*/ 38 w 39"/>
                  <a:gd name="T71" fmla="*/ 96 h 101"/>
                  <a:gd name="T72" fmla="*/ 38 w 39"/>
                  <a:gd name="T73" fmla="*/ 100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9" h="101">
                    <a:moveTo>
                      <a:pt x="0" y="0"/>
                    </a:moveTo>
                    <a:lnTo>
                      <a:pt x="3" y="4"/>
                    </a:lnTo>
                    <a:lnTo>
                      <a:pt x="3" y="6"/>
                    </a:lnTo>
                    <a:lnTo>
                      <a:pt x="3" y="9"/>
                    </a:lnTo>
                    <a:lnTo>
                      <a:pt x="6" y="12"/>
                    </a:lnTo>
                    <a:lnTo>
                      <a:pt x="6" y="14"/>
                    </a:lnTo>
                    <a:lnTo>
                      <a:pt x="6" y="17"/>
                    </a:lnTo>
                    <a:lnTo>
                      <a:pt x="9" y="19"/>
                    </a:lnTo>
                    <a:lnTo>
                      <a:pt x="9" y="23"/>
                    </a:lnTo>
                    <a:lnTo>
                      <a:pt x="9" y="25"/>
                    </a:lnTo>
                    <a:lnTo>
                      <a:pt x="12" y="28"/>
                    </a:lnTo>
                    <a:lnTo>
                      <a:pt x="12" y="31"/>
                    </a:lnTo>
                    <a:lnTo>
                      <a:pt x="12" y="32"/>
                    </a:lnTo>
                    <a:lnTo>
                      <a:pt x="15" y="36"/>
                    </a:lnTo>
                    <a:lnTo>
                      <a:pt x="15" y="38"/>
                    </a:lnTo>
                    <a:lnTo>
                      <a:pt x="15" y="42"/>
                    </a:lnTo>
                    <a:lnTo>
                      <a:pt x="19" y="44"/>
                    </a:lnTo>
                    <a:lnTo>
                      <a:pt x="19" y="47"/>
                    </a:lnTo>
                    <a:lnTo>
                      <a:pt x="19" y="49"/>
                    </a:lnTo>
                    <a:lnTo>
                      <a:pt x="22" y="53"/>
                    </a:lnTo>
                    <a:lnTo>
                      <a:pt x="22" y="55"/>
                    </a:lnTo>
                    <a:lnTo>
                      <a:pt x="22" y="56"/>
                    </a:lnTo>
                    <a:lnTo>
                      <a:pt x="25" y="61"/>
                    </a:lnTo>
                    <a:lnTo>
                      <a:pt x="25" y="62"/>
                    </a:lnTo>
                    <a:lnTo>
                      <a:pt x="25" y="66"/>
                    </a:lnTo>
                    <a:lnTo>
                      <a:pt x="28" y="68"/>
                    </a:lnTo>
                    <a:lnTo>
                      <a:pt x="28" y="72"/>
                    </a:lnTo>
                    <a:lnTo>
                      <a:pt x="28" y="74"/>
                    </a:lnTo>
                    <a:lnTo>
                      <a:pt x="31" y="78"/>
                    </a:lnTo>
                    <a:lnTo>
                      <a:pt x="31" y="79"/>
                    </a:lnTo>
                    <a:lnTo>
                      <a:pt x="31" y="83"/>
                    </a:lnTo>
                    <a:lnTo>
                      <a:pt x="35" y="85"/>
                    </a:lnTo>
                    <a:lnTo>
                      <a:pt x="35" y="89"/>
                    </a:lnTo>
                    <a:lnTo>
                      <a:pt x="35" y="91"/>
                    </a:lnTo>
                    <a:lnTo>
                      <a:pt x="38" y="94"/>
                    </a:lnTo>
                    <a:lnTo>
                      <a:pt x="38" y="96"/>
                    </a:lnTo>
                    <a:lnTo>
                      <a:pt x="38" y="100"/>
                    </a:lnTo>
                  </a:path>
                </a:pathLst>
              </a:custGeom>
              <a:noFill/>
              <a:ln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407" name="Rectangle 71"/>
            <p:cNvSpPr>
              <a:spLocks noChangeArrowheads="1"/>
            </p:cNvSpPr>
            <p:nvPr/>
          </p:nvSpPr>
          <p:spPr bwMode="auto">
            <a:xfrm>
              <a:off x="1176" y="1595"/>
              <a:ext cx="21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>
                  <a:latin typeface="Arial" charset="0"/>
                </a:rPr>
                <a:t>A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E29D570-32A2-114F-957A-DE45A5090659}"/>
                  </a:ext>
                </a:extLst>
              </p14:cNvPr>
              <p14:cNvContentPartPr/>
              <p14:nvPr/>
            </p14:nvContentPartPr>
            <p14:xfrm>
              <a:off x="-360" y="862560"/>
              <a:ext cx="9129240" cy="5941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E29D570-32A2-114F-957A-DE45A50906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720" y="853200"/>
                <a:ext cx="9147960" cy="596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51737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Reminder: CT Fourier Transform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CT Fourier transform maps a time domain frequency signal to the frequency domain via</a:t>
            </a:r>
          </a:p>
          <a:p>
            <a:endParaRPr lang="en-GB" sz="3600" dirty="0"/>
          </a:p>
          <a:p>
            <a:endParaRPr lang="en-GB" sz="3600" dirty="0"/>
          </a:p>
          <a:p>
            <a:r>
              <a:rPr lang="en-GB" dirty="0"/>
              <a:t>The Fourier transform is used to</a:t>
            </a:r>
          </a:p>
          <a:p>
            <a:pPr lvl="1">
              <a:buFontTx/>
              <a:buChar char="•"/>
            </a:pPr>
            <a:r>
              <a:rPr lang="en-GB" dirty="0"/>
              <a:t>Analyse the frequency content of a signal</a:t>
            </a:r>
          </a:p>
          <a:p>
            <a:pPr lvl="1">
              <a:buFontTx/>
              <a:buChar char="•"/>
            </a:pPr>
            <a:r>
              <a:rPr lang="en-GB" dirty="0"/>
              <a:t>Design a system/filter with particular properties</a:t>
            </a:r>
          </a:p>
          <a:p>
            <a:pPr lvl="1">
              <a:buFontTx/>
              <a:buChar char="•"/>
            </a:pPr>
            <a:r>
              <a:rPr lang="en-GB" dirty="0"/>
              <a:t>Solve differential equations in the frequency domain using algebraic operators</a:t>
            </a:r>
          </a:p>
          <a:p>
            <a:r>
              <a:rPr lang="en-GB" dirty="0"/>
              <a:t>Note that the transform/integral is not defined for some signals (infinite energy)</a:t>
            </a:r>
          </a:p>
        </p:txBody>
      </p:sp>
      <p:graphicFrame>
        <p:nvGraphicFramePr>
          <p:cNvPr id="206852" name="Object 4"/>
          <p:cNvGraphicFramePr>
            <a:graphicFrameLocks noChangeAspect="1"/>
          </p:cNvGraphicFramePr>
          <p:nvPr/>
        </p:nvGraphicFramePr>
        <p:xfrm>
          <a:off x="2060575" y="1828800"/>
          <a:ext cx="3273425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3" name="Equation" r:id="rId3" imgW="1612800" imgH="660240" progId="Equation.3">
                  <p:embed/>
                </p:oleObj>
              </mc:Choice>
              <mc:Fallback>
                <p:oleObj name="Equation" r:id="rId3" imgW="1612800" imgH="660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0575" y="1828800"/>
                        <a:ext cx="3273425" cy="134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147D464-EB9A-8841-94F2-3A4AE3607D77}"/>
                  </a:ext>
                </a:extLst>
              </p14:cNvPr>
              <p14:cNvContentPartPr/>
              <p14:nvPr/>
            </p14:nvContentPartPr>
            <p14:xfrm>
              <a:off x="334440" y="344880"/>
              <a:ext cx="8615880" cy="5974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147D464-EB9A-8841-94F2-3A4AE3607D7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5080" y="335520"/>
                <a:ext cx="8634600" cy="599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5015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050"/>
          <p:cNvSpPr>
            <a:spLocks noGrp="1" noChangeArrowheads="1"/>
          </p:cNvSpPr>
          <p:nvPr>
            <p:ph type="title"/>
          </p:nvPr>
        </p:nvSpPr>
        <p:spPr>
          <a:xfrm>
            <a:off x="412750" y="294928"/>
            <a:ext cx="8318500" cy="685800"/>
          </a:xfrm>
        </p:spPr>
        <p:txBody>
          <a:bodyPr/>
          <a:lstStyle/>
          <a:p>
            <a:r>
              <a:rPr lang="en-GB"/>
              <a:t>Derivation of the DT Fourier Transform</a:t>
            </a:r>
          </a:p>
        </p:txBody>
      </p:sp>
      <p:sp>
        <p:nvSpPr>
          <p:cNvPr id="218115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447675" y="1066800"/>
            <a:ext cx="8248650" cy="5257800"/>
          </a:xfrm>
        </p:spPr>
        <p:txBody>
          <a:bodyPr/>
          <a:lstStyle/>
          <a:p>
            <a:r>
              <a:rPr lang="en-GB" dirty="0"/>
              <a:t>By analogy with the CT Fourier transform, we might “guess”</a:t>
            </a:r>
          </a:p>
          <a:p>
            <a:endParaRPr lang="en-GB" dirty="0"/>
          </a:p>
          <a:p>
            <a:endParaRPr lang="en-GB" sz="3600" dirty="0"/>
          </a:p>
          <a:p>
            <a:r>
              <a:rPr lang="en-GB" dirty="0"/>
              <a:t>This is because </a:t>
            </a:r>
            <a:r>
              <a:rPr lang="en-GB" i="1" dirty="0" err="1"/>
              <a:t>t</a:t>
            </a:r>
            <a:r>
              <a:rPr lang="en-GB" i="1" dirty="0" err="1">
                <a:sym typeface="Symbol" pitchFamily="18" charset="2"/>
              </a:rPr>
              <a:t></a:t>
            </a:r>
            <a:r>
              <a:rPr lang="en-GB" i="1" dirty="0" err="1"/>
              <a:t>n</a:t>
            </a:r>
            <a:r>
              <a:rPr lang="en-GB" dirty="0"/>
              <a:t>, &amp; the integral operator represents the limit of a sum as the sum’s width tends to zero.</a:t>
            </a:r>
          </a:p>
          <a:p>
            <a:r>
              <a:rPr lang="en-GB" i="1" dirty="0"/>
              <a:t>X</a:t>
            </a:r>
            <a:r>
              <a:rPr lang="en-GB" dirty="0"/>
              <a:t>(</a:t>
            </a:r>
            <a:r>
              <a:rPr lang="en-GB" i="1" dirty="0" err="1"/>
              <a:t>e</a:t>
            </a:r>
            <a:r>
              <a:rPr lang="en-GB" i="1" baseline="30000" dirty="0" err="1"/>
              <a:t>j</a:t>
            </a:r>
            <a:r>
              <a:rPr lang="en-GB" i="1" baseline="30000" dirty="0" err="1">
                <a:latin typeface="Symbol" pitchFamily="18" charset="2"/>
              </a:rPr>
              <a:t>w</a:t>
            </a:r>
            <a:r>
              <a:rPr lang="en-GB" dirty="0"/>
              <a:t>) is periodic of period 2</a:t>
            </a:r>
            <a:r>
              <a:rPr lang="en-GB" i="1" dirty="0">
                <a:latin typeface="Symbol" pitchFamily="18" charset="2"/>
              </a:rPr>
              <a:t>p</a:t>
            </a:r>
            <a:r>
              <a:rPr lang="en-GB" dirty="0"/>
              <a:t>, so is </a:t>
            </a:r>
            <a:r>
              <a:rPr lang="en-GB" i="1" dirty="0" err="1"/>
              <a:t>e</a:t>
            </a:r>
            <a:r>
              <a:rPr lang="en-GB" i="1" baseline="30000" dirty="0" err="1"/>
              <a:t>j</a:t>
            </a:r>
            <a:r>
              <a:rPr lang="en-GB" i="1" baseline="30000" dirty="0" err="1">
                <a:latin typeface="Symbol" pitchFamily="18" charset="2"/>
              </a:rPr>
              <a:t>w</a:t>
            </a:r>
            <a:r>
              <a:rPr lang="en-GB" i="1" baseline="30000" dirty="0" err="1"/>
              <a:t>n</a:t>
            </a:r>
            <a:r>
              <a:rPr lang="en-GB" i="1" dirty="0"/>
              <a:t>.  </a:t>
            </a:r>
            <a:r>
              <a:rPr lang="en-GB" dirty="0"/>
              <a:t>Try substituting into the inverse Fourier transform with integral over 2</a:t>
            </a:r>
            <a:r>
              <a:rPr lang="en-GB" i="1" dirty="0">
                <a:latin typeface="Symbol" pitchFamily="18" charset="2"/>
              </a:rPr>
              <a:t>p</a:t>
            </a:r>
            <a:r>
              <a:rPr lang="en-GB" dirty="0"/>
              <a:t>:</a:t>
            </a:r>
          </a:p>
          <a:p>
            <a:endParaRPr lang="en-GB" sz="3200" dirty="0"/>
          </a:p>
          <a:p>
            <a:endParaRPr lang="en-GB" sz="3200" dirty="0"/>
          </a:p>
          <a:p>
            <a:endParaRPr lang="en-GB" sz="3200" dirty="0"/>
          </a:p>
          <a:p>
            <a:pPr marL="0" indent="0">
              <a:buNone/>
            </a:pPr>
            <a:r>
              <a:rPr lang="en-GB" dirty="0"/>
              <a:t>     which is the original DT signal.  </a:t>
            </a:r>
            <a:endParaRPr lang="en-GB" i="1" dirty="0"/>
          </a:p>
        </p:txBody>
      </p:sp>
      <p:graphicFrame>
        <p:nvGraphicFramePr>
          <p:cNvPr id="218116" name="Object 20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9081698"/>
              </p:ext>
            </p:extLst>
          </p:nvPr>
        </p:nvGraphicFramePr>
        <p:xfrm>
          <a:off x="1905000" y="1470993"/>
          <a:ext cx="2808288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2" name="Equation" r:id="rId3" imgW="1384200" imgH="431640" progId="Equation.3">
                  <p:embed/>
                </p:oleObj>
              </mc:Choice>
              <mc:Fallback>
                <p:oleObj name="Equation" r:id="rId3" imgW="13842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470993"/>
                        <a:ext cx="2808288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17" name="Object 20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3810781"/>
              </p:ext>
            </p:extLst>
          </p:nvPr>
        </p:nvGraphicFramePr>
        <p:xfrm>
          <a:off x="1905000" y="3663032"/>
          <a:ext cx="4289425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3" name="Equation" r:id="rId5" imgW="2145960" imgH="927000" progId="Equation.3">
                  <p:embed/>
                </p:oleObj>
              </mc:Choice>
              <mc:Fallback>
                <p:oleObj name="Equation" r:id="rId5" imgW="2145960" imgH="927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663032"/>
                        <a:ext cx="4289425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0501410-EA5A-C74E-85D7-1AE52263EA5C}"/>
                  </a:ext>
                </a:extLst>
              </p14:cNvPr>
              <p14:cNvContentPartPr/>
              <p14:nvPr/>
            </p14:nvContentPartPr>
            <p14:xfrm>
              <a:off x="582120" y="787320"/>
              <a:ext cx="8561880" cy="5839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0501410-EA5A-C74E-85D7-1AE52263EA5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2760" y="777960"/>
                <a:ext cx="8580600" cy="585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7674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404664"/>
            <a:ext cx="8496944" cy="533400"/>
          </a:xfrm>
        </p:spPr>
        <p:txBody>
          <a:bodyPr/>
          <a:lstStyle/>
          <a:p>
            <a:r>
              <a:rPr lang="en-GB" dirty="0"/>
              <a:t>Discrete Time Fourier Transform (DTFT)</a:t>
            </a:r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0213" y="914400"/>
            <a:ext cx="8283575" cy="5368925"/>
          </a:xfrm>
        </p:spPr>
        <p:txBody>
          <a:bodyPr/>
          <a:lstStyle/>
          <a:p>
            <a:r>
              <a:rPr lang="en-GB" dirty="0"/>
              <a:t>The DT Fourier transform </a:t>
            </a:r>
            <a:r>
              <a:rPr lang="en-GB" b="1" dirty="0"/>
              <a:t>analysis</a:t>
            </a:r>
            <a:r>
              <a:rPr lang="en-GB" dirty="0"/>
              <a:t> and </a:t>
            </a:r>
            <a:r>
              <a:rPr lang="en-GB" b="1" dirty="0"/>
              <a:t>synthesis</a:t>
            </a:r>
            <a:r>
              <a:rPr lang="en-GB" dirty="0"/>
              <a:t> equations are therefore:</a:t>
            </a:r>
          </a:p>
          <a:p>
            <a:endParaRPr lang="en-GB" sz="3600" dirty="0"/>
          </a:p>
          <a:p>
            <a:endParaRPr lang="en-GB" sz="3600" dirty="0"/>
          </a:p>
          <a:p>
            <a:endParaRPr lang="en-GB" dirty="0"/>
          </a:p>
          <a:p>
            <a:r>
              <a:rPr lang="en-GB" dirty="0"/>
              <a:t>The function </a:t>
            </a:r>
            <a:r>
              <a:rPr lang="en-GB" i="1" dirty="0"/>
              <a:t>X</a:t>
            </a:r>
            <a:r>
              <a:rPr lang="en-GB" dirty="0"/>
              <a:t>(</a:t>
            </a:r>
            <a:r>
              <a:rPr lang="en-GB" i="1" dirty="0" err="1"/>
              <a:t>e</a:t>
            </a:r>
            <a:r>
              <a:rPr lang="en-GB" i="1" baseline="30000" dirty="0" err="1"/>
              <a:t>j</a:t>
            </a:r>
            <a:r>
              <a:rPr lang="en-GB" i="1" baseline="30000" dirty="0" err="1">
                <a:latin typeface="Symbol" pitchFamily="18" charset="2"/>
              </a:rPr>
              <a:t>w</a:t>
            </a:r>
            <a:r>
              <a:rPr lang="en-GB" dirty="0"/>
              <a:t>) is referred to as the </a:t>
            </a:r>
            <a:r>
              <a:rPr lang="en-GB" b="1" dirty="0"/>
              <a:t>discrete-time Fourier transform</a:t>
            </a:r>
            <a:r>
              <a:rPr lang="en-GB" dirty="0"/>
              <a:t>  and the pair of equations are referred to as the </a:t>
            </a:r>
            <a:r>
              <a:rPr lang="en-GB" b="1" dirty="0"/>
              <a:t>Fourier transform pair</a:t>
            </a:r>
          </a:p>
          <a:p>
            <a:r>
              <a:rPr lang="en-GB" i="1" dirty="0"/>
              <a:t>X</a:t>
            </a:r>
            <a:r>
              <a:rPr lang="en-GB" dirty="0"/>
              <a:t>(</a:t>
            </a:r>
            <a:r>
              <a:rPr lang="en-GB" i="1" dirty="0" err="1"/>
              <a:t>e</a:t>
            </a:r>
            <a:r>
              <a:rPr lang="en-GB" i="1" baseline="30000" dirty="0" err="1"/>
              <a:t>j</a:t>
            </a:r>
            <a:r>
              <a:rPr lang="en-GB" i="1" baseline="30000" dirty="0" err="1">
                <a:latin typeface="Symbol" pitchFamily="18" charset="2"/>
              </a:rPr>
              <a:t>w</a:t>
            </a:r>
            <a:r>
              <a:rPr lang="en-GB" dirty="0"/>
              <a:t>) is sometimes referred to as the </a:t>
            </a:r>
            <a:r>
              <a:rPr lang="en-GB" b="1" dirty="0"/>
              <a:t>spectrum</a:t>
            </a:r>
            <a:r>
              <a:rPr lang="en-GB" dirty="0"/>
              <a:t> of </a:t>
            </a:r>
            <a:r>
              <a:rPr lang="en-GB" i="1" dirty="0"/>
              <a:t>x</a:t>
            </a:r>
            <a:r>
              <a:rPr lang="en-GB" dirty="0"/>
              <a:t>[</a:t>
            </a:r>
            <a:r>
              <a:rPr lang="en-GB" i="1" dirty="0"/>
              <a:t>n</a:t>
            </a:r>
            <a:r>
              <a:rPr lang="en-GB" dirty="0"/>
              <a:t>] because it provides us with information on how </a:t>
            </a:r>
            <a:r>
              <a:rPr lang="en-GB" i="1" dirty="0"/>
              <a:t>x</a:t>
            </a:r>
            <a:r>
              <a:rPr lang="en-GB" dirty="0"/>
              <a:t>[</a:t>
            </a:r>
            <a:r>
              <a:rPr lang="en-GB" i="1" dirty="0"/>
              <a:t>n</a:t>
            </a:r>
            <a:r>
              <a:rPr lang="en-GB" dirty="0"/>
              <a:t>] is composed of </a:t>
            </a:r>
            <a:r>
              <a:rPr lang="en-GB" b="1" dirty="0"/>
              <a:t>complex exponentials at different frequencies</a:t>
            </a:r>
          </a:p>
          <a:p>
            <a:r>
              <a:rPr lang="en-GB" dirty="0"/>
              <a:t>It </a:t>
            </a:r>
            <a:r>
              <a:rPr lang="en-GB" b="1" dirty="0"/>
              <a:t>converges</a:t>
            </a:r>
            <a:r>
              <a:rPr lang="en-GB" dirty="0"/>
              <a:t> when the signal is </a:t>
            </a:r>
            <a:r>
              <a:rPr lang="en-GB" b="1" dirty="0"/>
              <a:t>absolutely </a:t>
            </a:r>
            <a:r>
              <a:rPr lang="en-GB" b="1" dirty="0" err="1"/>
              <a:t>summable</a:t>
            </a:r>
            <a:endParaRPr lang="en-GB" b="1" dirty="0"/>
          </a:p>
        </p:txBody>
      </p:sp>
      <p:graphicFrame>
        <p:nvGraphicFramePr>
          <p:cNvPr id="207876" name="Object 4"/>
          <p:cNvGraphicFramePr>
            <a:graphicFrameLocks noChangeAspect="1"/>
          </p:cNvGraphicFramePr>
          <p:nvPr/>
        </p:nvGraphicFramePr>
        <p:xfrm>
          <a:off x="1600200" y="1579563"/>
          <a:ext cx="3432175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6" name="Equation" r:id="rId3" imgW="1828800" imgH="736560" progId="Equation.3">
                  <p:embed/>
                </p:oleObj>
              </mc:Choice>
              <mc:Fallback>
                <p:oleObj name="Equation" r:id="rId3" imgW="1828800" imgH="736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579563"/>
                        <a:ext cx="3432175" cy="1384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1384807"/>
              </p:ext>
            </p:extLst>
          </p:nvPr>
        </p:nvGraphicFramePr>
        <p:xfrm>
          <a:off x="2517775" y="5761062"/>
          <a:ext cx="16732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7" name="Equation" r:id="rId5" imgW="1028520" imgH="291960" progId="Equation.3">
                  <p:embed/>
                </p:oleObj>
              </mc:Choice>
              <mc:Fallback>
                <p:oleObj name="Equation" r:id="rId5" imgW="102852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775" y="5761062"/>
                        <a:ext cx="16732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8897D08-79FB-5B4C-BDD5-4D4049F5C73F}"/>
                  </a:ext>
                </a:extLst>
              </p14:cNvPr>
              <p14:cNvContentPartPr/>
              <p14:nvPr/>
            </p14:nvContentPartPr>
            <p14:xfrm>
              <a:off x="989640" y="1344960"/>
              <a:ext cx="7394760" cy="5439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8897D08-79FB-5B4C-BDD5-4D4049F5C73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80280" y="1335600"/>
                <a:ext cx="7413480" cy="545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1851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903" name="Picture 7" descr="C:\Documents and Settings\mchssmb4\My Documents\Teaching\UG\SignalsSystems\MatlabSimulink\FourierDTEx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5" r="4755"/>
          <a:stretch>
            <a:fillRect/>
          </a:stretch>
        </p:blipFill>
        <p:spPr bwMode="auto">
          <a:xfrm>
            <a:off x="1368425" y="3886200"/>
            <a:ext cx="6156325" cy="249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94928"/>
            <a:ext cx="8686800" cy="685800"/>
          </a:xfrm>
        </p:spPr>
        <p:txBody>
          <a:bodyPr/>
          <a:lstStyle/>
          <a:p>
            <a:r>
              <a:rPr lang="en-GB" dirty="0"/>
              <a:t>Example 1: 1</a:t>
            </a:r>
            <a:r>
              <a:rPr lang="en-GB" baseline="30000" dirty="0"/>
              <a:t>st</a:t>
            </a:r>
            <a:r>
              <a:rPr lang="en-GB" dirty="0"/>
              <a:t> Order System, Decay Power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Calculate the DT Fourier transform of the signal:</a:t>
            </a:r>
          </a:p>
          <a:p>
            <a:endParaRPr lang="en-GB" sz="2000"/>
          </a:p>
          <a:p>
            <a:r>
              <a:rPr lang="en-GB"/>
              <a:t>Therefore:</a:t>
            </a:r>
          </a:p>
          <a:p>
            <a:endParaRPr lang="en-GB"/>
          </a:p>
        </p:txBody>
      </p:sp>
      <p:graphicFrame>
        <p:nvGraphicFramePr>
          <p:cNvPr id="208900" name="Object 4"/>
          <p:cNvGraphicFramePr>
            <a:graphicFrameLocks noChangeAspect="1"/>
          </p:cNvGraphicFramePr>
          <p:nvPr/>
        </p:nvGraphicFramePr>
        <p:xfrm>
          <a:off x="2089150" y="1452563"/>
          <a:ext cx="29686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0" name="Equation" r:id="rId4" imgW="1523880" imgH="228600" progId="Equation.3">
                  <p:embed/>
                </p:oleObj>
              </mc:Choice>
              <mc:Fallback>
                <p:oleObj name="Equation" r:id="rId4" imgW="15238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1452563"/>
                        <a:ext cx="29686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901" name="Object 5"/>
          <p:cNvGraphicFramePr>
            <a:graphicFrameLocks noChangeAspect="1"/>
          </p:cNvGraphicFramePr>
          <p:nvPr/>
        </p:nvGraphicFramePr>
        <p:xfrm>
          <a:off x="2084388" y="2146300"/>
          <a:ext cx="3930650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01" name="Equation" r:id="rId6" imgW="2006280" imgH="888840" progId="Equation.3">
                  <p:embed/>
                </p:oleObj>
              </mc:Choice>
              <mc:Fallback>
                <p:oleObj name="Equation" r:id="rId6" imgW="2006280" imgH="8888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4388" y="2146300"/>
                        <a:ext cx="3930650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02" name="Text Box 6"/>
          <p:cNvSpPr txBox="1">
            <a:spLocks noChangeArrowheads="1"/>
          </p:cNvSpPr>
          <p:nvPr/>
        </p:nvSpPr>
        <p:spPr bwMode="auto">
          <a:xfrm>
            <a:off x="7680325" y="4430713"/>
            <a:ext cx="825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2000" i="1"/>
              <a:t>a</a:t>
            </a:r>
            <a:r>
              <a:rPr lang="en-GB" sz="2000"/>
              <a:t>=0.8</a:t>
            </a:r>
          </a:p>
        </p:txBody>
      </p:sp>
      <p:sp>
        <p:nvSpPr>
          <p:cNvPr id="208904" name="Text Box 8"/>
          <p:cNvSpPr txBox="1">
            <a:spLocks noChangeArrowheads="1"/>
          </p:cNvSpPr>
          <p:nvPr/>
        </p:nvSpPr>
        <p:spPr bwMode="auto">
          <a:xfrm>
            <a:off x="5689600" y="1508125"/>
            <a:ext cx="17351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2000"/>
              <a:t>stable system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F29944E-E652-C04B-8D47-0D84096A193C}"/>
                  </a:ext>
                </a:extLst>
              </p14:cNvPr>
              <p14:cNvContentPartPr/>
              <p14:nvPr/>
            </p14:nvContentPartPr>
            <p14:xfrm>
              <a:off x="644760" y="1419840"/>
              <a:ext cx="7784640" cy="4883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F29944E-E652-C04B-8D47-0D84096A193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5400" y="1410480"/>
                <a:ext cx="7803360" cy="490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4731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 2: Rectangular Pulse</a:t>
            </a:r>
          </a:p>
        </p:txBody>
      </p:sp>
      <p:sp>
        <p:nvSpPr>
          <p:cNvPr id="21709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7200" y="938213"/>
            <a:ext cx="4419600" cy="5362575"/>
          </a:xfrm>
        </p:spPr>
        <p:txBody>
          <a:bodyPr/>
          <a:lstStyle/>
          <a:p>
            <a:r>
              <a:rPr lang="en-GB"/>
              <a:t>Consider the rectangular pulse</a:t>
            </a:r>
          </a:p>
          <a:p>
            <a:endParaRPr lang="en-GB" sz="4400"/>
          </a:p>
          <a:p>
            <a:r>
              <a:rPr lang="en-GB"/>
              <a:t>and the Fourier transform is</a:t>
            </a:r>
          </a:p>
        </p:txBody>
      </p:sp>
      <p:graphicFrame>
        <p:nvGraphicFramePr>
          <p:cNvPr id="217092" name="Object 1028"/>
          <p:cNvGraphicFramePr>
            <a:graphicFrameLocks noChangeAspect="1"/>
          </p:cNvGraphicFramePr>
          <p:nvPr/>
        </p:nvGraphicFramePr>
        <p:xfrm>
          <a:off x="1219200" y="1371600"/>
          <a:ext cx="20637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4" name="Equation" r:id="rId3" imgW="1206360" imgH="482400" progId="Equation.3">
                  <p:embed/>
                </p:oleObj>
              </mc:Choice>
              <mc:Fallback>
                <p:oleObj name="Equation" r:id="rId3" imgW="12063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371600"/>
                        <a:ext cx="20637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093" name="Object 1029"/>
          <p:cNvGraphicFramePr>
            <a:graphicFrameLocks noChangeAspect="1"/>
          </p:cNvGraphicFramePr>
          <p:nvPr/>
        </p:nvGraphicFramePr>
        <p:xfrm>
          <a:off x="914400" y="2562225"/>
          <a:ext cx="3611563" cy="399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5" name="Equation" r:id="rId5" imgW="2006280" imgH="2222280" progId="Equation.3">
                  <p:embed/>
                </p:oleObj>
              </mc:Choice>
              <mc:Fallback>
                <p:oleObj name="Equation" r:id="rId5" imgW="2006280" imgH="2222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562225"/>
                        <a:ext cx="3611563" cy="399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7094" name="Picture 1030" descr="C:\Documents and Settings\mchssmb4\My Documents\Teaching\UG\SignalsSystems\MatlabSimulink\DTFourierRect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088" y="980728"/>
            <a:ext cx="4219575" cy="572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7095" name="Text Box 1031"/>
          <p:cNvSpPr txBox="1">
            <a:spLocks noChangeArrowheads="1"/>
          </p:cNvSpPr>
          <p:nvPr/>
        </p:nvSpPr>
        <p:spPr bwMode="auto">
          <a:xfrm>
            <a:off x="7680325" y="1143000"/>
            <a:ext cx="749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sz="2000" i="1"/>
              <a:t>N</a:t>
            </a:r>
            <a:r>
              <a:rPr lang="en-GB" sz="2000" baseline="-25000"/>
              <a:t>1</a:t>
            </a:r>
            <a:r>
              <a:rPr lang="en-GB" sz="2000"/>
              <a:t>=2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6F85DD7-F720-1A41-92D4-17DF16AABAE9}"/>
                  </a:ext>
                </a:extLst>
              </p14:cNvPr>
              <p14:cNvContentPartPr/>
              <p14:nvPr/>
            </p14:nvContentPartPr>
            <p14:xfrm>
              <a:off x="110520" y="464040"/>
              <a:ext cx="8670240" cy="5628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6F85DD7-F720-1A41-92D4-17DF16AABAE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1160" y="454680"/>
                <a:ext cx="8688960" cy="564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6489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36538" y="366936"/>
            <a:ext cx="8670925" cy="685800"/>
          </a:xfrm>
        </p:spPr>
        <p:txBody>
          <a:bodyPr/>
          <a:lstStyle/>
          <a:p>
            <a:r>
              <a:rPr lang="en-GB"/>
              <a:t>Example 3: Impulse Signal</a:t>
            </a:r>
          </a:p>
        </p:txBody>
      </p:sp>
      <p:sp>
        <p:nvSpPr>
          <p:cNvPr id="21913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4745038"/>
          </a:xfrm>
        </p:spPr>
        <p:txBody>
          <a:bodyPr/>
          <a:lstStyle/>
          <a:p>
            <a:r>
              <a:rPr lang="en-GB"/>
              <a:t>Fourier transform of the DT impulse signal is</a:t>
            </a:r>
          </a:p>
          <a:p>
            <a:endParaRPr lang="en-GB" sz="3600"/>
          </a:p>
        </p:txBody>
      </p:sp>
      <p:graphicFrame>
        <p:nvGraphicFramePr>
          <p:cNvPr id="219140" name="Object 1028"/>
          <p:cNvGraphicFramePr>
            <a:graphicFrameLocks noChangeAspect="1"/>
          </p:cNvGraphicFramePr>
          <p:nvPr/>
        </p:nvGraphicFramePr>
        <p:xfrm>
          <a:off x="1830388" y="1600200"/>
          <a:ext cx="3122612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03" name="Equation" r:id="rId3" imgW="1663560" imgH="431640" progId="Equation.3">
                  <p:embed/>
                </p:oleObj>
              </mc:Choice>
              <mc:Fallback>
                <p:oleObj name="Equation" r:id="rId3" imgW="16635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0388" y="1600200"/>
                        <a:ext cx="3122612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9098506-AB00-EF46-BC08-4FD4A6642848}"/>
                  </a:ext>
                </a:extLst>
              </p14:cNvPr>
              <p14:cNvContentPartPr/>
              <p14:nvPr/>
            </p14:nvContentPartPr>
            <p14:xfrm>
              <a:off x="1557000" y="433080"/>
              <a:ext cx="6445440" cy="5991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9098506-AB00-EF46-BC08-4FD4A664284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47640" y="423720"/>
                <a:ext cx="6464160" cy="601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934987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>
          <a:xfrm>
            <a:off x="512763" y="260648"/>
            <a:ext cx="8118475" cy="685800"/>
          </a:xfrm>
        </p:spPr>
        <p:txBody>
          <a:bodyPr/>
          <a:lstStyle/>
          <a:p>
            <a:r>
              <a:rPr lang="en-GB" sz="2800" dirty="0"/>
              <a:t>DTFT Properties: Periodicity, Linearity &amp; Time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14400"/>
            <a:ext cx="7772400" cy="5257800"/>
          </a:xfrm>
        </p:spPr>
        <p:txBody>
          <a:bodyPr/>
          <a:lstStyle/>
          <a:p>
            <a:r>
              <a:rPr lang="en-GB" dirty="0"/>
              <a:t>The DT Fourier transform is always </a:t>
            </a:r>
            <a:r>
              <a:rPr lang="en-GB" b="1" dirty="0"/>
              <a:t>periodic with period 2</a:t>
            </a:r>
            <a:r>
              <a:rPr lang="en-GB" b="1" i="1" dirty="0">
                <a:latin typeface="Symbol" pitchFamily="18" charset="2"/>
              </a:rPr>
              <a:t>p</a:t>
            </a:r>
            <a:r>
              <a:rPr lang="en-GB" dirty="0"/>
              <a:t>, because</a:t>
            </a:r>
          </a:p>
          <a:p>
            <a:pPr marL="0" indent="0">
              <a:buNone/>
            </a:pPr>
            <a:r>
              <a:rPr lang="en-GB" dirty="0"/>
              <a:t>		</a:t>
            </a:r>
            <a:r>
              <a:rPr lang="en-GB" i="1" dirty="0"/>
              <a:t>X</a:t>
            </a:r>
            <a:r>
              <a:rPr lang="en-GB" dirty="0"/>
              <a:t>(</a:t>
            </a:r>
            <a:r>
              <a:rPr lang="en-GB" i="1" dirty="0" err="1"/>
              <a:t>e</a:t>
            </a:r>
            <a:r>
              <a:rPr lang="en-GB" i="1" baseline="30000" dirty="0" err="1"/>
              <a:t>j</a:t>
            </a:r>
            <a:r>
              <a:rPr lang="en-GB" baseline="30000" dirty="0"/>
              <a:t>(</a:t>
            </a:r>
            <a:r>
              <a:rPr lang="en-GB" i="1" baseline="30000" dirty="0">
                <a:latin typeface="Symbol" pitchFamily="18" charset="2"/>
              </a:rPr>
              <a:t>w</a:t>
            </a:r>
            <a:r>
              <a:rPr lang="en-GB" baseline="30000" dirty="0"/>
              <a:t>+2</a:t>
            </a:r>
            <a:r>
              <a:rPr lang="en-GB" baseline="30000" dirty="0">
                <a:latin typeface="Symbol" pitchFamily="18" charset="2"/>
              </a:rPr>
              <a:t>p</a:t>
            </a:r>
            <a:r>
              <a:rPr lang="en-GB" baseline="30000" dirty="0"/>
              <a:t>)</a:t>
            </a:r>
            <a:r>
              <a:rPr lang="en-GB" dirty="0"/>
              <a:t>) = </a:t>
            </a:r>
            <a:r>
              <a:rPr lang="en-GB" i="1" dirty="0"/>
              <a:t>X</a:t>
            </a:r>
            <a:r>
              <a:rPr lang="en-GB" dirty="0"/>
              <a:t>(</a:t>
            </a:r>
            <a:r>
              <a:rPr lang="en-GB" i="1" dirty="0" err="1"/>
              <a:t>e</a:t>
            </a:r>
            <a:r>
              <a:rPr lang="en-GB" i="1" baseline="30000" dirty="0" err="1"/>
              <a:t>j</a:t>
            </a:r>
            <a:r>
              <a:rPr lang="en-GB" i="1" baseline="30000" dirty="0" err="1">
                <a:latin typeface="Symbol" pitchFamily="18" charset="2"/>
              </a:rPr>
              <a:t>w</a:t>
            </a:r>
            <a:r>
              <a:rPr lang="en-GB" dirty="0"/>
              <a:t>)</a:t>
            </a:r>
          </a:p>
          <a:p>
            <a:endParaRPr lang="en-GB" sz="800" dirty="0"/>
          </a:p>
          <a:p>
            <a:r>
              <a:rPr lang="en-GB" dirty="0"/>
              <a:t>It is relatively straightforward to prove that the DT Fourier transform is </a:t>
            </a:r>
            <a:r>
              <a:rPr lang="en-GB" b="1" dirty="0"/>
              <a:t>linear</a:t>
            </a:r>
            <a:r>
              <a:rPr lang="en-GB" dirty="0"/>
              <a:t>, i.e.</a:t>
            </a:r>
          </a:p>
          <a:p>
            <a:endParaRPr lang="en-GB" sz="3200" dirty="0"/>
          </a:p>
          <a:p>
            <a:endParaRPr lang="en-GB" sz="3200" dirty="0"/>
          </a:p>
          <a:p>
            <a:endParaRPr lang="en-GB" sz="2000" dirty="0"/>
          </a:p>
          <a:p>
            <a:endParaRPr lang="en-GB" dirty="0"/>
          </a:p>
          <a:p>
            <a:r>
              <a:rPr lang="en-GB" dirty="0"/>
              <a:t>Similarly, if a DT signal is </a:t>
            </a:r>
            <a:r>
              <a:rPr lang="en-GB" b="1" dirty="0"/>
              <a:t>shifted</a:t>
            </a:r>
            <a:r>
              <a:rPr lang="en-GB" dirty="0"/>
              <a:t> by </a:t>
            </a:r>
            <a:r>
              <a:rPr lang="en-GB" i="1" dirty="0"/>
              <a:t>n</a:t>
            </a:r>
            <a:r>
              <a:rPr lang="en-GB" baseline="-25000" dirty="0"/>
              <a:t>0</a:t>
            </a:r>
            <a:r>
              <a:rPr lang="en-GB" dirty="0"/>
              <a:t> units of time</a:t>
            </a:r>
          </a:p>
        </p:txBody>
      </p:sp>
      <p:graphicFrame>
        <p:nvGraphicFramePr>
          <p:cNvPr id="211972" name="Object 4"/>
          <p:cNvGraphicFramePr>
            <a:graphicFrameLocks noChangeAspect="1"/>
          </p:cNvGraphicFramePr>
          <p:nvPr/>
        </p:nvGraphicFramePr>
        <p:xfrm>
          <a:off x="1679575" y="2984500"/>
          <a:ext cx="5026025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2" name="Equation" r:id="rId3" imgW="2336760" imgH="634680" progId="Equation.3">
                  <p:embed/>
                </p:oleObj>
              </mc:Choice>
              <mc:Fallback>
                <p:oleObj name="Equation" r:id="rId3" imgW="2336760" imgH="634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575" y="2984500"/>
                        <a:ext cx="5026025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3" name="Object 5"/>
          <p:cNvGraphicFramePr>
            <a:graphicFrameLocks noChangeAspect="1"/>
          </p:cNvGraphicFramePr>
          <p:nvPr/>
        </p:nvGraphicFramePr>
        <p:xfrm>
          <a:off x="1679575" y="5029200"/>
          <a:ext cx="3278188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3" name="Equation" r:id="rId5" imgW="1523880" imgH="634680" progId="Equation.3">
                  <p:embed/>
                </p:oleObj>
              </mc:Choice>
              <mc:Fallback>
                <p:oleObj name="Equation" r:id="rId5" imgW="1523880" imgH="634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575" y="5029200"/>
                        <a:ext cx="3278188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598152-1AFA-834A-8E00-ECA0EE2721CC}"/>
                  </a:ext>
                </a:extLst>
              </p14:cNvPr>
              <p14:cNvContentPartPr/>
              <p14:nvPr/>
            </p14:nvContentPartPr>
            <p14:xfrm>
              <a:off x="862560" y="369360"/>
              <a:ext cx="8281440" cy="6219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598152-1AFA-834A-8E00-ECA0EE2721C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3200" y="360000"/>
                <a:ext cx="8300160" cy="623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7933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Fourier Transforms (so far…)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69248367"/>
                  </p:ext>
                </p:extLst>
              </p:nvPr>
            </p:nvGraphicFramePr>
            <p:xfrm>
              <a:off x="251520" y="2420888"/>
              <a:ext cx="8640637" cy="22999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1995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3224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6658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21373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0811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Time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Frequency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Fourier Series </a:t>
                          </a:r>
                        </a:p>
                        <a:p>
                          <a:r>
                            <a:rPr lang="en-US" dirty="0"/>
                            <a:t>(FS)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Continuous Periodic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̃"/>
                                    <m:ctrlP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b="0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b="0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Discrete Infinite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Fourier Transform</a:t>
                          </a:r>
                          <a:r>
                            <a:rPr lang="en-US" baseline="0" dirty="0"/>
                            <a:t> </a:t>
                          </a:r>
                        </a:p>
                        <a:p>
                          <a:r>
                            <a:rPr lang="en-US" baseline="0" dirty="0"/>
                            <a:t>(FT / CTFT)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Continuous Infinite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b="0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b="0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US" b="0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Continuous Infinite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𝑋</m:t>
                              </m:r>
                              <m:r>
                                <a:rPr lang="en-US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b="0" i="0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Ω</m:t>
                              </m:r>
                              <m:r>
                                <a:rPr lang="en-US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𝑋</m:t>
                              </m:r>
                              <m:r>
                                <a:rPr lang="en-US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𝜔</m:t>
                              </m:r>
                              <m:r>
                                <a:rPr lang="en-US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endParaRPr lang="en-US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Discrete-Time Fourier Transform (DTFT)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Discrete Infinite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[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Continuous</a:t>
                          </a:r>
                          <a:r>
                            <a:rPr lang="en-US" baseline="0" dirty="0"/>
                            <a:t> Periodic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𝑋</m:t>
                                </m:r>
                                <m:r>
                                  <a:rPr lang="en-US" b="0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dirty="0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a:rPr lang="en-US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𝑗</m:t>
                                    </m:r>
                                    <m:r>
                                      <a:rPr lang="en-US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𝜔</m:t>
                                    </m:r>
                                  </m:sup>
                                </m:sSup>
                                <m:r>
                                  <a:rPr lang="en-US" b="0" i="1" dirty="0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69248367"/>
                  </p:ext>
                </p:extLst>
              </p:nvPr>
            </p:nvGraphicFramePr>
            <p:xfrm>
              <a:off x="251520" y="2420888"/>
              <a:ext cx="8640637" cy="22999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19958"/>
                    <a:gridCol w="2232248"/>
                    <a:gridCol w="666582"/>
                    <a:gridCol w="2213738"/>
                    <a:gridCol w="1008111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Time</a:t>
                          </a:r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Frequency</a:t>
                          </a:r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Fourier Series </a:t>
                          </a:r>
                        </a:p>
                        <a:p>
                          <a:r>
                            <a:rPr lang="en-US" dirty="0" smtClean="0"/>
                            <a:t>(FS)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Continuous Periodic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715596" t="-62857" r="-485321" b="-21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Discrete Infinite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759394" t="-62857" b="-216190"/>
                          </a:stretch>
                        </a:blipFill>
                      </a:tcPr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Fourier Transform</a:t>
                          </a:r>
                          <a:r>
                            <a:rPr lang="en-US" baseline="0" dirty="0" smtClean="0"/>
                            <a:t> </a:t>
                          </a:r>
                        </a:p>
                        <a:p>
                          <a:r>
                            <a:rPr lang="en-US" baseline="0" dirty="0" smtClean="0"/>
                            <a:t>(FT / CTFT)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Continuous Infinite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715596" t="-162857" r="-485321" b="-11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Continuous Infinite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blipFill rotWithShape="1">
                          <a:blip r:embed="rId2"/>
                          <a:stretch>
                            <a:fillRect l="-759394" t="-162857" b="-116190"/>
                          </a:stretch>
                        </a:blipFill>
                      </a:tcPr>
                    </a:tc>
                  </a:tr>
                  <a:tr h="648907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Discrete-Time Fourier Transform (DTFT)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Discrete Infinite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715596" t="-260377" r="-485321" b="-150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Continuous</a:t>
                          </a:r>
                          <a:r>
                            <a:rPr lang="en-US" baseline="0" dirty="0" smtClean="0"/>
                            <a:t> Periodic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 rotWithShape="1">
                          <a:blip r:embed="rId2"/>
                          <a:stretch>
                            <a:fillRect l="-759394" t="-260377" b="-15094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058212140"/>
              </p:ext>
            </p:extLst>
          </p:nvPr>
        </p:nvGraphicFramePr>
        <p:xfrm>
          <a:off x="2051720" y="4149080"/>
          <a:ext cx="5544616" cy="230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499992" y="4725144"/>
            <a:ext cx="7200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3660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19653E-6 L 0 -0.1974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8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FT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51317633"/>
              </p:ext>
            </p:extLst>
          </p:nvPr>
        </p:nvGraphicFramePr>
        <p:xfrm>
          <a:off x="381000" y="1196975"/>
          <a:ext cx="3830960" cy="52563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283968" y="1196752"/>
                <a:ext cx="4680520" cy="5661248"/>
              </a:xfrm>
            </p:spPr>
            <p:txBody>
              <a:bodyPr/>
              <a:lstStyle/>
              <a:p>
                <a:pPr>
                  <a:buClr>
                    <a:schemeClr val="accent6"/>
                  </a:buClr>
                </a:pPr>
                <a:r>
                  <a:rPr lang="en-US" dirty="0"/>
                  <a:t>A finite/periodic sequence has only N unique values,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𝑥</m:t>
                    </m:r>
                    <m:r>
                      <a:rPr lang="en-US" b="0" i="1" dirty="0" smtClean="0">
                        <a:latin typeface="Cambria Math"/>
                      </a:rPr>
                      <m:t>[</m:t>
                    </m:r>
                    <m:r>
                      <a:rPr lang="en-US" b="0" i="1" dirty="0" smtClean="0">
                        <a:latin typeface="Cambria Math"/>
                      </a:rPr>
                      <m:t>𝑛</m:t>
                    </m:r>
                    <m:r>
                      <a:rPr lang="en-US" b="0" i="1" dirty="0" smtClean="0">
                        <a:latin typeface="Cambria Math"/>
                      </a:rPr>
                      <m:t>]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0≤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&lt;</m:t>
                    </m:r>
                    <m:r>
                      <a:rPr lang="en-US" b="0" i="1" smtClean="0">
                        <a:latin typeface="Cambria Math"/>
                      </a:rPr>
                      <m:t>𝑁</m:t>
                    </m:r>
                  </m:oMath>
                </a14:m>
                <a:endParaRPr lang="en-US" dirty="0"/>
              </a:p>
              <a:p>
                <a:pPr>
                  <a:buClr>
                    <a:schemeClr val="accent6"/>
                  </a:buClr>
                </a:pPr>
                <a:r>
                  <a:rPr lang="en-US" dirty="0"/>
                  <a:t>Spectrum is completely defined by N distinct frequency samples</a:t>
                </a:r>
              </a:p>
              <a:p>
                <a:pPr>
                  <a:buClr>
                    <a:schemeClr val="accent6"/>
                  </a:buClr>
                </a:pPr>
                <a:r>
                  <a:rPr lang="en-US" dirty="0"/>
                  <a:t>Divide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0…2</m:t>
                    </m:r>
                    <m:r>
                      <a:rPr lang="en-US" b="0" i="1" smtClean="0">
                        <a:latin typeface="Cambria Math"/>
                      </a:rPr>
                      <m:t>𝜋</m:t>
                    </m:r>
                  </m:oMath>
                </a14:m>
                <a:r>
                  <a:rPr lang="en-US" dirty="0"/>
                  <a:t> into N equal steps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283968" y="1196752"/>
                <a:ext cx="4680520" cy="5661248"/>
              </a:xfrm>
              <a:blipFill rotWithShape="1">
                <a:blip r:embed="rId7"/>
                <a:stretch>
                  <a:fillRect l="-2344" t="-1076" r="-3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08104" y="5229200"/>
                <a:ext cx="24482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}</m:t>
                    </m:r>
                    <m:r>
                      <a:rPr lang="en-US" sz="2400" i="1" smtClean="0"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latin typeface="Cambria Math"/>
                      </a:rPr>
                      <m:t>2</m:t>
                    </m:r>
                    <m:r>
                      <a:rPr lang="el-GR" sz="2400" i="1" smtClean="0">
                        <a:latin typeface="Cambria Math"/>
                      </a:rPr>
                      <m:t>𝜋</m:t>
                    </m:r>
                    <m:r>
                      <a:rPr lang="en-US" sz="2400" b="0" i="1" smtClean="0">
                        <a:latin typeface="Cambria Math"/>
                      </a:rPr>
                      <m:t>𝑘</m:t>
                    </m:r>
                    <m:r>
                      <a:rPr lang="en-US" sz="2400" b="0" i="1" smtClean="0">
                        <a:latin typeface="Cambria Math"/>
                      </a:rPr>
                      <m:t>/</m:t>
                    </m:r>
                  </m:oMath>
                </a14:m>
                <a:r>
                  <a:rPr lang="en-US" sz="2400" dirty="0"/>
                  <a:t>N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5229200"/>
                <a:ext cx="2448272" cy="461665"/>
              </a:xfrm>
              <a:prstGeom prst="rect">
                <a:avLst/>
              </a:prstGeom>
              <a:blipFill rotWithShape="1">
                <a:blip r:embed="rId8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6719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508000" y="398517"/>
            <a:ext cx="8072438" cy="58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200" b="1" dirty="0"/>
              <a:t>Discrete Functions through sampling</a:t>
            </a:r>
          </a:p>
        </p:txBody>
      </p:sp>
      <p:sp>
        <p:nvSpPr>
          <p:cNvPr id="29700" name="Line 4"/>
          <p:cNvSpPr>
            <a:spLocks noChangeShapeType="1"/>
          </p:cNvSpPr>
          <p:nvPr/>
        </p:nvSpPr>
        <p:spPr bwMode="auto">
          <a:xfrm>
            <a:off x="830263" y="2757488"/>
            <a:ext cx="0" cy="140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1" name="Line 5"/>
          <p:cNvSpPr>
            <a:spLocks noChangeShapeType="1"/>
          </p:cNvSpPr>
          <p:nvPr/>
        </p:nvSpPr>
        <p:spPr bwMode="auto">
          <a:xfrm>
            <a:off x="838200" y="4181475"/>
            <a:ext cx="30146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9702" name="Group 6"/>
          <p:cNvGrpSpPr>
            <a:grpSpLocks/>
          </p:cNvGrpSpPr>
          <p:nvPr/>
        </p:nvGrpSpPr>
        <p:grpSpPr bwMode="auto">
          <a:xfrm>
            <a:off x="830263" y="4186238"/>
            <a:ext cx="2522537" cy="47625"/>
            <a:chOff x="392" y="1916"/>
            <a:chExt cx="1192" cy="40"/>
          </a:xfrm>
        </p:grpSpPr>
        <p:sp>
          <p:nvSpPr>
            <p:cNvPr id="29703" name="Line 7"/>
            <p:cNvSpPr>
              <a:spLocks noChangeShapeType="1"/>
            </p:cNvSpPr>
            <p:nvPr/>
          </p:nvSpPr>
          <p:spPr bwMode="auto">
            <a:xfrm>
              <a:off x="392" y="1916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4" name="Line 8"/>
            <p:cNvSpPr>
              <a:spLocks noChangeShapeType="1"/>
            </p:cNvSpPr>
            <p:nvPr/>
          </p:nvSpPr>
          <p:spPr bwMode="auto">
            <a:xfrm>
              <a:off x="630" y="1916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5" name="Line 9"/>
            <p:cNvSpPr>
              <a:spLocks noChangeShapeType="1"/>
            </p:cNvSpPr>
            <p:nvPr/>
          </p:nvSpPr>
          <p:spPr bwMode="auto">
            <a:xfrm>
              <a:off x="869" y="1916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6" name="Line 10"/>
            <p:cNvSpPr>
              <a:spLocks noChangeShapeType="1"/>
            </p:cNvSpPr>
            <p:nvPr/>
          </p:nvSpPr>
          <p:spPr bwMode="auto">
            <a:xfrm>
              <a:off x="1107" y="1916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7" name="Line 11"/>
            <p:cNvSpPr>
              <a:spLocks noChangeShapeType="1"/>
            </p:cNvSpPr>
            <p:nvPr/>
          </p:nvSpPr>
          <p:spPr bwMode="auto">
            <a:xfrm>
              <a:off x="1346" y="1916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8" name="Line 12"/>
            <p:cNvSpPr>
              <a:spLocks noChangeShapeType="1"/>
            </p:cNvSpPr>
            <p:nvPr/>
          </p:nvSpPr>
          <p:spPr bwMode="auto">
            <a:xfrm>
              <a:off x="1584" y="1916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709" name="Oval 13"/>
          <p:cNvSpPr>
            <a:spLocks noChangeArrowheads="1"/>
          </p:cNvSpPr>
          <p:nvPr/>
        </p:nvSpPr>
        <p:spPr bwMode="auto">
          <a:xfrm>
            <a:off x="1820863" y="3586163"/>
            <a:ext cx="50800" cy="2857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6" name="Oval 20"/>
          <p:cNvSpPr>
            <a:spLocks noChangeArrowheads="1"/>
          </p:cNvSpPr>
          <p:nvPr/>
        </p:nvSpPr>
        <p:spPr bwMode="auto">
          <a:xfrm>
            <a:off x="2311400" y="3300413"/>
            <a:ext cx="50800" cy="2857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7" name="Oval 21"/>
          <p:cNvSpPr>
            <a:spLocks noChangeArrowheads="1"/>
          </p:cNvSpPr>
          <p:nvPr/>
        </p:nvSpPr>
        <p:spPr bwMode="auto">
          <a:xfrm>
            <a:off x="3327400" y="3014663"/>
            <a:ext cx="50800" cy="2857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8" name="Oval 22"/>
          <p:cNvSpPr>
            <a:spLocks noChangeArrowheads="1"/>
          </p:cNvSpPr>
          <p:nvPr/>
        </p:nvSpPr>
        <p:spPr bwMode="auto">
          <a:xfrm>
            <a:off x="2819400" y="3014663"/>
            <a:ext cx="50800" cy="2857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0" name="Line 24"/>
          <p:cNvSpPr>
            <a:spLocks noChangeShapeType="1"/>
          </p:cNvSpPr>
          <p:nvPr/>
        </p:nvSpPr>
        <p:spPr bwMode="auto">
          <a:xfrm>
            <a:off x="5588000" y="2757488"/>
            <a:ext cx="0" cy="140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1" name="Line 25"/>
          <p:cNvSpPr>
            <a:spLocks noChangeShapeType="1"/>
          </p:cNvSpPr>
          <p:nvPr/>
        </p:nvSpPr>
        <p:spPr bwMode="auto">
          <a:xfrm>
            <a:off x="5597525" y="4181475"/>
            <a:ext cx="30130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9722" name="Group 26"/>
          <p:cNvGrpSpPr>
            <a:grpSpLocks/>
          </p:cNvGrpSpPr>
          <p:nvPr/>
        </p:nvGrpSpPr>
        <p:grpSpPr bwMode="auto">
          <a:xfrm>
            <a:off x="5588000" y="4186238"/>
            <a:ext cx="2524125" cy="47625"/>
            <a:chOff x="2416" y="1916"/>
            <a:chExt cx="1192" cy="40"/>
          </a:xfrm>
        </p:grpSpPr>
        <p:sp>
          <p:nvSpPr>
            <p:cNvPr id="29723" name="Line 27"/>
            <p:cNvSpPr>
              <a:spLocks noChangeShapeType="1"/>
            </p:cNvSpPr>
            <p:nvPr/>
          </p:nvSpPr>
          <p:spPr bwMode="auto">
            <a:xfrm>
              <a:off x="2416" y="1916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4" name="Line 28"/>
            <p:cNvSpPr>
              <a:spLocks noChangeShapeType="1"/>
            </p:cNvSpPr>
            <p:nvPr/>
          </p:nvSpPr>
          <p:spPr bwMode="auto">
            <a:xfrm>
              <a:off x="2654" y="1916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5" name="Line 29"/>
            <p:cNvSpPr>
              <a:spLocks noChangeShapeType="1"/>
            </p:cNvSpPr>
            <p:nvPr/>
          </p:nvSpPr>
          <p:spPr bwMode="auto">
            <a:xfrm>
              <a:off x="2893" y="1916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6" name="Line 30"/>
            <p:cNvSpPr>
              <a:spLocks noChangeShapeType="1"/>
            </p:cNvSpPr>
            <p:nvPr/>
          </p:nvSpPr>
          <p:spPr bwMode="auto">
            <a:xfrm>
              <a:off x="3131" y="1916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7" name="Line 31"/>
            <p:cNvSpPr>
              <a:spLocks noChangeShapeType="1"/>
            </p:cNvSpPr>
            <p:nvPr/>
          </p:nvSpPr>
          <p:spPr bwMode="auto">
            <a:xfrm>
              <a:off x="3370" y="1916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8" name="Line 32"/>
            <p:cNvSpPr>
              <a:spLocks noChangeShapeType="1"/>
            </p:cNvSpPr>
            <p:nvPr/>
          </p:nvSpPr>
          <p:spPr bwMode="auto">
            <a:xfrm>
              <a:off x="3608" y="1916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735" name="Oval 39"/>
          <p:cNvSpPr>
            <a:spLocks noChangeArrowheads="1"/>
          </p:cNvSpPr>
          <p:nvPr/>
        </p:nvSpPr>
        <p:spPr bwMode="auto">
          <a:xfrm>
            <a:off x="5562600" y="3586163"/>
            <a:ext cx="50800" cy="2857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36" name="Oval 40"/>
          <p:cNvSpPr>
            <a:spLocks noChangeArrowheads="1"/>
          </p:cNvSpPr>
          <p:nvPr/>
        </p:nvSpPr>
        <p:spPr bwMode="auto">
          <a:xfrm>
            <a:off x="6070600" y="3300413"/>
            <a:ext cx="50800" cy="2857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37" name="Oval 41"/>
          <p:cNvSpPr>
            <a:spLocks noChangeArrowheads="1"/>
          </p:cNvSpPr>
          <p:nvPr/>
        </p:nvSpPr>
        <p:spPr bwMode="auto">
          <a:xfrm>
            <a:off x="7070725" y="3014663"/>
            <a:ext cx="50800" cy="2857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38" name="Oval 42"/>
          <p:cNvSpPr>
            <a:spLocks noChangeArrowheads="1"/>
          </p:cNvSpPr>
          <p:nvPr/>
        </p:nvSpPr>
        <p:spPr bwMode="auto">
          <a:xfrm>
            <a:off x="6578600" y="3014663"/>
            <a:ext cx="50800" cy="28575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40" name="Rectangle 44"/>
          <p:cNvSpPr>
            <a:spLocks noChangeArrowheads="1"/>
          </p:cNvSpPr>
          <p:nvPr/>
        </p:nvSpPr>
        <p:spPr bwMode="auto">
          <a:xfrm>
            <a:off x="5516563" y="4154488"/>
            <a:ext cx="2905125" cy="417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>
              <a:lnSpc>
                <a:spcPct val="180000"/>
              </a:lnSpc>
            </a:pPr>
            <a:r>
              <a:rPr lang="en-US" sz="1200">
                <a:latin typeface="Arial" charset="0"/>
              </a:rPr>
              <a:t>0        1          2          3          ...         N-1</a:t>
            </a:r>
          </a:p>
        </p:txBody>
      </p:sp>
      <p:sp>
        <p:nvSpPr>
          <p:cNvPr id="29741" name="Line 45"/>
          <p:cNvSpPr>
            <a:spLocks noChangeShapeType="1"/>
          </p:cNvSpPr>
          <p:nvPr/>
        </p:nvSpPr>
        <p:spPr bwMode="auto">
          <a:xfrm>
            <a:off x="6096000" y="3328988"/>
            <a:ext cx="0" cy="8477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42" name="Line 46"/>
          <p:cNvSpPr>
            <a:spLocks noChangeShapeType="1"/>
          </p:cNvSpPr>
          <p:nvPr/>
        </p:nvSpPr>
        <p:spPr bwMode="auto">
          <a:xfrm>
            <a:off x="6604000" y="3043238"/>
            <a:ext cx="0" cy="11239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43" name="Line 47"/>
          <p:cNvSpPr>
            <a:spLocks noChangeShapeType="1"/>
          </p:cNvSpPr>
          <p:nvPr/>
        </p:nvSpPr>
        <p:spPr bwMode="auto">
          <a:xfrm>
            <a:off x="7096125" y="3033713"/>
            <a:ext cx="0" cy="113347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44" name="Freeform 48"/>
          <p:cNvSpPr>
            <a:spLocks/>
          </p:cNvSpPr>
          <p:nvPr/>
        </p:nvSpPr>
        <p:spPr bwMode="auto">
          <a:xfrm>
            <a:off x="830263" y="2927350"/>
            <a:ext cx="2660650" cy="760413"/>
          </a:xfrm>
          <a:custGeom>
            <a:avLst/>
            <a:gdLst>
              <a:gd name="T0" fmla="*/ 0 w 1257"/>
              <a:gd name="T1" fmla="*/ 525 h 638"/>
              <a:gd name="T2" fmla="*/ 40 w 1257"/>
              <a:gd name="T3" fmla="*/ 557 h 638"/>
              <a:gd name="T4" fmla="*/ 72 w 1257"/>
              <a:gd name="T5" fmla="*/ 581 h 638"/>
              <a:gd name="T6" fmla="*/ 136 w 1257"/>
              <a:gd name="T7" fmla="*/ 621 h 638"/>
              <a:gd name="T8" fmla="*/ 176 w 1257"/>
              <a:gd name="T9" fmla="*/ 629 h 638"/>
              <a:gd name="T10" fmla="*/ 248 w 1257"/>
              <a:gd name="T11" fmla="*/ 637 h 638"/>
              <a:gd name="T12" fmla="*/ 320 w 1257"/>
              <a:gd name="T13" fmla="*/ 629 h 638"/>
              <a:gd name="T14" fmla="*/ 408 w 1257"/>
              <a:gd name="T15" fmla="*/ 613 h 638"/>
              <a:gd name="T16" fmla="*/ 483 w 1257"/>
              <a:gd name="T17" fmla="*/ 565 h 638"/>
              <a:gd name="T18" fmla="*/ 712 w 1257"/>
              <a:gd name="T19" fmla="*/ 325 h 638"/>
              <a:gd name="T20" fmla="*/ 787 w 1257"/>
              <a:gd name="T21" fmla="*/ 256 h 638"/>
              <a:gd name="T22" fmla="*/ 851 w 1257"/>
              <a:gd name="T23" fmla="*/ 192 h 638"/>
              <a:gd name="T24" fmla="*/ 952 w 1257"/>
              <a:gd name="T25" fmla="*/ 85 h 638"/>
              <a:gd name="T26" fmla="*/ 1000 w 1257"/>
              <a:gd name="T27" fmla="*/ 37 h 638"/>
              <a:gd name="T28" fmla="*/ 1048 w 1257"/>
              <a:gd name="T29" fmla="*/ 13 h 638"/>
              <a:gd name="T30" fmla="*/ 1091 w 1257"/>
              <a:gd name="T31" fmla="*/ 0 h 638"/>
              <a:gd name="T32" fmla="*/ 1136 w 1257"/>
              <a:gd name="T33" fmla="*/ 13 h 638"/>
              <a:gd name="T34" fmla="*/ 1160 w 1257"/>
              <a:gd name="T35" fmla="*/ 37 h 638"/>
              <a:gd name="T36" fmla="*/ 1192 w 1257"/>
              <a:gd name="T37" fmla="*/ 85 h 638"/>
              <a:gd name="T38" fmla="*/ 1256 w 1257"/>
              <a:gd name="T39" fmla="*/ 213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257" h="638">
                <a:moveTo>
                  <a:pt x="0" y="525"/>
                </a:moveTo>
                <a:lnTo>
                  <a:pt x="40" y="557"/>
                </a:lnTo>
                <a:lnTo>
                  <a:pt x="72" y="581"/>
                </a:lnTo>
                <a:lnTo>
                  <a:pt x="136" y="621"/>
                </a:lnTo>
                <a:lnTo>
                  <a:pt x="176" y="629"/>
                </a:lnTo>
                <a:lnTo>
                  <a:pt x="248" y="637"/>
                </a:lnTo>
                <a:lnTo>
                  <a:pt x="320" y="629"/>
                </a:lnTo>
                <a:lnTo>
                  <a:pt x="408" y="613"/>
                </a:lnTo>
                <a:lnTo>
                  <a:pt x="483" y="565"/>
                </a:lnTo>
                <a:lnTo>
                  <a:pt x="712" y="325"/>
                </a:lnTo>
                <a:lnTo>
                  <a:pt x="787" y="256"/>
                </a:lnTo>
                <a:lnTo>
                  <a:pt x="851" y="192"/>
                </a:lnTo>
                <a:lnTo>
                  <a:pt x="952" y="85"/>
                </a:lnTo>
                <a:lnTo>
                  <a:pt x="1000" y="37"/>
                </a:lnTo>
                <a:lnTo>
                  <a:pt x="1048" y="13"/>
                </a:lnTo>
                <a:lnTo>
                  <a:pt x="1091" y="0"/>
                </a:lnTo>
                <a:lnTo>
                  <a:pt x="1136" y="13"/>
                </a:lnTo>
                <a:lnTo>
                  <a:pt x="1160" y="37"/>
                </a:lnTo>
                <a:lnTo>
                  <a:pt x="1192" y="85"/>
                </a:lnTo>
                <a:lnTo>
                  <a:pt x="1256" y="213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45" name="Rectangle 49"/>
          <p:cNvSpPr>
            <a:spLocks noChangeArrowheads="1"/>
          </p:cNvSpPr>
          <p:nvPr/>
        </p:nvSpPr>
        <p:spPr bwMode="auto">
          <a:xfrm>
            <a:off x="533400" y="2286000"/>
            <a:ext cx="511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800">
                <a:latin typeface="Arial" charset="0"/>
              </a:rPr>
              <a:t>f(x)</a:t>
            </a:r>
          </a:p>
        </p:txBody>
      </p:sp>
      <p:sp>
        <p:nvSpPr>
          <p:cNvPr id="29746" name="Rectangle 50"/>
          <p:cNvSpPr>
            <a:spLocks noChangeArrowheads="1"/>
          </p:cNvSpPr>
          <p:nvPr/>
        </p:nvSpPr>
        <p:spPr bwMode="auto">
          <a:xfrm>
            <a:off x="1404938" y="3352800"/>
            <a:ext cx="50006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>
                <a:latin typeface="Arial" charset="0"/>
              </a:rPr>
              <a:t>f(x</a:t>
            </a:r>
            <a:r>
              <a:rPr lang="en-US" sz="1400" baseline="-25000">
                <a:latin typeface="Arial" charset="0"/>
              </a:rPr>
              <a:t>0</a:t>
            </a:r>
            <a:r>
              <a:rPr lang="en-US" sz="1400">
                <a:latin typeface="Arial" charset="0"/>
              </a:rPr>
              <a:t>)</a:t>
            </a:r>
          </a:p>
        </p:txBody>
      </p:sp>
      <p:sp>
        <p:nvSpPr>
          <p:cNvPr id="29747" name="Rectangle 51"/>
          <p:cNvSpPr>
            <a:spLocks noChangeArrowheads="1"/>
          </p:cNvSpPr>
          <p:nvPr/>
        </p:nvSpPr>
        <p:spPr bwMode="auto">
          <a:xfrm>
            <a:off x="1712913" y="3051175"/>
            <a:ext cx="8016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>
                <a:latin typeface="Arial" charset="0"/>
              </a:rPr>
              <a:t>f(x</a:t>
            </a:r>
            <a:r>
              <a:rPr lang="en-US" sz="1400" baseline="-25000">
                <a:latin typeface="Arial" charset="0"/>
              </a:rPr>
              <a:t>0</a:t>
            </a:r>
            <a:r>
              <a:rPr lang="en-US" sz="1400">
                <a:latin typeface="Arial" charset="0"/>
              </a:rPr>
              <a:t>+</a:t>
            </a:r>
            <a:r>
              <a:rPr lang="en-US" sz="1400">
                <a:latin typeface="Symbol" pitchFamily="18" charset="2"/>
              </a:rPr>
              <a:t>D</a:t>
            </a:r>
            <a:r>
              <a:rPr lang="en-US" sz="1400">
                <a:latin typeface="Arial" charset="0"/>
              </a:rPr>
              <a:t>x)</a:t>
            </a:r>
          </a:p>
        </p:txBody>
      </p:sp>
      <p:sp>
        <p:nvSpPr>
          <p:cNvPr id="29748" name="Rectangle 52"/>
          <p:cNvSpPr>
            <a:spLocks noChangeArrowheads="1"/>
          </p:cNvSpPr>
          <p:nvPr/>
        </p:nvSpPr>
        <p:spPr bwMode="auto">
          <a:xfrm>
            <a:off x="2362200" y="2743200"/>
            <a:ext cx="900113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>
                <a:latin typeface="Arial" charset="0"/>
              </a:rPr>
              <a:t>f(x</a:t>
            </a:r>
            <a:r>
              <a:rPr lang="en-US" sz="1400" baseline="-25000">
                <a:latin typeface="Arial" charset="0"/>
              </a:rPr>
              <a:t>0</a:t>
            </a:r>
            <a:r>
              <a:rPr lang="en-US" sz="1400">
                <a:latin typeface="Arial" charset="0"/>
              </a:rPr>
              <a:t>+2</a:t>
            </a:r>
            <a:r>
              <a:rPr lang="en-US" sz="1400">
                <a:latin typeface="Symbol" pitchFamily="18" charset="2"/>
              </a:rPr>
              <a:t>D</a:t>
            </a:r>
            <a:r>
              <a:rPr lang="en-US" sz="1400">
                <a:latin typeface="Arial" charset="0"/>
              </a:rPr>
              <a:t>x)</a:t>
            </a:r>
          </a:p>
        </p:txBody>
      </p:sp>
      <p:sp>
        <p:nvSpPr>
          <p:cNvPr id="29749" name="Rectangle 53"/>
          <p:cNvSpPr>
            <a:spLocks noChangeArrowheads="1"/>
          </p:cNvSpPr>
          <p:nvPr/>
        </p:nvSpPr>
        <p:spPr bwMode="auto">
          <a:xfrm>
            <a:off x="3290888" y="2822575"/>
            <a:ext cx="900112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>
                <a:latin typeface="Arial" charset="0"/>
              </a:rPr>
              <a:t>f(x</a:t>
            </a:r>
            <a:r>
              <a:rPr lang="en-US" sz="1400" baseline="-25000">
                <a:latin typeface="Arial" charset="0"/>
              </a:rPr>
              <a:t>0</a:t>
            </a:r>
            <a:r>
              <a:rPr lang="en-US" sz="1400">
                <a:latin typeface="Arial" charset="0"/>
              </a:rPr>
              <a:t>+3</a:t>
            </a:r>
            <a:r>
              <a:rPr lang="en-US" sz="1400">
                <a:latin typeface="Symbol" pitchFamily="18" charset="2"/>
              </a:rPr>
              <a:t>D</a:t>
            </a:r>
            <a:r>
              <a:rPr lang="en-US" sz="1400">
                <a:latin typeface="Arial" charset="0"/>
              </a:rPr>
              <a:t>x)</a:t>
            </a:r>
          </a:p>
        </p:txBody>
      </p:sp>
      <p:sp>
        <p:nvSpPr>
          <p:cNvPr id="29750" name="Line 54"/>
          <p:cNvSpPr>
            <a:spLocks noChangeShapeType="1"/>
          </p:cNvSpPr>
          <p:nvPr/>
        </p:nvSpPr>
        <p:spPr bwMode="auto">
          <a:xfrm>
            <a:off x="2336800" y="3309938"/>
            <a:ext cx="0" cy="8477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51" name="Line 55"/>
          <p:cNvSpPr>
            <a:spLocks noChangeShapeType="1"/>
          </p:cNvSpPr>
          <p:nvPr/>
        </p:nvSpPr>
        <p:spPr bwMode="auto">
          <a:xfrm>
            <a:off x="2844800" y="3024188"/>
            <a:ext cx="0" cy="11239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52" name="Line 56"/>
          <p:cNvSpPr>
            <a:spLocks noChangeShapeType="1"/>
          </p:cNvSpPr>
          <p:nvPr/>
        </p:nvSpPr>
        <p:spPr bwMode="auto">
          <a:xfrm>
            <a:off x="3352800" y="3014663"/>
            <a:ext cx="0" cy="113347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53" name="Line 57"/>
          <p:cNvSpPr>
            <a:spLocks noChangeShapeType="1"/>
          </p:cNvSpPr>
          <p:nvPr/>
        </p:nvSpPr>
        <p:spPr bwMode="auto">
          <a:xfrm>
            <a:off x="1846263" y="3605213"/>
            <a:ext cx="0" cy="5524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54" name="Rectangle 58"/>
          <p:cNvSpPr>
            <a:spLocks noChangeArrowheads="1"/>
          </p:cNvSpPr>
          <p:nvPr/>
        </p:nvSpPr>
        <p:spPr bwMode="auto">
          <a:xfrm>
            <a:off x="5275263" y="2362200"/>
            <a:ext cx="1839912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800">
                <a:latin typeface="Arial" charset="0"/>
              </a:rPr>
              <a:t>f(n) = f(x</a:t>
            </a:r>
            <a:r>
              <a:rPr lang="en-US" sz="1800" baseline="-25000">
                <a:latin typeface="Arial" charset="0"/>
              </a:rPr>
              <a:t>0</a:t>
            </a:r>
            <a:r>
              <a:rPr lang="en-US" sz="1800">
                <a:latin typeface="Arial" charset="0"/>
              </a:rPr>
              <a:t> + n</a:t>
            </a:r>
            <a:r>
              <a:rPr lang="en-US" sz="1800">
                <a:latin typeface="Symbol" pitchFamily="18" charset="2"/>
              </a:rPr>
              <a:t>D</a:t>
            </a:r>
            <a:r>
              <a:rPr lang="en-US" sz="1800">
                <a:latin typeface="Arial" charset="0"/>
              </a:rPr>
              <a:t>x)</a:t>
            </a:r>
          </a:p>
        </p:txBody>
      </p:sp>
      <p:sp>
        <p:nvSpPr>
          <p:cNvPr id="29787" name="Rectangle 91"/>
          <p:cNvSpPr>
            <a:spLocks noChangeArrowheads="1"/>
          </p:cNvSpPr>
          <p:nvPr/>
        </p:nvSpPr>
        <p:spPr bwMode="auto">
          <a:xfrm>
            <a:off x="1633538" y="4194175"/>
            <a:ext cx="3333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>
                <a:latin typeface="Arial" charset="0"/>
              </a:rPr>
              <a:t>x</a:t>
            </a:r>
            <a:r>
              <a:rPr lang="en-US" sz="1400" baseline="-25000">
                <a:latin typeface="Arial" charset="0"/>
              </a:rPr>
              <a:t>0</a:t>
            </a:r>
            <a:endParaRPr lang="en-US" sz="1400">
              <a:latin typeface="Arial" charset="0"/>
            </a:endParaRPr>
          </a:p>
        </p:txBody>
      </p:sp>
      <p:sp>
        <p:nvSpPr>
          <p:cNvPr id="29789" name="Rectangle 93"/>
          <p:cNvSpPr>
            <a:spLocks noChangeArrowheads="1"/>
          </p:cNvSpPr>
          <p:nvPr/>
        </p:nvSpPr>
        <p:spPr bwMode="auto">
          <a:xfrm>
            <a:off x="1981200" y="4194175"/>
            <a:ext cx="6350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>
                <a:latin typeface="Arial" charset="0"/>
              </a:rPr>
              <a:t>x</a:t>
            </a:r>
            <a:r>
              <a:rPr lang="en-US" sz="1400" baseline="-25000">
                <a:latin typeface="Arial" charset="0"/>
              </a:rPr>
              <a:t>0</a:t>
            </a:r>
            <a:r>
              <a:rPr lang="en-US" sz="1400">
                <a:latin typeface="Arial" charset="0"/>
              </a:rPr>
              <a:t>+</a:t>
            </a:r>
            <a:r>
              <a:rPr lang="en-US" sz="1400">
                <a:latin typeface="Symbol" pitchFamily="18" charset="2"/>
              </a:rPr>
              <a:t>D</a:t>
            </a:r>
            <a:r>
              <a:rPr lang="en-US" sz="1400">
                <a:latin typeface="Arial" charset="0"/>
              </a:rPr>
              <a:t>x</a:t>
            </a:r>
          </a:p>
        </p:txBody>
      </p:sp>
      <p:sp>
        <p:nvSpPr>
          <p:cNvPr id="29790" name="Rectangle 94"/>
          <p:cNvSpPr>
            <a:spLocks noChangeArrowheads="1"/>
          </p:cNvSpPr>
          <p:nvPr/>
        </p:nvSpPr>
        <p:spPr bwMode="auto">
          <a:xfrm>
            <a:off x="2590800" y="4191000"/>
            <a:ext cx="7334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>
                <a:latin typeface="Arial" charset="0"/>
              </a:rPr>
              <a:t>x</a:t>
            </a:r>
            <a:r>
              <a:rPr lang="en-US" sz="1400" baseline="-25000">
                <a:latin typeface="Arial" charset="0"/>
              </a:rPr>
              <a:t>0</a:t>
            </a:r>
            <a:r>
              <a:rPr lang="en-US" sz="1400">
                <a:latin typeface="Arial" charset="0"/>
              </a:rPr>
              <a:t>+2</a:t>
            </a:r>
            <a:r>
              <a:rPr lang="en-US" sz="1400">
                <a:latin typeface="Symbol" pitchFamily="18" charset="2"/>
              </a:rPr>
              <a:t>D</a:t>
            </a:r>
            <a:r>
              <a:rPr lang="en-US" sz="1400">
                <a:latin typeface="Arial" charset="0"/>
              </a:rPr>
              <a:t>x</a:t>
            </a:r>
          </a:p>
        </p:txBody>
      </p:sp>
      <p:sp>
        <p:nvSpPr>
          <p:cNvPr id="29791" name="Rectangle 95"/>
          <p:cNvSpPr>
            <a:spLocks noChangeArrowheads="1"/>
          </p:cNvSpPr>
          <p:nvPr/>
        </p:nvSpPr>
        <p:spPr bwMode="auto">
          <a:xfrm>
            <a:off x="3305175" y="4191000"/>
            <a:ext cx="73342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400">
                <a:latin typeface="Arial" charset="0"/>
              </a:rPr>
              <a:t>x</a:t>
            </a:r>
            <a:r>
              <a:rPr lang="en-US" sz="1400" baseline="-25000">
                <a:latin typeface="Arial" charset="0"/>
              </a:rPr>
              <a:t>0</a:t>
            </a:r>
            <a:r>
              <a:rPr lang="en-US" sz="1400">
                <a:latin typeface="Arial" charset="0"/>
              </a:rPr>
              <a:t>+3</a:t>
            </a:r>
            <a:r>
              <a:rPr lang="en-US" sz="1400">
                <a:latin typeface="Symbol" pitchFamily="18" charset="2"/>
              </a:rPr>
              <a:t>D</a:t>
            </a:r>
            <a:r>
              <a:rPr lang="en-US" sz="1400">
                <a:latin typeface="Arial" charset="0"/>
              </a:rPr>
              <a:t>x</a:t>
            </a:r>
          </a:p>
        </p:txBody>
      </p:sp>
      <p:sp>
        <p:nvSpPr>
          <p:cNvPr id="29792" name="Rectangle 96"/>
          <p:cNvSpPr>
            <a:spLocks noChangeArrowheads="1"/>
          </p:cNvSpPr>
          <p:nvPr/>
        </p:nvSpPr>
        <p:spPr bwMode="auto">
          <a:xfrm>
            <a:off x="5503863" y="4665663"/>
            <a:ext cx="30638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800">
                <a:latin typeface="Arial" charset="0"/>
              </a:rPr>
              <a:t>The discrete function f:</a:t>
            </a:r>
            <a:endParaRPr lang="en-US" sz="1800" i="1">
              <a:latin typeface="Arial" charset="0"/>
            </a:endParaRPr>
          </a:p>
          <a:p>
            <a:r>
              <a:rPr lang="en-US" sz="1800">
                <a:latin typeface="Arial" charset="0"/>
              </a:rPr>
              <a:t>{ f(0),  f(1),  f(2), … ,  f(N-1) }</a:t>
            </a:r>
          </a:p>
        </p:txBody>
      </p:sp>
    </p:spTree>
    <p:extLst>
      <p:ext uri="{BB962C8B-B14F-4D97-AF65-F5344CB8AC3E}">
        <p14:creationId xmlns:p14="http://schemas.microsoft.com/office/powerpoint/2010/main" val="79946748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75320"/>
            <a:ext cx="8496944" cy="533400"/>
          </a:xfrm>
        </p:spPr>
        <p:txBody>
          <a:bodyPr/>
          <a:lstStyle/>
          <a:p>
            <a:r>
              <a:rPr lang="en-US" dirty="0"/>
              <a:t>Sampling the Fourier Transform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836712"/>
            <a:ext cx="8496944" cy="5472608"/>
          </a:xfrm>
        </p:spPr>
        <p:txBody>
          <a:bodyPr/>
          <a:lstStyle/>
          <a:p>
            <a:r>
              <a:rPr lang="en-US" dirty="0"/>
              <a:t>Consider an aperiodic sequence with a Fourier transform</a:t>
            </a:r>
          </a:p>
          <a:p>
            <a:endParaRPr lang="en-US" dirty="0"/>
          </a:p>
          <a:p>
            <a:r>
              <a:rPr lang="en-US" dirty="0"/>
              <a:t>Assume that a sequence is obtained by sampling the DTFT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Since the DTFT is periodic resulting sequence is also periodic</a:t>
            </a:r>
          </a:p>
          <a:p>
            <a:endParaRPr lang="en-US" dirty="0"/>
          </a:p>
          <a:p>
            <a:r>
              <a:rPr lang="en-US" dirty="0"/>
              <a:t>The sampling points are shown in figure</a:t>
            </a:r>
          </a:p>
          <a:p>
            <a:r>
              <a:rPr lang="en-US" dirty="0"/>
              <a:t>       could be the DFS of a sequence</a:t>
            </a:r>
          </a:p>
          <a:p>
            <a:r>
              <a:rPr lang="en-US" dirty="0"/>
              <a:t>Write the corresponding sequence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2283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7672633"/>
              </p:ext>
            </p:extLst>
          </p:nvPr>
        </p:nvGraphicFramePr>
        <p:xfrm>
          <a:off x="2640013" y="2075210"/>
          <a:ext cx="3789362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06" name="Equation" r:id="rId3" imgW="2286000" imgH="330120" progId="Equation.3">
                  <p:embed/>
                </p:oleObj>
              </mc:Choice>
              <mc:Fallback>
                <p:oleObj name="Equation" r:id="rId3" imgW="228600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2075210"/>
                        <a:ext cx="3789362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4270747"/>
              </p:ext>
            </p:extLst>
          </p:nvPr>
        </p:nvGraphicFramePr>
        <p:xfrm>
          <a:off x="3443288" y="1268760"/>
          <a:ext cx="23590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07" name="Equation" r:id="rId5" imgW="1422360" imgH="228600" progId="Equation.3">
                  <p:embed/>
                </p:oleObj>
              </mc:Choice>
              <mc:Fallback>
                <p:oleObj name="Equation" r:id="rId5" imgW="14223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3288" y="1268760"/>
                        <a:ext cx="235902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835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3429000"/>
            <a:ext cx="2962275" cy="243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283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4443958"/>
              </p:ext>
            </p:extLst>
          </p:nvPr>
        </p:nvGraphicFramePr>
        <p:xfrm>
          <a:off x="683568" y="3717032"/>
          <a:ext cx="525462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08" name="Equation" r:id="rId8" imgW="317160" imgH="266400" progId="Equation.3">
                  <p:embed/>
                </p:oleObj>
              </mc:Choice>
              <mc:Fallback>
                <p:oleObj name="Equation" r:id="rId8" imgW="31716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3717032"/>
                        <a:ext cx="525462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83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3015345"/>
              </p:ext>
            </p:extLst>
          </p:nvPr>
        </p:nvGraphicFramePr>
        <p:xfrm>
          <a:off x="1968500" y="4869160"/>
          <a:ext cx="2800350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09" name="Equation" r:id="rId10" imgW="1688760" imgH="431640" progId="Equation.3">
                  <p:embed/>
                </p:oleObj>
              </mc:Choice>
              <mc:Fallback>
                <p:oleObj name="Equation" r:id="rId10" imgW="16887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0" y="4869160"/>
                        <a:ext cx="2800350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7457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75320"/>
            <a:ext cx="8496944" cy="533400"/>
          </a:xfrm>
        </p:spPr>
        <p:txBody>
          <a:bodyPr/>
          <a:lstStyle/>
          <a:p>
            <a:r>
              <a:rPr lang="en-US" dirty="0"/>
              <a:t>Sampling the Fourier Transform Cont’d</a:t>
            </a:r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836712"/>
            <a:ext cx="8496944" cy="5472608"/>
          </a:xfrm>
        </p:spPr>
        <p:txBody>
          <a:bodyPr/>
          <a:lstStyle/>
          <a:p>
            <a:r>
              <a:rPr lang="en-US" dirty="0"/>
              <a:t>The only assumption made on the sequence is that DTFT exist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Combine equation to get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Term in the parenthesis is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 we get</a:t>
            </a:r>
          </a:p>
          <a:p>
            <a:endParaRPr lang="en-US" dirty="0"/>
          </a:p>
        </p:txBody>
      </p:sp>
      <p:graphicFrame>
        <p:nvGraphicFramePr>
          <p:cNvPr id="2293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8315563"/>
              </p:ext>
            </p:extLst>
          </p:nvPr>
        </p:nvGraphicFramePr>
        <p:xfrm>
          <a:off x="755576" y="1220490"/>
          <a:ext cx="2506662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20" name="Equation" r:id="rId3" imgW="1511280" imgH="431640" progId="Equation.3">
                  <p:embed/>
                </p:oleObj>
              </mc:Choice>
              <mc:Fallback>
                <p:oleObj name="Equation" r:id="rId3" imgW="15112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1220490"/>
                        <a:ext cx="2506662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913401"/>
              </p:ext>
            </p:extLst>
          </p:nvPr>
        </p:nvGraphicFramePr>
        <p:xfrm>
          <a:off x="5940152" y="1272878"/>
          <a:ext cx="2800350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21" name="Equation" r:id="rId5" imgW="1688760" imgH="431640" progId="Equation.3">
                  <p:embed/>
                </p:oleObj>
              </mc:Choice>
              <mc:Fallback>
                <p:oleObj name="Equation" r:id="rId5" imgW="16887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152" y="1272878"/>
                        <a:ext cx="2800350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208440"/>
              </p:ext>
            </p:extLst>
          </p:nvPr>
        </p:nvGraphicFramePr>
        <p:xfrm>
          <a:off x="3528492" y="1334790"/>
          <a:ext cx="1979612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22" name="Equation" r:id="rId7" imgW="1193760" imgH="266400" progId="Equation.3">
                  <p:embed/>
                </p:oleObj>
              </mc:Choice>
              <mc:Fallback>
                <p:oleObj name="Equation" r:id="rId7" imgW="119376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8492" y="1334790"/>
                        <a:ext cx="1979612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9796966"/>
              </p:ext>
            </p:extLst>
          </p:nvPr>
        </p:nvGraphicFramePr>
        <p:xfrm>
          <a:off x="1774825" y="2420888"/>
          <a:ext cx="5938838" cy="155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23" name="Equation" r:id="rId9" imgW="3581280" imgH="939600" progId="Equation.3">
                  <p:embed/>
                </p:oleObj>
              </mc:Choice>
              <mc:Fallback>
                <p:oleObj name="Equation" r:id="rId9" imgW="358128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2420888"/>
                        <a:ext cx="5938838" cy="155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3026264"/>
              </p:ext>
            </p:extLst>
          </p:nvPr>
        </p:nvGraphicFramePr>
        <p:xfrm>
          <a:off x="2135188" y="4585245"/>
          <a:ext cx="5264150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24" name="Equation" r:id="rId11" imgW="3174840" imgH="431640" progId="Equation.3">
                  <p:embed/>
                </p:oleObj>
              </mc:Choice>
              <mc:Fallback>
                <p:oleObj name="Equation" r:id="rId11" imgW="31748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4585245"/>
                        <a:ext cx="5264150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1240033"/>
              </p:ext>
            </p:extLst>
          </p:nvPr>
        </p:nvGraphicFramePr>
        <p:xfrm>
          <a:off x="1260475" y="5665788"/>
          <a:ext cx="6886575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25" name="Equation" r:id="rId13" imgW="4152600" imgH="431640" progId="Equation.3">
                  <p:embed/>
                </p:oleObj>
              </mc:Choice>
              <mc:Fallback>
                <p:oleObj name="Equation" r:id="rId13" imgW="41526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5665788"/>
                        <a:ext cx="6886575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7752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Sampling the Fourier Transform Cont’d</a:t>
            </a:r>
          </a:p>
        </p:txBody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Samples of the DTFT of an aperiodic sequence</a:t>
            </a:r>
          </a:p>
          <a:p>
            <a:pPr lvl="1"/>
            <a:r>
              <a:rPr lang="en-US" dirty="0"/>
              <a:t>can be thought of as DFS coefficients </a:t>
            </a:r>
          </a:p>
          <a:p>
            <a:pPr lvl="1"/>
            <a:r>
              <a:rPr lang="en-US" dirty="0"/>
              <a:t>of a periodic sequence </a:t>
            </a:r>
          </a:p>
          <a:p>
            <a:pPr lvl="1"/>
            <a:r>
              <a:rPr lang="en-US" dirty="0"/>
              <a:t>obtained through summing periodic replicas of original sequence</a:t>
            </a:r>
          </a:p>
          <a:p>
            <a:r>
              <a:rPr lang="en-US" dirty="0"/>
              <a:t>If the original sequence</a:t>
            </a:r>
          </a:p>
          <a:p>
            <a:pPr lvl="1"/>
            <a:r>
              <a:rPr lang="en-US" dirty="0"/>
              <a:t>is of finite length</a:t>
            </a:r>
          </a:p>
          <a:p>
            <a:pPr lvl="1"/>
            <a:r>
              <a:rPr lang="en-US" dirty="0"/>
              <a:t>and we take sufficient number of samples of its DTFT</a:t>
            </a:r>
          </a:p>
          <a:p>
            <a:pPr lvl="1"/>
            <a:r>
              <a:rPr lang="en-US" dirty="0"/>
              <a:t>the original sequence can be recovered by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It is not necessary to know the DTFT at all frequencies</a:t>
            </a:r>
          </a:p>
          <a:p>
            <a:pPr lvl="1"/>
            <a:r>
              <a:rPr lang="en-US" dirty="0"/>
              <a:t>To recover the discrete-time sequence in time domain</a:t>
            </a:r>
          </a:p>
          <a:p>
            <a:r>
              <a:rPr lang="en-US" dirty="0"/>
              <a:t>Discrete Fourier Transform</a:t>
            </a:r>
          </a:p>
          <a:p>
            <a:pPr lvl="1"/>
            <a:r>
              <a:rPr lang="en-US" dirty="0"/>
              <a:t>Representing a finite length sequence by samples of DTFT</a:t>
            </a:r>
          </a:p>
        </p:txBody>
      </p:sp>
      <p:graphicFrame>
        <p:nvGraphicFramePr>
          <p:cNvPr id="2314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405609"/>
              </p:ext>
            </p:extLst>
          </p:nvPr>
        </p:nvGraphicFramePr>
        <p:xfrm>
          <a:off x="3200400" y="4213076"/>
          <a:ext cx="30543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37" name="Equation" r:id="rId3" imgW="1841400" imgH="482400" progId="Equation.3">
                  <p:embed/>
                </p:oleObj>
              </mc:Choice>
              <mc:Fallback>
                <p:oleObj name="Equation" r:id="rId3" imgW="18414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213076"/>
                        <a:ext cx="305435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4877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0">
              <a:srgbClr val="002060"/>
            </a:gs>
            <a:gs pos="100000">
              <a:srgbClr val="0070C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5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DFT and IDFT</a:t>
            </a:r>
          </a:p>
        </p:txBody>
      </p:sp>
      <p:sp>
        <p:nvSpPr>
          <p:cNvPr id="17416" name="TextBox 2"/>
          <p:cNvSpPr txBox="1">
            <a:spLocks noChangeArrowheads="1"/>
          </p:cNvSpPr>
          <p:nvPr/>
        </p:nvSpPr>
        <p:spPr bwMode="auto">
          <a:xfrm>
            <a:off x="533400" y="1828800"/>
            <a:ext cx="8153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FFFF00"/>
                </a:solidFill>
              </a:rPr>
              <a:t>Consider an N-sequence </a:t>
            </a:r>
            <a:r>
              <a:rPr lang="en-US" i="1" dirty="0" err="1">
                <a:solidFill>
                  <a:srgbClr val="FFFF00"/>
                </a:solidFill>
              </a:rPr>
              <a:t>x</a:t>
            </a:r>
            <a:r>
              <a:rPr lang="en-US" i="1" baseline="-25000" dirty="0" err="1">
                <a:solidFill>
                  <a:srgbClr val="FFFF00"/>
                </a:solidFill>
              </a:rPr>
              <a:t>n</a:t>
            </a:r>
            <a:r>
              <a:rPr lang="en-US" dirty="0">
                <a:solidFill>
                  <a:srgbClr val="FFFF00"/>
                </a:solidFill>
              </a:rPr>
              <a:t> (at most </a:t>
            </a:r>
            <a:r>
              <a:rPr lang="en-US" i="1" dirty="0">
                <a:solidFill>
                  <a:srgbClr val="FFFF00"/>
                </a:solidFill>
              </a:rPr>
              <a:t>N</a:t>
            </a:r>
            <a:r>
              <a:rPr lang="en-US" dirty="0">
                <a:solidFill>
                  <a:srgbClr val="FFFF00"/>
                </a:solidFill>
              </a:rPr>
              <a:t> non-zero values for </a:t>
            </a:r>
            <a:r>
              <a:rPr lang="en-US" i="1" dirty="0">
                <a:solidFill>
                  <a:srgbClr val="FFFF00"/>
                </a:solidFill>
              </a:rPr>
              <a:t>0 </a:t>
            </a:r>
            <a:r>
              <a:rPr lang="en-US" i="1" dirty="0">
                <a:solidFill>
                  <a:srgbClr val="FFFF00"/>
                </a:solidFill>
                <a:sym typeface="Symbol" pitchFamily="18" charset="2"/>
              </a:rPr>
              <a:t> n  N-1</a:t>
            </a:r>
            <a:r>
              <a:rPr lang="en-US" dirty="0">
                <a:solidFill>
                  <a:srgbClr val="FFFF00"/>
                </a:solidFill>
              </a:rPr>
              <a:t>)</a:t>
            </a:r>
          </a:p>
        </p:txBody>
      </p:sp>
      <p:graphicFrame>
        <p:nvGraphicFramePr>
          <p:cNvPr id="174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0577313"/>
              </p:ext>
            </p:extLst>
          </p:nvPr>
        </p:nvGraphicFramePr>
        <p:xfrm>
          <a:off x="447674" y="2209800"/>
          <a:ext cx="7593521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36" name="Equation" r:id="rId3" imgW="4368600" imgH="444240" progId="Equation.DSMT4">
                  <p:embed/>
                </p:oleObj>
              </mc:Choice>
              <mc:Fallback>
                <p:oleObj name="Equation" r:id="rId3" imgW="43686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4" y="2209800"/>
                        <a:ext cx="7593521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TextBox 4"/>
          <p:cNvSpPr txBox="1">
            <a:spLocks noChangeArrowheads="1"/>
          </p:cNvSpPr>
          <p:nvPr/>
        </p:nvSpPr>
        <p:spPr bwMode="auto">
          <a:xfrm>
            <a:off x="5088487" y="3049587"/>
            <a:ext cx="3200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400" dirty="0">
                <a:solidFill>
                  <a:srgbClr val="FFFF00"/>
                </a:solidFill>
              </a:rPr>
              <a:t>uniformly spaced frequency samples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rot="16200000" flipV="1">
            <a:off x="5638800" y="2743200"/>
            <a:ext cx="228600" cy="228600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9" name="Text Box 30"/>
          <p:cNvSpPr txBox="1">
            <a:spLocks noChangeArrowheads="1"/>
          </p:cNvSpPr>
          <p:nvPr/>
        </p:nvSpPr>
        <p:spPr bwMode="auto">
          <a:xfrm>
            <a:off x="8305800" y="2438400"/>
            <a:ext cx="838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>
                <a:solidFill>
                  <a:srgbClr val="FFFF00"/>
                </a:solidFill>
              </a:rPr>
              <a:t>(4.21.1)</a:t>
            </a:r>
          </a:p>
        </p:txBody>
      </p:sp>
      <p:grpSp>
        <p:nvGrpSpPr>
          <p:cNvPr id="17420" name="Group 11"/>
          <p:cNvGrpSpPr>
            <a:grpSpLocks/>
          </p:cNvGrpSpPr>
          <p:nvPr/>
        </p:nvGrpSpPr>
        <p:grpSpPr bwMode="auto">
          <a:xfrm>
            <a:off x="533400" y="3124200"/>
            <a:ext cx="8610600" cy="790575"/>
            <a:chOff x="533400" y="3124200"/>
            <a:chExt cx="8610600" cy="790575"/>
          </a:xfrm>
        </p:grpSpPr>
        <p:graphicFrame>
          <p:nvGraphicFramePr>
            <p:cNvPr id="17414" name="Object 3"/>
            <p:cNvGraphicFramePr>
              <a:graphicFrameLocks noChangeAspect="1"/>
            </p:cNvGraphicFramePr>
            <p:nvPr/>
          </p:nvGraphicFramePr>
          <p:xfrm>
            <a:off x="1480608" y="3124200"/>
            <a:ext cx="3777192" cy="790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337" name="Equation" r:id="rId5" imgW="2120760" imgH="444240" progId="Equation.DSMT4">
                    <p:embed/>
                  </p:oleObj>
                </mc:Choice>
                <mc:Fallback>
                  <p:oleObj name="Equation" r:id="rId5" imgW="2120760" imgH="4442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0608" y="3124200"/>
                          <a:ext cx="3777192" cy="7905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8" name="Text Box 30"/>
            <p:cNvSpPr txBox="1">
              <a:spLocks noChangeArrowheads="1"/>
            </p:cNvSpPr>
            <p:nvPr/>
          </p:nvSpPr>
          <p:spPr bwMode="auto">
            <a:xfrm>
              <a:off x="8305800" y="3352800"/>
              <a:ext cx="8382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400" dirty="0">
                  <a:solidFill>
                    <a:srgbClr val="FFFF00"/>
                  </a:solidFill>
                </a:rPr>
                <a:t>(4.21.2)</a:t>
              </a:r>
            </a:p>
          </p:txBody>
        </p:sp>
        <p:sp>
          <p:nvSpPr>
            <p:cNvPr id="17429" name="TextBox 10"/>
            <p:cNvSpPr txBox="1">
              <a:spLocks noChangeArrowheads="1"/>
            </p:cNvSpPr>
            <p:nvPr/>
          </p:nvSpPr>
          <p:spPr bwMode="auto">
            <a:xfrm>
              <a:off x="533400" y="3331464"/>
              <a:ext cx="8382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FFFF00"/>
                  </a:solidFill>
                </a:rPr>
                <a:t>DFT:</a:t>
              </a:r>
            </a:p>
          </p:txBody>
        </p:sp>
      </p:grpSp>
      <p:sp>
        <p:nvSpPr>
          <p:cNvPr id="17421" name="TextBox 12"/>
          <p:cNvSpPr txBox="1">
            <a:spLocks noChangeArrowheads="1"/>
          </p:cNvSpPr>
          <p:nvPr/>
        </p:nvSpPr>
        <p:spPr bwMode="auto">
          <a:xfrm>
            <a:off x="2895600" y="3733800"/>
            <a:ext cx="3429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400" dirty="0">
                <a:solidFill>
                  <a:srgbClr val="FFFF00"/>
                </a:solidFill>
              </a:rPr>
              <a:t>Finite sum! Therefore, it’s computable.</a:t>
            </a:r>
          </a:p>
        </p:txBody>
      </p:sp>
      <p:cxnSp>
        <p:nvCxnSpPr>
          <p:cNvPr id="15" name="Straight Arrow Connector 14"/>
          <p:cNvCxnSpPr>
            <a:stCxn id="17421" idx="1"/>
          </p:cNvCxnSpPr>
          <p:nvPr/>
        </p:nvCxnSpPr>
        <p:spPr>
          <a:xfrm rot="10800000">
            <a:off x="2438400" y="3733800"/>
            <a:ext cx="457200" cy="153988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4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526872"/>
              </p:ext>
            </p:extLst>
          </p:nvPr>
        </p:nvGraphicFramePr>
        <p:xfrm>
          <a:off x="609600" y="4103688"/>
          <a:ext cx="27432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38" name="Equation" r:id="rId7" imgW="1726920" imgH="342720" progId="Equation.DSMT4">
                  <p:embed/>
                </p:oleObj>
              </mc:Choice>
              <mc:Fallback>
                <p:oleObj name="Equation" r:id="rId7" imgW="17269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103688"/>
                        <a:ext cx="274320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3" name="TextBox 18"/>
          <p:cNvSpPr txBox="1">
            <a:spLocks noChangeArrowheads="1"/>
          </p:cNvSpPr>
          <p:nvPr/>
        </p:nvSpPr>
        <p:spPr bwMode="auto">
          <a:xfrm>
            <a:off x="533400" y="4953000"/>
            <a:ext cx="3352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solidFill>
                  <a:srgbClr val="FFFF00"/>
                </a:solidFill>
              </a:rPr>
              <a:t>(4.21.1) can be rewritten as:</a:t>
            </a:r>
          </a:p>
        </p:txBody>
      </p:sp>
      <p:graphicFrame>
        <p:nvGraphicFramePr>
          <p:cNvPr id="1741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4821349"/>
              </p:ext>
            </p:extLst>
          </p:nvPr>
        </p:nvGraphicFramePr>
        <p:xfrm>
          <a:off x="3657600" y="4770438"/>
          <a:ext cx="18288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39" name="Equation" r:id="rId9" imgW="977760" imgH="431640" progId="Equation.DSMT4">
                  <p:embed/>
                </p:oleObj>
              </mc:Choice>
              <mc:Fallback>
                <p:oleObj name="Equation" r:id="rId9" imgW="977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770438"/>
                        <a:ext cx="182880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8698056"/>
              </p:ext>
            </p:extLst>
          </p:nvPr>
        </p:nvGraphicFramePr>
        <p:xfrm>
          <a:off x="685800" y="5518150"/>
          <a:ext cx="562927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340" name="Equation" r:id="rId11" imgW="3009600" imgH="431640" progId="Equation.DSMT4">
                  <p:embed/>
                </p:oleObj>
              </mc:Choice>
              <mc:Fallback>
                <p:oleObj name="Equation" r:id="rId11" imgW="3009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518150"/>
                        <a:ext cx="5629275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4" name="Text Box 30"/>
          <p:cNvSpPr txBox="1">
            <a:spLocks noChangeArrowheads="1"/>
          </p:cNvSpPr>
          <p:nvPr/>
        </p:nvSpPr>
        <p:spPr bwMode="auto">
          <a:xfrm>
            <a:off x="8305800" y="4294188"/>
            <a:ext cx="838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>
                <a:solidFill>
                  <a:srgbClr val="FFFF00"/>
                </a:solidFill>
              </a:rPr>
              <a:t>(4.21.3)</a:t>
            </a:r>
          </a:p>
        </p:txBody>
      </p:sp>
      <p:sp>
        <p:nvSpPr>
          <p:cNvPr id="17425" name="Text Box 30"/>
          <p:cNvSpPr txBox="1">
            <a:spLocks noChangeArrowheads="1"/>
          </p:cNvSpPr>
          <p:nvPr/>
        </p:nvSpPr>
        <p:spPr bwMode="auto">
          <a:xfrm>
            <a:off x="8305800" y="5029200"/>
            <a:ext cx="838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>
                <a:solidFill>
                  <a:srgbClr val="FFFF00"/>
                </a:solidFill>
              </a:rPr>
              <a:t>(4.21.4)</a:t>
            </a:r>
          </a:p>
        </p:txBody>
      </p:sp>
      <p:sp>
        <p:nvSpPr>
          <p:cNvPr id="17426" name="Text Box 30"/>
          <p:cNvSpPr txBox="1">
            <a:spLocks noChangeArrowheads="1"/>
          </p:cNvSpPr>
          <p:nvPr/>
        </p:nvSpPr>
        <p:spPr bwMode="auto">
          <a:xfrm>
            <a:off x="8305800" y="5772150"/>
            <a:ext cx="838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>
                <a:solidFill>
                  <a:srgbClr val="FFFF00"/>
                </a:solidFill>
              </a:rPr>
              <a:t>(4.21.5)</a:t>
            </a:r>
          </a:p>
        </p:txBody>
      </p:sp>
      <p:sp>
        <p:nvSpPr>
          <p:cNvPr id="17427" name="TextBox 24"/>
          <p:cNvSpPr txBox="1">
            <a:spLocks noChangeArrowheads="1"/>
          </p:cNvSpPr>
          <p:nvPr/>
        </p:nvSpPr>
        <p:spPr bwMode="auto">
          <a:xfrm>
            <a:off x="3505200" y="6259513"/>
            <a:ext cx="4419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solidFill>
                  <a:srgbClr val="FFFF00"/>
                </a:solidFill>
              </a:rPr>
              <a:t>Btw, DFT is a sampled version of DTFT.</a:t>
            </a:r>
          </a:p>
        </p:txBody>
      </p:sp>
    </p:spTree>
    <p:extLst>
      <p:ext uri="{BB962C8B-B14F-4D97-AF65-F5344CB8AC3E}">
        <p14:creationId xmlns:p14="http://schemas.microsoft.com/office/powerpoint/2010/main" val="2729510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>
          <a:gsLst>
            <a:gs pos="0">
              <a:srgbClr val="0E1C46"/>
            </a:gs>
            <a:gs pos="100000">
              <a:srgbClr val="3366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DFT and IDFT (</a:t>
            </a:r>
            <a:r>
              <a:rPr lang="en-US" dirty="0" err="1">
                <a:solidFill>
                  <a:srgbClr val="FFFF00"/>
                </a:solidFill>
              </a:rPr>
              <a:t>cont</a:t>
            </a:r>
            <a:r>
              <a:rPr lang="en-US" dirty="0">
                <a:solidFill>
                  <a:srgbClr val="FFFF00"/>
                </a:solidFill>
              </a:rPr>
              <a:t>)</a:t>
            </a:r>
          </a:p>
        </p:txBody>
      </p:sp>
      <p:grpSp>
        <p:nvGrpSpPr>
          <p:cNvPr id="18441" name="Group 4"/>
          <p:cNvGrpSpPr>
            <a:grpSpLocks/>
          </p:cNvGrpSpPr>
          <p:nvPr/>
        </p:nvGrpSpPr>
        <p:grpSpPr bwMode="auto">
          <a:xfrm>
            <a:off x="457200" y="1639888"/>
            <a:ext cx="5638800" cy="417512"/>
            <a:chOff x="457200" y="1600200"/>
            <a:chExt cx="5638800" cy="417635"/>
          </a:xfrm>
        </p:grpSpPr>
        <p:sp>
          <p:nvSpPr>
            <p:cNvPr id="18446" name="TextBox 2"/>
            <p:cNvSpPr txBox="1">
              <a:spLocks noChangeArrowheads="1"/>
            </p:cNvSpPr>
            <p:nvPr/>
          </p:nvSpPr>
          <p:spPr bwMode="auto">
            <a:xfrm>
              <a:off x="457200" y="1600200"/>
              <a:ext cx="54864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FFFF00"/>
                  </a:solidFill>
                </a:rPr>
                <a:t>Let us verify </a:t>
              </a:r>
              <a:r>
                <a:rPr lang="en-US">
                  <a:solidFill>
                    <a:srgbClr val="92D050"/>
                  </a:solidFill>
                </a:rPr>
                <a:t>(4.21.5). </a:t>
              </a:r>
              <a:r>
                <a:rPr lang="en-US">
                  <a:solidFill>
                    <a:srgbClr val="FFFF00"/>
                  </a:solidFill>
                </a:rPr>
                <a:t>We multiply both sides by </a:t>
              </a:r>
            </a:p>
          </p:txBody>
        </p:sp>
        <p:graphicFrame>
          <p:nvGraphicFramePr>
            <p:cNvPr id="18439" name="Object 2"/>
            <p:cNvGraphicFramePr>
              <a:graphicFrameLocks noChangeAspect="1"/>
            </p:cNvGraphicFramePr>
            <p:nvPr/>
          </p:nvGraphicFramePr>
          <p:xfrm>
            <a:off x="5524500" y="1600200"/>
            <a:ext cx="571500" cy="4176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00" name="Equation" r:id="rId3" imgW="330120" imgH="241200" progId="Equation.DSMT4">
                    <p:embed/>
                  </p:oleObj>
                </mc:Choice>
                <mc:Fallback>
                  <p:oleObj name="Equation" r:id="rId3" imgW="3301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24500" y="1600200"/>
                          <a:ext cx="571500" cy="4176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434" name="Object 3"/>
          <p:cNvGraphicFramePr>
            <a:graphicFrameLocks noChangeAspect="1"/>
          </p:cNvGraphicFramePr>
          <p:nvPr/>
        </p:nvGraphicFramePr>
        <p:xfrm>
          <a:off x="512763" y="2208213"/>
          <a:ext cx="6810375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01" name="Equation" r:id="rId5" imgW="3708360" imgH="457200" progId="Equation.DSMT4">
                  <p:embed/>
                </p:oleObj>
              </mc:Choice>
              <mc:Fallback>
                <p:oleObj name="Equation" r:id="rId5" imgW="37083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63" y="2208213"/>
                        <a:ext cx="6810375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4"/>
          <p:cNvGraphicFramePr>
            <a:graphicFrameLocks noChangeAspect="1"/>
          </p:cNvGraphicFramePr>
          <p:nvPr/>
        </p:nvGraphicFramePr>
        <p:xfrm>
          <a:off x="609600" y="3321050"/>
          <a:ext cx="4151313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02" name="Equation" r:id="rId7" imgW="2260440" imgH="431640" progId="Equation.DSMT4">
                  <p:embed/>
                </p:oleObj>
              </mc:Choice>
              <mc:Fallback>
                <p:oleObj name="Equation" r:id="rId7" imgW="22604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321050"/>
                        <a:ext cx="4151313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5"/>
          <p:cNvGraphicFramePr>
            <a:graphicFrameLocks noChangeAspect="1"/>
          </p:cNvGraphicFramePr>
          <p:nvPr/>
        </p:nvGraphicFramePr>
        <p:xfrm>
          <a:off x="1104900" y="4343400"/>
          <a:ext cx="60579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03" name="Equation" r:id="rId9" imgW="3377880" imgH="457200" progId="Equation.DSMT4">
                  <p:embed/>
                </p:oleObj>
              </mc:Choice>
              <mc:Fallback>
                <p:oleObj name="Equation" r:id="rId9" imgW="33778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0" y="4343400"/>
                        <a:ext cx="6057900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6"/>
          <p:cNvGraphicFramePr>
            <a:graphicFrameLocks noChangeAspect="1"/>
          </p:cNvGraphicFramePr>
          <p:nvPr/>
        </p:nvGraphicFramePr>
        <p:xfrm>
          <a:off x="4089400" y="2717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04" name="Equation" r:id="rId11" imgW="914400" imgH="198720" progId="Equation.DSMT4">
                  <p:embed/>
                </p:oleObj>
              </mc:Choice>
              <mc:Fallback>
                <p:oleObj name="Equation" r:id="rId11" imgW="914400" imgH="19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0" y="271780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7"/>
          <p:cNvGraphicFramePr>
            <a:graphicFrameLocks noChangeAspect="1"/>
          </p:cNvGraphicFramePr>
          <p:nvPr/>
        </p:nvGraphicFramePr>
        <p:xfrm>
          <a:off x="1968500" y="5302250"/>
          <a:ext cx="214630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05" name="Equation" r:id="rId13" imgW="1168200" imgH="431640" progId="Equation.DSMT4">
                  <p:embed/>
                </p:oleObj>
              </mc:Choice>
              <mc:Fallback>
                <p:oleObj name="Equation" r:id="rId13" imgW="1168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0" y="5302250"/>
                        <a:ext cx="2146300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2" name="Text Box 30"/>
          <p:cNvSpPr txBox="1">
            <a:spLocks noChangeArrowheads="1"/>
          </p:cNvSpPr>
          <p:nvPr/>
        </p:nvSpPr>
        <p:spPr bwMode="auto">
          <a:xfrm>
            <a:off x="8305800" y="2438400"/>
            <a:ext cx="838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 dirty="0">
                <a:solidFill>
                  <a:srgbClr val="FFFF00"/>
                </a:solidFill>
              </a:rPr>
              <a:t>(4.22.1)</a:t>
            </a:r>
          </a:p>
        </p:txBody>
      </p:sp>
      <p:sp>
        <p:nvSpPr>
          <p:cNvPr id="18443" name="Text Box 30"/>
          <p:cNvSpPr txBox="1">
            <a:spLocks noChangeArrowheads="1"/>
          </p:cNvSpPr>
          <p:nvPr/>
        </p:nvSpPr>
        <p:spPr bwMode="auto">
          <a:xfrm>
            <a:off x="8305800" y="3581400"/>
            <a:ext cx="838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>
                <a:solidFill>
                  <a:srgbClr val="FFFF00"/>
                </a:solidFill>
              </a:rPr>
              <a:t>(4.22.2)</a:t>
            </a:r>
          </a:p>
        </p:txBody>
      </p:sp>
      <p:sp>
        <p:nvSpPr>
          <p:cNvPr id="18444" name="Text Box 30"/>
          <p:cNvSpPr txBox="1">
            <a:spLocks noChangeArrowheads="1"/>
          </p:cNvSpPr>
          <p:nvPr/>
        </p:nvSpPr>
        <p:spPr bwMode="auto">
          <a:xfrm>
            <a:off x="8305800" y="4572000"/>
            <a:ext cx="838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>
                <a:solidFill>
                  <a:srgbClr val="FFFF00"/>
                </a:solidFill>
              </a:rPr>
              <a:t>(4.22.3)</a:t>
            </a:r>
          </a:p>
        </p:txBody>
      </p:sp>
      <p:sp>
        <p:nvSpPr>
          <p:cNvPr id="18445" name="Text Box 30"/>
          <p:cNvSpPr txBox="1">
            <a:spLocks noChangeArrowheads="1"/>
          </p:cNvSpPr>
          <p:nvPr/>
        </p:nvSpPr>
        <p:spPr bwMode="auto">
          <a:xfrm>
            <a:off x="8305800" y="5526088"/>
            <a:ext cx="838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>
                <a:solidFill>
                  <a:srgbClr val="FFFF00"/>
                </a:solidFill>
              </a:rPr>
              <a:t>(4.22.4)</a:t>
            </a:r>
          </a:p>
        </p:txBody>
      </p:sp>
    </p:spTree>
    <p:extLst>
      <p:ext uri="{BB962C8B-B14F-4D97-AF65-F5344CB8AC3E}">
        <p14:creationId xmlns:p14="http://schemas.microsoft.com/office/powerpoint/2010/main" val="1615304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32656"/>
            <a:ext cx="8496944" cy="533400"/>
          </a:xfrm>
        </p:spPr>
        <p:txBody>
          <a:bodyPr/>
          <a:lstStyle/>
          <a:p>
            <a:r>
              <a:rPr lang="en-US" dirty="0"/>
              <a:t>The Discrete Fourier Transform</a:t>
            </a:r>
          </a:p>
        </p:txBody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052736"/>
            <a:ext cx="8496944" cy="5472608"/>
          </a:xfrm>
        </p:spPr>
        <p:txBody>
          <a:bodyPr/>
          <a:lstStyle/>
          <a:p>
            <a:r>
              <a:rPr lang="en-US" dirty="0"/>
              <a:t>Consider a finite length sequence x[n] of length N</a:t>
            </a:r>
          </a:p>
          <a:p>
            <a:endParaRPr lang="en-US" dirty="0"/>
          </a:p>
          <a:p>
            <a:r>
              <a:rPr lang="en-US" dirty="0"/>
              <a:t>For given length-N sequence associate a periodic sequence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DFS coefficients of the periodic sequence are samples of the DTFT of x[n]</a:t>
            </a:r>
          </a:p>
          <a:p>
            <a:r>
              <a:rPr lang="en-US" dirty="0"/>
              <a:t>Since x[n] is of length N there is no overlap between terms of x[n-</a:t>
            </a:r>
            <a:r>
              <a:rPr lang="en-US" dirty="0" err="1"/>
              <a:t>rN</a:t>
            </a:r>
            <a:r>
              <a:rPr lang="en-US" dirty="0"/>
              <a:t>] and we can write the periodic sequence as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maintain duality between time and frequency</a:t>
            </a:r>
          </a:p>
          <a:p>
            <a:pPr lvl="1"/>
            <a:r>
              <a:rPr lang="en-US" dirty="0"/>
              <a:t>We choose one period of       as the Fourier transform of x[n]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2324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112554"/>
              </p:ext>
            </p:extLst>
          </p:nvPr>
        </p:nvGraphicFramePr>
        <p:xfrm>
          <a:off x="2632075" y="1474489"/>
          <a:ext cx="429577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50" name="Equation" r:id="rId3" imgW="2514600" imgH="215640" progId="Equation.3">
                  <p:embed/>
                </p:oleObj>
              </mc:Choice>
              <mc:Fallback>
                <p:oleObj name="Equation" r:id="rId3" imgW="25146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2075" y="1474489"/>
                        <a:ext cx="429577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8500147"/>
              </p:ext>
            </p:extLst>
          </p:nvPr>
        </p:nvGraphicFramePr>
        <p:xfrm>
          <a:off x="3452813" y="2188864"/>
          <a:ext cx="221297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51" name="Equation" r:id="rId5" imgW="1295280" imgH="431640" progId="Equation.3">
                  <p:embed/>
                </p:oleObj>
              </mc:Choice>
              <mc:Fallback>
                <p:oleObj name="Equation" r:id="rId5" imgW="12952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2813" y="2188864"/>
                        <a:ext cx="221297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4061750"/>
              </p:ext>
            </p:extLst>
          </p:nvPr>
        </p:nvGraphicFramePr>
        <p:xfrm>
          <a:off x="4852988" y="5878214"/>
          <a:ext cx="3679825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52" name="Equation" r:id="rId7" imgW="2171520" imgH="266400" progId="Equation.3">
                  <p:embed/>
                </p:oleObj>
              </mc:Choice>
              <mc:Fallback>
                <p:oleObj name="Equation" r:id="rId7" imgW="217152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2988" y="5878214"/>
                        <a:ext cx="3679825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601973"/>
              </p:ext>
            </p:extLst>
          </p:nvPr>
        </p:nvGraphicFramePr>
        <p:xfrm>
          <a:off x="4013200" y="5290344"/>
          <a:ext cx="5270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53" name="Equation" r:id="rId9" imgW="317160" imgH="266400" progId="Equation.3">
                  <p:embed/>
                </p:oleObj>
              </mc:Choice>
              <mc:Fallback>
                <p:oleObj name="Equation" r:id="rId9" imgW="31716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3200" y="5290344"/>
                        <a:ext cx="52705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054489"/>
              </p:ext>
            </p:extLst>
          </p:nvPr>
        </p:nvGraphicFramePr>
        <p:xfrm>
          <a:off x="750888" y="5730577"/>
          <a:ext cx="3211512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54" name="Equation" r:id="rId11" imgW="1879560" imgH="507960" progId="Equation.3">
                  <p:embed/>
                </p:oleObj>
              </mc:Choice>
              <mc:Fallback>
                <p:oleObj name="Equation" r:id="rId11" imgW="187956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888" y="5730577"/>
                        <a:ext cx="3211512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3448272"/>
              </p:ext>
            </p:extLst>
          </p:nvPr>
        </p:nvGraphicFramePr>
        <p:xfrm>
          <a:off x="3000375" y="4405014"/>
          <a:ext cx="35941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55" name="Equation" r:id="rId13" imgW="2120760" imgH="241200" progId="Equation.3">
                  <p:embed/>
                </p:oleObj>
              </mc:Choice>
              <mc:Fallback>
                <p:oleObj name="Equation" r:id="rId13" imgW="21207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4405014"/>
                        <a:ext cx="359410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7938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Discrete Fourier Transform Cont’d</a:t>
            </a:r>
          </a:p>
        </p:txBody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DFS pair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The equations involve only on period so we can write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The Discrete Fourier Transform 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The DFT pair can also be written as</a:t>
            </a:r>
          </a:p>
        </p:txBody>
      </p:sp>
      <p:graphicFrame>
        <p:nvGraphicFramePr>
          <p:cNvPr id="2334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855801"/>
              </p:ext>
            </p:extLst>
          </p:nvPr>
        </p:nvGraphicFramePr>
        <p:xfrm>
          <a:off x="4981575" y="1468785"/>
          <a:ext cx="2800350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12" name="Equation" r:id="rId3" imgW="1688760" imgH="431640" progId="Equation.3">
                  <p:embed/>
                </p:oleObj>
              </mc:Choice>
              <mc:Fallback>
                <p:oleObj name="Equation" r:id="rId3" imgW="16887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1575" y="1468785"/>
                        <a:ext cx="2800350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9418741"/>
              </p:ext>
            </p:extLst>
          </p:nvPr>
        </p:nvGraphicFramePr>
        <p:xfrm>
          <a:off x="1239838" y="1543397"/>
          <a:ext cx="2652712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13" name="Equation" r:id="rId5" imgW="1600200" imgH="431640" progId="Equation.3">
                  <p:embed/>
                </p:oleObj>
              </mc:Choice>
              <mc:Fallback>
                <p:oleObj name="Equation" r:id="rId5" imgW="16002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9838" y="1543397"/>
                        <a:ext cx="2652712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6880010"/>
              </p:ext>
            </p:extLst>
          </p:nvPr>
        </p:nvGraphicFramePr>
        <p:xfrm>
          <a:off x="2447925" y="2646710"/>
          <a:ext cx="4484688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14" name="Equation" r:id="rId7" imgW="2705040" imgH="634680" progId="Equation.3">
                  <p:embed/>
                </p:oleObj>
              </mc:Choice>
              <mc:Fallback>
                <p:oleObj name="Equation" r:id="rId7" imgW="2705040" imgH="634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925" y="2646710"/>
                        <a:ext cx="4484688" cy="1052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1649728"/>
              </p:ext>
            </p:extLst>
          </p:nvPr>
        </p:nvGraphicFramePr>
        <p:xfrm>
          <a:off x="2441575" y="3689697"/>
          <a:ext cx="4611688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15" name="Equation" r:id="rId9" imgW="2781000" imgH="634680" progId="Equation.3">
                  <p:embed/>
                </p:oleObj>
              </mc:Choice>
              <mc:Fallback>
                <p:oleObj name="Equation" r:id="rId9" imgW="2781000" imgH="634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575" y="3689697"/>
                        <a:ext cx="4611688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5428560"/>
              </p:ext>
            </p:extLst>
          </p:nvPr>
        </p:nvGraphicFramePr>
        <p:xfrm>
          <a:off x="1398588" y="5161310"/>
          <a:ext cx="2609850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16" name="Equation" r:id="rId11" imgW="1574640" imgH="431640" progId="Equation.3">
                  <p:embed/>
                </p:oleObj>
              </mc:Choice>
              <mc:Fallback>
                <p:oleObj name="Equation" r:id="rId11" imgW="15746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8588" y="5161310"/>
                        <a:ext cx="2609850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4294499"/>
              </p:ext>
            </p:extLst>
          </p:nvPr>
        </p:nvGraphicFramePr>
        <p:xfrm>
          <a:off x="4859338" y="5151785"/>
          <a:ext cx="2779712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17" name="Equation" r:id="rId13" imgW="1676160" imgH="431640" progId="Equation.3">
                  <p:embed/>
                </p:oleObj>
              </mc:Choice>
              <mc:Fallback>
                <p:oleObj name="Equation" r:id="rId13" imgW="16761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5151785"/>
                        <a:ext cx="2779712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8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5970587"/>
              </p:ext>
            </p:extLst>
          </p:nvPr>
        </p:nvGraphicFramePr>
        <p:xfrm>
          <a:off x="5292080" y="6003503"/>
          <a:ext cx="20828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18" name="Equation" r:id="rId15" imgW="1257120" imgH="228600" progId="Equation.3">
                  <p:embed/>
                </p:oleObj>
              </mc:Choice>
              <mc:Fallback>
                <p:oleObj name="Equation" r:id="rId15" imgW="12571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6003503"/>
                        <a:ext cx="20828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31815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Properties of DFT</a:t>
            </a:r>
          </a:p>
        </p:txBody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Linearity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Duality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Circular Shift of a Sequence</a:t>
            </a:r>
          </a:p>
          <a:p>
            <a:endParaRPr lang="en-US"/>
          </a:p>
          <a:p>
            <a:endParaRPr lang="en-US"/>
          </a:p>
        </p:txBody>
      </p:sp>
      <p:graphicFrame>
        <p:nvGraphicFramePr>
          <p:cNvPr id="2365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887417"/>
              </p:ext>
            </p:extLst>
          </p:nvPr>
        </p:nvGraphicFramePr>
        <p:xfrm>
          <a:off x="251520" y="1592411"/>
          <a:ext cx="4854575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84" name="Equation" r:id="rId3" imgW="2933640" imgH="685800" progId="Equation.3">
                  <p:embed/>
                </p:oleObj>
              </mc:Choice>
              <mc:Fallback>
                <p:oleObj name="Equation" r:id="rId3" imgW="293364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1592411"/>
                        <a:ext cx="4854575" cy="1135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0723887"/>
              </p:ext>
            </p:extLst>
          </p:nvPr>
        </p:nvGraphicFramePr>
        <p:xfrm>
          <a:off x="370583" y="5696098"/>
          <a:ext cx="5883275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85" name="Equation" r:id="rId5" imgW="3555720" imgH="457200" progId="Equation.3">
                  <p:embed/>
                </p:oleObj>
              </mc:Choice>
              <mc:Fallback>
                <p:oleObj name="Equation" r:id="rId5" imgW="35557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583" y="5696098"/>
                        <a:ext cx="5883275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655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550" y="877888"/>
            <a:ext cx="3790950" cy="383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365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8275140"/>
              </p:ext>
            </p:extLst>
          </p:nvPr>
        </p:nvGraphicFramePr>
        <p:xfrm>
          <a:off x="1143695" y="3697436"/>
          <a:ext cx="3195638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86" name="Equation" r:id="rId8" imgW="1930320" imgH="457200" progId="Equation.3">
                  <p:embed/>
                </p:oleObj>
              </mc:Choice>
              <mc:Fallback>
                <p:oleObj name="Equation" r:id="rId8" imgW="19303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695" y="3697436"/>
                        <a:ext cx="3195638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552" name="Line 8"/>
          <p:cNvSpPr>
            <a:spLocks noChangeShapeType="1"/>
          </p:cNvSpPr>
          <p:nvPr/>
        </p:nvSpPr>
        <p:spPr bwMode="auto">
          <a:xfrm flipV="1">
            <a:off x="4365625" y="3798888"/>
            <a:ext cx="1095375" cy="1095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119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Duality</a:t>
            </a:r>
          </a:p>
        </p:txBody>
      </p:sp>
      <p:pic>
        <p:nvPicPr>
          <p:cNvPr id="2375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" y="1025525"/>
            <a:ext cx="4286250" cy="478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75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063" y="1160463"/>
            <a:ext cx="4343400" cy="438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83362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100000">
              <a:srgbClr val="0070C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rgbClr val="FFFF00"/>
                </a:solidFill>
              </a:rPr>
              <a:t>Relation between DTFT and DFT</a:t>
            </a:r>
          </a:p>
        </p:txBody>
      </p:sp>
      <p:sp>
        <p:nvSpPr>
          <p:cNvPr id="20489" name="TextBox 2"/>
          <p:cNvSpPr txBox="1">
            <a:spLocks noChangeArrowheads="1"/>
          </p:cNvSpPr>
          <p:nvPr/>
        </p:nvSpPr>
        <p:spPr bwMode="auto">
          <a:xfrm>
            <a:off x="228600" y="1524000"/>
            <a:ext cx="3276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>
                <a:solidFill>
                  <a:srgbClr val="FFFF00"/>
                </a:solidFill>
              </a:rPr>
              <a:t>1. Sampling of DTFT</a:t>
            </a:r>
          </a:p>
        </p:txBody>
      </p:sp>
      <p:graphicFrame>
        <p:nvGraphicFramePr>
          <p:cNvPr id="204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769823"/>
              </p:ext>
            </p:extLst>
          </p:nvPr>
        </p:nvGraphicFramePr>
        <p:xfrm>
          <a:off x="1447800" y="2025650"/>
          <a:ext cx="20574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36" name="Equation" r:id="rId3" imgW="1282680" imgH="304560" progId="Equation.DSMT4">
                  <p:embed/>
                </p:oleObj>
              </mc:Choice>
              <mc:Fallback>
                <p:oleObj name="Equation" r:id="rId3" imgW="128268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025650"/>
                        <a:ext cx="20574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6450926"/>
              </p:ext>
            </p:extLst>
          </p:nvPr>
        </p:nvGraphicFramePr>
        <p:xfrm>
          <a:off x="120650" y="2514600"/>
          <a:ext cx="89471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37" name="Equation" r:id="rId5" imgW="6603840" imgH="393480" progId="Equation.DSMT4">
                  <p:embed/>
                </p:oleObj>
              </mc:Choice>
              <mc:Fallback>
                <p:oleObj name="Equation" r:id="rId5" imgW="66038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" y="2514600"/>
                        <a:ext cx="89471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0757218"/>
              </p:ext>
            </p:extLst>
          </p:nvPr>
        </p:nvGraphicFramePr>
        <p:xfrm>
          <a:off x="1447800" y="3048000"/>
          <a:ext cx="24384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38" name="Equation" r:id="rId7" imgW="1688760" imgH="279360" progId="Equation.DSMT4">
                  <p:embed/>
                </p:oleObj>
              </mc:Choice>
              <mc:Fallback>
                <p:oleObj name="Equation" r:id="rId7" imgW="16887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048000"/>
                        <a:ext cx="243840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6558136"/>
              </p:ext>
            </p:extLst>
          </p:nvPr>
        </p:nvGraphicFramePr>
        <p:xfrm>
          <a:off x="1143000" y="3370263"/>
          <a:ext cx="4038600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39" name="Equation" r:id="rId9" imgW="2374560" imgH="482400" progId="Equation.DSMT4">
                  <p:embed/>
                </p:oleObj>
              </mc:Choice>
              <mc:Fallback>
                <p:oleObj name="Equation" r:id="rId9" imgW="23745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370263"/>
                        <a:ext cx="4038600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9248044"/>
              </p:ext>
            </p:extLst>
          </p:nvPr>
        </p:nvGraphicFramePr>
        <p:xfrm>
          <a:off x="533400" y="4195763"/>
          <a:ext cx="7011988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40" name="Equation" r:id="rId11" imgW="4114800" imgH="457200" progId="Equation.DSMT4">
                  <p:embed/>
                </p:oleObj>
              </mc:Choice>
              <mc:Fallback>
                <p:oleObj name="Equation" r:id="rId11" imgW="4114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195763"/>
                        <a:ext cx="7011988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8967884"/>
              </p:ext>
            </p:extLst>
          </p:nvPr>
        </p:nvGraphicFramePr>
        <p:xfrm>
          <a:off x="533400" y="4953000"/>
          <a:ext cx="6045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441" name="Equation" r:id="rId13" imgW="3543120" imgH="431640" progId="Equation.DSMT4">
                  <p:embed/>
                </p:oleObj>
              </mc:Choice>
              <mc:Fallback>
                <p:oleObj name="Equation" r:id="rId13" imgW="35431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953000"/>
                        <a:ext cx="6045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0" name="Text Box 30"/>
          <p:cNvSpPr txBox="1">
            <a:spLocks noChangeArrowheads="1"/>
          </p:cNvSpPr>
          <p:nvPr/>
        </p:nvSpPr>
        <p:spPr bwMode="auto">
          <a:xfrm>
            <a:off x="8305800" y="3630613"/>
            <a:ext cx="838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>
                <a:solidFill>
                  <a:srgbClr val="FFFF00"/>
                </a:solidFill>
              </a:rPr>
              <a:t>(4.24.1)</a:t>
            </a:r>
          </a:p>
        </p:txBody>
      </p:sp>
      <p:sp>
        <p:nvSpPr>
          <p:cNvPr id="20491" name="Text Box 30"/>
          <p:cNvSpPr txBox="1">
            <a:spLocks noChangeArrowheads="1"/>
          </p:cNvSpPr>
          <p:nvPr/>
        </p:nvSpPr>
        <p:spPr bwMode="auto">
          <a:xfrm>
            <a:off x="8305800" y="4419600"/>
            <a:ext cx="838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>
                <a:solidFill>
                  <a:srgbClr val="FFFF00"/>
                </a:solidFill>
              </a:rPr>
              <a:t>(4.24.2)</a:t>
            </a:r>
          </a:p>
        </p:txBody>
      </p:sp>
      <p:sp>
        <p:nvSpPr>
          <p:cNvPr id="20492" name="Text Box 30"/>
          <p:cNvSpPr txBox="1">
            <a:spLocks noChangeArrowheads="1"/>
          </p:cNvSpPr>
          <p:nvPr/>
        </p:nvSpPr>
        <p:spPr bwMode="auto">
          <a:xfrm>
            <a:off x="8305800" y="5145088"/>
            <a:ext cx="838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>
                <a:solidFill>
                  <a:srgbClr val="FFFF00"/>
                </a:solidFill>
              </a:rPr>
              <a:t>(4.24.3)</a:t>
            </a:r>
          </a:p>
        </p:txBody>
      </p:sp>
      <p:sp>
        <p:nvSpPr>
          <p:cNvPr id="20493" name="TextBox 12"/>
          <p:cNvSpPr txBox="1">
            <a:spLocks noChangeArrowheads="1"/>
          </p:cNvSpPr>
          <p:nvPr/>
        </p:nvSpPr>
        <p:spPr bwMode="auto">
          <a:xfrm>
            <a:off x="457200" y="5715000"/>
            <a:ext cx="8458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i="1">
                <a:solidFill>
                  <a:srgbClr val="FFFF00"/>
                </a:solidFill>
              </a:rPr>
              <a:t>y</a:t>
            </a:r>
            <a:r>
              <a:rPr lang="en-US" i="1" baseline="-25000">
                <a:solidFill>
                  <a:srgbClr val="FFFF00"/>
                </a:solidFill>
              </a:rPr>
              <a:t>n</a:t>
            </a:r>
            <a:r>
              <a:rPr lang="en-US">
                <a:solidFill>
                  <a:srgbClr val="FFFF00"/>
                </a:solidFill>
              </a:rPr>
              <a:t> is an infinite sum of shifted replicas of </a:t>
            </a:r>
            <a:r>
              <a:rPr lang="en-US" i="1">
                <a:solidFill>
                  <a:srgbClr val="FFFF00"/>
                </a:solidFill>
              </a:rPr>
              <a:t>x</a:t>
            </a:r>
            <a:r>
              <a:rPr lang="en-US" i="1" baseline="-25000">
                <a:solidFill>
                  <a:srgbClr val="FFFF00"/>
                </a:solidFill>
              </a:rPr>
              <a:t>n</a:t>
            </a:r>
            <a:r>
              <a:rPr lang="en-US">
                <a:solidFill>
                  <a:srgbClr val="FFFF00"/>
                </a:solidFill>
              </a:rPr>
              <a:t>. Iff </a:t>
            </a:r>
            <a:r>
              <a:rPr lang="en-US" i="1">
                <a:solidFill>
                  <a:srgbClr val="FFFF00"/>
                </a:solidFill>
              </a:rPr>
              <a:t>x</a:t>
            </a:r>
            <a:r>
              <a:rPr lang="en-US" i="1" baseline="-25000">
                <a:solidFill>
                  <a:srgbClr val="FFFF00"/>
                </a:solidFill>
              </a:rPr>
              <a:t>n</a:t>
            </a:r>
            <a:r>
              <a:rPr lang="en-US">
                <a:solidFill>
                  <a:srgbClr val="FFFF00"/>
                </a:solidFill>
              </a:rPr>
              <a:t> is a length </a:t>
            </a:r>
            <a:r>
              <a:rPr lang="en-US" i="1">
                <a:solidFill>
                  <a:srgbClr val="FFFF00"/>
                </a:solidFill>
              </a:rPr>
              <a:t>M</a:t>
            </a:r>
            <a:r>
              <a:rPr lang="en-US">
                <a:solidFill>
                  <a:srgbClr val="FFFF00"/>
                </a:solidFill>
              </a:rPr>
              <a:t> sequence (</a:t>
            </a:r>
            <a:r>
              <a:rPr lang="en-US" i="1">
                <a:solidFill>
                  <a:srgbClr val="FFFF00"/>
                </a:solidFill>
              </a:rPr>
              <a:t>M </a:t>
            </a:r>
            <a:r>
              <a:rPr lang="en-US" i="1">
                <a:solidFill>
                  <a:srgbClr val="FFFF00"/>
                </a:solidFill>
                <a:sym typeface="Symbol" pitchFamily="18" charset="2"/>
              </a:rPr>
              <a:t> N</a:t>
            </a:r>
            <a:r>
              <a:rPr lang="en-US">
                <a:solidFill>
                  <a:srgbClr val="FFFF00"/>
                </a:solidFill>
                <a:sym typeface="Symbol" pitchFamily="18" charset="2"/>
              </a:rPr>
              <a:t>) than </a:t>
            </a:r>
            <a:r>
              <a:rPr lang="en-US" i="1">
                <a:solidFill>
                  <a:srgbClr val="FFFF00"/>
                </a:solidFill>
                <a:sym typeface="Symbol" pitchFamily="18" charset="2"/>
              </a:rPr>
              <a:t>y</a:t>
            </a:r>
            <a:r>
              <a:rPr lang="en-US" i="1" baseline="-25000">
                <a:solidFill>
                  <a:srgbClr val="FFFF00"/>
                </a:solidFill>
                <a:sym typeface="Symbol" pitchFamily="18" charset="2"/>
              </a:rPr>
              <a:t>n</a:t>
            </a:r>
            <a:r>
              <a:rPr lang="en-US" i="1">
                <a:solidFill>
                  <a:srgbClr val="FFFF00"/>
                </a:solidFill>
                <a:sym typeface="Symbol" pitchFamily="18" charset="2"/>
              </a:rPr>
              <a:t> = x</a:t>
            </a:r>
            <a:r>
              <a:rPr lang="en-US" i="1" baseline="-25000">
                <a:solidFill>
                  <a:srgbClr val="FFFF00"/>
                </a:solidFill>
                <a:sym typeface="Symbol" pitchFamily="18" charset="2"/>
              </a:rPr>
              <a:t>n</a:t>
            </a:r>
            <a:r>
              <a:rPr lang="en-US">
                <a:solidFill>
                  <a:srgbClr val="FFFF00"/>
                </a:solidFill>
                <a:sym typeface="Symbol" pitchFamily="18" charset="2"/>
              </a:rPr>
              <a:t>. Otherwise, time-domain aliasing  </a:t>
            </a:r>
            <a:r>
              <a:rPr lang="en-US" i="1">
                <a:solidFill>
                  <a:srgbClr val="FFFF00"/>
                </a:solidFill>
                <a:sym typeface="Symbol" pitchFamily="18" charset="2"/>
              </a:rPr>
              <a:t>x</a:t>
            </a:r>
            <a:r>
              <a:rPr lang="en-US" i="1" baseline="-25000">
                <a:solidFill>
                  <a:srgbClr val="FFFF00"/>
                </a:solidFill>
                <a:sym typeface="Symbol" pitchFamily="18" charset="2"/>
              </a:rPr>
              <a:t>n</a:t>
            </a:r>
            <a:r>
              <a:rPr lang="en-US" baseline="-25000">
                <a:solidFill>
                  <a:srgbClr val="FFFF00"/>
                </a:solidFill>
                <a:sym typeface="Symbol" pitchFamily="18" charset="2"/>
              </a:rPr>
              <a:t> </a:t>
            </a:r>
            <a:r>
              <a:rPr lang="en-US">
                <a:solidFill>
                  <a:srgbClr val="FFFF00"/>
                </a:solidFill>
                <a:sym typeface="Symbol" pitchFamily="18" charset="2"/>
              </a:rPr>
              <a:t>cannot be recovered!</a:t>
            </a:r>
            <a:endParaRPr lang="en-US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9841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100000">
              <a:srgbClr val="0070C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0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86800" cy="1295400"/>
          </a:xfrm>
        </p:spPr>
        <p:txBody>
          <a:bodyPr/>
          <a:lstStyle/>
          <a:p>
            <a:r>
              <a:rPr lang="en-US">
                <a:solidFill>
                  <a:srgbClr val="FFFF00"/>
                </a:solidFill>
              </a:rPr>
              <a:t>Relation between DTFT and DFT (cont)</a:t>
            </a:r>
          </a:p>
        </p:txBody>
      </p:sp>
      <p:sp>
        <p:nvSpPr>
          <p:cNvPr id="21511" name="TextBox 2"/>
          <p:cNvSpPr txBox="1">
            <a:spLocks noChangeArrowheads="1"/>
          </p:cNvSpPr>
          <p:nvPr/>
        </p:nvSpPr>
        <p:spPr bwMode="auto">
          <a:xfrm>
            <a:off x="228600" y="1524000"/>
            <a:ext cx="5486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>
                <a:solidFill>
                  <a:srgbClr val="FFFF00"/>
                </a:solidFill>
              </a:rPr>
              <a:t>2. DTFT from DFT by </a:t>
            </a:r>
            <a:r>
              <a:rPr lang="en-US" sz="2400" u="sng">
                <a:solidFill>
                  <a:srgbClr val="FFFF00"/>
                </a:solidFill>
              </a:rPr>
              <a:t>Interpolation</a:t>
            </a:r>
          </a:p>
        </p:txBody>
      </p:sp>
      <p:grpSp>
        <p:nvGrpSpPr>
          <p:cNvPr id="21512" name="Group 5"/>
          <p:cNvGrpSpPr>
            <a:grpSpLocks/>
          </p:cNvGrpSpPr>
          <p:nvPr/>
        </p:nvGrpSpPr>
        <p:grpSpPr bwMode="auto">
          <a:xfrm>
            <a:off x="685800" y="1981200"/>
            <a:ext cx="5426075" cy="601663"/>
            <a:chOff x="685800" y="2133600"/>
            <a:chExt cx="5425730" cy="601663"/>
          </a:xfrm>
        </p:grpSpPr>
        <p:sp>
          <p:nvSpPr>
            <p:cNvPr id="21518" name="TextBox 3"/>
            <p:cNvSpPr txBox="1">
              <a:spLocks noChangeArrowheads="1"/>
            </p:cNvSpPr>
            <p:nvPr/>
          </p:nvSpPr>
          <p:spPr bwMode="auto">
            <a:xfrm>
              <a:off x="685800" y="2209800"/>
              <a:ext cx="54102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FFFF00"/>
                  </a:solidFill>
                </a:rPr>
                <a:t>Let </a:t>
              </a:r>
              <a:r>
                <a:rPr lang="en-US" i="1">
                  <a:solidFill>
                    <a:srgbClr val="FFFF00"/>
                  </a:solidFill>
                </a:rPr>
                <a:t>x</a:t>
              </a:r>
              <a:r>
                <a:rPr lang="en-US" i="1" baseline="-25000">
                  <a:solidFill>
                    <a:srgbClr val="FFFF00"/>
                  </a:solidFill>
                </a:rPr>
                <a:t>n</a:t>
              </a:r>
              <a:r>
                <a:rPr lang="en-US">
                  <a:solidFill>
                    <a:srgbClr val="FFFF00"/>
                  </a:solidFill>
                </a:rPr>
                <a:t> be a length </a:t>
              </a:r>
              <a:r>
                <a:rPr lang="en-US" i="1">
                  <a:solidFill>
                    <a:srgbClr val="FFFF00"/>
                  </a:solidFill>
                </a:rPr>
                <a:t>N</a:t>
              </a:r>
              <a:r>
                <a:rPr lang="en-US">
                  <a:solidFill>
                    <a:srgbClr val="FFFF00"/>
                  </a:solidFill>
                </a:rPr>
                <a:t> sequence:</a:t>
              </a:r>
            </a:p>
          </p:txBody>
        </p:sp>
        <p:graphicFrame>
          <p:nvGraphicFramePr>
            <p:cNvPr id="21509" name="Object 2"/>
            <p:cNvGraphicFramePr>
              <a:graphicFrameLocks noChangeAspect="1"/>
            </p:cNvGraphicFramePr>
            <p:nvPr/>
          </p:nvGraphicFramePr>
          <p:xfrm>
            <a:off x="4044949" y="2133600"/>
            <a:ext cx="2066581" cy="601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74" name="Equation" r:id="rId3" imgW="1002960" imgH="291960" progId="Equation.DSMT4">
                    <p:embed/>
                  </p:oleObj>
                </mc:Choice>
                <mc:Fallback>
                  <p:oleObj name="Equation" r:id="rId3" imgW="1002960" imgH="291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4949" y="2133600"/>
                          <a:ext cx="2066581" cy="601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13" name="TextBox 6"/>
          <p:cNvSpPr txBox="1">
            <a:spLocks noChangeArrowheads="1"/>
          </p:cNvSpPr>
          <p:nvPr/>
        </p:nvSpPr>
        <p:spPr bwMode="auto">
          <a:xfrm>
            <a:off x="304800" y="6107113"/>
            <a:ext cx="8686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solidFill>
                  <a:srgbClr val="FFFF00"/>
                </a:solidFill>
              </a:rPr>
              <a:t>It’s possible to determine DTFT </a:t>
            </a:r>
            <a:r>
              <a:rPr lang="en-US" i="1">
                <a:solidFill>
                  <a:srgbClr val="FFFF00"/>
                </a:solidFill>
              </a:rPr>
              <a:t>X(e</a:t>
            </a:r>
            <a:r>
              <a:rPr lang="en-US" i="1" baseline="30000">
                <a:solidFill>
                  <a:srgbClr val="FFFF00"/>
                </a:solidFill>
              </a:rPr>
              <a:t>j</a:t>
            </a:r>
            <a:r>
              <a:rPr lang="en-US" i="1" baseline="30000">
                <a:solidFill>
                  <a:srgbClr val="FFFF00"/>
                </a:solidFill>
                <a:sym typeface="Symbol" pitchFamily="18" charset="2"/>
              </a:rPr>
              <a:t></a:t>
            </a:r>
            <a:r>
              <a:rPr lang="en-US" i="1">
                <a:solidFill>
                  <a:srgbClr val="FFFF00"/>
                </a:solidFill>
                <a:sym typeface="Symbol" pitchFamily="18" charset="2"/>
              </a:rPr>
              <a:t>)</a:t>
            </a:r>
            <a:r>
              <a:rPr lang="en-US">
                <a:solidFill>
                  <a:srgbClr val="FFFF00"/>
                </a:solidFill>
                <a:sym typeface="Symbol" pitchFamily="18" charset="2"/>
              </a:rPr>
              <a:t> from its uniformly sampled version uniquely!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21514" name="TextBox 7"/>
          <p:cNvSpPr txBox="1">
            <a:spLocks noChangeArrowheads="1"/>
          </p:cNvSpPr>
          <p:nvPr/>
        </p:nvSpPr>
        <p:spPr bwMode="auto">
          <a:xfrm>
            <a:off x="533400" y="2590800"/>
            <a:ext cx="6172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solidFill>
                  <a:srgbClr val="FFFF00"/>
                </a:solidFill>
              </a:rPr>
              <a:t>Let us try to recover DTFT from DFT (its sampled version).</a:t>
            </a:r>
          </a:p>
        </p:txBody>
      </p:sp>
      <p:graphicFrame>
        <p:nvGraphicFramePr>
          <p:cNvPr id="2150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5591220"/>
              </p:ext>
            </p:extLst>
          </p:nvPr>
        </p:nvGraphicFramePr>
        <p:xfrm>
          <a:off x="600075" y="2971800"/>
          <a:ext cx="732313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5" name="Equation" r:id="rId5" imgW="4394160" imgH="457200" progId="Equation.DSMT4">
                  <p:embed/>
                </p:oleObj>
              </mc:Choice>
              <mc:Fallback>
                <p:oleObj name="Equation" r:id="rId5" imgW="43941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" y="2971800"/>
                        <a:ext cx="7323138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9081848"/>
              </p:ext>
            </p:extLst>
          </p:nvPr>
        </p:nvGraphicFramePr>
        <p:xfrm>
          <a:off x="215900" y="3733800"/>
          <a:ext cx="8089900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6" name="Equation" r:id="rId7" imgW="6184800" imgH="838080" progId="Equation.DSMT4">
                  <p:embed/>
                </p:oleObj>
              </mc:Choice>
              <mc:Fallback>
                <p:oleObj name="Equation" r:id="rId7" imgW="618480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" y="3733800"/>
                        <a:ext cx="8089900" cy="1096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0605580"/>
              </p:ext>
            </p:extLst>
          </p:nvPr>
        </p:nvGraphicFramePr>
        <p:xfrm>
          <a:off x="608013" y="4800600"/>
          <a:ext cx="7469187" cy="1293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7" name="Equation" r:id="rId9" imgW="4838400" imgH="838080" progId="Equation.DSMT4">
                  <p:embed/>
                </p:oleObj>
              </mc:Choice>
              <mc:Fallback>
                <p:oleObj name="Equation" r:id="rId9" imgW="483840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13" y="4800600"/>
                        <a:ext cx="7469187" cy="1293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5" name="Text Box 30"/>
          <p:cNvSpPr txBox="1">
            <a:spLocks noChangeArrowheads="1"/>
          </p:cNvSpPr>
          <p:nvPr/>
        </p:nvSpPr>
        <p:spPr bwMode="auto">
          <a:xfrm>
            <a:off x="8305800" y="3200400"/>
            <a:ext cx="838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>
                <a:solidFill>
                  <a:srgbClr val="FFFF00"/>
                </a:solidFill>
              </a:rPr>
              <a:t>(4.25.1)</a:t>
            </a:r>
          </a:p>
        </p:txBody>
      </p:sp>
      <p:sp>
        <p:nvSpPr>
          <p:cNvPr id="21516" name="Text Box 30"/>
          <p:cNvSpPr txBox="1">
            <a:spLocks noChangeArrowheads="1"/>
          </p:cNvSpPr>
          <p:nvPr/>
        </p:nvSpPr>
        <p:spPr bwMode="auto">
          <a:xfrm>
            <a:off x="8305800" y="4114800"/>
            <a:ext cx="838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>
                <a:solidFill>
                  <a:srgbClr val="FFFF00"/>
                </a:solidFill>
              </a:rPr>
              <a:t>(4.25.2)</a:t>
            </a:r>
          </a:p>
        </p:txBody>
      </p:sp>
      <p:sp>
        <p:nvSpPr>
          <p:cNvPr id="21517" name="Text Box 30"/>
          <p:cNvSpPr txBox="1">
            <a:spLocks noChangeArrowheads="1"/>
          </p:cNvSpPr>
          <p:nvPr/>
        </p:nvSpPr>
        <p:spPr bwMode="auto">
          <a:xfrm>
            <a:off x="8305800" y="5257800"/>
            <a:ext cx="838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>
                <a:solidFill>
                  <a:srgbClr val="FFFF00"/>
                </a:solidFill>
              </a:rPr>
              <a:t>(4.25.3)</a:t>
            </a:r>
          </a:p>
        </p:txBody>
      </p:sp>
    </p:spTree>
    <p:extLst>
      <p:ext uri="{BB962C8B-B14F-4D97-AF65-F5344CB8AC3E}">
        <p14:creationId xmlns:p14="http://schemas.microsoft.com/office/powerpoint/2010/main" val="15809421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100000">
              <a:srgbClr val="0070C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6" name="Title 1"/>
          <p:cNvSpPr>
            <a:spLocks noGrp="1"/>
          </p:cNvSpPr>
          <p:nvPr>
            <p:ph type="ctrTitle"/>
          </p:nvPr>
        </p:nvSpPr>
        <p:spPr>
          <a:xfrm>
            <a:off x="0" y="76200"/>
            <a:ext cx="9144000" cy="1295400"/>
          </a:xfrm>
        </p:spPr>
        <p:txBody>
          <a:bodyPr/>
          <a:lstStyle/>
          <a:p>
            <a:r>
              <a:rPr lang="en-US">
                <a:solidFill>
                  <a:srgbClr val="FFFF00"/>
                </a:solidFill>
              </a:rPr>
              <a:t>Relation between DTFT and DFT (cont 2)</a:t>
            </a:r>
          </a:p>
        </p:txBody>
      </p:sp>
      <p:sp>
        <p:nvSpPr>
          <p:cNvPr id="22537" name="TextBox 2"/>
          <p:cNvSpPr txBox="1">
            <a:spLocks noChangeArrowheads="1"/>
          </p:cNvSpPr>
          <p:nvPr/>
        </p:nvSpPr>
        <p:spPr bwMode="auto">
          <a:xfrm>
            <a:off x="228600" y="1524000"/>
            <a:ext cx="6781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>
                <a:solidFill>
                  <a:srgbClr val="FFFF00"/>
                </a:solidFill>
              </a:rPr>
              <a:t>3. Numerical computation of DTFT from DFT</a:t>
            </a:r>
            <a:endParaRPr lang="en-US" sz="2400" u="sng">
              <a:solidFill>
                <a:srgbClr val="FFFF00"/>
              </a:solidFill>
            </a:endParaRPr>
          </a:p>
        </p:txBody>
      </p:sp>
      <p:grpSp>
        <p:nvGrpSpPr>
          <p:cNvPr id="22538" name="Group 3"/>
          <p:cNvGrpSpPr>
            <a:grpSpLocks/>
          </p:cNvGrpSpPr>
          <p:nvPr/>
        </p:nvGrpSpPr>
        <p:grpSpPr bwMode="auto">
          <a:xfrm>
            <a:off x="685800" y="1968500"/>
            <a:ext cx="5426075" cy="628650"/>
            <a:chOff x="685800" y="2120900"/>
            <a:chExt cx="5426075" cy="628650"/>
          </a:xfrm>
        </p:grpSpPr>
        <p:sp>
          <p:nvSpPr>
            <p:cNvPr id="22551" name="TextBox 4"/>
            <p:cNvSpPr txBox="1">
              <a:spLocks noChangeArrowheads="1"/>
            </p:cNvSpPr>
            <p:nvPr/>
          </p:nvSpPr>
          <p:spPr bwMode="auto">
            <a:xfrm>
              <a:off x="685800" y="2209800"/>
              <a:ext cx="54102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FFFF00"/>
                  </a:solidFill>
                </a:rPr>
                <a:t>Let </a:t>
              </a:r>
              <a:r>
                <a:rPr lang="en-US" i="1">
                  <a:solidFill>
                    <a:srgbClr val="FFFF00"/>
                  </a:solidFill>
                </a:rPr>
                <a:t>x</a:t>
              </a:r>
              <a:r>
                <a:rPr lang="en-US" i="1" baseline="-25000">
                  <a:solidFill>
                    <a:srgbClr val="FFFF00"/>
                  </a:solidFill>
                </a:rPr>
                <a:t>n</a:t>
              </a:r>
              <a:r>
                <a:rPr lang="en-US">
                  <a:solidFill>
                    <a:srgbClr val="FFFF00"/>
                  </a:solidFill>
                </a:rPr>
                <a:t> is a length </a:t>
              </a:r>
              <a:r>
                <a:rPr lang="en-US" i="1">
                  <a:solidFill>
                    <a:srgbClr val="FFFF00"/>
                  </a:solidFill>
                </a:rPr>
                <a:t>N</a:t>
              </a:r>
              <a:r>
                <a:rPr lang="en-US">
                  <a:solidFill>
                    <a:srgbClr val="FFFF00"/>
                  </a:solidFill>
                </a:rPr>
                <a:t> sequence:</a:t>
              </a:r>
            </a:p>
          </p:txBody>
        </p:sp>
        <p:graphicFrame>
          <p:nvGraphicFramePr>
            <p:cNvPr id="22535" name="Object 2"/>
            <p:cNvGraphicFramePr>
              <a:graphicFrameLocks noChangeAspect="1"/>
            </p:cNvGraphicFramePr>
            <p:nvPr/>
          </p:nvGraphicFramePr>
          <p:xfrm>
            <a:off x="4044950" y="2120900"/>
            <a:ext cx="2066925" cy="628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84" name="Equation" r:id="rId3" imgW="1002960" imgH="304560" progId="Equation.DSMT4">
                    <p:embed/>
                  </p:oleObj>
                </mc:Choice>
                <mc:Fallback>
                  <p:oleObj name="Equation" r:id="rId3" imgW="1002960" imgH="3045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4950" y="2120900"/>
                          <a:ext cx="2066925" cy="628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39" name="TextBox 6"/>
          <p:cNvSpPr txBox="1">
            <a:spLocks noChangeArrowheads="1"/>
          </p:cNvSpPr>
          <p:nvPr/>
        </p:nvSpPr>
        <p:spPr bwMode="auto">
          <a:xfrm>
            <a:off x="4953000" y="2590800"/>
            <a:ext cx="3352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400">
                <a:solidFill>
                  <a:srgbClr val="FFFF00"/>
                </a:solidFill>
              </a:rPr>
              <a:t>defined by </a:t>
            </a:r>
            <a:r>
              <a:rPr lang="en-US" sz="1400" i="1">
                <a:solidFill>
                  <a:srgbClr val="FFFF00"/>
                </a:solidFill>
              </a:rPr>
              <a:t>N</a:t>
            </a:r>
            <a:r>
              <a:rPr lang="en-US" sz="1400">
                <a:solidFill>
                  <a:srgbClr val="FFFF00"/>
                </a:solidFill>
              </a:rPr>
              <a:t> uniformly spaced samples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rot="5400000" flipH="1" flipV="1">
            <a:off x="5134769" y="2532856"/>
            <a:ext cx="228600" cy="1588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41" name="Group 11"/>
          <p:cNvGrpSpPr>
            <a:grpSpLocks/>
          </p:cNvGrpSpPr>
          <p:nvPr/>
        </p:nvGrpSpPr>
        <p:grpSpPr bwMode="auto">
          <a:xfrm>
            <a:off x="685800" y="2819400"/>
            <a:ext cx="7239000" cy="444500"/>
            <a:chOff x="762000" y="3124200"/>
            <a:chExt cx="7239000" cy="444500"/>
          </a:xfrm>
        </p:grpSpPr>
        <p:sp>
          <p:nvSpPr>
            <p:cNvPr id="22550" name="TextBox 9"/>
            <p:cNvSpPr txBox="1">
              <a:spLocks noChangeArrowheads="1"/>
            </p:cNvSpPr>
            <p:nvPr/>
          </p:nvSpPr>
          <p:spPr bwMode="auto">
            <a:xfrm>
              <a:off x="762000" y="3124200"/>
              <a:ext cx="7239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FFFF00"/>
                  </a:solidFill>
                </a:rPr>
                <a:t>We wish to evaluate                 at more dense frequency scale.</a:t>
              </a:r>
            </a:p>
          </p:txBody>
        </p:sp>
        <p:graphicFrame>
          <p:nvGraphicFramePr>
            <p:cNvPr id="22534" name="Object 3"/>
            <p:cNvGraphicFramePr>
              <a:graphicFrameLocks noChangeAspect="1"/>
            </p:cNvGraphicFramePr>
            <p:nvPr/>
          </p:nvGraphicFramePr>
          <p:xfrm>
            <a:off x="3078018" y="3124200"/>
            <a:ext cx="808182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85" name="Equation" r:id="rId5" imgW="507960" imgH="279360" progId="Equation.DSMT4">
                    <p:embed/>
                  </p:oleObj>
                </mc:Choice>
                <mc:Fallback>
                  <p:oleObj name="Equation" r:id="rId5" imgW="507960" imgH="279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8018" y="3124200"/>
                          <a:ext cx="808182" cy="444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530" name="Object 4"/>
          <p:cNvGraphicFramePr>
            <a:graphicFrameLocks noChangeAspect="1"/>
          </p:cNvGraphicFramePr>
          <p:nvPr/>
        </p:nvGraphicFramePr>
        <p:xfrm>
          <a:off x="1676400" y="3276600"/>
          <a:ext cx="48688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86" name="Equation" r:id="rId7" imgW="2920680" imgH="228600" progId="Equation.DSMT4">
                  <p:embed/>
                </p:oleObj>
              </mc:Choice>
              <mc:Fallback>
                <p:oleObj name="Equation" r:id="rId7" imgW="2920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276600"/>
                        <a:ext cx="486886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5"/>
          <p:cNvGraphicFramePr>
            <a:graphicFrameLocks noChangeAspect="1"/>
          </p:cNvGraphicFramePr>
          <p:nvPr/>
        </p:nvGraphicFramePr>
        <p:xfrm>
          <a:off x="838200" y="3657600"/>
          <a:ext cx="41751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87" name="Equation" r:id="rId9" imgW="2247840" imgH="444240" progId="Equation.DSMT4">
                  <p:embed/>
                </p:oleObj>
              </mc:Choice>
              <mc:Fallback>
                <p:oleObj name="Equation" r:id="rId9" imgW="22478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657600"/>
                        <a:ext cx="417512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7"/>
          <p:cNvGraphicFramePr>
            <a:graphicFrameLocks noChangeAspect="1"/>
          </p:cNvGraphicFramePr>
          <p:nvPr/>
        </p:nvGraphicFramePr>
        <p:xfrm>
          <a:off x="2362200" y="5410200"/>
          <a:ext cx="44418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88" name="Equation" r:id="rId11" imgW="2590560" imgH="444240" progId="Equation.DSMT4">
                  <p:embed/>
                </p:oleObj>
              </mc:Choice>
              <mc:Fallback>
                <p:oleObj name="Equation" r:id="rId11" imgW="25905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410200"/>
                        <a:ext cx="444182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2" name="TextBox 20"/>
          <p:cNvSpPr txBox="1">
            <a:spLocks noChangeArrowheads="1"/>
          </p:cNvSpPr>
          <p:nvPr/>
        </p:nvSpPr>
        <p:spPr bwMode="auto">
          <a:xfrm>
            <a:off x="381000" y="6183313"/>
            <a:ext cx="8305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solidFill>
                  <a:srgbClr val="FFFF00"/>
                </a:solidFill>
              </a:rPr>
              <a:t>No change in information, no change in DTFT… just a better “plot resolution”.</a:t>
            </a:r>
          </a:p>
        </p:txBody>
      </p:sp>
      <p:sp>
        <p:nvSpPr>
          <p:cNvPr id="22543" name="Text Box 30"/>
          <p:cNvSpPr txBox="1">
            <a:spLocks noChangeArrowheads="1"/>
          </p:cNvSpPr>
          <p:nvPr/>
        </p:nvSpPr>
        <p:spPr bwMode="auto">
          <a:xfrm>
            <a:off x="8305800" y="3962400"/>
            <a:ext cx="838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>
                <a:solidFill>
                  <a:srgbClr val="FFFF00"/>
                </a:solidFill>
              </a:rPr>
              <a:t>(4.26.1)</a:t>
            </a:r>
          </a:p>
        </p:txBody>
      </p:sp>
      <p:grpSp>
        <p:nvGrpSpPr>
          <p:cNvPr id="22544" name="Group 24"/>
          <p:cNvGrpSpPr>
            <a:grpSpLocks/>
          </p:cNvGrpSpPr>
          <p:nvPr/>
        </p:nvGrpSpPr>
        <p:grpSpPr bwMode="auto">
          <a:xfrm>
            <a:off x="1066800" y="4572000"/>
            <a:ext cx="8077200" cy="838200"/>
            <a:chOff x="1066800" y="4724400"/>
            <a:chExt cx="8077200" cy="838200"/>
          </a:xfrm>
        </p:grpSpPr>
        <p:graphicFrame>
          <p:nvGraphicFramePr>
            <p:cNvPr id="22533" name="Object 6"/>
            <p:cNvGraphicFramePr>
              <a:graphicFrameLocks noChangeAspect="1"/>
            </p:cNvGraphicFramePr>
            <p:nvPr/>
          </p:nvGraphicFramePr>
          <p:xfrm>
            <a:off x="2020888" y="4724400"/>
            <a:ext cx="2846387" cy="838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489" name="Equation" r:id="rId13" imgW="1638000" imgH="482400" progId="Equation.DSMT4">
                    <p:embed/>
                  </p:oleObj>
                </mc:Choice>
                <mc:Fallback>
                  <p:oleObj name="Equation" r:id="rId13" imgW="1638000" imgH="482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0888" y="4724400"/>
                          <a:ext cx="2846387" cy="838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6" name="TextBox 15"/>
            <p:cNvSpPr txBox="1">
              <a:spLocks noChangeArrowheads="1"/>
            </p:cNvSpPr>
            <p:nvPr/>
          </p:nvSpPr>
          <p:spPr bwMode="auto">
            <a:xfrm>
              <a:off x="1066800" y="4953000"/>
              <a:ext cx="13716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FFFF00"/>
                  </a:solidFill>
                </a:rPr>
                <a:t>Define:</a:t>
              </a:r>
            </a:p>
          </p:txBody>
        </p:sp>
        <p:sp>
          <p:nvSpPr>
            <p:cNvPr id="22547" name="TextBox 16"/>
            <p:cNvSpPr txBox="1">
              <a:spLocks noChangeArrowheads="1"/>
            </p:cNvSpPr>
            <p:nvPr/>
          </p:nvSpPr>
          <p:spPr bwMode="auto">
            <a:xfrm>
              <a:off x="5410200" y="4953000"/>
              <a:ext cx="21336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>
                  <a:solidFill>
                    <a:srgbClr val="FFFF00"/>
                  </a:solidFill>
                </a:rPr>
                <a:t>zero-padding</a:t>
              </a: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 rot="10800000" flipV="1">
              <a:off x="4876800" y="5181600"/>
              <a:ext cx="457200" cy="76200"/>
            </a:xfrm>
            <a:prstGeom prst="straightConnector1">
              <a:avLst/>
            </a:prstGeom>
            <a:ln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49" name="Text Box 30"/>
            <p:cNvSpPr txBox="1">
              <a:spLocks noChangeArrowheads="1"/>
            </p:cNvSpPr>
            <p:nvPr/>
          </p:nvSpPr>
          <p:spPr bwMode="auto">
            <a:xfrm>
              <a:off x="8305800" y="4973214"/>
              <a:ext cx="8382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400" dirty="0">
                  <a:solidFill>
                    <a:srgbClr val="FFFF00"/>
                  </a:solidFill>
                </a:rPr>
                <a:t>(4.26.2)</a:t>
              </a:r>
            </a:p>
          </p:txBody>
        </p:sp>
      </p:grpSp>
      <p:sp>
        <p:nvSpPr>
          <p:cNvPr id="22545" name="Text Box 30"/>
          <p:cNvSpPr txBox="1">
            <a:spLocks noChangeArrowheads="1"/>
          </p:cNvSpPr>
          <p:nvPr/>
        </p:nvSpPr>
        <p:spPr bwMode="auto">
          <a:xfrm>
            <a:off x="8305800" y="5638800"/>
            <a:ext cx="838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>
                <a:solidFill>
                  <a:srgbClr val="FFFF00"/>
                </a:solidFill>
              </a:rPr>
              <a:t>(4.26.3)</a:t>
            </a:r>
          </a:p>
        </p:txBody>
      </p:sp>
    </p:spTree>
    <p:extLst>
      <p:ext uri="{BB962C8B-B14F-4D97-AF65-F5344CB8AC3E}">
        <p14:creationId xmlns:p14="http://schemas.microsoft.com/office/powerpoint/2010/main" val="35899890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Discrete Fourier Transform</a:t>
            </a:r>
          </a:p>
        </p:txBody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DFT pair was given as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Baseline for computational complexity: </a:t>
            </a:r>
          </a:p>
          <a:p>
            <a:pPr lvl="1"/>
            <a:r>
              <a:rPr lang="en-US" dirty="0"/>
              <a:t>Each DFT coefficient requires</a:t>
            </a:r>
          </a:p>
          <a:p>
            <a:pPr lvl="2"/>
            <a:r>
              <a:rPr lang="en-US" dirty="0"/>
              <a:t>N complex multiplications</a:t>
            </a:r>
          </a:p>
          <a:p>
            <a:pPr lvl="2"/>
            <a:r>
              <a:rPr lang="en-US" dirty="0"/>
              <a:t>N-1 complex additions</a:t>
            </a:r>
          </a:p>
          <a:p>
            <a:pPr lvl="1"/>
            <a:r>
              <a:rPr lang="en-US" dirty="0"/>
              <a:t>All N DFT coefficients require</a:t>
            </a:r>
          </a:p>
          <a:p>
            <a:pPr lvl="2"/>
            <a:r>
              <a:rPr lang="en-US" dirty="0"/>
              <a:t>N</a:t>
            </a:r>
            <a:r>
              <a:rPr lang="en-US" baseline="30000" dirty="0"/>
              <a:t>2</a:t>
            </a:r>
            <a:r>
              <a:rPr lang="en-US" dirty="0"/>
              <a:t> complex multiplications</a:t>
            </a:r>
          </a:p>
          <a:p>
            <a:pPr lvl="2"/>
            <a:r>
              <a:rPr lang="en-US" dirty="0"/>
              <a:t>N(N-1) complex additions</a:t>
            </a:r>
          </a:p>
          <a:p>
            <a:r>
              <a:rPr lang="en-US" dirty="0"/>
              <a:t>Complexity in terms of real operations</a:t>
            </a:r>
          </a:p>
          <a:p>
            <a:pPr lvl="2"/>
            <a:r>
              <a:rPr lang="en-US" dirty="0"/>
              <a:t>4N</a:t>
            </a:r>
            <a:r>
              <a:rPr lang="en-US" baseline="30000" dirty="0"/>
              <a:t>2</a:t>
            </a:r>
            <a:r>
              <a:rPr lang="en-US" dirty="0"/>
              <a:t> real multiplications</a:t>
            </a:r>
          </a:p>
          <a:p>
            <a:pPr lvl="2"/>
            <a:r>
              <a:rPr lang="en-US" dirty="0"/>
              <a:t>2N(N-1) real additions</a:t>
            </a:r>
          </a:p>
          <a:p>
            <a:r>
              <a:rPr lang="en-US" dirty="0"/>
              <a:t>Most fast methods are based on symmetry properties</a:t>
            </a:r>
          </a:p>
          <a:p>
            <a:pPr lvl="1"/>
            <a:r>
              <a:rPr lang="en-US" dirty="0"/>
              <a:t>Conjugate symmetry</a:t>
            </a:r>
          </a:p>
          <a:p>
            <a:pPr lvl="1"/>
            <a:r>
              <a:rPr lang="en-US" dirty="0"/>
              <a:t>Periodicity in n and k</a:t>
            </a:r>
          </a:p>
        </p:txBody>
      </p:sp>
      <p:graphicFrame>
        <p:nvGraphicFramePr>
          <p:cNvPr id="2426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2912191"/>
              </p:ext>
            </p:extLst>
          </p:nvPr>
        </p:nvGraphicFramePr>
        <p:xfrm>
          <a:off x="4991100" y="1340768"/>
          <a:ext cx="2779713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46" name="Equation" r:id="rId3" imgW="1676160" imgH="431640" progId="Equation.3">
                  <p:embed/>
                </p:oleObj>
              </mc:Choice>
              <mc:Fallback>
                <p:oleObj name="Equation" r:id="rId3" imgW="16761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1100" y="1340768"/>
                        <a:ext cx="2779713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6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3260888"/>
              </p:ext>
            </p:extLst>
          </p:nvPr>
        </p:nvGraphicFramePr>
        <p:xfrm>
          <a:off x="1260475" y="1415380"/>
          <a:ext cx="2609850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47" name="Equation" r:id="rId5" imgW="1574640" imgH="431640" progId="Equation.3">
                  <p:embed/>
                </p:oleObj>
              </mc:Choice>
              <mc:Fallback>
                <p:oleObj name="Equation" r:id="rId5" imgW="157464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1415380"/>
                        <a:ext cx="2609850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703" name="Object 15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18417765"/>
              </p:ext>
            </p:extLst>
          </p:nvPr>
        </p:nvGraphicFramePr>
        <p:xfrm>
          <a:off x="3707904" y="5805264"/>
          <a:ext cx="5319712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48" name="Equation" r:id="rId7" imgW="3098520" imgH="203040" progId="Equation.3">
                  <p:embed/>
                </p:oleObj>
              </mc:Choice>
              <mc:Fallback>
                <p:oleObj name="Equation" r:id="rId7" imgW="309852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5805264"/>
                        <a:ext cx="5319712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705" name="Object 17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150735667"/>
              </p:ext>
            </p:extLst>
          </p:nvPr>
        </p:nvGraphicFramePr>
        <p:xfrm>
          <a:off x="3622675" y="6165304"/>
          <a:ext cx="4360863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49" name="Equation" r:id="rId9" imgW="2552400" imgH="203040" progId="Equation.3">
                  <p:embed/>
                </p:oleObj>
              </mc:Choice>
              <mc:Fallback>
                <p:oleObj name="Equation" r:id="rId9" imgW="25524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2675" y="6165304"/>
                        <a:ext cx="4360863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18216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100000">
              <a:srgbClr val="0070C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5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FFT</a:t>
            </a:r>
          </a:p>
        </p:txBody>
      </p:sp>
      <p:sp>
        <p:nvSpPr>
          <p:cNvPr id="19466" name="TextBox 2"/>
          <p:cNvSpPr txBox="1">
            <a:spLocks noChangeArrowheads="1"/>
          </p:cNvSpPr>
          <p:nvPr/>
        </p:nvSpPr>
        <p:spPr bwMode="auto">
          <a:xfrm>
            <a:off x="304800" y="1671638"/>
            <a:ext cx="3657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>
                <a:solidFill>
                  <a:srgbClr val="FFFF00"/>
                </a:solidFill>
              </a:rPr>
              <a:t>In the matrix form:</a:t>
            </a:r>
          </a:p>
        </p:txBody>
      </p:sp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3509963" y="1447800"/>
          <a:ext cx="289083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55" name="Equation" r:id="rId3" imgW="1130040" imgH="228600" progId="Equation.DSMT4">
                  <p:embed/>
                </p:oleObj>
              </mc:Choice>
              <mc:Fallback>
                <p:oleObj name="Equation" r:id="rId3" imgW="1130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9963" y="1447800"/>
                        <a:ext cx="2890837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7" name="TextBox 4"/>
          <p:cNvSpPr txBox="1">
            <a:spLocks noChangeArrowheads="1"/>
          </p:cNvSpPr>
          <p:nvPr/>
        </p:nvSpPr>
        <p:spPr bwMode="auto">
          <a:xfrm>
            <a:off x="609600" y="2438400"/>
            <a:ext cx="990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solidFill>
                  <a:srgbClr val="FFFF00"/>
                </a:solidFill>
              </a:rPr>
              <a:t>where:</a:t>
            </a:r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1579563" y="2438400"/>
          <a:ext cx="383063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56" name="Equation" r:id="rId5" imgW="2425680" imgH="241200" progId="Equation.DSMT4">
                  <p:embed/>
                </p:oleObj>
              </mc:Choice>
              <mc:Fallback>
                <p:oleObj name="Equation" r:id="rId5" imgW="24256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9563" y="2438400"/>
                        <a:ext cx="383063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1585913" y="2844800"/>
          <a:ext cx="443388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57" name="Equation" r:id="rId7" imgW="2450880" imgH="241200" progId="Equation.DSMT4">
                  <p:embed/>
                </p:oleObj>
              </mc:Choice>
              <mc:Fallback>
                <p:oleObj name="Equation" r:id="rId7" imgW="24508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5913" y="2844800"/>
                        <a:ext cx="443388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5"/>
          <p:cNvGraphicFramePr>
            <a:graphicFrameLocks noChangeAspect="1"/>
          </p:cNvGraphicFramePr>
          <p:nvPr/>
        </p:nvGraphicFramePr>
        <p:xfrm>
          <a:off x="1600200" y="3276600"/>
          <a:ext cx="4595813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58" name="Equation" r:id="rId9" imgW="3708360" imgH="1168200" progId="Equation.DSMT4">
                  <p:embed/>
                </p:oleObj>
              </mc:Choice>
              <mc:Fallback>
                <p:oleObj name="Equation" r:id="rId9" imgW="3708360" imgH="116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276600"/>
                        <a:ext cx="4595813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6"/>
          <p:cNvGraphicFramePr>
            <a:graphicFrameLocks noChangeAspect="1"/>
          </p:cNvGraphicFramePr>
          <p:nvPr/>
        </p:nvGraphicFramePr>
        <p:xfrm>
          <a:off x="3505200" y="1905000"/>
          <a:ext cx="333375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59" name="Equation" r:id="rId11" imgW="1269720" imgH="241200" progId="Equation.DSMT4">
                  <p:embed/>
                </p:oleObj>
              </mc:Choice>
              <mc:Fallback>
                <p:oleObj name="Equation" r:id="rId11" imgW="12697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905000"/>
                        <a:ext cx="333375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7"/>
          <p:cNvGraphicFramePr>
            <a:graphicFrameLocks noChangeAspect="1"/>
          </p:cNvGraphicFramePr>
          <p:nvPr/>
        </p:nvGraphicFramePr>
        <p:xfrm>
          <a:off x="1646238" y="4775200"/>
          <a:ext cx="5364162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60" name="Equation" r:id="rId13" imgW="4254480" imgH="1168200" progId="Equation.DSMT4">
                  <p:embed/>
                </p:oleObj>
              </mc:Choice>
              <mc:Fallback>
                <p:oleObj name="Equation" r:id="rId13" imgW="4254480" imgH="116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6238" y="4775200"/>
                        <a:ext cx="5364162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8"/>
          <p:cNvGraphicFramePr>
            <a:graphicFrameLocks noChangeAspect="1"/>
          </p:cNvGraphicFramePr>
          <p:nvPr/>
        </p:nvGraphicFramePr>
        <p:xfrm>
          <a:off x="6596063" y="5854700"/>
          <a:ext cx="1404937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61" name="Equation" r:id="rId15" imgW="888840" imgH="393480" progId="Equation.DSMT4">
                  <p:embed/>
                </p:oleObj>
              </mc:Choice>
              <mc:Fallback>
                <p:oleObj name="Equation" r:id="rId15" imgW="8888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6063" y="5854700"/>
                        <a:ext cx="1404937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8" name="Text Box 30"/>
          <p:cNvSpPr txBox="1">
            <a:spLocks noChangeArrowheads="1"/>
          </p:cNvSpPr>
          <p:nvPr/>
        </p:nvSpPr>
        <p:spPr bwMode="auto">
          <a:xfrm>
            <a:off x="8305800" y="1524000"/>
            <a:ext cx="838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>
                <a:solidFill>
                  <a:srgbClr val="FFFF00"/>
                </a:solidFill>
              </a:rPr>
              <a:t>(4.23.1)</a:t>
            </a:r>
          </a:p>
        </p:txBody>
      </p:sp>
      <p:sp>
        <p:nvSpPr>
          <p:cNvPr id="19469" name="Text Box 30"/>
          <p:cNvSpPr txBox="1">
            <a:spLocks noChangeArrowheads="1"/>
          </p:cNvSpPr>
          <p:nvPr/>
        </p:nvSpPr>
        <p:spPr bwMode="auto">
          <a:xfrm>
            <a:off x="8305800" y="2057400"/>
            <a:ext cx="838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>
                <a:solidFill>
                  <a:srgbClr val="FFFF00"/>
                </a:solidFill>
              </a:rPr>
              <a:t>(4.23.2)</a:t>
            </a:r>
          </a:p>
        </p:txBody>
      </p:sp>
      <p:sp>
        <p:nvSpPr>
          <p:cNvPr id="19470" name="Text Box 30"/>
          <p:cNvSpPr txBox="1">
            <a:spLocks noChangeArrowheads="1"/>
          </p:cNvSpPr>
          <p:nvPr/>
        </p:nvSpPr>
        <p:spPr bwMode="auto">
          <a:xfrm>
            <a:off x="8305800" y="2457450"/>
            <a:ext cx="838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>
                <a:solidFill>
                  <a:srgbClr val="FFFF00"/>
                </a:solidFill>
              </a:rPr>
              <a:t>(4.23.3)</a:t>
            </a:r>
          </a:p>
        </p:txBody>
      </p:sp>
      <p:sp>
        <p:nvSpPr>
          <p:cNvPr id="19471" name="Text Box 30"/>
          <p:cNvSpPr txBox="1">
            <a:spLocks noChangeArrowheads="1"/>
          </p:cNvSpPr>
          <p:nvPr/>
        </p:nvSpPr>
        <p:spPr bwMode="auto">
          <a:xfrm>
            <a:off x="8305800" y="2922588"/>
            <a:ext cx="838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>
                <a:solidFill>
                  <a:srgbClr val="FFFF00"/>
                </a:solidFill>
              </a:rPr>
              <a:t>(4.23.4)</a:t>
            </a:r>
          </a:p>
        </p:txBody>
      </p:sp>
      <p:sp>
        <p:nvSpPr>
          <p:cNvPr id="19472" name="Text Box 30"/>
          <p:cNvSpPr txBox="1">
            <a:spLocks noChangeArrowheads="1"/>
          </p:cNvSpPr>
          <p:nvPr/>
        </p:nvSpPr>
        <p:spPr bwMode="auto">
          <a:xfrm>
            <a:off x="8305800" y="3829050"/>
            <a:ext cx="838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>
                <a:solidFill>
                  <a:srgbClr val="FFFF00"/>
                </a:solidFill>
              </a:rPr>
              <a:t>(4.23.5)</a:t>
            </a:r>
          </a:p>
        </p:txBody>
      </p:sp>
      <p:sp>
        <p:nvSpPr>
          <p:cNvPr id="19473" name="Text Box 30"/>
          <p:cNvSpPr txBox="1">
            <a:spLocks noChangeArrowheads="1"/>
          </p:cNvSpPr>
          <p:nvPr/>
        </p:nvSpPr>
        <p:spPr bwMode="auto">
          <a:xfrm>
            <a:off x="8305800" y="5334000"/>
            <a:ext cx="838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>
                <a:solidFill>
                  <a:srgbClr val="FFFF00"/>
                </a:solidFill>
              </a:rPr>
              <a:t>(4.23.6)</a:t>
            </a:r>
          </a:p>
        </p:txBody>
      </p:sp>
      <p:sp>
        <p:nvSpPr>
          <p:cNvPr id="19474" name="Text Box 30"/>
          <p:cNvSpPr txBox="1">
            <a:spLocks noChangeArrowheads="1"/>
          </p:cNvSpPr>
          <p:nvPr/>
        </p:nvSpPr>
        <p:spPr bwMode="auto">
          <a:xfrm>
            <a:off x="8305800" y="6019800"/>
            <a:ext cx="838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400">
                <a:solidFill>
                  <a:srgbClr val="FFFF00"/>
                </a:solidFill>
              </a:rPr>
              <a:t>(4.23.7)</a:t>
            </a:r>
          </a:p>
        </p:txBody>
      </p:sp>
      <p:sp>
        <p:nvSpPr>
          <p:cNvPr id="19475" name="TextBox 18"/>
          <p:cNvSpPr txBox="1">
            <a:spLocks noChangeArrowheads="1"/>
          </p:cNvSpPr>
          <p:nvPr/>
        </p:nvSpPr>
        <p:spPr bwMode="auto">
          <a:xfrm>
            <a:off x="304800" y="6259513"/>
            <a:ext cx="2819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>
                <a:solidFill>
                  <a:srgbClr val="FFFF00"/>
                </a:solidFill>
              </a:rPr>
              <a:t>This is actually FFT…</a:t>
            </a:r>
          </a:p>
        </p:txBody>
      </p:sp>
    </p:spTree>
    <p:extLst>
      <p:ext uri="{BB962C8B-B14F-4D97-AF65-F5344CB8AC3E}">
        <p14:creationId xmlns:p14="http://schemas.microsoft.com/office/powerpoint/2010/main" val="33900769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Decimation-In-Time FFT Algorithms</a:t>
            </a:r>
          </a:p>
        </p:txBody>
      </p:sp>
      <p:sp>
        <p:nvSpPr>
          <p:cNvPr id="266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Makes use of both symmetry and periodicity</a:t>
            </a:r>
          </a:p>
          <a:p>
            <a:r>
              <a:rPr lang="en-US"/>
              <a:t>Consider special case of N an integer power of 2</a:t>
            </a:r>
          </a:p>
          <a:p>
            <a:r>
              <a:rPr lang="en-US"/>
              <a:t>Separate x[n] into two sequence of length N/2</a:t>
            </a:r>
          </a:p>
          <a:p>
            <a:pPr lvl="1"/>
            <a:r>
              <a:rPr lang="en-US"/>
              <a:t>Even indexed samples in the first sequence</a:t>
            </a:r>
          </a:p>
          <a:p>
            <a:pPr lvl="1"/>
            <a:r>
              <a:rPr lang="en-US"/>
              <a:t>Odd indexed samples in the other sequence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Substitute variables n=2r for n even and n=2r+1 for odd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G[k] and H[k] are the N/2-point DFT’s of each subsequence</a:t>
            </a:r>
          </a:p>
        </p:txBody>
      </p:sp>
      <p:graphicFrame>
        <p:nvGraphicFramePr>
          <p:cNvPr id="266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9780511"/>
              </p:ext>
            </p:extLst>
          </p:nvPr>
        </p:nvGraphicFramePr>
        <p:xfrm>
          <a:off x="860425" y="3051199"/>
          <a:ext cx="6945313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94" name="Equation" r:id="rId3" imgW="4190760" imgH="431640" progId="Equation.3">
                  <p:embed/>
                </p:oleObj>
              </mc:Choice>
              <mc:Fallback>
                <p:oleObj name="Equation" r:id="rId3" imgW="41907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425" y="3051199"/>
                        <a:ext cx="6945313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754096"/>
              </p:ext>
            </p:extLst>
          </p:nvPr>
        </p:nvGraphicFramePr>
        <p:xfrm>
          <a:off x="1895475" y="4343424"/>
          <a:ext cx="5029200" cy="189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95" name="Equation" r:id="rId5" imgW="3035160" imgH="1143000" progId="Equation.3">
                  <p:embed/>
                </p:oleObj>
              </mc:Choice>
              <mc:Fallback>
                <p:oleObj name="Equation" r:id="rId5" imgW="303516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475" y="4343424"/>
                        <a:ext cx="5029200" cy="189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35737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Decimation In Time</a:t>
            </a:r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1800"/>
              <a:t>8-point DFT example using decimation-in-time</a:t>
            </a:r>
          </a:p>
          <a:p>
            <a:r>
              <a:rPr lang="en-US" sz="1800"/>
              <a:t>Two N/2-point DFTs</a:t>
            </a:r>
          </a:p>
          <a:p>
            <a:pPr lvl="1"/>
            <a:r>
              <a:rPr lang="en-US" sz="1600"/>
              <a:t>2(N/2)</a:t>
            </a:r>
            <a:r>
              <a:rPr lang="en-US" sz="1600" baseline="30000"/>
              <a:t>2</a:t>
            </a:r>
            <a:r>
              <a:rPr lang="en-US" sz="1600"/>
              <a:t> complex multiplications</a:t>
            </a:r>
          </a:p>
          <a:p>
            <a:pPr lvl="1"/>
            <a:r>
              <a:rPr lang="en-US" sz="1600"/>
              <a:t>2(N/2)</a:t>
            </a:r>
            <a:r>
              <a:rPr lang="en-US" sz="1600" baseline="30000"/>
              <a:t>2</a:t>
            </a:r>
            <a:r>
              <a:rPr lang="en-US" sz="1600"/>
              <a:t> complex additions</a:t>
            </a:r>
          </a:p>
          <a:p>
            <a:r>
              <a:rPr lang="en-US" sz="1800"/>
              <a:t>Combining the DFT outputs</a:t>
            </a:r>
          </a:p>
          <a:p>
            <a:pPr lvl="1"/>
            <a:r>
              <a:rPr lang="en-US" sz="1600"/>
              <a:t>N complex multiplications</a:t>
            </a:r>
          </a:p>
          <a:p>
            <a:pPr lvl="1"/>
            <a:r>
              <a:rPr lang="en-US" sz="1600"/>
              <a:t>N complex additions</a:t>
            </a:r>
          </a:p>
          <a:p>
            <a:r>
              <a:rPr lang="en-US" sz="1800"/>
              <a:t>Total complexity</a:t>
            </a:r>
          </a:p>
          <a:p>
            <a:pPr lvl="1"/>
            <a:r>
              <a:rPr lang="en-US" sz="1600"/>
              <a:t>N</a:t>
            </a:r>
            <a:r>
              <a:rPr lang="en-US" sz="1600" baseline="30000"/>
              <a:t>2</a:t>
            </a:r>
            <a:r>
              <a:rPr lang="en-US" sz="1600"/>
              <a:t>/2+N complex multiplications</a:t>
            </a:r>
          </a:p>
          <a:p>
            <a:pPr lvl="1"/>
            <a:r>
              <a:rPr lang="en-US" sz="1600"/>
              <a:t>N</a:t>
            </a:r>
            <a:r>
              <a:rPr lang="en-US" sz="1600" baseline="30000"/>
              <a:t>2</a:t>
            </a:r>
            <a:r>
              <a:rPr lang="en-US" sz="1600"/>
              <a:t>/2+N complex additions</a:t>
            </a:r>
          </a:p>
          <a:p>
            <a:pPr lvl="1"/>
            <a:r>
              <a:rPr lang="en-US" sz="1600"/>
              <a:t>More efficient than direct DFT</a:t>
            </a:r>
          </a:p>
          <a:p>
            <a:r>
              <a:rPr lang="en-US" sz="1800"/>
              <a:t>Repeat same process </a:t>
            </a:r>
          </a:p>
          <a:p>
            <a:pPr lvl="1"/>
            <a:r>
              <a:rPr lang="en-US" sz="1600"/>
              <a:t>Divide N/2-point DFTs into </a:t>
            </a:r>
          </a:p>
          <a:p>
            <a:pPr lvl="1"/>
            <a:r>
              <a:rPr lang="en-US" sz="1600"/>
              <a:t>Two N/4-point DFTs</a:t>
            </a:r>
          </a:p>
          <a:p>
            <a:pPr lvl="1"/>
            <a:r>
              <a:rPr lang="en-US" sz="1600"/>
              <a:t>Combine outputs</a:t>
            </a:r>
          </a:p>
          <a:p>
            <a:pPr lvl="1"/>
            <a:endParaRPr lang="en-US" sz="1600"/>
          </a:p>
          <a:p>
            <a:endParaRPr lang="en-US" sz="1800"/>
          </a:p>
        </p:txBody>
      </p:sp>
      <p:sp>
        <p:nvSpPr>
          <p:cNvPr id="267269" name="Rectangle 5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endParaRPr lang="en-US" sz="1800"/>
          </a:p>
        </p:txBody>
      </p:sp>
      <p:pic>
        <p:nvPicPr>
          <p:cNvPr id="2672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4700" y="674688"/>
            <a:ext cx="4300538" cy="3760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727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725" y="4562475"/>
            <a:ext cx="3760788" cy="2046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67218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Decimation In Time Cont’d</a:t>
            </a:r>
          </a:p>
        </p:txBody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two steps of decimation in time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Repeat until we’re left with two-point DFT’s</a:t>
            </a:r>
          </a:p>
        </p:txBody>
      </p:sp>
      <p:pic>
        <p:nvPicPr>
          <p:cNvPr id="2693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621631"/>
            <a:ext cx="5200650" cy="3779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931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5401469"/>
            <a:ext cx="2014538" cy="1303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06074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Decimation-In-Time FFT Algorithm</a:t>
            </a:r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Final flow graph for 8-point decimation in time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Complexity:</a:t>
            </a:r>
          </a:p>
          <a:p>
            <a:pPr lvl="1"/>
            <a:r>
              <a:rPr lang="en-US"/>
              <a:t>Nlog</a:t>
            </a:r>
            <a:r>
              <a:rPr lang="en-US" baseline="-25000"/>
              <a:t>2</a:t>
            </a:r>
            <a:r>
              <a:rPr lang="en-US"/>
              <a:t>N complex multiplications and additions</a:t>
            </a:r>
          </a:p>
        </p:txBody>
      </p:sp>
      <p:pic>
        <p:nvPicPr>
          <p:cNvPr id="27034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763" y="1566763"/>
            <a:ext cx="5641975" cy="445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16216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Butterfly Computation</a:t>
            </a:r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Flow graph constitutes of butterflies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We can implement each butterfly with one multiplication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Final complexity for decimation-in-time FFT</a:t>
            </a:r>
          </a:p>
          <a:p>
            <a:pPr lvl="1"/>
            <a:r>
              <a:rPr lang="en-US"/>
              <a:t>(N/2)log</a:t>
            </a:r>
            <a:r>
              <a:rPr lang="en-US" baseline="-25000"/>
              <a:t>2</a:t>
            </a:r>
            <a:r>
              <a:rPr lang="en-US"/>
              <a:t>N complex multiplications and additions</a:t>
            </a:r>
          </a:p>
          <a:p>
            <a:endParaRPr lang="en-US"/>
          </a:p>
        </p:txBody>
      </p:sp>
      <p:pic>
        <p:nvPicPr>
          <p:cNvPr id="2713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1556792"/>
            <a:ext cx="3379788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136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1831" y="3870300"/>
            <a:ext cx="3398837" cy="1582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60497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In-Place Computation</a:t>
            </a:r>
          </a:p>
        </p:txBody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Decimation-in-time flow graphs require two sets of registers</a:t>
            </a:r>
          </a:p>
          <a:p>
            <a:pPr lvl="1"/>
            <a:r>
              <a:rPr lang="en-US"/>
              <a:t>Input and output for each stage</a:t>
            </a:r>
          </a:p>
          <a:p>
            <a:r>
              <a:rPr lang="en-US"/>
              <a:t> Note the arrangement of the input indices</a:t>
            </a:r>
          </a:p>
          <a:p>
            <a:pPr lvl="1"/>
            <a:r>
              <a:rPr lang="en-US"/>
              <a:t>Bit reversed indexing</a:t>
            </a:r>
          </a:p>
          <a:p>
            <a:endParaRPr lang="en-US"/>
          </a:p>
        </p:txBody>
      </p:sp>
      <p:graphicFrame>
        <p:nvGraphicFramePr>
          <p:cNvPr id="2723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815176"/>
              </p:ext>
            </p:extLst>
          </p:nvPr>
        </p:nvGraphicFramePr>
        <p:xfrm>
          <a:off x="2738438" y="2896071"/>
          <a:ext cx="3867150" cy="319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0" name="Equation" r:id="rId3" imgW="2273040" imgH="1879560" progId="Equation.3">
                  <p:embed/>
                </p:oleObj>
              </mc:Choice>
              <mc:Fallback>
                <p:oleObj name="Equation" r:id="rId3" imgW="2273040" imgH="1879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438" y="2896071"/>
                        <a:ext cx="3867150" cy="319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181911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Decimation-In-Frequency FFT Algorithm</a:t>
            </a:r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DFT equation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Split the DFT equation into even and odd frequency indexes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Substitute variables to get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Similarly for odd-numbered frequencies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2734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3090014"/>
              </p:ext>
            </p:extLst>
          </p:nvPr>
        </p:nvGraphicFramePr>
        <p:xfrm>
          <a:off x="3460750" y="1340768"/>
          <a:ext cx="2062163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18" name="Equation" r:id="rId3" imgW="1244520" imgH="431640" progId="Equation.3">
                  <p:embed/>
                </p:oleObj>
              </mc:Choice>
              <mc:Fallback>
                <p:oleObj name="Equation" r:id="rId3" imgW="12445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0750" y="1340768"/>
                        <a:ext cx="2062163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2269091"/>
              </p:ext>
            </p:extLst>
          </p:nvPr>
        </p:nvGraphicFramePr>
        <p:xfrm>
          <a:off x="1925638" y="2682205"/>
          <a:ext cx="5640387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19" name="Equation" r:id="rId5" imgW="3403440" imgH="444240" progId="Equation.3">
                  <p:embed/>
                </p:oleObj>
              </mc:Choice>
              <mc:Fallback>
                <p:oleObj name="Equation" r:id="rId5" imgW="34034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638" y="2682205"/>
                        <a:ext cx="5640387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8464186"/>
              </p:ext>
            </p:extLst>
          </p:nvPr>
        </p:nvGraphicFramePr>
        <p:xfrm>
          <a:off x="344488" y="3876005"/>
          <a:ext cx="8799512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20" name="Equation" r:id="rId7" imgW="5308560" imgH="431640" progId="Equation.3">
                  <p:embed/>
                </p:oleObj>
              </mc:Choice>
              <mc:Fallback>
                <p:oleObj name="Equation" r:id="rId7" imgW="53085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8" y="3876005"/>
                        <a:ext cx="8799512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34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5430593"/>
              </p:ext>
            </p:extLst>
          </p:nvPr>
        </p:nvGraphicFramePr>
        <p:xfrm>
          <a:off x="2301875" y="5234905"/>
          <a:ext cx="471646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21" name="Equation" r:id="rId9" imgW="2844720" imgH="431640" progId="Equation.3">
                  <p:embed/>
                </p:oleObj>
              </mc:Choice>
              <mc:Fallback>
                <p:oleObj name="Equation" r:id="rId9" imgW="28447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75" y="5234905"/>
                        <a:ext cx="4716463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62757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/>
              <a:t>Decimation-In-Frequency FFT Algorithm</a:t>
            </a: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Final flow graph for 8-point decimation in frequency</a:t>
            </a:r>
          </a:p>
        </p:txBody>
      </p:sp>
      <p:pic>
        <p:nvPicPr>
          <p:cNvPr id="27443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613" y="1702842"/>
            <a:ext cx="6346825" cy="4462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56557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3" descr="sine_pai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827213"/>
            <a:ext cx="5475288" cy="410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Famous Fourier Transforms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6080125" y="2555875"/>
            <a:ext cx="1444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Sine wave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6080125" y="4495800"/>
            <a:ext cx="1933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Delta function</a:t>
            </a:r>
          </a:p>
        </p:txBody>
      </p:sp>
    </p:spTree>
    <p:extLst>
      <p:ext uri="{BB962C8B-B14F-4D97-AF65-F5344CB8AC3E}">
        <p14:creationId xmlns:p14="http://schemas.microsoft.com/office/powerpoint/2010/main" val="15200265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Famous Fourier Transforms</a:t>
            </a:r>
          </a:p>
        </p:txBody>
      </p:sp>
      <p:pic>
        <p:nvPicPr>
          <p:cNvPr id="16390" name="Picture 6" descr="gauss_pai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827213"/>
            <a:ext cx="5484812" cy="411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6080125" y="2555875"/>
            <a:ext cx="1301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Gaussian</a:t>
            </a:r>
          </a:p>
        </p:txBody>
      </p:sp>
      <p:sp>
        <p:nvSpPr>
          <p:cNvPr id="16393" name="Text Box 9"/>
          <p:cNvSpPr txBox="1">
            <a:spLocks noChangeArrowheads="1"/>
          </p:cNvSpPr>
          <p:nvPr/>
        </p:nvSpPr>
        <p:spPr bwMode="auto">
          <a:xfrm>
            <a:off x="6096000" y="4495800"/>
            <a:ext cx="1301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Gaussian</a:t>
            </a:r>
          </a:p>
        </p:txBody>
      </p:sp>
    </p:spTree>
    <p:extLst>
      <p:ext uri="{BB962C8B-B14F-4D97-AF65-F5344CB8AC3E}">
        <p14:creationId xmlns:p14="http://schemas.microsoft.com/office/powerpoint/2010/main" val="7675019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Famous Fourier Transforms</a:t>
            </a:r>
          </a:p>
        </p:txBody>
      </p:sp>
      <p:pic>
        <p:nvPicPr>
          <p:cNvPr id="17414" name="Picture 6" descr="sinc_pair_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827213"/>
            <a:ext cx="5484812" cy="411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6080125" y="2555875"/>
            <a:ext cx="1816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Sinc function</a:t>
            </a:r>
          </a:p>
        </p:txBody>
      </p:sp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6080125" y="4495800"/>
            <a:ext cx="1749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Square wave</a:t>
            </a:r>
          </a:p>
        </p:txBody>
      </p:sp>
    </p:spTree>
    <p:extLst>
      <p:ext uri="{BB962C8B-B14F-4D97-AF65-F5344CB8AC3E}">
        <p14:creationId xmlns:p14="http://schemas.microsoft.com/office/powerpoint/2010/main" val="28109905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Famous Fourier Transforms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6080125" y="2555875"/>
            <a:ext cx="1816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Sinc function</a:t>
            </a: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6080125" y="4495800"/>
            <a:ext cx="1749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Square wave</a:t>
            </a:r>
          </a:p>
        </p:txBody>
      </p:sp>
      <p:pic>
        <p:nvPicPr>
          <p:cNvPr id="18438" name="Picture 6" descr="sinc_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827213"/>
            <a:ext cx="5484812" cy="411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36217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Famous Fourier Transforms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6080125" y="2555875"/>
            <a:ext cx="1654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Exponential</a:t>
            </a: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6080125" y="4495800"/>
            <a:ext cx="1501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/>
              <a:t>Lorentzian</a:t>
            </a:r>
          </a:p>
        </p:txBody>
      </p:sp>
      <p:pic>
        <p:nvPicPr>
          <p:cNvPr id="24582" name="Picture 6" descr="exp_pai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827213"/>
            <a:ext cx="5484812" cy="411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65880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FFT of FID</a:t>
            </a:r>
          </a:p>
        </p:txBody>
      </p:sp>
      <p:pic>
        <p:nvPicPr>
          <p:cNvPr id="19459" name="Picture 3" descr="fid_pair_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827213"/>
            <a:ext cx="5484813" cy="411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3048000" y="5791200"/>
          <a:ext cx="3048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19" name="Equation" r:id="rId4" imgW="3047760" imgH="761760" progId="Equation.3">
                  <p:embed/>
                </p:oleObj>
              </mc:Choice>
              <mc:Fallback>
                <p:oleObj name="Equation" r:id="rId4" imgW="3047760" imgH="761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791200"/>
                        <a:ext cx="30480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51506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FFT of FID</a:t>
            </a:r>
          </a:p>
        </p:txBody>
      </p:sp>
      <p:pic>
        <p:nvPicPr>
          <p:cNvPr id="26628" name="Picture 4" descr="fid_pair_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213" y="1827213"/>
            <a:ext cx="5484812" cy="411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5365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FFT of FID</a:t>
            </a:r>
          </a:p>
        </p:txBody>
      </p:sp>
      <p:pic>
        <p:nvPicPr>
          <p:cNvPr id="27653" name="Picture 5" descr="fid_pair_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213" y="1827213"/>
            <a:ext cx="5484812" cy="411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45109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Examples….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196752"/>
            <a:ext cx="7157954" cy="5093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noiseclass.wav">
            <a:hlinkClick r:id="" action="ppaction://media"/>
          </p:cNvPr>
          <p:cNvPicPr>
            <a:picLocks noGrp="1" noChangeAspect="1"/>
          </p:cNvPicPr>
          <p:nvPr>
            <p:ph idx="1"/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084993" y="4437112"/>
            <a:ext cx="609600" cy="609600"/>
          </a:xfrm>
        </p:spPr>
      </p:pic>
    </p:spTree>
    <p:extLst>
      <p:ext uri="{BB962C8B-B14F-4D97-AF65-F5344CB8AC3E}">
        <p14:creationId xmlns:p14="http://schemas.microsoft.com/office/powerpoint/2010/main" val="276150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4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060" y="1177328"/>
            <a:ext cx="7119880" cy="53480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Spectrum (computed through FFT)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060" y="1120489"/>
            <a:ext cx="7119880" cy="53480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 bwMode="auto">
          <a:xfrm>
            <a:off x="1763688" y="1412776"/>
            <a:ext cx="1872208" cy="2088232"/>
          </a:xfrm>
          <a:prstGeom prst="roundRect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solidFill>
                  <a:srgbClr val="0070C0"/>
                </a:solidFill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7254320" y="5435692"/>
            <a:ext cx="1696116" cy="1215931"/>
            <a:chOff x="1164460" y="1329728"/>
            <a:chExt cx="7119880" cy="5348016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4460" y="1329728"/>
              <a:ext cx="7119880" cy="5348016"/>
            </a:xfrm>
            <a:prstGeom prst="rect">
              <a:avLst/>
            </a:prstGeom>
          </p:spPr>
        </p:pic>
        <p:sp>
          <p:nvSpPr>
            <p:cNvPr id="9" name="Rounded Rectangle 8"/>
            <p:cNvSpPr/>
            <p:nvPr/>
          </p:nvSpPr>
          <p:spPr bwMode="auto">
            <a:xfrm>
              <a:off x="1916088" y="1565176"/>
              <a:ext cx="1872208" cy="2088232"/>
            </a:xfrm>
            <a:prstGeom prst="roundRect">
              <a:avLst/>
            </a:prstGeom>
            <a:noFill/>
            <a:ln w="254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solidFill>
                    <a:srgbClr val="0070C0"/>
                  </a:solidFill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995936" y="1628800"/>
            <a:ext cx="5175966" cy="2376264"/>
            <a:chOff x="3995936" y="1628800"/>
            <a:chExt cx="5175966" cy="2376264"/>
          </a:xfrm>
        </p:grpSpPr>
        <p:cxnSp>
          <p:nvCxnSpPr>
            <p:cNvPr id="12" name="Straight Arrow Connector 11"/>
            <p:cNvCxnSpPr/>
            <p:nvPr/>
          </p:nvCxnSpPr>
          <p:spPr bwMode="auto">
            <a:xfrm flipH="1" flipV="1">
              <a:off x="3995936" y="2060848"/>
              <a:ext cx="4536504" cy="1296144"/>
            </a:xfrm>
            <a:prstGeom prst="straightConnector1">
              <a:avLst/>
            </a:prstGeom>
            <a:noFill/>
            <a:ln w="254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Straight Arrow Connector 12"/>
            <p:cNvCxnSpPr/>
            <p:nvPr/>
          </p:nvCxnSpPr>
          <p:spPr bwMode="auto">
            <a:xfrm flipH="1" flipV="1">
              <a:off x="4572000" y="1916832"/>
              <a:ext cx="3960440" cy="1440160"/>
            </a:xfrm>
            <a:prstGeom prst="straightConnector1">
              <a:avLst/>
            </a:prstGeom>
            <a:noFill/>
            <a:ln w="254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Straight Arrow Connector 15"/>
            <p:cNvCxnSpPr/>
            <p:nvPr/>
          </p:nvCxnSpPr>
          <p:spPr bwMode="auto">
            <a:xfrm flipH="1" flipV="1">
              <a:off x="5364088" y="1916832"/>
              <a:ext cx="3168352" cy="1440160"/>
            </a:xfrm>
            <a:prstGeom prst="straightConnector1">
              <a:avLst/>
            </a:prstGeom>
            <a:noFill/>
            <a:ln w="254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Straight Arrow Connector 18"/>
            <p:cNvCxnSpPr/>
            <p:nvPr/>
          </p:nvCxnSpPr>
          <p:spPr bwMode="auto">
            <a:xfrm flipH="1" flipV="1">
              <a:off x="6012160" y="1628800"/>
              <a:ext cx="2520280" cy="1728192"/>
            </a:xfrm>
            <a:prstGeom prst="straightConnector1">
              <a:avLst/>
            </a:prstGeom>
            <a:noFill/>
            <a:ln w="254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2" name="TextBox 21"/>
            <p:cNvSpPr txBox="1"/>
            <p:nvPr/>
          </p:nvSpPr>
          <p:spPr>
            <a:xfrm>
              <a:off x="8102378" y="3358733"/>
              <a:ext cx="106952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Peak</a:t>
              </a:r>
            </a:p>
            <a:p>
              <a:pPr algn="ctr"/>
              <a:r>
                <a:rPr lang="en-US" dirty="0"/>
                <a:t>energies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7655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9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0.00231 L 0.39392 0.39121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88" y="19676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13873E-6 L 0.43906 0.43653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218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9" presetClass="emph" presetSubtype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7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8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059" y="1177328"/>
            <a:ext cx="7200000" cy="540819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73" y="1177328"/>
            <a:ext cx="7200000" cy="54081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Spectrum (computed through FFT)</a:t>
            </a:r>
          </a:p>
        </p:txBody>
      </p:sp>
    </p:spTree>
    <p:extLst>
      <p:ext uri="{BB962C8B-B14F-4D97-AF65-F5344CB8AC3E}">
        <p14:creationId xmlns:p14="http://schemas.microsoft.com/office/powerpoint/2010/main" val="371783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600" y="1177199"/>
            <a:ext cx="7200000" cy="54083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Spectrum (computed through FFT)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292083" y="1819514"/>
            <a:ext cx="2917592" cy="677110"/>
            <a:chOff x="4612669" y="2851952"/>
            <a:chExt cx="3453343" cy="507832"/>
          </a:xfrm>
        </p:grpSpPr>
        <p:cxnSp>
          <p:nvCxnSpPr>
            <p:cNvPr id="8" name="Straight Arrow Connector 7"/>
            <p:cNvCxnSpPr/>
            <p:nvPr/>
          </p:nvCxnSpPr>
          <p:spPr bwMode="auto">
            <a:xfrm flipH="1">
              <a:off x="4612669" y="2990452"/>
              <a:ext cx="2688326" cy="369332"/>
            </a:xfrm>
            <a:prstGeom prst="straightConnector1">
              <a:avLst/>
            </a:prstGeom>
            <a:noFill/>
            <a:ln w="254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" name="TextBox 11"/>
            <p:cNvSpPr txBox="1"/>
            <p:nvPr/>
          </p:nvSpPr>
          <p:spPr>
            <a:xfrm>
              <a:off x="7300996" y="2851952"/>
              <a:ext cx="7650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Raw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769133" y="4970206"/>
            <a:ext cx="3071484" cy="1132382"/>
            <a:chOff x="4539593" y="2733492"/>
            <a:chExt cx="3635493" cy="849286"/>
          </a:xfrm>
        </p:grpSpPr>
        <p:cxnSp>
          <p:nvCxnSpPr>
            <p:cNvPr id="20" name="Straight Arrow Connector 19"/>
            <p:cNvCxnSpPr>
              <a:stCxn id="21" idx="1"/>
            </p:cNvCxnSpPr>
            <p:nvPr/>
          </p:nvCxnSpPr>
          <p:spPr bwMode="auto">
            <a:xfrm flipH="1" flipV="1">
              <a:off x="4539593" y="2733492"/>
              <a:ext cx="2506184" cy="710786"/>
            </a:xfrm>
            <a:prstGeom prst="straightConnector1">
              <a:avLst/>
            </a:prstGeom>
            <a:noFill/>
            <a:ln w="254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" name="TextBox 20"/>
            <p:cNvSpPr txBox="1"/>
            <p:nvPr/>
          </p:nvSpPr>
          <p:spPr>
            <a:xfrm>
              <a:off x="7045778" y="3305779"/>
              <a:ext cx="112930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Filtered</a:t>
              </a:r>
            </a:p>
          </p:txBody>
        </p:sp>
      </p:grpSp>
      <p:pic>
        <p:nvPicPr>
          <p:cNvPr id="24" name="noisefiltered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51727" y="508267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357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" dur="28440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audio>
              <p:cMediaNode vol="8000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268760"/>
            <a:ext cx="7119880" cy="53480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Spectrum (computed through FFT)</a:t>
            </a:r>
          </a:p>
        </p:txBody>
      </p:sp>
      <p:pic>
        <p:nvPicPr>
          <p:cNvPr id="3" name="noisesimulate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699792" y="5082765"/>
            <a:ext cx="609600" cy="60960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3788522" y="1916832"/>
            <a:ext cx="5336268" cy="3473226"/>
            <a:chOff x="3995936" y="1916832"/>
            <a:chExt cx="5336268" cy="3473226"/>
          </a:xfrm>
        </p:grpSpPr>
        <p:cxnSp>
          <p:nvCxnSpPr>
            <p:cNvPr id="6" name="Straight Arrow Connector 5"/>
            <p:cNvCxnSpPr/>
            <p:nvPr/>
          </p:nvCxnSpPr>
          <p:spPr bwMode="auto">
            <a:xfrm flipH="1" flipV="1">
              <a:off x="3995936" y="2060848"/>
              <a:ext cx="4536504" cy="1296144"/>
            </a:xfrm>
            <a:prstGeom prst="straightConnector1">
              <a:avLst/>
            </a:prstGeom>
            <a:noFill/>
            <a:ln w="254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" name="Straight Arrow Connector 6"/>
            <p:cNvCxnSpPr/>
            <p:nvPr/>
          </p:nvCxnSpPr>
          <p:spPr bwMode="auto">
            <a:xfrm flipH="1" flipV="1">
              <a:off x="4572000" y="1916832"/>
              <a:ext cx="3960440" cy="1440160"/>
            </a:xfrm>
            <a:prstGeom prst="straightConnector1">
              <a:avLst/>
            </a:prstGeom>
            <a:noFill/>
            <a:ln w="254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Straight Arrow Connector 7"/>
            <p:cNvCxnSpPr/>
            <p:nvPr/>
          </p:nvCxnSpPr>
          <p:spPr bwMode="auto">
            <a:xfrm flipH="1" flipV="1">
              <a:off x="5364088" y="1916832"/>
              <a:ext cx="3168352" cy="1440160"/>
            </a:xfrm>
            <a:prstGeom prst="straightConnector1">
              <a:avLst/>
            </a:prstGeom>
            <a:noFill/>
            <a:ln w="254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Straight Arrow Connector 8"/>
            <p:cNvCxnSpPr/>
            <p:nvPr/>
          </p:nvCxnSpPr>
          <p:spPr bwMode="auto">
            <a:xfrm flipH="1" flipV="1">
              <a:off x="6012160" y="1916832"/>
              <a:ext cx="2520280" cy="1440160"/>
            </a:xfrm>
            <a:prstGeom prst="straightConnector1">
              <a:avLst/>
            </a:prstGeom>
            <a:noFill/>
            <a:ln w="254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" name="TextBox 9"/>
            <p:cNvSpPr txBox="1"/>
            <p:nvPr/>
          </p:nvSpPr>
          <p:spPr>
            <a:xfrm>
              <a:off x="7942080" y="3358733"/>
              <a:ext cx="1390124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Simulated</a:t>
              </a:r>
            </a:p>
            <a:p>
              <a:pPr algn="ctr"/>
              <a:r>
                <a:rPr lang="en-US" dirty="0"/>
                <a:t>Noise using</a:t>
              </a:r>
            </a:p>
            <a:p>
              <a:pPr algn="ctr"/>
              <a:r>
                <a:rPr lang="en-US" dirty="0"/>
                <a:t>Tones at</a:t>
              </a:r>
            </a:p>
            <a:p>
              <a:pPr algn="ctr"/>
              <a:r>
                <a:rPr lang="en-US" dirty="0"/>
                <a:t>185 Hz,</a:t>
              </a:r>
            </a:p>
            <a:p>
              <a:pPr algn="ctr"/>
              <a:r>
                <a:rPr lang="en-US" dirty="0"/>
                <a:t>246 Hz,</a:t>
              </a:r>
            </a:p>
            <a:p>
              <a:pPr algn="ctr"/>
              <a:r>
                <a:rPr lang="en-US" dirty="0"/>
                <a:t>308 Hz,</a:t>
              </a:r>
            </a:p>
            <a:p>
              <a:pPr algn="ctr"/>
              <a:r>
                <a:rPr lang="en-US" dirty="0"/>
                <a:t>370 Hz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9136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1618" name="Object 2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3268355"/>
              </p:ext>
            </p:extLst>
          </p:nvPr>
        </p:nvGraphicFramePr>
        <p:xfrm>
          <a:off x="762000" y="2699023"/>
          <a:ext cx="4876800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0" name="Equation" r:id="rId3" imgW="2222280" imgH="850680" progId="Equation.3">
                  <p:embed/>
                </p:oleObj>
              </mc:Choice>
              <mc:Fallback>
                <p:oleObj name="Equation" r:id="rId3" imgW="2222280" imgH="85068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699023"/>
                        <a:ext cx="4876800" cy="11509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0" name="Object 4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2249583"/>
              </p:ext>
            </p:extLst>
          </p:nvPr>
        </p:nvGraphicFramePr>
        <p:xfrm>
          <a:off x="936625" y="1325563"/>
          <a:ext cx="4519613" cy="1138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11" name="Equation" r:id="rId5" imgW="2286000" imgH="761760" progId="Equation.3">
                  <p:embed/>
                </p:oleObj>
              </mc:Choice>
              <mc:Fallback>
                <p:oleObj name="Equation" r:id="rId5" imgW="2286000" imgH="76176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25" y="1325563"/>
                        <a:ext cx="4519613" cy="113823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19" name="Rectangle 3"/>
          <p:cNvSpPr>
            <a:spLocks noChangeArrowheads="1"/>
          </p:cNvSpPr>
          <p:nvPr/>
        </p:nvSpPr>
        <p:spPr bwMode="auto">
          <a:xfrm>
            <a:off x="4038600" y="2267223"/>
            <a:ext cx="1597025" cy="3635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800">
                <a:solidFill>
                  <a:srgbClr val="FF0000"/>
                </a:solidFill>
                <a:latin typeface="Arial" charset="0"/>
              </a:rPr>
              <a:t>(u = 0,..., N-1)</a:t>
            </a:r>
          </a:p>
        </p:txBody>
      </p:sp>
      <p:sp>
        <p:nvSpPr>
          <p:cNvPr id="111621" name="Rectangle 5"/>
          <p:cNvSpPr>
            <a:spLocks noChangeArrowheads="1"/>
          </p:cNvSpPr>
          <p:nvPr/>
        </p:nvSpPr>
        <p:spPr bwMode="auto">
          <a:xfrm>
            <a:off x="4054475" y="3638823"/>
            <a:ext cx="1584325" cy="363537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800">
                <a:solidFill>
                  <a:srgbClr val="FF0000"/>
                </a:solidFill>
                <a:latin typeface="Arial" charset="0"/>
              </a:rPr>
              <a:t>(x = 0,..., N-1)</a:t>
            </a:r>
          </a:p>
        </p:txBody>
      </p:sp>
      <p:sp>
        <p:nvSpPr>
          <p:cNvPr id="111622" name="Rectangle 6"/>
          <p:cNvSpPr>
            <a:spLocks noChangeArrowheads="1"/>
          </p:cNvSpPr>
          <p:nvPr/>
        </p:nvSpPr>
        <p:spPr bwMode="auto">
          <a:xfrm>
            <a:off x="685800" y="878160"/>
            <a:ext cx="4368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1D Discrete Fourier Transform:</a:t>
            </a:r>
          </a:p>
        </p:txBody>
      </p:sp>
      <p:sp>
        <p:nvSpPr>
          <p:cNvPr id="111623" name="Rectangle 7"/>
          <p:cNvSpPr>
            <a:spLocks noChangeArrowheads="1"/>
          </p:cNvSpPr>
          <p:nvPr/>
        </p:nvSpPr>
        <p:spPr bwMode="auto">
          <a:xfrm>
            <a:off x="381000" y="400050"/>
            <a:ext cx="847566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4000" dirty="0">
                <a:solidFill>
                  <a:schemeClr val="tx2"/>
                </a:solidFill>
              </a:rPr>
              <a:t> The Discrete Fourier Transform</a:t>
            </a:r>
          </a:p>
        </p:txBody>
      </p:sp>
      <p:grpSp>
        <p:nvGrpSpPr>
          <p:cNvPr id="111629" name="Group 13"/>
          <p:cNvGrpSpPr>
            <a:grpSpLocks/>
          </p:cNvGrpSpPr>
          <p:nvPr/>
        </p:nvGrpSpPr>
        <p:grpSpPr bwMode="auto">
          <a:xfrm>
            <a:off x="685800" y="3994423"/>
            <a:ext cx="7396163" cy="2674937"/>
            <a:chOff x="432" y="2443"/>
            <a:chExt cx="4659" cy="1685"/>
          </a:xfrm>
        </p:grpSpPr>
        <p:graphicFrame>
          <p:nvGraphicFramePr>
            <p:cNvPr id="111624" name="Object 8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57" y="2688"/>
            <a:ext cx="4634" cy="6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12" name="Equation" r:id="rId7" imgW="3720960" imgH="685800" progId="Equation.3">
                    <p:embed/>
                  </p:oleObj>
                </mc:Choice>
                <mc:Fallback>
                  <p:oleObj name="Equation" r:id="rId7" imgW="3720960" imgH="685800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" y="2688"/>
                          <a:ext cx="4634" cy="644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1625" name="Rectangle 9"/>
            <p:cNvSpPr>
              <a:spLocks noChangeArrowheads="1"/>
            </p:cNvSpPr>
            <p:nvPr/>
          </p:nvSpPr>
          <p:spPr bwMode="auto">
            <a:xfrm>
              <a:off x="432" y="2443"/>
              <a:ext cx="2752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b="1">
                  <a:solidFill>
                    <a:srgbClr val="FF0000"/>
                  </a:solidFill>
                </a:rPr>
                <a:t>2D Discrete Fourier Transform:</a:t>
              </a:r>
            </a:p>
          </p:txBody>
        </p:sp>
        <p:graphicFrame>
          <p:nvGraphicFramePr>
            <p:cNvPr id="111626" name="Object 10">
              <a:hlinkClick r:id="" action="ppaction://ole?verb=0"/>
            </p:cNvPr>
            <p:cNvGraphicFramePr>
              <a:graphicFrameLocks/>
            </p:cNvGraphicFramePr>
            <p:nvPr/>
          </p:nvGraphicFramePr>
          <p:xfrm>
            <a:off x="462" y="3460"/>
            <a:ext cx="4626" cy="6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613" name="Equation" r:id="rId9" imgW="3187440" imgH="660240" progId="Equation.3">
                    <p:embed/>
                  </p:oleObj>
                </mc:Choice>
                <mc:Fallback>
                  <p:oleObj name="Equation" r:id="rId9" imgW="3187440" imgH="660240" progId="Equation.3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" y="3460"/>
                          <a:ext cx="4626" cy="620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1627" name="Rectangle 11"/>
            <p:cNvSpPr>
              <a:spLocks noChangeArrowheads="1"/>
            </p:cNvSpPr>
            <p:nvPr/>
          </p:nvSpPr>
          <p:spPr bwMode="auto">
            <a:xfrm>
              <a:off x="3176" y="3899"/>
              <a:ext cx="1906" cy="22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>
                  <a:solidFill>
                    <a:srgbClr val="FF0000"/>
                  </a:solidFill>
                  <a:latin typeface="Arial" charset="0"/>
                </a:rPr>
                <a:t>(x = 0,..., N-1;  y = 0,…,M-1)</a:t>
              </a:r>
            </a:p>
          </p:txBody>
        </p:sp>
        <p:sp>
          <p:nvSpPr>
            <p:cNvPr id="111628" name="Rectangle 12"/>
            <p:cNvSpPr>
              <a:spLocks noChangeArrowheads="1"/>
            </p:cNvSpPr>
            <p:nvPr/>
          </p:nvSpPr>
          <p:spPr bwMode="auto">
            <a:xfrm>
              <a:off x="3176" y="3171"/>
              <a:ext cx="1914" cy="22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>
                  <a:solidFill>
                    <a:srgbClr val="FF0000"/>
                  </a:solidFill>
                  <a:latin typeface="Arial" charset="0"/>
                </a:rPr>
                <a:t>(u = 0,..., N-1;  v = 0,…,M-1)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40548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3" name="Rectangle 5"/>
          <p:cNvSpPr>
            <a:spLocks noChangeArrowheads="1"/>
          </p:cNvSpPr>
          <p:nvPr/>
        </p:nvSpPr>
        <p:spPr bwMode="auto">
          <a:xfrm>
            <a:off x="5181600" y="2133600"/>
            <a:ext cx="36576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800" dirty="0">
                <a:latin typeface="Arial" charset="0"/>
              </a:rPr>
              <a:t>Fourier spectrum  log(1 + |F(</a:t>
            </a:r>
            <a:r>
              <a:rPr lang="en-US" sz="1800" dirty="0" err="1">
                <a:latin typeface="Arial" charset="0"/>
              </a:rPr>
              <a:t>u,v</a:t>
            </a:r>
            <a:r>
              <a:rPr lang="en-US" sz="1800" dirty="0">
                <a:latin typeface="Arial" charset="0"/>
              </a:rPr>
              <a:t>)|) </a:t>
            </a:r>
          </a:p>
        </p:txBody>
      </p:sp>
      <p:sp>
        <p:nvSpPr>
          <p:cNvPr id="94211" name="Rectangle 3"/>
          <p:cNvSpPr>
            <a:spLocks noChangeArrowheads="1"/>
          </p:cNvSpPr>
          <p:nvPr/>
        </p:nvSpPr>
        <p:spPr bwMode="auto">
          <a:xfrm>
            <a:off x="2120900" y="2154238"/>
            <a:ext cx="942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800">
                <a:latin typeface="Arial" charset="0"/>
              </a:rPr>
              <a:t>Image f</a:t>
            </a:r>
          </a:p>
        </p:txBody>
      </p:sp>
      <p:sp>
        <p:nvSpPr>
          <p:cNvPr id="94212" name="Rectangle 4"/>
          <p:cNvSpPr>
            <a:spLocks noChangeArrowheads="1"/>
          </p:cNvSpPr>
          <p:nvPr/>
        </p:nvSpPr>
        <p:spPr bwMode="auto">
          <a:xfrm>
            <a:off x="609600" y="552450"/>
            <a:ext cx="8267700" cy="75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/>
            <a:r>
              <a:rPr lang="en-US" sz="4400" b="1">
                <a:solidFill>
                  <a:srgbClr val="114FFB"/>
                </a:solidFill>
              </a:rPr>
              <a:t>The Fourier Image</a:t>
            </a:r>
          </a:p>
        </p:txBody>
      </p:sp>
      <p:pic>
        <p:nvPicPr>
          <p:cNvPr id="94215" name="Picture 7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667000"/>
            <a:ext cx="25527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4219" name="Group 11"/>
          <p:cNvGrpSpPr>
            <a:grpSpLocks/>
          </p:cNvGrpSpPr>
          <p:nvPr/>
        </p:nvGrpSpPr>
        <p:grpSpPr bwMode="auto">
          <a:xfrm>
            <a:off x="4914900" y="2133600"/>
            <a:ext cx="2949575" cy="2959100"/>
            <a:chOff x="3432" y="1344"/>
            <a:chExt cx="1858" cy="1864"/>
          </a:xfrm>
        </p:grpSpPr>
        <p:pic>
          <p:nvPicPr>
            <p:cNvPr id="94217" name="Picture 9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2" y="1680"/>
              <a:ext cx="1528" cy="1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4218" name="Rectangle 10"/>
            <p:cNvSpPr>
              <a:spLocks noChangeArrowheads="1"/>
            </p:cNvSpPr>
            <p:nvPr/>
          </p:nvSpPr>
          <p:spPr bwMode="auto">
            <a:xfrm>
              <a:off x="3598" y="1344"/>
              <a:ext cx="169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dirty="0">
                  <a:latin typeface="Arial" charset="0"/>
                </a:rPr>
                <a:t>Fourier spectrum |F(</a:t>
              </a:r>
              <a:r>
                <a:rPr lang="en-US" sz="1800" dirty="0" err="1">
                  <a:latin typeface="Arial" charset="0"/>
                </a:rPr>
                <a:t>u,v</a:t>
              </a:r>
              <a:r>
                <a:rPr lang="en-US" sz="1800" dirty="0">
                  <a:latin typeface="Arial" charset="0"/>
                </a:rPr>
                <a:t>)|</a:t>
              </a:r>
            </a:p>
          </p:txBody>
        </p:sp>
      </p:grpSp>
      <p:pic>
        <p:nvPicPr>
          <p:cNvPr id="94216" name="Picture 8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0" y="2667000"/>
            <a:ext cx="25527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29079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3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3"/>
          <p:cNvSpPr>
            <a:spLocks noChangeArrowheads="1"/>
          </p:cNvSpPr>
          <p:nvPr/>
        </p:nvSpPr>
        <p:spPr bwMode="auto">
          <a:xfrm>
            <a:off x="2120900" y="2154238"/>
            <a:ext cx="9429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800">
                <a:latin typeface="Arial" charset="0"/>
              </a:rPr>
              <a:t>Image f</a:t>
            </a:r>
          </a:p>
        </p:txBody>
      </p:sp>
      <p:sp>
        <p:nvSpPr>
          <p:cNvPr id="94212" name="Rectangle 4"/>
          <p:cNvSpPr>
            <a:spLocks noChangeArrowheads="1"/>
          </p:cNvSpPr>
          <p:nvPr/>
        </p:nvSpPr>
        <p:spPr bwMode="auto">
          <a:xfrm>
            <a:off x="609600" y="552450"/>
            <a:ext cx="8267700" cy="75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/>
            <a:r>
              <a:rPr lang="en-US" sz="4400" b="1">
                <a:solidFill>
                  <a:srgbClr val="114FFB"/>
                </a:solidFill>
              </a:rPr>
              <a:t>The Fourier Image</a:t>
            </a:r>
          </a:p>
        </p:txBody>
      </p:sp>
      <p:pic>
        <p:nvPicPr>
          <p:cNvPr id="94215" name="Picture 7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667000"/>
            <a:ext cx="25527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4219" name="Group 11"/>
          <p:cNvGrpSpPr>
            <a:grpSpLocks/>
          </p:cNvGrpSpPr>
          <p:nvPr/>
        </p:nvGrpSpPr>
        <p:grpSpPr bwMode="auto">
          <a:xfrm>
            <a:off x="4914900" y="2133600"/>
            <a:ext cx="2949575" cy="2959100"/>
            <a:chOff x="3432" y="1344"/>
            <a:chExt cx="1858" cy="1864"/>
          </a:xfrm>
        </p:grpSpPr>
        <p:pic>
          <p:nvPicPr>
            <p:cNvPr id="94217" name="Picture 9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2" y="1680"/>
              <a:ext cx="1528" cy="1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4218" name="Rectangle 10"/>
            <p:cNvSpPr>
              <a:spLocks noChangeArrowheads="1"/>
            </p:cNvSpPr>
            <p:nvPr/>
          </p:nvSpPr>
          <p:spPr bwMode="auto">
            <a:xfrm>
              <a:off x="3598" y="1344"/>
              <a:ext cx="1692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dirty="0">
                  <a:latin typeface="Arial" charset="0"/>
                </a:rPr>
                <a:t>Fourier spectrum |F(</a:t>
              </a:r>
              <a:r>
                <a:rPr lang="en-US" sz="1800" dirty="0" err="1">
                  <a:latin typeface="Arial" charset="0"/>
                </a:rPr>
                <a:t>u,v</a:t>
              </a:r>
              <a:r>
                <a:rPr lang="en-US" sz="1800" dirty="0">
                  <a:latin typeface="Arial" charset="0"/>
                </a:rPr>
                <a:t>)|</a:t>
              </a:r>
            </a:p>
          </p:txBody>
        </p:sp>
      </p:grpSp>
      <p:pic>
        <p:nvPicPr>
          <p:cNvPr id="94216" name="Picture 8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0" y="2667000"/>
            <a:ext cx="25527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32351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 descr="freqBands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987550"/>
            <a:ext cx="2722563" cy="263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515" name="Picture 3" descr="freqBands2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4950" y="1987550"/>
            <a:ext cx="2703513" cy="263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2274888" y="403225"/>
            <a:ext cx="4735512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4400"/>
              <a:t>Frequency Bands</a:t>
            </a:r>
          </a:p>
        </p:txBody>
      </p:sp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1117600" y="4951413"/>
            <a:ext cx="667385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Percentage of image power enclosed in circles (small to large) : </a:t>
            </a:r>
          </a:p>
          <a:p>
            <a:endParaRPr lang="en-US" sz="1800">
              <a:latin typeface="Arial" charset="0"/>
            </a:endParaRPr>
          </a:p>
          <a:p>
            <a:r>
              <a:rPr lang="en-US" sz="1800">
                <a:latin typeface="Arial" charset="0"/>
              </a:rPr>
              <a:t>	     90%, 95%, 98%, 99%, 99.5%, 99.9%</a:t>
            </a:r>
          </a:p>
        </p:txBody>
      </p:sp>
      <p:sp>
        <p:nvSpPr>
          <p:cNvPr id="64518" name="Text Box 6"/>
          <p:cNvSpPr txBox="1">
            <a:spLocks noChangeArrowheads="1"/>
          </p:cNvSpPr>
          <p:nvPr/>
        </p:nvSpPr>
        <p:spPr bwMode="auto">
          <a:xfrm>
            <a:off x="1828800" y="1543050"/>
            <a:ext cx="12446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Image</a:t>
            </a:r>
          </a:p>
        </p:txBody>
      </p:sp>
      <p:sp>
        <p:nvSpPr>
          <p:cNvPr id="64519" name="Text Box 7"/>
          <p:cNvSpPr txBox="1">
            <a:spLocks noChangeArrowheads="1"/>
          </p:cNvSpPr>
          <p:nvPr/>
        </p:nvSpPr>
        <p:spPr bwMode="auto">
          <a:xfrm>
            <a:off x="5283200" y="1543050"/>
            <a:ext cx="27511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>
                <a:latin typeface="Arial" charset="0"/>
              </a:rPr>
              <a:t>Fourier Spectrum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586586" y="2132856"/>
            <a:ext cx="2225774" cy="3456385"/>
            <a:chOff x="5586586" y="2132856"/>
            <a:chExt cx="2225774" cy="3456385"/>
          </a:xfrm>
        </p:grpSpPr>
        <p:cxnSp>
          <p:nvCxnSpPr>
            <p:cNvPr id="3" name="Straight Arrow Connector 2"/>
            <p:cNvCxnSpPr>
              <a:endCxn id="6" idx="4"/>
            </p:cNvCxnSpPr>
            <p:nvPr/>
          </p:nvCxnSpPr>
          <p:spPr bwMode="auto">
            <a:xfrm flipV="1">
              <a:off x="5868144" y="4437112"/>
              <a:ext cx="831329" cy="1152129"/>
            </a:xfrm>
            <a:prstGeom prst="straightConnector1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" name="Oval 5"/>
            <p:cNvSpPr/>
            <p:nvPr/>
          </p:nvSpPr>
          <p:spPr bwMode="auto">
            <a:xfrm>
              <a:off x="5586586" y="2132856"/>
              <a:ext cx="2225774" cy="2304256"/>
            </a:xfrm>
            <a:prstGeom prst="ellipse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076056" y="2636912"/>
            <a:ext cx="2232248" cy="2952330"/>
            <a:chOff x="4572000" y="2636912"/>
            <a:chExt cx="2232248" cy="2952330"/>
          </a:xfrm>
        </p:grpSpPr>
        <p:cxnSp>
          <p:nvCxnSpPr>
            <p:cNvPr id="15" name="Straight Arrow Connector 14"/>
            <p:cNvCxnSpPr/>
            <p:nvPr/>
          </p:nvCxnSpPr>
          <p:spPr bwMode="auto">
            <a:xfrm flipV="1">
              <a:off x="4572000" y="3743240"/>
              <a:ext cx="1207752" cy="1846002"/>
            </a:xfrm>
            <a:prstGeom prst="straightConnector1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" name="Oval 15"/>
            <p:cNvSpPr/>
            <p:nvPr/>
          </p:nvSpPr>
          <p:spPr bwMode="auto">
            <a:xfrm>
              <a:off x="5580112" y="2636912"/>
              <a:ext cx="1224136" cy="1296144"/>
            </a:xfrm>
            <a:prstGeom prst="ellipse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771800" y="3140968"/>
            <a:ext cx="4059186" cy="2448273"/>
            <a:chOff x="1224377" y="3168589"/>
            <a:chExt cx="4059186" cy="2448273"/>
          </a:xfrm>
        </p:grpSpPr>
        <p:cxnSp>
          <p:nvCxnSpPr>
            <p:cNvPr id="20" name="Straight Arrow Connector 19"/>
            <p:cNvCxnSpPr>
              <a:endCxn id="21" idx="3"/>
            </p:cNvCxnSpPr>
            <p:nvPr/>
          </p:nvCxnSpPr>
          <p:spPr bwMode="auto">
            <a:xfrm flipV="1">
              <a:off x="1224377" y="3352977"/>
              <a:ext cx="3851976" cy="2263885"/>
            </a:xfrm>
            <a:prstGeom prst="straightConnector1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" name="Oval 20"/>
            <p:cNvSpPr/>
            <p:nvPr/>
          </p:nvSpPr>
          <p:spPr bwMode="auto">
            <a:xfrm>
              <a:off x="5040801" y="3168589"/>
              <a:ext cx="242762" cy="216024"/>
            </a:xfrm>
            <a:prstGeom prst="ellipse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571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 descr="bluring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6234" y="755650"/>
            <a:ext cx="3802062" cy="589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107504" y="466898"/>
            <a:ext cx="4166492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Low pass Filtering</a:t>
            </a:r>
          </a:p>
        </p:txBody>
      </p:sp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3765996" y="2209800"/>
            <a:ext cx="508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000">
                <a:latin typeface="Arial" charset="0"/>
              </a:rPr>
              <a:t>90%</a:t>
            </a:r>
          </a:p>
        </p:txBody>
      </p:sp>
      <p:sp>
        <p:nvSpPr>
          <p:cNvPr id="66565" name="Rectangle 5"/>
          <p:cNvSpPr>
            <a:spLocks noChangeArrowheads="1"/>
          </p:cNvSpPr>
          <p:nvPr/>
        </p:nvSpPr>
        <p:spPr bwMode="auto">
          <a:xfrm>
            <a:off x="8280846" y="2219325"/>
            <a:ext cx="508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000">
                <a:latin typeface="Arial" charset="0"/>
              </a:rPr>
              <a:t>95%</a:t>
            </a:r>
          </a:p>
        </p:txBody>
      </p:sp>
      <p:sp>
        <p:nvSpPr>
          <p:cNvPr id="66566" name="Rectangle 6"/>
          <p:cNvSpPr>
            <a:spLocks noChangeArrowheads="1"/>
          </p:cNvSpPr>
          <p:nvPr/>
        </p:nvSpPr>
        <p:spPr bwMode="auto">
          <a:xfrm>
            <a:off x="3765996" y="4232275"/>
            <a:ext cx="508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000">
                <a:latin typeface="Arial" charset="0"/>
              </a:rPr>
              <a:t>98%</a:t>
            </a:r>
          </a:p>
        </p:txBody>
      </p:sp>
      <p:sp>
        <p:nvSpPr>
          <p:cNvPr id="66567" name="Rectangle 7"/>
          <p:cNvSpPr>
            <a:spLocks noChangeArrowheads="1"/>
          </p:cNvSpPr>
          <p:nvPr/>
        </p:nvSpPr>
        <p:spPr bwMode="auto">
          <a:xfrm>
            <a:off x="8234809" y="4267200"/>
            <a:ext cx="57785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000">
                <a:latin typeface="Arial" charset="0"/>
              </a:rPr>
              <a:t> 99%</a:t>
            </a:r>
          </a:p>
        </p:txBody>
      </p:sp>
      <p:sp>
        <p:nvSpPr>
          <p:cNvPr id="66568" name="Rectangle 8"/>
          <p:cNvSpPr>
            <a:spLocks noChangeArrowheads="1"/>
          </p:cNvSpPr>
          <p:nvPr/>
        </p:nvSpPr>
        <p:spPr bwMode="auto">
          <a:xfrm>
            <a:off x="3626296" y="6324600"/>
            <a:ext cx="719138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000">
                <a:latin typeface="Arial" charset="0"/>
              </a:rPr>
              <a:t>99.5%</a:t>
            </a:r>
          </a:p>
        </p:txBody>
      </p:sp>
      <p:sp>
        <p:nvSpPr>
          <p:cNvPr id="66569" name="Rectangle 9"/>
          <p:cNvSpPr>
            <a:spLocks noChangeArrowheads="1"/>
          </p:cNvSpPr>
          <p:nvPr/>
        </p:nvSpPr>
        <p:spPr bwMode="auto">
          <a:xfrm>
            <a:off x="8247509" y="6324600"/>
            <a:ext cx="788987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2000">
                <a:latin typeface="Arial" charset="0"/>
              </a:rPr>
              <a:t> 99.9%</a:t>
            </a:r>
          </a:p>
        </p:txBody>
      </p:sp>
    </p:spTree>
    <p:extLst>
      <p:ext uri="{BB962C8B-B14F-4D97-AF65-F5344CB8AC3E}">
        <p14:creationId xmlns:p14="http://schemas.microsoft.com/office/powerpoint/2010/main" val="36236932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7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25" y="1671638"/>
            <a:ext cx="1627188" cy="161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5238" name="Rectangle 6"/>
          <p:cNvSpPr>
            <a:spLocks noChangeArrowheads="1"/>
          </p:cNvSpPr>
          <p:nvPr/>
        </p:nvSpPr>
        <p:spPr bwMode="auto">
          <a:xfrm>
            <a:off x="1968500" y="1327150"/>
            <a:ext cx="11715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800">
                <a:latin typeface="Arial" charset="0"/>
              </a:rPr>
              <a:t>2D Image</a:t>
            </a:r>
          </a:p>
        </p:txBody>
      </p:sp>
      <p:grpSp>
        <p:nvGrpSpPr>
          <p:cNvPr id="95244" name="Group 12"/>
          <p:cNvGrpSpPr>
            <a:grpSpLocks/>
          </p:cNvGrpSpPr>
          <p:nvPr/>
        </p:nvGrpSpPr>
        <p:grpSpPr bwMode="auto">
          <a:xfrm>
            <a:off x="4991100" y="1327150"/>
            <a:ext cx="2174875" cy="1962150"/>
            <a:chOff x="3144" y="836"/>
            <a:chExt cx="1370" cy="1236"/>
          </a:xfrm>
        </p:grpSpPr>
        <p:pic>
          <p:nvPicPr>
            <p:cNvPr id="95235" name="Picture 3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1" y="1053"/>
              <a:ext cx="1025" cy="10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5239" name="Rectangle 7"/>
            <p:cNvSpPr>
              <a:spLocks noChangeArrowheads="1"/>
            </p:cNvSpPr>
            <p:nvPr/>
          </p:nvSpPr>
          <p:spPr bwMode="auto">
            <a:xfrm>
              <a:off x="3144" y="836"/>
              <a:ext cx="1370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>
                  <a:latin typeface="Arial" charset="0"/>
                </a:rPr>
                <a:t>2D Image - Rotated</a:t>
              </a:r>
            </a:p>
          </p:txBody>
        </p:sp>
      </p:grpSp>
      <p:grpSp>
        <p:nvGrpSpPr>
          <p:cNvPr id="95246" name="Group 14"/>
          <p:cNvGrpSpPr>
            <a:grpSpLocks/>
          </p:cNvGrpSpPr>
          <p:nvPr/>
        </p:nvGrpSpPr>
        <p:grpSpPr bwMode="auto">
          <a:xfrm>
            <a:off x="1312863" y="3868738"/>
            <a:ext cx="1949450" cy="1998662"/>
            <a:chOff x="827" y="2437"/>
            <a:chExt cx="1228" cy="1259"/>
          </a:xfrm>
        </p:grpSpPr>
        <p:pic>
          <p:nvPicPr>
            <p:cNvPr id="95236" name="Picture 4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0" y="2437"/>
              <a:ext cx="1025" cy="10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5240" name="Rectangle 8"/>
            <p:cNvSpPr>
              <a:spLocks noChangeArrowheads="1"/>
            </p:cNvSpPr>
            <p:nvPr/>
          </p:nvSpPr>
          <p:spPr bwMode="auto">
            <a:xfrm>
              <a:off x="827" y="3467"/>
              <a:ext cx="122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>
                  <a:latin typeface="Arial" charset="0"/>
                </a:rPr>
                <a:t>Fourier Spectrum</a:t>
              </a:r>
            </a:p>
          </p:txBody>
        </p:sp>
      </p:grpSp>
      <p:grpSp>
        <p:nvGrpSpPr>
          <p:cNvPr id="95245" name="Group 13"/>
          <p:cNvGrpSpPr>
            <a:grpSpLocks/>
          </p:cNvGrpSpPr>
          <p:nvPr/>
        </p:nvGrpSpPr>
        <p:grpSpPr bwMode="auto">
          <a:xfrm>
            <a:off x="5149850" y="3868738"/>
            <a:ext cx="1946275" cy="1998662"/>
            <a:chOff x="3244" y="2437"/>
            <a:chExt cx="1226" cy="1259"/>
          </a:xfrm>
        </p:grpSpPr>
        <p:pic>
          <p:nvPicPr>
            <p:cNvPr id="95234" name="Picture 2"/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1" y="2437"/>
              <a:ext cx="1025" cy="10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5241" name="Rectangle 9"/>
            <p:cNvSpPr>
              <a:spLocks noChangeArrowheads="1"/>
            </p:cNvSpPr>
            <p:nvPr/>
          </p:nvSpPr>
          <p:spPr bwMode="auto">
            <a:xfrm>
              <a:off x="3244" y="3467"/>
              <a:ext cx="122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>
                  <a:latin typeface="Arial" charset="0"/>
                </a:rPr>
                <a:t>Fourier Spectrum</a:t>
              </a:r>
            </a:p>
          </p:txBody>
        </p:sp>
      </p:grpSp>
      <p:sp>
        <p:nvSpPr>
          <p:cNvPr id="95242" name="Rectangle 10"/>
          <p:cNvSpPr>
            <a:spLocks noChangeArrowheads="1"/>
          </p:cNvSpPr>
          <p:nvPr/>
        </p:nvSpPr>
        <p:spPr bwMode="auto">
          <a:xfrm>
            <a:off x="2540000" y="250825"/>
            <a:ext cx="44116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4400"/>
              <a:t>Rotation</a:t>
            </a:r>
          </a:p>
        </p:txBody>
      </p:sp>
    </p:spTree>
    <p:extLst>
      <p:ext uri="{BB962C8B-B14F-4D97-AF65-F5344CB8AC3E}">
        <p14:creationId xmlns:p14="http://schemas.microsoft.com/office/powerpoint/2010/main" val="36949794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ext Box 2"/>
          <p:cNvSpPr txBox="1">
            <a:spLocks noChangeArrowheads="1"/>
          </p:cNvSpPr>
          <p:nvPr/>
        </p:nvSpPr>
        <p:spPr bwMode="auto">
          <a:xfrm>
            <a:off x="1149350" y="1066800"/>
            <a:ext cx="10604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latin typeface="Arial" charset="0"/>
              </a:rPr>
              <a:t>Image </a:t>
            </a:r>
          </a:p>
          <a:p>
            <a:r>
              <a:rPr lang="en-US" sz="2000">
                <a:latin typeface="Arial" charset="0"/>
              </a:rPr>
              <a:t>Domain</a:t>
            </a:r>
          </a:p>
        </p:txBody>
      </p:sp>
      <p:sp>
        <p:nvSpPr>
          <p:cNvPr id="109571" name="Text Box 3"/>
          <p:cNvSpPr txBox="1">
            <a:spLocks noChangeArrowheads="1"/>
          </p:cNvSpPr>
          <p:nvPr/>
        </p:nvSpPr>
        <p:spPr bwMode="auto">
          <a:xfrm>
            <a:off x="5861050" y="1143000"/>
            <a:ext cx="1454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latin typeface="Arial" charset="0"/>
              </a:rPr>
              <a:t>Frequency </a:t>
            </a:r>
          </a:p>
          <a:p>
            <a:r>
              <a:rPr lang="en-US" sz="2000">
                <a:latin typeface="Arial" charset="0"/>
              </a:rPr>
              <a:t>Domain</a:t>
            </a:r>
          </a:p>
        </p:txBody>
      </p:sp>
      <p:pic>
        <p:nvPicPr>
          <p:cNvPr id="109572" name="Picture 4" descr="fftExamples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986088"/>
            <a:ext cx="3692525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573" name="Picture 5" descr="fftExamples4a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1219200"/>
            <a:ext cx="1743075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574" name="Picture 6" descr="fftExamples4b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231900"/>
            <a:ext cx="179070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575" name="Rectangle 7"/>
          <p:cNvSpPr>
            <a:spLocks noChangeArrowheads="1"/>
          </p:cNvSpPr>
          <p:nvPr/>
        </p:nvSpPr>
        <p:spPr bwMode="auto">
          <a:xfrm>
            <a:off x="533400" y="228600"/>
            <a:ext cx="8382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4400"/>
              <a:t>Fourier Transform -- Examples</a:t>
            </a:r>
          </a:p>
        </p:txBody>
      </p:sp>
    </p:spTree>
    <p:extLst>
      <p:ext uri="{BB962C8B-B14F-4D97-AF65-F5344CB8AC3E}">
        <p14:creationId xmlns:p14="http://schemas.microsoft.com/office/powerpoint/2010/main" val="9177562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8" name="Picture 2" descr="capture1"/>
          <p:cNvPicPr>
            <a:picLocks noGrp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0" y="1044575"/>
            <a:ext cx="1362075" cy="5584825"/>
          </a:xfrm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6499" name="Picture 3" descr="capture2"/>
          <p:cNvPicPr>
            <a:picLocks noGrp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58963" y="1001713"/>
            <a:ext cx="1389062" cy="5703887"/>
          </a:xfrm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6500" name="Text Box 4"/>
          <p:cNvSpPr txBox="1">
            <a:spLocks noChangeArrowheads="1"/>
          </p:cNvSpPr>
          <p:nvPr/>
        </p:nvSpPr>
        <p:spPr bwMode="auto">
          <a:xfrm>
            <a:off x="939800" y="1143000"/>
            <a:ext cx="889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latin typeface="Arial" charset="0"/>
              </a:rPr>
              <a:t>Image</a:t>
            </a:r>
          </a:p>
        </p:txBody>
      </p:sp>
      <p:sp>
        <p:nvSpPr>
          <p:cNvPr id="106501" name="Text Box 5"/>
          <p:cNvSpPr txBox="1">
            <a:spLocks noChangeArrowheads="1"/>
          </p:cNvSpPr>
          <p:nvPr/>
        </p:nvSpPr>
        <p:spPr bwMode="auto">
          <a:xfrm>
            <a:off x="6629400" y="1279525"/>
            <a:ext cx="2101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latin typeface="Arial" charset="0"/>
              </a:rPr>
              <a:t>Fourier spectrum</a:t>
            </a:r>
          </a:p>
        </p:txBody>
      </p:sp>
      <p:sp>
        <p:nvSpPr>
          <p:cNvPr id="106502" name="Rectangle 6"/>
          <p:cNvSpPr>
            <a:spLocks noChangeArrowheads="1"/>
          </p:cNvSpPr>
          <p:nvPr/>
        </p:nvSpPr>
        <p:spPr bwMode="auto">
          <a:xfrm>
            <a:off x="533400" y="228600"/>
            <a:ext cx="8382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4400"/>
              <a:t>Fourier Transform -- Examples</a:t>
            </a:r>
          </a:p>
        </p:txBody>
      </p:sp>
    </p:spTree>
    <p:extLst>
      <p:ext uri="{BB962C8B-B14F-4D97-AF65-F5344CB8AC3E}">
        <p14:creationId xmlns:p14="http://schemas.microsoft.com/office/powerpoint/2010/main" val="14379020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Picture 2" descr="local_filtering1a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1066800"/>
            <a:ext cx="2468563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069" name="Text Box 5"/>
          <p:cNvSpPr txBox="1">
            <a:spLocks noChangeArrowheads="1"/>
          </p:cNvSpPr>
          <p:nvPr/>
        </p:nvSpPr>
        <p:spPr bwMode="auto">
          <a:xfrm>
            <a:off x="1998663" y="277813"/>
            <a:ext cx="49149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4400"/>
              <a:t>Noise Removal</a:t>
            </a:r>
          </a:p>
        </p:txBody>
      </p:sp>
      <p:sp>
        <p:nvSpPr>
          <p:cNvPr id="88070" name="Text Box 6"/>
          <p:cNvSpPr txBox="1">
            <a:spLocks noChangeArrowheads="1"/>
          </p:cNvSpPr>
          <p:nvPr/>
        </p:nvSpPr>
        <p:spPr bwMode="auto">
          <a:xfrm>
            <a:off x="3725863" y="3489325"/>
            <a:ext cx="15827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latin typeface="Arial" charset="0"/>
              </a:rPr>
              <a:t>Noisy image</a:t>
            </a:r>
          </a:p>
        </p:txBody>
      </p:sp>
      <p:grpSp>
        <p:nvGrpSpPr>
          <p:cNvPr id="88073" name="Group 9"/>
          <p:cNvGrpSpPr>
            <a:grpSpLocks/>
          </p:cNvGrpSpPr>
          <p:nvPr/>
        </p:nvGrpSpPr>
        <p:grpSpPr bwMode="auto">
          <a:xfrm>
            <a:off x="685800" y="3733800"/>
            <a:ext cx="2468563" cy="2895600"/>
            <a:chOff x="432" y="2352"/>
            <a:chExt cx="1555" cy="1824"/>
          </a:xfrm>
        </p:grpSpPr>
        <p:pic>
          <p:nvPicPr>
            <p:cNvPr id="88067" name="Picture 3" descr="local_filtering1b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2352"/>
              <a:ext cx="1555" cy="15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8071" name="Text Box 7"/>
            <p:cNvSpPr txBox="1">
              <a:spLocks noChangeArrowheads="1"/>
            </p:cNvSpPr>
            <p:nvPr/>
          </p:nvSpPr>
          <p:spPr bwMode="auto">
            <a:xfrm>
              <a:off x="576" y="3926"/>
              <a:ext cx="135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>
                  <a:latin typeface="Arial" charset="0"/>
                </a:rPr>
                <a:t>Fourier Spectrum</a:t>
              </a:r>
            </a:p>
          </p:txBody>
        </p:sp>
      </p:grpSp>
      <p:grpSp>
        <p:nvGrpSpPr>
          <p:cNvPr id="88074" name="Group 10"/>
          <p:cNvGrpSpPr>
            <a:grpSpLocks/>
          </p:cNvGrpSpPr>
          <p:nvPr/>
        </p:nvGrpSpPr>
        <p:grpSpPr bwMode="auto">
          <a:xfrm>
            <a:off x="6172200" y="3657600"/>
            <a:ext cx="2654300" cy="2911475"/>
            <a:chOff x="3888" y="2304"/>
            <a:chExt cx="1672" cy="1834"/>
          </a:xfrm>
        </p:grpSpPr>
        <p:pic>
          <p:nvPicPr>
            <p:cNvPr id="88068" name="Picture 4" descr="local_filtering1c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8" y="2304"/>
              <a:ext cx="1555" cy="15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8072" name="Text Box 8"/>
            <p:cNvSpPr txBox="1">
              <a:spLocks noChangeArrowheads="1"/>
            </p:cNvSpPr>
            <p:nvPr/>
          </p:nvSpPr>
          <p:spPr bwMode="auto">
            <a:xfrm>
              <a:off x="3940" y="3888"/>
              <a:ext cx="162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>
                  <a:latin typeface="Arial" charset="0"/>
                </a:rPr>
                <a:t>Noise-cleaned image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1684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Picture 2" descr="highpass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50" y="2085975"/>
            <a:ext cx="3689350" cy="356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307" name="Picture 3" descr="highpass2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2350" y="2085975"/>
            <a:ext cx="3681413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308" name="Text Box 4"/>
          <p:cNvSpPr txBox="1">
            <a:spLocks noChangeArrowheads="1"/>
          </p:cNvSpPr>
          <p:nvPr/>
        </p:nvSpPr>
        <p:spPr bwMode="auto">
          <a:xfrm>
            <a:off x="1752600" y="444500"/>
            <a:ext cx="527843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4400"/>
              <a:t>High Pass Filtering</a:t>
            </a:r>
          </a:p>
        </p:txBody>
      </p:sp>
      <p:sp>
        <p:nvSpPr>
          <p:cNvPr id="98309" name="Text Box 5"/>
          <p:cNvSpPr txBox="1">
            <a:spLocks noChangeArrowheads="1"/>
          </p:cNvSpPr>
          <p:nvPr/>
        </p:nvSpPr>
        <p:spPr bwMode="auto">
          <a:xfrm>
            <a:off x="1676400" y="1736725"/>
            <a:ext cx="1060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latin typeface="Arial" charset="0"/>
              </a:rPr>
              <a:t>Original</a:t>
            </a:r>
          </a:p>
        </p:txBody>
      </p:sp>
      <p:sp>
        <p:nvSpPr>
          <p:cNvPr id="98310" name="Text Box 6"/>
          <p:cNvSpPr txBox="1">
            <a:spLocks noChangeArrowheads="1"/>
          </p:cNvSpPr>
          <p:nvPr/>
        </p:nvSpPr>
        <p:spPr bwMode="auto">
          <a:xfrm>
            <a:off x="5518150" y="1736725"/>
            <a:ext cx="2330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latin typeface="Arial" charset="0"/>
              </a:rPr>
              <a:t>High Pass Filtered </a:t>
            </a:r>
          </a:p>
        </p:txBody>
      </p:sp>
    </p:spTree>
    <p:extLst>
      <p:ext uri="{BB962C8B-B14F-4D97-AF65-F5344CB8AC3E}">
        <p14:creationId xmlns:p14="http://schemas.microsoft.com/office/powerpoint/2010/main" val="13719255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1" name="Picture 3" descr="highpass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2350" y="2085975"/>
            <a:ext cx="3681413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9332" name="Text Box 4"/>
          <p:cNvSpPr txBox="1">
            <a:spLocks noChangeArrowheads="1"/>
          </p:cNvSpPr>
          <p:nvPr/>
        </p:nvSpPr>
        <p:spPr bwMode="auto">
          <a:xfrm>
            <a:off x="1295400" y="381000"/>
            <a:ext cx="6477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4400"/>
              <a:t>High Frequency Emphasis</a:t>
            </a:r>
          </a:p>
        </p:txBody>
      </p:sp>
      <p:sp>
        <p:nvSpPr>
          <p:cNvPr id="99335" name="Rectangle 7"/>
          <p:cNvSpPr>
            <a:spLocks noChangeArrowheads="1"/>
          </p:cNvSpPr>
          <p:nvPr/>
        </p:nvSpPr>
        <p:spPr bwMode="auto">
          <a:xfrm>
            <a:off x="4211638" y="2151261"/>
            <a:ext cx="481012" cy="70167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4000" dirty="0">
                <a:latin typeface="Arial" charset="0"/>
              </a:rPr>
              <a:t>+</a:t>
            </a:r>
          </a:p>
        </p:txBody>
      </p:sp>
      <p:sp>
        <p:nvSpPr>
          <p:cNvPr id="99336" name="Text Box 8"/>
          <p:cNvSpPr txBox="1">
            <a:spLocks noChangeArrowheads="1"/>
          </p:cNvSpPr>
          <p:nvPr/>
        </p:nvSpPr>
        <p:spPr bwMode="auto">
          <a:xfrm>
            <a:off x="1676400" y="1736725"/>
            <a:ext cx="1060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latin typeface="Arial" charset="0"/>
              </a:rPr>
              <a:t>Original</a:t>
            </a:r>
          </a:p>
        </p:txBody>
      </p:sp>
      <p:sp>
        <p:nvSpPr>
          <p:cNvPr id="99337" name="Text Box 9"/>
          <p:cNvSpPr txBox="1">
            <a:spLocks noChangeArrowheads="1"/>
          </p:cNvSpPr>
          <p:nvPr/>
        </p:nvSpPr>
        <p:spPr bwMode="auto">
          <a:xfrm>
            <a:off x="5518150" y="1736725"/>
            <a:ext cx="2330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latin typeface="Arial" charset="0"/>
              </a:rPr>
              <a:t>High Pass Filtered </a:t>
            </a:r>
          </a:p>
        </p:txBody>
      </p:sp>
      <p:pic>
        <p:nvPicPr>
          <p:cNvPr id="99338" name="Picture 10" descr="highpass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50" y="2085975"/>
            <a:ext cx="3689350" cy="356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68002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ext Box 2"/>
          <p:cNvSpPr txBox="1">
            <a:spLocks noChangeArrowheads="1"/>
          </p:cNvSpPr>
          <p:nvPr/>
        </p:nvSpPr>
        <p:spPr bwMode="auto">
          <a:xfrm>
            <a:off x="925513" y="309563"/>
            <a:ext cx="750252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4400"/>
              <a:t>High Frequency Emphasis</a:t>
            </a:r>
          </a:p>
        </p:txBody>
      </p:sp>
      <p:pic>
        <p:nvPicPr>
          <p:cNvPr id="118787" name="Picture 3" descr="high_emphasis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3" y="1296988"/>
            <a:ext cx="3409950" cy="3227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788" name="Picture 4" descr="high_emphasis2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50" y="1296988"/>
            <a:ext cx="3409950" cy="3227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789" name="Text Box 5"/>
          <p:cNvSpPr txBox="1">
            <a:spLocks noChangeArrowheads="1"/>
          </p:cNvSpPr>
          <p:nvPr/>
        </p:nvSpPr>
        <p:spPr bwMode="auto">
          <a:xfrm>
            <a:off x="1657350" y="990600"/>
            <a:ext cx="1060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latin typeface="Arial" charset="0"/>
              </a:rPr>
              <a:t>Original</a:t>
            </a:r>
          </a:p>
        </p:txBody>
      </p:sp>
      <p:sp>
        <p:nvSpPr>
          <p:cNvPr id="118790" name="Text Box 6"/>
          <p:cNvSpPr txBox="1">
            <a:spLocks noChangeArrowheads="1"/>
          </p:cNvSpPr>
          <p:nvPr/>
        </p:nvSpPr>
        <p:spPr bwMode="auto">
          <a:xfrm>
            <a:off x="4348163" y="990600"/>
            <a:ext cx="4749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2000">
                <a:latin typeface="Arial" charset="0"/>
              </a:rPr>
              <a:t>High Frequency Emphasis</a:t>
            </a:r>
          </a:p>
        </p:txBody>
      </p:sp>
      <p:pic>
        <p:nvPicPr>
          <p:cNvPr id="118791" name="Picture 7" descr="high_emphasis3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643438"/>
            <a:ext cx="2028825" cy="190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8792" name="Picture 8" descr="high_emphasis4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75" y="4643438"/>
            <a:ext cx="2028825" cy="190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793" name="Text Box 9"/>
          <p:cNvSpPr txBox="1">
            <a:spLocks noChangeArrowheads="1"/>
          </p:cNvSpPr>
          <p:nvPr/>
        </p:nvSpPr>
        <p:spPr bwMode="auto">
          <a:xfrm>
            <a:off x="2444750" y="6232525"/>
            <a:ext cx="1060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latin typeface="Arial" charset="0"/>
              </a:rPr>
              <a:t>Original</a:t>
            </a:r>
          </a:p>
        </p:txBody>
      </p:sp>
      <p:sp>
        <p:nvSpPr>
          <p:cNvPr id="118794" name="Text Box 10"/>
          <p:cNvSpPr txBox="1">
            <a:spLocks noChangeArrowheads="1"/>
          </p:cNvSpPr>
          <p:nvPr/>
        </p:nvSpPr>
        <p:spPr bwMode="auto">
          <a:xfrm>
            <a:off x="6705600" y="5943600"/>
            <a:ext cx="2463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2000">
                <a:latin typeface="Arial" charset="0"/>
              </a:rPr>
              <a:t>High Frequency </a:t>
            </a:r>
          </a:p>
          <a:p>
            <a:r>
              <a:rPr lang="en-US" sz="2000">
                <a:latin typeface="Arial" charset="0"/>
              </a:rPr>
              <a:t>Emphasis</a:t>
            </a:r>
          </a:p>
        </p:txBody>
      </p:sp>
    </p:spTree>
    <p:extLst>
      <p:ext uri="{BB962C8B-B14F-4D97-AF65-F5344CB8AC3E}">
        <p14:creationId xmlns:p14="http://schemas.microsoft.com/office/powerpoint/2010/main" val="28351834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9" name="Picture 3" descr="xray_enhancement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87450"/>
            <a:ext cx="2486025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3" name="Text Box 7"/>
          <p:cNvSpPr txBox="1">
            <a:spLocks noChangeArrowheads="1"/>
          </p:cNvSpPr>
          <p:nvPr/>
        </p:nvSpPr>
        <p:spPr bwMode="auto">
          <a:xfrm>
            <a:off x="1447800" y="858838"/>
            <a:ext cx="1582738" cy="296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>
                <a:latin typeface="Arial" charset="0"/>
              </a:rPr>
              <a:t>Original</a:t>
            </a:r>
          </a:p>
        </p:txBody>
      </p:sp>
      <p:grpSp>
        <p:nvGrpSpPr>
          <p:cNvPr id="101387" name="Group 11"/>
          <p:cNvGrpSpPr>
            <a:grpSpLocks/>
          </p:cNvGrpSpPr>
          <p:nvPr/>
        </p:nvGrpSpPr>
        <p:grpSpPr bwMode="auto">
          <a:xfrm>
            <a:off x="5602288" y="858838"/>
            <a:ext cx="2486025" cy="2586037"/>
            <a:chOff x="3529" y="541"/>
            <a:chExt cx="1566" cy="1629"/>
          </a:xfrm>
        </p:grpSpPr>
        <p:pic>
          <p:nvPicPr>
            <p:cNvPr id="101380" name="Picture 4" descr="xray_enhancement2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29" y="748"/>
              <a:ext cx="1566" cy="1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1384" name="Text Box 8"/>
            <p:cNvSpPr txBox="1">
              <a:spLocks noChangeArrowheads="1"/>
            </p:cNvSpPr>
            <p:nvPr/>
          </p:nvSpPr>
          <p:spPr bwMode="auto">
            <a:xfrm>
              <a:off x="3716" y="541"/>
              <a:ext cx="122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>
                  <a:latin typeface="Arial" charset="0"/>
                </a:rPr>
                <a:t>High pass Filter</a:t>
              </a:r>
            </a:p>
          </p:txBody>
        </p:sp>
      </p:grpSp>
      <p:grpSp>
        <p:nvGrpSpPr>
          <p:cNvPr id="101388" name="Group 12"/>
          <p:cNvGrpSpPr>
            <a:grpSpLocks/>
          </p:cNvGrpSpPr>
          <p:nvPr/>
        </p:nvGrpSpPr>
        <p:grpSpPr bwMode="auto">
          <a:xfrm>
            <a:off x="304800" y="3784600"/>
            <a:ext cx="3040063" cy="2873375"/>
            <a:chOff x="192" y="2384"/>
            <a:chExt cx="1915" cy="1810"/>
          </a:xfrm>
        </p:grpSpPr>
        <p:pic>
          <p:nvPicPr>
            <p:cNvPr id="101381" name="Picture 5" descr="xray_enhancement3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2384"/>
              <a:ext cx="1566" cy="1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1385" name="Text Box 9"/>
            <p:cNvSpPr txBox="1">
              <a:spLocks noChangeArrowheads="1"/>
            </p:cNvSpPr>
            <p:nvPr/>
          </p:nvSpPr>
          <p:spPr bwMode="auto">
            <a:xfrm>
              <a:off x="192" y="3752"/>
              <a:ext cx="1915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sz="2000">
                  <a:latin typeface="Arial" charset="0"/>
                </a:rPr>
                <a:t>High Frequency </a:t>
              </a:r>
            </a:p>
            <a:p>
              <a:pPr algn="ctr"/>
              <a:r>
                <a:rPr lang="en-US" sz="2000">
                  <a:latin typeface="Arial" charset="0"/>
                </a:rPr>
                <a:t>Emphasis</a:t>
              </a:r>
            </a:p>
          </p:txBody>
        </p:sp>
      </p:grpSp>
      <p:grpSp>
        <p:nvGrpSpPr>
          <p:cNvPr id="101389" name="Group 13"/>
          <p:cNvGrpSpPr>
            <a:grpSpLocks/>
          </p:cNvGrpSpPr>
          <p:nvPr/>
        </p:nvGrpSpPr>
        <p:grpSpPr bwMode="auto">
          <a:xfrm>
            <a:off x="4292600" y="3784600"/>
            <a:ext cx="4735513" cy="3073400"/>
            <a:chOff x="2704" y="2384"/>
            <a:chExt cx="2983" cy="1936"/>
          </a:xfrm>
        </p:grpSpPr>
        <p:pic>
          <p:nvPicPr>
            <p:cNvPr id="101382" name="Picture 6" descr="xray_enhancement4"/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29" y="2384"/>
              <a:ext cx="1566" cy="1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1386" name="Text Box 10"/>
            <p:cNvSpPr txBox="1">
              <a:spLocks noChangeArrowheads="1"/>
            </p:cNvSpPr>
            <p:nvPr/>
          </p:nvSpPr>
          <p:spPr bwMode="auto">
            <a:xfrm>
              <a:off x="2704" y="3800"/>
              <a:ext cx="2983" cy="5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000">
                  <a:latin typeface="Arial" charset="0"/>
                </a:rPr>
                <a:t>High Frequency Emphasis 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>
                  <a:latin typeface="Arial" charset="0"/>
                </a:rPr>
                <a:t>+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>
                  <a:latin typeface="Arial" charset="0"/>
                </a:rPr>
                <a:t>Histogram Equalization</a:t>
              </a:r>
            </a:p>
          </p:txBody>
        </p:sp>
      </p:grpSp>
      <p:sp>
        <p:nvSpPr>
          <p:cNvPr id="101390" name="Text Box 14"/>
          <p:cNvSpPr txBox="1">
            <a:spLocks noChangeArrowheads="1"/>
          </p:cNvSpPr>
          <p:nvPr/>
        </p:nvSpPr>
        <p:spPr bwMode="auto">
          <a:xfrm>
            <a:off x="925513" y="290736"/>
            <a:ext cx="750252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4400" dirty="0"/>
              <a:t>High Frequency Emphasis</a:t>
            </a:r>
          </a:p>
        </p:txBody>
      </p:sp>
    </p:spTree>
    <p:extLst>
      <p:ext uri="{BB962C8B-B14F-4D97-AF65-F5344CB8AC3E}">
        <p14:creationId xmlns:p14="http://schemas.microsoft.com/office/powerpoint/2010/main" val="362338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685800" y="476672"/>
            <a:ext cx="7696200" cy="432966"/>
          </a:xfrm>
        </p:spPr>
        <p:txBody>
          <a:bodyPr>
            <a:noAutofit/>
          </a:bodyPr>
          <a:lstStyle/>
          <a:p>
            <a:r>
              <a:rPr lang="en-GB" sz="2800" dirty="0"/>
              <a:t>Compare – JPEG encoded image</a:t>
            </a:r>
            <a:endParaRPr lang="en-US" sz="2800" dirty="0"/>
          </a:p>
        </p:txBody>
      </p:sp>
      <p:sp>
        <p:nvSpPr>
          <p:cNvPr id="19459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953000"/>
            <a:ext cx="8543925" cy="1296988"/>
          </a:xfrm>
        </p:spPr>
        <p:txBody>
          <a:bodyPr>
            <a:noAutofit/>
          </a:bodyPr>
          <a:lstStyle/>
          <a:p>
            <a:pPr>
              <a:buFontTx/>
              <a:buAutoNum type="arabicPeriod"/>
            </a:pPr>
            <a:r>
              <a:rPr lang="en-US" sz="2000"/>
              <a:t>Teach a machine/computer to recognize the original image to be able to rate the quality of the degraded one.</a:t>
            </a:r>
          </a:p>
          <a:p>
            <a:pPr>
              <a:buFontTx/>
              <a:buAutoNum type="arabicPeriod"/>
            </a:pPr>
            <a:r>
              <a:rPr lang="en-US" sz="2000"/>
              <a:t>Tell the machine/computer to identify any differences between the images.</a:t>
            </a:r>
          </a:p>
        </p:txBody>
      </p:sp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4129" y="1066800"/>
            <a:ext cx="3657143" cy="3657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39700" dir="2700000" algn="tl" rotWithShape="0">
              <a:srgbClr val="333333">
                <a:alpha val="64999"/>
              </a:srgbClr>
            </a:outerShdw>
          </a:effectLst>
        </p:spPr>
      </p:pic>
      <p:pic>
        <p:nvPicPr>
          <p:cNvPr id="7680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62729" y="1069975"/>
            <a:ext cx="3657143" cy="3657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39700" dir="2700000" algn="tl" rotWithShape="0">
              <a:srgbClr val="333333">
                <a:alpha val="64999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82430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Extraction Models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7790467"/>
              </p:ext>
            </p:extLst>
          </p:nvPr>
        </p:nvGraphicFramePr>
        <p:xfrm>
          <a:off x="467544" y="1196752"/>
          <a:ext cx="4819650" cy="413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52" name="Picture" r:id="rId3" imgW="4820920" imgH="4135120" progId="Word.Picture.8">
                  <p:embed/>
                </p:oleObj>
              </mc:Choice>
              <mc:Fallback>
                <p:oleObj name="Picture" r:id="rId3" imgW="4820920" imgH="413512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1196752"/>
                        <a:ext cx="4819650" cy="413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467544" y="5517232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400" dirty="0"/>
              <a:t>Division of horizontal (H) and vertical (V) spatial activity into HV (shaded) and Non-HV (white) distributions (Wolf and Pinson, 1999).</a:t>
            </a:r>
            <a:endParaRPr lang="en-US" sz="1400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980728"/>
            <a:ext cx="2524125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1392" y="3765212"/>
            <a:ext cx="2524125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7260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695450" y="476027"/>
            <a:ext cx="5753100" cy="720725"/>
          </a:xfrm>
        </p:spPr>
        <p:txBody>
          <a:bodyPr>
            <a:normAutofit/>
          </a:bodyPr>
          <a:lstStyle/>
          <a:p>
            <a:r>
              <a:rPr lang="en-GB" dirty="0"/>
              <a:t>Harmonic analysis: review</a:t>
            </a:r>
            <a:endParaRPr lang="en-US" dirty="0"/>
          </a:p>
        </p:txBody>
      </p:sp>
      <p:grpSp>
        <p:nvGrpSpPr>
          <p:cNvPr id="2" name="Group 54"/>
          <p:cNvGrpSpPr>
            <a:grpSpLocks/>
          </p:cNvGrpSpPr>
          <p:nvPr/>
        </p:nvGrpSpPr>
        <p:grpSpPr bwMode="auto">
          <a:xfrm>
            <a:off x="762000" y="1428750"/>
            <a:ext cx="4953000" cy="4648200"/>
            <a:chOff x="2436" y="1008"/>
            <a:chExt cx="3120" cy="2928"/>
          </a:xfrm>
        </p:grpSpPr>
        <p:sp>
          <p:nvSpPr>
            <p:cNvPr id="4" name="Rectangle 31"/>
            <p:cNvSpPr>
              <a:spLocks noChangeArrowheads="1"/>
            </p:cNvSpPr>
            <p:nvPr/>
          </p:nvSpPr>
          <p:spPr bwMode="auto">
            <a:xfrm>
              <a:off x="2436" y="1008"/>
              <a:ext cx="3120" cy="2928"/>
            </a:xfrm>
            <a:prstGeom prst="rect">
              <a:avLst/>
            </a:prstGeom>
            <a:gradFill rotWithShape="0">
              <a:gsLst>
                <a:gs pos="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dist="197566" dir="2700000" algn="ctr" rotWithShape="0">
                <a:schemeClr val="bg2"/>
              </a:outerShdw>
            </a:effectLst>
          </p:spPr>
          <p:txBody>
            <a:bodyPr lIns="262368" tIns="262368" rIns="262368" bIns="262368"/>
            <a:lstStyle/>
            <a:p>
              <a:pPr defTabSz="666750">
                <a:spcBef>
                  <a:spcPct val="20000"/>
                </a:spcBef>
                <a:defRPr/>
              </a:pPr>
              <a:r>
                <a:rPr lang="en-AU" dirty="0"/>
                <a:t>Luminance discontinuities in coded picture act as pseudo-periodic pattern in spatial domain, and will generate harmonics in frequency </a:t>
              </a:r>
              <a:r>
                <a:rPr lang="en-AU"/>
                <a:t>domain </a:t>
              </a:r>
              <a:endParaRPr lang="en-AU" dirty="0"/>
            </a:p>
          </p:txBody>
        </p:sp>
        <p:grpSp>
          <p:nvGrpSpPr>
            <p:cNvPr id="3" name="Group 32"/>
            <p:cNvGrpSpPr>
              <a:grpSpLocks/>
            </p:cNvGrpSpPr>
            <p:nvPr/>
          </p:nvGrpSpPr>
          <p:grpSpPr bwMode="auto">
            <a:xfrm>
              <a:off x="2688" y="1968"/>
              <a:ext cx="1104" cy="737"/>
              <a:chOff x="663" y="2637"/>
              <a:chExt cx="2236" cy="1361"/>
            </a:xfrm>
          </p:grpSpPr>
          <p:grpSp>
            <p:nvGrpSpPr>
              <p:cNvPr id="5" name="Group 33"/>
              <p:cNvGrpSpPr>
                <a:grpSpLocks/>
              </p:cNvGrpSpPr>
              <p:nvPr/>
            </p:nvGrpSpPr>
            <p:grpSpPr bwMode="auto">
              <a:xfrm>
                <a:off x="720" y="2637"/>
                <a:ext cx="2179" cy="1361"/>
                <a:chOff x="720" y="2637"/>
                <a:chExt cx="2179" cy="1361"/>
              </a:xfrm>
            </p:grpSpPr>
            <p:pic>
              <p:nvPicPr>
                <p:cNvPr id="25" name="Picture 34" descr="edge.bmp"/>
                <p:cNvPicPr>
                  <a:picLocks noChangeAspect="1" noChangeArrowheads="1"/>
                </p:cNvPicPr>
                <p:nvPr/>
              </p:nvPicPr>
              <p:blipFill>
                <a:blip r:embed="rId3"/>
                <a:srcRect/>
                <a:stretch>
                  <a:fillRect/>
                </a:stretch>
              </p:blipFill>
              <p:spPr bwMode="auto">
                <a:xfrm>
                  <a:off x="1165" y="2637"/>
                  <a:ext cx="1150" cy="1115"/>
                </a:xfrm>
                <a:prstGeom prst="rect">
                  <a:avLst/>
                </a:prstGeom>
                <a:ln>
                  <a:noFill/>
                </a:ln>
                <a:effectLst>
                  <a:outerShdw blurRad="292100" dist="139700" dir="2700000" algn="tl" rotWithShape="0">
                    <a:srgbClr val="333333">
                      <a:alpha val="65000"/>
                    </a:srgbClr>
                  </a:outerShdw>
                </a:effectLst>
              </p:spPr>
            </p:pic>
            <p:sp>
              <p:nvSpPr>
                <p:cNvPr id="27675" name="Text Box 35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720" y="3789"/>
                  <a:ext cx="2179" cy="20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 sz="1400"/>
                    <a:t>Actual 32 </a:t>
                  </a:r>
                  <a:r>
                    <a:rPr lang="en-US" sz="1400">
                      <a:sym typeface="Symbol" pitchFamily="18" charset="2"/>
                    </a:rPr>
                    <a:t></a:t>
                  </a:r>
                  <a:r>
                    <a:rPr lang="en-US" sz="1400"/>
                    <a:t> 32 gradient image</a:t>
                  </a:r>
                </a:p>
              </p:txBody>
            </p:sp>
          </p:grpSp>
          <p:sp>
            <p:nvSpPr>
              <p:cNvPr id="27671" name="Line 36"/>
              <p:cNvSpPr>
                <a:spLocks noChangeAspect="1" noChangeShapeType="1"/>
              </p:cNvSpPr>
              <p:nvPr/>
            </p:nvSpPr>
            <p:spPr bwMode="auto">
              <a:xfrm>
                <a:off x="960" y="3024"/>
                <a:ext cx="154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672" name="Text Box 37"/>
              <p:cNvSpPr txBox="1">
                <a:spLocks noChangeAspect="1" noChangeArrowheads="1"/>
              </p:cNvSpPr>
              <p:nvPr/>
            </p:nvSpPr>
            <p:spPr bwMode="auto">
              <a:xfrm>
                <a:off x="663" y="2880"/>
                <a:ext cx="297" cy="2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2000"/>
                  <a:t>A</a:t>
                </a:r>
              </a:p>
            </p:txBody>
          </p:sp>
          <p:sp>
            <p:nvSpPr>
              <p:cNvPr id="27673" name="Text Box 38"/>
              <p:cNvSpPr txBox="1">
                <a:spLocks noChangeAspect="1" noChangeArrowheads="1"/>
              </p:cNvSpPr>
              <p:nvPr/>
            </p:nvSpPr>
            <p:spPr bwMode="auto">
              <a:xfrm>
                <a:off x="2545" y="2880"/>
                <a:ext cx="247" cy="2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2000"/>
                  <a:t>B</a:t>
                </a:r>
              </a:p>
            </p:txBody>
          </p:sp>
        </p:grpSp>
        <p:grpSp>
          <p:nvGrpSpPr>
            <p:cNvPr id="6" name="Group 39"/>
            <p:cNvGrpSpPr>
              <a:grpSpLocks noChangeAspect="1"/>
            </p:cNvGrpSpPr>
            <p:nvPr/>
          </p:nvGrpSpPr>
          <p:grpSpPr bwMode="auto">
            <a:xfrm>
              <a:off x="4272" y="2182"/>
              <a:ext cx="949" cy="794"/>
              <a:chOff x="3353" y="1246"/>
              <a:chExt cx="1436" cy="1202"/>
            </a:xfrm>
          </p:grpSpPr>
          <p:sp>
            <p:nvSpPr>
              <p:cNvPr id="27665" name="Text Box 40"/>
              <p:cNvSpPr txBox="1">
                <a:spLocks noChangeAspect="1" noChangeArrowheads="1"/>
              </p:cNvSpPr>
              <p:nvPr/>
            </p:nvSpPr>
            <p:spPr bwMode="auto">
              <a:xfrm>
                <a:off x="3353" y="1968"/>
                <a:ext cx="1436" cy="4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1200"/>
                  <a:t>Luminance level of pixels along AB</a:t>
                </a:r>
              </a:p>
            </p:txBody>
          </p:sp>
          <p:grpSp>
            <p:nvGrpSpPr>
              <p:cNvPr id="7" name="Group 41"/>
              <p:cNvGrpSpPr>
                <a:grpSpLocks noChangeAspect="1"/>
              </p:cNvGrpSpPr>
              <p:nvPr/>
            </p:nvGrpSpPr>
            <p:grpSpPr bwMode="auto">
              <a:xfrm>
                <a:off x="3502" y="1246"/>
                <a:ext cx="1150" cy="627"/>
                <a:chOff x="6480" y="3312"/>
                <a:chExt cx="4608" cy="1296"/>
              </a:xfrm>
            </p:grpSpPr>
            <p:sp>
              <p:nvSpPr>
                <p:cNvPr id="27667" name="Freeform 42"/>
                <p:cNvSpPr>
                  <a:spLocks noChangeAspect="1"/>
                </p:cNvSpPr>
                <p:nvPr/>
              </p:nvSpPr>
              <p:spPr bwMode="auto">
                <a:xfrm>
                  <a:off x="6480" y="3312"/>
                  <a:ext cx="4608" cy="1008"/>
                </a:xfrm>
                <a:custGeom>
                  <a:avLst/>
                  <a:gdLst>
                    <a:gd name="T0" fmla="*/ 0 w 4608"/>
                    <a:gd name="T1" fmla="*/ 432 h 1008"/>
                    <a:gd name="T2" fmla="*/ 144 w 4608"/>
                    <a:gd name="T3" fmla="*/ 432 h 1008"/>
                    <a:gd name="T4" fmla="*/ 144 w 4608"/>
                    <a:gd name="T5" fmla="*/ 1008 h 1008"/>
                    <a:gd name="T6" fmla="*/ 1008 w 4608"/>
                    <a:gd name="T7" fmla="*/ 1008 h 1008"/>
                    <a:gd name="T8" fmla="*/ 1008 w 4608"/>
                    <a:gd name="T9" fmla="*/ 0 h 1008"/>
                    <a:gd name="T10" fmla="*/ 1296 w 4608"/>
                    <a:gd name="T11" fmla="*/ 0 h 1008"/>
                    <a:gd name="T12" fmla="*/ 1296 w 4608"/>
                    <a:gd name="T13" fmla="*/ 792 h 1008"/>
                    <a:gd name="T14" fmla="*/ 2160 w 4608"/>
                    <a:gd name="T15" fmla="*/ 792 h 1008"/>
                    <a:gd name="T16" fmla="*/ 2160 w 4608"/>
                    <a:gd name="T17" fmla="*/ 360 h 1008"/>
                    <a:gd name="T18" fmla="*/ 2448 w 4608"/>
                    <a:gd name="T19" fmla="*/ 360 h 1008"/>
                    <a:gd name="T20" fmla="*/ 2448 w 4608"/>
                    <a:gd name="T21" fmla="*/ 1008 h 1008"/>
                    <a:gd name="T22" fmla="*/ 3312 w 4608"/>
                    <a:gd name="T23" fmla="*/ 1008 h 1008"/>
                    <a:gd name="T24" fmla="*/ 3312 w 4608"/>
                    <a:gd name="T25" fmla="*/ 504 h 1008"/>
                    <a:gd name="T26" fmla="*/ 3600 w 4608"/>
                    <a:gd name="T27" fmla="*/ 504 h 1008"/>
                    <a:gd name="T28" fmla="*/ 3600 w 4608"/>
                    <a:gd name="T29" fmla="*/ 936 h 1008"/>
                    <a:gd name="T30" fmla="*/ 4464 w 4608"/>
                    <a:gd name="T31" fmla="*/ 936 h 1008"/>
                    <a:gd name="T32" fmla="*/ 4464 w 4608"/>
                    <a:gd name="T33" fmla="*/ 0 h 1008"/>
                    <a:gd name="T34" fmla="*/ 4608 w 4608"/>
                    <a:gd name="T35" fmla="*/ 0 h 1008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4608"/>
                    <a:gd name="T55" fmla="*/ 0 h 1008"/>
                    <a:gd name="T56" fmla="*/ 4608 w 4608"/>
                    <a:gd name="T57" fmla="*/ 1008 h 1008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4608" h="1008">
                      <a:moveTo>
                        <a:pt x="0" y="432"/>
                      </a:moveTo>
                      <a:lnTo>
                        <a:pt x="144" y="432"/>
                      </a:lnTo>
                      <a:lnTo>
                        <a:pt x="144" y="1008"/>
                      </a:lnTo>
                      <a:lnTo>
                        <a:pt x="1008" y="1008"/>
                      </a:lnTo>
                      <a:lnTo>
                        <a:pt x="1008" y="0"/>
                      </a:lnTo>
                      <a:lnTo>
                        <a:pt x="1296" y="0"/>
                      </a:lnTo>
                      <a:lnTo>
                        <a:pt x="1296" y="792"/>
                      </a:lnTo>
                      <a:lnTo>
                        <a:pt x="2160" y="792"/>
                      </a:lnTo>
                      <a:lnTo>
                        <a:pt x="2160" y="360"/>
                      </a:lnTo>
                      <a:lnTo>
                        <a:pt x="2448" y="360"/>
                      </a:lnTo>
                      <a:lnTo>
                        <a:pt x="2448" y="1008"/>
                      </a:lnTo>
                      <a:lnTo>
                        <a:pt x="3312" y="1008"/>
                      </a:lnTo>
                      <a:lnTo>
                        <a:pt x="3312" y="504"/>
                      </a:lnTo>
                      <a:lnTo>
                        <a:pt x="3600" y="504"/>
                      </a:lnTo>
                      <a:lnTo>
                        <a:pt x="3600" y="936"/>
                      </a:lnTo>
                      <a:lnTo>
                        <a:pt x="4464" y="936"/>
                      </a:lnTo>
                      <a:lnTo>
                        <a:pt x="4464" y="0"/>
                      </a:lnTo>
                      <a:lnTo>
                        <a:pt x="4608" y="0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668" name="Line 43"/>
                <p:cNvSpPr>
                  <a:spLocks noChangeAspect="1" noChangeShapeType="1"/>
                </p:cNvSpPr>
                <p:nvPr/>
              </p:nvSpPr>
              <p:spPr bwMode="auto">
                <a:xfrm>
                  <a:off x="6480" y="3744"/>
                  <a:ext cx="0" cy="86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7669" name="Line 44"/>
                <p:cNvSpPr>
                  <a:spLocks noChangeAspect="1" noChangeShapeType="1"/>
                </p:cNvSpPr>
                <p:nvPr/>
              </p:nvSpPr>
              <p:spPr bwMode="auto">
                <a:xfrm>
                  <a:off x="11088" y="3312"/>
                  <a:ext cx="0" cy="12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27656" name="Text Box 45"/>
            <p:cNvSpPr txBox="1">
              <a:spLocks noChangeArrowheads="1"/>
            </p:cNvSpPr>
            <p:nvPr/>
          </p:nvSpPr>
          <p:spPr bwMode="auto">
            <a:xfrm>
              <a:off x="4032" y="1850"/>
              <a:ext cx="134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31184" tIns="131184" rIns="131184" bIns="131184">
              <a:spAutoFit/>
            </a:bodyPr>
            <a:lstStyle/>
            <a:p>
              <a:pPr defTabSz="666750"/>
              <a:r>
                <a:rPr lang="en-AU" sz="1500" i="1"/>
                <a:t>Pseudo-periodic pattern</a:t>
              </a:r>
            </a:p>
          </p:txBody>
        </p:sp>
        <p:grpSp>
          <p:nvGrpSpPr>
            <p:cNvPr id="8" name="Group 46"/>
            <p:cNvGrpSpPr>
              <a:grpSpLocks/>
            </p:cNvGrpSpPr>
            <p:nvPr/>
          </p:nvGrpSpPr>
          <p:grpSpPr bwMode="auto">
            <a:xfrm>
              <a:off x="3410" y="2976"/>
              <a:ext cx="1719" cy="864"/>
              <a:chOff x="3403" y="2589"/>
              <a:chExt cx="2557" cy="1412"/>
            </a:xfrm>
          </p:grpSpPr>
          <p:pic>
            <p:nvPicPr>
              <p:cNvPr id="9" name="Picture 47" descr="dft.bmp"/>
              <p:cNvPicPr>
                <a:picLocks noChangeAspect="1" noChangeArrowheads="1"/>
              </p:cNvPicPr>
              <p:nvPr/>
            </p:nvPicPr>
            <p:blipFill>
              <a:blip r:embed="rId4">
                <a:lum bright="-14000" contrast="24000"/>
              </a:blip>
              <a:srcRect/>
              <a:stretch>
                <a:fillRect/>
              </a:stretch>
            </p:blipFill>
            <p:spPr bwMode="auto">
              <a:xfrm>
                <a:off x="3494" y="2636"/>
                <a:ext cx="1150" cy="1116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27659" name="Text Box 48"/>
              <p:cNvSpPr txBox="1">
                <a:spLocks noChangeAspect="1" noChangeArrowheads="1"/>
              </p:cNvSpPr>
              <p:nvPr/>
            </p:nvSpPr>
            <p:spPr bwMode="auto">
              <a:xfrm>
                <a:off x="3403" y="3792"/>
                <a:ext cx="1535" cy="2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1200" b="1"/>
                  <a:t>Fourier Transform</a:t>
                </a:r>
              </a:p>
            </p:txBody>
          </p:sp>
          <p:sp>
            <p:nvSpPr>
              <p:cNvPr id="27660" name="Line 49"/>
              <p:cNvSpPr>
                <a:spLocks noChangeAspect="1" noChangeShapeType="1"/>
              </p:cNvSpPr>
              <p:nvPr/>
            </p:nvSpPr>
            <p:spPr bwMode="auto">
              <a:xfrm flipH="1">
                <a:off x="4176" y="2784"/>
                <a:ext cx="415" cy="16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lg" len="lg"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661" name="Line 50"/>
              <p:cNvSpPr>
                <a:spLocks noChangeAspect="1" noChangeShapeType="1"/>
              </p:cNvSpPr>
              <p:nvPr/>
            </p:nvSpPr>
            <p:spPr bwMode="auto">
              <a:xfrm flipH="1">
                <a:off x="4176" y="2736"/>
                <a:ext cx="366" cy="7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lg" len="lg"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662" name="Line 51"/>
              <p:cNvSpPr>
                <a:spLocks noChangeAspect="1" noChangeShapeType="1"/>
              </p:cNvSpPr>
              <p:nvPr/>
            </p:nvSpPr>
            <p:spPr bwMode="auto">
              <a:xfrm flipH="1">
                <a:off x="4146" y="3072"/>
                <a:ext cx="43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lg" len="lg"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663" name="Text Box 52"/>
              <p:cNvSpPr txBox="1">
                <a:spLocks noChangeAspect="1" noChangeArrowheads="1"/>
              </p:cNvSpPr>
              <p:nvPr/>
            </p:nvSpPr>
            <p:spPr bwMode="auto">
              <a:xfrm>
                <a:off x="4632" y="2589"/>
                <a:ext cx="1128" cy="3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1600"/>
                  <a:t>Harmonics</a:t>
                </a:r>
              </a:p>
            </p:txBody>
          </p:sp>
          <p:sp>
            <p:nvSpPr>
              <p:cNvPr id="27664" name="Text Box 53"/>
              <p:cNvSpPr txBox="1">
                <a:spLocks noChangeAspect="1" noChangeArrowheads="1"/>
              </p:cNvSpPr>
              <p:nvPr/>
            </p:nvSpPr>
            <p:spPr bwMode="auto">
              <a:xfrm>
                <a:off x="4641" y="2928"/>
                <a:ext cx="1319" cy="3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 sz="1400" dirty="0"/>
                  <a:t>Fundamental</a:t>
                </a:r>
              </a:p>
            </p:txBody>
          </p:sp>
        </p:grpSp>
      </p:grpSp>
      <p:pic>
        <p:nvPicPr>
          <p:cNvPr id="27652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889625" y="1412776"/>
            <a:ext cx="3101975" cy="323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" name="TextBox 30"/>
          <p:cNvSpPr txBox="1"/>
          <p:nvPr/>
        </p:nvSpPr>
        <p:spPr>
          <a:xfrm>
            <a:off x="5943600" y="4941168"/>
            <a:ext cx="3124200" cy="1677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/>
              <a:t>Ref: Irwan Prasetya Gunawan </a:t>
            </a:r>
            <a:r>
              <a:rPr lang="en-GB" sz="1200" i="1" dirty="0" err="1"/>
              <a:t>andMohammed</a:t>
            </a:r>
            <a:r>
              <a:rPr lang="en-GB" sz="1200" i="1" dirty="0"/>
              <a:t> </a:t>
            </a:r>
            <a:r>
              <a:rPr lang="en-GB" sz="1200" i="1" dirty="0" err="1"/>
              <a:t>Ghanbari</a:t>
            </a:r>
            <a:r>
              <a:rPr lang="en-GB" sz="1200" i="1" dirty="0"/>
              <a:t> (2008). “Reduced-Reference Video Quality Assessment using Discriminative Local Harmonic Strength with Motion Consideration”, IEEE Transaction on Circuits and Systems for Video Technology, Vol. 18, No. 1, January 2008, pp. 71–83.</a:t>
            </a:r>
          </a:p>
          <a:p>
            <a:endParaRPr lang="en-GB" sz="800" i="1" dirty="0"/>
          </a:p>
        </p:txBody>
      </p:sp>
    </p:spTree>
    <p:extLst>
      <p:ext uri="{BB962C8B-B14F-4D97-AF65-F5344CB8AC3E}">
        <p14:creationId xmlns:p14="http://schemas.microsoft.com/office/powerpoint/2010/main" val="459021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Title 1"/>
          <p:cNvSpPr>
            <a:spLocks noGrp="1"/>
          </p:cNvSpPr>
          <p:nvPr>
            <p:ph type="title"/>
          </p:nvPr>
        </p:nvSpPr>
        <p:spPr>
          <a:xfrm>
            <a:off x="2160588" y="332656"/>
            <a:ext cx="4822825" cy="720725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Examples</a:t>
            </a:r>
            <a:endParaRPr lang="en-US" dirty="0"/>
          </a:p>
        </p:txBody>
      </p:sp>
      <p:graphicFrame>
        <p:nvGraphicFramePr>
          <p:cNvPr id="4098" name="Object 3">
            <a:hlinkClick r:id="rId3" action="ppaction://hlinksldjump"/>
          </p:cNvPr>
          <p:cNvGraphicFramePr>
            <a:graphicFrameLocks noChangeAspect="1"/>
          </p:cNvGraphicFramePr>
          <p:nvPr/>
        </p:nvGraphicFramePr>
        <p:xfrm>
          <a:off x="4414838" y="1827213"/>
          <a:ext cx="4676775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0" name="Photo Editor Photo" r:id="rId4" imgW="11428571" imgH="8573697" progId="">
                  <p:embed/>
                </p:oleObj>
              </mc:Choice>
              <mc:Fallback>
                <p:oleObj name="Photo Editor Photo" r:id="rId4" imgW="11428571" imgH="8573697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4838" y="1827213"/>
                        <a:ext cx="4676775" cy="342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>
                        <a:outerShdw dist="107763" dir="81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 txBox="1">
            <a:spLocks noChangeArrowheads="1"/>
          </p:cNvSpPr>
          <p:nvPr/>
        </p:nvSpPr>
        <p:spPr>
          <a:xfrm>
            <a:off x="821532" y="990600"/>
            <a:ext cx="7500937" cy="457200"/>
          </a:xfrm>
          <a:prstGeom prst="rect">
            <a:avLst/>
          </a:prstGeom>
        </p:spPr>
        <p:txBody>
          <a:bodyPr/>
          <a:lstStyle/>
          <a:p>
            <a:pPr marL="342900" indent="-342900" algn="ctr" eaLnBrk="0" hangingPunct="0">
              <a:spcBef>
                <a:spcPct val="20000"/>
              </a:spcBef>
              <a:buClr>
                <a:schemeClr val="bg2"/>
              </a:buClr>
              <a:defRPr/>
            </a:pPr>
            <a:r>
              <a:rPr lang="en-GB" sz="2400" kern="0" dirty="0">
                <a:latin typeface="+mn-lt"/>
                <a:cs typeface="+mn-cs"/>
              </a:rPr>
              <a:t>Identifying blocky picture using harmonic gain:</a:t>
            </a:r>
          </a:p>
        </p:txBody>
      </p:sp>
      <p:graphicFrame>
        <p:nvGraphicFramePr>
          <p:cNvPr id="4101" name="Object 6">
            <a:hlinkClick r:id="rId6" action="ppaction://hlinksldjump"/>
          </p:cNvPr>
          <p:cNvGraphicFramePr>
            <a:graphicFrameLocks noChangeAspect="1"/>
          </p:cNvGraphicFramePr>
          <p:nvPr/>
        </p:nvGraphicFramePr>
        <p:xfrm>
          <a:off x="182563" y="1827213"/>
          <a:ext cx="4200525" cy="345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1" name="Photo Editor Photo" r:id="rId7" imgW="3048426" imgH="2438095" progId="">
                  <p:embed/>
                </p:oleObj>
              </mc:Choice>
              <mc:Fallback>
                <p:oleObj name="Photo Editor Photo" r:id="rId7" imgW="3048426" imgH="2438095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563" y="1827213"/>
                        <a:ext cx="4200525" cy="345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3528" y="5877272"/>
            <a:ext cx="8744272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Ref: Irwan Prasetya Gunawan and Mohammed </a:t>
            </a:r>
            <a:r>
              <a:rPr lang="en-GB" sz="1400" i="1" dirty="0" err="1"/>
              <a:t>Ghanbari</a:t>
            </a:r>
            <a:r>
              <a:rPr lang="en-GB" sz="1400" i="1" dirty="0"/>
              <a:t> (2005).“Image Quality Assessment Based On Harmonics Gain/Loss Information”, in Proc. ICIP’05, IEEE International Conference on Image Processing 2005 (Genoa, Italy), Volume: 1, pp. 429 – 432, 11-14 Sept. 2005.</a:t>
            </a:r>
          </a:p>
          <a:p>
            <a:endParaRPr lang="en-GB" sz="900" i="1" dirty="0"/>
          </a:p>
        </p:txBody>
      </p:sp>
    </p:spTree>
    <p:extLst>
      <p:ext uri="{BB962C8B-B14F-4D97-AF65-F5344CB8AC3E}">
        <p14:creationId xmlns:p14="http://schemas.microsoft.com/office/powerpoint/2010/main" val="319634466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Summary: Fourier analysis - tools </a:t>
            </a:r>
          </a:p>
        </p:txBody>
      </p:sp>
      <p:sp>
        <p:nvSpPr>
          <p:cNvPr id="96259" name="Text Box 3"/>
          <p:cNvSpPr txBox="1">
            <a:spLocks noChangeArrowheads="1"/>
          </p:cNvSpPr>
          <p:nvPr/>
        </p:nvSpPr>
        <p:spPr bwMode="auto">
          <a:xfrm>
            <a:off x="1981200" y="990600"/>
            <a:ext cx="64770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sz="2200" b="1">
                <a:solidFill>
                  <a:schemeClr val="hlink"/>
                </a:solidFill>
                <a:latin typeface="Comic Sans MS" pitchFamily="66" charset="0"/>
              </a:rPr>
              <a:t>Input Time Signal	    Frequency spectrum</a:t>
            </a:r>
          </a:p>
        </p:txBody>
      </p:sp>
      <p:grpSp>
        <p:nvGrpSpPr>
          <p:cNvPr id="96341" name="Group 85"/>
          <p:cNvGrpSpPr>
            <a:grpSpLocks/>
          </p:cNvGrpSpPr>
          <p:nvPr/>
        </p:nvGrpSpPr>
        <p:grpSpPr bwMode="auto">
          <a:xfrm>
            <a:off x="457200" y="3386138"/>
            <a:ext cx="8297863" cy="2185987"/>
            <a:chOff x="288" y="2133"/>
            <a:chExt cx="5227" cy="1377"/>
          </a:xfrm>
        </p:grpSpPr>
        <p:grpSp>
          <p:nvGrpSpPr>
            <p:cNvPr id="96337" name="Group 81"/>
            <p:cNvGrpSpPr>
              <a:grpSpLocks/>
            </p:cNvGrpSpPr>
            <p:nvPr/>
          </p:nvGrpSpPr>
          <p:grpSpPr bwMode="auto">
            <a:xfrm>
              <a:off x="288" y="2133"/>
              <a:ext cx="5227" cy="1377"/>
              <a:chOff x="288" y="2133"/>
              <a:chExt cx="5227" cy="1377"/>
            </a:xfrm>
          </p:grpSpPr>
          <p:graphicFrame>
            <p:nvGraphicFramePr>
              <p:cNvPr id="96282" name="Object 26"/>
              <p:cNvGraphicFramePr>
                <a:graphicFrameLocks noChangeAspect="1"/>
              </p:cNvGraphicFramePr>
              <p:nvPr/>
            </p:nvGraphicFramePr>
            <p:xfrm>
              <a:off x="4277" y="2133"/>
              <a:ext cx="1238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636" name="Equation" r:id="rId3" imgW="1777680" imgH="634680" progId="Equation.3">
                      <p:embed/>
                    </p:oleObj>
                  </mc:Choice>
                  <mc:Fallback>
                    <p:oleObj name="Equation" r:id="rId3" imgW="1777680" imgH="634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7" y="2133"/>
                            <a:ext cx="1238" cy="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6268" name="Text Box 12"/>
              <p:cNvSpPr txBox="1">
                <a:spLocks noChangeArrowheads="1"/>
              </p:cNvSpPr>
              <p:nvPr/>
            </p:nvSpPr>
            <p:spPr bwMode="auto">
              <a:xfrm>
                <a:off x="1296" y="2688"/>
                <a:ext cx="67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GB" sz="1800"/>
                  <a:t>Discrete</a:t>
                </a:r>
                <a:endParaRPr lang="en-GB"/>
              </a:p>
            </p:txBody>
          </p:sp>
          <p:sp>
            <p:nvSpPr>
              <p:cNvPr id="96269" name="Text Box 13"/>
              <p:cNvSpPr txBox="1">
                <a:spLocks noChangeArrowheads="1"/>
              </p:cNvSpPr>
              <p:nvPr/>
            </p:nvSpPr>
            <p:spPr bwMode="auto">
              <a:xfrm>
                <a:off x="3408" y="2304"/>
                <a:ext cx="64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/>
                  <a:t>Discrete</a:t>
                </a:r>
                <a:endParaRPr lang="en-GB"/>
              </a:p>
            </p:txBody>
          </p:sp>
          <p:sp>
            <p:nvSpPr>
              <p:cNvPr id="96271" name="Text Box 15"/>
              <p:cNvSpPr txBox="1">
                <a:spLocks noChangeArrowheads="1"/>
              </p:cNvSpPr>
              <p:nvPr/>
            </p:nvSpPr>
            <p:spPr bwMode="auto">
              <a:xfrm>
                <a:off x="2784" y="2304"/>
                <a:ext cx="480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b="1"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mic Sans MS" pitchFamily="66" charset="0"/>
                  </a:rPr>
                  <a:t>DFS</a:t>
                </a:r>
              </a:p>
            </p:txBody>
          </p:sp>
          <p:sp>
            <p:nvSpPr>
              <p:cNvPr id="96272" name="Text Box 16"/>
              <p:cNvSpPr txBox="1">
                <a:spLocks noChangeArrowheads="1"/>
              </p:cNvSpPr>
              <p:nvPr/>
            </p:nvSpPr>
            <p:spPr bwMode="auto">
              <a:xfrm>
                <a:off x="2016" y="2304"/>
                <a:ext cx="768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sz="1800"/>
                  <a:t>Periodic </a:t>
                </a:r>
                <a:r>
                  <a:rPr lang="en-GB" sz="1600" b="1" i="1"/>
                  <a:t>(period T)</a:t>
                </a:r>
                <a:endParaRPr lang="en-GB"/>
              </a:p>
            </p:txBody>
          </p:sp>
          <p:sp>
            <p:nvSpPr>
              <p:cNvPr id="96273" name="Text Box 17"/>
              <p:cNvSpPr txBox="1">
                <a:spLocks noChangeArrowheads="1"/>
              </p:cNvSpPr>
              <p:nvPr/>
            </p:nvSpPr>
            <p:spPr bwMode="auto">
              <a:xfrm>
                <a:off x="3408" y="2784"/>
                <a:ext cx="84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/>
                  <a:t>Continuous</a:t>
                </a:r>
              </a:p>
            </p:txBody>
          </p:sp>
          <p:sp>
            <p:nvSpPr>
              <p:cNvPr id="96275" name="Text Box 19"/>
              <p:cNvSpPr txBox="1">
                <a:spLocks noChangeArrowheads="1"/>
              </p:cNvSpPr>
              <p:nvPr/>
            </p:nvSpPr>
            <p:spPr bwMode="auto">
              <a:xfrm>
                <a:off x="2784" y="2784"/>
                <a:ext cx="57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b="1" dirty="0">
                    <a:solidFill>
                      <a:schemeClr val="hlink"/>
                    </a:solidFill>
                    <a:latin typeface="Comic Sans MS" pitchFamily="66" charset="0"/>
                    <a:hlinkClick r:id="rId5" action="ppaction://hlinksldjump"/>
                  </a:rPr>
                  <a:t>DTFT</a:t>
                </a:r>
                <a:endParaRPr lang="en-GB" b="1" dirty="0">
                  <a:solidFill>
                    <a:schemeClr val="hlink"/>
                  </a:solidFill>
                  <a:latin typeface="Comic Sans MS" pitchFamily="66" charset="0"/>
                </a:endParaRPr>
              </a:p>
            </p:txBody>
          </p:sp>
          <p:sp>
            <p:nvSpPr>
              <p:cNvPr id="96276" name="Text Box 20"/>
              <p:cNvSpPr txBox="1">
                <a:spLocks noChangeArrowheads="1"/>
              </p:cNvSpPr>
              <p:nvPr/>
            </p:nvSpPr>
            <p:spPr bwMode="auto">
              <a:xfrm>
                <a:off x="1968" y="2928"/>
                <a:ext cx="72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GB" sz="1800"/>
                  <a:t>Aperiodic</a:t>
                </a:r>
                <a:r>
                  <a:rPr lang="en-GB"/>
                  <a:t> </a:t>
                </a:r>
                <a:endParaRPr lang="en-GB" i="1"/>
              </a:p>
            </p:txBody>
          </p:sp>
          <p:sp>
            <p:nvSpPr>
              <p:cNvPr id="96277" name="Text Box 21"/>
              <p:cNvSpPr txBox="1">
                <a:spLocks noChangeArrowheads="1"/>
              </p:cNvSpPr>
              <p:nvPr/>
            </p:nvSpPr>
            <p:spPr bwMode="auto">
              <a:xfrm>
                <a:off x="3408" y="3216"/>
                <a:ext cx="64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GB" sz="1800"/>
                  <a:t>Discrete</a:t>
                </a:r>
              </a:p>
            </p:txBody>
          </p:sp>
          <p:sp>
            <p:nvSpPr>
              <p:cNvPr id="96279" name="Text Box 23"/>
              <p:cNvSpPr txBox="1">
                <a:spLocks noChangeArrowheads="1"/>
              </p:cNvSpPr>
              <p:nvPr/>
            </p:nvSpPr>
            <p:spPr bwMode="auto">
              <a:xfrm>
                <a:off x="2832" y="3168"/>
                <a:ext cx="480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b="1" dirty="0"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mic Sans MS" pitchFamily="66" charset="0"/>
                    <a:hlinkClick r:id="rId6" action="ppaction://hlinksldjump"/>
                  </a:rPr>
                  <a:t>DFT</a:t>
                </a:r>
                <a:endParaRPr lang="en-GB" b="1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Comic Sans MS" pitchFamily="66" charset="0"/>
                </a:endParaRPr>
              </a:p>
            </p:txBody>
          </p:sp>
          <p:sp>
            <p:nvSpPr>
              <p:cNvPr id="96293" name="AutoShape 37"/>
              <p:cNvSpPr>
                <a:spLocks/>
              </p:cNvSpPr>
              <p:nvPr/>
            </p:nvSpPr>
            <p:spPr bwMode="auto">
              <a:xfrm>
                <a:off x="2688" y="2832"/>
                <a:ext cx="96" cy="528"/>
              </a:xfrm>
              <a:prstGeom prst="leftBrace">
                <a:avLst>
                  <a:gd name="adj1" fmla="val 45833"/>
                  <a:gd name="adj2" fmla="val 50000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96302" name="Object 46"/>
              <p:cNvGraphicFramePr>
                <a:graphicFrameLocks noChangeAspect="1"/>
              </p:cNvGraphicFramePr>
              <p:nvPr/>
            </p:nvGraphicFramePr>
            <p:xfrm>
              <a:off x="4298" y="2670"/>
              <a:ext cx="1163" cy="3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637" name="Equation" r:id="rId7" imgW="1663560" imgH="558720" progId="Equation.3">
                      <p:embed/>
                    </p:oleObj>
                  </mc:Choice>
                  <mc:Fallback>
                    <p:oleObj name="Equation" r:id="rId7" imgW="1663560" imgH="55872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98" y="2670"/>
                            <a:ext cx="1163" cy="3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96320" name="Picture 64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6" y="2928"/>
                <a:ext cx="950" cy="5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96322" name="Picture 66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" y="2208"/>
                <a:ext cx="954" cy="5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aphicFrame>
            <p:nvGraphicFramePr>
              <p:cNvPr id="96330" name="Object 74"/>
              <p:cNvGraphicFramePr>
                <a:graphicFrameLocks noChangeAspect="1"/>
              </p:cNvGraphicFramePr>
              <p:nvPr/>
            </p:nvGraphicFramePr>
            <p:xfrm>
              <a:off x="4272" y="3072"/>
              <a:ext cx="1238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638" name="Equation" r:id="rId11" imgW="1777680" imgH="634680" progId="Equation.3">
                      <p:embed/>
                    </p:oleObj>
                  </mc:Choice>
                  <mc:Fallback>
                    <p:oleObj name="Equation" r:id="rId11" imgW="1777680" imgH="634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2" y="3072"/>
                            <a:ext cx="1238" cy="4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6292" name="AutoShape 36"/>
            <p:cNvSpPr>
              <a:spLocks/>
            </p:cNvSpPr>
            <p:nvPr/>
          </p:nvSpPr>
          <p:spPr bwMode="auto">
            <a:xfrm>
              <a:off x="1968" y="2304"/>
              <a:ext cx="48" cy="1056"/>
            </a:xfrm>
            <a:prstGeom prst="leftBrace">
              <a:avLst>
                <a:gd name="adj1" fmla="val 183333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6335" name="Group 79"/>
          <p:cNvGrpSpPr>
            <a:grpSpLocks/>
          </p:cNvGrpSpPr>
          <p:nvPr/>
        </p:nvGrpSpPr>
        <p:grpSpPr bwMode="auto">
          <a:xfrm>
            <a:off x="4876800" y="3429000"/>
            <a:ext cx="3810000" cy="2911475"/>
            <a:chOff x="3072" y="2160"/>
            <a:chExt cx="2400" cy="1834"/>
          </a:xfrm>
        </p:grpSpPr>
        <p:sp>
          <p:nvSpPr>
            <p:cNvPr id="96331" name="Text Box 75"/>
            <p:cNvSpPr txBox="1">
              <a:spLocks noChangeArrowheads="1"/>
            </p:cNvSpPr>
            <p:nvPr/>
          </p:nvSpPr>
          <p:spPr bwMode="auto">
            <a:xfrm>
              <a:off x="3072" y="2160"/>
              <a:ext cx="384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GB" sz="3000" b="1">
                  <a:solidFill>
                    <a:srgbClr val="339933"/>
                  </a:solidFill>
                </a:rPr>
                <a:t>**</a:t>
              </a:r>
            </a:p>
          </p:txBody>
        </p:sp>
        <p:sp>
          <p:nvSpPr>
            <p:cNvPr id="96332" name="Text Box 76"/>
            <p:cNvSpPr txBox="1">
              <a:spLocks noChangeArrowheads="1"/>
            </p:cNvSpPr>
            <p:nvPr/>
          </p:nvSpPr>
          <p:spPr bwMode="auto">
            <a:xfrm>
              <a:off x="3120" y="3072"/>
              <a:ext cx="384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GB" sz="3000" b="1">
                  <a:solidFill>
                    <a:srgbClr val="339933"/>
                  </a:solidFill>
                </a:rPr>
                <a:t>**</a:t>
              </a:r>
            </a:p>
          </p:txBody>
        </p:sp>
        <p:grpSp>
          <p:nvGrpSpPr>
            <p:cNvPr id="96334" name="Group 78"/>
            <p:cNvGrpSpPr>
              <a:grpSpLocks/>
            </p:cNvGrpSpPr>
            <p:nvPr/>
          </p:nvGrpSpPr>
          <p:grpSpPr bwMode="auto">
            <a:xfrm>
              <a:off x="3936" y="3648"/>
              <a:ext cx="1536" cy="346"/>
              <a:chOff x="3936" y="3600"/>
              <a:chExt cx="1536" cy="346"/>
            </a:xfrm>
          </p:grpSpPr>
          <p:sp>
            <p:nvSpPr>
              <p:cNvPr id="96329" name="Text Box 73"/>
              <p:cNvSpPr txBox="1">
                <a:spLocks noChangeArrowheads="1"/>
              </p:cNvSpPr>
              <p:nvPr/>
            </p:nvSpPr>
            <p:spPr bwMode="auto">
              <a:xfrm>
                <a:off x="4224" y="3600"/>
                <a:ext cx="124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sz="1600" b="1" i="1">
                    <a:solidFill>
                      <a:srgbClr val="339933"/>
                    </a:solidFill>
                  </a:rPr>
                  <a:t>Calculated via FFT</a:t>
                </a:r>
                <a:endParaRPr lang="en-US" b="1">
                  <a:solidFill>
                    <a:srgbClr val="339933"/>
                  </a:solidFill>
                </a:endParaRPr>
              </a:p>
            </p:txBody>
          </p:sp>
          <p:sp>
            <p:nvSpPr>
              <p:cNvPr id="96333" name="Text Box 77"/>
              <p:cNvSpPr txBox="1">
                <a:spLocks noChangeArrowheads="1"/>
              </p:cNvSpPr>
              <p:nvPr/>
            </p:nvSpPr>
            <p:spPr bwMode="auto">
              <a:xfrm>
                <a:off x="3936" y="3600"/>
                <a:ext cx="384" cy="3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GB" sz="3000" b="1">
                    <a:solidFill>
                      <a:srgbClr val="339933"/>
                    </a:solidFill>
                  </a:rPr>
                  <a:t>**</a:t>
                </a:r>
              </a:p>
            </p:txBody>
          </p:sp>
        </p:grpSp>
      </p:grpSp>
      <p:grpSp>
        <p:nvGrpSpPr>
          <p:cNvPr id="96340" name="Group 84"/>
          <p:cNvGrpSpPr>
            <a:grpSpLocks/>
          </p:cNvGrpSpPr>
          <p:nvPr/>
        </p:nvGrpSpPr>
        <p:grpSpPr bwMode="auto">
          <a:xfrm>
            <a:off x="381000" y="1371600"/>
            <a:ext cx="8321675" cy="4756150"/>
            <a:chOff x="240" y="864"/>
            <a:chExt cx="5242" cy="2996"/>
          </a:xfrm>
        </p:grpSpPr>
        <p:grpSp>
          <p:nvGrpSpPr>
            <p:cNvPr id="96338" name="Group 82"/>
            <p:cNvGrpSpPr>
              <a:grpSpLocks/>
            </p:cNvGrpSpPr>
            <p:nvPr/>
          </p:nvGrpSpPr>
          <p:grpSpPr bwMode="auto">
            <a:xfrm>
              <a:off x="240" y="864"/>
              <a:ext cx="5242" cy="2996"/>
              <a:chOff x="240" y="864"/>
              <a:chExt cx="5242" cy="2996"/>
            </a:xfrm>
          </p:grpSpPr>
          <p:grpSp>
            <p:nvGrpSpPr>
              <p:cNvPr id="96336" name="Group 80"/>
              <p:cNvGrpSpPr>
                <a:grpSpLocks/>
              </p:cNvGrpSpPr>
              <p:nvPr/>
            </p:nvGrpSpPr>
            <p:grpSpPr bwMode="auto">
              <a:xfrm>
                <a:off x="288" y="864"/>
                <a:ext cx="5194" cy="1142"/>
                <a:chOff x="288" y="864"/>
                <a:chExt cx="5194" cy="1142"/>
              </a:xfrm>
            </p:grpSpPr>
            <p:graphicFrame>
              <p:nvGraphicFramePr>
                <p:cNvPr id="96281" name="Object 25"/>
                <p:cNvGraphicFramePr>
                  <a:graphicFrameLocks noChangeAspect="1"/>
                </p:cNvGraphicFramePr>
                <p:nvPr/>
              </p:nvGraphicFramePr>
              <p:xfrm>
                <a:off x="4279" y="1479"/>
                <a:ext cx="1203" cy="29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7639" name="Equation" r:id="rId13" imgW="1739880" imgH="431640" progId="Equation.3">
                        <p:embed/>
                      </p:oleObj>
                    </mc:Choice>
                    <mc:Fallback>
                      <p:oleObj name="Equation" r:id="rId13" imgW="1739880" imgH="43164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79" y="1479"/>
                              <a:ext cx="1203" cy="29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6283" name="Object 27"/>
                <p:cNvGraphicFramePr>
                  <a:graphicFrameLocks noChangeAspect="1"/>
                </p:cNvGraphicFramePr>
                <p:nvPr/>
              </p:nvGraphicFramePr>
              <p:xfrm>
                <a:off x="4288" y="1038"/>
                <a:ext cx="1157" cy="4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7640" name="Equation" r:id="rId15" imgW="1650960" imgH="609480" progId="Equation.3">
                        <p:embed/>
                      </p:oleObj>
                    </mc:Choice>
                    <mc:Fallback>
                      <p:oleObj name="Equation" r:id="rId15" imgW="1650960" imgH="609480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88" y="1038"/>
                              <a:ext cx="1157" cy="4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96260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2112" y="1104"/>
                  <a:ext cx="768" cy="38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sz="1800"/>
                    <a:t>Periodic </a:t>
                  </a:r>
                  <a:r>
                    <a:rPr lang="en-GB" sz="1600" b="1" i="1"/>
                    <a:t>(period T)</a:t>
                  </a:r>
                  <a:endParaRPr lang="en-GB"/>
                </a:p>
              </p:txBody>
            </p:sp>
            <p:sp>
              <p:nvSpPr>
                <p:cNvPr id="96261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3360" y="1152"/>
                  <a:ext cx="688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GB" sz="1800"/>
                    <a:t>Discrete</a:t>
                  </a:r>
                  <a:r>
                    <a:rPr lang="en-GB"/>
                    <a:t> </a:t>
                  </a:r>
                </a:p>
              </p:txBody>
            </p:sp>
            <p:sp>
              <p:nvSpPr>
                <p:cNvPr id="96265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3360" y="1536"/>
                  <a:ext cx="844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l"/>
                  <a:r>
                    <a:rPr lang="en-GB" sz="1800"/>
                    <a:t>Continuous</a:t>
                  </a:r>
                  <a:endParaRPr lang="en-GB"/>
                </a:p>
              </p:txBody>
            </p:sp>
            <p:sp>
              <p:nvSpPr>
                <p:cNvPr id="96267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880" y="1536"/>
                  <a:ext cx="336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b="1" dirty="0">
                      <a:solidFill>
                        <a:schemeClr val="hlink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Comic Sans MS" pitchFamily="66" charset="0"/>
                      <a:hlinkClick r:id="rId17" action="ppaction://hlinkpres?slideindex=1&amp;slidetitle="/>
                    </a:rPr>
                    <a:t>FT</a:t>
                  </a:r>
                  <a:endParaRPr lang="en-GB" b="1" dirty="0"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mic Sans MS" pitchFamily="66" charset="0"/>
                  </a:endParaRPr>
                </a:p>
              </p:txBody>
            </p:sp>
            <p:sp>
              <p:nvSpPr>
                <p:cNvPr id="96291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2112" y="1536"/>
                  <a:ext cx="72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en-GB" sz="1800"/>
                    <a:t>Aperiodic</a:t>
                  </a:r>
                  <a:endParaRPr lang="en-GB"/>
                </a:p>
              </p:txBody>
            </p:sp>
            <p:sp>
              <p:nvSpPr>
                <p:cNvPr id="96263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832" y="1152"/>
                  <a:ext cx="384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GB" b="1" dirty="0">
                      <a:solidFill>
                        <a:schemeClr val="hlink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Comic Sans MS" pitchFamily="66" charset="0"/>
                      <a:hlinkClick r:id="rId17" action="ppaction://hlinkpres?slideindex=1&amp;slidetitle="/>
                    </a:rPr>
                    <a:t>FS</a:t>
                  </a:r>
                  <a:endParaRPr lang="en-GB" b="1" dirty="0"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Comic Sans MS" pitchFamily="66" charset="0"/>
                  </a:endParaRPr>
                </a:p>
              </p:txBody>
            </p:sp>
            <p:sp>
              <p:nvSpPr>
                <p:cNvPr id="96264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248" y="1344"/>
                  <a:ext cx="912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l"/>
                  <a:r>
                    <a:rPr lang="en-GB" sz="1800" dirty="0"/>
                    <a:t>Continuous</a:t>
                  </a:r>
                  <a:endParaRPr lang="en-GB" dirty="0"/>
                </a:p>
              </p:txBody>
            </p:sp>
            <p:pic>
              <p:nvPicPr>
                <p:cNvPr id="96317" name="Picture 61"/>
                <p:cNvPicPr>
                  <a:picLocks noChangeAspect="1" noChangeArrowheads="1"/>
                </p:cNvPicPr>
                <p:nvPr/>
              </p:nvPicPr>
              <p:blipFill>
                <a:blip r:embed="rId1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8" y="864"/>
                  <a:ext cx="960" cy="5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96318" name="Picture 62"/>
                <p:cNvPicPr>
                  <a:picLocks noChangeAspect="1" noChangeArrowheads="1"/>
                </p:cNvPicPr>
                <p:nvPr/>
              </p:nvPicPr>
              <p:blipFill>
                <a:blip r:embed="rId1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8" y="1488"/>
                  <a:ext cx="948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grpSp>
          <p:sp>
            <p:nvSpPr>
              <p:cNvPr id="96325" name="Text Box 69"/>
              <p:cNvSpPr txBox="1">
                <a:spLocks noChangeArrowheads="1"/>
              </p:cNvSpPr>
              <p:nvPr/>
            </p:nvSpPr>
            <p:spPr bwMode="auto">
              <a:xfrm>
                <a:off x="240" y="3648"/>
                <a:ext cx="3408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/>
                <a:r>
                  <a:rPr lang="en-US" sz="1600" b="1" i="1">
                    <a:solidFill>
                      <a:srgbClr val="F89F00"/>
                    </a:solidFill>
                  </a:rPr>
                  <a:t>Note: j =</a:t>
                </a:r>
                <a:r>
                  <a:rPr lang="en-US" sz="1600" b="1" i="1">
                    <a:solidFill>
                      <a:srgbClr val="F89F00"/>
                    </a:solidFill>
                    <a:sym typeface="Symbol" pitchFamily="18" charset="2"/>
                  </a:rPr>
                  <a:t>-1,   = 2/T,  s[n]=s(t</a:t>
                </a:r>
                <a:r>
                  <a:rPr lang="en-US" sz="2200" b="1" i="1" baseline="-10000">
                    <a:solidFill>
                      <a:srgbClr val="F89F00"/>
                    </a:solidFill>
                    <a:sym typeface="Symbol" pitchFamily="18" charset="2"/>
                  </a:rPr>
                  <a:t>n</a:t>
                </a:r>
                <a:r>
                  <a:rPr lang="en-US" sz="1600" b="1" i="1">
                    <a:solidFill>
                      <a:srgbClr val="F89F00"/>
                    </a:solidFill>
                    <a:sym typeface="Symbol" pitchFamily="18" charset="2"/>
                  </a:rPr>
                  <a:t>),  N = No. of samples </a:t>
                </a:r>
                <a:endParaRPr lang="en-US" b="1"/>
              </a:p>
            </p:txBody>
          </p:sp>
        </p:grpSp>
        <p:sp>
          <p:nvSpPr>
            <p:cNvPr id="96290" name="AutoShape 34"/>
            <p:cNvSpPr>
              <a:spLocks/>
            </p:cNvSpPr>
            <p:nvPr/>
          </p:nvSpPr>
          <p:spPr bwMode="auto">
            <a:xfrm>
              <a:off x="2064" y="1152"/>
              <a:ext cx="48" cy="576"/>
            </a:xfrm>
            <a:prstGeom prst="leftBrace">
              <a:avLst>
                <a:gd name="adj1" fmla="val 100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302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UBIP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ixel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0000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0000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4724</TotalTime>
  <Words>2432</Words>
  <Application>Microsoft Macintosh PowerPoint</Application>
  <PresentationFormat>On-screen Show (4:3)</PresentationFormat>
  <Paragraphs>550</Paragraphs>
  <Slides>67</Slides>
  <Notes>2</Notes>
  <HiddenSlides>2</HiddenSlides>
  <MMClips>3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67</vt:i4>
      </vt:variant>
    </vt:vector>
  </HeadingPairs>
  <TitlesOfParts>
    <vt:vector size="76" baseType="lpstr">
      <vt:lpstr>Arial</vt:lpstr>
      <vt:lpstr>Cambria Math</vt:lpstr>
      <vt:lpstr>Comic Sans MS</vt:lpstr>
      <vt:lpstr>Symbol</vt:lpstr>
      <vt:lpstr>Wingdings</vt:lpstr>
      <vt:lpstr>UBIPG</vt:lpstr>
      <vt:lpstr>Equation</vt:lpstr>
      <vt:lpstr>Picture</vt:lpstr>
      <vt:lpstr>Photo Editor Photo</vt:lpstr>
      <vt:lpstr>Discrete Fourier Transform</vt:lpstr>
      <vt:lpstr>Fourier analysis - applications</vt:lpstr>
      <vt:lpstr>Summary: Fourier analysis - tools </vt:lpstr>
      <vt:lpstr>PowerPoint Presentation</vt:lpstr>
      <vt:lpstr>Reminder: CT Fourier Transform</vt:lpstr>
      <vt:lpstr>Derivation of the DT Fourier Transform</vt:lpstr>
      <vt:lpstr>Discrete Time Fourier Transform (DTFT)</vt:lpstr>
      <vt:lpstr>Example 1: 1st Order System, Decay Power</vt:lpstr>
      <vt:lpstr>Example 2: Rectangular Pulse</vt:lpstr>
      <vt:lpstr>Example 3: Impulse Signal</vt:lpstr>
      <vt:lpstr>DTFT Properties: Periodicity, Linearity &amp; Time</vt:lpstr>
      <vt:lpstr>Summary of Fourier Transforms (so far…)</vt:lpstr>
      <vt:lpstr>Discrete FT</vt:lpstr>
      <vt:lpstr>PowerPoint Presentation</vt:lpstr>
      <vt:lpstr>Sampling the Fourier Transform</vt:lpstr>
      <vt:lpstr>Sampling the Fourier Transform Cont’d</vt:lpstr>
      <vt:lpstr>Sampling the Fourier Transform Cont’d</vt:lpstr>
      <vt:lpstr>DFT and IDFT</vt:lpstr>
      <vt:lpstr>DFT and IDFT (cont)</vt:lpstr>
      <vt:lpstr>The Discrete Fourier Transform</vt:lpstr>
      <vt:lpstr>The Discrete Fourier Transform Cont’d</vt:lpstr>
      <vt:lpstr>Properties of DFT</vt:lpstr>
      <vt:lpstr>Example: Duality</vt:lpstr>
      <vt:lpstr>Relation between DTFT and DFT</vt:lpstr>
      <vt:lpstr>Relation between DTFT and DFT (cont)</vt:lpstr>
      <vt:lpstr>Relation between DTFT and DFT (cont 2)</vt:lpstr>
      <vt:lpstr>Discrete Fourier Transform</vt:lpstr>
      <vt:lpstr>FFT</vt:lpstr>
      <vt:lpstr>Decimation-In-Time FFT Algorithms</vt:lpstr>
      <vt:lpstr>Decimation In Time</vt:lpstr>
      <vt:lpstr>Decimation In Time Cont’d</vt:lpstr>
      <vt:lpstr>Decimation-In-Time FFT Algorithm</vt:lpstr>
      <vt:lpstr>Butterfly Computation</vt:lpstr>
      <vt:lpstr>In-Place Computation</vt:lpstr>
      <vt:lpstr>Decimation-In-Frequency FFT Algorithm</vt:lpstr>
      <vt:lpstr>Decimation-In-Frequency FFT Algorithm</vt:lpstr>
      <vt:lpstr>Famous Fourier Transforms</vt:lpstr>
      <vt:lpstr>Famous Fourier Transforms</vt:lpstr>
      <vt:lpstr>Famous Fourier Transforms</vt:lpstr>
      <vt:lpstr>Famous Fourier Transforms</vt:lpstr>
      <vt:lpstr>Famous Fourier Transforms</vt:lpstr>
      <vt:lpstr>FFT of FID</vt:lpstr>
      <vt:lpstr>FFT of FID</vt:lpstr>
      <vt:lpstr>FFT of FID</vt:lpstr>
      <vt:lpstr>Examples….</vt:lpstr>
      <vt:lpstr>Spectrum (computed through FFT)</vt:lpstr>
      <vt:lpstr>Spectrum (computed through FFT)</vt:lpstr>
      <vt:lpstr>Spectrum (computed through FFT)</vt:lpstr>
      <vt:lpstr>Spectrum (computed through FFT)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Compare – JPEG encoded image</vt:lpstr>
      <vt:lpstr>Feature Extraction Models</vt:lpstr>
      <vt:lpstr>Harmonic analysis: review</vt:lpstr>
      <vt:lpstr>Examples</vt:lpstr>
      <vt:lpstr>Summary: Fourier analysis - tools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 Chapter Title</dc:title>
  <dc:creator>irwan gunawan</dc:creator>
  <cp:lastModifiedBy>Microsoft Office User</cp:lastModifiedBy>
  <cp:revision>186</cp:revision>
  <dcterms:created xsi:type="dcterms:W3CDTF">2012-09-11T05:23:01Z</dcterms:created>
  <dcterms:modified xsi:type="dcterms:W3CDTF">2021-06-15T10:28:10Z</dcterms:modified>
</cp:coreProperties>
</file>