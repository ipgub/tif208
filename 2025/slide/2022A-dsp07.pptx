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8"/>
  </p:notesMasterIdLst>
  <p:handoutMasterIdLst>
    <p:handoutMasterId r:id="rId19"/>
  </p:handoutMasterIdLst>
  <p:sldIdLst>
    <p:sldId id="456" r:id="rId2"/>
    <p:sldId id="493" r:id="rId3"/>
    <p:sldId id="494" r:id="rId4"/>
    <p:sldId id="495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2676" autoAdjust="0"/>
  </p:normalViewPr>
  <p:slideViewPr>
    <p:cSldViewPr>
      <p:cViewPr varScale="1">
        <p:scale>
          <a:sx n="121" d="100"/>
          <a:sy n="121" d="100"/>
        </p:scale>
        <p:origin x="2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28:20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17904 4216 5734,'2'3'0,"15"6"0,-10-6 0,13 4 0,-12-3 0,5-1 0,-2 0 0,4 1 0,6-1 0,-8 0 0,13 3 0,-15-2 0,4 1 0,4 1 0,-6-3 0,7 2 0,20-3 0,-20-1 0,24 0 0,-20-3 0,-5 0 0,6-2 0,6-1 0,0 0 0,-2 0 0,6-2 0,0 0-687,-7 3 687,0-1 0,-4 2-68,-7 1 68,-1 2 0,1 0 0,0 1 0,9-1 0,2 1 0,0-1 0,-1 0 0,1 1 0,14 1 0,-14-1 682,15 2-682,-4-2 0,-1 0 0,3 0-275,-1-1 1,1 1 274,7-1-1322,-11 0 1322,-13 0 0,1 1 0,0 0 0,0 0-951,14 1 951,-14 0 0,1 0 0,0-1 0,0 0 0,15 1 0,3 1 0,1 1 0,1-1 0,-11 1 0,3 1 0,11-1 0,-3 0 0,1 0 56,-1 0 0,-3 0-56,-11-1 0,-10 0 0,4 0 1175,-6-1-1175,-9 0 1117,2-1-1117,-12-1 0,-2-2 0,-3 0 0</inkml:trace>
  <inkml:trace contextRef="#ctx0" brushRef="#br0" timeOffset="34882">19729 2946 5734,'-36'-13'0,"0"1"0,0 0 0,0 0 0,-6-3 0,0 0 0,1 1 0,6 2 0,0 0 0,3 1-280,-6-2 0,-3-2 280,4 2 0,-7-2 0,-3-2 0,2 2 0,6 1-1093,6 2 1,4 2 0,-4-2 965,-4-1 0,-6-3 0,-2 0 0,1 0 0,3 3 127,3 0 0,2 2 0,2 1 0,3 1 352,-4-2 1,-2 0-353,4 3 0,-7-2 0,-5 1 0,1-1 0,3 2 0,8 1-943,-4 1 1,3 1 942,-1 0 0,-6 0 0,2 0 0,7 1 0,-12 3 1,0 1-1,4 2 0,-1 1 0,15-1 0,-1 1 0,-9 1 0,-5 1 0,1 2 0,5-1 0,1 2 0,1-1 313,-12 3 1,2 0-314,-1 0 0,-1 3 0,8 1 0,-1 3 0,4-2 0,9-5 0,-1 2 0,-16 8 0,-7 3 0,10-3 0,3-1 0,10-3 0,0 0-121,-12 9 121,11-4 0,-8 6 2094,13-7-2094,-2 13 0,0 3 0,1 1 102,1-2 0,2 4-102,9-1 0,3-2 0,-2 7 1002,3-5 1,1 2-1003,6-3 0,3-2 0,-2-11 0,2 1 0,2 11 0,2 6 0,0-5-815,-1-9 0,1-1 815,3 13 0,2 3 0,2-6 0,3 1 0,-1-4-1056,-2-3 1,2 1 1055,0 2 0,3 3 0,2 1 0,0-8 0,2 0 0,1-1 0,-3-3 0,6 7 0,1 1-288,-4-6 0,3 4 0,1-1 1,-4-4 287,4 0 0,-1-2 0,2-1 0,3 1 0,0-1 0,4 3 0,5 1 0,-6-8 0,5 2 0,2 1 0,0-1 0,-4-3 0,2 0 0,-4-2 0,4 0 0,-5-1 0,4 0 0,0 1 0,0-1 0,-4-3 0,5 1 0,-4-3 0,0 0 0,2 0 0,0 0 0,0 0 0,-1-1 0,1 0 0,3 0 0,0-2 0,5 1 0,2-1 0,-1 1 0,-5-2 0,-5 0 0,-4-2 0,1 1 0,7-1 0,-3-2 0,7 0 0,4 0 0,3 0 0,1-1 0,-1 0 0,-2 0 0,-5-1 0,-5-1 0,4 0 0,-6-1 0,-1 0 0,5-1 0,-2 0 0,5 0 0,3 0 0,1 0 0,-3-1 0,-3-1 0,-8 0 0,2-3 0,-7 0 0,0-1 0,16-5 0,-1-1 0,-4 1 0,2-6 0,-12-1 0,5-6 0,0-2 0,-1-1 0,-5 4 0,-1 3 0,-3 1 0,1-6 0,-3 0 0,2-6 0,3-4 0,-1-1 0,-1 0 0,-4 3 0,-5 6 0,3-15 0,-4 1 0,-4 9 0,1-6 0,0 0 0,-2 1 0,-2 6 0,1-4 0,-3 3 0,1-10 0,0 0 0,-2 3 0,-1 3 0,-1 9 0,-1 0 0,0-6 0,0-1 0,-2 5 0,-1 1 0,1-13 0,-2 10 0,-1 1 0,1-2 0,-3-6 0,1 17 250,-4-4 0,0 8 0,-3-4 0</inkml:trace>
  <inkml:trace contextRef="#ctx0" brushRef="#br0" timeOffset="41860">2095 5194 5734,'2'-4'0,"-1"0"0,0 3 0,0 1 0,1 0 0,8-4 0,-5 3 0,6-3 0,-1 2 0,-3 1 0,7-2 0,-8 2 0,6 0 0,-6 0 0,3 1 0,-2 0 0,-2 0 0,6 0 0,-5-1 0,4 1 0,-2 0 0,-1 0 0,1-1 0,-1-1 0,12 2 0,-9 0 0,10 1 0,-9 0 0,-3-1 0,12 0 0,-10 0 0,7 0 0,-3 1 0,-3 0 0,12 2 0,-11-2 0,15 3 0,-15-3 0,6 1 0,-3 0 0,-3 0 0,5-1 0,-5 1 0,22 1 0,-16-2 0,24 2 0,-19-3 0,-1 0 0,14-1 0,-17 0 0,17-3 0,-19 3 0,5-2 0,-1 1 0,-5 1 0,5-1 0,5 0 0,-9 0 0,21-1 0,-21 1 0,15-1 0,-17 2 0,5 0 0,-6 0 0,5-1 0,-3 1 0,5-1 0,2 2 0,2-1 0,-2 0 0,5 0 0,0 0 0,-11-1 0,5 1 0,-6-1 0,8 1 0,-5-1 0,4 0 0,3 1 0,2-2 0,0 0-359,-1 1 359,-8 0 0,18-2 0,-12 1 0,13-1 0,-7 2 0,-7 0 0,6 0 0,0 0 0,-8 0 0,22 1 0,-22 0 0,12 0 0,-11 1 0,-5 0 359,6 0-359,1-1 0,-5 0 0,8 0 0,1-1 0,-7 0 0,14 0 0,1 0 0,-5-1-530,1 1 0,-1 0 530,-10 1 0,-2-1 0,1 0 0,-1 0 0,18-1 0,-14 2-440,14-2 440,-18 2 0,18-2 0,-14 2 0,14-1 0,-18 2 0,0 0 0,9 0 0,-7 0 0,6 0 0,-1 0 0,-5 0 0,7 0 0,1 0 0,-6 0 0,8 0 0,2 0 0,-7 0 0,8 0 0,1 1 0,-8 0-669,9 0 669,-11 1 0,1 0 465,-2 0-465,1 1 0,-2 1 0,0 0 0,7 1 0,11 2 0,1-1 0,-6-1-530,-5-1 1,0-1 529,-3-1 0,-1-1-82,0 1 82,-1-2 0,5 0 0,2 0 0,-2 0 0,11-1 0,-2-1 0,-20 2 0,16-3 0,-27 3 614,5-1-614,-7 1 437,3-1-437,-5 1 1196,-3 0-1196,4 0 598,-4 0-598,2-1 0,-4 1 0,0 0 0</inkml:trace>
  <inkml:trace contextRef="#ctx0" brushRef="#br0" timeOffset="43582">9408 5583 5734,'-3'40'0,"0"-12"0,1-1 0,-1-4 0,-2 21 0,3-25 0,0 13 0,2-18 0,-1 4 0,2-12 0,13-4 0,-2-3 0,15-7 0,-4-4 0,-1 0 0,1-1 0,14-7 0,0-1 0,8-3 0,-5 2-644,-12 7 1,0 0 643,13-6 0,5-4 0,-7 5-1445,3 0 1445,-15 8 0,0 0 0,8-2-411,0 2 0,1 0 411,2 0 0,-1 2 0,-3 2 0,-12 7 0,3 0 0</inkml:trace>
  <inkml:trace contextRef="#ctx0" brushRef="#br0" timeOffset="46336">11350 6754 5734,'-7'26'0,"1"-7"0,-2 12 0,2-11 0,1 6 0,-1 1 0,0-1 0,0 4 0,2-2 0,2-15 0,10 3 0,1-17 0,16-9 0,3-5 0,0-3-693,1 0 0,-1 0 693,-2-1 0,11-5 0,1-1 0,2 0 0,-3 2 0,2-1 0,-3 7 0,-2 3 0,6-2-717,-4 2 0,-2 1 717,-2 3 0,0 2-487,-9 3 0,1-1 487,12-1 0,9-1 0,-18 6 0,-2 1 0,8-3 0,-9 3 0,1-1 0</inkml:trace>
  <inkml:trace contextRef="#ctx0" brushRef="#br0" timeOffset="48598">10896 7925 5734,'-4'18'0,"0"0"0,-1 1 0,-1 12 0,2-12 0,4 12 0,4-20 0,5 1 0,2-7 0,5-3 0,31-9 0,-13 0-111,-7 0 0,2-2 111,7-3 0,-2 0-1826,11-5 1826,-11 4 0,4-1 0,0 1 0,3-2 0,-6 2 0,-9 3 0,-1 1 0,10-4 0,3-1 0,-8 3 0,-11 3 0,-1 0 0</inkml:trace>
  <inkml:trace contextRef="#ctx0" brushRef="#br0" timeOffset="50528">3567 6171 5734,'4'-2'0,"2"-1"0,-2 1 0,2-1 0,4-4 0,-2 3 0,4-3 0,1 0 0,-3 3 0,3-2 0,-5 3 0,0 2 0,3-2 0,-2 2 0,3-2 0,4 0 0,-6 2 0,9-2 0,-11 3 0,4 0 0,4 1 0,-5-1 0,10 2 0,-11-1 0,4 1 0,19 1 0,-16-2 0,17 1 0,-22-2 0,0 0 0,22 1 0,-17 0 0,16 2 0,-5 2 0,-13-2 0,12 4 0,-19-5 0,8 3 0,-6-2 0,13 3 0,-13-3 0,14 4 0,-13-4 0,5 1 0,-4 1 0,-3-3 0,8 5 0,-7-5 0,13 3 0,-12-3 0,23 0 0,-19-1 0,12-1 0,-18-1 0,1 0 0,3 1 0,-1 0 0,3 1 0,3 0 0,-4 0 0,5-1 0,17 0 0,-17 0 0,15 0 0,-17 0 0,-4 0 0,3 1 0,2 0 0,-4 0 0,4 0 0,0-1 0,-4 0 0,4 0 0,-1 0 0,-4 0 0,5 0 0,-1 1 0,-2 1 0,4-1 0,16-1 0,-14-1 0,16 0-307,-20 0 307,0-1 0,0 1 0,8 0 0,-7 0 0,5 1 0,1-2 0,-5 1 0,8-1 0,3 1 0,-4 0 0,18-2 0,-16 2-670,8 0 670,-10 0 0,11 1 0,-9 1 0,8 0 0,-13 0 0,10 1 0,-9 0-104,15 2 104,-17-2 0,21 2 0,-23-1 0,11 1 0,-11-1 0,-5-2 282,2 1-282,-4-1 683,-5 1-683,3-1 116,-3-1-116,-2-1 0,0-1 0,-2 0 0,0 1 0,3-1 0,1 0 0,0 0 0,0 0 0,-2 0 0</inkml:trace>
  <inkml:trace contextRef="#ctx0" brushRef="#br0" timeOffset="72578">14887 6949 24575,'-17'0'0,"4"0"0,13 0 0,0 0 0,0 0 0</inkml:trace>
  <inkml:trace contextRef="#ctx0" brushRef="#br0" timeOffset="87509">16508 5816 5734,'-2'-7'0,"1"2"0,-1 3 0,2 2 0,-1 8 0,0 5 0,-2 3 0,0 11 0,0-6 0,1 3 0,0 2 0,0 2 0,1 6 0,-1 0 0,1-4 0,-1 4 0,1 1 0,0-6 0,0 15 0,3-16 0,-1-8 0,1 4 0,1-4 0,0-2 0,1 9 0,-2-13 0,0 2 0,-2-16 0,0-3 0,0-1 0,0-4 0</inkml:trace>
  <inkml:trace contextRef="#ctx0" brushRef="#br0" timeOffset="88093">16453 5806 5734,'4'1'0,"2"4"0,-2 0 0,2 3 0,2 9 0,-2-3 0,2 8 0,-1-4-315,0 3 315,1 1 0,1 1 0,-1 1 0,4 7 0,-3-7 0,1 1 0,7 12 0,-5-10-657,4 8 657,-5-13 0,-2-2 0,0-3 0,1 4 0,-3-7 0,0 2 0,-2-8 293,-1 1-293,0-3 679,0-1-679,-1-3 0,0-3 0,0-6 0,0-1 0,1-5 0,1-7 0,-1 2 0,1-8 0,0-4 0,-1 1 0,-1-1 0,2-11 0,-2 2 0,0 3 0,-3 10 0,2-12 0,-2 13 0,0 8 0,0-4 0,-1 5 0,1 5 0,-1-2 0,1 4 0,1 3 0,-1 0 0,1 5 0,-1 1 0</inkml:trace>
  <inkml:trace contextRef="#ctx0" brushRef="#br0" timeOffset="88521">16922 5780 5734,'-11'6'0,"-1"4"0,3-1 0,-2 2 0,0 3 0,0-2 0,-7 19 0,8-13 0,-4 13 0,5-3 0,3-6 0,-1 18 0,5-16-510,1 7 510,2-7 0,3 10 0,0-8 0,1 8 0,4-4 0,-2-8 0,3 5 0,2-5 0,-4-7 0,4 3 0,1-7 0,-4-3 510,4-1-510,-1-1 0,-4-3 0,3 0 0,-5-4 0,-1 0 0</inkml:trace>
  <inkml:trace contextRef="#ctx0" brushRef="#br0" timeOffset="89011">17007 6020 5734,'6'-2'0,"1"0"0,-1 1 0,0 0 0,3 1 0,1 1 0,-3 1 0,2-1 0,-6 1 0,0 1 0,0 2 0,-2 0 0,-1 3 0,-3 6 0,-1-3 0,-4 7 0,-7 13 0,5-9 0,-5 11 0,8-14 0,1-3 0,2 1 0,3 4 0,0-6 0,4 4 0,7-3 0,-2-6 0,19 1 0,-11-11 0,18-5 0,-16 0 0,7-5 0,4-8 0,-11 5 0,13-15 0,-21 16 0,1-6 0,-9 8 0</inkml:trace>
  <inkml:trace contextRef="#ctx0" brushRef="#br0" timeOffset="89230">16938 6166 5734,'14'-7'0,"-1"2"0,6-3 0,15-3 0,-10 4 0,-1 0 0,1 0-617,-1 0 617,6 1 0,-3 0 0,-8 2 0,5-3 0</inkml:trace>
  <inkml:trace contextRef="#ctx0" brushRef="#br0" timeOffset="89571">17402 5739 5734,'31'35'0,"-5"-4"0,-9 9 0,-7-14 0,-1 9 0,-2 0 0,-4-1 0,-3-2 0,-1 5 0,-2-4 0,-2 5-1194,0 1 0,-2-4 1194,0-12 0,0-3 344,-4 6-344,3-9 469,-8 8-469,7-14 0,-4 2 0,1-7 0,3-4 0,-3-2 0</inkml:trace>
  <inkml:trace contextRef="#ctx0" brushRef="#br0" timeOffset="90489">16415 6526 5734,'6'-4'0,"1"0"0,0 2 0,-1 1 0,4 0 0,3 0 0,-2 2 0,24 2 0,4 0 0,-5 0-226,5 1 0,1 0 226,1 0 0,-8-2 0,4 1 0,2-1 0,5 0 0,-12 0 0,5-1 0,0 0 0,3-1 0,-4 0 0,-7 1 0,-1-1-621,9 0 1,4 0 0,-7 1 620,4-1 0,-14 0 0,1 1-686,11-1 686,7 0 0,-6-1 0,-12-1 0,5 0-289,-2-3 289,-12 1 320,6-2-320,-18 3 427,-3-1 0,-6 2 0,-2 0 0</inkml:trace>
  <inkml:trace contextRef="#ctx0" brushRef="#br0" timeOffset="91255">16527 6730 5734,'1'6'0,"1"1"0,1 5 0,1-1 0,0 6 0,1 5 0,-2-3 0,3 26 0,-2-20 0,0 16 0,0-7-702,-2-8 702,1 9 0,0-3 0,-2-8 0,2 5-323,-1-5 323,-1-8 0,3 16 0,-4-23 0,0 4 0,-4-17 169,-2-3 1,1-1-1,-1-2 1</inkml:trace>
  <inkml:trace contextRef="#ctx0" brushRef="#br0" timeOffset="91662">16478 6726 5734,'14'-6'0,"5"1"0,-5 2 0,34 0 0,-25 3-690,23 1 690,-29 3 0,1 0-118,5 5 118,-5-1 0,2 4 0,-4 3 0,-6-2 0,0 5 0,-8 4 0,-4-4 0,-4 10 0,-11 5 0,2-6 221,-7 10-221,8-17 0,0-1-745,-8 12 745,8-11 0,-1 0 0,-12 16 0,7-9 0,-4 5 0,-4 7 0,16-24 0,-8 11 0,19-27 0</inkml:trace>
  <inkml:trace contextRef="#ctx0" brushRef="#br0" timeOffset="92189">16909 6807 5734,'-16'22'0,"1"-1"0,0 2 0,1 3 0,-6 17 0,7-13-838,0 7 838,9-16 0,0 0 203,1 0-203,1 9 0,3-7 0,0 6 0,4-1 0,1-8 0,6 10 0,-4-16 0,4 2 0,-3-7 635,5-3-635,-4-3 0,4-2 0,0-8 0,-2 0 0,3-4 0</inkml:trace>
  <inkml:trace contextRef="#ctx0" brushRef="#br0" timeOffset="92718">17058 6900 5734,'6'0'0,"0"0"0,-1 0 0,1 0 0,1 0 0,7 0 0,-6 0 0,5 0 0,-8 0 0,0 1 0,2 5 0,-3-2 0,-1 13 0,-4-8 0,-9 23 0,3-16-294,-6 12 294,5-11 0,0 0 0,0 1 0,0-1 0,-1 6 0,3-6 0,-1 14 0,5-17 0,2 7 0,2-13 0,2-1 0,2-2 294,10-1-294,-4-3 0,21-8 0,-16 0 0,18-14 0,-19 9 0,1-7 0,-1-2 0,-6 3 0,8-15 0</inkml:trace>
  <inkml:trace contextRef="#ctx0" brushRef="#br0" timeOffset="92933">17051 7036 5734,'34'-6'0,"-1"1"0,-8-1 0,0 0 0,18-5 0,-16 3 0,17-6 0,-28 8 0,4-3 0</inkml:trace>
  <inkml:trace contextRef="#ctx0" brushRef="#br0" timeOffset="93192">17335 6771 5734,'14'17'0,"5"19"0,-10-14 0,-3 3 0,0 1-1528,-4 2 1528,-2 10 0,-11-1 0,-1-1 0,0 1-563,-2-1 1,0-3 562,3-12 0,2-2 483,-4 2-483,6-8 0,-2 0 0,5-10 0,2-5 0,0-2 0</inkml:trace>
  <inkml:trace contextRef="#ctx0" brushRef="#br0" timeOffset="94307">17920 6477 5734,'25'0'0,"1"0"0,0 0 0,6-1-820,-1 0 1,11 0 0,1 0 0,-7-1-373,-5 1 0,1 0 1192,12-1 0,6 0 0,-8 0 1284,0 1-1284,-14 1 0,0 0 0,12 0 0,-5 1 0,0 1 0,-3-1 0,-1 1 0,-1 0 0,-11-1 877,12 1-877,-24-2 0,2-1 0,-3-1 3276,-1 1-3214,-1-4 100,-3 3-162,-4-3 0,-7 0 0,2 1 0,-5-2 0</inkml:trace>
  <inkml:trace contextRef="#ctx0" brushRef="#br0" timeOffset="94508">18640 6364 5734,'15'37'0,"-5"-7"0,-7 11-1475,-4-16 1475,-3 8 0,-1-3 0,0-6 0,-3 5 0,-2-1 0,3-6 0,-1 5 0</inkml:trace>
  <inkml:trace contextRef="#ctx0" brushRef="#br0" timeOffset="95307">19103 6362 5734,'-5'25'0,"-2"8"0,4-11 0,0 9 0,4-3 0,1-2 0,1 0 0,1-1 0,0-2 0,2-12 0,10 0 0,-4-7 0,20-9 0,-17-4 0,9-9 0,-5-11 0,-8 8-440,4-12 440,-10 13 0,0 0 0,0-14 0,-3 14 0,2-13 0,-4 23 0,1-2 0,0 7 0,-1 3 0,-2 17 440,1-4-440,-2 28 0,4-19 0,2 23 0,0-20 0,6 24 0,-1-15-605,3 4 605,-2-14 0,-3-11 0,-1-1 0,1 0 0,-2-5 0,6-4 0,-4-6 0,3-4 0</inkml:trace>
  <inkml:trace contextRef="#ctx0" brushRef="#br0" timeOffset="95622">19455 6505 5734,'0'27'0,"1"-2"0,-1 4 0,0-12 0,1 14 0,-1-25 0,2 2 0,-2-25 0,0 4 0,0-26 0,1 19 0,1-14 0,4-2 0,-2 13-313,2-11 313,-2 18 0,0 3 0,0 1 0,3-2 0,-1 5 0,8-3 0,-7 8 0,10 6 78,-8 3 0,5 4 0,-5-2 1</inkml:trace>
  <inkml:trace contextRef="#ctx0" brushRef="#br0" timeOffset="96307">19724 6395 5734,'-8'-2'0,"1"0"0,-7 7 0,4-1 0,-13 15 0,14-7 0,-6 9 0,9-8 0,0 2 0,2-1 0,-1 9 0,4-9 0,1 10 0,3-16 0,0 2 0,3-6 0,-2-3 0,9-2 0,-1-6 0,5-5 0,-6 0 0,-2-1 0,-5 3 0,2-1 0,3-16 0,-3 9 0,8-24 0,-9 24 0,5-17 0,-7 24 0,0-4 0,-2 13 0,-1 1 0,0 9 0,0 0 0,2 21 0,0-11 0,1 12 0,1-3 0,0-7 0,1 5 0,2-2 0,-2-7 0,3 5 0,1-8 0,-2-4 0,2-1 0,2-4 0,-2-4 0,4-2 0,10-24 0,-11 11 0,10-19 0,-8 1 0,-6 11 0,4-11 0,-4 13 0,-4 6 0,1-2 0,-2 4 0,-1 6 0,0-1 0,-1 8 0,-1 4 0,0 8 0,0 0 0,0 8 0,3 15 0,-1-12 0,1 3 0,1 1 0,-2-7 0,3 17 0,-3-25 0,0 2 0,-1-5 0,-2-5 0,-6-3 0,1-6 0,-3-3 0</inkml:trace>
  <inkml:trace contextRef="#ctx0" brushRef="#br0" timeOffset="96473">19925 6101 5734,'5'-10'0,"6"-1"0,0 3 0,17-2 0,-12 7 0,7 2 0,-12 4 0,-1 2 0</inkml:trace>
  <inkml:trace contextRef="#ctx0" brushRef="#br0" timeOffset="97239">20099 6504 5734,'11'-9'0,"0"1"0,1-2 0,-3 1 0,3-5 0,5-10 0,-7 7 0,12-20 0,-12 17 0,3-8 0,-1-3 0,-3 6 0,1-7 0,-3-7 0,-3 15 0,-1-18 0,-3 25 0,-2-3 0,-1 6 0,-1 5 0,-2-1 0,-3 6 0,-6 7 0,-2 4 0,1 4 0,3 4 0,5 0 0,0 2 0,0 4 0,-5 25 0,4-13-830,2 0 0,0 1 830,1 2 0,3 1 0,0 1 0,2 0 0,1-9 0,1 0-472,0-3 0,1-3 472,0 5-251,0-2 1,-1-1 250,1-10 0,-1 9 0,0-20 1380,-1-2-1380,1-8 1053,0-10-1053,1 3 672,0-6-672,6-14 0,-3 11 0,4-4 0,0 0 0,1 4 0,6-12 0,-3 14 0,-4 6 0,15-9 0,-14 15 0,9-4 0,-15 11 0,2 4 0,-4 0 0,-5 10 0,-3-5 0,-15 20 0,10-16 0,-8 11 0,11-13 0,2-1 0,1 1 0,2 3 0,2-3 0,6 13 0,1-11 0,4 7 0,4-7 0,-2-3 0,5 2 0,3-3 0,-4-2 0,7 0 0,-1-3 0,-3-3 0,5 0 0,0-4 0,-5 2 0,5-2 0,-1-1 0,-8 0 0,6-2 0</inkml:trace>
  <inkml:trace contextRef="#ctx0" brushRef="#br0" timeOffset="98062">20587 6415 5734,'-11'-9'0,"1"0"0,-6 5 0,5 3 0,-7 0 0,3 6 0,3 0 0,-3 3 0,0 4 0,3-2 0,-1 5 0,4 3 0,4-4 0,0 4 0,4 1 0,2-5 0,1 3 0,4-1 0,-1-5 0,2 1 0,0-2 0,-1-5 0,2 0 0,1-6 0,-2-1 0,4-3 0,6-14 0,-5 1 0,4-8 0,-8 6 0,0-7 0,-4 10 0,3-18 0,-5 23 0,1-11 0,-3 17 0,1-3 0,-1 8 0,-1 2 0,0 8 0,0 0 0,2 20 0,0-12 0,3 12 0,0-5 0,0-5 0,7 17 0,-4-20 0,4 7 0,-1-13 0,-3-3 0,2-1 0,1-4 0,-4-3 0,3-2 0,-3-4 0,-1 0 0,1-5 0,3-26 0,-4 19 0,4-22 0,-6 23 0,0 5 0,1-7 0,-2 11 0,0-2 0,-1 3 0,1 2 0,-2 0 0,1 4 0,0 7 0,0 1 0,3 12 0,-3-6 0,3 7 0,-3 2 0,0-4 0,0 4 0,0-2 0,-1-7 0,1 3 0,-1-6 0,0-3 0,2-1 0,-1-3 0,0-3 0,1-1 0,1-6 0,0 1 0,2-5 0,3-6 0,1 4 0,8-12 0,8 0 0,-4 4-398,4 0 398,-11 13 0,12 2 0,-9 4 0,8 4 0,-6 13 0,-6-1 0,5 8 0,3 17 0,-8-14-604,7 14 604,-11-19 0,0-2 374,-2-1-374,-1 6 0,-4-11 0,0 4 0</inkml:trace>
  <inkml:trace contextRef="#ctx0" brushRef="#br0" timeOffset="131326">12805 6327 5734,'3'16'0,"5"14"0,0 3 0,0 1-1419,0 2 1,0 0 1418,-2-3 0,-1-1 0,0 1 0,1 9 0,0 5 0,0 0 0,-2-8 0,-1-11 0,0 1-182,-1-3 0,0-2 182,1 2 443,0 15-443,-2-29 0,-2 0 0,-1-6 0,-4 0 0,-1-8 0</inkml:trace>
  <inkml:trace contextRef="#ctx0" brushRef="#br0" timeOffset="131641">12672 6370 5734,'0'-10'0,"1"2"0,3-2 0,13-4 0,-3 5 0,19 0 0,4 2 0,-7 5 0,3-1 0,-1 4 0,3 18 0,-14-5 0,-3 6 0,-3 3 0,-7 1 0,2 15 0,-15-3-918,-2-7 918,-4 9 0,0-12 0,0 0-492,-1-2 492,1-1 0,-5 6 0,4-8 0,-2 3-182,2-5 182,4-7 0,-2 1 0,4-9 0</inkml:trace>
  <inkml:trace contextRef="#ctx0" brushRef="#br0" timeOffset="132067">13175 6476 5734,'-2'-4'0,"1"0"0,1 5 0,-1 2 0,1 2 0,1 15 0,-1-4 0,2 12 0,-1 5 0,-1-6 0,0 8 0,0 1 0,0 2 0,1-1-653,-1-4 653,2-11 0,-2-2-321,1 7 321,1-9 0,-1 5 0,0-4 0,-1-8 0,0 3 0,0-7 631,0-3-631,0-1 343,-2-3-343,0-3 0,-2-3 0,0-5 0,0-2 0</inkml:trace>
  <inkml:trace contextRef="#ctx0" brushRef="#br0" timeOffset="132382">12993 6364 5734,'8'3'0,"-3"-1"0,29 5 0,-13-3 0,25 1 0,-20-3 0,11 0 0,-12-2 0,0 0 0,7 1 0,1-1 0,0 0 0,-8-1 0,22 0 0,-31-1 0,7 6 0,-20-1 0,-2 5 0</inkml:trace>
  <inkml:trace contextRef="#ctx0" brushRef="#br0" timeOffset="132628">13060 6592 5734,'11'2'0,"1"0"0,0-1 0,12-1 0,-4-1 0,7 0 0,5-2 0,-9 2 0,9-1 0,-4 0 0,-8 2 0,4 0 0,-11 2 0,-1-1 0,-1 1 0</inkml:trace>
  <inkml:trace contextRef="#ctx0" brushRef="#br0" timeOffset="133284">13646 6417 5734,'-4'1'0,"1"-1"0,1 2 0,1 3 0,0-1 0,1 4 0,0 9 0,0-6 0,0 28 0,0-21-306,-1 16 306,1-17 0,-2 1 0,-2 20 0,1-13 0,0 5 0,-1 1 0,0-4 0,0 0 0,0-1 0,0-1 0,-2 9 0,-2 9 0,3-17 0,1 1 0,1-1 0,0-7 0,0 12 0,2-19 0,1 1 0,0-2 306,-1-4-306,3 1 0,-2-5 0,3-2 0,-1-1 0,11-1 0,-3-1 0,26-3 0,-16 1 0,7 0 0,0-1 0,-1 0-695,15-3 695,-19 3 0,0 1 0,0-1 0,-2 1 0,8-3 0,-8 2 0,5-2 0,-2 0 0,-8 2 0,3-2 0,-4 0 0,-4 1 695,1-2-695,-3-2 0,-4-1 0,-2-4 0,-4-1 0,0-1 0</inkml:trace>
  <inkml:trace contextRef="#ctx0" brushRef="#br0" timeOffset="133550">13551 6367 5734,'15'-3'0,"3"0"0,5 2 0,4-1 0,2 0 0,10 0-1093,-7 1 1,4-1 0,-4 1-99,14-1 1191,-9 1 0,-1 0 20,12-1-20,-14 1 886,4-1-886,-11 4 0,-11-1 0,1 2 0,-11-2 0,-2 2 0</inkml:trace>
  <inkml:trace contextRef="#ctx0" brushRef="#br0" timeOffset="133736">13718 6662 5734,'23'-4'0,"-2"-1"0,12-3 0,9-3-2439,-8 2 2439,11-2 0,-16 5 146,-1 2-146,-3 1 84,-2 2 1,-4 0 0,-2 0-1</inkml:trace>
  <inkml:trace contextRef="#ctx0" brushRef="#br0" timeOffset="134157">12940 7297 5734,'38'0'0,"0"0"0,0 0 0,-2-1 0,-1 1 0,-3 0 0,-5-1 0,1 1-1639,17-1 1,1-1 777,-9 1 1,0 0 860,-5 0 0,3 0 0,-1 0 0,1 0 0,-1 0 0,0 0 0,5-1 0,0 1 0,-7 0 0,1 1 0,2-1-246,10 1 1,2 1 0,-4 0 245,-7-1 0,-1 1 0,4 0 0,4 0 0,-8 0 72,-1 0 1,-4 0 0,-4-2 0</inkml:trace>
  <inkml:trace contextRef="#ctx0" brushRef="#br0" timeOffset="134334">14989 7157 5734,'16'-5'0,"-4"0"0,-9 3 0,-2 0 0,-1 1 0,-5 2 0,1 0 0,-4 2 0</inkml:trace>
  <inkml:trace contextRef="#ctx0" brushRef="#br0" timeOffset="144608">11844 8058 5734,'4'0'0,"-1"1"0,-1-2 0,-1 1 0,1 1 0,1 0 0,1 0 0,6-3 0,10-3 0,-2 2 0,8-2 0,-11 2 0,11 0 0,-6 1 0,8-1 0,-8 1 0,12 1 0,1-1 0,1 2 0,-1-1 0,1 1 0,4 1-1015,-8-1 1015,11 1 0,3-2 0,-10 1 0,10-1 0,-3 1 0,-12 0 0,6 0-403,-9 1 403,-9-1 0,2 3 0,-9-1 0</inkml:trace>
  <inkml:trace contextRef="#ctx0" brushRef="#br0" timeOffset="146041">12469 7780 5734,'-2'3'0,"1"0"0,3-3 0,-1 0 0,3 0 0,-2 0 0,1 3 0,-1-1 0,3 3 0,1 0 0,0-1 0,3 2 0,3 2 0,-2-2 0,4 2 0,0-1 0,-3-2 0,9 5 0,-11-5 0,5 5 0,-6-2 0,-3-3 0,1 2 0,-3-3 0,-2 0 0,-1 0 0,-1-2 0,1-1 0,-4 6 0,2-3 0,-4 5 0,-17 20 0,11-14 0,-12 17 0,13-14 0,2-4 0,-6 13 0,7-12 0,-3 5 0,5-6 0,0-1 0,2-3 0,0-2 0,4-6 0,0-1 0,1 0 0,1-1 0,5-2 0,2-1 0,4-2 0,9-8 0,-10 5 0,8-8 0</inkml:trace>
  <inkml:trace contextRef="#ctx0" brushRef="#br0" timeOffset="147984">13051 7906 5734,'-13'1'0,"1"0"0,-10 7 0,-8 11 0,-1 5 0,2 1-682,10-3 682,9-6 0,2-1 166,1 0-166,0 8 0,4-10 0,1 7 0,3-13 0,1 0 0,1-2 516,3-2-516,0-2 0,4-2 0,-2-4 0,6-8 0,-4 1 0,6-12 0,-7 6 0,2-7 0,-1-6 0,-5 5 0,1-9 0,-4 11 0,-1 0 0,-1-7 0,1 2 0,-2 1-486,0 4 486,-2-7 0,0 6 0,1 8 0,-1-3 0,0 5 0,2 7 0,-2-2 0,2 9 0,-1 2 0,-1 22 0,2 8 0,-1-5 243,0 7 0,1 1-243,4 4 0,1-10 0,2 0 0,0 0 0,3 0 0,-1-4 0,1 0 0,1-6 0,10 12 0,-10-18 0,5 3 0,-7-10 0,4-1 0,-2-4 0,12-7 0,-10 0 0,6-7 0,-5-3 0,-4 2 0,1-5 0,-1-5 0,-3 7 0,2-21 0,-6 20 0,1-10 0,-4 11 0,0 7 0,-1-3 0,-1 7 0,2 3 0,-2 1 0,-4 8 0,0 2 0,-2 18 0,1 5 0,2-4-432,0 4 0,2 0 432,6-11-278,3 6 278,0-6 0,3 2 0,2-4 0,-2-6 0,8 4 0,11-13 0,-3-4 0,2-5 839,-11-6-839,-8 3 303,0-3-303,-1 1 0,0-4 0,-1 4 0,-1-3 0,-2 6 0,0 2 0,-1 0 0,1 5 0,-2 3 0,1 3 0,-1 9 0,0-1 0,0 7 0,1 1 0,0-4 0,0 4 0,1-4 0,-2-5 0,1 2 0,-1-5 0,0-3 0,0 0 0,-4-18 0,3 5 0,-4-13 0,0 2 0,2 2 0,-2-4 0,3 1 0,0 4 0,2-3 0,10-13 0,-5 17 0,9-13 0,-7 20 0,6 0 0,-3 2 0,4 0 0,0 4 0,-4 0 0,2 2 0,-5 2 0,0 0 0</inkml:trace>
  <inkml:trace contextRef="#ctx0" brushRef="#br0" timeOffset="148517">13529 8001 5734,'5'-12'0,"0"-5"0,-3 5 0,-1-3 0,-2 3 0,-2 4 0,0-2 0,0 7 0,-1 0 0,-3 9 0,2 1 0,-4 4 0,1 8 0,2-3 0,-1 20 0,5-17 0,7 23 0,1-26 0,4 7 0,5-13 0,-1-5 0,13-12 0,2-5 0,-4-1-170,2-4 0,-2-1 170,-12-3 0,2-13 0,-5 6 0,0-12 0,-5-4 0,-4 9 0,0-11 0,-3 19 0,0 0 0,-1-4-561,-3-14 561,3 29 0,1 2 0,0 4 0,-1 2 320,0 4-320,1 3 0,-2 14 0,1 0 0,-1 10 0,2 0 0,-1 2-179,0 4 179,2 2 0,2-6 0,1 0 0,1 14 0,0-14 0,1 1 0,0 0 0,1-1 0,3 13 0,3 8 0,-2-6 0,-2-12 0,0 4-281,-2-9 281,-2-8 0,-1 1 0,-2-9 0,-1-3 0,-1-2 0</inkml:trace>
  <inkml:trace contextRef="#ctx0" brushRef="#br0" timeOffset="149001">12946 8294 5734,'14'4'0,"2"0"0,15-3 0,-2-1-782,14-1 782,-16-1 0,1-1-1741,17 0 1741,-15 0 0,3 0 0,5-2 0,5 0 0,-5 0 0,-9 0 0,0 0 0,9 0 0,-1-1 0,0 0 0</inkml:trace>
  <inkml:trace contextRef="#ctx0" brushRef="#br0" timeOffset="149168">14238 8497 5734,'4'7'0,"-1"-1"0,-3-1 0,-1-3 0,-1 0 0,0-2 0</inkml:trace>
  <inkml:trace contextRef="#ctx0" brushRef="#br0" timeOffset="150021">13677 7827 5734,'6'1'0,"0"0"0,-1-1 0,1 0 0,0 0 0,2 0 0,-3 0 0,0 0 0,-1 0 0,-3 0 0,-2 3 0,-1-1 0,-1 1 0,1 2 0,0-2 0,-1 3 0,2 0 0,0-2 0,1 4 0,0-4 0,0 2 0,0 1 0,0-1 0,0 2 0,-1 9 0,0-8 0,0 8 0,0-11 0,-1 4 0,0-5 0,-5 8 0,3-7 0,-10 9 0,9-9 0,-6 3 0,7-7 0,-1 1 0,3-2 0,0-1 0,4-5 0,0-1 0,1-4 0</inkml:trace>
  <inkml:trace contextRef="#ctx0" brushRef="#br0" timeOffset="150885">13699 7847 5734,'-23'2'0,"5"-1"0,-16 3 0,16-2 0,-8 1 0,9 0 0,6-2 0,-3 1 0,2 0 0,6-1 0,-2 1 0,7-1 0,1 0 0,2-1 0,15-1 0,3-1 0,19-3 0,-12 2-280,3-2 280,-16 4 0,0 0 0,2-1 0,-4 1 0,0 0 0,-3 0 0,-3 1 0,2 0 280,-6 0-280,1-1 0,-3 0 0,1 0 0,0-1 0,0 0 0,2-3 0,-1 1 0,2 0 0</inkml:trace>
  <inkml:trace contextRef="#ctx0" brushRef="#br0" timeOffset="154985">2496 2677 5734,'5'1'0,"1"-2"0,-2 0 0,1-1 0,3-1 0,-1-1 0,3 0 0,1-1 0,-1 1 0,12-3 0,-11 3 0,15-2 0,-16 4 0,6-1 0,-4 1 0,2 1 0,9-4 0,-6 2 0,8-3 0,-13 4 0,4 0 0,0 1 0,-4 0 0,5 1 0,-1 0 0,11 1 0,-7-1 0,5 2 0,-10-1 0,-4-1 0,3 1 0,5-1 0,-6 0 0,9-1 0,-12-1 0,3 1 0,-1-1 0,-3 2 0,3-1 0,0 1 0,-2 0 0,3-1 0,3-1 0,-4 1 0,6-1 0,1 0 0,-3 0 0,5 0 0,0-1 0,-4 2 0,5-2 0,16 0 0,-19 1-213,18-1 213,-25 1 0,1 1 0,6-1 0,-3 0 0,4-1 0,7 0 0,-9 2 0,6-1 0,0 0 0,-3 0-384,17-1 384,-20 2 0,-1 0 0,18-2 0,-11 2 0,3 0 0,0 0 0,-3 1 0,3 0 0,0 1 0,-3-1 0,2 2 0,0-1 0,-3-1 0,2 1 0,0-1 0,-3 0 0,3 1 0,-1 0 0,-4 0 0,13 2 0,-17-2 0,1 0 0,-2 0 0,15 3 0,-12-1 0,9 0 0,2 0 0,-8-1 0,22 1 204,-26-3-204,13 0 0,-10 0 0,11 0 0,-8 1 0,-5-1 0,22 3 0,-19-2 0,12 1 0,-6-1 0,-6 0 393,6-1-393,-1 0 0,-5 0 0,4 0 0,-1 0 0,-5 0 0,5 0 0,0 0 0,-5-1 0,6 0 0,4-1 0,-6 2 0,7-1 0,1 0 0,-7 1-470,8-2 470,-10 1 0,-1 0-217,0-1 217,-1 1 0,8-1 0,-7 1 0,6-1 0,3 2 0,0 0 0,-1 0 0,0 0 0,2 1 0,4 4 0,-3-1 0,1 0-139,2 0 1,0 1 138,-1-1 0,-6-1 0,0-1 0,14 1 0,-14-1 0,-1-1 0,8-1 0,-7 0 0,6-1 0,2 1 0,-11 0 446,9 0-446,-2 1 0,-9 0 221,7 2-221,8 0 0,-14 0 0,23 2 0,-25-2 0,6 0 0,5 1 0,-12-1 0,24 5 0,-26-4 0,24 5 0,-23-4 0,13 1 0,2 0 0,-6-2-323,0 0 1,-1 0 322,-6-1 0,21 0 0,-16-1 0,16 1 0,-14-1 0,-6 0 0,5 0 0,1 0 0,-4 0 0,22 1 0,-31-2 0,14 2 0,-10-2 0,10 1 0,-5-1 0,-6-1 0,26 0 0,-19 0 0,6-1 0,1-1 0,-2 0 0,-6 1 0,1-1 0,15-1 0,-9 1 0,1 0 0,0 0 0,1 1 0,2 0 0,7 0 0,-6 1 0,6 0-387,4 0 1,-2 0 386,-17 0 0,1 0 0,10-1 0,2 0 0,2 0 0,-4 0 0,2 0 0,-5 0 0,-4 1 0,6-1 0,-5 1 0,0 0-89,-5 0 89,-1 0 0,13 0 0,-10 0 0,3 0 0,0 0 0,0 0 0,-6 0 0,0-1 0,12 0-816,-8 0 816,8 0 0,-1 0 0,-7 0 0,1 0 0,0 0 0,3 0 0,-9 0 0,2 0 0,15 2 0,-10 0 0,12-1 0,-1 2 0,-9-2 0,11 2 0,1-2 0,-10 0 0,3-1 0,1 1 0,-10-1 0,-2 1 0,8-1 0,-1 1-468,-9 0 1,-2 0 467,10 0 0,0 0 280,-2 0 1,0 0-281,9 0 0,-10 0 0,3 0 0,-3 0 0,11 0 0,0 0 0,0 0 0,0 0-513,-15 1 0,0-1 513,13-1 0,-11 1 0,1-1 0,16 0 0,-16 0 0,1 0 0,12 0 0,0-1 0,0 2 0,-2-1 0,-12 1 0,-1 1 0,16-1 0,-18 1 0,2 0-107,-3-1 0,-2 1 107,13 0 688,9 0-688,-6 0 0,-8 0 0,7 0 119,-10 0-119,-1-2 0,1 1 0,0-1 0,13-1 0,-8 0 0,10 0 0,4-1 0,-11 0 604,-13 1 0,2 0-604,7-1 0,5-1 0,-5 1 0,-6 0 0,0 1 278,7-1 1,3-1-1,-3 0-278,3 2 0,-5-1-1212,14-1 1212,-13 1 0,1 1 0,-7-1 0,-2 0 0,13 0 288,-14 0 0,2 1-288,-2 0 0,1 0 0,8 0 0,1-1-670,-5 1 0,-1 0 670,6 0 0,-2 0 0,4-1 0,-9 2 0,0 0 0,17-1 0,-17 1 0,2 0 0,0-1 0,0 0 0,17 0 0,-17 0 0,1 1 0,3-1 0,-1 0 0,-8 1 0,2-1 0,9 0 0,7 0 0,-5 0 0,-5 1 0,0-1 0,0 1 0,3-1 0,-2 0 0,12 0 0,-3-1 0,-9 1 0,1 0 0,9-1 0,2-1 0,-1 1 0,-2-1 0,-10 1 0,1 1 0,7-2 0,5 1 0,-5 0 0,-9 0 0,-1 1 0,15-1 0,1 0 0,-14 2 0,-2 0 0,17 0 0,-19 1 0,3-1 0,3 1 0,4 0 0,-5-1 0,-7 1 0,-1 0 0,8 0 0,3 0 0,-7 0 0,-3 1-225,0 1 1,-1 0 224,-2 0 1188,17 3-1188,-23 2 95,-8-3-95,6 4 1503,-6 0-1503,-4-2 1023,3 3-1023,-9 1 0,-1-2 0,-3 2 0</inkml:trace>
  <inkml:trace contextRef="#ctx0" brushRef="#br0" timeOffset="187411">15332 10555 5734,'-23'-8'0,"-1"1"0,-16-4 0,10 2 0,-5-1 0,0 1-2622,-2-2 2622,8 4 0,-3-1 0,-9-2 0,1 1 0,17 3 0,-1 1 0,-19-5 0,2 0 0,2 1 0,2 1 0,-2 0 0,15 2 0,-1 0 0,-13-2 0,0 0 0,8 1 0,3 1 0,-17-4 0,1 1 0,0 0 0,-1 1 0,13 2 0,-5 0 0,5 1 0,-11-2 0,11 4 0,-4-1 0,4 1 0,-12 0 0,10 1 0,-1 0 0,7 2 0,0 0 0,-14 0 0,15 1 0,-4 0 0,-6 2 0,-5 2 0,5-1 0,7-1 0,0 0-472,-8 2 0,-4 0 0,6 0 472,-3 2 0,11-2 0,0 1-53,-14 4 53,15-4 0,-1 1 0,1 0 0,1 0 0,-14 5 0,15-4 0,-2 0 0,-13 6 0,1 1 0,-5 2-516,4-1 1,2 0 515,5-3 0,0 2 260,1-2-260,0 1 0,-10 7 0,9-4 0,-8 6 0,13-6 0,0-1 0,1 2 0,-11 9 0,9-6 0,-6 9 0,1 3 0,8-8 0,-6 9 0,10-10 0,-2 5 0,-1 1 0,-2 4 0,4-4 0,0 1 0,-2 6 0,6-8 0,-4 10 0,3-1 464,9-12 0,0 2-464,0 1 0,1-1 0,1 0 0,1 0 0,2 0 0,1-2 0,0 8 0,0 12 0,3-21 0,0 0 0,0 15 0,1-14 0,0 2 0,1 9 0,0-1 0,0 10 0,0-14 0,1 4 0,0-4 0,0 10-61,0-10 0,1-2 61,-1 2 0,1 0 663,0-2-663,0 1 0,3 13 0,-1-9-115,2 10 115,-1-13 0,0 1 0,1-1-172,2 1 172,-1-1 0,1 0 0,0 0 0,0-1 0,2 0 0,5 9 0,1 3 0,0 0 0,-3-9 0,3 5 0,-3-6 0,1 0 0,3 4 0,1-1 0,-1-7 0,-1-2 0,2 0 458,-1-6 0,2-2-458,7 5 0,2 0 0,-6-4 0,1-1 0,9 2 0,-2-2 0,4 0 0,4-2 0,2 0 0,3 1-27,-9-6 1,1 1 26,-5-4 0,-2-1-255,-5-2 1,0 0 254,7 2 0,3-1 0,11 2 0,1-2 0,-16-2 0,2 0 0,6 1 0,6 0 0,-6-1 0,-7-1 0,-2-1-398,11 2 1,-1-1 397,-12-2 0,0 0 0,0 0 0,1 0-446,-1-1 0,0 0 446,1 0 0,-1 0 0,0-1 0,2-1 0,12-1 0,1 0 0,-9-1 0,1 1-361,10-2 1,-1 0 360,-11 0 0,-1 1 0,1-2 0,0 1 0,0-1 0,0 0 0,-2 1 0,4-2 0,2 0 0,7-1 0,0-1 0,-5 1 0,3 0 0,0 0 0,-5 1 0,4-2 0,1 1 0,-6 0 0,2-1 0,-4 0 0,-6 2 0,-1 0 0,8-3 0,1 0 0,0-2 0,-1 1 0,-9 2 0,3-1 0,9-4 0,4-2 0,-3 1 73,-7 2 1,0-1-74,3-2 0,5-3 0,0-1 0,-3 1 0,-5 0 0,-2 0 0,0 0 0,7-4 0,0 0 0,-2-1 0,6-6 0,-5 0-30,-11 6 0,-2-1 30,0 1 0,0-4 0,-3 2 0,0-3 0,-1 0 0,2-5 0,-1-1 0,-2 5 0,-1-1 0,0-4 0,-3 0 0,-1-3 0,0 0 0,-1 2 0,-1 4 0,-1 1 0,1-4 0,0-6 0,1-6 0,0-3 0,0 3 0,-3 5-29,-2 7 0,-1 4 0,0-2 29,1-3 0,0-3 0,0 0 0,-2 3 0,0-14 0,-1 5 0,0 10 0,-1 1 0,0-7 0,-1 0 0,-1 7 0,0 1 0,1-15 0,0 18 0,0 1 0,5-10 0</inkml:trace>
  <inkml:trace contextRef="#ctx0" brushRef="#br0" timeOffset="189120">19400 10600 5734,'-22'-19'0,"3"3"0,-8-4 0,-6-2-2245,5 4 2245,-10-5 0,15 10 0,0 1 0,-13-7 0,12 6 0,-1 0 0,-2 1 0,0 1 0,-16-7 0,16 7 0,-2 0 0,-9-1 0,-1 0 0,-5 0 0,0 0 0,0 0 0,0 0-744,3 2 0,3 1 744,-5-1 0,-1 2 215,0-1-215,-2 0 0,12 3 0,0 1 0,7 0 0,0 1 0,-8-1 0,-1-1 0,0 1 0,-2 1 0,-1-1 0,-4 1 0,3 1-948,-5-2 0,0 1 948,7 1 0,-2 0 0,3 1 0,1 0 0,3 0 215,8 2 0,-1-1-215,-8 0 0,-3 1 0,3 0 0,7 1 0,0 0 397,-13 0 1,-1 0-398,9 2 0,2 0-461,-17 1 461,17 0 0,-1 0 0,0 2 0,1-1 0,-16 5 0,17-4 0,-1 1 0,2 0 0,1 1 0,-15 4 0,16-4 0,-1 1 0,1 0 0,1 0 0,-12 5 0,13-4 0,-1 0 1261,-19 8-1261,12-2 5,0-1 1,-1 2-6,11-4 0,1 0 0,-5 3 0,0 0 0,1 2 0,2 0 0,-5 4 0,4-1 0,-1 1 0,-4 5-247,10-9 0,0 1 247,-7 8 0,7-6 0,0 0 0,-9 12 0,10-13 0,0 2 0,-2 6 0,1-2 0,-5 9 0,6-9 0,0 2 0,-2 12 0,1 0 0,0 1 0,6-7 0,-2 5 0,3-6 0,3 2 0,2 5 0,1 0 0,2-4 0,3 6 0,0 1 0,2-4 0,1 0 0,1 0 0,0 0 0,0-13 0,0 1 0,2 8 0,-1 0 628,3 11-628,-1-3 0,1 0 0,2-2-71,-4-15 0,0 0 71,4 10 0,-2-11 0,0 0 0,4 13 0,-1-7 0,1 1 0,1 1 0,1-1 0,-2-5 0,0 0 0,2 4 0,0-1 0,2 0-383,0 1 383,0-2 0,6 8 0,2 1 0,0 0 0,0-4 0,5 6 0,-5-7 0,1-2 35,-1-2 0,-1-2-35,-6-9-303,16 13 303,-10-11 0,12 9 0,-7-9 0,-7-5 998,7 3-998,-1-1 0,-6-4 715,6 2-715,1-1 0,-6-3 1190,7 2-1190,0 0 0,-6-4 1099,8 3-1099,1-1 0,-6-4 0,9 4 0,2-2 0,-8-1 0,-4-2 0,2 0-1166,15 2 1166,1 1 0,-4-2 0,0-1 0,-9-1-719,10 0 719,-13-1 0,6-1 0,0 0 0,4 0 0,-4-1 0,0 0 0,8 0 0,-7-1 0,1-1 0,-9 1 0,-1 0-444,10-1 1,-3 1 443,-4-1 0,12 1-147,-9 0 147,-4-1 0,0 0 0,5-1 941,11-1-941,-14 0 0,0 0 0,8-1 0,6-3 0,-1 0 343,-5 0-343,-2-1 0,0 0 51,-2 0-51,8-2 0,-14 3 0,0 0 0,7-2 0,-7 3 0,0-1 0,14-5 0,-9 3 0,9-4 0,2-4 0,-1-2 0,1 0 0,0-1 0,-1 0 0,-1-5 0,-9 6 0,9-8 0,-15 7 0,0 0 0,7-7 0,4-5 0,-1 0 0,-4 1 0,4-2 0,-1-1 0,-3 4 0,-8 6 0,1 0 0,-6 5 0,0 1 0,9-11 0,-9 10 0,0-1 0,0 0 0,0-1 0,9-11-555,-9 10 1,-1 0 554,7-11 0,-1-1 0,-2-3 0,2-1 0,-9 7 0,0 0 0,-3 6 0,0 0-648,3-8 1,-2-1 647,-3 9 0,0 0 0,-2-1 0,1 0 0,-1 0 0,0-1 0,-1 1 0,0 0 0,-1 1 0,0-2 0,-2-10 0,-1-5 0,-1 4 0,0 5 0,-2 0 0,1-4 0,-1-3 0,-3 2 0,-7-7 0,-4 1 0,3 13 0,-2-1 0,1 1 0,0-1 0,0 0 0,-1 1-486,-8-11 1,0 5 485,-4-2 0,2 13 0,-1-1 0,5 7 0,-1-1 0,-7-6 0,-1 0 0,7 7 0,1 0 0</inkml:trace>
  <inkml:trace contextRef="#ctx0" brushRef="#br0" timeOffset="191782">10274 14460 5734,'-15'-1'0,"-1"1"0,-2-2 0,-12 0 0,5-2 0,-2 0 0,-17-2-1021,14 2 0,1-1 1021,-9-1 0,7 1 0,0 1 0,5 0 0,0 0 0,-7-1 0,-3 0 0,1 0 0,-1 0 0,2 0 0,0 0 0,-2 0 0,-4 0 0,-6-2 0,0 1 0,5 0 0,1 1 0,-1-1 0,4 1 0,-5-1 0,-1 0 0,6 1-982,-3 0 0,2-1 982,6 2 0,-3-1 0,0 0 0,-10-1 0,-2 0 0,3-1 0,1 1 0,-1 0 0,7 2 0,-5-2 0,-2 1 0,2-1 0,6 2 0,-9-2 0,2 1 0,4 1 0,-4-1 0,-1 1 0,3 0-576,-5 0 0,1 1 0,2 0 576,6 0 0,0 1 0,0 0 0,-4 0 0,0 0 0,4 0 0,5 2 0,4 0 0,-1 0 0,-1 0 0,-10 1 0,-1 1 0,11-1 0,-1 0 0,-9 1 0,1 0 0,13-1 0,0 0 0,0 1 0,1-1 0,0 0 0,0 0 0,1 0 0,-1-1 0,-16 1 0,-4-1 0,-1 0 0,-1 0 0,2 1 0,-2-2 0,8 1 0,-2 0 0,5-1 500,11 1 0,1 0-500,-14-1 0,-1 0 0,9 0 0,1-1 0,-16 0 506,16 0 1,-2 0-507,0 1 0,0-1 0,8 1 0,-3 0 0,-6 0 0,-5 1 0,4-1 0,6 1 0,0 0 285,-13 0 0,-1 0-285,11 1 0,1-1-577,-14 2 577,16-1 0,-1 1 0,1 0 0,1 0 0,-15 2 0,9-1 0,-4 1 0,1 0 0,-1 1 0,7-1 0,-1 0 0,-5 1 0,3 1 0,-4 0 0,-1 1 1108,0 1-1108,10-3 0,-1 0 0,-14 4-125,14-4 1,0 1 124,-9 2-698,-2 1 0,-9 1 0,6 0 698,12-3 0,1 0 0,-13 2 0,-6 2 0,10-2 639,4 0-639,9-3 0,0 1 0,-14 3 0,14-3 0,-1 1 0,-1 0 0,0 1 0,-15 5-83,14-4 0,0 0 83,-1 1 0,1-1-533,-17 7 533,17-6 0,-2 1 0,-8 3 0,1-1 0,13-4 0,0 0 0,-11 4 0,-3 2 0,4-1 0,11-5 0,2 0 0,-21 9 0,1 0 0,5-1 0,14-6 0,-2 1 1009,-4 5 0,0 1-1009,5-3 0,-1 2 0,-2 2 0,-2 2 0,3-1 0,2-2 0,2-1 0,-3 5 0,1-1 0,5-4 0,1-1 0,-9 10-331,8-9 1,1-1 330,-6 9 0,-2 6 0,-1 2 0,11-15 0,1 2 0,-8 10 0,-2 6 0,3-2 0,3 4 0,3-1 0,-2 1 0,1-1-369,3-1 1,4-2 368,3 5 0,3-10 0,0 0 0,1 19 0,1-18 0,1 1 0,1 1 0,1-1 0,-1-7 0,1 0 0,0 6 0,1 2 0,0-1 0,1-1 0,0-7 0,0 0 0,0 7 0,1-1 715,3 13-715,-1-13 0,-1 1 0,6 15 0,-5-16 0,1-1 0,1 0 0,0-3-475,6 15 475,-5-14 0,1-2 0,5 9 0,-3-11 0,0 1 0,8 11 0,-7-12 0,0-1 0,6 8 100,1 0-100,1-2 0,-1 0 0,2-1 0,-3-3 0,4 4 0,-2-3 0,-5-6 0,1 2 0,9 8 0,7 8 0,0-1 0,-7-6 0,-5-7 0,-1-2-166,6 7 0,3 4 0,-4-5 166,-8-9 0,-2-1 0,11 9 0,0 1-208,-6-6 0,0 0 208,7 7 0,0 0 0,1 2 0,0-1 0,-7-6 0,0 0 0,6 5 0,1 3 0,-5-5 0,1 0 0,-2-2 0,0 1 0,0-1-178,1 0 0,0 2 1,-1-3 177,-3-4 0,-1-1 0,0-1 0,0 1-112,1-1 0,0 0 112,0-1 0,0 1 0,0-1 0,1 1 461,-1-2 1,2 1-462,9 6 0,1 0 0,-7-4 0,-1-1 0,7 3 0,3 3 0,3-2 0,2 2 0,-2-3 0,-6-2 0,1 0 0,5 2 0,3 1 0,-3-2 0,0-2 0,-3-3 0,-7-2 0,1-1 0,2 0 0,3 2 0,-3-2 0,-2-1 0,0-1 0,1 0 0,4 1 0,-2-1 0,8 0 0,-2 0-317,2 0 0,-1 0 317,-2-2 0,-1-1 0,-9-2 0,-2 0 498,1-1 1,1 0-499,10 0 0,1 0 0,-8-1 0,0 0-108,8-1 1,1 0 107,-11 0 0,-1-2 0,1 1 0,0 0-288,0-1 0,-1 0 288,1 0 0,0 0 0,12-1 0,1 1 0,-10-1 0,0 1 0,7 0 0,5 0 0,-8-1 0,5 1 0,0-1 0,-5 0 0,4 1 0,0-1 0,1 0 0,6-1 0,0 0 0,-9 0 0,-7 1 0,-3-1 0,20-3 0,0 0 0,-19 2 0,-1 0 0,8-1 0,1-1 0,0-2 0,-3 1 0,-6 1 0,-1 0 0,7-2 0,1-1 0,-2 0 0,0 0 0,-8 2 0,2-1 0,7-2 0,3-2 0,-3 1 0,-7 2 0,1 0 221,4-2 1,4-1 0,-4 0-222,13-4 0,-18 5 0,4 0 0,4-3 0,3-1 0,-4 2 0,-5 2 0,-1-1 0,7-1 0,3-2 0,-4 2 0,-6 2 0,-3 1 0,15-6 0,-7 2 0,0 1 0,4-2 0,-13 5 0,1 1 401,20-11-401,-14 6 0,1 1 0,-6 1 0,1 0 0,2-1 0,0 0 0,14-10 1418,-11 4-1418,2-2 0,0-1 0,0-1 0,-2 0 0,-1-1 1093,-2 0-1093,7-7 0,-1-2 0,-9 7 0,-4 4 0,0 1 0,3-5 1173,6-6-1173,-1-1 0,-8 7 0,-2 5 0,0-2 0,2-2 0,-1-2-1136,6-6 1,0-1 1135,-5 5 0,1-1 0,-4 2 0,2-1 0,-4 2 0,8-12-624,-6 8 0,-1 0 624,1-3 0,-5 6 0,1-4 0,-1 2 0,-3 3 0,1 0 0,1-3 0,1-4 0,-2 0 0,-3 1 0,-2 0 0,-1-3 0,0-6 0,-1-3 0,0-1 0,0 6 0,0-1 0,0-1 0,-1 2 0,-1-7 0,0 0 0,-1 2 0,0 0 0,-1 1 0,0 3-670,0 4 0,-1 1 670,0-10 0,0 1 0,1 15 0,-1 0 0,0-12 0,0 0 0,0 11 0,0-1 0,1-2 0,-1-2 0,1 3 0,-1 4 0,1 2 0,-1-9 0,0 0-193,-2 4 0,0 1 193,-3-16 305,3 18 1,-2 0-306,-3-4 0,-1 2 0,-2-8 0,-3-1 0,0 2 0,2 8 0,-1-1 0,0 1 0,1 7 1025,-5-10-1025,3 13 0,4 6 0,-3-2 0,-3 3 0,4 5 0,-6-1 2074,2 5-2074,-11 0 0,5 1 0,-7-2 0</inkml:trace>
  <inkml:trace contextRef="#ctx0" brushRef="#br0" timeOffset="194978">10840 14555 5734,'33'-6'0,"2"0"0,-7 3 0,1 1-1037,-5-1 1,2 1 1036,10-1 0,3 1 0,7 0 0,1 1-442,-10 1 0,3-1 442,2 1 0,8 0 0,0 0 0,-6 0-257,-8 0 0,-4 0 0,5 0 257,1 0 0,5 0 0,3 0 0,0 0 0,-2 0 0,-6 0-669,4 0 0,-6 1 1,4-1 668,4 0 0,5 0 0,-1 1 0,-5-1 0,-8 1 0,-4-1 0,1 1 0,0 0 0,1-1 0,-1 1 46,13 0 0,4 1-46,-14-2 0,6 1 0,3-1 0,1 0 0,-4 1 0,-4-1-31,1 0 0,-4 1 1,4-1 30,3 0 0,6 0 0,2 0 0,-5 0 0,-10 0 0,9-2 0,-17 1 0,-1 1 0,8-1 1087,6 0-1087,-14 1 0,-8 0 339,4 1-339,-11 0 2938,1 0-2938,-7-1 1370,-2 0-1370,-1 1 0,1 0 0,-1 0 0,0 0 0,0 0 0,-1 0 0,1 1 0,0-1 0,1 0 0,1 0 0,0 1 0,0 0 0,0 0 0,1 0 0,1 0 0,4 0 0,-3-1 0,-1-2 0,-3 1 0,-2 0 0,1 3 0,0-2 0,5 3 0,-2-1 0,9 4 0,-4-3 0,4 2 0,3-2 0,-6-1 0,8 2 0,-9-2 0,1 0 0,-3 1 0,2 0 0,-3 1 0,3 1 0,-2 6 0,-3 0 0,1 6 0,-3-1 0,-1 4-509,-1 2 509,-1 5 0,-2 3 0,-1 0 0,-2 12 0,-2 8 0,0 1 0,0-2 0,2-9-1075,0-2 1,2-5 0,-2 6 1074,0-4 0,0 7 0,-1 2 0,0 2 0,-1-1 0,2-4 0,0-5 0,0 6 0,0-5 0,1-1-623,-2 8 0,0 2 623,2-10 0,0 3 0,-1 1 0,1 0-189,0 1 0,2 0 0,-1 0 0,0-1 189,-1 5 0,1 0 0,-1 0 0,2-8 0,0 2 0,1-1 0,-1-5 0,1 4 0,0-2 0,0-2 0,0 2 0,0 3 0,0 3 0,1-4 0,-1 0 0,0-1 0,0-1 0,1 2 0,-1-3 0,0 3 0,1-3 0,0-9 0,0 0 0,-1 5 0,1 3 0,1 6 0,0-3 0,0 5 0,0-8 0,0-3 643,0-12-643,0-2 2550,-1 0-2550,1-5 601,-3 4-601,-1-11 1728,-8-1-1728,2-6 212,-7 0-212,2 0 0,-14-2 0,3 2 0,-10-1 0,-3 1-407,16 1 0,-2 0 407,-8 0 0,-6 0 0,-1 1 0,4 0-1561,-5 0 0,0 0 1561,-1 1 0,-4-1 0,-5 1 0,7 0 0,-5 0 0,-1 0 0,2 0 0,3 0-600,-2 0 1,3 0 0,-5 1 599,10-1 0,-6 0 0,-1 0 0,0 0 0,3 0 0,4 0 0,-5 0 0,4 0 0,1 0 0,-1 0 0,0 0 0,-7 1 0,10-2 0,-4 2 0,-5-1 0,-1 0 0,-1 0 0,1 0 0,3 1 0,5-1 0,-7 0 0,5 0 0,1 0 0,-8 1 0,9-1 0,-5 1 0,-5-1 0,-1 1 0,-1 0 0,1-1 0,4 1 0,3 0 0,7-1 0,-13 2 0,9-1 0,-2 0 0,0 0 0,-3 1 0,1-1 0,7 0 0,-4 0 0,7-1 0,4 0 0,4-1 0,4-1 0,0 0 198,14-1-198,4-1 2331,4-2-2331,13-13 0,-1 5 0,15-18 0,-12 12 2431,5-8-2431,-7 4 0,5-18 0,-5 6-629,-4 10 1,-2-1 628,2-16 0,-2-4 0,-4 21 0,-1-2-792,0-1 0,-1-2 792,-1-1 0,0-3 0,-1-1 0,-1-5 0,-1 2-1060,0-8 1,-1-2 1059,0 5 0,0-1 0,-1-2 0,1 8 0,-1-1 0,-1 1 0,1 1 0,0-3 0,-1 1 0,1-1 0,-1 2 0,0-3 0,1 1 0,-1 2 0,1 4 0,1 2 0,-2-6 0,1 3 0,0-6 0,-1-4 0,0-1 0,0 1 0,1 3 0,0 6 0,-1-9 0,2 7 0,-2-6 0,1 4 0,-1-7 0,0-3 0,0 2 0,1 5 0,2 10 0,0 6 0,2 3 0,0-17 0,1 1 0,-1 15 0,1 0 0,2-22 0,0 2 1274,0 14-1274,4-12 34,-4 22 0,0 7 0,0-3 1</inkml:trace>
  <inkml:trace contextRef="#ctx0" brushRef="#br0" timeOffset="196891">13747 14370 5734,'29'-21'0,"-6"4"0,5-3 0,2-1-1114,5-4 1114,-3 4 0,6-4 0,-3 2-847,-7 4 1,2 0 846,-1 1 0,6-4 0,0 1 0,-4 2-972,7-4 1,-1 1 971,-4 3 0,1-1 0,3-1 0,0 1 0,2-2 0,1 0 0,-4 2 0,-3 2 0,-3 1 0,8-3 0,-9 3 0,7-3 0,4-2 0,3-2 0,1-1 0,1-1 0,-1 2 0,-3 0 0,-3 3 0,-5 3-246,7-5 0,-7 4 0,0 0 0,6-3 246,-4 2 0,6-3 0,3-2 0,1-1 0,0 0 0,-3 2 0,-4 3 0,-7 2 0,2 0 0,-6 3 0,-1 0 0,3-1 0,-1 0 0,0 0 0,-1 0 0,0 1 0,3-2 0,6-5 0,5-2 0,0 0 0,-4 2 0,-3 2 0,-3 2 0,2-2 0,3-2 0,3-1 0,0 0 0,-3 1 0,-1 0 0,-1 2 0,0-2 0,-2 2 0,1-1 0,0 0 0,-1 1 0,5-3 0,-2 1 0,0-1 0,4-2 0,1-1 0,-5 4 0,-7 4 0,0 0 0,12-7 0,1 0 0,-12 7 0,2-1 0,8-5 0,4-2 0,-4 3 0,-10 5 0,0 0 0,0 1 0,1-1 0,-1 1 0,-2 1 0,-3 2 0,11-9 0,-14 11 0,0-1 628,7-7-628,-7 7 947,7-11-947,-17 15 2021,3-4-2021,-8 9 1043,-2 1-1043,1 0 673,-3 2-673,0 1 422,0-1-422,-1 1 0,1 0 0,-1 1 0,-2-2 0,0 1 0,-1 0 0,-3 2 0,1 0 0,-4 1 0,3-2 0,-3 0 0,1 0 0,1-2 0,0 0 0,3 0 0,-1-1 0,2 0 0,0 0 0,0-1 0,1 2 0,1-1 0,0 0 0,0 0 0,1-2 0,2-2 0,0 1 0,4-3 0,-1 2 0,7-6 0,-1 2 0,1-1 0,-1 3 0,-8 5 0,3-2 0,-5 4 0,1-1 0,-3 3 0,-5 4 0,1-1 0,-6 4 0,-10 3 0,11-5 0,-9 4 0,14-7 0,2 0 0,-2-1 0,2 1 0,0-2 0,1 2 0,0-2 0,0 2 0,-2-1 0,-1 1 0,-1 0 0,-14 6 0,8-3 0,-11 4 0,0 1 0,12-5 0,-8 5 0,15-7 0,0-1 0,1-1 0,1 0 0,7-5 0,2 1 0,17-8 0,-10 5 0,20-7 0,-19 9 0,8-3 0,-9 6 0,-5 0 0,3 1 0,3 15 0,-10-4 0,7 13 0,-12-6 0,-4 26 0,0-15 0,-2 7 0,-1-1 0,-1-2 0,-1-1 0,-1-1-1110,-3 0 1110,-8 9 0,1-13 0,-3-2 0</inkml:trace>
  <inkml:trace contextRef="#ctx0" brushRef="#br0" timeOffset="200803">14275 16716 5734,'-11'3'0,"-1"1"0,-2 3 0,-6 13 0,1 3 0,-2 0-672,2 2 1,1 0 671,6-3-272,0 8 272,4-7 0,0 7 0,3 1 0,4-12-78,2 15 78,2-25 0,1 4 0,-2-13 950,1-1-950,0-3 649,4-9-649,-1-1 0,2-6 0,1-5 0,-2 5 94,1-4-94,-2 0 0,-1 8 0,-1-4 0,-2 2 0,-1 9 0,1-3 0,-1 12 0,1 3 0,1 13 0,0-1 0,2 8 0,-1-3 0,1 1 0,3 12 0,-2-9 0,1 0 0,4 16 0,-4-12 0,0-2-419,-1-3 419,-1 5 0,-2-17 0,-3-3 0,-1-4 0</inkml:trace>
  <inkml:trace contextRef="#ctx0" brushRef="#br0" timeOffset="201103">14424 16953 5734,'-1'4'0,"2"0"0,5-1 0,0-1 0,5 1 0,4-1 0,-2 0 0,5 0 0,16 1 0,-15-2 0,15 1 0,-19-2 0,-3 0 0,6 0 0,-8 0 0,2-1 0,-12-2 0,-3 2 0,-3-1 0,-4 2 0,0 1 0,-3 0 0</inkml:trace>
  <inkml:trace contextRef="#ctx0" brushRef="#br0" timeOffset="201276">14420 17090 5734,'25'-3'0,"-2"-1"0,-9 0 0,17-8 0,-10 4 0,3-2 0,0-1 0,-5 3 0,10-5 0,-20 8 0,-1 2 0,-1 1 0,-1 1 0</inkml:trace>
  <inkml:trace contextRef="#ctx0" brushRef="#br0" timeOffset="201573">14881 16546 5734,'2'10'0,"0"1"0,0 0 0,4 17 0,-3-8 0,1 6 0,0 0 0,0 0 0,-1 3 0,0 0 0,-1-5 0,1 13 0,-2-13 0,1-8 0,0 4 0,0-7 0,-1-3 0,1 0 0,-1-5 0,-1-2 0,-1-1 0,-10-3 0,3 2 0,-7-1 0</inkml:trace>
  <inkml:trace contextRef="#ctx0" brushRef="#br0" timeOffset="201759">14848 17064 5734,'9'-3'0,"8"-4"0,14-7 0,-4 1-1089,6-4 1089,-16 8 102,4-2-102,-6 3 0,2-1 0,-7 3 0</inkml:trace>
  <inkml:trace contextRef="#ctx0" brushRef="#br0" timeOffset="202100">14976 17345 5734,'11'-9'0,"-2"2"0,4-4 0,-2 3 0,1-1 0,1 0 0,13-4 0,-13 8 0,7-1 0,-16 10 0,-3 13 0,-3-1 0,-3 10 0,-4 10 0,2-8 0,3-3 0,0-1 0,3 5 0,3 6 0,11-7 0,0-10 0,23 4 0,-9-17 0,14-3 0,-17-8 0,-1-3 0,13-6 0,-7 1 0,-1-2-228,4-5 228,-4-1 0,-18 8 0,-9 5 0</inkml:trace>
  <inkml:trace contextRef="#ctx0" brushRef="#br0" timeOffset="205171">8095 15599 5734,'-12'5'0,"1"0"0,-9 9 0,7-5 0,-7 7 0,4 1 0,2-3 0,-3 6 0,-1 4 0,4-5 0,-4 7 0,0 2 0,4-5 0,-4 7 0,5-5 0,0 1 0,-5 14-712,5-13 1,1 0 711,-1 7 0,6-11-699,-1 12 699,3-7 0,0 3 0,1 1 0,0 2 0,2-8 0,-1 3 0,1 12 0,1-2 0,0 2 0,0-2 0,0 0 0,1-13 0,0-2-698,0 7 698,0-7 0,1 1 0,3 21 0,0-16 0,0 3 0,1 0 0,0-4 0,1 5 0,1 0 0,-2-4 0,4 17 0,-3-14 0,0-8 0,0 6 652,0-3-652,-1-6 0,1 5 0,1 1 0,-1-7 0,4 14 0,-2-14 696,4 16-696,0-5 0,-2 0 0,0-1 0,-1 0 0,-2-7 0,1 8 0,-1-8 0,-1 1 0,0 3 85,0-4 1,-1 0-86,1-5 0,4 15 0,-3-12 603,3 11-603,-2-7 0,-2-6 0,2 6 0,1-1 0,-1-5 0,1 3 0,-3-8 0,0 0 698,0-2-698,1-1 0,3 3 0,-2-5 0,3 1 0,-4-5 0,2-1 0,-1-2 0,1-1 0,15-2 0,-11 0 0,17-4 0,-20 2 0,5-2 0,-3-2 0,-2 1 0,2-3 0,2-6 0,-4 2 0,6-7 0,-6 3 0,2-2 0,-1-2 0,0-2 0,0-1 0,-1-1 0,0 0 0,-1-1-485,-1 1 485,0-1 0,-1 2 0,3-13 0,-4 10 0,1-1 0,3-17-826,-2 10 0,-2 0 826,-2 0 0,1-13 0,-1 0 0,0 10-37,2-11 37,-2 18 0,1 0 0,1-8 0,0-4 0,-2 0 0,-1 5 0,0-4 0,-1 0-753,-1 3 753,0 10 0,-1-2 0,-1-16 0,-3 9 0,3 13 0,-2-2 0,-3-10 0,-2-2-309,1 3 0,-1-2 309,-3-6 0,0-4 0,-1 3-431,1 2 0,1 2 431,1 8 0,-1 0 0,0 0 0,-5-15 0,1 4 0,4 15 0,-1 0-518,-4-15 0,-1 2 518,-2 1 0,0 6 0,-1 1 0,-4-8 0,4 11 0,0 1 379,2 7 0,-1 2-379,-12-16 0,11 15 0,3 1 75,-1-7 0,16 6 0,9 3 0</inkml:trace>
  <inkml:trace contextRef="#ctx0" brushRef="#br0" timeOffset="205988">14070 11699 5734,'-31'-16'0,"11"7"0,-6 4 0,0 1 0,1 7 0,-8 8 0,0 3 0,1 8-622,1 3 1,-2 6 621,6 5 0,2 5-1093,4-3 1,1 3 0,1 0 1016,3-6 1,0 0-1,2 0-211,1 3 0,2 1 0,2-4 287,3-1 0,2-2-63,-1 1 0,2 2 63,3 6 0,1 4 0,1-4 0,0-1 0,3 0 0,3-2 0,2 5 0,3 0 0,1-7 457,10 2 0,4-5-457,-1-2 0,3-1 0,1-4 181,4-6 0,0-6-181,1-4 0,2-6 0,3-8 0,-1-4 0,-8 0 0,-1-1 0,10-5 0,1-5 0,-4-7 0,-2-2 0,-9 4 0,-1-1 0,7-8 0,-4-4 0,-6-4 0,-5-1 0,-5 10 0,-3-4 0,-4 2 0,-1-6 0,-3-1 0,0 5-638,-3-5 0,-2 1 638,-1 0 0,-1-4 0,-3 4 0,-6-5 0,-3 4 0,4 11 0,-2 0 0,-6-3 0,-4-3 0,2 5 0,3 9 0,-1 2 0,-10-11 0,-2 5 0,6 13 0,0 5 0,-14-4 0,14 6 0,0 0 0</inkml:trace>
  <inkml:trace contextRef="#ctx0" brushRef="#br0" timeOffset="208836">7276 11236 5126,'7'37'0,"1"0"0,-1 0 0,1 6 0,0 0-630,-2-8 1,0 3-1,0 0 630,0 10 0,-1 1 0,0-4-600,0 0 1,0 0 599,-1-6 0,0 4 0,0 1 0,0-7-514,0-1 1,0-2 513,1 10 0,0 0 0,1-4 0,0-2-506,-2-9 1,1-1 505,1 6 0,1 4 0,4 5 0,3 4 0,-1-6 0,-3-10 0,1 0 0,2 10 0,2 4 0,-1-9 0,3-5 0,0-2 0,1-3 748,0-3-748,2-5 0,0-2 0,7 3 0,-1-3 0,3-1 0,1-5 0,0-1 0,15 5 541,-15-6 1,-1-1-542,10 2 2178,-8-2-2178,10 2 0,2 0 0,-8-1 0,10 2 0,-21-5 0,1 0 0,13 3 0,-13-4 0,1 1 0,2-1 0,-1 0 0,17 2 0,-16-3 0,3 0 0,13 1 0,0-1 0,-15-1 0,2-1-423,8 1 0,5-1 1,-4 0 422,-7 0 0,-1-2 0,11 1 0,3-1 0,-14 1 0,1-1 0,-1 1 0,5-1 0,1 0 0,2 0 0,4 1 0,1-1-801,-2 2 1,1 0 0,-2 0 800,-5 0 0,-2 0 0,1 0 0,3 0 0,1 1 0,-2 1-170,7 1 0,-4 0 170,-8-1 0,0 0 0,7 2 0,5 0 0,-6 0 0,4 1 0,1 0 0,-5-1 0,5 1 0,0 0 0,-10-2 0,5 2 0,2 0 0,0-1 0,-2 0 0,1 0 0,0-1 0,-2 0 0,-2 0 14,2 0 1,-2 0 0,2 0-15,-1 0 0,3 0 0,-1-1 0,-5 0 0,1-1 0,-3 0 0,1 0 0,1-1 0,-1 0 0,6 1 0,0-1-15,-5 0 0,1 0 1,-1 0 14,2 0 0,-1-1 0,2 1 0,0-1 0,0 0 0,1 1 0,0-1 0,2-1 0,-2 0 0,3 0 0,-1 0 0,7-1 0,1 0 0,-7 1 0,2-1 0,1 0 0,1 0 0,1 0 0,-2 0 0,-8 1 0,-2 0 0,2 0 0,10 0 0,2 0 0,-2 0 0,-12 1 0,-2 0 0,1 0 0,1 0 0,0 0 0,0 0 0,0 0 0,1 1 0,-1-1 0,2 0 0,-1 1 0,1-1 0,-2 0 0,1 1 0,5-1 0,-2 1 0,7-1 0,3 1 0,0 0 0,-1-1 0,-5 1 0,-1-1 0,-5 1 0,1-1 0,4 0 0,1 1 0,4 0 0,3-1 0,-1 1 0,-1 0 0,-3-1 0,4 1 0,-3 0 0,-2-1 0,0 1 0,4 0 0,-2-1 0,2 1 0,-1-1 0,-1 0 0,1 1 0,-1-1 0</inkml:trace>
  <inkml:trace contextRef="#ctx0" brushRef="#br0" timeOffset="210756">16489 14477 5734,'-25'1'0,"1"0"0,-6 0 0,1-1 0,-10 0 0,11-1 0,3-1 0,5 0 0,-9-2 0,22 3 0,-3-2 0,8 2 0,-1 0 0,2 1 0,-1 0 0,1 0 0,-1 0 0,0 0 0,-1 0 0,2 0 0,-2 0 0,-9-3 0,3 2 0,-17-1 0,11 4 0,-26 5 0,18-1 0,-3 3 0,1 1 0,3-1 0,-10 6 0,12-5 0,5-3 0,-2 2 0,3-3 0,6-2 0,-3 1 0,5-3 0,2-1 0,1 1 0,2-2 0,14 15 0,-6-3 0,13 17 0,-7 13-828,-4-3 828,-1 2 0,1 3-1202,-4-14 0,-1 1 1202,3 12 0,-1 1 0,-2-9 0,1 2-774,-1 0 0,1 3 1,0-1 773,1 7 0,0 4 0,-1-11 0,1 6 0,1 2 0,0-1 0,-1-5-61,0 1 1,0-4 0,0 3 60,1 4 0,0 3 0,1 1 0,-1-2 0,0-6 0,-1-2 0,1-1 0,-1-1 0,1 2 0,-1 0 0,1 0 0,0-2 0,0 1 0,0 1 0,0 1 0,-1-3 0,0 2 0,1 1 0,-1-2 0,0-2 0,1 5 0,0-4 0,0 6 0,-1-4 0,1 5 0,0 4 0,0-1 0,0-3 0,-1-6 0,0 0 0,-1-5 0,0 3 0,0 1 0,1 4 0,0 2 0,-1-3 0,0-5 0,1 9 0,0-1 0,-1-5 0,1 5 0,0-1 0,-1-5 0,1 2 0,-1-2 0,1 4 0,0 3 0,0-7 0,1 6 0,1 4 0,-3-19 0,-2-11 1673,0-7-1673,-3-13 0,-7-26 0,-2-1 0,1 6 0,-1-2 0,-8-18 0</inkml:trace>
  <inkml:trace contextRef="#ctx0" brushRef="#br0" timeOffset="211303">16107 14116 4660,'36'-5'0,"0"0"0,1 0 0,-1 0 0,3-1 0,6 0 0,3-1 0,2 0 0,0 0 0,0-1 0,-3 2 0,-4 0-656,2 0 1,-5 0-1,-1 1 1,2-1 0,5 0 501,-6 1 0,3-1 1,3 0-1,2-1 0,0 0 1,0 1-1,-2 0 0,-2 0 1,-4 1 153,7-1 0,-5 1 0,-2 1 0,3-1 0,5 0 0,-8 1 0,5 0 0,2 0 0,2-1 0,1 0 0,1 1 0,-1-1 0,-1 1 0,-2 0 0,-3 0 0,4-1 0,-2 1 0,-3 1 0,0-1 0,1 0 0,1 0 0,4 0 0,-7 1 0,2-1 0,1 0 0,2 0 0,1 0 0,0 0 0,0 0 0,0 0 0,-1 1 0,-1-1 0,-1 1 0,3 0 0,0-1 0,0 1 0,-1 0 0,0 1 0,-1-1 0,-1 0 0,-1 1 0,0-1 0,3 0 0,-4 0 0,-1 1 0,0-1 0,2 0 0,4 1 0,6-1 0,-16 2 0,3-1 0,3 0 0,3 0 0,2 1 0,1-1 0,2 0 0,1 0 0,0 0 0,0 1 0,0-1 0,-1 0 0,-1 1 0,-2-1 0,-1 1 0,-3 0 0,-3 0 0,-2-1 0,11 1 0,-4 0 0,-4 0 0,-2 0 0,0 0 0,1 0 0,3 0 0,5 1 0,-8-1 0,4 0 0,4 0 0,1 0 0,2 0 0,1 0 0,0 0 0,-1 0 0,-1 0 0,-2 0 0,-2 1 0,-4-1 0,-4 1 0,-4 0 0,17 1 0,-9-1 0,-3 2 0,5 0 0,-4 0 0,3 0 0,2 1 0,-1-1 0,-1 1 0,-5 0 0,1-1 0,-5 0 0,1 1 0,3 0 0,2 0 0,4 1 0,2 1 0,-1-1 0,-5 0 0,-6 0 0,5 1 0,-3 0 0,5 1 0,2 1 0,-8-2 0,-4 1 0,-7-1 0,-3 0 0,-11-1 446,3 0-446,-10-2 2453,-3 0-2453,1-1 2157,-1 1-2157,-1 0 678,-1 1-678,-1 20 0,-3 6 0,0 4-1088,-1 5 0,0 2 1088,0-13 0,-1 0 0,0 4 0,-1 2 0,-1 3 0,-1 5-535,2-7 1,-1 5 0,1 3 0,-1-1 0,1-2 534,-1 7 0,0-2 0,0 4-178,2-5 1,-2 3-1,1 2 1,-1 0 0,2-1 177,1-4 0,0-1 0,1 0 0,0 1 0,0 0 0,0 3 0,0 0 0,1 0 0,-1 3 0,1 1 0,0-8 0,1 3 0,-1 1 0,1 2 0,-1-1 0,1-1 0,-1-1 0,1-3 0,0 9 0,0-4 0,0-1 0,0 1 0,0 3 0,0-10 0,1 5 0,-1 0 0,0 2 0,1-2 0,-1-1 0,1-5 0,-1-3 0,0 10 0,-1-7 0,1 2 0,-1 3 0,0 3 0,0 0 0,-2-6 0,-2-7 0,-2-3 0,0-3 0,-1 4 0,-3-2 0,-5 5 0,-3-3 0,-16-3 0,16-17 0,-2-3 0,-1-1 0,0-1 0</inkml:trace>
  <inkml:trace contextRef="#ctx0" brushRef="#br0" timeOffset="211571">16709 17344 5734,'11'37'0,"0"1"0,7-4 0,8-6 0,1-16 0,6-6 0,2-1-1093,5 0 1,3-1 0,5-1 694,-8-3 1,5 0 0,2-1 0,2-1 0,-1 0-1,-2 0 385,-5 0 1,-1 0 0,-2 0 0,2 0 0,2-1 0,4 0 12,-6 0 0,2 0 0,3-1 0,2 0 0,1 0 0,0 0 0,1-1 0,-1 1 0,-1 0 0,-3 0 0,-1 0 0,7-1 0,-3 0 0,-1 1 0,-1-1 0,1 0 0,0 1 0,4-2 0,-9 2 0,1 0 0,1-1 0,1 1 0,0-1 0,1 0 0,0 1 0,1-1 0,0 0 0,0 0 0,-2 0 0,1 0 0,1 0 0,1 0 0,0-1 0,1 1 0,-1-1 0,-1 1 0,-1 0 0,0 0 0,-3 0 0,-1 0 0,9-1 0,-3 1 0,-2 0 0,-1 0 0,1-1 0,1 1 0,3-1 0,-3 1 0,2-1 0,2 0 0,1 0 0,1-1 0,-1 1 0,-2 0 0,-2 0 0,-3 0 0,-5 1 0,5-1 0,-4 0 0,-4 0 0,0 0 0,-1 0 0,6-2 0,-1 1 0,-1-1 0,-1 0 0,-2 0 0,-1 0 0,1 0 0,-1 0 0</inkml:trace>
  <inkml:trace contextRef="#ctx0" brushRef="#br0" timeOffset="226915">19183 8860 5734,'-2'8'0,"0"12"0,3 0 0,1 8 0,1 1 0,1 7 0,1 7 0,-1 1-2889,0-3 2889,-1-11 0,-1 3 0,-2 10 0,-1-3 0,0-2 0,0-1 0,-1-2 811,0-19-811,1-7 476,0 1-476,0-5 0,1-2 0,1 0 1557,2-3-1557,4-1 45,9-2-45,1 1 0,23-3 0,-17 3 0,17 0 0,7 3 0,-17 0-195,-1 1 0,-1-1 195,-3 0 0,4 0-157,-8-1 157,-7 0 0,-1 1 0,-4 0 0,-4 0 0,0 0 384,-5-3-384,-5 0 0,0 0 0,-2 0 0</inkml:trace>
  <inkml:trace contextRef="#ctx0" brushRef="#br0" timeOffset="227237">19634 9181 5734,'-4'6'0,"2"1"0,-3 11 0,1-1 0,-2 9 0,-2 9 0,4-8 0,-2 10 0,5-2-827,1-9 827,3 5 200,7-2-200,-1-14 0,13 2 0,-7-18 0,7-6 0,2-13 0,-7 2 0,3-11 0,-10-4 0,-6 6 0,-4-7 0,-9 8 0,-4 2 0,-1-2-23,1 4 1,-1 1 22,1 10 0,1 3 0,-7 3 0,9 5 0,-2 14 0,13-4 0,5 9 0,3-8 0</inkml:trace>
  <inkml:trace contextRef="#ctx0" brushRef="#br0" timeOffset="227535">19865 9290 5734,'1'12'0,"1"25"0,0-19-462,3 18 462,0-22 152,4 2-152,-1-4 76,5 1-76,13-12 0,-8-3 0,6-12 0,0-5 0,-7-2-376,-1 1 1,-3-1 375,-9-2 0,-4 0 0,-16-20 0,2 16 0,-11-12 0,-1 20 0,6 7 0,-7 1 17,5 10-17,5 3 0,0 4 0,3 6 0,6-2 0,0 13 0,9-12 0,6 7 0</inkml:trace>
  <inkml:trace contextRef="#ctx0" brushRef="#br0" timeOffset="227966">20136 8699 5734,'-8'-14'0,"1"2"0,2 9 0,1 4 0,-5 20 0,5-2 0,-1 14 0,1 4 0,0 5-752,3-8 0,0 7 1,1-5 751,0-10 0,0 0 0,1 12 0,1 5 0,1-6 0,1 10 0,2 1 0,0-2 0,0-13 0,3 14 131,-4-25-131,-1-8 0,0 0 0,-2-8 0,1-3 0,2-2 0,24-28 0,-14 14 1665,18-21-1665,-11 8 0,-10 11 459,7-7-459,-11 11 0,-3 5 0,0 1 0,-4 7 0,-2 2 0,-2 5 0,0 1 0,-3 9 0,0-2 0,0 6 0,2-7 0,5 18 0,2-17 0,6 12 0,13-23 0,-1-5-711,12-4 711,-3-6 0,4-4 0,1-3 0</inkml:trace>
  <inkml:trace contextRef="#ctx0" brushRef="#br0" timeOffset="228855">20783 9112 5734,'-6'-5'0,"1"2"0,2 4 0,0 8 0,2 1 0,0 7 0,6 7 0,1 1 0,1 1 0,0-1 0,2 1 0,10-1 0,-6-10 0,9 4 0,5-18 0,-10-3 0,21-18 0,-22 5 0,5-11 0,-13 9 0,-1-2 0,-2 2 0,0-8 0,-2 11 0,1-1 0,-5 16 0,0 25 0,4 21 0,-2-6 0,6-9 0,1-4 0,0-10 0,15 12 0,-11-24 0,8 0 0,2-27 0,-10 7-279,7-15 279,-14 13 0,1-11 0,-3 12 0,1-6 0,-3 15 0,0 5 0,2 9 0,0 15 0,0 5-888,1 9 888,-1-5 0,-1 3 0,1 3-863,-1 1 863,0 0 0,0-11 0,0 1 0,1 14 0,-1-17 0,0 0 0,-1 5-684,2 14 684,-3-25 0,-2 2 0,0-30 737,-2-11-737,1-4 0,1-3 0,0-9-318,1-3 1,0-1 317,2-3 0,0 13 0,1 1 380,4-13-380,-1 13 0,1 1 0,5-14 0,-4 17 0,1 0 0,11-15 0,-5 12 0,1 7 0,0 2 0,-1 4 0,8-3 0,-15 16 0,-3 3 0,-13 8 0,-2 1 0,-9 5 0,-9 4 0,5-3 1846,-7 4-1846,3-2 0,9-7 0,-11 9 0,20-13 0,-1 1 0,11-9 0</inkml:trace>
  <inkml:trace contextRef="#ctx0" brushRef="#br0" timeOffset="229131">21713 8840 5734,'-1'-12'0,"1"6"0,-1-2 0,2 10 0,1 2 0,0 7 0,4 30 0,-3-10-897,1 4 1,-1 1 896,2 5 0,-3-14 0,1 1-647,0 1 1,-1-1 646,2 15 0,-1-15 0,0-1-450,0-1 0,1-2 450,0 11-32,2 7 32,-2-10 0,-2-12 1321,0 7-1321,-3-19 1362,-3-1-1362,-1-11 0,-2-3 0,0-2 0</inkml:trace>
  <inkml:trace contextRef="#ctx0" brushRef="#br0" timeOffset="229569">21631 9141 5734,'14'-2'0,"1"0"0,13 0 0,-4 0 0,12-1 0,-8 0 0,0 1 0,9 0-992,-2 0 0,0 0 992,-3 1 0,8-1-199,-8 2 199,-10 0 0,2 0 0,-9 0 0,-6 1 0,-1 0 1413,-6 1-1413,-5 0 770,-2 3-770,-11 5 0,4-1 0,-9 4 0,3 6 0,1 2 0,0-3 0,1 2 0,2 0 0,9-5 0,3-5 0,1 1 0,4-4 0,0-5 0,18-17 0,-11 5 0,10-14 0,-14 14 0,1-3 0,-3 5 0,0 0 0,0 9 0,-3 3 0,7 20 0,-5-7 0,6 20 0,-4-18 0,1 5 0,6-2 0,-6-10 0,10 4 0,-9-16 0,3-3 0</inkml:trace>
  <inkml:trace contextRef="#ctx0" brushRef="#br0" timeOffset="229966">22161 8777 5734,'-2'35'0,"0"-9"0,1-3 0,-1 2-682,2 2 0,0-2 682,0 17 0,1-6 0,0 0 0,0 6 0,0-16 0,1 1 0,0 1 0,0 0 0,0 5 0,0-4 0,0-2 0,-2-11 433,2 5-433,-2-19 224,2-7-224,0-4 0,2-6 0,3-6 0,0 4 707,2-7-707,4 1 0,8-6 0,1 3 0,1 4 0,-8 13 0,0 8 0,-5 4 0,4 16 0,-9-4 0,-2 11 0,-7-1 0,-2-5 0,-14 20 0,7-20-388,-8 11 388,9-18 0,-2 2 0,3-5 0,-2 0 0,4-8 0,-3-3 0,7-4 0,-2-4 0</inkml:trace>
  <inkml:trace contextRef="#ctx0" brushRef="#br0" timeOffset="230400">22476 8756 5734,'-2'37'0,"0"-1"0,0 8 0,0-8 0,2-6 0,0 6 0,1-4-3228,0 15 3228,0-5 0,1-2 0,1-9 255,0-2-255,0-3 0,2 5 0,0-9 361,7 11-361,-5-19-14,11 8 14,-10-16 1587,7 2-1587,-3-6 646,-1-2-646,2-1 373,2-4-373,-2 0 0,16-13 0,-13 6 20,9-9-20,-3-16 0,-10 15-543,6-18 543,-15 21 0,-2 0 0,-5-5 0,0 6 0,-5-1 0,0 10 0,-8 3 0,2 5 0,-17 17 0,11 10 0,-4 8 0,19 3 0,5 0 0,2 0 271,1-4 1,4-1-272,19 9 0,-8-19 0,18 9 0,-16-26 0,5-2 0</inkml:trace>
  <inkml:trace contextRef="#ctx0" brushRef="#br0" timeOffset="231082">21253 9181 5734,'21'-4'0,"5"2"0,0 7 0,-5 0 0,3 2 0,-13-2 0,-1 0 0,2 2 0,-5-2 0,1 0 0,-8 2 0,-2-1 0,-3 2 0,-17 5 0,6-4 0,-19 5 0,18-8 0,-5 0 0,5-2 0,5-2 0,-4 1 0,4-2 0,4 1 0,0-2 0,7 1 0,2-3 0,2-1 0</inkml:trace>
  <inkml:trace contextRef="#ctx0" brushRef="#br0" timeOffset="231751">19502 9712 5734,'29'9'0,"1"0"0,14 0 0,-4-1 0,1-1-1404,-11-5 1,2-1 1403,4 0 0,5 0 0,-2-1-348,-6 1 1,-1-1-1,6 0 348,0 0 0,8-2 0,3 1 0,1-1 0,-2 1 0,-5-1-381,0 1 0,-5-1 0,1 1 0,7-1 381,-7 0 0,5 0 0,4 0 0,2-1 0,2 1 0,0 0 0,-2-1 0,-1 1 0,-4 0-60,5 0 0,-2 1 0,-2-1 0,0 0 0,0 1 0,2-1 60,-6 1 0,1-1 0,1 0 0,1 1 0,-1-1 0,-1 1 0,-1-1 0,-1 1 0,3 0 0,-1 0 0,-1 0 0,-2 0 0,-1 0 0,-1 1 0,4-1 0,-2 0 0,-2 1 0,1-1 0,-2 1 0,0-1 0,0 0 0,2 1 0,7-1 0,3 0 0,-1 0 0,-2 0 0,-1 0 0,-2 0 0,2 0 0,-7 0 0,2 1 0,0-1 0,-3 0 0,2 0 0,-2-1 0,-2 1 0,1 0 0,0 0 0,-2 0 0,3-1 0,-6 0 0,6 0 0,10-2 0,-42 4 114,-4 1 1,-8 1 0,-1-1 0</inkml:trace>
  <inkml:trace contextRef="#ctx0" brushRef="#br0" timeOffset="231923">23550 9779 5734,'7'-4'0,"-2"0"0,-2-2 0,-4-4 0,-1 2 0,-1-3 0,-4 1 0,1 3 0,-3-4 0,3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32:25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15935 5002 24575,'0'17'0,"0"-4"0,0-13 0,-13 0 0,9 0 0,18 0 0,-8 0 0,34 0 0,-23 0 0,13 0 0,0 0 0,0-13 0,0 9 0,0-9 0,13 13-505,-10 0 505,10 0 0,-13 0 0,0 0 0,0 0 0,0 0 0,-13 0 0,9 0 0,-9 0 0,0 0 505,9 0-505,-22 0 0,22 0 0,-22 0 0,9 0 0,-13 0 0,0 0 0,0 0 0</inkml:trace>
  <inkml:trace contextRef="#ctx0" brushRef="#br0" timeOffset="278">15755 5421 24575,'10'0'0,"-16"0"0,45 0 0,-9-13 0,4 10-1671,22-10 1671,-9 13-1256,13-14 1256,0 11 0,0-10 0,-14 13 0,11 0 0,-11-14-1142,1 11 1142,10-10-574,-24 13 574,10 0 890,-13 0-890,0 0 1582,-13 0-1582,-4 0 1274,-13 0-1274,0 0 0,0 0 0</inkml:trace>
  <inkml:trace contextRef="#ctx0" brushRef="#br0" timeOffset="2676">18181 3954 24575,'-16'13'0,"2"4"0,1 13 0,10 0 0,-24 0 0,24 0 0,-24-1 0,24 15 0,-10-11 0,13 24-1242,-14-24 1242,11 23 0,-10-22-743,13 9 743,0 0 0,0-9 0,0 22 0,0-23 0,13 11 0,-10-14 0,11 0 0,-1-14 0,-10 11 1194,11-24-1194,-1 11 0,3-14 0,14 0 0</inkml:trace>
  <inkml:trace contextRef="#ctx0" brushRef="#br0" timeOffset="3144">18421 4163 24575,'17'0'0,"-4"14"0,-13-11 0,0 10 0,0-13 0,0 14 0,0 2 0,0 1 0,0 10 0,0-11 0,0 14 0,-13 13-558,9-9 558,-9 9 0,0-13 0,9 0-42,-9 0 42,13 0 0,0-14 0,0 11 0,0-24 0,0 24 557,0-24-557,0 11 43,0-14-43,0 0 0,13 0 0,-9 0 0,9 0 0</inkml:trace>
  <inkml:trace contextRef="#ctx0" brushRef="#br0" timeOffset="3368">18151 4493 24575,'30'0'0,"0"0"0,0 0 0,0-13 0,13 9 0,-9-9-1653,22 13 1653,-22-13 0,9 9 0,0-9 0,-10 0 0,11 9 0,-14-9 0</inkml:trace>
  <inkml:trace contextRef="#ctx0" brushRef="#br0" timeOffset="3688">18810 3894 24575,'17'30'0,"-4"-14"0,1 11 0,-11-10 0,24 13 0,-24 0 0,24 0 0,-11 0-782,1 13 782,9-10 0,-22 10 0,22 1 0,-22-11 0,9 10 0,-13 0 0,0-9 0,0 9-276,0-13 276,-13 0 0,9 0 0,-22 0 0,9 0 0,1-14 0,-11 11 0,10-24 0,-13 11 0</inkml:trace>
  <inkml:trace contextRef="#ctx0" brushRef="#br0" timeOffset="4150">18421 4583 24575,'17'0'0,"-4"0"0,0 13 0,-9-10 0,9 11 0,0-14 0,-9 0 0,22 0 0,-23 0 0,11 0 0,-1 0 0,-10-14 0,24 11 0,-24-10 0,11 13 0,-14 0 0,0-14 0,0 11 0,0-10 0,0 0 0,0-4 0</inkml:trace>
  <inkml:trace contextRef="#ctx0" brushRef="#br0" timeOffset="5155">17343 5032 24575,'0'17'0,"0"-4"0,0-13 0,0 0 0,13 0 0,-10 0 0,24 13 0,-24-9 0,24 9 0,-10-13 0,13 13 0,13-9-1014,3 9 1014,1-13-1893,23 13 1893,-20-9-1244,-8 2 1,2 1 1243,33-7 0,-33 0 0,2 0 0,-1 0 0,0 0 0,-1 0 0,1 0 0,0 0 0,0 0-1304,7 0 0,-1 0 1304,-4 0 0,0 0 0,5 0 0,-1 0-1109,25 0 1109,-32 0 0,-1 0 0,20 0 0,10 0 212,-13 0-212,-13 0 1574,-4 0-1574,-13 0 0,0 13 2751,-13-9-2751,9 9 2459,-22-13-2459,-4 0 401,-4 0 1,-22 13 0,9 4-1</inkml:trace>
  <inkml:trace contextRef="#ctx0" brushRef="#br0" timeOffset="6334">18301 5481 24575,'-13'30'0,"10"0"0,-11 0 0,1 0 0,10 13 0,-11-9 0,14 9 0,-13-13 0,10 0 0,-11 0 0,14 0 0,14 0 0,-11 0 0,10-14 0,-13 11 0,0-10 0,0-1 0,14 11 0,-11-24 0,10 11 0,1-1 0,2 3 0</inkml:trace>
  <inkml:trace contextRef="#ctx0" brushRef="#br0" timeOffset="6844">18571 5631 24575,'0'17'0,"13"-4"0,-10-13 0,11 13 0,-14-9 0,0 22 0,0-22 0,0 22 0,-14-9 0,11 0 0,-10 9 0,-1-9 0,11 13 0,-24 0 0,24-14 0,-10 11 0,13-24 0,-13 24 0,9-24 0,-9 24 0,13-24 0,0 24 0,0-24 0,13 11 0,-9-14 0,9 0 0,0 0 0,-10 0 0,11 0 0,-1 0 0,-10 0 0,24 0 0,-24 0 0,24 0 0,-24 0 0,11 0 0,-1 0 0,-10 0 0,11-14 0,-14 11 0,0-10 0,0 13 0</inkml:trace>
  <inkml:trace contextRef="#ctx0" brushRef="#br0" timeOffset="7069">18451 5781 24575,'30'0'0,"0"0"0,0 0 0,-14 0 0,11 0 0,-10 0 0,-1 0 0,11 0 0,-24 0 0,11 0 0</inkml:trace>
  <inkml:trace contextRef="#ctx0" brushRef="#br0" timeOffset="7334">18810 5481 24575,'14'30'0,"-11"0"0,24 0 0,-24 0 0,24 0-1437,-11 13 1437,1-9 0,-4 22 0,1-22-1168,-11 22 1168,10-9 0,-13-1 0,0-2 0,0-1 163,0-10-163,0 10 0,-13-13 0,10 0 0,-24 0 0,10 0 0,1 0 0,-11-13 0,10 9 0,-13-22 0,0 9 0</inkml:trace>
  <inkml:trace contextRef="#ctx0" brushRef="#br0" timeOffset="56365">21091 2667 5734,'-12'0'0,"3"1"0,-5 4 0,3 2 0,-17 17 0,11-6 0,0 1 0,1 2 0,2 2 0,-2 7 0,5-1 0,4-7 0,0 6 0,6-5 0,1-6 0,2 1 0,2-4 0,0-5 0,4-1 0,3-7 0,0-3 0,3-4 0,3-10 0,-3 2 0,4-8 0,-6 3 0,0-2 0,0-4 0,3-10 0,0-2 0,-2 7 0,0-1-620,0-4 1,-2 3 619,-4 6 0,0 1-698,-2-13 698,-1 15-424,0-20 424,-3 28 0,-1-9 0,-2 15 1085,1 0-1085,-1 4 754,1 4-754,-2 2 522,-1 7-522,1 0 0,-2 7 0,-1 17 0,2-7 0,1 0 0,0 2 0,2 2 0,0 9 0,4 1-954,1-10 954,2 9 0,6 8 0,-4-17 0,1-3 0,0-1-325,1-4 325,3 3 0,0-6 0,-3-7 0,4 1 0,32-22 0,-26 2 0,4-2 0,-1-3 0,-11-3-183,-1-1 183,-1-1 0,2-20 0,-5 13 0,-3 1 0,-2 0 902,-6-8-902,-5 3 0,-1 7 351,-1 14-351,-2 9 0,1 2 0,-3 5 0,0 8 0,3-1 0,-4 25 0,11-17-208,-1 14 208,9-18-109,0-1 109,4-1 0,6 6 0,0-7 0,4 4 0,5-7 0,-4-3-255,8-1 255,-7-5 0,1-5 0,0-1 0</inkml:trace>
  <inkml:trace contextRef="#ctx0" brushRef="#br0" timeOffset="56731">21518 2820 5734,'-8'33'0,"3"-3"0,4-5 0,2-8 0,1 3 0,3-9 0,-1-5 0,4-4 0,4-11 0,-1-2 0,2-8 0,5-18 0,-7 14 0,10-21-477,-12 28 477,2-2 0,0 13 0,-2 6 0,2 5 0,6 30 0,-8-8-194,0 4 1,-2 4 193,-2 4 0,-3 2-546,0 1 1,-1 1 545,0 0 0,-2-1 0,-4-2 0,-1-3 0,-6 5 0,5-16 0,-3-1-547,-1-3 0,-2-2 547,-7 10-680,-8 5 680,8-17-27,-1-4 27,1-4 1144,-15-10-1144,13-4 0,-9-9 0,15-16 0,7 2 0,1-12 0</inkml:trace>
  <inkml:trace contextRef="#ctx0" brushRef="#br0" timeOffset="57092">22108 2477 5734,'1'-4'0,"0"1"0,-1 9 0,0 0 0,-1 7 0,-3 17 0,0-6 0,0 3 0,0 0-1028,-2 6 1028,-1 13 0,3-22 0,0-1 0,-1 14 0,-2 10 0,3-3 0,1-12 0,-1 7-593,0-8 593,3-11 0,-2 4 0,1-11 0,0-4 0,-2 0 962,-1-8-962,1-3 0,-3-5 0,3-3 0</inkml:trace>
  <inkml:trace contextRef="#ctx0" brushRef="#br0" timeOffset="57406">22043 2490 5734,'11'15'0,"-2"-1"0,3 7 0,3 12 0,-3-3 0,2 5 0,0 1-529,2 5 529,-4-11 0,2 3 0,-2-4 0,7 10 0,1 0 0,2-2 0,-4-12 0,1-3 0,0-4 0,-4-11 0,14-15 0,-18-7 0,4-15 0,-12-5 0,-3-2 0,0-7-1136,-1 3 0,-1 0 1136,-2 1 0,-1-1 0,1 0 0,-1-3 0,1-1 0,0 4 618,1 21-618,1-7 0,3 22 0,1 1 0</inkml:trace>
  <inkml:trace contextRef="#ctx0" brushRef="#br0" timeOffset="57855">21888 2262 5734,'-19'17'0,"1"0"0,-4 7 0,3 2 0,1 2 0,2 11 0,6 6 0,2 2-771,3-17 0,1 2 771,2 1 0,1 6 0,1 0 0,1-5-1112,3-1 0,0-2 1112,1 1 0,0 2 0,2-3 0,4 2 0,3-3-330,1-1 0,1 0 330,1-2 0,0-1-118,0-5 1,1-3 117,9 0 0,1-7 0,0-4 0</inkml:trace>
  <inkml:trace contextRef="#ctx0" brushRef="#br0" timeOffset="58119">22529 2270 5734,'16'21'0,"-1"11"0,-2 4 0,0 4-1639,-1-1 1,-2 1 1423,-3 4 215,-3 0 0,-3-12 0,-1 0 0,0-7 0,-1 0 0,-1 6 0,-1 1-326,-2-2 0,0-1 326,-7 15 238,5-17 1,-2 0-239,-3-3 0,0-1 0,-8 10 0,-6 7 0,8-22 0,0-2 0,-3 2 0,-12 6 0</inkml:trace>
  <inkml:trace contextRef="#ctx0" brushRef="#br0" timeOffset="59386">22938 2411 5734,'-2'-5'0,"1"2"0,1 1 0,1 2 0,2 2 0,0 0 0,3 2 0,0-1 0,2 2 0,8 4 0,-2-2 0,8 3 0,12 6 0,-11-5 0,8 3 0,-1 1 0,-5-2-637,17 9 637,-24-14 0,-2 0-392,12 4 392,-12-3 0,16 6 0,-21-9 0,6 3 0,-11-7 0,1 1 0,-5-2 611,-1-1-611,1 1 418,-2 0-418,2 0 0,-2 0 0,3-1 0,-2 0 0,2-1 0,-3 3 0,-1 1 0,-2 2 0,-3 5 0,0-1 0,-4 5 0,-17 18 0,7-9-210,3-4 0,-2 1 210,2-1 0,0 0-1243,-9 13 1243,9-12 0,0 1 0,1 0 0,2 0 0,-8 10 0,-1 7 0,2 1 0,6-9-276,1-1 1,3-4 275,9-14 344,2-2-344,6-2 1213,0-4-1213,5-3 0,7-8 0,-2-2 0,7-6 0</inkml:trace>
  <inkml:trace contextRef="#ctx0" brushRef="#br0" timeOffset="60197">23722 2731 5734,'-13'-8'0,"-4"0"0,6 6 0,-18 3 0,13 4 0,-11 4 0,6 6 0,6-2 0,-4 6 0,5 6 0,5-6 0,-1 23 0,8-21 0,2 12 0,12-4 0,-3-13 0,7 6 0,-6-19 0,0-3 0,7-8 0,-4 0 0,4-8 0,-1-10 0,-5 3 0,3-9 0,-6-3 0,-1-1 0,1-7-837,-1 4 0,0 1 837,-3 3 0,0 2-853,0-9 853,-2 14 0,0-5 0,-1 11 0,0 8 0,0 0 0,-2 7 1507,-1 5-1507,-1 4 1020,0 4-1020,-3 15 0,1-2 0,-2 12 0,1 10-1271,2-6 1271,0 11 0,4-21 0,0-1 0,0 13 0,3-4 0,1 6 0,0-6 0,2 8 0,0 1 0,1-4 0,1-23 0,9 1 0,-5-8 0,13-4 0,-12-8 0,5-4 0,8-25 0,-11 12-658,8-20 658,-15 20 0,-2-2 0,-1-8 0,-2 9 681,-2-17-681,-1 22 0,-2-5 0,-2 13 0,0 5 0,-2 3 711,-4 11-711,1 2 537,-3 6-537,0 8 0,5-4 0,-1 9 0,6 0 0,1-7 0,3 7 0,9-8 0,3-1 0,-2-2-339,20 15 339,-19-34 0,2-4 0,1-1 0</inkml:trace>
  <inkml:trace contextRef="#ctx0" brushRef="#br0" timeOffset="60565">24046 2770 5734,'-21'12'0,"-2"7"0,11-6 0,-1 6 0,1-1 0,5-4 0,-1 3 0,4-5 0,2-4 0,1 0 0,4-7 0,0-3 0,3-4 0,2-8 0,2-5 0,3-10 0,-4 9 0,0 1 0,-6 13 0,1 2 0,0 3 0,5 14 0,-4 0 0,6 25 0,-6-10 0,-1 9 0,0 1-1733,0 7 1733,-1-10 0,-2 3 0,-1 0 0,-2-1 0,0 10 0,-3-3 0,-1-1-1092,-2-5 1092,1-14 0,0 0-615,-10 12 615,2-11 0,-4 2-264,-5-11 264,10-10 1267,-15-12-1267,20-6 0,-3-21 0,12 9 0,2-11 0</inkml:trace>
  <inkml:trace contextRef="#ctx0" brushRef="#br0" timeOffset="61173">24302 2586 5734,'-4'-4'0,"-1"4"0,4 1 0,-2 4 0,3 4 0,0 0 0,1 5 0,0 4 0,0-2 0,0 5 0,2 3 0,-1-5 0,1 5 0,0 1 0,-1-5 0,0 4 0,3 4 0,-3-11 0,2 11 0,-2-15 0,0 0 0,0-5 0,-2-3 0,1-1 0,-1 0 0,-1-3 0,1 1 0,-2-2 0,-2 0 0,1-2 0,-2 1 0</inkml:trace>
  <inkml:trace contextRef="#ctx0" brushRef="#br0" timeOffset="61552">24248 2538 5734,'0'-4'0,"2"0"0,6 2 0,2 1 0,7 0 0,6 3 0,-4 0 0,7 2 0,1 1 0,-9 1 0,6 2 0,-4 6 0,-5-3 0,2 6 0,-6 14 0,-5-9 0,-6 6 0,-3 0 0,-4 0 0,-7 2 0,-3 0 0,-3-4 0,-5 0 0,0-1 0,2-5 0,-12 7 0,5-10 0,17-11 0,-9 1 0,20-12 0</inkml:trace>
  <inkml:trace contextRef="#ctx0" brushRef="#br0" timeOffset="61887">24285 2288 5734,'-40'24'0,"18"-8"0,3 1 0,3 6 0,-3 11 0,4 10 0,5-7-360,3-13 0,2 2 360,0 3 0,2-1 0,-1 16 0,3 3 0,2 1 0,0-23 0,2-2 0,0 14 0,2 0 0,3-11 0,1-4 0,5 13 0,6-7 0,2-1 0,3-3 0,-6-8 0,2-2 0,12-2 0,-7-7 0,9-2 0,-10-6 0</inkml:trace>
  <inkml:trace contextRef="#ctx0" brushRef="#br0" timeOffset="62165">24724 2299 5734,'7'11'0,"10"24"0,-6-8 0,3 12 0,-1 3-674,-2 0 674,-6-9 0,1 5 0,-2-5-1840,-1 14 1840,-2-11 0,-2 0 0,-3-9 0,-1-2 0,-4 14 83,2-14 1,-3 0-84,-2-1 0,-2-1 0,-11 12-624,8-12 0,-2-1 624,-12 6 0,-4-3 0,-2-2 0</inkml:trace>
  <inkml:trace contextRef="#ctx0" brushRef="#br0" timeOffset="76232">8550 8787 5734,'-17'3'0,"1"0"0,-5 2 0,-6 5 0,3 0-404,0 2 404,9-1 0,-12 18 0,9-7 0,-1 6 0,1 2 0,3-1 0,3 0 0,1 1 0,1-1 99,0 9-99,6-13 0,0 0 0,-1 8 0,2 5 0,0 1 0,2-5 0,1 0 0,1-1-971,2 0 971,2 10 0,1-1 0,1-10 0,1 9 0,1-14 0,2-1 0,3 7 0,7-2 0,7 6 0,-3-5 0,8 2 0,-11-11 0,3 3 0,1-5 0,3-5 0,-2-5 0,11 4 0,8-4 0,1-3 0,-3-7 0,-10-1 0,3-3 0,6-8 0,-2-3 0,-13 5 0,-1-1-943,18-7 1,-2 0 942,-19 5 0,-2 0 0,1-1 0,-1 0-130,-1-1 1,0-1 129,7-8 0,-1-1 0,-7 5 0,0-1 0,3-10 0,2-5 0,-4 2 0,-6 5 0,-1 0 0,1-1 0,0-3 0,-3 0 0,-2-10 0,-3 1 0,-2 9 0,0-1 0,-1-9 0,0-5 0,-1 6-758,-2 9 0,-1 1 758,1-15 0,-2 1 0,-1 18 0,-1 3 86,-1-11-86,-2-6 0,0 20 1435,-1 5-1435,-1 3 0,-1 3 0,0 3 0</inkml:trace>
  <inkml:trace contextRef="#ctx0" brushRef="#br0" timeOffset="78332">8741 13087 5734,'2'-4'0,"-1"1"0,1 3 0,0 0 0,-1 0 0,1-1 0,1 1 0,-1 0 0,0 0 0,-1 0 0,1 0 0,-1 0 0,1 0 0,0 0 0,0 0 0,1 0 0,3-1 0,0 0 0,1 0 0,1 0 0,6 1 0,-3 1 0,4 0 0,2 0 0,-3 0 0,6-1 0,1 0 0,-4-1 0,4 1 0,0-1 0,-7 1 0,5 0 0,-2 1 0,-4 0 0,3 0 0,4 1 0,-8-1 0,12 1 0,-13 0 0,4 0 0,-1 1 0,-3 0 0,4-1 0,-1 2 0,3-2 0,-1 0 0,0 0 0,-4-1 0,0 0 0,-1 0 0,6 0 0,-5-1 0,4 1 0,-4 0 0,-1 0 0,-1 0 0,1 0 0,8 1 0,3 1 0,0-1 0,8 2 0,-16-2 0,18 2 0,-18 0 0,18 1 0,-18-2 0,16 1 0,-16-3 0,14 3 0,-15-3 0,16 1 0,-15-1 0,20-1 0,-19 0 0,22 0 0,-21 0 0,8 0 0,-3 0 0,-8 0 0,11 0 0,-13 1 0,4 0 0,-1 1 0,-2 0 0,3 0 0,-4-2 0,0 1 0,1-2 0,0 0 0,18-1 0,-13 1 0,8 1 0,0 0 0,-7 0 0,15 0 0,-13 0 0,-4 0 0,5 0 0,0 0 0,-6 0 0,18-2 0,-17 1 0,10-2 0,-2 1 0,-9 1 0,13-1 0,-15 1 0,4 0 0,25-4 0,-22 2-346,24-3 346,-31 4 0,0 0 0,1 0 0,-1 1 0,0-1 0,1 1 0,0 0 0,5-1 346,11 0-346,0-1 0,0 0 0,7 0 0,-16 2 0,3-1 0,0 0 0,-1 1 0,4-1 0,0 0 0,-2 1 0,4 0 0,1 0 0,-3 1 0,1-1 0,0 0-842,1 1 842,11-3 0,-11 1 0,0 0 0,9-1 0,7 0 0,0-1 0,-6 2 0,6-1 0,-1 0 0,-5 2 0,-3 1 0,7-1 0,-7 1 0,9 1-800,-1-1 1,-3 1 799,-11 0 0,0 1-784,12 0 784,-11-1 0,8 2 0,-4-1-446,-9-1 446,6 1 589,-12-1-589,4-1 0,-6 0 0,3 1 1467,-9 0-1467,-1-1 963,-1 1-963,0-1 652,8 1-652,-8-1 0,11 1 0,-16-1 0,4 0 0,-7 0 0,2 0 0,-3 0 0,0 0 0,-4-2 0,-1 1 0,-7-3 0,0 0 0,-3-1 0</inkml:trace>
  <inkml:trace contextRef="#ctx0" brushRef="#br0" timeOffset="85982">12880 3083 5734,'-6'-6'0,"-4"-3"0,2 2 0,-5-2 0,-4 0 0,2 3 0,-5-2 0,-13-1 0,12 4 0,-23-3 0,22 6 0,-7-1 0,-11 1 0,14 1 0,-4 2 0,-7 2 0,5-1 0,-6 3-247,-3 1 0,1 0 247,2 7-948,10-4 948,-8 5 0,-6 6 0,16-6 0,2-1 0,0 2-170,-4 8 170,10-7 0,0 1 0,-8 13 0,2 1 0,11-7 0,1 1 0,-3 8-528,1 1 1,2 1 527,4 0 0,0 11 0,7-16 0,1 0 0,0 8 0,1-9 0,1-1-163,9 15 163,0-11 0,8 0 0,2-1 0,6 0 0,-1-10 0,6 2 0,-3-5 0,-4-5 0,0-3 0,15 7 0,4-3 0,0-7 0,-2-3 0,-9-1 0,4-1 0,-1-3 0,7-2 0,0 0 0,-5 0-1085,4-2 1,0-2 1084,0 2 0,2-2 0,2-4 0,-6-5 0,3-5 0,-3 0 0,-4 2 0,0 1 0,-1-2 0,-1 2 0,4-4 0,-2 0 0,-8 1 0,-10-2 0,-6 2-9,6-14 9,-7-2 0,-2-1 0,-6-1 420,-1 9 0,-2 1-420,-10-10 802,2 12-802,-3 3 0,0 1 0,-1 2 3037,-7-8-3037,4 16 0,4 6 4,-4 2 0,6 7 0,0 3 0</inkml:trace>
  <inkml:trace contextRef="#ctx0" brushRef="#br0" timeOffset="88190">12800 5181 5734,'-4'-3'0,"1"0"0,-5-2 0,3 2 0,-4-2 0,4 3 0,-1 0 0,1 1 0,-2 0 0,1 0 0,-6-1 0,4 1 0,-8-1 0,0 1 0,2 0 0,-2 1 0,8 0 0,-9 0 0,6 0 0,-8 0 0,9 1 0,-1 0 0,-1 0 0,3 1 0,-2 0 0,-1 0 0,4-1 0,-4 1 0,2-1 0,1 1 0,-8 1 0,7-2 0,-4 2 0,3-2 0,3 1 0,-2 0 0,0-1 0,3 1 0,-2 0 0,0 0 0,-3 0 0,2 0 0,-1 1 0,6-2 0,0 0 0,0 1 0,-7 3 0,5-2 0,-4 2 0,1-1 0,0 1 0,-1 0 0,2-1 0,2-1 0,2-1 0,-2 1 0,0 0 0,2 0 0,-2 0 0,-2-1 0,3 0 0,-9 5 0,9-2 0,-6 5 0,6-4 0,-1 0 0,-1 4 0,3-5 0,-6 8 0,6-6 0,-4 2 0,3 3 0,0-2 0,0 2 0,-9 23 0,8-19 0,-6 18 0,9-22 0,1-3 0,-1 12 0,2-11 0,2 12 0,4 0 0,-1-7 0,1 5 0,0-11 0,1 4 0,1-4 0,2 4 0,2 1 0,-3-4 0,11 13 0,-9-11 0,8 5 0,-4-4 0,-2-3 0,9 5 0,-9-6 0,5 1 0,7 1 0,-8-3 0,18 8 0,-19-10 0,8 4 0,-6-3 0,-2-2 0,3 1 0,21 5 0,-20-6-327,21 5 327,-25-8 0,1 0 0,2 0 0,22-2 0,-16-1 0,17-1 0,-16-2 0,10-4 0,-5 0-454,2-2 454,-14 4 165,3-3-165,-4 2 0,1-2 0,-2-2 0,-3 3 0,2-3 0,2-2 0,-5 1 0,2-3 0,-2-8 0,-5 7 0,3-16 0,-6 16 463,-1-7-463,-1 0 0,-1 6 0,-1-5 0,-3-9 0,1 10-229,-3-12 229,2 15 0,-2-1-170,0 1 170,-1-1 0,-1 0 0,0 0 0,-7-7 0,3 7 0,-9-11 0,9 13 0,-4-3 0,-7-10 0,11 15 375,-9-11-375,14 20 177,-1 0-177,-1 2 0,-15 0 0,8 2 0,-12 0 0,13 0 0</inkml:trace>
  <inkml:trace contextRef="#ctx0" brushRef="#br0" timeOffset="112937">17300 4141 5734,'-2'8'0,"1"2"0,-2 4 0,-1 10 0,0 3 0,0 6 0,1-2 0,0 7 0,1-5 0,1 8 0,1 7 0,1-2 0,1-13 0,1-2 0,0-1 0,0-9 0,3 17 0,-4-28 0,0 6 0,-1-14 0,-2-3 0,1-2 0,0-5 0,-1 1 0,0-2 0,-1-2 0,0-1 0,1-1 0</inkml:trace>
  <inkml:trace contextRef="#ctx0" brushRef="#br0" timeOffset="113259">17194 4087 5734,'24'-15'0,"0"5"0,0 2 0,5 1 0,-5 2 0,1 1 0,17 6 0,-11 2 0,-1 5 0,0 2 0,-2 3 0,12 9 0,-20-2 0,-9-3 0,-1 4 0,-23 1 0,-12 5 0,2-3 0,-3 5-550,3-6 1,-5 4 0,5-7 549,2-9 0,1-3-220,-4 1 220,8-4 0,-3-1 0,5-3 0,4-1 0,-3-1 0</inkml:trace>
  <inkml:trace contextRef="#ctx0" brushRef="#br0" timeOffset="115091">17725 5650 5734,'-15'-31'0,"0"6"0,3 14 0,2 3 0,-5 0 0,2 4 0,-9 4 0,4 2 0,-6 8 0,1 4 0,-4 5-849,6-2 0,1 2 849,-1 9 0,1 4 0,7-7 0,2 0 0,-6 16 0,8-14 0,1 0 396,3 11-396,15 5 0,6 0 0,5-3-641,-1-14 1,5 0 0,0-7 640,19-14 0,-14-4 0,4-5 0,-3-5 0,2-5 0,-3 0 0,0 1 0,-1-2 0,7-5 0,2-4 0,-6 2 0,-10 4 0,-3 0 0,6-7 0,-3 0-283,1-11 283,-13 9 0,-3 0 0,1-14 0,-10 1 0,-5 1 0,-4 1 0,-9 4 0,-2 3 0,0 11 0,-5 7 0,0 3 0,2 10 0,-13 6 127,17 4 1,0 4-1,0 0 1</inkml:trace>
  <inkml:trace contextRef="#ctx0" brushRef="#br0" timeOffset="115309">17564 5807 5734,'12'21'0,"13"19"0,-10-16 0,5 6 0,2 2 0,-1-2 0,6 3 0,-1 0-1043,-2-6 1043,-6-7 0,1 0 0,14 11 0,-17-15 306,10 9-306,-23-21 0,-1 0 0,-2-5 0</inkml:trace>
  <inkml:trace contextRef="#ctx0" brushRef="#br0" timeOffset="115486">18053 6027 5734,'-1'6'0,"1"0"0,0-5 0,5 1 0,-1-3 0,5 1 0</inkml:trace>
  <inkml:trace contextRef="#ctx0" brushRef="#br0" timeOffset="130400">8833 13129 5734,'4'0'0,"0"0"0,-3 0 0,1 1 0,-1 0 0,0 2 0,0-2 0,2 2 0,-1-1 0,2 3 0,-2-3 0,1 1 0,4 1 0,-2-1 0,6 2 0,-7-2 0,10 3 0,-8-3 0,10 3 0,9 2 0,-8-3 0,29 8 0,-31-8 0,15 3 0,-19-6 0,3 2 0,-2-2 0,2 1 0,-3-2 0,0 1 0,21 0 0,-15-1 0,20 0 0,-26-1 0,4 0 0,-6 0 0,0 0 0,14 0 0,-11 0 0,11 0 0,-10 0 0,-2 0 0,12 0 0,-11 0 0,8 0 0,-5-1 0,-2 1 0,3 0 0,-5 0 0,0 0 0,16 0 0,-11 0 0,26 0 0,-26-1 0,9 0 0,-10 0 0,-4 0 0,4 0 0,-5 1 0,13 0 0,-10-1 0,11 0 0,4-1 0,-11 1 0,13-1 0,-15 2 0,0 0 0,9-1 0,-5 0 0,6-1 0,-7 1 0,0-1 0,0 1 0,1 0 0,1 0 0,9-1 0,-7 0-367,7 1 367,-8 0 0,8-1 0,1 0 0,1 0 0,4 0 0,-2 0 0,-9 1 0,7-1 0,1 1 0,-1 1 0,2-2-564,0 2 0,-2-1 564,-5 1 0,0-1-107,2 0 107,3 0 0,-1-1 0,16 0-913,-10 0 913,-12 0 0,1 1 0,10-2 0,8-1 0,2 0 0,-20 2 0,1 0 0,18-3 0,2 1 0,-15 1 0,-3 0 0,18-1 0,-17 1 0,2 0 0,2 0 0,2-1 0,-2 1 0,-5 1 0,1-1 0,16-1 0,7-1 0,-7 2 0,-17 0 0,-2 1 0,16-2 0,0 1 0,-9 0 0,-2 1-108,-8 0 0,2-1 108,6 0 0,4-1 0,-4 1 0,16-3 0,-15 3 0,3-2 0,-5 1 0,5-1 484,-9 1 0,-2 1-484,0-1 0,-9 0 106,1 1-106,-11 3 342,-3 0 1,-6 3-1,-2 0 1</inkml:trace>
  <inkml:trace contextRef="#ctx0" brushRef="#br0" timeOffset="139163">7573 10515 5734,'25'26'0,"5"3"0,-11-14 0,1 0-1639,4 2 1,1-1 1394,1 0 0,8-1 244,-3-7 0,10-1 0,6 0 0,4 0 0,2-1 0,-2-1 0,-3 0 0,-7-1-493,3 1 1,-6-1 0,1-1 0,6 1 492,-8-1 0,6 1 0,4-1 0,2 1 0,0 0 0,-1-1 0,-3-1 0,-5-1 0,-6-2 37,8-2 0,-8-3 1,3-1-38,7-2 0,3-2 0,1 0 0,-5 1 0,-6 1 0,-3 1 0,4-3 0,-3-2 0,5-4 0,2-2 0,0 0 0,-5 1 0,-7 3 0,1-3 0,-4-1 0,8-8 0,-1 1 0,0 0 0</inkml:trace>
  <inkml:trace contextRef="#ctx0" brushRef="#br0" timeOffset="140103">11430 11496 5734,'11'2'0,"21"-1"0,-8-2 0,13 0 0,3 0-3277,5 0 3200,-9 0 1,2 1 76,-3 0 0,0 0 174,4 0 0,3 1-174,-5 1 0,4-1 0,1 1 0,-4 0-609,-4 0 0,-2 0 1,1 0 608,12 1 0,2 1 0,-6-1 0,-11 0 0,-2 0-135,-1 0 1,3 1 134,4 1 0,2 0 0,-2 0 0,-1 0 0,0 0 0,5 1 0,4 0 0,-5 0 37,-11-1 1,-1 0-38,5 1 0,1 1 0,11 6 0,-2 1 0,-17-6 0,-1 2 0,16 6 0,-2 0 0,-9 4 234,-2 0-234,8 14 0,-10-6 0,3 10 0,-7 4 0,-7-8 0,-1 10 0,-10 3 1395,-5-10-1395,0-13 0,-3 1 0,-4 2 0,-3-1 0,3-5 0,-1 1 0,-5 5 0,-2 2 0,-4 2 0,-1-2 0,5-6 0,0 0 0,-6 7 0,0 1 0,0-1 0,1-1 0,6-7 0,0 0 0,-4 6 0,0 0 0,3-4 0,2-1 0,-7 11 0,-3 5-269,7-8 269,10-14 338,-6 4 1,13-21-1,-2-3 1</inkml:trace>
  <inkml:trace contextRef="#ctx0" brushRef="#br0" timeOffset="141400">618 11489 5734,'6'13'0,"-2"0"0,3 7 0,1 12 0,-1-5-1738,2 12 1738,-3-9 0,0 1 0,1 0 0,-1 0 0,1 8 0,0 0 0,-1-4 271,0 0 1,-1-2-272,-3-17 285,0-8-285,-1 1 0,-2-13 0,0-2 0,0-7 0,2-1 0</inkml:trace>
  <inkml:trace contextRef="#ctx0" brushRef="#br0" timeOffset="141745">723 11324 5734,'-29'0'0,"-11"6"0,13 3 0,-10 8 0,7 13 0,-2 13 0,4-4-1639,7-9 1,1 0 1042,-1 2 0,-3 5 0,1 0 0,7-4 596,5-3 0,6 1-25,0 7 1,2 5 0,1-3 24,1-3 0,2 2 0,3-1 0,4 6 0,1-1 0,0-6 0,4-5 0,1-2 0,1 0 0,2 2 0,3-4 0,9-5 0,2-5 0,-6-5 0,1-2 0,10 1 0,1-5 0,8-10 0,-1-6 0,-9 0 0,1-2 0,-5 1 0,2-2 0,-1-3 0,1-5 0,-2-2 0,-1 0 0,5-4 0,-1-3 0,-6-1 0,3-6 0,-2-1 0,-4 4 0,-1-5 0,-3-1 0,1 2 0,-1-4 0,-9-4 0,-15 7 0,-8-4 0,-4-1 0,-1 2 0,3 6 0,-3-10 0,-2 1 0,3 9 0,-3-5 0,-2-2 0,1 5 0,0 10 0,-2 8 0,-1 6 0,1 0 0,0 0 0,-17-7 0,2 5 0,11 7 0,2 2 0,-2-2 0,0-1 0,29 4 0</inkml:trace>
  <inkml:trace contextRef="#ctx0" brushRef="#br0" timeOffset="142730">8307 8149 5734,'-3'-8'0,"1"1"0,-3 15 0,-2 13 0,0 1-355,1 7 355,4-12 0,0 0 87,1 1-87,0-1 0,0 17 0,2-10 0,-1 5 0,2-17 0,0-14 0,2-2 0,1-5 0</inkml:trace>
  <inkml:trace contextRef="#ctx0" brushRef="#br0" timeOffset="143043">8243 7922 5734,'-32'26'0,"1"0"0,0-1 0,5 0 0,3 13-1639,7-7 1,3 1 1317,3-8 1,2 2 320,-3 7 0,4 1 40,5 0 0,3-1-40,1-7 0,2-1 0,1 7 0,5-1 0,4-4 0,5-2 0,13 1 0,3-3 0,-6-3 0,1-3-233,9-2 0,-1-6 233,8-11 0,-14-7 0,0-3 0,-7 2 0,-2-2 0,8-6 0,-3-1 0,7-14-920,-6-4 920,-7-2 0,-6-4 0,-11 10 0,-2 0 0,-2 7 0,-1 0 0,-2-7 0,-3-1 0,-6 3 0,-2 3 0,-10-13 0,7 17 0,-3 1 278,-2 7 0,-1 4-278,-10-5 586,-9 2-586,5 14 0,12 3 0,-1 9 0,20 1 0,4 3 0</inkml:trace>
  <inkml:trace contextRef="#ctx0" brushRef="#br0" timeOffset="144462">11219 8198 5734,'-24'23'0,"0"0"0,-3 9 0,-5 9 0,1 1 0,4-4-1093,6-10 1,3-2 0,-1 3 615,-2 1 0,-2 5 1,-1 1-1,2-1 0,5-6 679,0 6 1,4-2-203,1-1 0,0 1 0,1 0 0,-1 5 0,0 0 0,3-7 0,0 3 0,0-1 0,3-1 0,0 1 0,1-2 0,0 7 0,0-1 0,1-7 0,0 2 0,1 2 0,3 4 0,1 3 0,1 1 0,0-5-239,0 8 0,2 0 239,-1-7 0,0 4 0,1-1 0,1-5 0,3-1 0,1-4 0,1 1 0,1 1 0,1-3 0,2 2 0,0-2 0,2 5 0,2-1 0,-3-5 0,1 1 0,2 0 0,2 0 0,2-1 0,-1-1 0,4 5 0,1-1 0,-2-4 0,1 1 0,-1-2 0,4 2 0,0-2 0,1-1 0,2 0 0,-1 0 0,5 3 0,2 0 0,-5-4 0,2 1 0,-1-2 0,2 1 0,3 0 0,-5-6 0,6 3 0,3 0 0,-1 0 0,-4-2 0,2 0 0,-4-2 0,5 2 0,-3-2 0,4 3 0,2 0 0,-1-1 0,-2-2 0,-1-3 0,-2-2 0,0-2 0,-1 1 0,3 0 0,-2 0 0,5 0 0,-2-1 0,5 1 0,1-1 0,0 0 0,-5-2 0,6 1 0,-4-1 0,4-1 0,-10-1 0,4 0 0,2 0 0,0-1 0,-2 1 0,-3-2 0,1 1 0,-2-2 0,-1 1 0,2-1 0,0 1 0,2-1 0,2 1 0,-2 0 0,-2-1 0,11 0 0,-3 0 0,1 0 0,1 0 0,0 0 0,0-1 0,-12 0 0,0 0 0,0-1 0,0 1 0,1-1 0,-1 0 0,0 0 0,0 0 0,1 0 0,-1 0 0,0-1 0,0 1 0,12 0 0,0 0 0,0 0 0,-2-1 0,0 0 0,3 0 0,-12-1 0,2 0 0,1 0 0,0 0 0,-3 0 0,13 0 0,-4-1 0,3 0 0,-4 0 0,2 0 0,-1 0 0,-2-1 0,-3 0 0,-3 0 0,0-1 0,-1 1 0,-1-1 0,4 0 0,5-2 0,5-1 0,0 0 0,-5 0 0,-4 1 0,-4-1 0,3 0 0,1 0 0,4 0 0,0-2 0,-2-1 0,-5-1 0,0-2 0,-3-1 0,-1 1 0,-3 0 0,-2 1 0,1-1 0,3-2 0,2 0 0,0-2 0,-3-1 0,2-4 0,-3-1 0,-1-1 0,6-4 0,-1-1 0,-5 4 0,1-2 0,-1-1 0,1-3 0,0-1 0,-2 2 0,-5 5 0,-1 0 0,1 0 0,6-8 0,2-2 0,-3 2 0,4-4 0,-3 0 0,1-1 0,-1-1 0,-11 13 0,0 1 0,2-4 0,2-8 0,3-3 0,-1-2 0,-2 4 0,-3 4 0,-2 1 0,2-4 0,-3 1 0,2-5 0,0-3 0,0 0 0,-2 2 0,-3 5 0,-1-2 0,-4 4 0,1-3 0,1-4 0,1-3 0,-2-1 0,-3 2 0,-5-6 0,-3 1 0,-3 2 0,2 8 0,-2 2 0,-1-3 0,0 3 0,-1-1 0,-2-2 0,-1 1 0,-5-1 0,-3 0 0,-1 1 0,0 1 0,-2-3 0,-1 1 0,-1 0 0,1 2 0,0 0 0,-4-1 0,-7-2 0,6 12 0,-6-1 0,-4-1 0,-3-1 0,-1-1 0,-2 1 0,1 1 0,2 1 0,3 2 0,3 2 0,-6-5 0,4 5 0,2 0 0,-3 0 0,-4-4 0,9 8 0,-3-3 0,-3-2 0,0-1 0,-3-1 0,1 1 0,-1 1 0,2 0 0,0 3 0,2 2 0,3 3 0,-13-4 0,1 5 0,3 2 0,1 2 0,0-1 0,-1 0 0,1 0 0,0 0 0,-2 1 0,1 0 0,-2-1 0,-1 1 0,1 0 0,3 2 0,3 1 0,2 2 0,1-1 0,0 1 0,-10-3 0,1 1 0,0-1 0,1 1 0,1 0 0,-1 1 0</inkml:trace>
  <inkml:trace contextRef="#ctx0" brushRef="#br0" timeOffset="145183">13965 7915 5734,'-8'-2'0,"2"1"0,6 0 0,1 0 0,0-1 0,6-1 0,0-1 0,7-1 0,7-2 0,-2 3 0,21 0 0,-20 4 0,20 8 0,-27-2 0,6 19 0,-16-10 0,-9 33 0,-1-24 0,-4 5 0,-1 0 0,-1-4 0,3-1 0,1-1 0,3-7 0,3 9 0,21-16 0,-1-3-473,14-4 473,-5-6-689,2-2 689,2-2 0,1-2 0,0-1 0,-1 1 0,-2-1 0,-2 0 0,0-6 0,0-1 0,-5 1 0,1-1 0,-6 0 0,-15 5 0,-2-3 0,0-1 0</inkml:trace>
  <inkml:trace contextRef="#ctx0" brushRef="#br0" timeOffset="145495">14197 7473 5734,'-26'3'0,"-1"1"0,-7 4 0,2 2 0,-9 9-656,19 3 1,-4 11-1,-1 3 1,2 1 0,4-6-537,-2 7 0,1 2 1177,5-8 0,-4 6 1,0 2-1,3-3 1,6-5 14,7 4 0,4-3 0,1 0 0,3 1 0,1-2 0,3 0 0,2-1 0,1-1 0,2-2 0,3 0 0,11 6 0,3-2 0,-6-9 0,1-1 0,8 4 0,6-5 0,6-12 0,6-7 0,-2-4 0,-12-2 0,-1-4 0,1 0 0,1 1 0,3 1 0,-1-2 0,-4-3 0,-5-5 0,-4-2 0,-2-2 0,8-16 0,-5-3 0,-7 9 0,-2-1 0,3-10 0,-3-3 0,-11 0 0,-4 0 0,-1 10 0,-4 1 0,0-9 0,-6 1 0,-7 4 0,-3 4 0,3 9 0,-1 0 0,-6-4 0,-4 1 0,-13 5 0,-3 6 0,15 6 0,-1 2 0,-7 1 0,-3 2 0,3 3 0,9 6 0,2 2 0,-8 3 0,0-1 0</inkml:trace>
  <inkml:trace contextRef="#ctx0" brushRef="#br0" timeOffset="146936">2085 14326 5734,'10'4'0,"-3"-1"0,18-2 0,-12-1 0,15-1 0,-12-1 0,17-1 0,-10 0 0,13 1 0,-16 0 0,1 1 0,0 0 0,11 1 0,-7 0 0,9 0 0,4 0-1028,-8 0 1028,11-1 0,-12 0 0,0-1 0,9 0 0,-2-1 0,1 1 0,-2 0 0,10 0 0,3 2 0,-1 1 0,-4-1 0,3 1 0,-1-1 0,-13 0-57,-7-2 57,22-2 0,-18-1-861,11-2 861,-9 2 0,-8 1 0,2 0 0,8-1 0,1 1 0,-6 0 0,0 1-483,4 0 0,-2 1 483,2 1 0,12 0 0,-11 2 0,11 0 0,-1 0 0,-10 1 0,11 0 0,2-1 0,-9 0 0,-13 0 0,1-1 0,0 0 0,1 0 0,13 0 0,5 0 0,0 0 0,4 0 0,-13 0 0,6-1 0,-5 0 0,-11 0 0,0 1 0,14-2 0,5 0 0,-6 0 0,-10 0 0,0 0 0,15 0 0,2-2 0,-8 1 0,-2-1 0,-8 1 0,3-1 0,8 0 0,8-2 0,1 1 0,-7 0-875,-2 1 1,0-1 874,-2 1 0,4 0 0,0 0 0,-7 0 0,-5 2 0,-3 0-199,1 0 0,1 1 199,12-1 0,2 0 0,-10 0 0,0 1-338,11-1 1,0 0 337,-11 1 0,-2 0 0,1-1 0,1 1 0,-1 0 0,1 0 0,-2-1 0,3 1 0,12-2 0,6 0 0,-2 0 0,-12 1 0,-2 0 0,1 0 0,13-1 0,3-1 0,-5 2 0,-5-1 0,-2 0 0,7 1 0,-3-1 0,-15 1 0,-1 0 0,22 0 0,-3-1 0,-8 1 0,7 1 0,-12 1 0,-12 0 0,3 0 978,-10 0-978,-4 0 1291,0 0-1291,-4 1 2986,-2 0-2986,-1 0 479,-2-2-479,-5 3 0,-1 2 0,-5 2 0,1 1 0</inkml:trace>
  <inkml:trace contextRef="#ctx0" brushRef="#br0" timeOffset="147915">618 13694 5734,'-5'-3'0,"0"1"0,1-1 0,4-1 0,0 0 0,17-8 0,-5 5 0,12-6 0,3 3 0,-5 3 0,6-1 0,-3 4 0,-9 3 0,3 2 0,-9 7 0,-6 1 0,-2 6 0,-10 12 0,-1-5 0,-5 11 0,3-10 0,0 0 0,-2 7 0,0 1 0,4 2 0,11 10 0,13 1 0,6-15-532,10-19 532,-9-10 0,2-3 0,1-2 0,-1-1 0,4-5 0,1-2 0,1-2 0,2-1 0,-2-4 0,-11-4 0,-3 0 0,8-10 0,-13 8 0,1 0 0</inkml:trace>
  <inkml:trace contextRef="#ctx0" brushRef="#br0" timeOffset="148191">713 13171 5734,'-23'17'0,"1"0"0,-10 14 0,0 2 0,8-5 0,0 2-826,4-4 0,0 2 0,0 3 826,2 4 0,1 3 0,1 1 0,2-3-352,0-3 0,2-2 0,0 5 352,3-2 0,-2 4 0,1 4 0,1 1 0,2-2 0,4-2-156,4 4 1,3-3 0,4 0 0,2 1 155,1-1 0,2 2 0,2 0 0,1-2 0,1-3-395,1-3 0,1-1 0,1-4 1,3-3 394,11 3 0,3-5 0,-1-6 0,-1-7 0,-1-5 0,1-2 0,3-3 0,-5-6 0,5-4 0,0-1 0,-3 0 0,-3 0 0,-2 0 0,2-2 0,3-3 0,4-1 0,0-2 0,-6 1 0,7-8 0,-5-2 0,0-1 0,0 0 0,-3 2 0,-3-6 0,-9-4 0,-2-9 0,-2-2 0,-3 8 0,0 0 0,-4 1 0,0 1 0,0-6 0,-4 1 0,-8 9 0,-21 2 0,-5 9 0,-6-6 0,6 9 0,2 4 0,3 10 0,5 4 0</inkml:trace>
  <inkml:trace contextRef="#ctx0" brushRef="#br0" timeOffset="149794">10714 14228 5734,'7'1'0,"0"0"0,6-2 0,-1 0 0,5-2 0,11-2 0,2-1 0,-2 1 0,3-1 0,1 0 0,-1 2-630,-6 1 630,7-1 0,-7 2 0,11-2 0,-7 1 0,2 0 0,0-1 0,0 1-821,16-4 821,-23 4 0,-2 0 0,1 0 0,15 1 0,-14 1 0,12 0 0,-10 1 0,-7 1 576,4 0-576,2 0 0,-6 1 875,7 0-875,9 1 0,2 0 0,-1 0-229,2 0 1,0 0 228,3-3-974,-10 1 974,10 0 0,1-1 0,-11 0 0,10 0 0,-1 0 0,-10 0 0,0 0 0,0 0 0,1 0 0,16 0 0,-22 0 0,1 0-554,1-1 554,1 0 0,16-1 0,-9 0 0,12-1 0,-21 2 0,-2-1 0,15-1 0,-13 1 0,0 1 0,1-1 0,-1 0 0,14 0 0,-14 0 0,1 1 0,-1 0 0,-1-1 0,14 0 0,-13 1 0,-1 0 0,10 0 0,0-1-872,0 1 872,0-1 0,0 1 0,0 0 0,0 0 0,0 0 0,-1 1 0,-9 0 0,0 1 0,12 0 0,-12-1 0,-1 1 0,10 0 0,2 0 0,8 0 0,-4 0 0,-11-1 0,0 0-417,11 1 1,4 0 0,-6 0 416,0-1 0,0 2 128,-12-2 0,2 1-128,0-1 0,1 0 0,0 0 0,0 0 0,-2 0 0,-2 0 0,12 0 0,-1 0 0,10-1 0,2 0 0,-21 1 0,1-1-340,4 0 0,3 0 1,-3 0 339,-8 1 0,0-1 0,15-1 0,7-1 0,-5 1 0,-5 0 0,1 0 0,0-1 0,5 1 0,-1-1 0,-5 1 0,-4 0 0,-2 0 0,9-1 0,2 1 0,-7-1 0,1 1 0,-2-1 0,-1 1 0,2 0 0,0 0 0,7-1 0,-1 1 0,-6-1-415,0 2 0,-2-1 415,1 0 0,2 0 0,-2 0 0,7 0 0,-3 0 286,-8 0 0,-1 0-286,9 0 0,-1 0 0,12 0-442,-4-1 442,-1 1 0,4-1 0,1 0 0,-2 1 0,-2-1 0,-4 1 0,-21 1 1259,-2-1-1259,-3 2 1912,8-1-1912,-13 1 933,7 0-933,-15-1 1465,-1 1-1465,-3 2 0,-9 3 0,2-2 0,-8 3 0,3-4 0</inkml:trace>
  <inkml:trace contextRef="#ctx0" brushRef="#br0" timeOffset="154427">19128 5996 5734,'26'10'0,"-6"-4"0,18 5 0,-10-4 0,0-2 0,7 2 0,-2-1-1639,-4-1 1,1 0 1204,6 2 1,4 0 0,-4 0 433,-7-2 0,3 1 0,1 1 0,10 2 0,4 1 0,1 1 0,-2-1 0,-8-2 0,2 0 0,-5 0 0,6 0 0,-5 0 0,6 1 0,4 1 0,1 0 0,-2 0 0,-5-1 0,-8-2 618,5 1 0,-1-1-618,5 3 0,7 1 0,1 1 0,-10-3-468,-8-2 1,-1 0 467,15 4 0,5 1 0,-27-5 0,-25-6 0,-10-5 514,-14-7 0,1-2 0,3-3 0</inkml:trace>
  <inkml:trace contextRef="#ctx0" brushRef="#br0" timeOffset="154609">20509 6140 5734,'18'31'0,"-4"-2"0,-5 2 0,-7-5 0,-1 7 0,-10 1 0,0-8 0,-3 7 0,-5 2 0,7-13 0,-4 8 0,10-19 0,2-2 0,3-3 0</inkml:trace>
  <inkml:trace contextRef="#ctx0" brushRef="#br0" timeOffset="157640">21569 6256 5734,'-7'-1'0,"-2"2"0,-4 2 0,-3 3 0,-14 13 0,5-1 0,2 4 0,-2 7 0,2-3-1430,5-5 0,1 1 1430,-2 4 0,-3 3 0,4-3 0,-4 14 630,3 0-630,31 6 0,9-4 0,0-21 0,9-13 0,9-4 0,-6-9-1019,-7-15 1,-4-9 1018,2 2 0,2-3 0,-3 1 0,-5 2 0,-2 0 0,-1 0 0,-1-4-192,-4 1 0,0-6 0,-1-2 0,-2 2 192,-4-4 0,-2 1 0,1-1 0,3-8 0,0-1 0,-3 5 0,-8-1 0,-5 7 0,-3 13 0,-1 5 0,-4-3 0,-13-3 0,9 36 0,1 8 0,-4 3 0,3 2 0,1 2 0,4 7 0</inkml:trace>
  <inkml:trace contextRef="#ctx0" brushRef="#br0" timeOffset="157815">21351 6422 5734,'10'14'0,"7"7"0,-2-4 0,5 5 0,11 4 0,1-1 0,-1-1 0,3 1 0,-1-2 0,-2-8-695,-9-5 695,4 2-53,-7-3 53,-5-3 0,3-2 0,-6-4 0</inkml:trace>
  <inkml:trace contextRef="#ctx0" brushRef="#br0" timeOffset="158050">21968 6295 5734,'-13'16'0,"-9"21"0,10-11 0,1 2 0,2 0-1561,4 1 1561,1 10 0,12-7 0,2 0 0,1-1 0,1-1 0,1-3 0,-2-13 123,10-1 0,-7-8 0,7-3 0</inkml:trace>
  <inkml:trace contextRef="#ctx0" brushRef="#br0" timeOffset="158348">22008 6304 5734,'9'-1'0,"0"1"0,1 5 0,-2 1 0,2 4 0,-4 12 0,-5-5-305,-2 11 305,-6-8 0,-12 23 0,2-5 0,7-14 0,0-1 0,-3 8 0,8-11 0,3-2 0,1-1 0,3-2 0,6 2 0,1-5 0,7 0 0,-1-7 0,4-2 0,1-3 0,8-6 0,-6 0 305,3-4-305,-7-4 0,-10 3 0,1-5 0</inkml:trace>
  <inkml:trace contextRef="#ctx0" brushRef="#br0" timeOffset="158529">21986 6506 5734,'15'-4'0,"1"0"0,24-8 0,-12 4 0,14-6 0,2 0 0,-11 1 0,-2 1 0,-2 1 0,-12 1 0</inkml:trace>
  <inkml:trace contextRef="#ctx0" brushRef="#br0" timeOffset="158732">22273 6255 5734,'8'6'0,"1"1"0,0 2 0,10 14 0,-8-6 0,5 12 0,-11 5 0,-2 1 0,-1-2-119,-1 3 1,-1-1 118,-9-4-573,0-9 573,-3 7 0,0-6 0,2-6 0,-1 0 0,6-8 0</inkml:trace>
  <inkml:trace contextRef="#ctx0" brushRef="#br0" timeOffset="159016">22698 6489 5734,'7'-1'0,"-2"1"0,0 1 0,0 0 0,1 0 0,2 0 0,0 0 0,25 2 0,-19-2 0,16 2 0,-26-1 0,-3 1 0,-2-1 0,-3-1 0</inkml:trace>
  <inkml:trace contextRef="#ctx0" brushRef="#br0" timeOffset="159415">23114 6427 5734,'-15'30'0,"1"-1"0,7 5 0,4-8 0,1 8 0,14 2 0,-2-15 0,8-4 0,3-4 0,1-9 0,5-7 0,0-5 0,-4-5 0,-3-18 0,-5-3 0,-9 5-766,-4-6 1,-4 2 765,-7 10-88,-15-9 1,7 14 0,-9-3 0</inkml:trace>
  <inkml:trace contextRef="#ctx0" brushRef="#br0" timeOffset="159864">22721 6702 5734,'8'-1'0,"-1"1"0,22 1 0,-10-1 0,10 1 0,9-1 0,-5 0 0,9 1 0,5-1 0,-2 0 0,-15 0 0</inkml:trace>
  <inkml:trace contextRef="#ctx0" brushRef="#br0" timeOffset="160834">23413 6607 5734,'-1'-3'0,"0"0"0,4 1 0,2-1 0,4 0 0,22-4 0,-7 3 0,9 0 0,10 0 0,-6 1 0,11 0-95,-16 2 1,5-1-1,-4 1 95,-4 2 0,-4 0-866,9 0 866,-9 0 0,-1 1 0,4 0 0,-10-1 0,14 0 0,-21 0 0,7-1 0,-15 0 259,-1 0-259,0-1 891,-1 0-891,0 0 0,0-4 0,1 1 0,-1-3 0,1 2 0,-2-1 0,1 2 0,-1 0 0,0 3 0,-3 13 0,1 0 0,-3 13 0,-1 3 0,0 6-656,2-4 1,-2 11-1,1 5 1,0-3 0,1-6 597,0 1 1,0 0 57,1 1 0,0 7 0,-1 3 0,1-4 0,2-11-1036,2 14 1036,0-13 0,1-2-370,2 1 370,-2-12 0,1 1 0,-9-12 2695,2-8-2695,-6-3 0,3-7 0,0-2 0</inkml:trace>
  <inkml:trace contextRef="#ctx0" brushRef="#br0" timeOffset="161179">23794 7196 5734,'7'5'0,"3"7"0,-3-2 0,3 5 0,1 3 0,-2-4 0,2 5 0,8 10 0,-10-15 0,9 9 0,-12-19 0,3-5 0,0-2 0,4-5 0,2-11 0,-1 3 0,3-10 0,-2-5 0,-4 7 0,2-8 0,-1-3 0,-5 14 0,4-11 0,-8 22 0,1-1 0,-3 7 0,0 4 0,-2 4 0,-1 4 0,-1 3 0,0 0 0</inkml:trace>
  <inkml:trace contextRef="#ctx0" brushRef="#br0" timeOffset="161933">23367 7632 5734,'0'7'0,"0"10"0,1-1 0,-1 10 0,0 13 0,-1-6-2344,0 15 2344,0-11 0,1-9 0,0 0 0,1 14 0,0-8 0,0 0-355,1 2 355,1 8 0,2-8 0,-2-16 599,1 5-599,-3-24 0,0-4 0,-2-20 0,0-6 0,0-2 5,0-1 0,0-1-5,-1 3 0,0-15 0,0 10 0,-1-11 0,1 4 0,1 11 0,0-8 853,3 7-853,9-11 0,-3 13 0,8-4 0,3 19 0,-3 3 0,7 0 0,2 2 0,-7 5 1237,7-1-1237,-3 5 0,-6 2 0,11 5 0,-16-2 0,7 9 0,-15-5 0,-2 6 0,-10 2 0,-1-4 0,-6 5 0,-4 0 0,4-4 0,-18 10 0,18-13 0,-7 4 0,4-3 0,11-6 0,-5 3 0,13-7 0,1-1 0</inkml:trace>
  <inkml:trace contextRef="#ctx0" brushRef="#br0" timeOffset="162195">23631 7741 5734,'-4'20'0,"3"5"0,1-10 0,3 2 0,4-4 0,1-4 0,4-1 0,11-8 0,-3-4 0,9-6 0,2-8 0,-9 1 0,6-7 0,-12-3 0,-6 6 0,-3-7 0,-12 0 0,-3 8 0,-4-5 0,-9 10 0,0 1 0,2 2 0,-20-8 0,30 21 0,5-1 0,0 1 0</inkml:trace>
  <inkml:trace contextRef="#ctx0" brushRef="#br0" timeOffset="162654">23870 7482 5734,'6'9'0,"0"2"0,-3 7 0,0-1 0,0 8 0,0 7 0,-1-6 0,1 10 0,3 0 0,-2-9 0,3 7 0,1-6 0,-3-8 0,3 3 0,7-8 0,-5-11 0,8 0 0,-7-11 0,5-8 0,-3 2 0,3-5 0,-1-2 0,-4 4 0,3-6 0,2-6 0,-9 14 0,5-9 0,-11 19 0,0 0 0,-1 2 0,-1-1 0,-6 5 0,1 1 0,-10 7 0,6-1 0,-2 4 0,5-3 0,-1 5 0,3-3 0,1 6 0,4-9 0,2 1 0,10-3 0,-3-5 0,16-2 0,-13-4 0,8-7 0,-13 4 0,2-3 0,-12-5 0,1 6 0,-6-5 0</inkml:trace>
  <inkml:trace contextRef="#ctx0" brushRef="#br0" timeOffset="163423">24023 7762 5734,'-11'0'0,"1"0"0,2 1 0,3 0 0,-1 2 0,2 3 0,2 1 0,5 5 0,0-5 0,6 1 0,5-3 0,-1-3 0,26-5 0,4-11 0,1 0-936,-4-4 936,-22 8-252,3-5 252,-6 4 0,1-3 0,-7 3 0,-3 3 0,-1-2 0,-13 3 911,2 4-911,-10 0 277,5 5-277,-2 1 0,0 2 0,0 0 0,-1 0 0,1 2 0,0 1 0,0 1 0,1 1 0,-5 7 0,6-6 0,-4 5 0,4-2 0,4-4 0,0 3 0,4-2 0,3-4 0,0 3 0,9 2 0,-3-5 0,5 5 0,-3-6 0,2 0 0,1-1 0,9 1 0,-3-4 0,7 1 0,4-5 0,1-3 0,2-1-529,0 0 1,-2-1 528,-6-1 0,5-4 0,0-1 0,-3 1 0,1 2 0,-4-3 0,-15-2 0,-6 6 0,-2-8 0</inkml:trace>
  <inkml:trace contextRef="#ctx0" brushRef="#br0" timeOffset="169466">10931 14415 5734,'22'-1'0,"5"-2"0,-11 1 0,19-6 0,-15 2 0,6-3 0,0 0 0,-6 0 0,16-6 0,-20 8 0,-5 2 0,3-3 0,-9 6 0,1-2 0,-5 3 0,-1-1 0,-1 0 0,-3-3 0,0 1 0,-6-8 0,3 6 0,-4-6 0,5 8 0,0-1 0,-9-6 0,7 4 0,-10-7 0,12 8 0,-1-1 0,4 2 0,-1 1 0,0-1 0,1 3 0,-1 0 0,3 2 0,-1 0 0,7 1 0,-2-2 0,6 0 0,-2-1 0,3-1 0,27-10 0,-18 7 0,19-6 0,-12 8 0,-11 2 0,11 0 0,-13 3 0,0 2 0,1-1 0,1 1 0,2 1 0,0-1 0,2 1 0,10 2 0,-5-2-502,7 2 502,-9-2 0,5 2 0,1-1 0,4 2 0,-4-2 0,0 1 0,10 1 0,-8-3-839,10 3 839,-11-3 0,14 3 0,3-1 0,-22-3 0,0 1 0,24 2 0,-1 0 0,-9-2 0,-1-2 0,7 0 0,-4 1-1197,-7-2 0,-1 1 1197,10 0 0,4 0 0,-7 0 0,-14-2 0,0 1-667,17 0 1,6 1 0,-4 0 666,-10 0 0,0-1 0,8 1 0,4 0 0,-3 1 0,0 1 0,-4 0 0,-13-1 0,0 0 0,14 1 0,0 0 0,-10 0 0,-1 0 0,15 2 0,-16-2 0,0 0 0,0-1 0,-2 1 0,14 1 0,0 0 0,0 0 0,0-1 0,-11-1 0,1 0 0,7 1 0,-11-2 0,16 4 0,-24-4 270,5 2-270,-12-3 2365,-4 0-2365,0-1 2399,-4 0-2399,-1 1 700,1-1-700,-3 1 0,-4-3 0,-26-15 0,10 8-484,-18-11 484,21 12 0,-12-3 0,5 3 0,-10-3 0,-6 1 0,8 3 0,-13-3 0,18 6 0,1 1 0,-17-1-358,14 2 0,-1 1 358,-4 1 0,1 1-820,7 0 0,-1 0 820,-7 1 0,-3 0 0,0-1 0,1 0 0,7 0 0,0-1 0,-7 1 0,-2-1 0,1 1 0,1-2 0,7 2 0,1-2 0,-7 1 0,-2 0 0,-9-2 0,2 0 0,15 0 0,0 1 0,-16-2 0,2-1 0,-3 0 0,0-1-1153,0 0 1153,-1 0-581,6 2 1,-8 1 0,5-1 580,9 1 0,0 0 0,-7-1 0,-6 1 0,4 1 0,-1 1 0,6 1 0,13 0 0,0-1 0,-21 2 0,3 0 0,6-1 0,-7 0 0,-2-2 0,20 1 0,-21-2 0,34 2 1850,-4-2-1850,13 2 2007,1 0-2007,2 0 1877,-1 0-1877,1 0 0,0-1 0,5 0 0,20-3 0,-3 0 0,16-1 0,-6 2 0,1 0 0,13-1-1093,-5 2 1,8-1 0,-5 2 1034,-9-1 1,1 1 57,5 1 0,8-1 0,-1 1 0,-5 0-1062,0 0 0,-1 0 1062,1 1 0,4-1 0,-2 1 0,-8 1 0,-2-1 0,-1 1 0,6 1 0,1-1 0,-8 0 0,2 1 0,2 0-55,6 2 1,5 1-1,-2 1 1,-4-2 54,3 1 0,0 0 0,-4 0 0,4 0 0,0 1 0,-9-1 0,12 3 0,-17-3 0,-1 0 0,12 3 0,7 1 0,-13-3 0,-11-2 0,17 3 0,-26-6 0,8 2 1,-20-4-1,1 0 2027,-2-1-2027,-1-1 3236,-1-2-3236,-3-3 470,1 0-470,-3-2 0,-4-2 0,0 2 0,-5-3 0,-10-2 0,1 5 0,-11-4 0,9 8 0,0 0-1706,-19-2 1706,12 4 0,0-1 0,7 2 0,0 1 0,-2 0 0,0 0 0,-1 1 0,-1-1-817,0 1 1,0 1 816,0 0 0,-2-1 0,-14 2 0,1-1 0,10 1 0,0-1-802,-11 1 1,0 0 801,16-1 0,-3 0 0,-4 0 0,-9 0 0,-3 0 0,1 1 0,8-1-396,-4 0 0,0 0 396,6-1 0,-7 1 0,-2 0 0,6 0 0,12-1 0,3 0 0,0 0 0,10-1 620,2 1-620,14 0 1551,10 0-1551,28-1 0,1 0 0,-2-1 0,9 0 0,-3-1 0,-3 1 0,0 0 0,4 0 0,4-1 0,-3 1-978,-1 0 0,-2 1 978,3-1 0,0 0 0,2 0 0,0 1 0,-15 0 0,-1 0 0,3 0 0,9-1 0,5 1 0,1 0 0,-5 0-72,-5 1 0,-2-1 1,2 0 71,4 0 0,4 0 0,-1 1 0,-6-1 0,2 1 0,-3 0 0,-1 0 0,-1 0 0,-3 0 0,-1 0 0,-4 0 0,1 1 0,3-1 0,-1 1 0,11 0 612,2-1-612,-17 0 0,-13 0 1799,-3 1-1799,-15-1 1673,-7 0-1673,-32-1 0,11 0-118,-14-2 0,-1-2 0,-1-2 0,10 0 0,0 0 1</inkml:trace>
  <inkml:trace contextRef="#ctx0" brushRef="#br0" timeOffset="177554">681 15096 5734,'11'-9'0,"0"0"0,2-2 0,22-14 0,-14 11 0,11-2 0,1 3 0,-12 8 0,24 7 0,-38 7 0,-4 29 0,-8-15 0,-9 9 0,-6 8 0,2-6 0,-2 5-730,3-8 1,-3 5-1,5-8 730,6-10 499,1 9-499,8-19 0,13-2 0,22-23 0,5-4-540,-17 10 1,-1-1 539,12-3 0,-12 7 725,21 19-725,-23-1 0,15 17 0,-31-4 0,-5 2 0,0 8-457,0-6 0,-2 0 457,-3 3 0,-1-2 0,-2 1 0,-1-1 0,-1 1 0,2-4 0,1-1 0,0-2 0,4-10 1052,-1 4-1052,4-12 191,-7-10 0,7-1 0,-5-7 0</inkml:trace>
  <inkml:trace contextRef="#ctx0" brushRef="#br0" timeOffset="177990">659 14800 5734,'-30'8'0,"0"1"0,3-1 0,-1 2 0,-9 13 0,2 4-976,5-1 1,2 5 975,6-4 0,-1 6 0,0 0 0,4-2-1424,-4 12 1,5 0 1423,4-7 0,2 2 0,3 0 0,4-4 0,3-1 0,1-1 0,0 6 0,2 2-234,4-3 0,2 7 0,1-1 0,0-5 234,4 4 0,1-2 0,1 0 0,1 3 0,5-4 0,5-6 0,4-5 0,5-3 0,2-8 0,5-4 0,0-1 0,-1 1 0,5 5 0,-1 0 0,1-4 0,-4-8 0,2-3 0,0-4 0,-4-3 0,1-8 0,-4-4 0,-1-1 0,7-4 0,0-3 0,-6 3 0,1-3 0,-2-1 0,1-5 0,-4-2 0,1 0 0,-3-5 0,-9-1 0,-1-7 0,-2-2 0,-3 6 0,-2 8 0,-4 3 0,-3-4 0,-3-8 0,-4-7 0,-2-3 0,-4 4 0,-2 9 0,-12-4 0,-7 5 0,8 8 0,-2-2 0,-2 0 0,-3 4 0,-5 3 0,-3 2 0,0 3 0,2 1 0,5 2 0,1 1 0,-4 0 0,-10-2 0,-7-1 0,1 2 0,7 4 0,7 5 0,3 4 0,-15-3 0,5 4 0,18 10 0,17-2 0,9 2 0</inkml:trace>
  <inkml:trace contextRef="#ctx0" brushRef="#br0" timeOffset="179243">18266 7790 5734,'6'-3'0,"1"0"0,1 1 0,7-2 0,-2 2 0,5-1 0,-4 3 0,21 5 0,-19-2 0,14 7 0,-25-3 0,-3 1 0,-7 16 0,-1-9 0,-5 13 0,2-13 0,0 1 0,0-2 0,-2 8 0,5-10 0,2 9 0,6-15 0,5 3 0,5-5 0,0-1 0,4-1 0,-4-1 0,-1-1 0,-1 0 0,-2 0 0,2 2 0,-4 0 0,1 5 0,-5-2 0,-9 15 0,0-6 0,-17 19 0,11-16 0,-7 7 0,11-13 0,2-1 0,1-1 0,2-2 0,0 0 0,1-3 0,2-2 0,4-8 0,3-1 0,3-6 0</inkml:trace>
  <inkml:trace contextRef="#ctx0" brushRef="#br0" timeOffset="179570">18453 7616 5734,'-34'7'0,"-1"4"0,0 2 0,12-5 0,0 2-1093,-11 8 1,-4 5 0,6-1 272,9-6 0,3 4 820,-2 12 0,-2 10 0,1 1 0,6-6 0,6-4 0,2 0 0,-2 12 0,-1 4 0,7-7 477,8-16 1,6-3-478,17 16 0,5-2 0,-10-13 0,2-3-13,2 1 1,2 0 0,2-5 12,14-4 0,0-6-839,-8-2 1,0-2 838,11 0 0,3-6 0,-16-6 0,4-5 0,-2-1 0,-3 1-29,4-3 0,-1-1 29,5-4 0,3-4 0,-10 1 0,-15 5 0,-8-3 0,-7-12 0,-5-7 0,-2 4 0,0 6 0,-3 0 0,-7-11 0,-6-4 0,-1 7 0,2 16 0,-2 4 0,-7-7 0,-1 2 0,1 5 0,0 3 0,-12-7 0,10 9 0,1 2 0,1 5 0,-4 0 0</inkml:trace>
  <inkml:trace contextRef="#ctx0" brushRef="#br0" timeOffset="180840">18977 11091 2237,'46'-3'0,"1"-1"0,-1 0 0,-5 1 0,3-1 0,4-1 0,-1 1 0,0 0 0,-5 0-560,2 1 1,-3-1 0,0 1 0,7-2 559,-11 2 0,5-1 0,3-1 0,3 1 0,-1-1 0,1 0 0,-3 0 0,-3 1 0,-5 0 0,9-1 0,-5 1 0,-2-1 0,4 1 0,-3-1 0,3 0 0,2 0 0,-1 0 0,0-1 0,-3 1 0,0-2 0,-2 1 0,-1-1 0,0 1 0,-2-1 0,0 0 0,-2 1 0,1-1 0,4-1 0,-2-2 0,5-1 0,2-1 0,2-1 0,-2 1 0,-2-1 0,-5 2 0,3-2 0,-5 1 0,0-1 0,2-1 0,5-1 0,4-2 0,0 0 0,0-1 0,-5-1 0,-1-3 0,-3 0 0,-3-1 0,0 1 0,2-2 0,-3 0 0,2-1 0,-4 0 0,2-1 0,-1-1 0,-3 1 0,-3 1 0,-3 0 0,2-6 0,-3-3 0,1-7 0,1-4 0,0-2 0,-2 3 0,-3 6 0,3-6 0,-2 5 0,0-5 0,-3 7 0,2-6 0,1-2 0,-1 1 0,-3 2 0,-4 5 0,-5-2 0,-4 4 0,-1 2 0,0-6 0,-1 1 0,-1-9 0,-3 0 0,-6 6 0,-2 2 0,2 11 0,-2-1 0,-3-6 0,-3 1 0,4 13 0,-4 2 0,-21-9 0,-3 2 0,13 10 0,-1 1 0,-2 2 0,-1-1 0,1 0 0</inkml:trace>
  <inkml:trace contextRef="#ctx0" brushRef="#br0" timeOffset="185040">10027 15126 5734,'1'5'0,"1"1"0,-1-4 0,1 1 0,1-2 0,-1 0 0,1 0 0,-2 0 0,0 0 0,3 0 0,-2-1 0,2 0 0,-3-1 0,2 0 0,1 0 0,1-1 0,2 1 0,12 0 0,-9 1 0,9-1 0,-13 1 0,15 0 0,-11 0 0,24 0 0,-23 0 0,10 1 0,1-2 0,-9 1 0,10-1 0,-10 1 0,-3 0 0,2 0 0,-3 0 0,12 0 0,-10 0 0,10 0 0,-8 1 0,-3-1 0,4 0 0,1 0 0,-3 0 0,2 1 0,-4-1 0,5 2 0,-3-1 0,10 1 0,-9-2 0,5 0 0,1 0 0,-4 0 0,3 0 0,-4 0 0,-3 0 0,19-1 0,-15 0 0,26-1 0,-27 2 0,7-1 0,-10 0 0,1 0 0,-1-1 0,13 0 0,-8 1 0,9-1 0,-12 1 0,24-1 0,-18 2 0,28-2 0,-32 2 0,13 0 0,-15 0 0,4 0 0,-7 0 0,5 0 0,-3 1 0,9 1 0,-9-1 0,25 3 0,-22-2 0,14 0 0,-12-1 0,-5 0 0,5-1 0,-4-1 0,5 0 0,-5 0 0,6 1 0,-6-1 0,6 1 0,8-1 0,1 1 0,0 0 0,-2 0 0,-10 0 0,5 0 0,1 0 0,-5-1 0,5 1 0,-7 0 0,24 2 0,-20-1 0,17 1 0,-22-1 0,-3 0 0,9 0 0,-10-1 0,4 1 0,-2 0 0,-3-1 0,3 0 0,15 0 0,-13 1 0,14-1 0,-16 0 0,4 0 0,-3 0 0,4 0 0,8 0 0,-9 0 0,24 0 0,-25 0 0,11 0 0,-18 0 0,-1-1 0,11 2 0,-9-1 0,7 3 0,-7-2 0,-3 1 0,2 0 0,1-1 0,-2-1 0,2 1 0,5-1 0,-5 0 0,7 0 0,-7 0 0,2 0 0,-2 0 0,6 1 0,-5 0 0,4 1 0,3 0 0,-3 0 0,2 1 0,0-1 0,-8 0 0,7 0 0,-7-2 0,3 1 0,-4-1 0,0 0 0,-1 0 0,1 0 0,0 0 0,-1 0 0,2 1 0,-3-1 0,6 2 0,-3-1 0,4 2 0,4-2 0,-6 0 0,8 0 0,-2-1 0,-3 0 0,5 0 0,0 0 0,-2 0 0,14 0 0,-14 0 0,17 0 0,-19 0 0,6 0 0,-6 0 0,-3 0 0,4 0 0,-2 0 0,-4 0 0,2 0 0,-1-1 0,-3 1 0,2-1 0,-3 1 0,3 1 0,-2 0 0,5-1 0,-5 1 0,8-1 0,-7 0 0,11 2 0,-9-1 0,6 1 0,-1-1 0,-2-1 0,4 0 0,4 0 0,-5 0 0,7 0 0,7 0 0,-10-1-218,11 1 218,-15-1 0,20-1 0,-15 1 0,13-1 0,-14 1 0,-4 0 0,3 0 0,3-2 0,-6 2 0,6-2 0,2 0 0,-3 1 0,6-3 0,5 1 0,-8 0 0,10 0 0,-2-1 0,-7 3 218,7-1-218,-2 2 0,-5 1 0,16-2 0,-16 0 0,15-1-719,-16-1 719,5 1 0,-11 0 0,-2 0 0,-1 1 0,-3-1 0,-2 1 0,-1 0 0,-1 0 719,-1 0-719,-1 1 0,-1-1 0,-2 1 0,0 1 0,-1 0 0,-1 0 0,1 1 0,-6-4 0,-2 1 0,-1-2 0,-1 1 0</inkml:trace>
  <inkml:trace contextRef="#ctx0" brushRef="#br0" timeOffset="237336">14277 8572 5734,'-5'-6'0,"0"1"0,-2 1 0,2 2 0,-6-3 0,0 2 0,-1-1 0,0 2 0,2 0 0,-9-3 0,6 2 0,-19-8 0,17 6 0,-9-3 0,-1-1 0,2 4 0,-16-7-210,22 11 210,5 0 0,-12 0 0,9 2 0,-9 0 0,12 0 0,-26 5 0,18-3 0,-25 5 0,28-5 0,-10 3 0,-1 1 0,5 0 0,-12 4 0,1 2 0,16-5 0,-22 14 0,29-15 0,-8 7 0,11-8 0,-11 12 0,10-8 0,-6 6 0,3-3 0,4-3 0,-4 4 0,5-4 210,1 1-210,-5 14 0,6-10 0,-3 10 0,5-6 0,1-5 0,-1 4 0,2-5 0,1-1 0,0 1 0,2 7 0,-1-4 0,5 29 0,-3-23-367,4 17 367,-3-22 0,3 7 0,-1-7 0,2 6 0,-2-7 0,11 21 0,-6-16 0,7 16 0,-4-15 0,-5-6 0,5 5 0,0-2 0,-3-5 0,4 2 0,-6-5 0,7 2 0,-5-3 367,5 2-367,-4-5 0,27 9 0,-18-7 0,7 1 0,1-1 0,-9-2 0,12 1 0,0-2 0,-11-2-230,10 1 230,-15-2 0,0-1 0,-1 1 0,7-1 0,-5 0 0,4 0 0,1-1 0,-6-1 0,5 0 0,-6-1 0,0 1 0,1 0 0,-1 0 230,2-1-230,8-1 0,-5 0-275,7-2 275,-8 0 0,1 1 0,18-4 0,-15 2 0,14-2 0,-9 1 0,-7 2 0,6-2 0,1 0 0,-6 0 0,2-1 0,0 0 0,1-2 0,15-4 0,-10 0 0,-6 3-577,7-5 577,-10 3 0,0 0-299,-2 0 299,1 1 0,7-7 0,-7 4 0,7-4 0,-10 3 0,0-1 0,0-3 0,-1 0 0,-1-3 0,-2-2 0,0-3 0,-5 0 0,0-2 0,0-8 0,-2 8 0,-2-1 0,-6-15-1044,-3 10 1044,-3-9 0,-4 16 0,-2 1-132,-3-8 132,-3 3 0,0 1 0,-1 4 0,-4-7 0,9 11 0</inkml:trace>
  <inkml:trace contextRef="#ctx0" brushRef="#br0" timeOffset="238789">19230 8477 5734,'-11'-5'0,"-1"0"0,0 0 0,-14-2 0,9 3 0,-12-2 0,5 2 0,4 1 0,-12 1 0,-1 1 0,1 0-587,0 0 1,1 1 586,5 2 0,2 1 0,0 0 0,-7 2 0,-15 2-873,13-1 873,8-1-83,-18 5 83,9-1 0,0 0 0,-5 4 0,16-4 0,-5 3 0,3 1 0,6-4 1049,-3 5-1049,2-1 0,6-1 0,-4 4 0,7-4 976,1 0-976,0 1 104,0 0-104,1 0 0,-9 27 0,9-19 0,-5 20 0,7-18 0,2-5 0,-2 6 0,3 4 0,0-1 0,0 0 0,1 0 0,1 0 0,5-4 0,0-4 0,3 5 0,2 0 0,0-5 0,3 5 0,3-4 0,2 0 0,3 4-499,-2-3 0,1-1 499,0-2 0,0-1 0,18 13 0,-13-11 0,0-2 0,-1 1 0,-1-3 0,6 5-698,0-2 698,-7-6 0,7 4 0,-1-2 0,-6-5 0,6 3 0,9-2 0,-13-3 0,23 3 0,-23-6 0,7 0 0,12-1 0,-14-1 0,12-1 0,1 0 0,-9-2 461,-1 1 0,0-1-461,11-1 0,-16 0 774,16 0-774,-10 0 0,-7 1 0,8-2 0,9-3 0,-6-1-956,8-2 956,-12 2 0,-10 2-190,-1 1 190,-1 0 0,0 1 0,-2-1 0,1 0 0,-1-1 0,1 0 0,-2 0 0,0-1 0,-1-1 0,24-12 0,-17 7 0,19-10 0,-7-2 0,-12 7 0,2-3 0,1-2 0,-5 1 0,11-13 0,-14 3 936,-5 5-936,-4-5 0,-1-2 0,-3-4 0,-9-1 0,-5-9 0,1 6 0,1 15 0,-1 1-734,-6-13 0,-4-4 0,1 7 734,-8 0 0,9 13 0,-3 0 0,-14-10 0,0 2 0,1-1 0,3 5 0,-5-5 0,5 6 0,1 2 0,3 1 0,1 0 0,1 5 0</inkml:trace>
  <inkml:trace contextRef="#ctx0" brushRef="#br0" timeOffset="240704">14456 8691 5734,'5'-6'0,"1"1"0,4-2 0,-3 1 0,4-3 0,-4 3 0</inkml:trace>
  <inkml:trace contextRef="#ctx0" brushRef="#br0" timeOffset="240982">14700 8624 5734,'3'-11'0,"2"-2"0,8-6 0,-1 4 0,17-11 0,-8 11 0,10-4 0,-7 8 0,1 0 0,15-5 0,-9 3 0,-1 1 0,1 1 0,-3 1 0</inkml:trace>
  <inkml:trace contextRef="#ctx0" brushRef="#br0" timeOffset="244601">4219 8013 5734,'13'3'0,"-2"0"0,-3 0 0,1 1 0,-2 0 0,1-1 0,4 4 0,-4-3 0,10 4 0,-11-4 0,5 1 0,-4-3 0,10 3 0,-6-2 0,8 1 0,5 0 0,-11-3 0,11 2 0,-9 0 0,-5-1 0,7 2 0,-6-1 0,0 1 0,-1-1 0,12 0 0,-11-2 0,23 0 0,-22-2 0,9-1 0,-11 0 0,10-3 0,-7 2 0,6-1 0,-10 1 0,10-1 0,-7 2 0,7-2 0,-5 2 0,-4 0 0,12-1 0,-10 1 0,14-1 0,-16 1 0,7 0 0,-5 1 0,-3 0 0,2 0 0,-3 0 0,1-1 0,-2 1 0,2-1 0,0 1 0,4-1 0,-3 1 0,4 0 0,30-3 0,-24 1-441,26-2 441,-33 3 0,0 1-2,6-1 2,-5 1 0,5-1 0,-7 1 0,7 1 0,-6 0 0,20 0 0,-16 0 0,17-1 0,-19 1 441,6-1-441,-1 3 0,-5-1 0,4 2 0,-1-1 0,-5 0 2,3 0-2,2-2 0,-6 0 0,5 1 0,0 0 0,-4 1 0,5 0 0,1 0 0,-3-1 0,6 1 0,8-1 0,-10 0 0,19 0 0,-20-1 0,5 1 0,2 0 0,0 1 0,-2-1-301,2 1 0,-1-1 301,-11 0 0,0 0 0,20-1 0,-15 0 0,16-1-267,-19 0 267,0 0 0,0 0 0,7-1 0,1 0 0,4 0-118,-2 0 1,1 0 117,12-2 0,-8 0 0,-6 2 0,1-1 0,4-1 570,9 1-570,-14 0 0,-1 1 0,6 0 0,4 0 0,-2 1 0,-5 0 276,13 2-276,-12-1 0,-8 0 0,5 0 0,-9 0 0,1 0 0,-1 0 0,1 0 0,8-1 0,12-2 0,-5 2 0,4-3 0,-16 3 0,9-2 0,-7 2 0,3-2 0,1 1 0,1-1 0,5 0 0,0 0 0,-2 0-682,16-2 682,-21 2 0,0 0 0,0-1 0,21-2 0,-9 1 0,8-1 0,-7 3-541,-17 1 541,5 0 0,-8 1 0,21-2 0,-18 1 0,4 0 0,0 0 0,-6 0 0,8 0-317,-4 1 317,-6 0 0,6 0 0,1 0 0,-6-1 853,7 0-853,-1 1 0,-6 1 0,21-1 0,-18 0 0,9 0 0,-6-1 0,-7 1 573,5 0-573,20 1 0,-22 0 372,21 1-372,-16 1 0,-9 0 0,30 1 0,-27-2 0,21 0 0,-24-1 0,5 1 0,15 2 0,-17-2 0,24 2 0,-27-2 0,6 1 0,-2 0 0,-3 0 0,4 0 0,-6 1 0,23 2 0,-18-3 0,18 2 0,-9-2 0,-11 0 0,18 1 0,-20-2 0,5 1 0,6 0 0,-9 1 0,25 0 0,-24-1 0,12 1 0,-7-1 0,3 0 0,0 1-374,-1-2 374,-8 1 0,1-1-164,0 1 164,0-1 0,0 1 0,14 0 0,-11 0 0,9 0 0,-7 1 0,-7-1 0,5 1 0,14 1 0,-17-2-290,17 0 290,-22 0 0,1 0 356,-1 0-356,27 4 0,-21-3 0,6 1 0,0 0 0,-10-1 0,22 4 0,-20-4 166,9 1-166,-3 0 0,-6-1 0,7 0 0,1 0 0,-6-1 0,22 0 0,-21-1 0,3 0 0,0 0 0,-3 0 306,11 1-306,9 1 0,-17-2-572,19 1 572,-25-2 0,1 0-215,0 0 215,1 0 0,5 0 0,1 0 0,4 0 0,-3 0 0,-1 0 0,-2 0 0,-1 0 0,21 0 0,-7 0 0,7-1 0,-5 1 0,-10 0 0,1 0 0,3 0 0,-14 0 559,4-1-559,-1-1 0,-6-1 0,4 1 0,22-3 0,-19 3 228,21-2-228,-16 2 0,-4 0 0,8 0 0,6 0-1002,-9 1 1002,10-1 0,4 1 0,-1 0 0,3 0-786,-1 1 1,-2-1 785,-11 1 0,0 1-940,13 0 940,-10 0 0,10 1 0,-14-1 0,5 0 0,7 0 0,-4 0 0,-12-1 0,0 1 0,12-1 0,5 1 0,-9-1 0,-2-1 0,14 0 0,-12 0 0,12 1 0,-2-1 0,-10 0 0,11-1-133,-15 2 133,11-1 0,-10 1 0,-7-1 0,0 1 0,4 0 715,7-1-715,7 0 0,-17-1 0,2 1 0,-1 0 0,-5 0 1497,9-1-1497,-2 2 0,-17-2 1231,13 1-1231,-21 0 203,3 0-203,-5 1 0,1-2 0,-5 1 0,-2-1 0,-3 0 0,-1 0 0,-2 0 0,-2-1 0</inkml:trace>
  <inkml:trace contextRef="#ctx0" brushRef="#br0" timeOffset="244832">12634 8129 5734,'0'0'0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37:54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13149 5481 24575,'14'-16'0,"-11"2"0,10 14 0,1 0 0,-11 0 0,24-13 0,-11 10 0,27-24 0,-9 11-1757,22-14 1757,-9 0-2406,26 0 2406,-10 0-1439,-20 8 1,1 0 1438,32-11 0,-31 6 0,0-2 0,0 5 0,0 1 0,0 0 0,0-1 0,0-5 0,0 2 0,0 10 0,0 1 0,-7-13 0,0 1-973,6 12 1,-1-1 972,20-40 0,-20 40 0,1 1 0,19-27 0,10 13 0,-13 0-140,-14 0 140,11 0 1520,-24 0-1520,11 0 0,-14 13 2756,0-9-2756,-14 22 2644,11-9-2644,-24 0 1962,24 9-1962,-24-9 243,10 13-243,-13 0 0,0 0 0,0-13 0,-13 36 0,10-30 0,-24 34 0,10-27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39:22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5191 3739 5734,'-7'-6'0,"-4"-1"0,2 2 0,-5-1 0,-3-2 0,-15-5 0,5 2-664,-8-1 664,13 4 0,-12-1 0,7 1 0,-9-1 0,9 3 0,0 0 0,-8-1-883,-2 1 1,0-1 882,-2 1 0,13 3 0,-1 0 0,-2 0 0,0 1 0,-18-1-309,17 2 1,-2 0 308,-2 1 0,1 1 0,7 0 0,0 0 0,-9 0 0,-1 1 0,0 1 0,0 1 0,9-2 0,-2 2 0,-12 1 0,-5 2 0,5 0-816,5-1 0,2 0 816,-2 0 0,-2 1 0,0 1 0,-2 1 0,-1 0 0,0 2-352,-4 1 0,-1 2 0,-2 0 352,6-1 0,-1 0 0,-1 0 0,2 0 0,-5 3 0,2-1 0,2 1 0,7-3 0,2 0 0,3-1 0,-6 3 0,2-2 0,0 1 0,-1 1 0,3-1 0,-3 1 0,3-1 0,-6 2 0,0 0 0,7-1 0,-2-1 0,1 2 0,1-2 0,0 2 0,1-2 0,-5 4 0,0-1 0,7-2 0,-3 0 0,0 1 0,-7 5 0,-2 1 0,3-1 0,0-1 0,-1 1 0,5-2 0,-5 2 0,0 1 0,6-4 0,-3 2 0,3-2 0,5-2 0,-1 1 0,-2 0 0,-6 4 0,-1 2 0,3-2 0,1 0 0,-1 0 0,1 0 0,-3 1 0,3 0 0,-5 4 0,3-1 0,7-5 0,1-1 0,-7 6 0,-1 1 0,2 1 0,2-2 0,8-6 0,0 2 0,-7 6 0,-3 5 0,5-4 0,5-4 0,2-1 0,-1 2 0,-1 1 0,2-2 0,5-2 0,2-2 0,-1 1 0,1 1 0,0 0 0,0 0 0,1 0 0,-1 1 0,1-1 0,1 2 0,-1-2 0,2 1 0,-1 1 0,1-1 0,1 0 0,-1 1 0,-3 10 0,0 0 0,3-8 0,0 0 0,-1 5 0,-1 6 0,4-5 0,-1 7 0,0 3 0,1-2 0,1-5 0,-1 8 0,-1 0 0,3-8 0,-2 6 0,0 1 0,1-1 0,2-6 0,1 11 0,3-7 0,0-6 0,0 0 0,-1 9 0,1 2 0,2-1 0,0-2 0,0-9 0,1 1 0,0 6 0,2 5 0,0-5 0,1 5 0,1 0 0,-1-5 0,0 5 0,1 0 0,0-4 0,0 6 0,0-1 0,0-7 0,0-6 0,-1-1 0,2 6 0,0 3 0,0-2 0,0-2 0,0 0 0,1 1 0,1 5 0,0 1 0,0-8 0,0-1 0,-1-2 0,1 0 0,1 2 0,1-1 0,2 4 0,0-2 0,-2-8 0,1 0 0,2 8 0,1 1 0,1-1 0,-1-1 0,-2-7 0,0-1 0,3 8 0,1 0 0,0 0 0,0-2 0,-4-8 0,1 1 0,4 5 0,2 4 0,-1-4 0,-4-6 0,1-1 0,6 11 0,2 1 0,5 2 0,1-2 0,-6-9 0,-1 0 0,10 10 0,-1-3 0,-11-14 0,-1-2 0,1-1 0,0-1 0,10 8 0,9 6 0,1-4 0,-9-7 2216,10 4-2216,-6-5 0,0-1 0,6 1-181,-5-1 0,0 0 181,-5-5 0,1 1 406,14 3-406,-9-4 0,-13-4 0,1 0 0,1-2 0,0 0 0,16 3 0,-16-4 0,2 0 0,10 0 0,0-1 0,11 0 0,0 0 0,-1-1 0,0-1 0,-17 0 0,1 0 0,1 0 0,-2 0 0,17 0 0,-17 0 0,3 0 0,8 0 0,0-1 0,-14 1 0,1-1 0,6-1 0,8 0 0,3 0 0,-1-1 0,-8 1-878,5-1 1,-1 0 877,-1 0 0,5 0 0,1-1 0,-3 0 0,1-1 0,-1-1 0,-4 0-253,3 1 1,2-2 252,-7 1 0,7-1 0,2 0 0,-2 0 0,-5 0 0,-5 1 0,-3 0 0,4-1 0,6-1 0,6-1 0,3 0 0,-1 0 0,-5 1 0,6-2 0,-4 2 0,1-1 0,-4 2 0,1-1 0,-1 0 0,-1 0 0,1 1 0,-1 0 0,-3 1 0,3 0 0,0 0 0,-4 1 0,2-1 0,-2 1 0,5 0 0,0 0 0,-7 1 0,0 0 0,2 0 0,6 0 0,1 0 0,-2 1 0,-2-1 0,1 0 0,1 0 0,6-1 0,0 1 0,-7 0 0,-3 0 0,0-1 0,0 1 0,6-1 0,0 0 0,-7 1 0,-3-1 0,-1 0 0,12 0 0,5-1 0,-8 0 0,-15 2 0,-1 0 0,7-2 0,3 1 0,-6 0 0,6 0 0,-11 0 0,-2 1 0,-5 1 0,-3 0 1647,-2 0-1647,10 0 3048,-13 2-3048,7-1 1022,-15 1-1022,1 0 17,0 0-17,1 0 0,0 0 0,-1 0 0,0 0 0,3 1 0,-4 0 0,3 1 0,-4-2 0,1 1 0,0 0 0,0 1 0,-1 0 0,1-1 0,0 0 0,-1 2 0,1-1 0,-1 0 0,1 0 0,0 0 0,0-1 0,0 2 0,-1-2 0,1-1 0,0 1 0,-1-1 0,1 2 0,2 0 0,1 0 0,1 0 0,0 1 0,6 0 0,-4-1 0,7 1 0,-3-1 0,-1-1 0,3 2 0,6-1 0,-7 0 0,9 1 0,-11-1 0,2 1 0,0-1 0,6 2 0,-4-2 0,5 1 0,6-2 0,-9 0 0,18-1 0,-16-1 0,2 0 0,-8 0 0,-6 1 0,4 0 0,-4 0 0,4 0 0,-7 0 0,1-2 0,-3 2 0,0-1 0,2 0 0,-1 1 0,1-1 0,-3 0 0,2 1 0,-1-1 0,4 0 0,-2 1 0,8-1 0,-6 0 0,4-1 0,-5 2 0,0-2 0,5 2 0,-2 0 0,3 0 0,-5 0 0,0 0 0,1 1 0,0 0 0,4 1 0,-2 0 0,3-1 0,3 1 0,-3 0 0,5-1 0,3 0 0,-4 0 0,18-2 0,-16 1 0,9 0 0,-8 0 0,-4 0 0,3 0 0,0 1 0,-1-1 0,0 1 0,-3 0 0,-6-1 0,0 0 0,0 1 0,-3-1 0,0 1 0,-1-1 0,-3 0 0,1 0 0,-7-1 0,3 1 0,-6-2 0,2 0 0,-1 0 0,1 0 0,-1-1 0,-1 1 0,-3-3 0,3 1 0,-3-1 0,1 0 0,0 0 0,-1 0 0,-11-7 0,11 6 0,-10-6 0,16 9 0,-1 0 0,-3-3 0,3 2 0,-4-1 0,-6-3 0,6 4 0,-7-4 0,9 4 0,-4-2 0,4 2 0,-6-3 0,9 5 0,-5-3 0,7 4 0,-2 0 0,2 0 0,2-1 0,1 1 0,4 0 0,-2 2 0,3 0 0,0 0 0,13 0 0,-7 0 0,8 0 0,-8 0 0,5 1 0,-2-1 0,5 1 0,1-1 0,-5 0 0,5-1 0,0 2 0,-6-1 0,3 2 0,-3-2 0,-5 1 0,1 0 0,-4-1 0,-2 0 0,-1 1 0,0-1 0,-2 0 0,0 0 0,0 0 0,-1 1 0,-1 2 0,-1 4 0,0 1 0,-1 1 0,-1-1 0,0 1 0,-5 6 0,1-3 0,-3 6 0,-8 11 0,6-10 0,-3 3 0,-1 1 0,2-3-607,-10 11 607,13-16 0,-1-1 0,1 0 0,-6 3 0,4-4 0,-4 3 0,0 1 0,7-7 0,-5 5 0,11-11 607,0 0-607,3-5 0,2 0 0,6-10 0,-2 2 0,5-6 0</inkml:trace>
  <inkml:trace contextRef="#ctx0" brushRef="#br0" timeOffset="7890">14704 2729 5734,'0'-4'0,"0"1"0,0 1 0,0 0 0,0 8 0,0-2 0,-1 24 0,-1 14 0,0-2 0,1-16 0,-1 1 0,0 4 0,-1 0-1316,1 9 1316,0-8 0,0 0 0,1 14 0,0-11 0,1 1 0,0 0 0,1-5 0,1 19-174,-1-34 174,0-3 0,-2-2 0,1 0 0,-1-4 0,1 0 1290,0-3-1290,0-2 200,-2-8-200,1 0 0,-7-21 0,3 11 0,-4-12 0,4 10 0</inkml:trace>
  <inkml:trace contextRef="#ctx0" brushRef="#br0" timeOffset="8189">14542 2662 5734,'13'-10'0,"-3"4"0,22-3 0,-14 8 0,26 7 0,-24-1 0,14 7 0,-20-5 0,0 3 0,-3 8 0,-7-5 0,-7 22 0,-3-17 0,-8 12 0,3-12 0,-1 0 0,0 0 0,-11 14 0,8-13 0,-7 11 0,8-9 0,7-9 0,-2 6 0</inkml:trace>
  <inkml:trace contextRef="#ctx0" brushRef="#br0" timeOffset="8510">15102 2731 5734,'-27'25'0,"3"0"0,5 3-464,4-3 464,3-1 0,0 1-1206,-2 7 1206,-3 12 0,5 3 0,7-11 0,1 1 0,1-10 0,1-1 0,1 8 0,2-4 0,6-7-41,5 5 41,-2-8 0,4 1 0,4-10 0,-3-8 0,6-1 0</inkml:trace>
  <inkml:trace contextRef="#ctx0" brushRef="#br0" timeOffset="8896">15244 2936 5734,'8'14'0,"-2"12"0,-7-12 0,-7 27 0,1-20 0,-6 13 0,3-7 0,2-7 0,-3 18 0,8-20 0,3 17 0,5-22 0,12 7 0,13-18 0,4-4 0,1-6 0,-9-3 0,-6-3 0,-7 2 0,3-4 0,-8 3 0</inkml:trace>
  <inkml:trace contextRef="#ctx0" brushRef="#br0" timeOffset="9073">15200 3062 5734,'19'-9'0,"5"-1"0,2 0 0,3-1 0,-2 1 0,-1 0 0,-5 1 0</inkml:trace>
  <inkml:trace contextRef="#ctx0" brushRef="#br0" timeOffset="9289">15539 2821 5734,'33'30'0,"-15"-10"0,-2 0 0,-2 5 0,-3 6 0,-1 0 0,-4 3 0,-2-8 0,-1 1 0,-9 11 0,-1-9 0,-5-1 0,-3-1 0,-14 6-326,11-14 0,0-2 0,-15 0 1,10-11-1</inkml:trace>
  <inkml:trace contextRef="#ctx0" brushRef="#br0" timeOffset="11106">14938 4464 5734,'-12'4'0,"3"1"0,-4 5 0,2 1 0,0 3 0,-1 4 0,-6 15 0,4-6 0,2 5 0,0 1 0,0 3-213,5-8 0,0 0 213,4 12-698,4-12 698,3 7-441,9-10 441,-1-9 0,7 0 0,6-14 0,-4-6 0,8-7 0,0-16 0,-8 3-966,4-13 966,-12 6 0,-5 1 0,-4-5 0,-5-8 0,-2-1 0,2 6 0,0 1 0,-6-2 0,-2 5 0,0 10 0,-1 5 190,-1 2-190,-1 5 696,-1 3-696,0 4 109,-2 4 0,2 3 0,0 2 1</inkml:trace>
  <inkml:trace contextRef="#ctx0" brushRef="#br0" timeOffset="11291">14882 4675 5734,'10'10'0,"4"5"0,-2-4 0,15 16 0,-11-13 0,2 3 0,1-1 0,-2-2 0,10 7 0,-8-7 0,-5-5 0,7 4 0,-10-8 0,3 0 0</inkml:trace>
  <inkml:trace contextRef="#ctx0" brushRef="#br0" timeOffset="11526">15242 4497 5734,'-12'24'0,"-2"11"0,7-10 0,0 9 0,5 4 0,2-9 0,4 1 0,1 0 0,3 1 0,-1-8 0,0 0 0,8 3-429,-5-7 429,4 1 26,-1-10 1,-3-5-1,3-2 1</inkml:trace>
  <inkml:trace contextRef="#ctx0" brushRef="#br0" timeOffset="11811">15434 4581 5734,'15'-1'0,"6"6"0,-11 0 0,4 5 0,-8 7 0,-3-2 0,-1 7 0,-6 7 0,0-5 0,-1 3 0,0 2 0,0 0 0,-2 17 0,6-15-549,2-9 549,2 4 0,13-1 0,-6-14 134,9 4-134,-11-16 0,1-4 0,3-8 0,-4 0 0,1-6 0,-4 3 0</inkml:trace>
  <inkml:trace contextRef="#ctx0" brushRef="#br0" timeOffset="11984">15555 4686 5734,'31'-7'0,"-3"2"0,-8 1 0,-4-1 0,0 1 0</inkml:trace>
  <inkml:trace contextRef="#ctx0" brushRef="#br0" timeOffset="12192">15693 4519 5734,'21'14'0,"6"7"0,-11-5 0,5 9 0,-3 5 0,-6-5 0,3 10 0,-9 4-1279,-3-9 1279,-2 10 0,-6-15 0,-1 0 0,-2 6-136,-5 2 1,-2-3 135,2-8 0,-12 11 0,14-25 0,-2 1 0</inkml:trace>
  <inkml:trace contextRef="#ctx0" brushRef="#br0" timeOffset="13408">20627 1962 5734,'-18'7'0,"-9"9"0,7 1 0,-2 14 0,2 5 0,9-10 0,1 0-1478,-5 10 0,2 1 1478,6 8 0,5-15 87,4 6-87,1-11 0,3 4 471,9-11-471,-5-9 0,18-14 0,-15-8 0,2-12 0,-2-4 0,-3-5-222,-3 6 1,-1-2 221,-4 2 0,-1 0 2,0-18-2,-1 16 0,-1-2 0,-1 0 0,0 0 0,-2-16 0,2 19 0,-1-1 0,-2-10 0,0 4 0,1 3 0,0 2 0,0 7 586,2 20-586,-2 13 0,1 3 0,-2 14 0,3 4 0,1 3 0,1 13-636,1-14 0,0 3 0,0-3 636,1-5 0,1 0 0,2 9 0,1 4 0,0-4 0,-1-6 0,1-2 0,2 16 0,3-1-122,-2-13 1,1-3 121,6 12 0,-6-15 0,2-2 0,4-2 0,2-3 0,5 1 0,6-8 0,0-5 0,-2-10 0,2-9 0,-2-4 0,-5-6 0,-6 4 0,-1-1 0,3-21 0,-7 10 0,1-11 0,-7 6 0,-4 12 0,-1-5 874,-9 6-874,2 11 0,-7-2 0,-1 17 2286,3 3-2286,-4 7 936,-5 27-936,12 7 0,1-21 0,3 1 0,8 7 0,4-3 308,2-4-308,4 1 0,2-2 0,2-7 0,11 5 0,-10-17 0</inkml:trace>
  <inkml:trace contextRef="#ctx0" brushRef="#br0" timeOffset="13760">21124 2418 5734,'6'41'0,"5"-9"0,-5-32 0,4-6 0,-6-11 0,0-4 0,-2-3 0,1-1 0,-1-8 0,1 2 0,-1 1-579,0 5 579,0-4 0,1 16 141,5 8-141,-1 8 0,4 12 0,-3 8 0,-2 9 0,-2 4 0,-1-12 0,-2 0-437,2 17 0,-2 1 437,-5-5 0,-1-1 0,0-8 0,-1 1 0,-4 7 0,-3 4 0,1-4 0,2-8 0,-2 0 0,-6 6 0,-2 4 0,1-6 0,-9 3 0,8-10 0,-2-3 0,-6-9 0,7-8 0,-10-20 0,18-3 0,-2-16 0</inkml:trace>
  <inkml:trace contextRef="#ctx0" brushRef="#br0" timeOffset="14390">21627 1863 5734,'-2'6'0,"2"1"0,1 9 0,0 0 0,0 8 0,1 11 0,-2-5 0,1 5 0,-1 5-1639,0-2 1,0-1 1634,1 2 1,-1-2 3,0 0 0,1-5 706,0 3-706,0-8 0,0 0 0,-1 6 0,3 12 0,0-21 0,-1-9 0,1 2 0,-1-8 2578,-2-3-2578,2-3 0,-10-16 0,3 2 0,-7-12 0,7 7 0,0-2 0</inkml:trace>
  <inkml:trace contextRef="#ctx0" brushRef="#br0" timeOffset="14913">21481 1747 5734,'-9'6'0,"3"-2"0,-5 4 0,4-3 0,-10 10 0,6-4 0,-8 8 0,0 4 0,4-4 0,-6 10 0,1 8 0,1 3 0,2 3-926,-2-1 1,4 0 925,9-7 0,4-2 0,0 1 0,2 9 0,3 5 0,2 0 0,2-8 0,5 3 0,1-2 0,1-8 0,1-4 0,1-1-522,0-8 522,7 4 0,3-7 0,-8-10 0,7-3 0,-12-9 0</inkml:trace>
  <inkml:trace contextRef="#ctx0" brushRef="#br0" timeOffset="15340">21613 1856 5734,'5'-3'0,"3"1"0,35 2 0,-20 1-617,3 0 1,-2 1 616,-5 3 0,11 10 0,-13-3 0,8 7 0,-22 11 0,-3-10 0,-9 13 0,-11-5 0,1-7 0,-4-1 0,-1 0 0,-2 0 0,6-6 0,0 0 0,-5 2 132,9-7-132,-3 3 263,2-3-263,7-4 0,-4 2 0,11-6 0,1-1 0</inkml:trace>
  <inkml:trace contextRef="#ctx0" brushRef="#br0" timeOffset="15636">21848 1720 5734,'7'4'0,"8"8"0,-2-1 0,8 8 0,-4 2 0,-1 2 0,7 9-1314,-2 2 0,-1 2 1314,-2 3 0,-7-12 0,-2 0 209,1 14-209,-6-11 0,-1 1 0,-2 17-285,-1-17 0,-3 1 285,-3-1 0,-3-1-1183,-6 15 1183,3-16 0,-1 0 0,-3-3 0,-2-1 0,-10 12 0,10-14 0,-2-1 273,1-3 0,1-2-273,-10 6 319,-5 2-319,5-12 0,10-7 136,-4-2 0,13-10 0,3-4 1</inkml:trace>
  <inkml:trace contextRef="#ctx0" brushRef="#br0" timeOffset="16590">22691 1832 5734,'-7'11'0,"-10"13"0,7-10 0,-9 13 0,1-6 0,2-3 0,-6 7 0,-2 1 0,6-4 0,-6 6 0,2 1-717,5-8 717,-3 6 0,-1 5 0,9-12-422,-7 15 422,12-20 0,1 2 0,2 0 0,3-6 0,10 17 0,-1-16 0,9 10 0,-3-14 0,3 0 0,1 1 0,1-2 684,1 0-684,9 4 0,-7-3 76,7 3-76,-10-4 0,5 3 0,-6-4 0,15 7 0,-20-8 0,8 2 0,-13-6 0,-3 0 0,-1 3 0,-4-3 0,-2 1 0</inkml:trace>
  <inkml:trace contextRef="#ctx0" brushRef="#br0" timeOffset="17439">23131 2041 5734,'-31'2'0,"7"0"0,-15 16 0,17-5 0,-5 10 0,0 3 0,7-3 0,1 2 0,2-1-719,9-4 719,1 5 0,16 7 0,-3-19 0,11 9 234,-5-24-234,7-9 0,-4-1 119,6-7-119,-1-11 0,-5 3 0,4-9 0,-9 7 0,0-2-1272,-2-6 0,-1-2 1272,2 1 0,-2 1 0,-1-1 0,-1 1-526,-2 3 1,-1 3 525,1-9-31,-1 12 1,-1 0 30,-3 1 0,0 9 0,1-1 0,-3 8 0,3 5 2158,-3 1-2158,-1 12 0,1 1 0,-2 10 0,-3 27 0,3-12 624,2-5 0,1 1-624,1-2 0,1 0-1177,1 16 1177,0-15 0,0 1 0,3 0 0,0-1 0,2 15 0,-1-16 0,1 0 0,4 4 0,1-1 0,3 7 0,6-10 0,5 2 0,-3-5 0,5-4 0,3 1 0,0-6-451,-2-21 451,-7-1 0,7-4 0,-4-7 0,-6 3 0,3-6 0,-7-6 0,-3-8 0,-3 5 187,-3-1-187,-7 17 1232,-5-6-1232,0 8 531,-12-5-531,9 14 0,-8 1 0,-1 15 0,7-2 0,-11 27 0,16-17 0,3 5 0,2 0 0,5-2 294,4 12-294,6-11 0,-1-9 0,6 5 0,7-8 0,-4-4 0,8-2 0,4-7 0,-8-1-458,8-4 458,-11-2 0,0-3 0,1-3 0,5-4 0,-6 2 0,1 1 0</inkml:trace>
  <inkml:trace contextRef="#ctx0" brushRef="#br0" timeOffset="17786">23727 2116 5734,'-4'-11'0,"-8"-1"0,1 4 0,-6 2 0,4 9 0,-7 7 0,4 0 0,-4 6 0,-1 10 0,9-10 0,-8 20 0,15-23 0,-4 9 0,8-16 0,1-4 0,4-7 0,3-5 0,5-13 0,-5 9 0,8-14 0,-10 18 0,6-3 0,2 16 0,-1 2 0,4 12 0,-4 1 0,0 7 0,0 7 0,0 5-1069,-5-13 1,0 0 1068,5 17 0,-1 1 0,-6-17 0,-1-1-600,0 1 1,0 0 599,-2 0 0,0 0 0,0-2 0,-2 2 0,-5 16 0,-3-1 0,3-15 0,-1-1 0,-6 13 0,-1-3 0,-6-4-624,-3-6 624,-1-5-350,-2-5 350,0-6 0,-10-7 0,9-5 0,-4-8 0,12-4 0,4-5 0,2-5 0,4-3 200,6-5 1,5-4 0,3-3-1</inkml:trace>
  <inkml:trace contextRef="#ctx0" brushRef="#br0" timeOffset="18110">24191 1847 5734,'-12'-4'0,"0"1"0,2 4 0,-10 4 0,4 3 0,-4 6 0,0 3 0,-1 5-1332,-5 11 1,2 2 1331,3 2 0,7-1 0,-2 6 0,4-4 0,5-13 0,3 1 0,-1 14 0,1 7 0,3-8 384,7 8-384,3-15 0,2 3 0,0-6 0,9 8 0,1-5 0,2-4-724,0-7 724,9 2 0,-9-13-110,8-2 1,-6-7 0,7-2 0</inkml:trace>
  <inkml:trace contextRef="#ctx0" brushRef="#br0" timeOffset="18794">24369 2041 5734,'-5'-3'0,"-1"1"0,-1 4 0,0 1 0,-5 5 0,-10 22 0,0 5 0,1 1-981,-4 4 1,3 1 980,11-5 0,2 0-781,2-1 781,5-2 0,4-5 0,3-1 0,2 6 0,0-8 0,2-3 0,6-6 0,8-8 0,4-5 0,15-10-169,-13 3 0,0-2 169,-5-11 0,-3-2 846,2-6-846,4-11 0,-12 9 0,1-14 0,-6 11 0,0-11 0,-7 3 0,-2 11 0,-2-6 298,-7 2-298,2 13-269,-12-15 269,8 23 0,-4-3 380,1 11-380,2 3 0,-2 2 0,4 2 0</inkml:trace>
  <inkml:trace contextRef="#ctx0" brushRef="#br0" timeOffset="19023">24309 2190 5734,'24'17'0,"-1"-1"0,0 2 0,1 1 0,1 3 0,-1-2 0,0 1 0,7 13 0,-11-13 0,9 11 0,-9-11 0,-6-7 0,3 3 0,1-5 0,-9-5 0,6 0 0,-8-6 0,-1-2 0,0-5 0,0-2 0</inkml:trace>
  <inkml:trace contextRef="#ctx0" brushRef="#br0" timeOffset="19273">24714 1801 5734,'5'9'0,"6"8"0,0-3 0,9 20 0,2 4 0,-1-1-1093,-6-7 1,2 4 0,-2-4 258,0 10 834,-6-14 0,0 1 424,2 10-424,-5-10 0,-2 0 0,2 14 0,-3-14 0,-1 0 0,-3-1 0,-1-1 0,-1 13 0,-4 8 0,-6-5 0,0-12 0,-5 7 0,2-13 0,-2-3 0,-1-2 0</inkml:trace>
  <inkml:trace contextRef="#ctx0" brushRef="#br0" timeOffset="37691">8842 5929 5734,'-5'-2'0,"1"0"0,1-2 0,2 1 0,9-9 0,1 3 0,29-15 0,-14 13 0,21-7 0,-16 8 0</inkml:trace>
  <inkml:trace contextRef="#ctx0" brushRef="#br0" timeOffset="38071">12323 5618 5734,'5'1'0,"1"-2"0,-4 1 0,2-2 0,0 0 0,-1 1 0,5-5 0,-4 3 0,3-2 0,-5 4 0,0 0 0,-2-1 0,-4 3 0,0-3 0,-7 1 0,2-3 0</inkml:trace>
  <inkml:trace contextRef="#ctx0" brushRef="#br0" timeOffset="65113">11125 12525 5734,'3'0'0,"0"-1"0,-3 1 0,2-1 0,-2-1 0,2 2 0,-2-2 0,1 1 0,1 1 0,-1-2 0,1 2 0,-1-1 0,0 0 0,-6 1 0,2-2 0,-5 0 0</inkml:trace>
  <inkml:trace contextRef="#ctx0" brushRef="#br0" timeOffset="90782">17998 8571 5734,'-3'3'0,"1"1"0,2-2 0,0 1 0,0-1 0,2 0 0,-2-1 0,5-1 0,7 1 0,-1 0 0,8 1 0,-6-1 0,1 0 0,8-1 0,-5 0 0,6 0 0,-7 0 0,0 0 0,1 0 0,9 0 0,-11 0 0,5 0 0,-14 0 0,-1 0 0,-2 0 0,-2 0 0,-5 2 0,-2-1 0,-3 1 0</inkml:trace>
  <inkml:trace contextRef="#ctx0" brushRef="#br0" timeOffset="91012">18009 8677 5734,'6'0'0,"1"0"0,0-2 0,7-2 0,-3 1 0,6 0 0,3 0 0,-4 2 0,4-2 0,12 2 0,-15 1 0,14 0 0,-19 1 0,-3 2 0,2 0 0,-5 0 0,2 1 0,-2-2 0</inkml:trace>
  <inkml:trace contextRef="#ctx0" brushRef="#br0" timeOffset="92684">19546 7672 5734,'-2'8'0,"-1"0"0,2 0 0,-1 3 0,-1 19 0,2-8 0,0 7 0,0 2 0,1 0-910,0 0 0,-1 1 910,1-1 0,0-4 0,1-1 422,-1 3-422,2 16 0,0-23 0,0 10 0,0-16 0,0 4 0,-3-7 0,1-5 0,-2-2 0</inkml:trace>
  <inkml:trace contextRef="#ctx0" brushRef="#br0" timeOffset="93700">18878 8520 5734,'13'0'0,"-3"0"0,19 3 0,-11 0 0,7 0 0,2 0 0,2 0-784,3 1 0,2 0 784,4 0 0,-13-2 0,4 1 0,16-1 0,7 1 0,-5-1-1639,-7-1 1,0 0 1629,-2 1 0,5-1 1,0 1-1,-6-1 169,-2-1 1,0-1-161,-2 1 0,5-1 0,1 0 0,-4 1-588,12-1 1,0 0 587,-11 0 0,2 0 0,1 0 0,-2 0 0,3 0 0,-2-1 0,-2 1 0,6 0 0,2-1 0,-8 0 0,5 0 0,2 0 0,-1 0 0,-6 0 0,9-1 0,-1 1 0,-8 0 0,4-1 0,0 1 0,-8 0 0,-4 0 0,-4 1 0,22-3 0,-6 1 0,8 1 0,-18 1 0,4 0 1142,-18 1-1142,-2 0 507,-5 0-507,-1 0 2852,-3 0-2852,-1 0 1143,-1 0-1143,1 0 90,-2-1-90,0 0 0,-7 2 0,1 0 0,-7 3 0,3 0 0,-2-1 0</inkml:trace>
  <inkml:trace contextRef="#ctx0" brushRef="#br0" timeOffset="94831">18793 8807 5734,'-20'14'0,"7"-2"0,-6 7 0,-1 6 0,2 3 0,0 2-1639,1-1 1,-1 1 1386,0 5 0,2-2 252,-1 10 0,6-11 0,1 2 0,2-8 0,1 1 0,-1 7 0,1 2 0,2-2 0,3-1 0,0-7 0,2-1 536,-1 6 0,3 1-536,10 10 0,2-1 0,3 3 2,-1-7 1,2-3-3,0-12 0,10 4 0,-10-14 0,8 4 0</inkml:trace>
  <inkml:trace contextRef="#ctx0" brushRef="#br0" timeOffset="95829">18847 9052 5734,'-1'-3'0,"-1"1"0,0 2 0,1 0 0,1-2 0,0 0 0,-1-1 0,1 1 0,-2 1 0,1 4 0,0 2 0,0 5 0,-2 16 0,2-6-432,-1 14 432,2-12 0,1-1 0,0 2 0,1-1 0,0 0 0,-1 0 0,3 7 0,-2-7 0,2 4 0,0 0 0,-1-12 0,2 12 0,-4-19 0,0 1 0,-4-6 0,0-2 0,-2-2 0,2-3 0,2-2 0</inkml:trace>
  <inkml:trace contextRef="#ctx0" brushRef="#br0" timeOffset="96153">18994 9251 5734,'6'1'0,"1"-1"0,4 1 0,7 0 0,-2 0 0,5 0 0,-10-1 0,9-2 0,-8 1 0,9-2 0,-16 3 0,0 0 0,-7 1 0,0 0 0</inkml:trace>
  <inkml:trace contextRef="#ctx0" brushRef="#br0" timeOffset="96446">19313 8819 5734,'0'-4'0,"1"1"0,0 3 0,1 6 0,0 1 0,0 6 0,0 16 0,-1-8 0,1 10 0,0 2 0,0-6-348,-1-2 1,2-1 347,-1-5 0,1-2 0,2 10 0,-3-11 0,1 12 0,-2-20 0,-2 2 0,0-6 0,-2-4 0,0 0 0</inkml:trace>
  <inkml:trace contextRef="#ctx0" brushRef="#br0" timeOffset="96629">19223 9223 5734,'28'-6'0,"0"0"0,-3 1 0,-2 0 0,2 3 0,-7 0 0,2 0 0,-10 2 0,-2-1 0,-1 1 0</inkml:trace>
  <inkml:trace contextRef="#ctx0" brushRef="#br0" timeOffset="96997">19369 9317 5734,'-11'16'0,"1"-1"0,-3 3 0,4-4 0,-10 16 0,9-8 0,-1 2 0,6-7 0,5-11 0,3 1 0,1-2 0,3-1 0,5-3 0,-1-2 0,4-2 0,2-4 0,-3 0 0,3-1 0,-3 1 0,-5 3 0,2 0 0,-3 4 0,-2 2 0,1 2 0,0 7 0,-3-2 0,3 18 0,-4-12 0,0 9 0,-2-6 0,0-5 0,-1 2 0,-2-2 0,1-7 0,-2-1 0,2-8 0</inkml:trace>
  <inkml:trace contextRef="#ctx0" brushRef="#br0" timeOffset="97334">19580 9224 5734,'1'-4'0,"0"0"0,4 2 0,0 0 0,5 0 0,3 0 0,-2 1 0,2 0 0,0 4 0,-5 1 0,3 2 0,-6 1 0,-10 29 0,0-15 0,-9 22 0,0-14 0,3-7 0,-2 7 0,3-5 0,3-6 0,1 3 0,6 0 0,2-11 0,3 4 0,0-13 0,1-3 0,4-5 0,-2-1 0,1-4 0,-2-8 0,-4 6 0,0-8 0</inkml:trace>
  <inkml:trace contextRef="#ctx0" brushRef="#br0" timeOffset="97498">19542 9374 5734,'17'-3'0,"2"-1"0,23-6 0,-16 3 0,-1 1 0,0-1 0,-5 1 0,6-3 0</inkml:trace>
  <inkml:trace contextRef="#ctx0" brushRef="#br0" timeOffset="97734">19718 9163 5734,'5'-1'0,"2"0"0,0 1 0,2 0 0,2 0 0,14 0 0,-8 1 0,30 1 0,-31 0 0,14 0 0,-23-3 0,-1 0 0</inkml:trace>
  <inkml:trace contextRef="#ctx0" brushRef="#br0" timeOffset="97926">19957 8992 5734,'-3'8'0,"0"0"0,1 3 0,0 14 0,1-8 0,1 10 0,0-12 0,2 0 0,-1-1 0,-3 16 0,1-18 0,-2 11 0</inkml:trace>
  <inkml:trace contextRef="#ctx0" brushRef="#br0" timeOffset="98296">20037 8827 5734,'14'25'0,"-4"-5"0,8 12 0,0 6-487,-4-5 487,-2 9 0,0 1 0,-7-19 0,0 1 0,-1 13 0,0 5 0,-2-4-234,-2-11 1,-1-1 233,-2 11 0,-1 6 0,-1-7 0,1-12 0,-1 0 0,-2 6 0,-2 3 0,1-5 0,-3 5 115,2-10 0,-1-2-115,-4-3 0,4-8 0,-3-3 0,6-11 0,2-3 0</inkml:trace>
  <inkml:trace contextRef="#ctx0" brushRef="#br0" timeOffset="98729">20400 8830 5734,'-17'32'0,"0"4"0,5-4 0,0 1-1147,4-6 1,-1 0 1146,-2 10 0,1 2 0,2 5 0,2-1 0,2-9 0,0 0 0,0 9 0,1 2 0,4 0 0,1-2 0,0-10 0,1-1 0,1 10 0,2-1 0,0-4 0,1-3 0,-1-8 0,0-1 0,2 5 0,-1-1 0,6 13 3,-6-15-3,1 0 0,-4-19 0,0-4 0</inkml:trace>
  <inkml:trace contextRef="#ctx0" brushRef="#br0" timeOffset="100088">20536 9023 5734,'2'19'0,"-1"-4"0,1 28 0,-2-19 0,-1 4 0,1 0 0,-1-2 0,0 12 0,2-12 0,-1-8 0,1 3 0,-1-5 0,1-5 0,-1 5 0,1-10 0,-1 6 0,0-8 0,-2 4 0,1-3 0,-1-1 0,0 0 0</inkml:trace>
  <inkml:trace contextRef="#ctx0" brushRef="#br0" timeOffset="100415">20714 9255 5734,'6'4'0,"0"0"0,10 3 0,-4-3 0,25 6 0,-21-8 0,13 2 0,-17-4 0,-1 0 0,3-1 0,-4-1 0,2-1 0</inkml:trace>
  <inkml:trace contextRef="#ctx0" brushRef="#br0" timeOffset="100798">21128 8780 5734,'-5'9'0,"1"2"0,0 7 0,2-1 0,0 26 0,2-18 0,0 4 0,1 0 0,1-5 0,0 14 0,0-14 0,0-7 0,-1 13 0,-1-18 0,0 6 0,-1-14 0,0 0 0</inkml:trace>
  <inkml:trace contextRef="#ctx0" brushRef="#br0" timeOffset="100950">21059 9159 5734,'11'-1'0,"0"0"0,1 0 0,0 0 0,1 0 0,-1-1 0,0 0 0,0-1 0</inkml:trace>
  <inkml:trace contextRef="#ctx0" brushRef="#br0" timeOffset="101282">21052 9342 5734,'9'-3'0,"15"-3"0,-12 4 0,14-3 0,-15 4 0,7 2 0,-7 1 0,4 7 0,-12-2 0,-4 11 0,-3-6 0,-5 5 0,3-4 0,-2 6 0,3-4 0,1 4 0,7-3 0,1-5 0,4 2 0,6-5 0,-2-5 0,22-7 0,-15-2 0,5-5 0,-1-1 0,-3-2 0,11-9 0</inkml:trace>
  <inkml:trace contextRef="#ctx0" brushRef="#br0" timeOffset="101932">21274 9073 5734,'23'-8'0,"-1"1"0,-11 5 0,5 2 0,-4 0 0,3 2 0,-5 2 0,-3 2 0,-1 3 0,-5 6 0,-15 24 0,3-12 0,0 2 0,0-4 0,0-1 0,-1 0 0,2-1 0,2 10 0,5-14 0,4 16 0,4-24 0,6 3 0,-2-11 0,2-3 0,0-1 0,6-7 0,-7 1 0,3-6 0,-11 2 0,0-1 0</inkml:trace>
  <inkml:trace contextRef="#ctx0" brushRef="#br0" timeOffset="102116">21209 9221 5734,'9'-2'0,"20"-3"0,-7 1 0,2-1 0,1 0-1359,3-1 1359,8-2 0,-7 1 0,-8 0 72,3 0 0,-11 1 0,-1-2 0</inkml:trace>
  <inkml:trace contextRef="#ctx0" brushRef="#br0" timeOffset="102348">21600 9019 5734,'8'1'0,"0"1"0,3 1 0,-1-1 0,3 2 0,-1-1 0,-5 0 0,2 0 0,-6-1 0,1-1 0,0-2 0,1-1 0</inkml:trace>
  <inkml:trace contextRef="#ctx0" brushRef="#br0" timeOffset="102533">21816 8974 5734,'-2'9'0,"1"0"0,-2 7 0,3-1 0,0 13 0,0-3 0,0 0 0,-4 1 0,1-13 0,-2 2 0,1-9 0,0-3 0</inkml:trace>
  <inkml:trace contextRef="#ctx0" brushRef="#br0" timeOffset="103065">21934 8782 5734,'17'10'0,"-3"0"0,3 5 0,-3 1 0,8 16 0,-4-2-416,-6-9 0,-1 3 416,0 5 0,-1 2-414,-3-6 1,0 1 413,2 8 0,-2 3 0,-2 4 0,-3 0 0,0-9 0,-1 0 0,0 10 0,-1 1 0,-4 0 0,0-2 0,0-11 0,0 2 0,-3 4 0,-1 4 0,0-6 0,1-8 0,0-3 0,-4 13 0,-2-3 0,-14-4 0,2-12 0,-8-6 0,7-13 0</inkml:trace>
  <inkml:trace contextRef="#ctx0" brushRef="#br0" timeOffset="103883">20960 8444 5734,'-4'1'0,"-2"3"0,3-2 0,0 1 0,3-2 0,3-1 0,3 2 0,4 0 0,26 2 0,-9-1 0,16-2 0,4-1-1082,-22 0 0,1 0 1082,15-1 0,2-1 0,-3 0 0,-1-1 0,-10 1 0,3 0 0,11-1 0,6 0 0,-5 1 0,-9 0 0,1 0 0,8 0 0,8-1 0,1 0 0,-10 1-1036,-9 0 0,-2 0 1036,10 0 0,3-1 0,-9 1 0,-7 0-256,-3 0 256,-5 1 0,-4 0 0,-3 0 1539,-3 1-1539,-2-1 2516,-3 0-2516,0 1 437,-1-1-437,2 2 0,-4-1 0,4 1 0,-5-1 0,2 2 0,-3-1 0,-3 1 0,-4-2 0</inkml:trace>
  <inkml:trace contextRef="#ctx0" brushRef="#br0" timeOffset="117165">4445 12256 5734,'5'1'0,"0"0"0,4-2 0,-1 0 0,7-1 0,11-2 0,2-1 0,3-1 0,11-1-187,-10 1 0,0 0 187,6-1 0,-10 3 0,-3 1 0,-1 0 0,-2 2 0,8 0 0,-17 4 0,-4 0 0,-2 2 0,-7 3 0,-4 0 0,-3 2 93,-3 0 1,-1-1-1,0 2 1</inkml:trace>
  <inkml:trace contextRef="#ctx0" brushRef="#br0" timeOffset="117480">4397 12473 5734,'7'-1'0,"2"0"0,10-2 0,0 1 0,9-1 0,11-2 0,-8 2-345,12-1 345,4 1-1202,-12 1 1202,10 0 0,-4 1 0,-12 1-12,6 1 12,-15 0 0,-1 0 0,-3 1 0,-2-1 0,1 1 225,-6 0-225,1 0 329,-13 9 1,0-4 0,-8 7 0</inkml:trace>
  <inkml:trace contextRef="#ctx0" brushRef="#br0" timeOffset="118407">1736 11227 5734,'-1'16'0,"1"12"0,0-5 0,0 12 0,2-9 0,0 0 0,0 9 0,2 6 0,0-1 0,0-4 0,0-2 0,0-1-1097,-1-3 1097,0 7 0,-2 4 0,-1-16-269,0 21 269,0-31 0,-2 9 0,1-16 0,0 0 0</inkml:trace>
  <inkml:trace contextRef="#ctx0" brushRef="#br0" timeOffset="118961">929 12222 5734,'-4'-1'0,"1"0"0,10 5 0,1 0 0,9 2 0,13 0 0,-1-2-626,17 1 626,-13-4 0,1 0-1122,-4-1 0,0 0 1122,12 0 0,3 0 0,-8-1 0,2-1 0,-1 0 0,8 0 0,4 0 0,-9 0 0,6 0 0,3 0 0,-1-1 0,-6 2-814,2-1 0,-5 0 1,3 1 813,-5 0 0,3-1 0,1 1 0,0-1 0,-3 1 0,2 1 0,-1-1 0,-2 1 0,-1 0-141,3 0 0,-2 0 0,2 0 141,-3 0 0,1-1 0,0 1 0,0 1 0,11-1 0,-1 1 0,-2 0 0,-10 0 0,-2-1 0,2 1 0,7 0 0,3 0 0,-4 0 0,-1 0 0,0-1 0,1 1 0,3-1 0,-2 0 0,-4-1 0,-2 1 0,1-1 0,0 0 0,1 1 0,-3-1 0,3-1 0,-6 0 0,-2-1 174,-12 1-174,2-1 2161,-12 1-2161,-4 0 841,-3-1-841,-6 0 2374,-3 1-2374,-3 0 0,-22 4 0,7 1 0,-16 2 0</inkml:trace>
  <inkml:trace contextRef="#ctx0" brushRef="#br0" timeOffset="120202">804 12770 5734,'-1'12'0,"2"20"0,1-9 0,0 9 0,0 1 0,0 1 0,0 5 0,1 0 0,-1-4 0,1 8 0,1-1 0,-1-10 0,1 3 0,-1-3 0,-2-11 0,1 13 0,-3-27 0,0 3 0</inkml:trace>
  <inkml:trace contextRef="#ctx0" brushRef="#br0" timeOffset="120466">1119 13060 5734,'9'3'0,"0"0"0,10-3 0,-4 0 0,31-1 0,-22-1 0,1-1 0,1 1 0,-1-1 0,6-1 0,-3 0 0,-7 0 0,5-3 0</inkml:trace>
  <inkml:trace contextRef="#ctx0" brushRef="#br0" timeOffset="120916">1798 12541 5734,'-6'5'0,"2"2"0,1 14 0,1-3 0,0 13 0,2 7 0,2-7 0,0 2 0,1 0 0,1 1 0,-2-10 0,2 2 0,2 1 0,-1-2 0,-1-1 0,6 19 0,-10-38 0,1-1 0</inkml:trace>
  <inkml:trace contextRef="#ctx0" brushRef="#br0" timeOffset="121167">1734 13046 5734,'18'-1'0,"14"0"0,-13 0 0,21-1 0,0-2 0,-7 1 0,4-1 0,-20 3 0,2-1 0,-5 0 0,2 0 0</inkml:trace>
  <inkml:trace contextRef="#ctx0" brushRef="#br0" timeOffset="121615">1858 13246 5734,'2'-8'0,"0"1"0,1 2 0,0 1 0,8-2 0,-2 1 0,5-2 0,2 4 0,-2 2 0,3 0 0,12 8 0,-14-1 0,12 4 0,-19-2 0,0 8 0,-6-5 0,-2 8 0,-11 0 0,0-4 0,-7 7 0,-9 7 0,10-11 0,-13 15 0,19-20 0,-1 2 0,5-3 0,3-5 0,9 5 0,2-8 0,9 0 0,-2-4 0,2-2 0,2-1 0,3-1 0,-1-1 0,1 0 0,6-2 0,6-1 0,-6-1 0,2 0 0,-17 4 0,0 0 0,-7 2 0,-9-1 0,1-1 0,-6-2 0</inkml:trace>
  <inkml:trace contextRef="#ctx0" brushRef="#br0" timeOffset="122957">2247 12883 5734,'14'1'0,"-4"1"0,5 0 0,3 0 0,-7 1 0,6 0 0,-7 1 0,-3-1 0,4 4 0,-6 1 0,0 2 0,-3 2 0,-3 5 0,-2-2 0,-6 15 0,2-10 0,-3 7 0,0-1 0,2-6 0,-4 19 0,8-15 0,1 4 0,4-11 0,2-6 0,1-2 0,1 0 0,0-1 0,2-1 0,0-1 0,6 0 0,-1-3 0,14-4 0,-10-1 0,8-5 0,-6-3 0,-6 3 0,2-4 0,-4-1 0,-5 3 0,-1-5 0,-3 4 0</inkml:trace>
  <inkml:trace contextRef="#ctx0" brushRef="#br0" timeOffset="123169">2244 13077 5734,'12'-1'0,"0"0"0,8-2 0,-2 1 0,9-2 0,5-2 0,-8 2 0,10-3 0,-5 0 0,-7 0 0,6-1 0</inkml:trace>
  <inkml:trace contextRef="#ctx0" brushRef="#br0" timeOffset="123435">2727 12855 5734,'12'4'0,"-3"0"0,8-1 0,3 1 0,11-1 0,0 2 0,-1-2 0,-10 0 0,-8-1 0,-1-2 0,0-1 0</inkml:trace>
  <inkml:trace contextRef="#ctx0" brushRef="#br0" timeOffset="123711">3128 12565 5734,'-2'13'0,"-3"24"0,3-11 0,2 6 0,1 6 0,0-4 0,2 10-1553,0 0 0,1-2 1553,3-13 0,0-2 258,4 5-258,-4-9 627,4 9-627,-5-17 0,-1 2 0,-1-11 0,-1-2 0</inkml:trace>
  <inkml:trace contextRef="#ctx0" brushRef="#br0" timeOffset="139500">21071 12261 5734,'-6'3'0,"2"-1"0,3 0 0,1-1 0,1 1 0,0-1 0,6-1 0,0 0 0,6 0 0,25-2 0,-7 0 0,13-1 0,-17 2 0,-1 0 0,-8 1 0,4 1 0,-11 1 0,-3 0 0,-2-1 0,-3 1 0,-2 1 0</inkml:trace>
  <inkml:trace contextRef="#ctx0" brushRef="#br0" timeOffset="139682">21128 12413 5734,'-3'3'0,"1"0"0,5-1 0,1-2 0,3 2 0,6-2 0,-2 0 0,7 0 0,4-1 0,-4 1 0,4-2 0,-7-1 0,-1-2 0</inkml:trace>
  <inkml:trace contextRef="#ctx0" brushRef="#br0" timeOffset="140649">22987 11284 5734,'1'31'0,"1"-2"0,1 13 0,0-14 0,2 20 0,1-10-1771,0-8 1771,2 9 0,-2-12 0,1 0 0,-1 3 0,0-5 0,-1-2 553,-4-6-553,-1-3 0,-1-3 0,-2-2 0</inkml:trace>
  <inkml:trace contextRef="#ctx0" brushRef="#br0" timeOffset="141304">22088 12165 5734,'11'4'0,"19"2"0,1-1-744,-8-2 0,6 0 744,10-2 0,7 0 0,-2-1-941,0 1 1,5-1 940,-10 1 0,6-1 0,5 0 0,0 1 0,-2-1 0,-6 0-418,6 1 0,-4-1 0,6 1 418,-13-1 0,6 1 0,3-1 0,2 1 0,1 0 0,-3-1 0,-2 1 0,-6 0-278,6 0 0,-7 0 0,0 0 1,6 0 277,-4-1 0,5 1 0,2 0 0,1 0 0,-1 0 0,-3 0 0,-5 0 0,11 0 0,-6 0 0,2 0 0,-4-1 0,2 1 0,1 0 0,0-1 0,5 0 0,1 0 0,-1 0 0,-5-1 0,-4 1 0,-3 0 0,3-1 0,-3 1 0,3-1 0,1 0 0,-1 0 0,-4 1 0,1-2 0,-4 1 0,0 0 0,8-1 0,-3 0 0,-4 1 0,-7-1 0,-15 0 0,-10 0 0,-5-1 0</inkml:trace>
  <inkml:trace contextRef="#ctx0" brushRef="#br0" timeOffset="142849">22069 12802 5734,'1'-5'0,"0"1"0,0 2 0,0 0 0,1 0 0,-1 1 0,2 0 0,-3 0 0,2 1 0,-1 1 0,0 0 0,0 2 0,-1-1 0,1 1 0,-1 1 0,0 3 0,0 1 0,0 3 0,0 7 0,1-3 0,0 7 0,1 5 0,-1-6 0,2 9 0,1 14 0,-2-14-645,2-1 0,-2 1 645,0 0 0,1 10-943,-1-1 943,0-10 0,0 8 0,0-14 0,-1 6 0,0-9 0,-1 4 0,0-9 1154,0-2-1154,1 0 1079,0-2-1079,0 6 0,0-6 0,-1 3 0,0-8 0,0-3 0,0-1 0,-6 3 0,1-3 0,-4 1 0</inkml:trace>
  <inkml:trace contextRef="#ctx0" brushRef="#br0" timeOffset="143778">22436 13186 5734,'6'-2'0,"-2"1"0,2 1 0,11 0 0,-4 0 0,29 0 0,-21 0 0,13 1 0,0 1 0,-7-1-292,-1 1 0,-1 0 292,-10-1-79,8 3 79,-9-2 0,5 2 0,-12 0 0,-3 1 0,-4 1 0,0-2 0,-2-1 0</inkml:trace>
  <inkml:trace contextRef="#ctx0" brushRef="#br0" timeOffset="144802">23131 12645 5734,'3'-3'0,"0"1"0,-3-2 0,0 3 0,1 5 0,0 0 0,0 4 0,-2-2 0,-1 11 0,1-5 0,0 9 0,1-1 0,0-3 0,0 6 0,0-6 0,0 0 0,1 1 0,0-1 0,0 1 0,1-2 0,0 1 0,-1-2 0,1-1 0,0-2 0,1-1 0,2 1 0,-2-4 0,1 0 0,-3-2 0,-1-2 0,1-2 0,-1-1 0</inkml:trace>
  <inkml:trace contextRef="#ctx0" brushRef="#br0" timeOffset="145508">23044 13099 5734,'4'-2'0,"-1"1"0,-2 1 0,1 0 0,0-1 0,1 1 0,10-4 0,-6 3 0,7-3 0,-11 3 0,1 0 0,-1 1 0,0 0 0,-1 0 0,-1 0 0,1 0 0,0 0 0,2 0 0,1 0 0,0 0 0,7 1 0,-4 0 0,6 1 0,-5-1 0,-1 0 0,5 0 0,-5-1 0,4 1 0,-2 1 0,5-1 0,-4-1 0,1 2 0,-8-2 0,-1 2 0,1-1 0,-2-1 0,-1 0 0,1 1 0,-1-1 0,1 0 0,-1 0 0,3-1 0,-1 0 0,4 0 0,2 0 0,-1 0 0,1-1 0,-2 0 0,-2 1 0,1 1 0,0 0 0,0 0 0,0 1 0,-1-1 0,1 0 0,1 0 0,-2 0 0,1 0 0,0-1 0,-4 1 0,-12 4 0,1-3 0,-11 3 0</inkml:trace>
  <inkml:trace contextRef="#ctx0" brushRef="#br0" timeOffset="146000">23093 13295 5734,'3'-2'0,"1"0"0,-2 2 0,3-1 0,0 0 0,4-1 0,3 1 0,-1-1 0,29-2 0,-23 3 0,17-2 0,-25 3 0,-1 1 0,-3-1 0,1 1 0,-3 1 0,-2 1 0,-5 9 0,-1-2 0,-7 8 0,-4 3 0,2-4 0,-5 6 0,1 0 0,5-7 0,-2 6 0,4-6 0,5-4 0,0 2 0,3-4 0,9-4 0,8-2 0,4-5 0,14-8 0,-10 2-398,6-4 398,-9 3-171,2-4 171,-8 3 0,2-7 0,-13 5 0,-1-4 0</inkml:trace>
  <inkml:trace contextRef="#ctx0" brushRef="#br0" timeOffset="146451">23070 12386 5734,'-16'33'0,"3"-4"0,-5 14-1639,6-15 1,1 1 1344,2-6 1,-1 2 293,-2 7 0,-1 3 0,2-2 0,0 4 0,1-3 0,0 0 0,0 2 0,0 8 0,-1 7 0,3-7 0,4-8 0,1-2 0,0 11 0,2 2 0,4-1 0,3-2 0,-1-10 0,1 0 0,2 8 0,3 1 0,1-11 0,2 0 0,0-3 0,-1-2 0,3 0 0,10 10 0,7 4 0,-4-9 0,7-5 0,-3-4 0,0 0 0</inkml:trace>
  <inkml:trace contextRef="#ctx0" brushRef="#br0" timeOffset="147296">23579 13062 5734,'14'12'0,"-2"-2"0,-9-4 0,0 4 0,-1-2 0,-3 10 0,-2-8 0,-5 10 0,4-13 0,-3 3 0,2-7 0,2-2 0,-2 0 0,-1-4 0,2-1 0,-2-2 0,2-5 0,1 3 0,0-4 0,3 0 0,0 3 0,1-2 0,5-3 0,-3 7 0,4-4 0,-3 8 0,3 0 0,-2 2 0,2 0 0,-2 4 0,-2 0 0,1 1 0,-2 2 0,-5 3 0,1-2 0,-7 2 0,2-4 0,-1 1 0,1-1 0,-1-1 0,2 0 0,1-2 0,1 0 0,2-1 0,1-1 0,4-2 0,2-2 0,4-2 0</inkml:trace>
  <inkml:trace contextRef="#ctx0" brushRef="#br0" timeOffset="148166">24031 12787 5734,'-6'11'0,"-7"8"0,-2 2 0,-3 3-1135,-2-1 1135,5-5 0,-2 0 0,-6 8 0,5-7 0,-5 4 0,3-2 0,6-7 364,-1 3-364,6-7 187,3-3-187,0 1 0,3-4 0,3-1 584,1-1-584,6-2 0,2 0 0,18-2 0,-11 1 0,29-2 0,-17 1 0,7-1 0,-12 1 0,-7 0 0,3 0 0,-5 1 0,2-2 0,-7 2 0,0-1 0,-4 0 0,1 0 0,-5 1 0,-2-2 0,-1-1 0,-2-2 0,1 0 0</inkml:trace>
  <inkml:trace contextRef="#ctx0" brushRef="#br0" timeOffset="148384">24013 12817 5734,'-5'36'0,"3"-16"0,0 23 0,3-21 0,2 13-1591,-2-7 1591,3 10 0,1-1 0,-2-9 0,2 7 500,-1-5-500,1-3 0,-2 3 0,1-12 65,-2-5 1,0-11-1,1-2 1</inkml:trace>
  <inkml:trace contextRef="#ctx0" brushRef="#br0" timeOffset="148875">24318 12368 5734,'4'5'0,"5"8"0,1 0 0,6 7 0,8 8 0,-4-3-203,-2-2 0,2 5 203,-2-1 0,1 4 0,-1-3-1529,2 4 0,0-1 1529,-2 0 0,0 1 0,-2-3 0,4 14 0,-10-9 0,0 7 0,-2-3 0,-1-7 0,-3 2 0,-1 4 0,-1 6 0,-2 1 0,-2-8 0,-1-5 0,-5-1 0,-4 9 0,-6 8 0,-1 0 0,3-8-701,1-7 1,0-2 700,-6 10 0,-2 3 0,3-8 0,-5-2-205,0-2 205,8-12 0,-1 0 0,-9 8 0,-7 3 0,12-13 0</inkml:trace>
  <inkml:trace contextRef="#ctx0" brushRef="#br0" timeOffset="152339">21306 14355 5734,'-2'-4'0,"1"0"0,5 0 0,2 1 0,5-1 0,10 0 0,-2 2 0,4 0 0,3 1 0,14-1 0,3 3 0,-17 2 0,-27 8 0,-7-1 0,-9 4 0</inkml:trace>
  <inkml:trace contextRef="#ctx0" brushRef="#br0" timeOffset="152495">21245 14598 5734,'15'2'0,"10"2"0,-7-2 0,5 0 0,2-1 0,2 1-1490,18 1 1490,-20-3 0,-1-1 0,0-1 0</inkml:trace>
  <inkml:trace contextRef="#ctx0" brushRef="#br0" timeOffset="152869">22568 13916 5734,'-9'11'0,"-6"17"0,6-7 0,0 14 0,0 2 0,3-3-1409,2 4 0,0-1 1409,4-7 0,1 9-76,1-6 76,0-8 636,-2 4-636,-3-6 0,1-9 0,-2 2 0</inkml:trace>
  <inkml:trace contextRef="#ctx0" brushRef="#br0" timeOffset="153293">22146 14492 5734,'-3'4'0,"2"-1"0,9-1 0,2 1 0,9 0 0,7 0 0,3-2 0,14 1-999,-11-1 0,4-1 0,-1-1 999,-3 0 0,0 0 0,10-1 0,7 0-480,-13 1 0,5 0 0,3 0 0,-2 0 1,-5 1 479,-1-1 0,-3 0 0,3 0-68,2 1 0,5-1 1,2 0-1,-4 1 1,-6 0 67,1 0 0,-2 0 0,4 1 0,3 0 0,-3-1 0,-3 1 0,1 0 0,4 0 0,3 1 0,-7-1 0,8 1 0,-19-1 0,-1 0 0,15 0 0,-23 1 699,4 0-699,-28 0 644,-4-1 1,-7 2 0,-1-1-1</inkml:trace>
  <inkml:trace contextRef="#ctx0" brushRef="#br0" timeOffset="153837">22136 14794 5734,'2'5'0,"-1"0"0,3 12 0,-2-4 0,2 11 0,0 1 0,-1 1 0,2 20 0,-5-23 0,1-1 0,1 20 0,0-16 0,1 11 0,-2-16 0,-1-7 0,-1 0 0,-1-8 0,1-6 0,0-3 0</inkml:trace>
  <inkml:trace contextRef="#ctx0" brushRef="#br0" timeOffset="154166">22413 14936 5734,'4'-1'0,"1"1"0,3 2 0,1 1 0,19 1 0,-11-4 0,13 1 0,4-4 0,-12 1 0,19-1 0,-24 2 0,4-1 0,-5 0 0,-6 1 0,1 0 0,-4 1 0,-4 0 0,2 0 0,-6 2 0,-1 1 0,-2 0 0,1-1 0</inkml:trace>
  <inkml:trace contextRef="#ctx0" brushRef="#br0" timeOffset="155785">22946 13606 5734,'0'-14'0,"4"0"0,12-8 0,1 4 0,12-5 0,4-1-1639,-12 11 1,1 0 1377,13-7 1,3-1 260,-3 5 0,-1 1 0,-6 3 0,-1 0 0,9-3 0,0 0 0</inkml:trace>
  <inkml:trace contextRef="#ctx0" brushRef="#br0" timeOffset="156556">23516 12498 5734,'18'-2'0,"-3"1"0,-8 1 0,0 1 0,-3 1 0,0 1 0,-4 13 0,-2-4 0,-6 21 0,1-13 0,-5 9 0,0-1 0,4-6 0,0 3 0,7-4 0,2-7 0,5 2 0,10-6 0,1-5 0,9-1 0,10-9 0,-8-1 0,10-4 0,-10 0 0,-1 0 0,4-2 0,-6 3 0,-3 0 0,-6 3 0</inkml:trace>
  <inkml:trace contextRef="#ctx0" brushRef="#br0" timeOffset="156950">23749 13235 5734,'18'-16'0,"1"0"0,5-3 0,0 0 0,-4 4 0,0 0 0,0-1 0,1-1 0,13-8 0,-2 1-883,2-2 883,-5 4 0,0 1-532,-7 4 532,4-3 82,-6 6-82,-10 6 0,4-2 0,-12 8 0,0-1 0</inkml:trace>
  <inkml:trace contextRef="#ctx0" brushRef="#br0" timeOffset="158688">22856 14770 5734,'6'-5'0,"-3"2"0,0 0 0,2-1 0,-2 1 0,3-2 0,-4 3 0,5-3 0,-1 2 0,7-3 0,-5 3 0,3-1 0,3 0 0,-3 1 0,3-2 0,3 2 0,-6 0 0,7 0 0,-11 2 0,2 1 0,10 17 0,-10-7 0,9 13 0,-12-5 0,-3-3 0,1 7 0,-5-5 0,-1 1 0,-2 1 0,-6 8 0,1-6 0,-3 1 0,0-1 0,-2 0-392,-8 10 392,12-17-9,-5 0 9,5-5 0,-2 1 0,6-7 0,1 0 0,1-1 391,1 0-391,1 0 10,1-1-10,5 0 0,4-2 0,4-1 0,2 1 0,11 0 0,-5 0-421,9 1 421,-7 0 0,11 0 0,-6-1-611,8 0 611,-11 0 0,-2-1-2,-3 1 2,-4-2 0,-3-1 0,-3-2 0,0-1 0</inkml:trace>
  <inkml:trace contextRef="#ctx0" brushRef="#br0" timeOffset="159570">23956 14488 5734,'-3'0'0,"1"1"0,17 0 0,0 0 0,11-1 0,-6-1 0,10-1 0,-11 0 0,16-2 0,-23 2 0,3 1 0,-14 2 0,-1 0 0</inkml:trace>
  <inkml:trace contextRef="#ctx0" brushRef="#br0" timeOffset="159772">23979 14627 5734,'23'-6'0,"-3"0"0,-9 3 0,5 1 0,-4-1 0,10 0 0,-9 1 0,3 1 0,-2 1 0,-5 0 0,5-1 0</inkml:trace>
  <inkml:trace contextRef="#ctx0" brushRef="#br0" timeOffset="160266">24404 14498 5734,'-5'1'0,"2"-1"0,1 0 0,7 0 0,-1 1 0,10 0 0,-4-1 0,18 0 0,-11-1 0,10 0 0,-11 1 0,7 0 0,-5 0 0,5 0 0,-4 0 0,-3 0 0,12 1 0,-13 1 0,6-1 0,-8-1 0,-4 0 0,1 0 0,-6 3 0,-3-2 0,-1 1 0,-2-2 0</inkml:trace>
  <inkml:trace contextRef="#ctx0" brushRef="#br0" timeOffset="160551">24924 14217 5734,'3'11'0,"0"-2"0,2 7 0,2 12 0,-3-4-308,4 15 308,-1 8-1496,-2-8 1496,-2-13 0,0 1 0,-2 1 0,0-1 0,0 15-38,-1-16 0,0 1 38,-3 4 0,1-1 0,-2 6 0,-1-4 0,-3-2 0,1-11 0,-6 3 0,3-20 0,1-2 0</inkml:trace>
  <inkml:trace contextRef="#ctx0" brushRef="#br0" timeOffset="161434">24249 15017 5734,'10'0'0,"28"-6"0,-12 1 0,0 0-1464,3-1 1,0 1 1463,0 0 0,1 0 0,7 0 0,-1 1 0,10-2 0,-12 2 0,5 1 0,-6 0 0,11 0 0,-11 1 0,1 0 434,-8 2 0,-1 1-434,21 2 0,-2 0 0,-9 2 0,-25-4 118,3 1 0,-10-3 0,1 0 0</inkml:trace>
  <inkml:trace contextRef="#ctx0" brushRef="#br0" timeOffset="161716">25226 14734 5734,'-10'11'0,"2"-1"0,-8 10 0,-9 14 0,3-5-1444,-6 10 1444,10-16 0,0 2 0,2-2 0,-1 1 0,-3 6 0,5-8 0,0 0-245,-4 8 245,6-11 0,-1 5-49,4-8 49,3-6 0,0-1 0,4-6 0,0-1 0</inkml:trace>
  <inkml:trace contextRef="#ctx0" brushRef="#br0" timeOffset="161934">25244 14827 5734,'-26'36'0,"10"-12"0,1-1 0,-2 5-2047,-5 12 2047,7-11 0,3-1 0,2-1 0,-3 8 0,1 1 0,2-2 0,1-8 4,-8 15 0,8-29 0,-5 2 1</inkml:trace>
  <inkml:trace contextRef="#ctx0" brushRef="#br0" timeOffset="162847">20696 11666 5734,'-22'-10'0,"0"0"0,-19-8 0,-5 10-926,7 4 926,6 5 0,-6 3 0,4 0-1450,3 1 0,0 1 1450,-2 1 0,-3 0 0,0 2 0,4 2 0,0 0 0,1 1 0,-7 2 0,-1 1 0,6-2 0,-2 0 0,0 2 0,0 2 0,-1 2 0,3-1-789,-6 4 0,0 1 789,7-4 0,-1 2 0,1 2 0,3 3 0,1 2 0,2-1 0,-5 6 0,2 2 0,5-6 0,0 3 0,3 1 0,3 4 0,2 1 0,2-1 0,-3 6 0,4 3 0,7-11 0,2 5 0,0 2 0,2-1 0,1-5-110,2-1 0,2-3 0,1 3 110,0 2 0,1 4 0,3 0 0,2-4 0,9 1 0,4-2 0,0-4 0,2 8 0,11-3 0,-8-19 0,9 2 0,6 0 0,4 0 0,2 0 0,0-1 0,-1-1 0,-4-2 0,-6-3 0,7 2 0,-7-3 0,1-2 0,7 2 0,-8-2 0,4 1 0,3 2 0,3 0 0,0-1 0,0-1 0,-2-2 0,-4-2 0,-4-4 0,12-5 0,-6-5 0,-2-2 0,-1 0 0,4 1 0,-1-1 0,1 0 0,-4-1 0,3 0 0,-1-2 0,0-1 0,-4-1 0,0-3 0,-1 0 0,-2 0 0,1-1 0,-2-1 0,1-1 0,-3 0 0,0-1 0,0-1 0,-4 1 0,-3-1 0,-3 0 0,-3-6 0,-3-7 0,-3-7 0,-1-4 0,-2 1 0,-1 5 0,-1-2 0,-1 3 0,-3-4 0,0 1 0,0-5 0,-2-2 0,-2 3 0,-4 5 0,-4 5 0,-4 4 0,-3 0 0,-1-1 0,-3-2 0,-2 0 0,1 3 0,-2-2 0,-1 3 0,-1-2 0,1 3 0,-3-1 0,0 0 0,1 4 0,-2 1 0,0 3 0,0 1 0,-1 0 0,-1 2 0,0-1 0,0 3 0,0 0 0,-1 0 0,0 2 0,1 1 0,-1 0 0,-14-4 0,1 2 0,1 2 0,1 0 0,0 3 0,1 0 0</inkml:trace>
  <inkml:trace contextRef="#ctx0" brushRef="#br0" timeOffset="166400">11595 7690 5734,'-6'-5'0,"0"1"0,-1-1 0,0-2 0,-2-2 0,4 3 0,0 1 0,4 3 0,1 0 0,5-5 0,-1 0 0,20-17 0,-9 11 0,6-3 0,0-1 0,-2 4-215,9-6 215,-16 12 0,-4 1 0,-1 1 0,-1 2 0,-1 0 0,0 2 0,1 1 0</inkml:trace>
  <inkml:trace contextRef="#ctx0" brushRef="#br0" timeOffset="166634">11681 7891 5734,'22'-42'0,"-1"4"0,5 3 0,-4 7 0,4 0 0,0-1-2535,2 0 2535,-7 7 0,0 1 0,-1 3 0,-2 1 0,-1 3 0</inkml:trace>
  <inkml:trace contextRef="#ctx0" brushRef="#br0" timeOffset="167358">12200 7433 5734,'-3'3'0,"-1"-1"0,4-2 0,4-3 0,0 2 0,23-8 0,-14 4 0,17-4 0,-15 4 0,3-1 0,7-2 0,-4 1-342,6-3 342,-7 3 0,-2 1-24,-1-1 24,-2 1 0,-1 1 0,-2 1 0,-3 2 0,2 0 341,-5 1-341,2 1 25,-5 1-25,-2 1 0,0-1 0,-2 1 0,1-1 0,-1 1 0</inkml:trace>
  <inkml:trace contextRef="#ctx0" brushRef="#br0" timeOffset="167717">12637 7137 5734,'4'4'0,"3"11"0,-4-2 0,7 31 0,-5-20 0,1 17 0,-2-8 0,-1 0 0,0 1-510,1-1 1,-1-2 509,-2-11-219,1 5 219,0-8 0,-1 5 0,2-10 0</inkml:trace>
  <inkml:trace contextRef="#ctx0" brushRef="#br0" timeOffset="169434">19926 15132 5734,'-39'-3'0,"0"-1"0,5 7 0,-4 3 0,0 2 0,5 0-1490,-2 2 1,1 5 1489,0 1 0,-5 5 0,2 1 0,6 0-1044,2 5 1,5 1 1043,3-2 0,-1 2 0,2 1 0,1 5 0,2 1 0,1 0-334,-1 6 0,1 2 334,2-7 0,1 3 0,3 1 0,5-1 0,4 3 0,1 0 0,0-4 0,1-3 0,0-3 0,4 4 0,3 3 0,4 7 0,2 1 0,1-3 0,-1-7 0,9 6 0,6-5 0,-3-10 0,6 2 0,3 0 0,1-3 0,-5-5 0,12-1 0,3-7 0,-6-8 0,7-1 0,2-2 0,-1-3 0,-7-2 0,-3-4 0,-5-3 0,3-2 0,3-1 0,4-1 0,0-2 0,-3-5 0,-7-1 0,-2-3 0,0-3 0,-2 1 0,-2 2 0,5-4 0,-3 1 0,1-4 0,0-1 0,3-5 0,0-2 0,-2 0 0,-6 5 0,-5 1 0,-4 2 0,0-1 0,4-10 0,0-2 0,-4 2 0,-3-3 0,-4-1 0,-3 5 0,-3-3 0,-1 3 0,-1-6 0,-3 0 0,-3 0 0,-2-2 0,-7 3 0,-6 7 0,-5 4 0,1 1 0,4 4 0,0 1 0,-2 2 0,-6 0 0,-3 2 0,2 4 0,2 7 0,2 4 0,-2 0 0,0 1 0,1 1 0,0 2 0,0 0 0,0 1 0,2 1 0,-1 0 0,-22-2 0,3 2 0</inkml:trace>
  <inkml:trace contextRef="#ctx0" brushRef="#br0" timeOffset="170387">15972 7572 5734,'19'-11'0,"7"-3"0,-3 2 0,4-1 0,4-2 0,-7 4 0,0-1 0,0 1 0,-1 0 0,14-8 0,-28 14 0,0 2 0,-9 4 0</inkml:trace>
  <inkml:trace contextRef="#ctx0" brushRef="#br0" timeOffset="170564">16023 7841 5734,'14'-8'0,"1"0"0,0-2 0,2-3 0,1-1 0,10-9 0,-7 6-1069,5-5 1069,-9 8 0,-1-1 0,0 0 0</inkml:trace>
  <inkml:trace contextRef="#ctx0" brushRef="#br0" timeOffset="171236">16630 7215 5734,'24'-9'0,"2"3"0,-14 6 0,3 1 0,-3 1 0,-3 1 0,2 1 0,-3 5 0,-3-4 0,0 6 0,-2-1 0,-1 1 0,0 4 0,-1 3 0,0-5 0,0 4 0,3-2 0,1-6 0,2 3 0,9-2 0,-4-5 0,15 0 0,-13-6 0,5-1 0,-8-2 0,0 1 0,1-4 0,-5 0 0,2-3 0,-5 1 0</inkml:trace>
  <inkml:trace contextRef="#ctx0" brushRef="#br0" timeOffset="171716">16764 6890 5734,'-29'2'0,"0"1"0,-9 3 0,1 2 0,-8 7-263,15-5 1,0 4 262,3 8 0,-1 6 0,4-2-1505,3-3 0,1 1 1505,-3 5 0,-2 3 0,6-2 0,9-5 0,4-1 260,0 0 0,3 2-260,7 19 0,4 1 0,-1-17 0,2 0-645,7 5 0,4 2 0,0-5 645,1-9 0,2-3 0,7 6 0,4-2 0,7-6 0,0-4 0,-8-3 0,1-2 0,10 1 0,4-4-262,-5-6 1,3-4 0,-3-1 261,-2 0 0,3-2 0,-2-4 0,7-2 0,-1-2 0,-8 1 0,-4-2 0,-3 0 0,1-1 0,1-2 0,-6 0 0,-9 3 0,-4-1 0,13-19 0,-8-3 0,-7-1 0,-17 8 0,-7-6 0,0 5 0,3 8 0,-3 1 0,-4-7 0,-3-4 0,-2 10 0,-17 9 0,-7 5 0,19 10 0,-1 1 0,-1 0 0,0 1 0</inkml:trace>
  <inkml:trace contextRef="#ctx0" brushRef="#br0" timeOffset="199648">20428 2426 24575,'-45'8'0,"0"1"0,-6-1 0,-1-3 0,-1-4 0,-1-2-3983,-5 1 0,-2 0 3983,2 0 0,-1 0-1331,-6 0 1,-1 0 1330,-1 0 0,-1 0 0,-6 0 0,0 0 0,7 0 0,0 0 0,-5 1 0,-1-2 0,6-5 0,0-1-697,-6 6 1,-2-2 696,1-10 0,0 0 0,1 11 0,-1 1 0,-1-13 0,2 1 0,6 11 0,-1 1-1100,-4-13 1,0 1 1099,11 11 0,1 1-80,-6-12 1,1-1 79,5 5 0,2 1 221,6 1 0,-1-2-221,-4-6 0,0 3 509,11 10 0,1 1-509,-6-5 0,1-2 0,5 1 0,2 1 655,-2 5 1,2-1-656,-33-11 0,4-1 0,0 11 0,10-10 1738,3 13-1738,3-14 1954,24 11-1954,-24-10 2640,24 13-2640,-10 0 0,13 0 0,0 13 0,0-10 0,0 11 0,0-14 0,0 0 0,13 13 0,-22-10 0,19 11 0,-24-1 0,14-10 0,0 10 0,0 1 0,0-11 0,1 10 0,-1 1 0,0-11 0,0 10 2305,13 1-2305,-10-11 1711,11 10-1711,-14 1 1259,13-11-1259,-9 10 0,9 1 0,0-11 0,-9 10 0,22-13 0,-9 0 0,13 0 0,-13 14 0,9-11 0,-9 10 0,13-13 0,0 0 0,-13 0 0,9 13 0,-9-9 0,13 9 0,0-13 0,0 13 0,0-9 0,-13 22 0,9-22 0,-9 9 0,13 0 0,-13 4 0,10 0 0,-11 9 0,1-9 0,10 13 0,-24 0-823,24 13 823,-24-10 0,24 24 0,-11-24 0,1 24-2091,10 3 2091,-11 3 0,1 10 0,10-13 0,-11 13 0,14-10-1165,0-19 0,0-1 1165,0 20 0,0 10 0,0 1 0,14-11 0,-11 10-1639,10-13 1639,1 0 0,-11 0 0,24 0 0,-24 0 0,24 0 0,-24-1 0,24 1-492,-24-13 492,10 10 0,1-11 0,-11 1 0,23 9 975,-22-22-975,9 9 1898,0-13-1898,-9 0 0,9 0 0,-13 0 0,13 0 0,-9 0 0,9 0 1927,-13-14-1927,0 11 1450,0-11-1450,0 1 803,13 10-803,-9-11 322,9 1-322,-13 10 0,0-24 0,0 24 0,0-24 0,0 24 0,0-24 0,0 10 0,0-13 0,0 13 0,0-9 0,0 9 0,0-13 0,13 0 0,-9 13 0,9-9 0,-13 9 0,0-13 0,0 0 0,13 13 0,-9-9 0,9 9 0,-13-13 0,0 0 0,0 13 0,0-9 0,0 9 0,0-13 0,13 0 0,-9 0 0,9 0 0,-13 13 0,13-9 0,-10 9 0,11-13 0,-1 13 0,-10-9 0,24 9 0,-10 0 0,13-9 0,-14 22 0,24-23 0,-20 24 0,23-24 0,-13 11-634,14-1 634,-11-10 0,24 11-1729,-11-1 1729,14-10-2168,13 11 2168,-10-1 0,11-10 0,-1 11-2208,3-1 2208,1-10 0,-34 11 0,1-1 0,0-11 0,1-1 0,1 6 0,2 0-1245,9-7 1,2 0 1244,-6 6 0,1 1-907,12-5 1,1-1 906,-6 6 0,1-1-813,11-5 1,0-2 812,-5 1 0,1 0-739,12 0 0,1 0 739,-6 0 0,1 0 0,-19 0 0,2 0 0,-2 0 0,19 0 0,-1 0 0,6 7 0,-1 0 0,1-6 0,0 1 0,-6 4 0,1 1 0,5 1 0,-1-2 0,-13-5 0,0 1-198,6 4 0,-1 1 198,-12 1 0,1-2 0,4-6 0,1 3 110,-6 10 1,-2 1-111,-6-12 0,0-1 425,-1 5 0,-1 1-425,-5 1 0,-2-2 0,2-5 0,-2 1 1938,33 11-1938,-4-13 0,-13 0 0,0 0 2215,-14 0-2215,11 0 2377,-24 0-2377,10 0 2638,-13 0-2638,0 0 0,0-13 0,0 10 1966,-13-11-1966,9 14 1405,-9-13-1405,13 10 0,0-24 743,-13 24-743,9-11 187,-9 1-187,-1 10 0,11-11 0,-10 1 0,-1 10 0,11-11 0,-24 14 0,11 0 0,-1 0 0,-10-13 0,11 10 0,-14-10 0,13 13 0,-10 0 0,11 0 0,-14 0 0,0 0 0,0-14 0,0 11 0,0-10 0,-14-1 0,11 11 0,-10-24 0,13 24 0,13-24 0,-10 11 0,11-28 0,-14 11-1760,0-23 1760,0-4-2470,0-4 2470,-1 22 0,2-2 0,12-33 0,-11 33 0,-1-1-1600,6-7 0,0 0 1600,-7 0 0,0-2 0,6-6 0,1 0-1437,-6 0 1,1 0 1436,5 0 0,-1 0 0,-6 0 0,0 1 0,7-1 0,0 0 0,-6-1 0,1 2 0,5 5 0,-1 1-457,-5 1 0,-2 1 457,1 6 0,0 0 0,0 0 0,0 1 262,0-33-262,0 4 0,0 13 0,0 0 1434,0 13-1434,-13-9 0,10 9 0,-11 1 3094,14 2-3094,0 14 0,0-13 2396,0 10-2396,0-10 0,0 13 0,0 0 1978,0 0-1978,0 13 1516,0-10-1516,0 11 0,0-1 0,0-9 537,-13 22-537,10-22 0,-10 22 0,-1-22 0,11 22 0,-24-22 0,24 22 0,-24-22 0,24 22 0,-24-22 0,11 9 0,-14 1 0,0-11 0,0 24 0,0-24 0,0 24 0,-13-24 0,9 24 0,-22-11-1274,23 1 1274,-24 10 0,10-11-1642,-13 14 1642,1 0-2110,-15 0 2110,11 0 0,-10 0 0,0 0 0,9 0 0,-9 14 0,13-11 0,14 10 0,2-13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42:57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15740 9890 5734,'16'-24'0,"3"-5"0,7-8-562,-13 17 0,4-4 562,2-2 0,4-7 0,3-4 0,1-2 0,-2 3 0,-3 5-1093,3-4 1,-4 3 0,4-3 1042,-2 2 1,4-5-1,1-3 1,0 1-1,-2 3 1,-4 6 49,7-11 0,-4 6-518,1-2 0,0 0 518,0 1 0,0 0 0,-2 4 0,0-2 0,-3 7 0,0 0 0,-1 1 0,2-3 0,0 1 0,3-4 0,1 0 0,-1 3 0,-3 5 0,-5 5 0,8-3 0,-34 40 0,-4 6 0</inkml:trace>
  <inkml:trace contextRef="#ctx0" brushRef="#br0" timeOffset="328">15459 11083 5734,'31'-37'0,"0"0"0,0 0 0,-2 2 0,1 0 0,2-3 0,-3 5 0,2-2 0,2-1 0,-1 1 0,-2 2-820,-4 3 1,-1 3 0,0-1 0,3-4 478,0 2 1,3-4-1,2-2 1,1-1-1,-1 1 1,-2 3-1,-3 2 322,2 0 1,-4 2 0,0 2 0,1-2 18,0 0 0,1-1 0,1-1 0,0 0 0,1 0 0,-1 0 0,2-1 0,1 0 0,-1 0 0,-1 1 0,-2 2 0,1-1 0,-2 3 0,0-1 0,4-3 0,-5 4 0,4-3 0,1-2 0,2-2 0,0 1 0,-2 2 0,-3 2 0,-3 3 0,8-7 0,-4 4 0,2-3 0,-5 4 0,3-3 0,2-2 0,-1 1 0,-2 2 0,-5 4 0,5-6 0,-2 1 0,1-2 0,0-1 0,-5 5 0,-6 0 0,-4 2 0,-27 26 0,-5 8 0,-11 10 0</inkml:trace>
  <inkml:trace contextRef="#ctx0" brushRef="#br0" timeOffset="654">15641 11883 4649,'23'-29'0,"-1"0"0,0 1 0,1-1 0,6-9 0,1 1 0,1-1-820,-2 3 1,1-2 0,1 1 0,-1 1 476,-5 5 0,-1 1 0,0 0 0,1-1 343,1-1 0,1-2 0,1 0 0,0 0 0,-3 2 0,1-1 0,-2 2 0,0 1 0,0-2 0,1 0 0,-1 0 0,1 0 0,0-1 0,-1 2 0,-1 0 0,2-2 0,4-4 0,-6 6 0,3-3 0,3-4 0,2-1 0,0-2 0,1 0 0,-1 0 0,-1 3 0,-2 1 0,-2 4 0,6-8 0,-4 4 0,-1 2 0,1-2 0,4-4 0,-7 8 0,3-3 0,1-3 0,2-1 0,1 0 0,-1-1 0,-1 3 0,-2 1 0,-2 3 0,-4 5 0,5-6 0,-5 6 0,0 1 0,-1-1 0,8-8 0,-1-1 0,1-1 0,-2 3 0,1-2 0,-1 0 0,-1 2 0,-1 0 0,-1 2 0,2-3 0,-4 3 0,3-3 0,-1-2 0,0 2 0,-5 5 0,5-7 0,-3 1 0,-2 3 0,2-2 0,-6 5 0,-5 0 0,-10 11 0,-8 11 0,-6 7 0</inkml:trace>
  <inkml:trace contextRef="#ctx0" brushRef="#br0" timeOffset="961">15853 12356 1954,'30'-32'0,"1"-1"0,0 1 0,0-1 0,0 1 0,-1-1 0,1 0 0,0 1 0,0-1 0,0 1 0,0-1 0,0 0 0,0 1 0,-1-1 0,1 1 0,-1 0 0,0 0 0,-1 0 0,1-1-245,3-3 1,-1-1 0,1 0 0,-1-1-1,0 1 1,-1 1 0,-1 1 0,-2 2 244,1 0 0,-3 2 0,-1 2 0,0-1 0,2-2 0,3-4 0,-4 5 0,2-3 0,3-3 0,0-2 0,2-1 0,0 0 0,1-1 0,-2 1 0,0 1 0,-3 3 0,-1 1 0,-3 4 0,4-5 0,-3 4 0,-2 2 0,-1 0 0,1-1 0,2-2 0,1-1 0,1-2 0,2-1 0,0-1 0,0 0 0,-1 1 0,-1 1 0,-2 2 0,1-1 0,-1 2 0,-2 1 0,0 1 0,-1 0 0,0 1 0,3-5 0,-1 2 0,0-1 0,1-2 0,-2 3 0,1-2 0,2-2 0,-1 1 0,-2 1 0,-3 4 0,4-6 0,-3 3 0,0-1 0,-2 4 0,0-1 0,-1 0 0,-2 3 0,3-7 0,-3 2 0,1-5 0,-3 1 0,-6 13 0,-2 1 0,0-3 0,-4 3 0,-11 6 0,-9 11 0,-5 7 0</inkml:trace>
  <inkml:trace contextRef="#ctx0" brushRef="#br0" timeOffset="1299">16448 12804 2261,'28'-37'0,"1"0"0,-1 1 0,1-1 0,-1 1 0,1-1 0,-1 0 0,1 1 0,-1-1 0,1 0 0,-2 2 0,-2 4 0,-2 1 0,1 0 0,1-2 0,3-3-206,-4 4 0,3-3 1,2-3-1,1-1 1,0 0-1,1-1 1,0 0-1,-2 2 1,-1 1-1,-2 4 1,-2 2 205,4-5 0,-2 5 0,-3 1 0,1 0 0,3-3 0,-2 2 0,2-3 0,1 0 0,0-1 0,0 0 0,-1 2 0,-1 0 0,4-4 0,-1 2 0,-1 0 0,0 0 0,2-2 0,-5 6 0,1-2 0,1 1 0,-1-2 0,2 1 0,-1-1 0,1-1 0,-1 1 0,1 0 0,0-2 0,1 0 0,-1 1 0,-1 0 0,0 2 0,-2 1 0,3-3 0,-2 2 0,-1 1 0,1-1 0,3-4 0,-3 4 0,3-4 0,2-3 0,1 0 0,0-2 0,-1 2 0,-1 2 0,-3 2 0,-4 5 0,3-4 0,-3 5 0,-2 1 0,2-2 0,2-4 0,2-2 0,1 0 0,-2 1 0,-4 3 0,-1 0 0,-4 2 0,-1 3 0,1-2 0,-3 1 0,-2-9 0,-9 5 0,-13 15 0,-18 3 0</inkml:trace>
  <inkml:trace contextRef="#ctx0" brushRef="#br0" timeOffset="1596">17127 12556 1058,'30'-34'0,"0"-1"0,0 0 0,0 0 0,0 0 0,0 0 0,-2 3 0,2-2 0,0-1 0,1 0 0,-1 1 0,0 0 0,-1 1 0,-1 2-212,3-4 0,-2 3 1,-1 1-1,2-2 1,4-4 211,-8 8 0,2-3 0,3-2 0,0-1 0,2-2 0,0 0 0,0 1 0,-1 0 0,-1 1 0,-2 2 0,-3 3 0,6-6 0,-2 4 0,-3 1 0,0 0 0,2-1 0,1-3 0,-2 4 0,1-2 0,2-2 0,0 0 0,0-1 0,0 1 0,0 0 0,-2 1 0,-1 3 0,5-7 0,-1 1 0,-1 2 0,-1 1 0,-1 0 0,0 2 0,-1 0 0,-2 2 0,-1 1 0,1 0 0,1-2 0,-1 1 0,2-2 0,-1 0 0,0 1 0,-1 1 0,-2 2 0,9-11 0,-4 4 0,0 0 0,-2 2 0,-2 0 0,1 1 0,-2 1 0,-1 0 0,1 0 0</inkml:trace>
  <inkml:trace contextRef="#ctx0" brushRef="#br0" timeOffset="2084">19124 11041 5734,'26'-38'0,"1"0"0,0 0 0,-5 7 0,2-1 0,0 0 0,1 0 0,-2 2-1093,6-6 1,-1 2 0,2-1 496,-1 0 0,2-1 0,1-1 0,1 0 581,-5 5 0,2 0 1,0-1-1,0 2 1,-2 0 14,1 0 0,-1 1 0,0-1 0,2 0 0,-1 0 0,1-2 0,1 0 0,1 0 0,-1 0 0,-1 0 0,1 0 0,0-1 0,-1 2 0,-1 0 0,1 0 0,-2 2 0,1-1 0,0-1 0,0 1 0,0-1 0,1-1 0,0 0 0,-1 1 0,-1 1 0,0 0 0,-1 0 0,-1 1 0,0 2 0,-1-1 0,-1 2 0,-1 0 0,2-1 0,3-5 0,2 0 0,-1-1 0,1-2 0,-4 4 0,0-3 0,1-1 0,-3 3 0,-2 4 0,6-10 0,-1 1 0,-4 6 0,4-5 0,-4 3 0,-10 10 0,-13 8 0,-5 5 0</inkml:trace>
  <inkml:trace contextRef="#ctx0" brushRef="#br0" timeOffset="2366">20078 11180 4241,'28'-32'0,"-1"0"0,0-1 0,1 1 0,-1 0 0,-1 1 0,1 0 0,-1 0 0,0 2 0,-2 1-1093,5-6 1,-2 2 0,1 0 876,1-1 1,1-1-1,2-2 152,-6 6 1,3-3-1,0 0 1,0 1 0,-1 1 63,0-1 0,-1 1 0,0 0 0,2-1 0,-1 1 0,2-2 0,0-1 0,0 0 0,1 1 0,0-1 0,0 0 0,0 1 0,0 0 0,-2 2 0,1-1 0,-2 3 0,1-2 0,3-2 0,-3 2 0,5-3 0,1-3 0,1 1 0,-1-1 0,-2 4 0,-4 2 0,1 0 0,-3 3 0,-1 2 0,2-4 0,3-2 0,3-2 0,1-1 0,-2 1 0,-4 3 0,2-3 0,-4 3 0,-1 3 0,2-4 0,-2 1 0,5-4 0,-3 0 0,-13 13 0,-3 3 0,-1-4 0,-9 5 0,-14 16 0</inkml:trace>
  <inkml:trace contextRef="#ctx0" brushRef="#br0" timeOffset="2600">20642 11408 5734,'20'-17'0,"-1"0"0,16-14 0,1-3-1639,-4 6 1,0-2 843,-2 3 1,3-3-1,-2 1 770,-5 5 1,0 1 0,2-2 24,4-3 0,2-2 0,2-1 0,-3 2 0,-5 5 0,-1 1 0,0 0 0,1-2 0,1 1 0,1-1 0,1-1 0,0 0 0,-1 1 0,2-1 0,0 0 0,0 0 0,0 0 0,-2 2 0,0 0 0,-2 1 0,1 0 0,3-3 0,2-2 0,4-3 0,2-2 0,0 1 0,-3 1 0,-4 4 0,3-2 0,-4 2 0,2-1 0,-2 1 0,3-3 0,1 0 0,-2 1 0,-7 5 0,2-1 0,-4 2 0,4-5 0,-2 2 0,0-2 0</inkml:trace>
  <inkml:trace contextRef="#ctx0" brushRef="#br0" timeOffset="2812">20944 11845 4493,'35'-26'0,"1"-1"0,-1 1 0,1-1 0,-1 1 0,1 0 0,2-3 0,-1 3 0,-1-1 0,2-1-547,-6 5 1,2-2 0,1 0 0,-1 0 0,-1 1 0,-2 2 242,0-1 0,-2 3 0,-1 0 0,2-2 304,2-1 0,2-2 0,1 0 0,-1 0 0,-2 1 0,0 0 0,-2 1 0,0 1 0,1-2 0,7-5 0,2-1 0,-1 1 0,-3 1 0,-4 2 0,-2 2 0,0 0 0,-3 1 0,1 0 0,-2 1 0,0 0 0,-1 0 0,1 0 0</inkml:trace>
  <inkml:trace contextRef="#ctx0" brushRef="#br0" timeOffset="3434">17368 13326 5734,'-23'32'0,"0"0"0,2-3 0,-1 2-1093,2-2 1,-2 3 0,-4 7 1042,5-9 0,-4 6 0,-2 4 0,-1 3 0,-2 1 0,0 0 0,1-1 0,2-3 0,2-4-352,-3 5 1,3-4-1,0-1 1,-1 2 0,-3 4 401,7-10 0,-1 3 0,-3 2 0,0 3 0,-2 0 0,1 0 0,0 0 0,1-1 0,1-3 0,1-2 0,4-3 0,-6 7 0,3-6 0,2-1 0,0 0 0,-3 5 0,2-1 0,-2 2 0,-1 2 0,0 2 0,0 0 0,1-1 0,0-2 0,3-2 0,-4 3 0,3-2 0,0-2 0,0 2 0,-2 5 0,3-5 0,-2 5 0,-1 3 0,-1 1 0,0 0 0,1 0 0,1-3 0,2-3 0,4-5 0,-2 3 0,4-5 0,1-1 0,-1 3 0,-1 3 0,-2 4 0,0-1 0,2-2 0,5-5 0,1 3 0,3-4 0,2-3 0,1 1 0</inkml:trace>
  <inkml:trace contextRef="#ctx0" brushRef="#br0" timeOffset="3646">17660 13885 1812,'-21'35'0,"0"-1"0,0 1 0,0 0 0,-1-1 0,1 1 0,-3 5 0,-1 0 0,1 0 0,-1 1 0,0 0-302,1-2 0,0 1 0,-1 1 0,1 0 0,-1 0 0,2-3 302,0 1 0,1-1 0,0-1 0,0 1 0,-1 1 0,2-4 0,1 0 0,-2 2 0,1 0 0,-1 0 0,1 0 0,1 0 0,-4 6 0,1 0 0,0 1 0,1-1 0,1-1 0,0-2 0,1-1 0,1-2 0,1-1 0,0 2 0,-2 4 0,4-7 0,-2 5 0,0 1 0,-1 3 0,1-1 0,0 0 0,0-1 0,3-4 0,0-3 0,-3 11 0,3-5 0,0-1 0,-1 3 0,2-4 0,-1 3 0,0 1 0,1 0 0,0-2 0,3-4 0,0 10 0,2-4 0,2-3 0,0 3 0,1-2 0,3-9 0,0 1 0,0-1 0</inkml:trace>
  <inkml:trace contextRef="#ctx0" brushRef="#br0" timeOffset="3851">17862 14940 1680,'-19'34'0,"0"0"0,0 0 0,0 1 0,1-2 0,0 0 0,-1 1 0,-1 4 0,2-4 0,-1 4 0,-1 2 0,0 1 0,0 0 0,1-2 0,1-2-420,-3 8 0,1-4 0,1 0 0,-2 4 420,5-10 0,-2 3 0,0 1 0,0 1 0,1-1 0,1-1 0,1-2 0,-2 11 0,3-2 0,1-2 0,0-2 0,0 2 0,2-3 0,0 2 0,1-5 0,1 2 0,1-2 0,1-2 0,1 7 0,3-3 0,1-4 0,3-1 0,1-7 0,1-1 0,7 21 0</inkml:trace>
  <inkml:trace contextRef="#ctx0" brushRef="#br0" timeOffset="4013">18405 15030 2384,'-21'42'0,"0"-1"0,1 0 0,4-5 0,-2 6 0,-2 5 0,0 1 0,0 1 0,1-1 0,1-4 0,3-4 0,-3 8 0,3-6 0,0 0 0,-2 5 0,2-3 0,-1 0 0,1-1 0,0 1 0,-1 0 0,1-1 0,0 1 0,-1-1 0</inkml:trace>
  <inkml:trace contextRef="#ctx0" brushRef="#br0" timeOffset="4411">22463 13725 5734,'-22'27'0,"1"1"0,-4 5 0,-3 4 0,1 0-1093,3-4 1,1-1 0,-1 2 496,-1 0 0,-1 3 0,-1 2 0,-1 0 581,1-2 0,-1 3 1,0-1-1,0 1 1,1-2 14,4-6 0,0 0 0,2-1 0,-2 0 0,0 3 0,-2 0 0,0 1 0,0 1 0,-2 1 0,1 2 0,-1 0 0,2-2 0,0 1 0,-1 2 0,-1 0 0,1 0 0,1-1 0,0-1 0,2-2 0,-3 5 0,2-4 0,0 0 0,0 1 0,-2 6 0,4-8 0,-1 4 0,-2 3 0,-1 2 0,0 1 0,0-1 0,2 0 0,0-3 0,3-3 0,3-5 0,-5 11 0,3-7 0,3-1 0,-3 4 0,2 1 0,-3 4 0,0 2 0,1-1 0,2-3 0,5-8 0,-3 11 0,5-5 0,3-9 0,-1 1 0,1-1 0</inkml:trace>
  <inkml:trace contextRef="#ctx0" brushRef="#br0" timeOffset="4630">22609 14496 2254,'-24'37'0,"-1"0"0,1 0 0,-1 0 0,1 0 0,2-3 0,-1 3 0,-1 1 0,0 1 0,0 0 0,0-1 0,2-2 0,2-3-564,-4 9 1,2-5-1,0 0 1,-2 6 563,6-10 0,-2 4 0,-1 4 0,0 0 0,-1 2 0,1-2 0,2-1 0,1-3 0,2-5 0,-1 6 0,3-5 0,1-1 0,-1 3 0,-1 3 0,-1 4 0,-1 0 0,2-1 0,3-4 0,2 2 0,2-3 0,2-3 0,-1 3 0,2-2 0,-1 4 0,3-3 0,7-10 0,3-8 0</inkml:trace>
  <inkml:trace contextRef="#ctx0" brushRef="#br0" timeOffset="5867">20451 14846 5734,'-5'-3'0,"1"1"0,1-2 0,-2 1 0,3 1 0,-2 0 0,2 2 0,1 0 0,-1-1 0,0-4 0,1 2 0,-1-3 0,1 2 0,0-3 0,1 4 0,0-3 0,0 6 0,3 3 0,-1 1 0,3 6 0,4 6 0,-1-1 0,4 10 0,2 7 0,-4-3-423,5 12 423,-8-14 0,-1 1-885,-2-5 0,0 2 885,2 8 0,-1 3 0,-2 9 0,-1-1 0,0-8 0,-1 0 0,0-4 0,-1 3 0,0-1 0,-1 4 0,0 1 0,-1-1-1333,0 8 1,0 0 1332,0-5 0,-1 3 0,1-3-438,0 5 0,0 1 438,0-4 0,-1 4 0,1 3 0,1-5 0,-1 3 0,1 0 0,0 1 0,-1-11 0,1 1 0,0 0 0,-1 0 0,1-1 0,-1 9 0,1-1 0,-1-1 0,1-3 0,-1 0 0,1-3 0,-1-3 0,0 3 0,0-2 0,0-1 0,0-1 0,1-2 0,-1 2 0,-1 9 0,0 1 0,1-12 0,0 0 0,0 8 0,-1-1 0,1-12 0,0-2 0,0-2 0,0 3 0,-2 18 0,0 0 0,1-16 0,0-1 0,-1 14 0,0 0 0,2-14 0,0-2 79,-1 11-79,0 8 0,2-20 2271,0-4-2271,0-4 1040,-2 1-1040,2-6 2035,-1 1-2035,2-4 309,0-2-309,1 2 0,0-5 0,-1 0 0,-1-3 0,-1-2 0,-2-9 0,1-1 0,-4-11 0,2-1 0,-1-3 0,0 3 0,1-1 0,-3-13 0,0 1 0</inkml:trace>
  <inkml:trace contextRef="#ctx0" brushRef="#br0" timeOffset="6862">20361 17351 5734,'-4'-6'0,"1"1"0,-1 3 0,2 1 0,1 3 0,3 16 0,0-2 0,3 27 0,-2-15 0,1 12 0,-1 2 0,0-10 0,-1-7 0,0-2-376,-1 2 376,2 2 0,-2-10 0,1-7 0,1-2 0,3-16 0,2-3 0,12-24 0,-4 7 21,7-14-21,-10 21 0,0-1 0,4-6 0,1 0 0,0 0 0,0 2 0,-1 2 0,-1 2 0,5-3 0,-9 15 0,1 6 0,-5 5 0,-2 6 0,-8 4 0,-2 0 0</inkml:trace>
  <inkml:trace contextRef="#ctx0" brushRef="#br0" timeOffset="7362">19804 18107 5734,'-2'26'0,"1"-4"0,2 15 0,1 8 0,1-8-471,-1-13 1,0 0 470,2 9-657,1-2 657,0-2 0,3 5 0,-3-11 374,4 1-374,1-17 0,0-8 0,9-19 0,-7-3 0,-1-3 0,-2-3-573,-2 2 1,-2-1 572,0 1 0,1-1 0,-3 2 0,-1 2 253,0-5-253,0 4-210,-1-2 210,0 11 0,0-6 0,1 14 1598,-1 1-1598,5 16 115,-1-2 1,4 8 0,-2-6-1</inkml:trace>
  <inkml:trace contextRef="#ctx0" brushRef="#br0" timeOffset="7945">20172 18141 5734,'-5'34'0,"-1"9"0,3-18 0,-1 18 0,2-17 0,0 6 0,2-5 0,0-1 0,0-6 0,1-5 0,0-15 0,1-4 0,0-6 0,1-1 0,0-5 0,1-1 0,2-14 0,-1 5 0,2-10 0,0-5 0,-1 10 0,-1 3 0,-1 1 0,1 3 0,2-12 0,-5 27 0,-1 1 0,6 32 0,-3-7 0,4 25 0,1-1 0,-2-8 0,2 1 0,2 2 0,0 0 0,6 4 0,1-2 0,-2-13-395,12 12 395,-16-33-42,7-11 42,-6-4 0,4-9 0,-4-12 0,-4 5 0,-2-4 0,-2-1 0,-1-2 0,-2 3 0,-1 0 0,-1 5 0,-2-10 0,1 20 0,0-2 0,1 11 0,0 4 0,8 38 0,-4-13 67,1 3 0,0 1-67,-1 0 0,3 11 0,-2-9 0,3 13 0,-3-21 0,1 3 43,-8-9-43,0-11 0,-6 0 0,1-10 0</inkml:trace>
  <inkml:trace contextRef="#ctx0" brushRef="#br0" timeOffset="8128">20404 17755 5734,'-6'-13'0,"1"-4"0,9-5 0,1 5 0,12 1 0,-5 12 0,4 5 0,-5 2 0,2 2 0</inkml:trace>
  <inkml:trace contextRef="#ctx0" brushRef="#br0" timeOffset="8366">20624 17770 5734,'-2'11'0,"1"3"0,1 18 0,2 4 0,1 10-1639,0-2 1,1 1 1162,-1-18 1,0-2 475,0 1 0,0 2-1,2 10 1,0 1 0,-2-10 0,1 0 0,2 16 0,0 0 0,0 1 0,-2-19 0,0 0 0,0 10 622,-3-14-622,-2 0 0,-4-15 0,-3-7 0,-1-3 0</inkml:trace>
  <inkml:trace contextRef="#ctx0" brushRef="#br0" timeOffset="8502">20624 18272 5734,'26'-10'0,"1"-1"0,-1 1 0,-1 1 0,5-7 0,2 1 0</inkml:trace>
  <inkml:trace contextRef="#ctx0" brushRef="#br0" timeOffset="9029">21484 17999 5734,'-24'6'0,"-9"21"0,11 0-789,5 2 0,4 2 789,3 4-463,4-10 1,1 0 462,2 9 0,3 0 562,4-2-562,10 9 0,0-11 0,0-9 0,2-1 0,5-2 0,7 0 0,-1-11 0,-6-4 0,2-2 0,-8-6 0,-2-2 0,1-4 0</inkml:trace>
  <inkml:trace contextRef="#ctx0" brushRef="#br0" timeOffset="9198">21637 18115 5734,'0'12'0,"1"3"0,7 30 0,-1-12-546,-2-6 0,0 0 546,3 5 0,3 11 0,-3-10 0,2 5 0,-4-11 0,-4-9 0,0 0 0</inkml:trace>
  <inkml:trace contextRef="#ctx0" brushRef="#br0" timeOffset="9642">21889 18285 5734,'7'25'0,"-2"-8"0,0 2 0,-3-10 0,-1-6 0,-2-11 0,-1-4 0,-2-9 0,1-12 0,1 4-792,-1-10 792,4 11 0,0 0 0,2 2 0,4-7 0,0 9 0,3-3 0,-1 12 0,-1 3 0,0 3 0,3 3 0,-1 1 0,4 2 0</inkml:trace>
  <inkml:trace contextRef="#ctx0" brushRef="#br0" timeOffset="9880">22205 18011 5734,'-9'7'0,"-4"9"0,-3 22 0,3 6 0,7-20 0,2-1-789,4 15 789,4-13 0,13 15 0,-4-16 0,3-4 0,1-3 0,3-8 191,7 0-191,0-12 0,-8-3 0,6-5 0,-9-3 0,3-9 0,-1-4 0</inkml:trace>
  <inkml:trace contextRef="#ctx0" brushRef="#br0" timeOffset="10303">22422 17721 5734,'-1'28'0,"0"0"0,1-1 0,-1-2 0,3 12 0,1-8 0,1 1-1566,1 18 1566,0-17 0,0 1 0,1-1 0,1-1 0,5 15 0,4-3 0,1-3 0,2-3 0,-3-10 0,1-2 0,0-9 493,1-5-493,7-8 0,-5-6 257,4-8-257,-1-15 0,-7 3 0,2-12 0,-5-7-359,-6 9 359,-3 5 0,-1 0 0,-4-3 0,-6-15 0,0 26 0,-6-1 784,-5 17-784,4 8 0,-15 34 0,16-7 0,2 5 0,3 4 0,10-1 0,3 0-487,-2-6 0,1 0 487,4 3 0,4-2 0,15 6 0,-5-15 0,7 2-495,-1-22 495,-8-3 0,6-9 0,-10-2 0</inkml:trace>
  <inkml:trace contextRef="#ctx0" brushRef="#br0" timeOffset="11062">22118 16817 5734,'2'13'0,"0"1"0,1 14 0,-1-4 0,0 12 0,0 12-2859,0-9 2859,-2-13 0,1 2 0,1 2 0,0 0 0,1 16 0,1-8 0,0-1 0,2 4 0,-2-15 0,0-1 61,-1 14-61,-1-14 0,-2 0 0,0-16 0</inkml:trace>
  <inkml:trace contextRef="#ctx0" brushRef="#br0" timeOffset="11412">22311 16981 5734,'17'-9'0,"1"1"0,-1 2 0,12-1 0,-5 1 0,7 0 0,-3 4 0,-10 0 0,3 3 0,-9 4 0,-7 2 0,0 5 0,-8 1 0,-7 12 0,0-3 0,-5 10 0,6-9 0,0 1 0,-1 7-455,2-7 0,2-1 455,3 1 0,3-2 0,7 4 0,1-8 0,16 2 0,-5-13 0,8-4 0,15-17 0,-19 4-381,14-8 381,-25 6 0,-4-1 218,-2-2 0,-3-1 0,-2 1 0</inkml:trace>
  <inkml:trace contextRef="#ctx0" brushRef="#br0" timeOffset="11580">22346 17097 5734,'18'2'0,"22"-1"0,-12-2-1122,0-1 1,1-2 1121,1-1 0,-1-2 0,1 0 0,0-1 0,17-3 0</inkml:trace>
  <inkml:trace contextRef="#ctx0" brushRef="#br0" timeOffset="11820">22877 16744 5734,'-5'37'0,"0"0"0,3-10 0,1 3 0,2 4 0,0 1-1499,0 11 1499,2 2 0,0-1 0,-1 1 0,1-12 0,0 6 0,-1-6 0,-1-9 0,0-2 0,1 19 0,-1-3 118,-3-18 1,0-7-1,1-6 1</inkml:trace>
  <inkml:trace contextRef="#ctx0" brushRef="#br0" timeOffset="12162">23104 17106 5734,'-3'4'0,"2"-1"0,4 0 0,0-2 0,5 1 0,8-2 0,-2 0 0,7-1 0,1 0 0,-3 1 0,12-1 0,0 2 0,-7-1 0,1 0 0,-16-1 0,-3 1 0,-6 2 0,-1 1 0,-3 2 0</inkml:trace>
  <inkml:trace contextRef="#ctx0" brushRef="#br0" timeOffset="12357">23104 17257 5734,'22'-4'0,"9"-2"0,-8 1 0,19-3 0,-17 5 0,7 0 0,2 1 0,-11-1 0,9-1 0</inkml:trace>
  <inkml:trace contextRef="#ctx0" brushRef="#br0" timeOffset="12600">23736 16786 5734,'-4'13'0,"0"22"0,3-8-459,-1-4 1,1 2 458,-1 4 0,-1-1-436,1-3 0,0 0 436,-1 9 0,0 0 0,1-8 0,0 1 0,1 9 0,0 2 0,1-2 0,0-1 0,0 0 0,0-2 0,1-6 0,1-3 0,-2 0 104,0-9 0,0-11 0,0-6 0</inkml:trace>
  <inkml:trace contextRef="#ctx0" brushRef="#br0" timeOffset="14081">23517 16921 5734,'10'-9'0,"2"-2"0,-4 5 0,3-3 0,-2 3 0,4-3 0,-3 2 0,3-2 0,0 1 0,-4 1 0,6-1 0,-5 2 0,-1 2 0,-2 1 0,-5 2 0,1-1 0,2 1 0,-1 0 0,2 1 0,1-1 0,-1 0 0,1-1 0,0 0 0,-2 1 0,3-1 0,-3 1 0,2-1 0,-2 1 0,7-2 0,-7 1 0,5-5 0,-6 4 0,1 0 0,-3 3 0,-1 3 0,0-2 0,0 0 0,3-2 0,0-1 0,0 0 0,3-1 0,-3 0 0,1 0 0,5-4 0,-4 4 0,2-4 0,-6 6 0,-1 0 0,0-1 0,-5 6 0,-8 10 0,3-1 0,-6 5 0,8-9 0,0-3 0,0 3 0,2-3 0,0 0 0,1-2 0</inkml:trace>
  <inkml:trace contextRef="#ctx0" brushRef="#br0" timeOffset="15445">23929 16355 5734,'-11'-6'0,"-2"1"0,-1 3 0,-11 1 0,-2 0 0,-15 1-864,6 1 0,-4 0 864,-6 0 0,-2 1-1202,9 0 0,-1 0 1202,3 0 0,-2 0 0,-1 1 0,-4 0 0,-2 0 0,1 0-534,8 0 0,2-1 0,-3 1 534,3 0 0,-2-1 0,-2 1 0,1 0 0,-2 0 0,-2 0 0,1 0 0,1 0 0,-3 0 0,2 1 0,-2-1 0,3 0 0,-2 0 0,-1 0 0,-1 1 0,2-1 0,-2 0 0,0 1 0,1-1 0,3 0 0,-6 0 0,5 0 0,-7 0 0,7 0 0,-7 0 0,-3 0 0,1 1 0,4-2 0,6 1 0,3-1 0,5-1 0,-4 1 0,0-1 0,-6 1 0,-1-1 0,3 1 0,7-1 0,-1-1 0,3 1 0,-12 0 0,-4 1 0,10 0 0,5 0 0,0 0 0,7 0 0,20 0 495,-2 3-495,3 0 2478,-1 13-2478,3 10 0,0-1 1564,4 10-1564,0-11 0,2 4 0,-1 2 0,2 11 0,-2-9 0,1 7 0,0-6 0,-1-8 0,-1 0 0,3 14 0,0 6 0,0-6 0,-2-12 0,1 0-317,0 7 0,1 3 1,0-4 316,-2-8 0,1-2 0,1 17 0,1-1 0,0 5 0,-2-18 0,-1-1 0,2 6-573,0-3 573,1-3 0,-1-1 0,5 7 0,-2-9-290,3 5 290,-3-11 571,8 5-571,4 1 0,2 0 740,4-4-740,-5-6 0,2 0 0,5-1 0,-5-4 0,3 0 0,17 4-199,-12-5 0,2-1 199,-6-1 0,1-2 0,1 0 0,5-1 0,2 0 0,6-1 0,1-1 0,-2 1-756,-3-1 0,-1-1 1,3 0 755,-5 1 0,4-1 0,1 0 0,0 0 0,-1 0 0,8-2 0,0 1 0,0-1 0,-3 0-343,-6 1 1,-3-1-1,1 1 1,4 0 342,0 0 0,5 0 0,2-1 0,0 1 0,-3 0 0,-2 0 0,-1 1 0,-3-1 0,-1 1 0,5-1 0,-1 1 0,3 0 0,3-1 0,-1 1 0,-2 0 0,-4 0 0,-1 0 0,-3 0 0,-1 1 0,1-1 0,9 0 0,1 0 0,1 1 0,-2-1 0,-5 0 0,0 1 0,-1-1 0,-2 0 0,1 1 0,-2-1 0,2 0 0,5 0 0,3 0 0,-3 0 0,-9 0 0,0-1 0,-3 1 0,2-1 0,-1 0 0,6 1 0,-3-1 0,10-2 0,-17 0 0,5-4 0,-21 1 1216,-1-1-1216,-11-7 2835,-1 5-2835,-5-26 0,2 16 1099,-2-17-1099,4 11 0,0-3 0,0-7-1522,0-7 1522,1 18 0,-1-2 0,0-17 0,0-2 0,0 9 0,0-2-804,1 5 0,-2-2 0,1 1 804,-1-4 0,-2-3 0,1 7 0,-3-6 0,0-4 0,-1 0 0,1 2 0,1 5-406,-2-5 1,2 4 0,-2-5 405,1 6 0,-1-5 0,0-2 0,-1 1 0,1 3 0,1 7 0,-3-6 0,-1 3 0,-3-1 0,-3-2 0,1 4 0,2 2 0,-2 1 0,-8-6 0,-5-2 0,2 8 0,9 14 0,0 3 0,-12-8 0,1 4 0,-2 6 0,2 2 0</inkml:trace>
  <inkml:trace contextRef="#ctx0" brushRef="#br0" timeOffset="15615">24616 16634 5734,'-34'-5'0,"-1"0"0,4 1 0,3-3 0,6-8 0,2-3 0,-4-4 0,5 3 0,1 0 0</inkml:trace>
  <inkml:trace contextRef="#ctx0" brushRef="#br0" timeOffset="19530">20106 13721 5734,'-18'23'0,"-1"-1"0,-1 3 0,1-1 0,4-1 0,-2 2-1093,-2 5 1,-3 4 0,1 0 297,4-5 1,-1-1-1,0 2 795,-1 0 0,0 1 0,0 2 0,-1 1-19,-4 4 1,1 3 0,-1-1 0,1-1 18,4-6 0,0-2 0,1 0 0,-1 2 0,-1 0 0,1 0 0,-1 1 0,-1 2 0,-1 3 0,1-1 0,-2 4 0,-1 1 0,0 2 0,1-2 0,0-1 0,3-5 0,-2 6 0,1-5 0,1 0 0,-2 5 0,3-6 0,-3 4 0,-1 2 0,1 0 0,0-1 0,2-3 0,3-6 0,-1 5 0,3-6 0,1-1 0,0-1 0,1 0 0,-1 1 0,-3 10 0,-2 2 0,3-4 0,0-4 0,1-2 0,-5 13 0,2-7 0,4-20 0,4-13 0,3-6 0</inkml:trace>
  <inkml:trace contextRef="#ctx0" brushRef="#br0" timeOffset="19962">18820 13734 5734,'-27'33'0,"12"-15"0,-1 3 0,-10 17 0,-1 3-1639,5-7 1,-1 2 843,4-4 1,-2 2-1,-1 3 795,0 2 0,-2 4 0,1 0 0,1-3-25,2-4 1,2-1 0,-2 2 24,-2 3 0,-1 3 0,-1 1 0,3-1 0,2-4 0,2 1 0,0-2 0,2-3 0,2-3 0,1-3 0,-1 2 0,-4 13 0,-2 3 0,5-7 0,5-13 0,3-4 0,-3 16 0,6-13 0,3-6 0</inkml:trace>
  <inkml:trace contextRef="#ctx0" brushRef="#br0" timeOffset="20578">21953 12002 3863,'-22'35'0,"0"0"0,0 0 0,0 0 0,1-1 0,-1 1 0,-1 1 0,-1 1 0,0 2 0,0 0-410,2-5 0,0 2 1,-1 1-1,-1 0 1,1 0-1,0 0 0,0 0 1,1-2 325,-1 2 0,1-1 0,-1 0 1,1-1-1,0 1 0,1-2 1,-1 1 83,-1 3 0,-1 1 0,0 0 0,1-2 0,2-2 0,2-2 0,-4 6 0,4-4 0,-1-1 0,1 0 0,1 0 0,-1 0 0,-3 9 0,-1 0 0,2-2 0,5-11 0,2-1 0,0 0 0,-3 5 0,0 2 0,2-5 0,4-4 0,2-3 0,1-1 0,0 0 0</inkml:trace>
  <inkml:trace contextRef="#ctx0" brushRef="#br0" timeOffset="28914">6336 8157 5734,'3'-1'0,"-3"2"0,9-4 0,-7 3 0,3-1 0,-1 1 0,4-1 0,0 1 0,2 0 0,-2 0 0,1 0 0,1 1 0,1 0 0,2 0 0,8 0 0,-3 0 0,29 0 0,-20-1 0,18 0 0,-5-1-1141,-7 0 1141,11 0 0,-19 1 0,0-1 0,15-1 0,-13 1 0,1 0 0,2-1 0,-1-1 0,19 0 0,-17 1 0,1-1 0,4 0 0,-1 0 0,-7 1 0,1-1 0,7 0 0,4 0 0,-3 0 0,5 0 0,0-1 0,-5 2-1486,4-2 1,0 1 1485,-2 0 0,4 0 0,0 0 0,-8 1 0,-5 0 0,-2 0-746,14-1 0,0 0 746,-9 2 0,0-1 0,9-1 0,1 1 0,2 0 0,-2 1 0,-9-1 0,-1 0 0,9 0 0,4 0 0,-1 1 0,4 1 0,-5-1-65,-6 0 0,0 1 65,6 0 0,3 0 0,-6 0 0,-13 1 0,-3 0 0,0-1 0,2 1 0,9-1 0,1 0 0,-8 0 0,0 0 0,7-1 0,1 1 0,0-2 0,-1 0 0,-8 1 0,0-1 0,7 0 0,1-1 0,-1-1 0,-2 1 0,-8 0 0,-1-1 345,6 0 0,-1 0-345,-3-1 0,-3 1 0,9-1 2211,7-3-2211,-8 3 0,-13 1 532,7-1-532,-18 3 1951,0-1-1951,-10 2 350,-2 1-350,-7 2 0,-1 2 0,-1 1 0</inkml:trace>
  <inkml:trace contextRef="#ctx0" brushRef="#br0" timeOffset="30014">7950 7969 5734,'-2'8'0,"1"0"0,-3 6 0,2-5 0,-3 11 0,2-8 0,-1 2 0,0 6 0,2-9 0,-3 15 0,4-18 0,-2 4 0,3-10 0,0 0 0,-4-4 0,2 2 0,-3-4 0,3 3 0,0-1 0</inkml:trace>
  <inkml:trace contextRef="#ctx0" brushRef="#br0" timeOffset="31130">6464 8208 5734,'0'7'0,"1"3"0,0-4 0,3 1 0,4 4 0,0-5 0,13 7 0,-5-7 0,12 1 0,6-4 0,9-1 0,-3 0-1639,-5-1 1,2 1 1617,-2-1 0,5 0 0,0 0 0,-5 0 21,8-2 0,-2 0 0,2 1 0,4 0-528,-12 0 0,3 0 1,1 0-1,-2 1 528,2-1 0,-1 1 0,4 1-53,-2-1 1,5 1-1,1-1 1,-1 1 0,-4 0 52,6 1 0,-4 0 0,2 0 0,-2 0 0,0-1 0,3 1 0,1 1 0,-1 0 0,3 0 0,0 1 0,-1 0 0,-4-1 0,-4 0 0,-4-1 0,0 1 0,4-1 0,4 2 0,4 0 0,2 0 0,-3-1 0,-5 1 0,0-1 0,-4 0 0,-1 1 0,1-1 0,-1-1 0,1 1 0,-3 0 0,0 0 0,2 0 0,9 0 0,1 1 0,-2-1 0,-11-1 0,-2 0 0,0 0 0,7 0 0,0 1 0,0-1 0,-4 0 0,0-1 0,-4 0 0,-2 0 0,0 0 0,18-1 0,-4 0 0,-20-1 0,6-10 1005,-27 2-1005,-25-17 0,1 11 0,-20-8 0,11 8 0</inkml:trace>
  <inkml:trace contextRef="#ctx0" brushRef="#br0" timeOffset="31537">6506 8192 5734,'8'14'0,"18"-4"0,6-1 0,-7-5 0,3 0-1093,3 1 1,5-1 0,-2-1 87,9 0 0,0-2 1005,-10 0 0,0 0 0,1 0 0,2-1 0,1 1 0,3-1 0,2 0 0,5 1 0,0-1 0,-1 1-112,-9-1 0,-2 0 0,1 0 1,1 0 111,0 1 0,2-1 0,1 0 0,0 1 0,0-1 0,0 0 0,1 1 0,-1-1 0,0 1 0,-2-1 0,1 0 0,-3 1 0,0-1 0,6 0 0,-3 1 0,4-1 0,3 0 0,2 1 0,-2-1 0,-3 0 0,-4 1 0,2-1 0,-6 0 0,0 0 0,6 1 0,-2-1 0,6 0 0,3 0 0,1 0 0,-2 0 0,-4 0 0,-5 0 0,4-1 0,-7 1 0,5 0 0,0-1 0,5 1 0,1-1 0,-3 0 0,-7 0 0,-1 0 0,-3 0 0,2 0 0,3-1 0,-8 0 0,-8-2 0,-10-2 0,-43 2 0,-8 0 0,14 3 0,-1 0 0</inkml:trace>
  <inkml:trace contextRef="#ctx0" brushRef="#br0" timeOffset="37749">5086 3725 5734,'-16'0'0,"-1"-1"0,-12 0 0,1-1-839,-13 0 839,12 2 0,0-1-1027,4 0 1,-1 1 1026,-9-1 0,-2 0 0,-4 0 0,-2 0-670,2 0 0,-1 0 1,0 1 669,7-1 0,1 0 0,-1 1 0,-6-1 0,-1 1 0,5 0-220,6 0 1,1 1 219,-8 0 0,0 1 0,11-1 0,1 1 106,-5-1 1,1 1-107,-10 0 0,14-1 1171,-2 0-1171,22-2 3113,5-1-3113,21 1 0,-3 0 0,12-2 0,1 0 0,-5-1 0,6-1 0</inkml:trace>
  <inkml:trace contextRef="#ctx0" brushRef="#br0" timeOffset="37982">4231 3501 5734,'-35'22'0,"2"1"0,15-6 0,0 1-2301,-8 11 2301,8-9 0,2 1 0,3 2 0,2-2 0,-4 13 574,2 8-574,14-5 0,6-12 0,7 5-96,5-14 96,5-5 0,3-2 0,2-5 0,11-6 0,-11-4 0,8-3 0</inkml:trace>
  <inkml:trace contextRef="#ctx0" brushRef="#br0" timeOffset="39917">1034 3662 5734,'-2'-5'0,"-1"1"0,-4-8 0,3 6 0,-3-5 0,4 9 0,0 1 0,0 1 0,2 1 0,0 1 0,1 0 0,0 2 0,2 2 0,6 18 0,-1-7 0,11 24 0,-7-18 0,7 9 0,1 2-914,-3-9 914,5 8 0,0-2 0,0-1 0,-3-5 0,2 3 0,-3-4 0,-12-18 0,-1-1 0,-2-2 0,-7-3 0,0-1 0,-6-1 0</inkml:trace>
  <inkml:trace contextRef="#ctx0" brushRef="#br0" timeOffset="40134">957 3951 5734,'23'-30'0,"1"1"0,-2 1 0,-1 3 0,3-2 0,-1 2 0,0 0 0,6-5 0,1-1 0,-2 2 0,-8 8 0,12-12 0,-24 24 0,2-3 0</inkml:trace>
  <inkml:trace contextRef="#ctx0" brushRef="#br0" timeOffset="40433">1409 3691 5734,'-1'8'0,"-1"12"0,1-6 0,-1 11 0,2-6 0,0 12 0,1-6 0,0 9 0,1-10-677,1-1 677,0 0 0,7 14 0,-3-15 0,16 19 0,-11-27 0,21 2 0,-18-14 221,8-4-221,-9-8 0,-6 0 0,2-5 0</inkml:trace>
  <inkml:trace contextRef="#ctx0" brushRef="#br0" timeOffset="40657">1303 3699 5734,'15'-12'0,"14"-6"0,-13 10 0,19-9 0,-18 10 0,6-2 0</inkml:trace>
  <inkml:trace contextRef="#ctx0" brushRef="#br0" timeOffset="41084">1771 3666 5734,'-4'12'0,"1"-1"0,1 5 0,1-3 0,-2 24 0,0-15 0,1 6 0,-1 1 0,1-3 0,1 9 0,0-1 0,2-11 0,-1 18 0,1-32 0,0-3 0,1-1 0,-1-2 0,1-1 0,1-7 0,0-1 0,1-5 0,6-17 0,-3 7 0,5-13-453,-4 15 453,-1-1 0,0 1 0,4-4 0,-3 7 0,2-2 0,-1 6 0,-2 4 0,2 0 0,0 7 0,-1 3 453,1 3-453,3 7 0,-3-1 0,4 5 0,-2 5 0,-3-5 0,1 6 0,-2-1 0,0-1 0,1 1 0,-3-7 0,-3-6 0,-1-7 0,0 0 0</inkml:trace>
  <inkml:trace contextRef="#ctx0" brushRef="#br0" timeOffset="41451">2121 3612 5734,'16'-1'0,"6"0"0,-6 1 0,13-2 0,0 2 0,-5-1 0,0 1 0,-16-1 0,-1 1 0,-1 0 0,-2 1 0,-1-1 0,-1 3 0,-2 0 0,1 7 0,0-2 0,-1 6 0,2 0 0,0 15 0,0-3 0,1 12 0,-1 5 0,0-8 0,0 0 0,0 1-1174,0 0 1174,0-9 0,0 0 0,0 8-481,-2-10 481,-3 4 0,-5-2 0,3-11 0,-8 5 0,6-15 0,-4-3 0,0-7 277,2-5 1,-2-8 0,4-1 0</inkml:trace>
  <inkml:trace contextRef="#ctx0" brushRef="#br0" timeOffset="41930">2728 3242 5734,'-4'-6'0,"1"0"0,7-5 0,1 4 0,22-16 0,-9 11 0,8-2 0,1 2 0,-1 1 0,2 4 0,-1 3 0,-5 4 0,19 18 0,-27-2 0,-3 11 0,-2 2 0,-4 3 0,-4 0 0,-1 8 0,0-6 0,-1 8-900,-1-1 0,0-2 900,0-15 0,0 0 354,-3 7-354,0-8 0,-4 6 0,1-9 0,-1-1 0</inkml:trace>
  <inkml:trace contextRef="#ctx0" brushRef="#br0" timeOffset="42103">3081 4187 5734,'14'6'0,"-5"-3"0,14-13 0,-11-1 0,7-10 0,-7-1 0,-4 6 0,0-9 0,-7 13 0,-2-3 0</inkml:trace>
  <inkml:trace contextRef="#ctx0" brushRef="#br0" timeOffset="44446">6980 5421 2755,'29'28'0,"-1"-1"0,1 1 0,-1-1 0,1 1 0,5 5 0,-1-1 0,2 0 0,0 0 0,-5-5 0,2-1 0,0 1 0,-1-1 0,0-2-689,1 2 0,0-2 0,-1 1 1,3 0 688,-2-1 0,2 2 0,1 0 0,2-1 0,2 0 0,-2-3 0,4-1 0,1 0 0,1 0 0,-1-1 0,0-1 0,-4-1 0,3 1 0,-4-2 0,0-1 0,1 1 0,3 0 0,-5-2 0,2 1 0,2 0 0,0 1 0,2-1 0,-1 0 0,-1-2 0,-1-1 0,8 1 0,0-2 0,-1-1 0,0 0 0,-1-2 0,-1 1 0,0 0 0,-2-2 0,-1 1 0,3-1 0,3 0 0,-8-3 0,2 1 0,3 0 0,1 0 0,0 0 0,0-1 0,-1-1 0,-1 0 0,-4 0 0,11-1 0,-3 0 0,-2-2 0,0 0 0,3 0 0,-6 0 0,2 0 0,0-1 0,1 0 0,0 0 0,1-1 0,-2-2 0,2 0 0,0-2 0,0 0 0,0-1 0,-1-1 0,-1 1 0,-1 0 0,-1-1 0,-3 1 0,0 0 0,0-1 0,1-1 0,1 0 0,1 0 0,1 0 0,2-1 0,0 0 0,-1-1 0,1-1 0,-2-1 0,-1 0 0,-1-2 0,1 0 0,-2-1 0,0 0 0,-1 0 0,-1 0 0,5-2 0,-2 1 0,-1-1 0,0-1 0,2 0 0,-1-1 0,2 0 0,0-1 0,0-1 0,-1 0 0,-1-3 0,-4 1 0,-1-3 0,0 0 0,-2-1 0,-1 1 0,-1 0 0,-1 0 0,-2 2 0,0-1 0,-1-1 0,0-2 0,1 0 0,1-1 0,-1-1 0,0-1 0,-1-1 0,-2-1 0,-3-2 0,-2-1 0,0-2 0,-2 0 0,-1 1 0,-1 1 0,0 0 0,-1 1 0,-1 0 0,0-1 0,0-1 0,-1-1 0,2 1 0,-1-2 0,-1-1 0,-2-4 0,-3-4 0,-5 10 0,-2-4 0,-1-3 0,-2-3 0,-1-1 0,-1-1 0,0 0 0,-1 0 0,0 3 0,1 1 0,-1 3 0,2 5 0,-1-9 0,0 6 0,0 3 0,-1 0 0,0-3 0,-1-5 0,0 5 0,-1-5 0,1-4 0,-1-2 0,-1-1 0,0 0 0,-1 1 0,0 3 0,-1 5 0,0 4 0,-2 8 0,-9-13 0,-3 11 0,0 1 0,-2-1 0,0 2 0,-1 1 0,-1 2 0,0 0 0,0 0 0</inkml:trace>
  <inkml:trace contextRef="#ctx0" brushRef="#br0" timeOffset="45521">10110 6290 5734,'2'-40'0,"-1"5"0,1 4 0,-2 17 0,2-6 0,-2 22 0,0 26 0,0-3-1093,-1 4 1,1 6 0,-1-2 994,0-4 0,0 2 98,0 7 0,-1 8 0,1 1 0,0-6-874,-1 4 0,0 0 874,1-10 0,0 4 0,0-1 0,0-3-257,1 9 1,-1-4 256,1 3 0,0-1 0,0-1 0,0 2 0,1-9 0,0 4 0,0 1 0,0-4 0,1 10 0,-1 1 0,1-2 0,0 6 0,0 0 0,0-8 0,0-5 0,-1-2 0,1 6 0,-1 3 0,0-7 0,-1 11 0,1-21 0,-1 0 0,0 17 0,0-19 1168,0 10-1168,0-27 2233,-7-14-2233,2-2 1315,-6-15-1315,4 9 0,-4-9 0,3 6 0,-8-17 0,9 19 0,-7-14 0,8 17 0,-2-4 0</inkml:trace>
  <inkml:trace contextRef="#ctx0" brushRef="#br0" timeOffset="45769">9964 7519 5734,'-5'-7'0,"-3"-4"0,3 6 0,-2-2 0,5 7 0,1 16 0,2-1 0,1 13 0,1 3 0,1 3 0,4 0 0,3 6 0,-1-6 0,4 6-303,1 0 1,1-6 302,0-18 0,22-12 0,-11-9 0,-4-1 0,0-5 0,-2-7 0,-2-3 0,12-12 0,-11 5 0,2-6 0,-4 5 0,-4 7 0,-2 1-633,9-17 1,-3 2 632,-7 12 0,-1 3-476,7-9 476,-5 14 0,20-14 0,-11 21 0,15-5 0,-8 7 0</inkml:trace>
  <inkml:trace contextRef="#ctx0" brushRef="#br0" timeOffset="47171">15920 2922 5734,'-23'-10'0,"-15"-8"0,5 4-1639,-10-2 1,-3-1 904,20 7 0,-2 0 734,-5 0 0,-7-3 0,0 1 0,5 1 0,-1-1 0,-3 0 0,4 2 0,-8-3 0,-4-1 0,-1-1 0,4 2 0,6 1-330,0 0 0,5 2 1,-3-1 329,-4-1 0,-4-2 0,-3 0 0,4 0 0,6 3 0,-7-3 0,6 2 0,-2-1 0,-4 0 0,7 2 0,-5-1 0,0 0 0,3 1 0,5 1 0,2 1 0,-5-1 0,3 2 0,-5-2 0,-3 0 0,0 0 0,0 0 0,2 3 0,-8 0 0,1 1 0,0 2 0,0-1 0,0-1 0,0 0 0,-1 0 0,2 2 0,0 1 0,1 2 0,1 1 0,4 1 0,-8 1 0,2 4 0,1 0 0,-2 1 0,2 1 0,9-2 0,2 0 0,-1 1 0,-10 2 0,-1 1 0,0 1 0,-1 1 0,1 0 0,2 0 0,9-2 0,2 0 0,-2 1 0,-8 2 0,-2 0 0,0 1 0,3 1 0,0 1 0,3-2 0,7-2 0,3 0 0,-2 0 0,-6 3 0,-2 1 0,0 1 0,4 1 0,0 1 0,2-1 0,-6 5 0,0 0 0,8-3 0,-2 1 0,0 2 0,1 2 0,0 2 0,2-1 0,6-4 0,1-1 0,-1 2 0,-7 6 0,0 2 0,1-1 0,-1 6 0,1-2 0,1 2 0,0 2 0,3-3 0,0 3 0,1-1 0,6-8 0,1-1 0,0 1 0,-5 9 0,0 1 0,2-2 0,0 3 0,2-1 0,1 0 0,0 1 0,2-2 0,1 4 0,4-8 0,1 5 0,0 1 0,1 1 0,2 2 0,2 1 0,1 1 0,-1-1 0,-1 0 0,0-1 0,0 1 0,3 1 0,2-5 0,2 2 0,0 0 0,2-2 0,-1-5 0,1-1 0,1-3 0,0 0 0,2 10 0,0 2 0,2-1 0,1 2 0,1 0 0,0-2 0,-2-8 0,1-2 0,0 2 0,2 7 0,1 1 0,4 5 0,-1-11 0,3 5 0,3 1 0,0 0 0,-1-2 0,-2-4 0,4 7 0,-3-5 0,4 5 0,-5-7 0,3 3 0,1 3 0,1 0 0,0-2 0,0-4 0,3 0 0,1-3 0,0-2 0,-1-1 0,0-1 0,5 6 0,-2-3 0,3 2 0,-4-5 0,1 3 0,2 0 0,1-1 0,2-1 0,-2-6 0,3-1 0,0 0 0,1-2 0,-1 0 0,-3-2 0,4 2 0,-4-1 0,1-2 0,7 3 0,-6-6 0,4 3 0,3 0 0,2 0 0,2 1 0,-1-1 0,-1-1 0,-3-2 0,-4-2 0,11 3 0,-5-3 0,0-2 0,6 2 0,-8-3 0,5 1 0,3 0 0,1 0 0,1 0 0,-2-1 0,-2-2 0,-5 0 0,1-2 0,-4-1 0,-2-1 0,1 0 0,2-1 0,2 1 0,1 1 0,2-1 0,0-1 0,0 0 0,0-2 0,2-1 0,0 0 0,1-2 0,0 0 0,-2-1 0,-1 1 0,0-1 0,-2 0 0,0 0 0,0-1 0,2 0 0,0 0 0,2 0 0,0-1 0,2-1 0,0 0 0,1-3 0,-6 0 0,2-2 0,0 0 0,2-2 0,-1 0 0,-2 0 0,-1 1 0,-2 0 0,6-2 0,-3 1 0,-2 0 0,1-1 0,3-2 0,-6 3 0,1 0 0,3-2 0,0 0 0,0-1 0,-1 0 0,-2 0 0,-3-1 0,2-3 0,-2 0 0,-2-2 0,-1 1 0,-1-1 0,-1 1 0,7-5 0,-3 2 0,0-3 0,1-3 0,-7 5 0,2-2 0,0-2 0,0-2 0,0-1 0,-3-1 0,-2-1 0,-2-4 0,-2-2 0,-2-2 0,-2 0 0,0-1 0,0 1 0,-1 1 0,2 0 0,0 1 0,-1 1 0,-1-1 0,-1-1 0,-1-1 0,-1 0 0,-2-1 0,1-2 0,-2 0 0,-2 0 0,-2 1 0,-2 2 0,-2-1 0,-4 0 0,-1 1 0,-1 1 0,-1 0 0,0 2 0,0-9 0,-1 1 0,-1 1 0,-1-2 0,1 9 0,-1 0 0,0-1 0,-1-1 0,-2-1 0,-2 1 0,-3 1 0,-1-2 0,-3 0 0,-1 0 0,0 1 0,1 2 0,0 3 0,-3-10 0,1 4 0,-1 0 0,-2-2 0,4 9 0,0-1 0,-1-2 0,-1 0 0,-1 0 0,-1 2 0,0 2 0,-3 1 0,-3 0 0,0 2 0,-1 2 0,2 1 0,1 2 0,-1-2 0,2 4 0,0 0 0,-3-1 0,-2-3 0,-4-2 0,0 0 0,0 2 0,4 5 0,-12-1 0,0 0 0</inkml:trace>
  <inkml:trace contextRef="#ctx0" brushRef="#br0" timeOffset="47821">14267 6758 5734,'-7'-39'0,"1"4"0,2 13 0,0 2 0,0 2 0,0-1 0,1 6 0,0-1 0,2 8 0,-1 2 0,1 7 0,-4 13 0,2 6 0,-1 3 0,1 2-1653,-2 15 1653,2-12 0,-1 2 0,1-6 0,1 2 0,-2 16 0,-1 2 0,2-11 0,-1 3 0,0 5 0,0 4 0,0-4-1286,1-1 0,0-2 1286,0-5 0,-1 2 0,1 0 0,1 0 0,-1 0 0,1-2 0,0 6 0,-1 0 0,1-7 0,0 1 0,1 0-755,1 12 1,0-2 754,0-11 0,0-1 0,1 8 0,0-1 0,1-6 0,1-2 0,1 14 0,-2-19 0,1-1 0,1 10 0,0-12 354,-1 1-354,0-6 0,-1-10 2078,2 1-2078,-2-16 2507,1-2-2507,-2-7 795,-1 1-795,-1-2 0,-5-9 0,0 5 0,-4-6 0,2 9 0</inkml:trace>
  <inkml:trace contextRef="#ctx0" brushRef="#br0" timeOffset="48313">13906 7669 5734,'-2'-3'0,"0"1"0,6 7 0,-2 1 0,4 5 0,2 6 0,0-2 0,3 6 0,3 5 0,-3-4 0,1 2 0,1 1 0,1 2 0,2 3 0,-1-1 0,-3-5 0,10 16 0,-12-22 0,4-1 0,-6-10 0,9-23 0,-7-1 0,8-18 0,1-8-1539,-3 6 1539,-5 12 0,0 0 0,5-12-1116,0 1 1116,1-1 0,-3 5 0,1 0 0,4-8 0,-5 10 0,-1 1 0,0 4-467,1-5 467,-5 9-67,1-3 67,-5 11 1247,3-2-1247,-4 9 305,2 1 0,-4 10 0,-1 4 1</inkml:trace>
  <inkml:trace contextRef="#ctx0" brushRef="#br0" timeOffset="50064">15395 2527 5734,'-9'1'0,"-2"-2"0,4-2 0,14-20 0,12-12 0,0 3 0,-6 10 0,1 0-1093,8-13 1,3-6 0,-1 6 994,-4 12 1,-1 2 97,11-10 0,0-1 0,-8 9 0,2-1 0,6-6 0,4-3 0,-4 3 0,-6 8 0,-2 0 0,12-11 0,-1 2-173,-13 12 1,-2 2 172,6-7 0,5-4 0,-11 8 0,-7 7 0,0-1 0,-7 5 0,-5 3 2339,-4 2-2339,-11 5 0,2 1 0,-6 1 0</inkml:trace>
  <inkml:trace contextRef="#ctx0" brushRef="#br0" timeOffset="50264">15762 1711 5734,'15'-19'0,"0"2"0,15-2 0,-7 9 0,4 2 0,1 4 0,-1 4 0,2 7 0,-2 3 0,-6 3 0,8 13 0,-18 3 0,-5-5 0,-2 11 0,-7 2-1198,-1-7 1198,-1 7 0,1-2 0,1-11 0,1 6 0</inkml:trace>
  <inkml:trace contextRef="#ctx0" brushRef="#br0" timeOffset="51061">16325 1286 5734,'-1'-4'0,"0"0"0,2 1 0,-1 1 0,2-1 0,-2 1 0,1 1 0,-1 0 0,0-1 0,1 1 0,-1-1 0,1 1 0,0 8 0,0-2 0,0 8 0,0-3 0,0 3 0,-1 24 0,-1-12-886,-1 19 886,0-17 0,-2 16 0,2-11 0,-2 9 0,1 2 0,1-18 0,0 0 0,0 9 0,-1 1 0,2-9 0,0-4 0,1-2 0,-1 8 0,2-16 0,1-4 0,1 0 0,10-2 0,-4-2 0,22-1 0,-14-3 886,9-2-886,-5 0 0,-7-1 0,6 1 0,-4-1 0,-3 0 0,2 0 0,5-1 0,-11 1 0,9-1 0,-14 3 0,-1 0 0,-1 1 0,0 0 0,-1 0 0,2 0 0,-4 2 0,1 0 0,-1 2 0,0-2 0</inkml:trace>
  <inkml:trace contextRef="#ctx0" brushRef="#br0" timeOffset="51763">16740 1472 5734,'-2'-5'0,"0"1"0,0 4 0,-7 10 0,3 0 0,-10 20 0,7-7 0,-3 10 0,6-9 0,1-1 0,-2 7 0,3 4 0,2 0 0,6-2-333,1 6 333,3-23 0,-2-13 0,7-8 0,-2-1 0,12-26 0,-12 11 0,-5-7 0,0-8 0,-1 5 0,-2-7 0,-1-3 0,-2 1 0,-5 8 0,1 15 333,0-7-333,3 19 0,2 3 0,2 3 0,1 0 0,2 2 0,0-1 0</inkml:trace>
  <inkml:trace contextRef="#ctx0" brushRef="#br0" timeOffset="52075">16884 1563 5734,'-6'23'0,"1"-5"0,-3 15 0,1 3 0,2-6-451,2 2 451,3-17 0,1-1 111,8 5-111,-2-9 0,7 2 0,3-12 0,-3-3 0,6-3 0,14-15 0,-13 4 0,10-7 340,-21 9-340,-5-5 0,-4 6 0,-1-8 0,-5 5 0,1 4 0,-3-6 0,0 0 0,1 4 0,-2-5 0,-1-10 0,4 12 0,-3-22 0,6 24 0,-2-7 0,2 12 0,1 3 0,-1 1 0,-1 6 0,0 1 0,-3 2 0,2 0 0</inkml:trace>
  <inkml:trace contextRef="#ctx0" brushRef="#br0" timeOffset="52684">17160 1197 5734,'-7'-9'0,"0"0"0,-2-2 0,3 4 0,-1-1 0,1 6 0,4 5 0,-4 5 0,5 6 0,-1 5 0,-3 19 0,1-6 0,-1 7 0,-1 1-1684,0 4 1684,2-10 0,-1 1 0,1-9 0,0-1-851,-1 13 851,-2 9 0,2-8 0,2-12 0,0 3-131,0-8 131,3-10 0,-3 5 0,3-13 1490,0 0-1490,2-3 1002,5-8-1002,-1 0 174,10-12-174,6-8 0,-3 5 0,0 2 0,-1 1 0,-1 3-252,7-8 252,-14 14 0,-3 2 0,-1 2 0,-2 1 0,0 2 0,-8 30 0,1-12-384,-4 23 384,4-18 0,3 14 0,1-13 0,3 10 77,5-14-77,-1-6 0,6 1 0,8-7 0,-4-3 0,8-4 0,4-8 0,-4-2 0,7-6 0</inkml:trace>
  <inkml:trace contextRef="#ctx0" brushRef="#br0" timeOffset="53480">17627 1378 5734,'-4'-1'0,"0"4"0,3 3 0,-2 5 0,0 10 0,1-2 0,-1 8 0,2 3 0,1-8 0,1 6 0,3-5 0,2 1 0,0-6 0,1-3 0,-3-11 0,6-7 0,-2-1 0,4-7 0,-2-8 0,-1 4 0,-1-7 0,-3 8 0,3-10 0,-4 10 0,3-6 0,-6 13 0,1 2 0,2 6 0,-2 3 0,6 22 0,-4-8-403,3 15 403,-3-13 0,1 0-128,1-2 128,-1 0 0,2-2 0,2 0 0,0-6 0,3-3 0,-2-4 398,7-7-398,-4-1 133,5-5-133,-1-10 0,-6 3-328,3-8 328,-7 7 0,0-9 0,-2 7 0,-1-6 0,-3 4 0,0 9 0,-1-1 0,-1 14 0,0 15 0,0 1 0,0 12-359,1-2 359,0 3 0,-1 4-1003,0 2 1003,0 3 0,1-11 0,0 0 0,-1 14-287,2 2 1,-1-1 286,1-2 0,0-10 0,-1-4 0,-1-13 0,0-13 0,-2-24 0,1 2 0,0-15 0,2-7-654,1 7 654,0 13 0,0-4 0,3-12 0,0-1 0,0 16 0,0-1 0,5-22 0,1 2 0,3 7 0,5-5-122,10 9 122,-9 16 517,11-4-517,3 40 0,-20-5 0,9 20 0,-32 0 0,-2-6 1079,-8 10-1079,-8 1-13,6-10 13,-8 7 0,2-7-222,2 1 1,1-3-1,5-3 1</inkml:trace>
  <inkml:trace contextRef="#ctx0" brushRef="#br0" timeOffset="53875">18553 1161 5734,'2'-9'0,"-2"5"0,1 0 0,-2 13 0,-3 9 0,0 5 0,0 7 0,0 13-1944,2-6 1944,1-12 0,0 1 0,1 3 0,0 0 0,1 16 0,-1-17 0,1 1 0,1 6 0,0-2 0,1 8 0,0 0 0,0-3 0,0-11 0,0 10 361,-3-21-361,-1-6 0,-1 1 0,-9-14 0,4-2 0,-6-7 0</inkml:trace>
  <inkml:trace contextRef="#ctx0" brushRef="#br0" timeOffset="54396">18419 1539 5734,'19'3'0,"9"-4"0,-9 1 0,9-3 0,13 2 0,-14 1 0,3-1 0,1 1 0,-6-1 0,13-2 0,-16 1 0,-8 0 0,2 0 0,-5 0 0,-4 1 0,-2 1 0,-6 2 0,-3 1 0,-23 19 0,15-11 0,-18 16 0,19-14 0,3-2 0,-1 3 0,3-1 0,3-4 0,0 1 0,3-2 0,0-4 0,0 0 0,1-4 0,7-9 0,-2 2 0,5-8 0,-2 1 0,-2 4 0,1-3 0,-1 3 0,-3 5 0,2-1 0,-2 8 0,-1 1 0,1 3 0,1 5 0,0 0 0,2 3 0,0 3 0,-1-5 0,2 4 0,1-3 0,-2-4 0,2 1 0,2-4 0,-4-3 0,6-2 0,-5-3 0,3-5 0,-3 1 0,1-3 0,0-5 0,-3 6 0,1-3 0,-6 6 0,-4 1 0,-1 0 0,-4 1 0,4 0 0,0 1 0</inkml:trace>
  <inkml:trace contextRef="#ctx0" brushRef="#br0" timeOffset="54950">19030 1056 5734,'-6'6'0,"-1"12"0,3 0 0,-2 10 0,1 7 0,0 2 0,0 7-1213,-1-3 0,1 0 1213,1-1 0,1 2 0,1-13 0,0 1 0,1 15 0,0-16 0,1-1 394,0 9-394,2 10 0,0-15 0,0-5 0,-1-2 0,1-3 0,0 8 0,-3-25 0,0-4 0,-1-9 1846,1-5-1846,3-15 0,-1 8 0,2-4 0,1 0 0,-1 1 186,5-12-186,2 10 0,-1 6 0,13-12 0,-4 15 0,4-1 0,-7 10 0,-5 6 0,-2 1 0,0 1 0,1 6 0,-5-1 0,1 6 0,-6-4 0,-2 3 0,-1 0 0,-12 12 0,5-8 0,-8 8 0,7-13 0,1-1 0,0-1 0,-6 6 0,6-7 0,-10 6 0,15-11 0,-4-1 0,10-6 0,1-2 0</inkml:trace>
  <inkml:trace contextRef="#ctx0" brushRef="#br0" timeOffset="55307">19235 1266 5734,'3'13'0,"-2"2"0,-2 3 0,-1 6 0,-1 2 0,-1 10-1236,2 3 1,-1 0 1235,2 2 0,1-14 0,1 0 555,2 9-555,5-1 0,1 0 0,3 3-455,-1-6 0,1-3 455,2-11 0,1-4-369,11-3 369,-4-6 0,8-5 0,13-19 0,-17 3 0,2-8 0,-1-4 0,-6 0 0,-3-7 0,-2 0 0,-6 4 1621,0-15-1621,-12 22 0,-1 8 0,-4-1 0,-5 11 0,2 4 1065,-4 5-1065,1 10 0,3-1 0,-1 7 0,4 4 0,3-5 0,2 5 0,3-9 0,14 11 0,-7-12 509,11 7-509,-6-16 0,-2-6 0,4-4 0</inkml:trace>
  <inkml:trace contextRef="#ctx0" brushRef="#br0" timeOffset="55464">19929 1763 5734,'21'-4'0,"-1"-2"0,8-14 0,-11 5 0,1-4 0,-1-2 0,-6 3 0,5-14 0,-13 17 0,-1-3 0</inkml:trace>
  <inkml:trace contextRef="#ctx0" brushRef="#br0" timeOffset="64893">8029 10180 5734,'-23'-15'0,"11"7"0,-13-10 0,-1 0 0,9 6 0,-4-3 0,-1 0 0,3 3 0,-9-3 0,-1 1 0,3 4-807,3 1 1,0 2 806,-1 2 0,-1 0 443,-2 2-443,-16-3 0,8 3 0,-11-2 0,19 3 0,0 0-1023,-15-2 1023,14 2 0,-2 0 0,-1 0 0,0 0 0,-17 0 0,17 0 0,0 1 0,-11-1 0,1 2 0,1-1-954,2 1 954,1 0 54,12 1 1,-1-1-55,-11 1 0,13 0 0,-1 1 0,-22 0 0,11 2 0,-11 0 0,0 2 0,10-1-856,-10 2 856,13-1 0,0 1 450,11-2 1,-1 0-451,-1 2 0,0-1 0,1 1 0,-1-1 0,-4 3 0,2-2 974,-5 2-974,0 1 0,0 0 0,-1-1 0,9-1 0,0 0 0,-9 4-39,8-3 39,-6 3 0,10-3 881,0 0-881,1-1 158,-9 6-158,-12 7 0,6-4 0,-5 5 0,10-3-708,6-3 708,-5 4 0,10-5 0,-13 14 0,13-11 0,-12 10 0,11-5 0,5-6 0,-3 6 0,-4 7 0,9-9 0,-12 18 0,15-20 0,-4 7 0,-2 8 0,6-12 0,-7 22 0,10-22 0,-4 16 202,3 3-202,0-8 0,0 13 0,4-25 0,-2 6 0,2-8 0,-2 8 0,1-6 0,-2 7 0,3-9 0,-5 12 0,1 0 0,0-1-273,0 1 1,0-1 272,4-13 0,2-1-155,-3 7 155,3-5 0,-2 5 0,0 2 0,2-6 0,-2 6 0,1-7 0,1-1 0,-1 0 0,1 1 0,0-1 0,-1 0 0,2-1 667,0 1-667,0 9 0,2-6 189,0 8-189,0-9 0,1 1 0,0 1 0,0 0 0,1 1 0,-1-1 0,0 0 876,0 9-876,1 10 0,-1-6 188,1 3-188,1 2 0,-1-13 0,2 13 0,3 1 0,-1-14 0,4 15 0,2-10 0,-3-7 0,5 16 0,1 3 0,-3-8-491,2 5 491,-8-19 0,1 0 0,1-2 0,3 9 0,-2-6 0,2 5 0,0 0 0,-3-7-345,4 7 345,-4-10 0,1 1 613,0-1-613,0 0 0,0 0 0,6 7 0,-5-6 0,5 5 0,8 11 0,-11-16 0,11 13 0,-9-14 0,3 1 0,0 0 0,7 3 0,-9-8 0,23 11 0,-17-12 369,14 7-369,-9-7 0,-5-3 159,4 2-159,0-1 0,-7-2 0,7 0 0,17 6 0,-18-7 0,19 3 0,2-1 0,-10-4-886,6 0 0,0-1 886,-9-2 0,10-1 0,-13-2 0,-1 1 0,9-1 0,6-2 0,0 0 0,-5 0 0,7-3 0,0 0 0,-5-1 0,6-2 0,0-1 0,-7 2 0,2-3 0,9-4 0,-9 3 0,-18 4 0,-1 0 0,10-2 0,4-2 0,-6 1-969,6-7 969,-8 4 0,2-2 0,1-2 0,1-1 0,5-3 0,2-4 0,-10 6 0,0 0 0,-1-1 0,1 1 0,-4 1 0,0 1 0,-1 0 0,-2 1 0,7-4 0,-7 5 0,0-1-709,8-6 709,-7 5 0,7-6 0,-1 0 0,-7 5 0,7-7 0,0-2 0,-8 6 0,8-7 0,-3-1 0,-7 6 0,5-8 0,-9 10 0,-1-1-387,0 1 387,-1-1 0,-2 1 1123,5-12-1123,-6 8 0,3-8 0,-2-2 0,-3 8 972,3-10-972,0-6 0,0-2 0,-6 22 0,0-1-279,3-18 1,2-7 0,-2 6 278,-6 17 0,0 0 0,0-16 0,-1-7 0,-2 5-878,-1 11 0,-1 0 878,-1-2 0,0-2 0,-1 2 0,-2 3 0,-1 0 0,-1 1 0,-1-4 0,0 3 0,-2-6 0,-2-2 0,-1 4 0,-2-5 0,-2-1 0,0 5-439,0 2 1,0 3 0,-2-1 438,-2-7 0,-1-1 0,0 3 0,-4 1 0,2 4 0,8 11 0,0 1-43,2 1 0,0-1 43,1 2 0,1-2 0,0-10 0,3-2 0,5 6 0,2 0 0,1-9 0,0-1 0</inkml:trace>
  <inkml:trace contextRef="#ctx0" brushRef="#br0" timeOffset="71752">10589 6545 5734,'13'0'0,"9"4"0,-5 1 0,9 2 0,9 7 0,7 7-1093,-13-1 1,4 5 0,-4 0 604,0-2 1,-1 2 487,0 1 0,0 2 0,-4-1-213,-6-4 0,-2-1 213,1 2 0,0 0 0,0 0 0,-1 1 0,1-1 0,-1 1 0,1 0 0,-1 0 0,0-1 0,0 1 0,7 11 0,0-1 0,-6-8 0,0 0 0,1 2 0,1 3 0,0-1 0,3 7 0,-2 0 0,1 0 0,-1 0 0,-1-2 0,-2 0 0,-1 3 0,-2 0-234,-2-9 1,-2 2 233,3 12 0,0 6 0,-2-4-295,-3-8 1,0 0 294,0 1 0,0 3 0,-2-1 0,-1-8 0,-2-1 0,0-1 0,1 6 0,0 1 0,-1-1 0,0 6 0,0 0 0,0-5 0,-1 5 0,1 0 0,-1 0 0,1 3 0,-1-2 0,0-9 0,-1-1 0,0-2 0,0 7 0,0 0 0,0-6 0,-1 2 0,1-3 0,-1 3 0,0-2 0,-1 1 0,0-1 0,0 0 0,0 1 0,-1-3 0,1 2 0,-3 13 0,-1 0 0,2-12 0,0 1 0,-2 4 0,0 2 0,-1-3 0,1-2 0,0-2 0,-2 12 0,-1-1 0,2-12 0,-1-2 0,1 0 0,-1 2 0,-1 5 0,-1 4 0,1-4 0,0 0 0,0 0 0,-1 0 0,0 3 0,1-5 0,2-7 0,-1 0 0,-1 4 0,0 3 0,-1-3 0,2-1 0,-1 0 0,0-1 0,0 2 0,0-1 0,-2 1 0,1 0 0,-4 9 0,1 0 0,1-8 0,1 0 0,-1 3 0,2-3 0,-1-1 0,-2 12 481,3-12-481,-1 6 0,1 1 0,3-18 2006,0 9-2006,3-18 748,2-5-748,-2 0 1344,2-2-1344,0-3 1155,-1 1-1155,2-3 0,-1-1 0,1-3 0,0 0 0,-1-9 0,-1 2 0,-4-23 0,2 12-694,-3-17 694,3 13 0,-1-3 0,-1-2 0,2-3 0,-1-1 0,2 8 0,-1 0 0,0-13 0,1 13 0,-1 0 0,-1-20 0,0 12 0,-1-8 0,2 17 0,1 2-223,-1 1 223,0 2 0,0 3 0,0-4 0,2 7 0,-1-1 0,1 3 0,1 6 0,-1-2 677,2 7-677,-1 2 240,1 3-240,1 18 0,-1-6 0,2 14 0,-1-9 0,1 3 0,2 8 0,0 2 0,0 5-286,1-4 0,0 1 286,0-11 0,-1-2-1054,3 14 1054,-3-13 0,0 0 0,3 8 0,3 10 0,-3-11 0,3 5-440,-3-10 440,-2-9 0,0 1 0,-3-10 484,15-6-484,-3-7 0,13-11 0,1-4 0,5-7-650,3-4 0,0-1 650,-17 15 0,0 0 0,5-5 0,2-2-725,6-5 1,4-3 0,-5 4 724,-6 5 0,-1 1 0,7-6 0,4-4 0,-7 6-202,-1 0 202,-2 2 0,2-8 0,-9 10 0,1-4 0,-9 3 0,-4 6 0,1-8 0</inkml:trace>
  <inkml:trace contextRef="#ctx0" brushRef="#br0" timeOffset="74588">14089 6943 5734,'0'36'0,"0"1"0,0 2 0,0-14 0,0 1-1093,1 14 1,-1 6 0,-1-6 104,1-10 1,0-1 987,0 8 0,-1 5 0,0-5-173,0-8 1,0-2 172,-1 10 0,0 0 0,0 1 0,0-1 0,0-9 0,1 0 0,-1 8 0,-1 1 0,-1-2 0,1-1 0,0-8 0,0 0 0,-1 5 0,-2 4-46,-3 3 0,-3 4 1,2-4 45,1-7 0,0-1 0,-3 8 0,-2 5 0,2-8 0,-5 6 0,0-5 0,-1 1 0,6-14 0,0 0 225,-7 11 1,-1 1-226,4-10 0,0-3 453,-10 14-453,10-15 0,-2 1 0,-15 9 0,-1-2 0,15-13 0,-2 0 591,-16 12 1,0-2-592,-2-5 0,-2-3 0,-2 0 0,15-6 0,-2 0 0,-3 0 0,-7 2 0,1-1 0,4-1 0,0-1 0,-1 0 0,-3 0 0,-7 2 0,-1-1 0,7-1 0,1-1 0,-1 0 0,-3 0 0,-7 2 0,-1-1 0,8-1-1041,0 0 0,1-2 1041,-1 1 0,-3 1 0,2 0 0,7-3 0,2 0 0,1 0 0,-7 2 0,-1-1 0,7-1 0,-1 0 0,-1 1-2,-1-1 0,0 0 1,2-1 1,-8 2 0,1-1 0,8 0 0,-2-1 0,-4 1 0,2-1 0,-5 0 0,-2 0 0,2 0 0,5 0 0,1 0 0,4-1 0,-3 0 0,-3 1 0,-5 0 0,-1 0 0,3 0 0,6-1 0,-3 1 0,4-2 0,-3 1 0,0-1 0,1 1 0,-5-1 0,1 1 0,-8 1 0,-1 0 0,6-1 0,9-1 0,4-1 0,-7 1 0,1-1 0,-8 2 0,-4-1 0,-2 1 0,1 0 0,5-1 0,8-1 0,-1 0 0,6 0 0,-4-1 0,-3 1 0,-5 1 0,-1-1 0,3 0 0,7 0 0,-1 0 0,2 0 0,-6 1 0,-5 0 0,4 1 0,1-1 0,0 0 0,0 1 0,-2-1 0,2 1 0,-7 1 0,3 0 0,9-1 0,0 0 0,-9 2 0,-3 0 0,0 0 0,2 0 0,10-1 0,-1 0 0,-10 1 0,0 0 0,14-2 0,2 0 0,-1 0 0,0 0 0,2 0 0,-1-1 0,1 1 0,0 0 0,2-1 0,-1 0 64,-10 2 1,1-1-65,9 0 0,0-1 0,-7 1 0,0 1 0,1 1 0,3-1 0,6-2 0,0 1 0,-6 2 0,-1-1 0,2 1 0,-2 1 0,-10 3 0,-1 0 0,8-2 0,0 0 0,2 0 0,-2 1 0,5-2 0,-14 5 0,16-4 0,-1 0 0,-6 4 0,1 0 0,12-4 0,1 0 0,-12 4 0,0 2 0,8-1 0,1-1 0,-13 8 0,-1 1 0,-1 2 0,0 0 0,10-6 0,0 0 0,-9 6 0,12-6 692,-6 2-692,10-5 0,9-6 0,-3 2 1808,8-7-1808,3-1 1769,3-2-1769,13-6 1336,-4 1-1336,10-5 0,-10 5 0,2-1 0,-3 2 0,-2 0 0,0-1 0,-2 2 0,0 0 0,0 1 0,1-1 0,-2 1 0,2-1 0,-3 0 0,3-1 0,-2-3 0,4-2 0,1 0 0,13-16 0,4-3 0,1-2-190,2 0 1,1-2 189,-6 9 0,-1 3 0,13-12 0,2-2 0,0 0 0,-16 16 0,0 1 0,7-8 0,4-2 0,-5 3 0,7-6 0,-9 8 0,1-1 0,-2 1 0,-3 2 0,-1 1 0,13-13 0,-27 23 0,0 2 0,-1-2 379,-2 2-379,0 1 0,-1-1 0,0 1 0,0 0 0,0 2 0,0-1 0,0 4 0,0-1 0,-2 2 0,0 0 0,-6 5 0,0 1 0,-5 6 0,-9 6 0,5-1 0,-9 6 0,5-3 0,0 1 0,-7 7-535,6-6 0,-4 5 1,4-4 534,5-6 0,0 0 0,-4 5 0,-3 3 0,3-3 0,4-5 0,2-1 0,-5 6 0,-1 0 0,4-3 0,1-1 0,-8 10 0,-4 4 0,1 0 0,15-16 0,-8 9 0,16-18 0,1-2 0,1-1 0,1-2 1604,1-1-1604,3-1 0,0 1 0,4-3 0,11-2 0,-4 0 0,12-4 0,-8 3 0,1-2 0,1 1 0,2 0-361,0 0 361,3 1 0,1 0 0,3 1 0,18-2 0,-9 3-738,-11 0 1,0 1 737,15 0 0,-9 0 0,1 0 0,-8 0 0,1-1 0,8 1 0,1 0 0,0-2 0,-1 1 0,-8 1 0,0-1 0,7 0 0,0 0 0,9 0-335,-7 0 1,0 0 334,-7 1 0,-1 0 0,5 0 0,0 0 0,14 0 0,-23 1 0,17 5 0,-22-1 0,7 6 0,-18 2 0,-5-1 0,-4 2 0</inkml:trace>
  <inkml:trace contextRef="#ctx0" brushRef="#br0" timeOffset="75731">2687 12954 5734,'35'2'0,"3"0"0,9-1-958,-21 0 0,3-2 958,14 0 0,6 0 0,2-1-777,-14 1 0,-1-1 0,2 1 0,1 0 777,6-1 0,2 1 0,1-1 0,-2 1-103,-6-1 1,-1 1-1,0 0 1,3 0 102,3 0 0,3 0 0,2 1 0,-2-1 0,-3 1-75,-4-1 0,-4 0 0,1 1 0,4-1 75,-4 0 0,4 1 0,1-1 0,0 1 0,0-1 0,-1 0 0,4 0 0,-1 0 0,0-1 0,-1 0 0,-1 0 0,4 0 0,-3 0 0,1 0 0,3-1 0,-9 1 0,2 0 0,2 0 0,0-1 0,0 1 0,1-1 0,-2 0 0,1-1 0,1 1 0,0-1 0,0 0 0,-1 1 0,-2-1 0,0 1 0,-2-1 0,-1 1 0,1 0 0,3-1 0,4 0 0,-9 0 0,4 0 0,2 0 0,3-1 0,1 0 0,1 0 0,1 0 0,0 0 0,-1 0 0,-1 1 0,-2-1 0,-2 0 0,-3 1 0,11-1 0,-4 0 0,-2 0 0,-2 1 0,2-1 0,1 0 0,4 0 0,-7 0 0,2 0 0,2 0 0,1 0 0,1 0 0,0-1 0,1 1 0,-1-1 0,-1 1 0,0 0 0,-2 0 0,4-1 0,-1 1 0,-1 0 0,1 0 0,-2-1 0,0 1 0,0 0 0,-2 1 0,0-1 0,4 0 0,-2 0 0,-1 0 0,0 0 0,0 0 0,1 0 0,2 0 0,-4 0 0,2 0 0,0 0 0,1 0 0,1 0 0,-1 0 0,1 1 0,-1-1 0,0 0 0,-1 1 0,0-1 0,0 1 0,1 0 0,-1 0 0,-1-1 0,0 1 0,-1 1 0,-2-1 0,4 0 0,-2 0 0,-2 0 0,0 0 0,1 1 0,0-1 0,3 0 0,-5 1 0,1-1 0,0 1 0,2-1 0,0 0 0,-1 1 0,1-1 0,-1 1 0,-1 0 0,3-1 0,-2 1 0,0-1 0,0 1 0,1 0 0,-1 0 0,2 0 0,0-1 0,0 1 0,2 0 0,0-1 0,1 1 0,0-1 0,0 1 0,0 0 0,-2-1 0,-1 1 0,-1 0 0,0 0 0,-2 0 0,0 0 0,0 0 0,0 0 0,0 0 0,0 0 0,1-1 0,1 1 0,2 0 0,-2 0 0,0 0 0,-3 0 0,-2 0 0,-5 1 0,16-2 0,-7 1 0,-1 0 0,-3 0 0,-1 0 0,0 0 0,-6 0 0,0 1 0,-1-1 0,10 0 0,-3 0 0,-5 0 0,-2 1 0,-6-1 0,0 1 0,1 0 0,-1 0 0,7-1 1249,7 0-1249,-22 1 0,-6 0 2253,-34-2-2253,5 4 0,-21-2 0,19 4 0</inkml:trace>
  <inkml:trace contextRef="#ctx0" brushRef="#br0" timeOffset="75918">12483 11835 5734,'13'-7'0,"-2"2"0,-7 4 0,-1 0 0,-1-4 0,0-1 0</inkml:trace>
  <inkml:trace contextRef="#ctx0" brushRef="#br0" timeOffset="99093">7099 12910 24575,'0'30'0,"0"0"0,0 0 0,0 13-1952,0-10 1952,0 24 0,0-11 0,13 14-1813,-10 0 1813,11 0-1230,-14 13 1230,0-10 0,13 11 0,-10-14 0,11-1-1540,-14 1 1540,13 0-391,-10-13 391,11 9 1460,-14-22-1460,0 9 2036,0-26-2036,0 9 1883,0-22-1883,13 22 1547,-10-22-1547,11 9 0,-14-13 0,0 0 0,0 13 0,-14-10 0,11 11 0,-10-28 0,13 11 0,-14-23 0,-2 9 0</inkml:trace>
  <inkml:trace contextRef="#ctx0" brushRef="#br0" timeOffset="99802">10094 12520 24575,'0'17'0,"0"10"0,-13-11 0,9 14 0,-9 13-1289,13-9 1289,0 22 0,0-9-1367,0 13 1367,-13 0 0,10 0 0,-11-1 0,14 1 0,0 0 0,0 0 0,0 0 0,0 0 0,0-13 0,0 9-1086,0-23 1086,0 24-601,0-24 601,0 11 547,0-14-547,14-1 1574,-11-12-1574,10 10 1184,-13-24-1184,0 10 724,0 1-724,0-11 314,0 10-314,0-13 0,0 0 0,13 0 0,-23-13 0,20 10 0,-23-11 0,13 1 0,0 10 0,0-24 0,0 24 0,0-11 0</inkml:trace>
  <inkml:trace contextRef="#ctx0" brushRef="#br0" timeOffset="100174">9944 13718 24575,'17'17'0,"-4"-4"0,1-13 0,-11 0 0,24-13 0,-11 10 0,14-24 0,-13 10 0,9-13 0,-9 1 0,13 12 0,0-10 0,0 11 0,-13-14 0,9 0 0,-22 0 0,22 0 0,-23 13 0,11-9 0,-1 22 0,-10-9 0,11 0 0,-14 9 0,13-9 0,-10 13 0,11 0 0</inkml:trace>
  <inkml:trace contextRef="#ctx0" brushRef="#br0" timeOffset="101301">6829 13718 24575,'17'0'0,"10"14"0,-11-11 0,1 24 0,9-11 0,-9 1 0,13 10 0,-13-11 0,9 14 0,-9-13 0,13 9 0,0-9 0,0 13 0,-14 0 0,11-13 0,-10 9 0,-1-9 0,11 0 0,-10 9 0,-1-23 0,-2 24 0,-1-24 0,-10 24 0,10-24 0,-13 11 0,0-14 0,14 0 0,-11 0 0,10 0 0,-13 0 0,0 0 0,-13 0 0,10 0 0,-11 0 0,14 0 0,0 0 0,0-14 0,0 11 0,0-10 0,0 13 0,0 0 0,-13-14 0,10 11 0,-10-10 0,13 13 0,0-14 0,0 11 0,0-23 0,0 9 0,13-13 0,-10 0 0,24 0 0,-11 0-1466,14-13 1466,0-4 0,0 1 0,0-11-2282,14 10 2282,-11-12 0,23 12 0,-9-10 0,0 24 0,9-23 0,-9 22 0,13-9 0</inkml:trace>
  <inkml:trace contextRef="#ctx0" brushRef="#br0" timeOffset="103348">9854 13539 24575,'30'33'0,"-13"-6"0,10-14 0,-24-10 0,24 24 0,-24-24 0,10 10 0,1 1 0,-11-11 0,10 10 0,1-13 0,-11 14 0,10-11 0,-13 10 0,0-13 0,0 0 0,14 0 0,-11 0 0,10 0 0,-13 0 0,0 0 0,0-13 0,0 10 0,0-11 0,0 1 0,0 10 0,13-24 0,-9 24 0,9-24 0,0 24 0,-9-24 0,9 11 0,0-1 0,-9-10 0,22 11 0,-9-14 0,0 0 0,9 13 0,-9-9 0,0 9 0,9-13 0,-9 13 0,-1-9 0,11 9 0,-24 0 0,11-9 0,-1 22 0,-10-22 0,11 23 0,-1-11 0,-10 14 0,11 0 0,-14-13 0,0 10 0,0-11 0,0 14 0,0 0 0,0 14 0,0-11 0,0 10 0,0-13 0,0 0 0,0 14 0,0-11 0,-14 10 0,11-13 0,-10 0 0,13 13 0,0-9 0,0 9 0,0-13 0,0 0 0,-14 13 0,11-9 0,-10 9 0,-1 0 0,11-9 0,-24 9 0,24 0 0,-24-9 0,24 22 0,-23-9 0,9 0 0,-13 9 0,13-22 0,-9 22 0,9-23 0,-13 24 0,13-24 0,-9 24 0,9-24 0,1 24 0,-11-24 0,24 11 0,-24-1 0,24-10 0,-24 11 0,24-14 0,-11 13 0,14-10 0,-13 11 0,10-14 0,-11 0 0,14 0 0,0 0 0,-13 0 0,10 0 0,-11 0 0,14 0 0,0 0 0,0-14 0,0 11 0,0-10 0,-13 13 0,10 0 0,-11-14 0,14 11 0,-13-10 0,10-1 0,-10 11 0,-1-10 0,11-1 0,-24 11 0,24-24 0,-24 24 0,24-24 0,-24 24 0,24-23 0,-24 22 0,24-22 0,-24 22 0,24-22 0,-24 22 0,24-22 0,-23 9 0,22 0 0,-22-9 0,22 22 0,-22-22 0,22 22 0,-22-22 0,22 23 0,-9-24 0,13 24 0,-13-11 0,9 14 0,-9 0 0,13 0 0,0 0 0,13 0 0,-9 14 0,9-11 0,0 24 0,-9-11 0,22 1 0,-22 9 0,22-9 0,-9 13 0,13 0 0,-14 0-473,11 0 473,-10 0 0,13 0 0,0 0 0,-14-14 0,11 11 0,-10-10 0,13 13 0,-14 0 0,11-14 0,-11 11 0,1-11 0,10 1 0,-24-4 0,10 1 0,-13-11 473,14 10-473,-11-13 0,10 0 0,-13 14 0,0-11 0,0 10 0,0-13 0,0 0 0,0-13 0,0 10 0,0-11 0,0 14 0,0-13 0,0 10 0,0-24 0,0 24 0,0-11 0,0 1 0,-13 10 0,10-24 0,-11 24 0,14-10 0,0-1 0,0 11 0,0-10 0,0 13 0,0-14 0,-13 11 0,10-10 0,-11 13 0,14 0 0,0 0 0,-13 0 0,10 13 0,-11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45:31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8731 1400 5734,'2'9'0,"1"0"0,-1 1 0,1 2 0,-1 2 0,1 14 0,-2-3 0,1 11 0,-2 11-190,-1-22 0,0 3 190,1 16 0,-1 0-921,0-14 1,0 0 920,1 4 0,0-2 0,0 0-520,2-4 520,0-1 0,-1-4-241,1 5 241,-1-10 0,2 2 279,-2-8-279,-2-7 1731,0-3-1731,-3-7 643,-2-4-643,2-3 0,-1-3 0,1-1 0</inkml:trace>
  <inkml:trace contextRef="#ctx0" brushRef="#br0" timeOffset="259">8701 1420 5734,'19'-14'0,"-1"1"0,-5 7 0,7 2 0,-6 5 0,5 3 0,-8 10 0,-3-1 0,0 6 0,-5 7 0,-4 4-779,-1 2 779,-4 0 0,0-9-399,-2 0 399,0-1 0,-5 7 0,4-7 0,-3 4 0,2-2 0,3-8 0,0 4 0,4-13 0,0-2 0</inkml:trace>
  <inkml:trace contextRef="#ctx0" brushRef="#br0" timeOffset="599">9055 1470 5734,'0'8'0,"0"8"0,0-3 0,-1 9 0,-1 22 0,-1-14-307,1-4 1,1 0 306,-3 20-1489,2-9 1489,0-14 0,0 2 0,-3 23 0,2-12 0,-1 9 0,0 2 0,2-19-52,0 0 0,0-2 52,0-13 0,-2 7 0,-1-22 0,1-4 0,-1-2 0</inkml:trace>
  <inkml:trace contextRef="#ctx0" brushRef="#br0" timeOffset="866">8937 1485 5734,'9'2'0,"8"1"0,-3-1 0,32 2 0,-5-1-1138,-9 0 0,1 0 1138,13 0 0,-3 2-366,-17-1 1,-2-1 365,7 1-326,-2-1 1,-1 0 325,-9-3 0,5 1 0,-18 0 1365,-9 1-1365,-3 3 0,-8 1 0,0 0 0</inkml:trace>
  <inkml:trace contextRef="#ctx0" brushRef="#br0" timeOffset="1055">8978 1786 5734,'42'-4'0,"-3"-1"0,-1 0-1424,-6 0 1424,-9 0 0,0 0 118,0 1-118,-3 0 0,6 1 0,-8 1 0,4-2 0,-8 2 0</inkml:trace>
  <inkml:trace contextRef="#ctx0" brushRef="#br0" timeOffset="1681">9569 1507 5734,'0'7'0,"0"0"0,0 0 0,-1 10 0,0-2 0,-3 28 0,0-18 0,0 2 0,1-1 0,0 0-579,-1 2 0,-1-1 579,0 6 0,0-9 0,1 0 0,-3 13 0,-3 10 0,4-20 0,1-2 0,-2 7 0,2-2 0,0-2 0,3-9-86,1 13 86,1-22 0,0 3 0,2-7 0,0-2 0,1 0 1147,1-2-1147,0-2 97,1 0-97,-1-2 0,0 0 0,-1 0 0,0 2 0,-2 0 0,1 1 0,0-1 0,3 0 0,1-1 0,3 0 0,5-3 0,-1 1 0,5-3 0,-2 2 0,2-1 0,22-5 0,-12 4 0,17-4 0,-7 2-987,-9 2 987,9-2 0,-14 3-248,-2 1 248,-2-1 0,-3 2 0,-3 0 0,0-1 0,-5 1 0,-3 0 961,-7 0-961,-6 2 274,-3 1-274,-9-1 0,5 0 0,-8-2 0</inkml:trace>
  <inkml:trace contextRef="#ctx0" brushRef="#br0" timeOffset="1946">9509 1471 5734,'18'3'0,"-3"0"0,6 0 0,6-1 0,-4 0 0,8 0 0,4 0 0,-8-2 0,8 1 0,8-2 0,-17 1 0,0 0 0,-2 2 0,-13 2 0,4 4 0,-20 0 0</inkml:trace>
  <inkml:trace contextRef="#ctx0" brushRef="#br0" timeOffset="2158">9436 1868 5734,'15'4'0,"9"-1"0,-7-2 0,8 0 0,18-5 0,-14 1 0,3-2 0,1 0 0,-6-1 0,-1 1 0,-1 1 0,-8 3 0,5 2 0,-14 2 0,-1 1 0</inkml:trace>
  <inkml:trace contextRef="#ctx0" brushRef="#br0" timeOffset="4121">18611 1831 5734,'-17'-9'0,"0"2"0,-19 6 0,12 4 0,-15 8 0,9 12-1847,8-2 1847,-5 8 0,5 13 0,11-16 287,2 1 1,4 0-288,10 1 0,9 2 0,0-17 0,6-11 303,-6-8-303,0-3 0,6-12 0,-5 3 0,3-11 0,-8 3 0,-2-1 0,3-11-571,-4 7 0,-1-6 1,-1 4 570,-2 9 0,-1 0 0,1-15 0,0-1-568,-3 12 1,0 2 567,1-13-21,-1-6 21,0 16 0,-1 10 0,1 1 0,-3 12 0,2 7 2272,-1 6-2272,-2 37 0,2-12 460,0-3 1,1 2-461,1 0 0,1-1-1571,2 18 1571,0-17 0,0 2 0,2-1 0,0-1 0,4 16 0,-3-17 0,2 0-551,0-4 1,1-2 550,4 12-614,6 5 614,-6-18 108,8-1-108,-6-8 0,9-20 0,2-6 0,-8-2 0,3-5 0,-3-4 0,-11-11 0,-4 6 1281,0-8-1281,-3 4 0,0 9 1225,-2-4-1225,-7 9 867,3 14-867,-6 4 449,6 13-449,-2 27 0,5-12 0,0 17 0,15 1 0,-2-17 0,4-1 0,3-2 0,0-8 0,5-5 0,1-3 0,1-10 0,14-6 0,-15-8 0</inkml:trace>
  <inkml:trace contextRef="#ctx0" brushRef="#br0" timeOffset="4433">19007 1874 5734,'-19'10'0,"1"2"0,2 8 0,6-3 0,-3 21 0,9-19 0,3 10 0,13-10 0,-4-12 0,8 3 0,-7-15 0,0-1 0,2-11 0,-2 2 0,1-6 0,0-5 0,-3 11 0,3-4 0,-1 17 0,-3 5 0,4 6 0,2 14 0,-3 0 0,3 12 0,0 9-1411,-3-9 1411,-2-11 0,-2 0 0,0 0 0,0 0 0,0 12-211,1 10 211,-10-4 0,-2-12 0,-7 8 0,-8-15 0,-3-2 0,-2 0-1102,0-3 0,1-4 1102,3-12 0,0-3 1025,2-6-1025,-4-12 0,10-3 0,-1-11 0</inkml:trace>
  <inkml:trace contextRef="#ctx0" brushRef="#br0" timeOffset="5029">19739 1662 5734,'-10'22'0,"1"12"0,8-8-492,-1 13 492,4-14 0,0-1-1398,1 16 1398,-1-14 0,1 1 0,0 0 0,1-1 0,1 15 0,-1-15 0,-1 0 0,2 22 0,-2-14 0,0 8-284,-3-10 284,0-9 0,-2 3 0,-6-7 201,2-12-201,-3 0 0,4-15 0,1-2 0</inkml:trace>
  <inkml:trace contextRef="#ctx0" brushRef="#br0" timeOffset="5247">19698 1634 5734,'39'-9'0,"4"3"0,-24 8 0,5 2 0,-7 8 0,-6-3 0,1 7 0,-12 12 0,-3-8 0,-4 5 0,-3-1 0,-2-2 0,-3 3 0,0-1 0,3-5-243,-8 9 243,12-16 0,2-4 0,0-1 0</inkml:trace>
  <inkml:trace contextRef="#ctx0" brushRef="#br0" timeOffset="5513">19526 1507 5734,'-25'32'0,"1"4"0,4 5 0,2 3-754,6-16 1,2 1 753,0 3 0,1 6 0,0 1 0,2-6 0,2-2 0,4 1 0,1 13 0,3 5 0,1-6 0,2-15 0,2-1 0,6 10 0,4 4 0,-1-7 0,-4-11 0,0-3-633,9 11 1,1-2 632,2-4 0,1-6 0,1-3 0</inkml:trace>
  <inkml:trace contextRef="#ctx0" brushRef="#br0" timeOffset="5759">20155 1435 5734,'10'21'0,"1"3"0,-4 0 0,0 3-3136,2 17 3136,-3-12 0,0 1 0,-2 5 0,0-1 0,-2-7 0,1-1 0,-1 9 0,0 0 0,-1-1 0,-2-1 0,1-10 0,-2 1 0,1 6 0,-2 0 0,-3 2 0,-1-2 0,-2 8-321,-1-4 1,-2-3 320,1-12 0,-6 4 0,7-21 0</inkml:trace>
  <inkml:trace contextRef="#ctx0" brushRef="#br0" timeOffset="6317">20615 1818 5734,'-5'-2'0,"3"0"0,8 6 0,13 4 0,-1 0 0,6 0 0,0 0 0,2-1 0,8 0 0,-1 0 0,-3-1 0,18 2 0,-10-1 0,-15-2 0,10 2 0,-16-1 0,-7-3 0,1 1 0</inkml:trace>
  <inkml:trace contextRef="#ctx0" brushRef="#br0" timeOffset="6532">20678 2076 5734,'7'8'0,"5"2"0,-2-4 0,7 3 0,-3-3 0,25 3 0,-13-3-846,18 2 846,-18-5 0,0 1 0,-2-1 0,11 2 0,-10-2 0,7 1 0</inkml:trace>
  <inkml:trace contextRef="#ctx0" brushRef="#br0" timeOffset="7389">21736 1722 5734,'-14'-6'0,"-1"1"0,-1 1 0,-8 4 0,5 3 0,-16 10 0,15 3 0,1 2 0,-9 7-417,10-6 1,4 1 416,6-2-372,2 12 372,4-12 0,4 10 0,3-18 0,3 0 0,1-6 799,6-6-799,-2-2 406,6-6-406,1-10 0,-3 1 0,4-9 0,-3-8-1204,-5 6 1204,3-12 0,-9 13 0,-1 0 0,1-7 0,-1-2 0,-1 3 0,-3 8-387,1-16 387,-3 31 0,-1-3 0,-7 34 0,4-4 0,-5 21 0,4 5-1141,3-6 1141,0 13 0,2-13 0,3 2 54,1 0-54,2 0 0,2 0 0,1-2 0,2-6 0,1 0 0,5 5 0,-3-8 0,0-3 0,3-5 66,2-4-66,1-4 0,1-5 0,1-4 0,-1-3 0,1-5 0,-1-3 0,-2-4 0,-1-2 0,-1-2 0,-3-2 0,2-11 0,-4 7 0,-1-8 0,-6 12 0,-1 0 0,-2 3 0,0-3 0,-2 6 1160,0 0-1160,-1 7 1099,0 3-1099,-1 1 353,0 3-353,-1 3 0,-2 8 0,-1 16 0,4 12 0,1-4-536,7-1 536,2-17 0,17 10 0,-8-14 0,16 5 0,-14-18 0,18-11 0,-11 0 0,13-9 0</inkml:trace>
  <inkml:trace contextRef="#ctx0" brushRef="#br0" timeOffset="7700">22335 1761 5734,'-14'0'0,"-5"8"0,5 2 0,-3 7 0,2 8 0,5-5 0,0 7 0,7 6 0,1-13 0,4 11 0,1-20 0,0 0 0,2-12 0,-2-2 0,2-7 0,2-25 0,-4 18 0,3-16 0,-3 26 0,3 5 0,0 3 0,2 5 0,0 5 0,5 16 0,-3-3 0,4 10 0,-5 3 0,-2 1 0,-1 5-840,-1-3 0,-1-1 840,-7-4 0,-2-1 0,-5-4 0,-2 0 0,-5 6 0,4-8 0,-3-3-794,-13 4 794,6-12 0,-6 2-345,2-13 345,8-6 0,-5-5 0,6-10 0,7 0 0,-1-8 0</inkml:trace>
  <inkml:trace contextRef="#ctx0" brushRef="#br0" timeOffset="8298">22071 1866 5734,'0'-26'0,"-2"4"0,-5 5 0,3 9 0,-5-4 0,5 12 0,0 1 0,-6 12 0,4-2 0,-2 8 0,6-6 0</inkml:trace>
  <inkml:trace contextRef="#ctx0" brushRef="#br0" timeOffset="8797">22642 1436 5734,'-40'25'0,"10"-2"0,7 8-2785,5 12 2785,5-7 0,6-12 0,1 1 0,3 1 0,0 0 0,1 14 416,0-15 0,2 2-416,6 12 0,1 0 0,2 3-403,0-4 0,1-3 403,2-10 0,2-2-500,7 3 500,-5-7 0,6 2 220,-3-6 0,-2-8 1,4 1-1</inkml:trace>
  <inkml:trace contextRef="#ctx0" brushRef="#br0" timeOffset="9166">23012 1553 5734,'-6'-8'0,"-8"1"0,2 5 0,-21 22 0,14 0 0,3 4 0,-3 7 0,3-4-395,-5 15 395,8-8 0,-2 5 0,3-6 97,3 6-97,5 0 0,3-2 0,5-11 0,18 13 0,-6-31 0,12-3 0,0-19 0,3-9-1103,-1-4 1103,-5-5 0,-5-10 0,-6 9 0,-5 4 0,-2 1 0,-4-4 0,-5 5 0,-4 2 0,-4 4 0,-9-9 0</inkml:trace>
  <inkml:trace contextRef="#ctx0" brushRef="#br0" timeOffset="9381">22858 1763 5734,'25'20'0,"7"6"0,-11-10 0,1 1 0,1 1 0,2 1 0,1 2 0,0 0 0,-5-4 0,10 9 0,-13-12 0,-6-6 0,1 1 0,-1-3 0,-5-6 0,4-1 0,-7-6 0</inkml:trace>
  <inkml:trace contextRef="#ctx0" brushRef="#br0" timeOffset="9588">23332 1410 5734,'22'26'0,"-8"-5"0,4 12 0,-1 4-876,-3 5 876,-6-8 0,1 7 0,-2-4 0,-4-9 0,-1 0 0,-1 13 0,-1 6 0,-2-6-1106,0-12 0,-2-2 1106,-2 15 0,-2 0 0,0-13 0,-2-2 341,-6 12-341,0-8 0,-3-2 0,1-9 0,-1-2 0,1 0 0,-2-2 0,-19 8 0</inkml:trace>
  <inkml:trace contextRef="#ctx0" brushRef="#br0" timeOffset="18391">2292 6666 5734,'5'4'0,"0"-1"0,-2-1 0,1 0 0,-2 0 0,2 0 0,2 1 0,-2-1 0,17 1 0,-11-3 0,9 1 0,-10-1 0,0 0 0,4 0 0,-3 0 0,3 1 0,-3 0 0,0 0 0,1 1 0,-1 0 0,2-1 0,0 1 0,-1 0 0,3 0 0,4-1 0,-3 1 0,4-1 0,-6 1 0,0-1 0,0 0 0,2 1 0,-1-1 0,2 0 0,-1 0 0,7 1 0,-4-1 0,12 1 0,-3-2 0,-1 0-263,0 0 263,-8-1 0,0 0 0,-1 1 0,8 0 0,-7 1 0,7-1 0,-9 0 0,0 0 0,7 1 0,2 0 0,-1 0 0,0 1 0,-9-1 0,9 2 0,-5-1 0,6 1 0,-8-1 0,1-1 0,0 1 0,2-1 0,9 1 0,-6-1-168,7 1 168,-8-2 0,0 0 0,0 0 0,9 0 0,-6 0 0,5 0 0,1 0 0,-7 0 0,6-1 0,4-2 0,-7 1 0,11-1 0,1-2 0,-7 1-930,10-4 930,-12 3 0,0-1-16,-3 0 1,4 0 15,0 0 0,1 0 0,1-1 0,-1 1-479,-3 1 1,-3 1 478,4 0 0,9-1 0,2 0 0,0 0 173,-1 0 0,0 1-173,-12 0 0,-2 2 0,8-2-41,-8 1 1,0 1 40,1-1 0,1 1 0,11-1 0,-9 1 0,9-1 0,-14 3 0,-1-1 0,8 1 0,-1 0 0,0 0-592,-2 1 592,9 0 0,0 1 0,-9 0 0,9-1 0,-12-1 0,0 0 0,8 0 0,7 0 0,2 0 0,-5-1 0,2 0 0,-1 0 0,0 1 0,-14-1 0,1 0 0,0 1 0,0 0 0,9 1 0,1 1 0,1-1 0,0 0 0,-2 1 0,0 1 0,-3 0 0,-2 0 0,7 1 0,10 2 0,-1-1 0,-11-1 0,9 1 0,-1 0 0,-9-2 117,9 1-117,-13-2 0,-1-1 0,0 0 0,9 0 0,-9-1 0,0 1 0,2-1 0,-1 1 0,0 0-522,-1 1 522,0 0 0,0-1 0,13 3 0,-9-1 0,11 1 0,-1-1 0,-8 0 0,9 0 0,-13 0 0,0-1 0,0 1 0,1-1 0,14 2 0,-9-1-103,11 0 103,-14 1 0,0-1 0,0 1 0,2-1 0,-1 1 0,0-1 265,-10-1 0,2 0-265,17 0 0,1 1 0,-13-1 0,0 0-280,12 0 1,-4-1 279,-3 1 0,3 0 0,2-1 0,3 0 256,-6 0 1,2 0-257,2 0 0,-3 0 0,2 0 0,-3 0 0,0 0 0,8 1 121,-18-2-121,16 1 0,-14 0 0,-6 0 49,5 0-49,2 0 0,-7-1 0,8-1 0,4 0 628,-7-1-628,10 1 0,3 0 0,-10 1 0,11 0 0,0 0 0,-11 0 0,9 0 0,-1 1 0,-11 0 0,9 1 0,-3 0 0,-7 0-170,-1-1 1,3 1 169,11 0 0,-17-1 0,0 0 371,11 0-371,-10 0 0,-1-1 0,13 0 0,-8 1 0,8 0 0,-11 1 0,0-1 0,2 1 0,-1 0 0,0-1 0,2-1 0,8 1 0,-8 0 0,0-1 0,-4-1 0,-2 0 0,14 0-528,-12-1 1,-1 1 527,10-1 0,-1 0 565,0 1-565,13-1 0,-12 0 0,9 0 0,-2 0 0,-11 0 0,9 0 0,-1-2 0,-11 1 0,9 0 0,-1-1 0,-9 1-99,7 0 99,-11 0 0,-3 1 488,-1 0-488,-3 1 1193,-1 0-1193,-3 0 217,0-1-217,-2 1 539,0 1-539,-1-1 22,8 2-22,-6-1 0,4 0 0,-10 1 0,-2-1 0,0 1 0,-1-1 0,1 0 0,0 0 0,0 0 0,1 0 0,0 0 0,0 0 0,4 1 0,-3-1 0,5 0 0,-6 0 0,0-1 0,-1 1 0,-1 0 0,0 0 0,-1 0 0,1 0 0,0 0 0,-1 0 0,0 0 0,1-1 0,0 0 0,0 0 0,2 0 0,-1-1 0,1 1 0,1-1 0,0 0 0,1 0 0,0-1 0,6-2 0,-3 0 0,4-3 0,2-1 0,-3 1 0,4-3 0,3-7 0,2-2 0,4-7-604,-4 5 1,-1-1 603,-2-1 0,-6 5 0,10-24 0,-9 14 0,-3 6 0,-1-1 0,4-15 0,-7 10 0,0 0 0,-1 5 0,0 1 0,0-5 0,-2 1 0,-2-1-241,-2 4 0,-2-1 241,0-7 0,-3 3 0,-1 0 0,-2 3 0,-5-9 0,-3 2 0,4 8 0,-5-7 0,4 12 0,-6-10 0,3 9 0,-5-7 0,5 9 0,-2 1 0,0 0 0,-2 2 0,0-1 0,0 2 0,-1 0 0,1 1 0,-9-7 0,6 6 0,-6-5 0,10 7 0,-1 0 0,1 0 0,1 1 0,0 0 0,-4 0 0,0-1 0,-3-1 0,2 2 0,1 0 0,-9-2-601,7 4 601,-6-3 0,9 5 0,-9-3 0,7 4 0,-10-2 0,-1 1 0,3 1 50,1 1 1,1 1-51,5 1 0,-22 1 0,16 1 0,-17 3 0,15 4 0,6-1 454,-5 3-454,0 4 0,8 0 0,-7 6 0,2 9-946,7-3 946,-7 11 0,16-14 0,1 1 0,-7 13 0,7-11 0,1-1 0,-4 12 0,4 1 0,0 1 0,4 1 0,4-10 0,1 0 0,0 16-344,3-14 0,0-1 344,4 13 0,5 0 0,1 0 0,1-12 0,2 1 0,-4-8 0,1 1 0,3 5 0,3 1 0,6 6 0,1-2 0,-8-11 0,-1-1 0,9 11 0,1 0 0,-6-10 0,-1-2 0,10 10 0,-10-12 0,0 0 313,6 3-313,0-3 0,-3-2 0,0-2-46,-2-2 0,-2-2 0,0-2 0</inkml:trace>
  <inkml:trace contextRef="#ctx0" brushRef="#br0" timeOffset="18554">10420 6968 5734,'7'-7'0,"0"-1"0,-1-2 0</inkml:trace>
  <inkml:trace contextRef="#ctx0" brushRef="#br0" timeOffset="75021">9229 2875 5734,'-7'0'0,"0"0"0,0 0 0,2 0 0,1 0 0,2 1 0,-1 3 0,1-1 0</inkml:trace>
  <inkml:trace contextRef="#ctx0" brushRef="#br0" timeOffset="90223">8629 12119 5734,'3'2'0,"0"-1"0,-2 0 0,0 0 0,0 1 0,1-1 0,2 0 0,4 0 0,0-1 0,3 0 0,-3 0 0,19-3 0,-13 2 0,14-2 0,-16 2 0,0 0 0,1 0 0,1 1 0,1-1 0,0-1 0,2 2 0,0-2 0,2 2 0,7-1 0,2-1 0,4 1-620,-3 0 0,0 0 620,1-1 0,0 1-840,3 0 840,1 0 0,2 0 0,2 0-1050,2 0 1050,2 0 0,-10 0 0,1 0 0,-7 0 0,0 0 0,7 1 0,2-1 0,3 1 0,-1 0 0,-7 0 0,0 0-765,10 0 0,1 1 765,-11-1 0,0 1 0,2 0 0,-1 0 0,2 0 0,0 0 0,0 0 0,2 1 0,-2 0 0,1-1 0,0 1 0,5 0 0,0 0-304,-5 0 1,1 0-1,-2-1 304,3 1 0,-1 0 0,-3 0 0,5-1-41,6 0 0,8 0 0,0 0 1,-5-1 40,2 0 0,-1 0 0,-3 0 0,6 0 0,-1 0 0,-9-1 0,-10 0 0,-4 0 0,0 0 0,1-1 0,21 0 0,-1 0 0,-21 1 0,-1 0 0,17-1 0,-4 0 0,-14 1 1283,7-1-1283,-13 0 2868,4 0-2868,-13 1 29,-3 0-29,0 0 1106,-3-1-1106,-1 1 112,-5-1 0,0-1 0,-1-2 0</inkml:trace>
  <inkml:trace contextRef="#ctx0" brushRef="#br0" timeOffset="95592">11138 7392 5734,'-38'5'0,"8"0"0,-9 3 0,-1 3 0,9-1 0,-1 1 0,0 1 0,-1 2 0,-3 3 0,0 2 0,6 0 0,-3 4 0,1 2-2435,4-1 2435,7-5 0,1 1 0,-9 12 0,8-5 0,-5 7 0,5 2 0,7-7 739,-2 8-739,6 2 0,3 2 0,1 1-557,0 1 0,2-2 557,5-9 0,1 0-641,2 1 641,2 0 0,1-1 0,7 12 0,-1-11 988,6 10-988,6-14 0,4-1 0,-3-8 0,2-2-887,8 9 0,2-2 887,-7-12 0,0-5 0,-6-2 0,-1-1 27,2-1 0,1 0-27,0-2 0,0 1 0,0-2 0,2 0 0,12-1 0,1-2 0,-10 0 0,-1 0-377,11-1 0,-2-1 377,-12 0 0,-1 0 0,0 0 0,0-1-399,-1 1 1,0-1 398,0-1 0,-1 0 0,0 0 0,-1 0 0,0-1 0,0 0 490,-1 0 1,0-1-491,9-4 0,-1-1 0,-7 3 0,-1-1 44,7-3 0,-2-1-44,9-10 0,-2-3 0,-3-3 0,-6-5 0,-1-3 0,-9 13 0,-2 0-50,1-2 1,0-3 0,-3 2 49,-4 1 0,-1 1 0,-1 0 0,-2-4 0,-3-6 0,-2-4 0,0 2 0,-2 1 0,0 0-259,-2-1 1,-1-3 0,-2 4 258,-2 7 0,-2 2 0,-1 0 0,-1 0-73,-1 3 0,-2-1 73,-9-6 0,-3 0 0,7 10 0,-1 1 0,-8-6 0,-1 3 0,10 10 0,-2 2 0,-6 2 0,-4 1 0,1 2 0,3 1 0,-1 2 0,-2 1 0,-2 0 0,4 2 0,5 6 0,1-1 0</inkml:trace>
  <inkml:trace contextRef="#ctx0" brushRef="#br0" timeOffset="98288">11296 10871 5734,'-34'-14'0,"-1"1"0,9 3 0,0 0-2598,-14-6 2598,14 7 0,-1-1 0,-1 0 0,2 2 0,-17-6 0,-1 1 0,-1 2 0,21 5 0,0 0 0,-12-2 0,-1 0 0,8 2 0,2 2 0,-17-4 0,17 3 0,-4 1 0,-8-1 0,-4 1 0,4 1 0,7 0 0,-1 0-589,-8 0 1,-4 0-1,6 0 589,-8 2 0,14 0 0,1 0-105,6 0 0,2 1 105,-7-1 0,-1 0-244,1 0 0,2 0 244,-15 0 0,17 0 0,-3 0 0,-2 0 0,-4-1 0,4 0 0,6 1 0,0 0-68,-6-1 0,-4 0 0,6 1 68,-5-2 0,-1 1 880,1 0-880,-1 1 0,0 1 0,-2 2 0,-2 0 0,-1 1 0,10-1 0,0 2 0,7-2 0,-1 1 0,-6 1 0,-2 1 0,0 0 0,1 1 0,7-2 0,1 1 51,-9 1 1,1 0-52,-10 4 0,12-3 0,1 2 0,-15 3 0,17-3 0,-1 0 0,2 1 0,1 0 0,-14 7 0,15-6 0,0 0 561,-6 6-561,-6 8 0,-2 6 0,7-2 0,1 3 206,6-10 1,-1 0-1,3 1-206,-5 12 0,6-4 0,6-4 0,-3 9 0,7-11 0,-3 12 0,4-8 193,2 1 0,0 3-193,1 12 0,2-17 0,1 0 556,2 13-556,2-12 0,1-1 0,2 1 0,3 13 0,1-10 0,3 10 0,0-13 0,2 0 0,1 0 0,-1-9 0,1 1 0,7 10 0,-6-10 0,2-1 0,1 1 0,1-2 0,11 11-600,-9-10 1,1-1 599,10 7 0,1-2 0,2 0 0,3-2 0,1-1 0,-7-7 0,1-1 0,-7-2 0,1-2-385,9 4 1,0-2 384,-8-2 0,0-2 0,0 0 0,2 0 0,-1 1 0,0-1 0,-1-1 0,4 1-402,5 2 1,6 0 0,1 1 0,-5-1 401,4 1 0,-1-1 0,-3-1 0,6 2 0,-2-1 0,-7-1 0,-4-1 0,-4-2 0,1 0 0,3 1 0,6 0 0,8 0 0,1 1 0,-6-1 0,3 1 0,1-1 0,-6-1 0,5 2 0,1-1 0,-3-1 0,4-1 0,-3-1 0,-3 0 0,-4 0 0,1-1 0,3 0 0,5 1 0,-6-2 59,-13-1 0,0 0-59,5-3 0,4 0 0,-2-1 0,-1 0 0,1 0-30,2-2 1,6-1-1,-1 0 1,-5 0 29,0 0 0,-2 0 0,1-1 0,2 0 0,-2 0 0,6-2 0,-3 0 0,-8 3 0,0-1 70,7-2 1,1 0-71,-3 0 0,-1 0 0,-8 2 0,0 1 0,6-3 0,0 0 0,9-4 0,-2 0-141,0-1 141,0-1 0,-2-1 0,0 0 0,-1-2 0,-1-1 0,-1-3 0,-2-2 0,-2-2 670,-10 5 1,-1-2-671,-1-3 0,-2-4-251,0-9 0,-2-6 1,-1 2 250,-1 2 0,-3 1 0,-1 0 0,-2-2 0,-2 6 114,-2 9 1,-4 0-115,-3-12 0,-3-4 0,0 4-409,2 5 0,-2 1 409,0-4 0,-2-2 0,-2 1 0,-3 5 0,-2 2 0,1 3 0,2 3 0,0 1 0,-3-4 0,-2-3 0,2 6 0,-10-6 0,-1 2 0,8 10 0,-1 1 0,-13-8 0,13 11 0,0 1 0,-11-2 0,2 3 387,-1 2 0,3 1 0,-1 0 1</inkml:trace>
  <inkml:trace contextRef="#ctx0" brushRef="#br0" timeOffset="104947">17186 7463 5734,'-3'-44'0,"0"-1"0,0 4 0,-1 1 0,-1 13 0,-2 1-1479,1 0 0,-2 0 1479,0 2 0,-1 0 0,-4-8 0,-2 1 223,0 1 0,-2 0-223,-8-10 0,-1 1 0,9 15 0,-1 1-121,-1-1 1,0 3 120,1 3 0,-1 4-103,-9-5 0,10 9 0,-8-4 0</inkml:trace>
  <inkml:trace contextRef="#ctx0" brushRef="#br0" timeOffset="106242">16231 7981 5734,'32'17'0,"0"-1"0,2-3 0,1-5 0,2-2-1639,-13-4 1,0 0 1515,16 0 0,-2-2 123,6-10-537,0-3 537,-2-4 0,-12 1 0,0-2 0,-8 4 0,-1-1 0,7-4 0,0-4 0,3-13 0,-3-1 0,-10 13 0,-1-3 0,-2-2 0,2-7 0,-1 1 0,-4 3 0,-1 0 0,-4 0 0,0-4 0,-1-5 0,-1-1 0,-1 6-450,-2 2 1,-2 0 449,0 0 0,0-2 0,-2 2 0,-4-2 0,-1 4-388,2 7 1,-1 1 387,-2-6 0,-1 0 0,-2 5 0,1 1 0,-6-11 967,-6-7-967,4 19 0,0 3 0,0-3 0,-16-11 0</inkml:trace>
  <inkml:trace contextRef="#ctx0" brushRef="#br0" timeOffset="114061">19481 9929 5734,'-23'-8'0,"-1"1"0,-2 0 0,-16-2-2452,8 3 2452,-13-1 0,19 6 0,1 0 0,-17 0 0,5 2 0,-7 1 0,5 0 0,10 1 0,0-1-573,-6 1 0,-3 1 1,5 0 572,10 0 0,2 0 0,0-1 0,-2 2 0,-16 6 0,-1 2 0,16-5 0,0 1 0,-13 5 0,1 4-301,10 1 1,4 1 300,5-4 0,1 3 0,-4 10 0,-1 7 0,4-3 0,4-3 0,3 0-321,-1 2 0,0 3 0,3-3 321,4-1 0,3-2 0,1 1 0,1 1 0,1-1 0,2 0 0,2 0 0,2 0 0,1 0 0,2-2 0,2 1 0,2-2 0,1 0 0,3-1 0,13 8 0,3-1 0,-6-10 0,2 0 0,-3-4 0,2 0 0,0-2 0,7-1 0,0-3 0,3 0 0,0-2 0,3-2 0,1-1 0,0-2 0,3-1 0,-2-4 0,4-2 0,-3-1 0,-8 1 0,-2-2 0,2 0 0,10-2 0,2-1 0,-3-1 0,-12 0 0,-2 0 0,2-2 0,10-4 0,3-2 0,-3 0 0,-10 3 0,-3-1 0,2 0 0,7-3 0,1-2 0,-4 1 0,-2-3 0,-3 0 0,-2 0 0,-2-2 0,-4 1 0,-1-1 0,-2 0 0,-3-3 0,-1-10 0,-4-2 0,-4 9 0,-2-1 0,-1-8 0,-5-2 0,-5 1 0,-6-1 0,-4 0 0,-2-3 0,0 2 0,0-3 0,0 0 0,0 7 0,-1-1 0,2 5 0,2 7 0,2 3 0,-2-11 0,0-5 0,19 12 0,7 0 0</inkml:trace>
  <inkml:trace contextRef="#ctx0" brushRef="#br0" timeOffset="114581">23020 9700 5734,'-38'-9'0,"-1"-1"0,-4 3 0,-4 0 0,4 1-1169,5 2 0,-1 2 1169,-5 2 0,-7 1 0,-1 2 0,6 0 0,1 3 0,-2 3 0,8 1 0,-6 3 0,-3 1 0,2 1 0,7-1 0,5-1 0,4-1 0,-4 7 0,4 1 0,-6 6 0,-2 4 0,-2 2 0,0 2 0,2-2 0,4-2 0,6-4-955,-6 8 1,6-4-1,-2 5 955,1-3 0,-4 6 0,-3 2 0,3-1 0,5-2 0,8-6 140,7 6 0,8-2-140,4-3 0,3 2 0,1-2 0,2 4 0,7 0 0,5-6 0,6 4 0,3-2 0,-1-4-406,6 1 0,4-4 406,1 1 0,4 0 0,0-5 0,-3-9 0,1-4 0,0-3 0,3-1 0,1-2 0,1 0 0,-1-1 0,0-1 0,0-1 0,-2-3 0,-1-2 0,-3 0 0,2-3 0,-1-4 0,-1-2 0,2-5 0,-3 2 0,-4 1 0,-3-3 0,1-2 0,-1-3 0,-8 1 0,-12-9 0,-16-8 0,-12 15 0</inkml:trace>
  <inkml:trace contextRef="#ctx0" brushRef="#br0" timeOffset="115384">19642 10701 5734,'-44'1'0,"0"1"0,-1-1 0,10 0 0,2 0 0,-3 1-1093,-9 0 1,-2 1 0,-1 1 873,10 0 0,0 1 0,1 0 1,1 0 218,-1-1 0,1 1 0,-7 3 0,10 0 0,-6 2 0,-4 1 0,-2 2 0,-2 0 0,1 0 0,1 0 0,5-1 0,4-2-396,-6 3 1,6-2-1,1 1 1,-6 2 395,0-1 0,-6 3 0,-3 1 0,-1 0 0,3 0 0,5-1 0,7-2 0,-9 8 0,7 0 0,2 0 0,0 3 0,1-1 0,-3 4 0,2 2 0,6-5 0,-1 2 0,3 1 0,5 3 0,2 2 0,2-1 0,-3 6 0,3 1 0,3-6 0,1 3 0,3 1 0,4 1 0,3 2 0,2 0 0,3 5 0,3 0 0,0 0 0,0 1 0,1 0 0,2 0 0,4-1 0,1 1 0,2-4 0,-1-9 0,1-2 0,0-1 0,2 1 0,0 0 0,4 1 0,1 0 0,4 1 0,1 0 0,-1-2 0,2 1 0,1-2 0,1 1 0,0-2 0,2 1 0,0-1 0,0-3 0,1-1 0,0-3 0,3-1 0,3-1 0,2 0 0,2-1 0,-2-2 0,3 2 0,-1-3 0,2 1 0,-1-3 0,2 0 0,1 0 0,-3-3 0,2-2 0,-2-3 0,1 0 0,1-2 0,1 0 0,-1-2 0,2-1 0,0-1 0,1-2 0,0 0 0,0-2 0,0 0 0,-10-1 0,-1 0 0,0-1 0,1 0 0,-1-1 0,-1 0 0,2-1 0,1-2 0,2-1 0,1-2 0,2-1 0,-1 0 0,-2 0 0,-1-1 0,-1 1 0,-1 0 0,2-2 0,-1 0 0,1-1 0,1 0 0,-2-1 0,-3 1 0,7-6 0,-4 0 0,0 0 0,-2 0 0,-1-2 0,-1 0 0,-1 0 0,-2 0 0,-1-2 0,-2 1 0,-1-1 0,-1-1 0,-2 2 0,-2-1 0,0-4 0,-2-5 0,1-6 0,-3-1 0,-1 2 0,-1-4 0,-4 0 0,1-1 0,-2 6 0,2-2 0,-3 1 0,-2 1 0,-6-6 0,-3 1 0,-1 5 0,-1 6 0,-2 1 0,-1-8 0,-1 2 0,-3-7 0,0 6 0,3 8 0,2 5 0,5 6 0,8 1 0,4 1 0</inkml:trace>
  <inkml:trace contextRef="#ctx0" brushRef="#br0" timeOffset="115848">23790 10866 5734,'-25'-11'0,"1"0"0,-2 0 0,-2 1 0,-2 0 0,-2 1-1639,-3-1 1,-2 2 906,-2 1 1,-2 0 731,0 1 0,-6 2 0,11 2 0,-5 1 0,-3 1 0,1 1 0,4-1 0,-7 0 0,3 1 0,-6 1 0,12 1 0,-6 0 0,-2 1 0,-3 1 0,0 0 0,2 0 0,2 0 0,6-1-249,-7 3 1,6-1-1,0 1 1,-3 1 248,1-1 0,-2 0 0,-2 1 0,-1 1 0,2 0 0,2 1 0,-1 1 0,1 1 0,1 0 0,1 1 0,2-1 0,-2 0 0,4 0 0,-2 0 0,-3 4 0,2 0 0,-4 4 0,-3 1 0,-1 1 0,2 0 0,2 0 0,6-3 0,-3 3 0,6-1 0,0 0 0,-2 2 0,3-2 0,-4 2 0,0 1 0,1 1 0,1 1 0,5 0 0,-1 7 0,3 2 0,3 0 0,1-2 0,0 3 0,2-1 0,1 2 0,2-2 0,1 1 0,1 1 0,4-2 0,4-1 0,4-2 0,1 0 0,3 15 0,5 0 0,5-1 0,4-2 0,5-1 0,10-2 0,1-15 0,8 1 0,5-2 0,0 0 0,-3-3 0,-3-2 0,-2-3 0,1-1 0,5 1 0,-1-1 0,4 2 0,3-1 0,0-1 0,-1-1 0,-2-4 0,4-2 0,-2-2 0,-1-3 0,1 0 0,-7-1 0,0 0 0,0 0 0,2-1 0,1-1 0,-1-1 0,2-1 0,1 0 0,1-1 0,0 1 0,-1-1 0,-2 0 0,6-1 0,-2 0 0,0 0 0,0 0 0,2-2 0,-6 2 0,1-2 0,2 1 0,0-1 0,-1 0 0,-2 0 0,-2 0 0,11-3 0,-3 0 0,-2 0 0,3-3 0,-3 0 0,3-1 0,0-2 0,-2 1 0,-2-1 0,-3 2 0,-3-1 0,0 0 0,1-3 0,2-3 0,3-2 0,-1-2 0,-3 0 0,-5 0 0,-5 0 0,-5 0 0,0-2 0,3-7 0,-1-2 0,-5 0 0,-9-2 0,1-1 0</inkml:trace>
  <inkml:trace contextRef="#ctx0" brushRef="#br0" timeOffset="117528">23289 6307 5318,'-35'-16'0,"0"0"0,-2 0 0,-3 0 0,1 1-1093,6 2 1,2 2 0,-3-1 581,1 0 1,-3 0 0,1 0 0,1 1 510,-3-1 0,1 2 0,-1-1 0,-1 0 0,-1 1 0,0-1 0,-3 0 0,1 0 0,-1 0 0,-1 1 0,0-1 0,-3 0 0,7 3 0,-4-2 0,0 1 0,-1 0 0,3 1 0,-2 0 0,3 0 0,-1 0 0,-2 1 0,0-1 0,-1 0 0,-2 0 0,0 0 0,0 1 0,-2 1 0,0 0 0,0 0 0,0 1 0,3 0 0,-1 0 0,3 0 0,-2 1 0,-5 0 0,12 1 0,-3 1 0,-4-1 0,-1 1 0,-1-1 0,0 1 0,2 0 0,2 0 0,5 1 0,-7 0 0,5 0 0,1 0 0,0 1 0,-4 0 0,0 0 0,-2-1 0,-1 1 0,-2 0 0,1 0 0,0 1 0,3 1 0,1 0 0,1 1 0,0 0 0,1 1 0,1 0 0,2-1 0,-11 2 0,3-1 0,-1 1 0,-1 1 0,9-2 0,-2 1 0,0-1 0,-1 2 0,0-1 0,1 2 0,1 0 0,-1 0 0,1 2 0,-1-1 0,2 0 0,2 0 0,-10 2 0,4 0 0,-1 0 0,-2 1 0,2 0 0,-1 0 0,-2 1 0,1 1 0,1 0 0,3 0 0,-1 2 0,2 0 0,0-1 0,2 1 0,1-1 0,1 0 0,1 0 0,-2 2 0,1-1 0,-1 1 0,0 0 0,0 0 0,4 0 0,-5 2 0,4-1 0,-5 6 0,9-1 0,-4 3 0,-3 4 0,0 1 0,1-1 0,2-1 0,4-3 0,-1 2 0,3-4 0,2 1 0,-4 3 0,2-2 0,-3 3 0,-2 1 0,1 1 0,0 0 0,4 0 0,5-4 0,-6 14 0,7-2 0,2-2 0,2-7 0,2-1 0,0 2 0,-3 6 0,-1 2 0,2 1 0,3-1 0,1 0 0,1-2 0,-1 7 0,0 0 0,4-6 0,-1 1 0,2 0 0,2 0 0,1-1 0,1 3 0,1-1 0,1 2 0,0 0 0,1-1 0,-2 6 0,1-2 0,0 1 0,2-6 0,0 1 0,1-1 0,0-4 0,1 7 0,0-4 0,1 2 0,-1-1 0,1 0 0,1 0 0,0-1 0,0 0 0,0-1 0,1 1 0,0-1 0,1 1 0,1-1 0,1 0 0,0-1 0,1 1 0,1-3 0,2 2 0,-1-2 0,1 5 0,2 0 0,-2-5 0,2 1 0,0-3 0,2 3 0,0-2 0,3 1 0,1-1 0,1 0 0,2-1 0,1 0 0,3-1 0,0 0 0,4-1 0,0-2 0,4 0 0,0-1 0,-6-6 0,-1-1 0,2 1 0,9 5 0,3 0 0,-1-2 0,-8-6 0,0-2 0,0 0 0,3-1 0,0 0 0,2 0 0,1-1 0,1 0 0,1-1 0,2 0 0,1-1 0,1-1 0,0 0 0,0 0 0,11-2 0,-19-5 0,7-1 0,4 0 0,3-1 0,3 0 0,1-1 0,0 1 0,-1-1 0,-2 0 0,-3 0 0,-4-1 0,8 2 0,-6-1 0,-2-1 0,0 0 0,5-1 0,9-1 0,-22 0 0,4-1 0,3 0 0,3 0 0,2-1 0,2 0 0,2-1 0,1 0 0,1 0 0,1 0 0,-1-1 0,0 1 0,0-1 0,-1 0 0,-2 0 0,-2 0 0,-2 0 0,-2 0 0,-4 1 0,-2-1 0,12-2 0,-5 0 0,-3-1 0,-3 1 0,-1-1 0,2 0 0,4-2 0,4 0 0,-9 2 0,3-1 0,3-1 0,2 0 0,1-1 0,2-1 0,0 1 0,1-1 0,0 0 0,-1 0 0,-1 0 0,-2 0 0,-1 1 0,-3 0 0,-3 0 0,-3 1 0,11-4 0,-5 0 0,-3 1 0,-2 0 0,0 0 0,1-1 0,2 0 0,-3 0 0,2 0 0,0 0 0,1 0 0,0-1 0,0-1 0,0 1 0,-2-1 0,0 0 0,2-2 0,0 0 0,-1-1 0,0 0 0,0 0 0,-2 0 0,0 0 0,-2 1 0,3-2 0,-2 2 0,-2 0 0,1-1 0,0-2 0,4-2 0,-6 1 0,3-2 0,1-2 0,2-2 0,-1 0 0,1 0 0,-2-1 0,-2 2 0,-2 1 0,-4 3 0,6-6 0,-6 2 0,-1 2 0,-1-2 0,3-2 0,-2 1 0,2-3 0,2-1 0,-2 0 0,-1 0 0,-3 2 0,-5 2 0,3-9 0,-6 3 0,-2 0 0,-2 0 0,-1 0 0,-2 0 0,-3 2 0,-1 1 0,-3-1 0,1-14 0,-5 2 0,-4 1 0,-4 1 0,-4 3 0,-2 1 0,-4 3 0,-3 1 0,-2 3 0,-3 1 0,0 6 0,-3 1 0,2 2 0,-4-1 0,-1 1 0,-9-4 0,1 1 0</inkml:trace>
  <inkml:trace contextRef="#ctx0" brushRef="#br0" timeOffset="118128">23779 8624 5734,'-13'-5'0,"2"-1"0,-1 0 0,6 2 0,2 0 0,9 4 0,28 13 0,-8-2-234,-2 0 0,1 2 234,0 3 0,-2 1-642,15 11 642,-8 1 0,-2 2-851,-11-10 0,-2 0 851,4 8 0,-3 1 0,-7-8 0,-2 2 0,-1 12 0,-2 1 0,-3-8 0,-1 1 0,-2 9 0,-3 2 0,-5 1 0,-2-1 0,3-9 0,-1 0-794,-4 9 1,-1-1 793,4-13 0,0 0 0,0-2 0,1 0-311,-1-1 1,1 0 310,0-2 0,1 0-252,-10 17 252,2-4 0,2-5 799,1-5-799,4-5 1567,1-4-1567,3-5 1264,-2-4-1264,3-4 1072,-1-4-1072,4-4 570,2-2-570,1-1 0,3-1 0,0-1 0,1-1 0,1-1 0,-1 0 0,1 1 0,-1-2 0,-1 1 0,-4 5 0,-2 2 0,-6 5 0,1 1 0</inkml:trace>
  <inkml:trace contextRef="#ctx0" brushRef="#br0" timeOffset="118894">17048 6791 5734,'-23'-6'0,"-3"-1"0,-1 2 0,-4 1 0,-3 1 0,-10 1-1093,6 3 1,-7 2 0,5 1-42,9 1 0,0 1 1134,-2 0 0,-3 1 0,2 3-95,-11 7 1,2 3 94,9-4 0,-1 3 0,3 4 0,-3 5 0,-1 1 0,5-2 0,-3 5 0,1 3 0,10-9 0,-3 2 0,1 2 0,4-1 0,-1 7 0,4 0 0,2-2 0,-3 8 0,3 1 0,2-6 0,0 2 0,4-2 0,1 4 0,4-1 0,1 0 0,2 0 0,1 0 0,3-1 0,-1-2 0,7 3 0,10-4 0,9 5 0,2-1 0,-3-5 0,3 1 0,2-2 0,-1-3 0,4 4 0,1-3 0,-2-10 0,2-11 0,-1-7 0,0 1 0,3-4 0,1-7 0,6-3 0,1-3 0,-6 1 0,7-1 0,-1-3 0,-7 3 0,5-4 0,-2 1 0,-7-1 0,-7 0 0,-3-3 0,2-4 0,0-5 0,-3 4 0,-5 3 0,-1 1 0,11-15 0,-5 3 0,-18 13 0,-4 5 289,-6 4 1,-4 6-1,-3 2 1</inkml:trace>
  <inkml:trace contextRef="#ctx0" brushRef="#br0" timeOffset="122761">16547 8516 5734,'-2'-24'0,"0"4"0,1 6 0,0 6 0,-2-1 0,2 10 0,-1 3 0,-2 13 0,1 2 0,-2 11 0,2-6 0,0 1-1583,-1 18 1583,1-13 0,0 3 0,0 2 0,-1 2 0,1-1 0,0 0 0,-1 1 0,1-2 0,-1 4 0,0 1 0,1-6-1116,0 5 1,0-3 1115,0-5 0,0 2 0,1 0 0,-1 14 0,0 1-640,2-8 0,0 2 0,0-1 640,1-6 0,-1-2 0,1 1 0,0 4 0,1 0 0,-1-4 0,2-7 0,-1-1 0,2 10 0,1 0 0,-2-9 0,0-1 0,2 8 0,-1-1 0,2 9 0,-2-16 0,1 1 0,1 11 0,-1-3 0,1 0 0,-2-10 0,3 15 894,-4-31-894,-1-4 2675,1 0-2675,-1-3 626,-1-1-626,-2-5 1539,0 0-1539,-1-4 0,0 2 0,-2-3 0,1 2 0,-1-2 0,-1-2 0,1 2 0,-2-3 0,2 3 0,-1 0 0,1 0 0,-2-1 0,1 0 0,1 0 0,-8-13 0,6 10 0,-5-11 0,6 15 0,-1-2 0,-7-11 0,5 9 0,-5-9 0,2 3 0,2 6 0,-2-5 0,6 9 0,-1-2 0,3 5 0,-4-5 0,6 8 0,-1 0 0,3 2 0,-1-1 0,1 0 0,-1 1 0,1 0 0,4 7 0,4 8 0,0 0 0,7 15 0,-9-18 0,4 9 0,-3-6 0,-1-3 0,2 3 0,0-2 0,2 6 0,-1-4 0,1 3 0,1-1 0,-4-5 0,4 5 0,-3-3 0,-4-3 0,3 2 0,-3-4 0,-1-1 0,1 0 0,-1-2 0,0 1 0,0-2 0,-2-1 0,0 0 0,1 0 0,-1-1 0,0 0 0,1 0 0,-1 0 0,1 0 0,-1-1 0,0 2 0,0-2 0,-1 1 0,0-1 0,1 0 0,0 1 0,1-2 0,-1 1 0,0 0 0,-3 1 0,2-1 0,0-5 0,3-3 0,2-4 0,0-1 0,0 0 0,0-1 0,1-1 0,4-10 0,-2 4 0,4-8 0,-4 8 0,1-2-398,-1 1 398,1 0 0,-1 0 0,0 1 0,7-19 0,-6 17 0,3-10 0,-9 24 0,-2 4 0,0 0 0,0 2 0,-1-1 398,0 1-398,0 1 0,0 4 0,-1 0 0,-1 6 0,-1-1 0,-4 11 0,2-2 0,-4 8 0,2-6 0,-1 2-354,0-1 354,-1 1 0,0-1 0,0 1 0,1-2 0,-1 1 0,0-1 0,-4 5 0,4-6 0,-2 3 0,2-5 0,0-1 0,2-3 0,1-2 0,6-5 0,-1-3 354,1 0-354,1-7 0,-1 0 0,2-6 0,0 4 0,0-3 0,1-1 0,0 1 0,0-1 0,0 0 0,1 0 0,0-1 0,1 0 0,-1-1 0,1 2 0,0-1 0,1-1 0,-3 3 0,2 1 0,-2 3 0,-1 2 0,-1 0 0,1 1 0,-2 2 0,1 6 0,-1 1 0,0 4 0,0-1 0,0 1 0,-1 0 0,1 0 0,-2 5 0,-4 16 0,2-10 0,-3 8 0,4-20 0,0 3 0,1-4 0,0 1 0,2-4 0,0-1 0,-1 0 0,1-2 0,0 0 0,0-1 0,-4-3 0,0-1 0,-2-3 0,-4-2 0,2 2 0,-3-3 0,-3-2 0,3 2 0,-6-5 0,-1-3 0,3 2 0,-6-5 0,4 1 0,0 0 0,-1-3-329,1 3 0,1 1 329,5 3 0,0 2-101,-3-5 101,4 5 0,-2-3 0,3 6 0,-1-3 0,3 4 0,-3-3 650,2 2-650,0 1 109,2 3-109,1 2 0,4 6 0,2 1 0,2 2 0,7 17 0,-2-7 0,4 9 0,1 0 0,2 0 0,4 4 0,1 1 0,-2-5 0,0-1 0,2 0 0,10 7 0,-6-4-327,0-3 327,-15-14 0,-2-2 0,0 1 0,-2-3 0,-1 0 0,-3-3 0,1 0 327,-4-6-327,-15-23 0,5 7-652,-12-16 652,11 17 0,0-2 0,-1-1 0,-1-1 0,-6-8 0,6 8-373,-2-4 373,8 12 0,1 2 0,2 2 0,1 2 627,1 2-627,1 1 0,0 1 0,1 0 398,1 2-398,0 1 0,1 1 0,4 7 0,15 21 0,-4-4 0,11 14 0,-5-8-216,-6-7 216,7 7 0,-2-1 0,-5-9 0,2 5 0,-2-2 0,-3-5 0,-1-1 0,-5-8 0,-4-6 0,-2-3 0,-8-7 216,-1 0-216,-6-7 0,2 3 0,-6-7 0,0-2 0,-2-3-588,0 0 0,1 1 588,4 0-833,-7-10 833,7 9 0,-4-5-235,9 12 235,2 4 0,2 1 0,2 3 1038,0 2-1038,2 0 913,0 2-913,0 1 293,3 2-293,4 5 0,3 3 0,5 7 0,1 0 0,11 13 0,-4-5 0,8 8 0,1 1-1137,-6-6 1137,7 6 0,-10-10 0,-1-1 0,-3-2 0,0-1 0,-3-2 0,5 5 0,-6-6 0,1 1 0,-7-6 0,-6-6 1137,0-2-1137,-7-6 0,0-2 0,-5-3 0,2-2 0,-2 1 0,-2-4 0,0-1 0,-15-21 0,11 14-742,-10-15 742,16 18 0,0 2-198,1 1 198,1 1 0,1 2 0,2 1 0,-1 3 0,3 2 0,1 1 727,0 2-727,1 2 213,0 0-213,3 2 0,4 7 0,2 2 0,5 7 0,1 0 0,1 4 0,2 1 0,8 13 0,-4-7-838,5 7 838,-7-9 0,-2-1 0,11 13 0,-2-1 0,-2-1-240,-6-11 240,-11-14 0,2 2 0,-3-4 817,1 1-817,-5-4 0,1-1 0,-1 0 261,0 1-261,1-8 0,1 1 0,2-7 0,1 2 0,1-3 0,2-3 0,0-2 0,2-1-468,1-2 468,2-2 0,1-2 0,0-2 0,3-2 0,1-6 0,2 0 0,1-4-666,-2 5 0,-1 1 666,-6 11-132,-1 2 132,-2 3 0,2-5 0,-5 11 398,1-4-398,-7 12 0,-6 9 0,0 0 1374,-7 9-1374,3-1 0,-11 21 0,7-14 160,-6 15-160,5-11 0,5-6 0,-4 5 0,3-6 0,0-6 0,-1 0 0,2-10 0,0-5 0,0-3 0</inkml:trace>
  <inkml:trace contextRef="#ctx0" brushRef="#br0" timeOffset="189330">15088 2000 5734,'-6'2'0,"2"0"0,0 1 0,1 0 0,0 0 0,-1-1 0,2-1 0,-1 0 0,5-4 0,0 0 0,8-3 0,-1 1 0,5-1 0,7-2 0,-4 1 0,6-2 0,8-1 0,-11 4 0,21 1 0,-26 6 0,7 3 0,-12 4 0,-3 1 0,-2 3 0,-5 8 0,-2-4 0,-3 8 0,-1-6 0,-4 13 0,0-8 0,-1 9 0,2-6 0,0 0 0,-1 2-373,2-2 1,1-2 372,2-5 0,2-1 0,2-2 0,1-2 0,1-1 0,2-3 0,0 0 0,9-1 745,-2-5-745,18-7 0,-14-4 0,10-6 0,-11 3 0,-1-2 0,-1-1 0,-1 1 0,-2-1 0,-1 0 0,-1-1 0,0-2 0,-2 1 0</inkml:trace>
  <inkml:trace contextRef="#ctx0" brushRef="#br0" timeOffset="189575">15118 2130 5734,'-3'0'0,"1"-1"0,20-1 0,-4 0 0,17-1-765,-8 1 765,2 0 0,3-1 0,12-2 0,-11 2 186,6-1-186,-8 2 0,-9 1 0,2-3 0,-7 0 0</inkml:trace>
  <inkml:trace contextRef="#ctx0" brushRef="#br0" timeOffset="190744">15624 2086 5734,'8'2'0,"1"-1"0,5 2 0,-2-1 0,4 1 0,0 0 0,-3-1 0,3-1 0,14-1 0,-12 0 0,13-1 0,-13-1 0,-6 1 0,3 0 0,-8 2 0,-2 0 0,-2 1 0,-3-2 0</inkml:trace>
  <inkml:trace contextRef="#ctx0" brushRef="#br0" timeOffset="190937">15627 2232 5734,'9'0'0,"5"0"0,-2-1 0,6-1 0,12 1 0,-10-1 0,15-1 0,0 1 0,-12 0 0,3 0 0,-1 1 0,-12 2 0,-3-2 0,2 1 0</inkml:trace>
  <inkml:trace contextRef="#ctx0" brushRef="#br0" timeOffset="191220">16161 2122 5734,'17'-3'0,"12"0"0,-12 1 0,10 0 0,-3 1 0,-7 1 0,6 0 0,-6 2 0,-6 0 0,1 2 0,-6 3 0,0-3 0,0 1 0</inkml:trace>
  <inkml:trace contextRef="#ctx0" brushRef="#br0" timeOffset="191458">16638 1903 5734,'-4'12'0,"1"-1"0,1 13 0,0 3 0,-1 3 0,1 12 0,0 1-2579,0-7 2579,1-7 0,0-1 0,3 11-88,-2-11 88,2 6 239,-2-8-239,1-8 0,1-1 0,2-11 0</inkml:trace>
  <inkml:trace contextRef="#ctx0" brushRef="#br0" timeOffset="192257">15378 1223 5734,'-18'25'0,"2"0"0,6-6 0,-1 11 0,3-7 0,-1 8 0,7-4 0,1 0 0,-1-1-340,1-1 1,2-1 339,1-9 165,1-2-165,3 4 0,0-6 0,1 0 0,0-7 0,1-2 0</inkml:trace>
  <inkml:trace contextRef="#ctx0" brushRef="#br0" timeOffset="192625">15604 1292 5734,'8'19'0,"-3"-5"0,-4 11 0,-4-7 0,-1 2 0,-4 11 0,2-6-611,-3 6 611,5-9 0,1 5 0,2-8 0,6 15 0,-1-19 72,13 11-72,-8-19 0,7 2 0,-3-10 0,-3-1 0,2-2 114,-2-5 1,-3 0-1,1-4 1</inkml:trace>
  <inkml:trace contextRef="#ctx0" brushRef="#br0" timeOffset="192823">15571 1503 5734,'26'-6'0,"10"-3"0,-11 2 0,7-2 0,0 2 0,-9 1-114,7-1 0,-11 1 0,-1-1 0</inkml:trace>
  <inkml:trace contextRef="#ctx0" brushRef="#br0" timeOffset="193598">15910 1455 5734,'4'-13'0,"0"0"0,-1-6 0,-1 4 0,0-5 0,-4 2 0,1 4 0,-3-1 0,-2 6 0,-1 5 0,-2 1 0,-10 14 0,6-1 0,-16 24 0,18-15 0,-5 13 0,10-4 0,2-7 0,3 7 0,2-2 0,3-7 0,6 11 0,-3-15 0,10 6 0,1-12 0,1-3 0,1-8 0,-4-4 0,8-7 0,-7 0-314,6-5 314,-9 3 0,3-7 0,-5 5 0,7-12 0,-12 16 0,3-4 0,-7 13 0,-1 1 0,0 2 0,-3 9 0,0 0 0,-2 8 314,1-3-314,-3 27 0,3-20 0,-1 17 0,3-24 0,0-5 0,0 2 0,-1-6 0,3-2 0,-1-1 0,3-6 0,-3 0 0,1-5 0,-1-7 0,0 3 0,2-6 0,8-12 0,-3 12 0,9-18 0,-2 16 0,1 1-209,0 3 209,-4 8 0,0 2 0,2 0 0,7-2 0,-4 3 0,5 0 0,-7 4 0,4 1 0,-6 2 0,3 1 0,-2 7 209,-9 3-209,2 4 0,-10 0 0,-3-2 0,-4 10 0,2-5 0,-8 22 0,9-20 0,-3 19 0,8-25 0,3 5 0,7-13 0,0-3 0,6-3 0,7-10 0,-4 0-398,8-7 398,-8 2 0,7-11 0,-7 4 0,2-7 0,-12 5 0,-3-1 0,-1-1-412,-2-19 412,-7 31 0,-2 4 0,-3 2 0,-2 4 382,-3 4-382,-3 3 0,0 3-220,-1 3 220,2 1 0,2 0 0,3 1 0</inkml:trace>
  <inkml:trace contextRef="#ctx0" brushRef="#br0" timeOffset="193824">16651 1186 5734,'8'30'0,"1"0"0,-4-7 0,0 1 0,3 14 0,1-1-1208,-5-11 0,-1-3 1208,1 11 0,0 1 734,-2-1-734,-2-4 0,-2 0 0,-1 6 0,-9 6 0,-4-1 0,0-12-63,1-4 1,-1-4-1,1-9 1,1-3-1</inkml:trace>
  <inkml:trace contextRef="#ctx0" brushRef="#br0" timeOffset="193960">16948 1724 5734,'0'8'0,"-1"-2"0,-3-2 0,0-4 0</inkml:trace>
  <inkml:trace contextRef="#ctx0" brushRef="#br0" timeOffset="198163">17573 2497 5734,'-23'-15'0,"-7"-2"0,10 5-813,-6-2 813,7 4 0,-8 1 0,-3-1 0,1 1-474,0 0 0,0 1 474,9 5-67,-10 2 67,7 1 0,-5 3 0,1 6 0,7-1 0,-4 6 0,2 7 0,6 2 0,0 2 0,-7 9 0,8-9 0,2 0 0,2 8-256,4-7 256,1 8 0,7 13 0,2-15-32,0-7 0,0 0 32,3 3 0,2 1-167,0-1 167,2 0-301,6 10 301,-3-9 0,4 7-67,-2-13 67,-1-1 0,3 0 407,1-2-407,2-2 0,1-2 0,4-2 0,1-3 0,2-3 0,1-2-86,3-4 86,0-4 0,1-3 0,1-3 0,0-5 0,-12 2 0,2-3 0,11-15 0,1-5 0,-6 3 0,-2-1-512,-6 7 1,-1-1-1,-3 1 512,-3-4 0,-3 2 0,1-16 0,-9 9 0,-3-7 0,0 5 0,-1 4 0,-1 1 0,0-5 0,-1-4 0,-3 4 0,-5 6 0,-1 4 501,-8-14-501,-3 7 0,-1 3 0,-3 4-115,6 8 0,0 3 115,-1 6 298,-8 7-298,8 4 0,-4 5 0,12 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47:57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5743 2551 5734,'7'31'0,"0"1"0,-2-6 0,0 2 0,2 10 0,-2 6-820,-1-8 1,-1 4 0,-1 1 0,1-3 24,-1-2 1,0-3-1,1 6 795,-1 1 0,1 7 0,-1 4 0,1 0 0,-1-3 0,1-5 0,-1 4 0,0-6 0,0 4 0,0-4 0,0 3 0,0 1 0,0-2 0,0-4-25,0 1 1,1-4 0,-1 0 24,0 1 0,0 0 0,1 2 0,-1-2 0,2 2 0,-1 1 0,0 1 0,1-2 0,-1 0 0,1 2 0,-1-2 0,0 0 0,1 2 0,0-1 0,-1 0 0,1 0 0,0 2 0,1 2 0,-1-3 0,0-4 0,0 1 0,0-3 0,0-2 0,0 1 0,1 8 0,1 0 0,-3-12 0,1-1 0,1 6 0,0 0 0,-1-1 0,1-3 0,1 6 25,-1-5 0,0-2-25,-1-9 0,0 2 2257,-2-13-2257,-1-6 1938,0 0-1938,0-1 1374,-1 0-1374,0-1 115,1-1-115,0 1 0,0-1 0,1 1 0,-1-1 0,0 0 0,2 1 0,1 0 0,1 0 0,10 6 0,-7-3 0,7 4 0,-7-4 0,1 0 0,5 2 0,-2-2 0,4 3 0,0-1 0,-2-2 0,4 2 0,6 1 0,13 2 0,-7-2-574,7 0 574,-19-5 0,9 0 0,-6 0 0,5 0 0,-2 0 0,-7-1 0,5 2 0,-3-1 0,-3 0 0,2 0 0,3 1 0,-5-1 0,5 1 0,1 1 0,-4-2 0,6 2 0,1-2 0,-6 0 574,7 0-574,1 0 0,-6 0 0,7 1 0,11 3 0,-13-2 0,19 0 0,1 1 0,-10-1-666,2-1 0,-2-1 666,-11-1 0,-1 0-429,2-1 429,-1 0 0,15-1 0,-9 0 0,11 0 0,3 1 0,-10 0 0,-1 0 0,2 1 0,-2 0-437,-7-1 0,-1 0 437,-1 0 0,1 0-283,-2 1 283,0-1 1095,5 1-1095,-7-1 0,3 1 0,-4 0 0,-5 0 0,3 0 426,0 1-426,-8-2 1016,8 2-1016,-13-2 381,3-1-381,-7 0 0,0-1 0,0 1 0,-1 1 0,-6-3 0,1 2 0,-6-3 0,2 1 0,-7-4 0,1-3 0,-6-3 0</inkml:trace>
  <inkml:trace contextRef="#ctx0" brushRef="#br0" timeOffset="2542">9205 4147 5734,'0'0'0</inkml:trace>
  <inkml:trace contextRef="#ctx0" brushRef="#br0" timeOffset="3981">9208 4140 5734,'-2'-3'0,"-1"-2"0,2 2 0,0-1 0,0 1 0,0 0 0,0 2 0,-1-1 0,1 1 0,-1-1 0,2 1 0,-1-1 0,0 0 0,0 1 0,-1-1 0,1 1 0,0 0 0,0 0 0,-4 2 0,2-1 0,-2 3 0,1 2 0,0 0 0,-6 15 0,4-6 0,-8 21 0,6-12 0,-3 9 0,-1 8-1354,1-7 1354,3-11 0,1 3 0,-6 15 0,-1 1 0,5-13 0,0 2 0,-3 5 0,-1 7 0,-1 1 0,1-5-669,0 3 0,-1 1 669,1-1 0,-3 5 0,0 1 0,2-5-432,3-10 0,1-2 1,-2 3 431,-2 5 0,-1 4 0,-2 3 0,0 1 0,0-2-350,1-3 1,0 0-1,-1 0 1,1 0 0,0 0 349,-1 1 0,1-1 0,0 1 0,0-1 0,0-1 0,0 0 0,0-1 0,0 1 0,1-3 0,1-4 0,0 2 0,2-4 0,-2 3 0,1 0 0,-1 3 0,-1 2 0,0-1 0,2-3 0,-2 4 0,1-2 0,-1 2 0,-1 3 0,-2 4 0,1-1 0,1-2 0,0 1 0,1-3 0,0-1 0,4-8 0,0-1 0,0 1 0,-3 6 0,0 1 0,0 4 0,1-1 0,-1 3 0,2 0 0,0-5 0,3-7 0,0-4 0,0 3 0,-2 6 0,-1 6 0,1-3 0,2-6 0,2-5 0,1-4 0,0 0 0,1 0 0,0-2 0,1-1 0,-5 21 0,2-5 314,1-2-314,1-6 0,1-1 1938,0-2-1938,0-2 0,0-1 0,-4 8 0,2-8 0,-2 5 1363,-1-4-1363,3-7 0,-7 10 0,5-13 0,-2 4 0,2-7 481,0-1-481,0-1 984,-1 1-984,0 0 0,-3 7 0,4-4 0,-3 5 0,4-6 639,-1-1-639,-2 7 0,3-6 0,-4 9 0,7-11 15,-3 3-15,1-1 0,2-6 0,-1 4 0,2-4 0,1-4 0,0 3 0,1-4 0,1-1 0,-3 6 0,2-5 0,-2 6 0,2-5 0,-1 2 0,1 0 0,0-1 0,-2 2 0,2 0 0,-1 0 0,1 1 0,-2 2 0,0-2 0,0 4 0,-1 2 0,1-4 0,0 4 0,-2 1 0,1-4 0,-1 3 0,1 1 0,1-4 0,-2 4 0,1-1 0,0-3 0,0 3 0,0 0 0,1-3 0,-2 3 0,-1 11 0,2-14 0,-1 11 0,4-17 0,0-1 0,0-2 0,0-1 0,0-1 0,0 2 0,1-1 0,0 1 0,0-6 0,0-1 0,2-23 0,-1 9 0,2-8 0,0-2 0,1-1 0,0 6 0,0-1 0,3-15-996,-1 10 996,1-10 0,-3 14-422,0 1 422,0 0 0,0 3-143,-1 2 143,1 1 0,-1 2 0,0 1 0,-1-1 934,0 4-934,0-2 461,-1 7-461,0-1 166,0 2-166,1 0 0,-1 1 0,0 0 0,0 0 0,0 2 0,-1-3 0,0 4 0,0-1 0,-4 18 0,0-3 0,-5 22 0,-1 3 0,4-11 0,0 3-901,0 3 0,0 0 901,1-5 0,1 1 0,-2 14 0,1-2 0,-1 2 0,2-3 0,0-2-766,1-5 766,-1 6-386,2-9 386,0-10 0,0 2 0,2-8 1556,0-3-1556,0-1 883,0-3-883,0-3 515,2 0-515,3-4 0,1-2 0,4-4 0,9-10 0,-2 2 0,9-9 0,5-7-1509,-5 4 1509,-8 10 0,1-2 0,3-3 0,1-1-477,-4 6 0,1-2 477,4-2 0,2-3 0,3 0-644,0 0 0,3-1 0,1 1 0,-3 1 644,1 0 0,-2 1 0,2-2 0,5-2 0,3-2 0,0 0 0,-6 5 0,-1 3 0,-3 1 0,10-6 0,0 0 0</inkml:trace>
  <inkml:trace contextRef="#ctx0" brushRef="#br0" timeOffset="8576">7721 8176 5734,'-10'18'0,"-1"-2"0,-5 5 0,1-3 0,-3 3 0,-5 2 0,-3 1 0,-2 0-1639,1 0 1,0 0 1338,-4 0 0,1-2 300,-9 2 0,-1-1 0,-3 1 0,16-10 0,-2 1 0,-7 4 0,-5 3 0,5-4 0,7-3 0,1-1 0,-8 4 0,-4 3 0,5-2 0,-6 3 0,1 1 0,5-3-929,-4 2 1,0 1 928,3-2 0,-6 3 0,2-1 0,6-3 0,6-2 0,4-3 189,-1 1 0,-1 0-189,2 0 0,0 0 0,0-1 0,1 1 0,2-2 0,-2 1 0,-14 11 0,0 0 0,14-10 0,0 0 0,-11 8 0,1 1 0,11-8 0,2-2 0,-11 9 0,12-8 0,1-1 0,-16 14 0,10-6 0,-8 8 0,3-1 0,7-7 0,-7 6 0,1 0 0,6-8 0,-5 8-63,7-8 1,0 1 62,-8 12 0,8-12 0,-1 2 0,3 0 0,1-1 0,-1 3 0,4-5 0,-1 0 0,-6 15 0,4-7 0,-4 7 0,2 1 0,6-12 0,1 0 0,-8 16 638,9-19 1,1 1-639,-6 19 0,7-16 2991,-5 13-2991,6-13 0,2-7 949,-1 4-949,1-1 264,2-6-264,-4 17 0,4-17 0,-2 9 0,2-9 0,1-3 0,0 1 0,1-3 0,1-2 0,0 0 0,1 0 0,-1-3 0,1 1 0,-2-1 0,1-2 0,0 0 0,1-1 0,-1-2 0,2-4 0,-1 0 0,1-3 0,-1-4 0,0 0 0,0-36 0,0 23-738,0-25 738,0 26 0,-1-14 0,-1 8 0,-1-9 0,0 12 0,-1 1-294,0 1 294,1 3 0,-3-16 0,3 18 0,-2-9 0,4 21 0,1 3 0,-1-1 0,1 2 714,-1 1-714,1 4 318,-2 16-318,1-4 0,-1 33 0,3-22 0,-1 10 0,1 0-595,1 0 595,-1-7 0,0 1 0,0-6 0,0 0 0,0 14 0,0 0 0,0 1 0,0-1 0,1 1 0,-1-1 0,0-11 0,0 12 0,-1-21 0,0-1 0,0-5 0,1-3 0,-1-7 0,3-1 595,-1 0-595,1-1 0,2-4 0,1-1 0,2-5 0,2-2 0,18-23 0,-8 11-607,-2 4 0,-1 0 607,4-4 0,2 0-900,1-2 900,0 1 0,2 0 0,-1 0 0,1 0 0,-7 9 0,0 0 0,9-8 0,7-3 0,-3 4 0,-9 7 0,6-2-485,-5 5 485,-6 3 0,3-1 0,-4 3 0,-3 4 1027,2-1-1027,-4 3 240,1-2 0,3-2 0,1-1 0</inkml:trace>
  <inkml:trace contextRef="#ctx0" brushRef="#br0" timeOffset="10410">11510 5812 5734,'-8'27'0,"-5"14"0,3-7 0,-4 11 0,5-20 0,1 0-2529,-5 14 2529,5-13 0,-2 2 0,-1 2 0,-2 3 0,1-3 0,1-3 0,0 1-494,-1 3 1,-3 4-1,2-4 494,-7 12 0,10-21 0,-1 1-149,-1-1 1,0 1 148,-1 0 0,0 0 0,0 0 0,-1 1 0,0-1 0,-2 1 0,-6 10 0,0 0 0,4-8 0,0 0 0,-5 6 0,-2 3 0,-1 0 0,-3 1 0,2-1 0,6-8 0,1-2 0,-2 1-476,-6 10 0,-2 1 1,3-3 475,2-3 0,2-4 0,1-1 0,1-1 0,5-6 0,1-1 0,-5 5 0,0 0 0,1-1 0,1 0 0,-10 10 0,11-12 0,-2 1 0,-5 5 0,0-1 0,-9 9 0,10-10 0,-4 4 0,3-4 0,-10 10 0,1-1 0,0 0 0,2 1 0,10-13 0,0 2 0,-7 7 0,1 0 0,10-11 0,-1 1 0,-6 9 0,-3 3 0,3-4 0,8-8 0,1-1 0,-13 17 0,1 0 0,2-3 0,10-14 0,-1 4 0,-4 7 0,-3 5 0,3-4 0,4-7 0,1 0 0,-5 8 0,-4 5 0,6-7 0,-2 4 0,7-10 0,-1 1 459,-6 12-459,0 1 0,1 0 0,-1 2 0,3-4 0,0 3 0,1 1 0,1-1 294,3-11 1,1 0-295,-3 8 0,1 1 0,3-9 0,1-2 973,-1 8-973,-2 5 0,2 0 0,2-5 0,0 4 0,1 1 764,2-6-764,2-7 0,-1 1 0,1 12-674,1-9 674,0 9 0,-1-4 0,0-9 0,0-1 0,-1 0 0,1-1 0,-3 13 1151,1-13-1151,0-6 0,-1 5 0,-1-1 0,1-5 1048,-1 6-1048,-4 9 0,1 1 0,-1 0 321,0 1 1,0-1-322,1-2 8,4-9-8,-3 5 0,3-5 0,2-8 0,-2 4 0,1-3 0,0 8 0,1-8 254,0 5-254,3-11 519,-1-2-519,1 0 0,0-1 0,0-2 0,1 1 0,-2-1 0,2-1 0,-1 0 0,1-1 0,0-2 0,0-3 0,-3-5 0,2-3 0,-4-9 0,2 5 0,0-15 0,1 9-429,0-8 429,0 6 0,0-1 0,0-1 0,-2-10 0,1 10 0,0-6-107,0 13 107,1 4 0,0 2 0,1 3 0,-1-4 0,1 7 424,-1-3-424,2 7 112,-1 1-112,1 0 0,0 7 0,0 0 0,0 15 0,0-6 0,0 7 0,1 14 0,-1-13-505,1 15 505,0-18-163,1 0 163,0 0 0,-1-2 0,1 7 0,-1-7 0,2 3 0,-2-6 0,0-5 0,1 1 0,-2-5 496,1-2-496,1-1 172,-2 1-172,1-2 0,0-1 0,17-15 0,-4 1-214,14-14 214,-11 9 0,-1-1-649,11-12 649,-9 9 0,2-1 0,1-1 0,0 0 0,-5 7 0,1-2 0,9-8 0,5-3 0,-3 3 0,-8 7 0,1 1-799,15-13 1,-1 1 798,-5 7 0,-1 3-775,-1 3 775,0 1 0,1 1 0,2 0 0,2 1 0,-6 1 0,3 0 0,-5 2 0,0 0 0,11-6 0,1-1 0,-8 3 0,1 1 0</inkml:trace>
  <inkml:trace contextRef="#ctx0" brushRef="#br0" timeOffset="12190">14670 5110 5734,'12'29'0,"-1"3"0,-2 5-1639,-6 4 1,-1 3 952,-1-16 1,-1 2 685,-3 4 0,-2 5 0,0 2 0,-1-6 0,-2 1 0,-3 0 0,0-4 0,-2 6 0,-3 2 0,1-2 0,1-5 0,-6 10 0,-2 0 0,6-12 0,-3 3 0,0 2 0,-1 0 0,0-1-167,-2 3 0,-1 0 1,0 0-1,-2 1 167,2-2 0,-1 1 0,-1 1 0,1 0 0,0-1-105,-1 2 0,0 0 0,0-1 1,1-1 104,1-2 0,0 0 0,1-2 0,2-4 0,-4 7 0,2-3 0,0 0 0,-3 2 0,5-6 0,-3 3 0,0 0 0,2-3 0,2-3 0,2-2 0,-4 3 0,-2 3 0,-4 5 0,-2 2 0,2-2 0,3-5 0,-4 5 0,-1 0 0,2-3 0,-5 5 0,-2 3 0,2-3 0,5-6 0,-5 5 0,2-2 0,6-8 0,-3 4 0,-1 1 0,2-2 0,3-4 0,-2 1 0,1-2 0,-7 8 0,0 1 0,1-2 0,1-1 0,7-7 0,0 0 0,-6 6 0,-1 2 0,1 0 0,0-2 0,6-6 0,0 0 0,-6 8 0,-2 0 0,0 2 0,1-2 0,6-6 0,0 0 0,-6 7 0,-2 2 0,2 0 0,1 0 0,5-9 0,1 1 0,-5 8 0,0 1 0,0 0 0,3-1 0,5-8 0,0 0 0,-4 7 0,-1 2 0,3-2 0,0-1 0,5-7 0,0 0 0,-3 6 0,-1 2 0,1-1 0,-2 2 0,2-1 0,-2 3 0,1 1 0,1-4 0,-1 1 0,2-2 0,2-4 0,2-2 0,1 1 0,0-1 0,-6 13 0,6-13 0,1-1 0,0 0 0,2 0 0,-8 13 0,8-14 0,-1 0 922,1-1 1,0 0-923,-1 6 0,-1 0 0,2-5 0,0 0 48,0 2 0,2-2-48,0 0 1039,-1 8-1039,2-10 0,-2 5 0,-1 3 0,5-12 1224,-6 15-1224,5-18 0,-1 3 0,-1 0 0,2-5 0,-1 4 0,-2 2 0,4-8 834,-4 10-834,5-14 696,0 4-696,1-7 0,2 0 0,-1-1 0,0-1 0,1 0 0,-1 0 0,1 1 0,0-2 0,1 1 0,0-3 0,-2 3 0,0-1 0,0 3 0,0 1 0,0-2 0,-1 4 0,-1 0 0,2-1 0,-2 2 0,0 1 0,1-2 0,-2 3 0,0 1 0,2-3 0,-2 2 0,0-1 0,3-3 0,-1 2 0,2-3 0,-1-2 0,0 0 0,2-1 0,-2-1 0,1-5 0,-1 1 0,0-6 0,-2-4 0,0 2 0,-1-6 0,-4-15 0,3 10 0,-4-24 0,7 22 0,0-7 0,2 1 0,0 9 0,0-5 0,1 0 0,1 12 0,0-15 0,0 21 0,1-4 0,-2 9 0,0 2 0,3 4 0,12 31 0,-6-14 0,2 4 0,-2 2 0,-1 3-571,-1-1 571,-1-2-268,-2-4 268,-1-7 0,0 4 0,0-9 0,-2-1 0,1-2 556,-1 1-556,0-4 283,-1 1-283,2-4 0,-1-2 0,2-1 0,7-9 0,1 0-1093,18-16 1,13-10 0,-5 4 1034,-11 11 1,-1-1 57,3-1 0,5-5 0,0 0 0,-4 5-818,4-2 1,-3 3 817,-6 5 0,0-1-107,6-3 0,1-1 107,-3 2 0,-1 2 0,11-8 0,-6 4 0,-2 0 0,-5 4 0,13-11 0,-29 20 0,2 0 0,-13 8 0,-6 7 0,-6 9 0,1 0 0,0 4 0</inkml:trace>
  <inkml:trace contextRef="#ctx0" brushRef="#br0" timeOffset="15404">4678 7812 5734,'0'7'0,"0"1"0,1 1 0,0 20 0,1-7 0,1 12 0,0 3 0,0 2-1093,-1-7 1,1 6 0,-1-5 1030,-1-9 0,0 1 62,0 10 0,0 5 0,0-6 684,-1 12-684,1-3 0,0-2 0,0-12 0,1 9 0,1-22 0,4-2 0,15-3 0,-3-5 2348,11-6-2348,-11-1 0,21 0 0,-14 0 0,14 1 0,-11-1 0,-8-1 0,25-1 0,-28 1 56,14-1-56,-25 3 0,1-1 0,-3 1 0,1 0 0,-3-1 313,-1 0-313,-9 3 0,1 0 0,-7 1 0,4 0 0</inkml:trace>
  <inkml:trace contextRef="#ctx0" brushRef="#br0" timeOffset="16104">5267 7979 5734,'0'-4'0,"0"8"0,-1 0 0,2 13 0,1-5 0,0 7 0,5 22 0,-2-13 0,2 9 0,0 0-432,0-2 432,0-1 0,1 0-942,0-1 942,4 7 0,0-4 0,-1-10 0,2 5 0,6-1 0,-7-13 0,19 9 0,1-30 0,-1 1-729,3-18 729,-12-1 0,-7 3 0,1-2 0,9-15 0,-10 10 0,1-5 0,-2 2 0,-4 6 0,0-2 0,-1-8 0,1-8 0,-1 0 0,-2 7 0,-3 8 0,-1 1 119,1-9 1,0-4 0,-2 8-120,-5 1 0,2 13 902,-5-4-902,2 19 0,-3 2 0,2 5 0</inkml:trace>
  <inkml:trace contextRef="#ctx0" brushRef="#br0" timeOffset="16492">6200 7897 5734,'-4'5'0,"0"0"0,1 16 0,2-5 0,-1 11 0,1 1 0,0 3 0,1 9 0,1 1-2814,0-1 2814,0-10 0,0 2 0,2 15 840,0-13-840,0-1 0,1-1 0,0-2 0,0-5 0,1-1 454,-1 1-454,1-4 0,-3-8 0,-1-10 1520,-4-5-1520,-2-4 0,-5-6 0,2 0 0,-3-5 0</inkml:trace>
  <inkml:trace contextRef="#ctx0" brushRef="#br0" timeOffset="16773">5894 7945 5734,'-5'-2'0,"3"1"0,11 0 0,16-2 0,3 0 0,10-2-1096,-4 0 0,1 0 1096,4-2 0,1-1 0,-9 2 0,1 0 0,-8 1 0,0 0 0,8-1 0,1-1 0,0 0 0,-1 0 0,-8 2 0,-1 0 0,6-1 0,1 0 0,6-1 0,-2 0 0,-3 2 0,-3 0 0,-5 0 0,-17 5 0</inkml:trace>
  <inkml:trace contextRef="#ctx0" brushRef="#br0" timeOffset="20974">19706 3034 5734,'-18'-10'0,"3"1"0,-7-3 0,-9-5 0,2 3-602,-14-6 602,12 8 0,-1 1-726,5 1 0,-1 1 726,-7-2 0,-5 0 0,-1-1-600,2 2 1,-2 1 0,0 0 0,1-1 599,-6 0 0,1-1 0,-2 1-321,4 1 0,-2-1 0,0 1 1,4 1 320,5 2 0,3 0 0,0 1 0,-1-1 0,-1 1 0,-2 0 0,-1-1 0,-3 1 0,0 0 0,1 0 0,-1 1 0,1-1 0,-1 1 0,2 0 0,-1 0 0,-1 0 0,1 1 0,1 0 0,1 1 0,1 0 0,1 0 0,-2 0 0,2 1 0,-1-1 0,-8 1 0,-1-1 0,0 1 0,7 1 0,1 0 0,1 0 0,1 0 0,1 1 0,0-1 0,2 0 0,0 1 0,1-1 0,-7 1 0,5-1 0,-5 1 0,-8-1 0,22 0 550,-7 0-550,21 2 2504,4-2-2504,0 1 1587,3-2-1587,3 2 1093,3 1-1093,0 1 0,3 2 0,1 17 0,-1 5 0,1 4-908,0 4 0,0 1 908,-3 10 0,-3-6 0,-1 1 0,0-7 0,0 1-1175,-1 13 0,0 0 1175,-1-11 0,1 1 0,-1-1 0,-1 2 0,1-1-784,-2 6 0,1 1 784,0-8 0,0 1 0,-1 3 0,0 2 0,0 4 0,-1 0 0,1-6 0,1-7 0,0-3 0,0 3 0,-1 7 0,-1 5 0,1-2 0,0-6 0,0-3 0,1-5 0,0 1 0,0 0 0,1-1 0,-1 0 0,0 9 0,0-1 0,0-10 0,1-1 0,0 5 0,-1 1 0,1-6 0,1-2 0,0 11 0,-1 6 0,2-11 0,0-10 0,1 3 590,0-6-590,0-7 2525,0 3-2525,0-2 1965,0-4-1965,-1 3 637,0-4-637,-1 0 17,1 0-17,0-1 0,0 5 0,0-7 0,1 5 0,0-9 0,1 0 0,0-2 0,0 1 0,6-4 0,-1 3 0,7-3 0,-1 2 0,3 0 0,16-2 0,-2 1-1164,14 1 1164,-5 1 0,-5 2 0,2 0 0,-6 0 0,2 0-1166,11 0 1,2 0 1165,-8 0 0,1 0 0,3 0 0,1-1 0,4 1 0,0-1 0,-14 1 0,1-1 0,2 0 0,2 0 0,4 0 0,0 1 0,-2-1-745,4 0 0,-2 0 0,2 0 745,-1 0 0,1 0 0,1 0 0,-1 1 0,3-1 0,0 1 0,0 0 0,-3 0-2,4 0 1,-2 0 0,2 0 1,-3 0 0,1 1 0,1-1 0,0 1 0,-3 0 0,1 0 0,-1 1 0,-2-1 0,3 1 0,-3 0 0,2 0 0,-3 0 0,2 0 0,-1 0 0,-3 1 0,-2 0 0,-2-1 0,0 1 0,14 2 0,0-1 0,-2 1 0,-1 0 0,-4 0 0,0 0 0,-7 0 0,1 0 0,-3-1 0,3 2 0,-1-1 0,4 1 0,4 1 0,-7-1 0,7 2 0,-10-2 0,-2-1 320,-12 0-320,-10-4 1667,2 2-1667,-12-4 2567,-2-3-2567,-4-3 1180,1 0-1180,2-3 0,2-14 0,2 5 0,2-16 0,4-10-1869,1 3 1869,-1 12 0,-1-3 0,2-12 0,0-1 0,-1 7 0,-1 0-579,0 3 1,0-3 0,0 0 578,-1-8 0,-1-1 0,0 1-710,-1 8 0,0 1 0,1-2 710,-1 2 0,0-2 0,-1 0 0,0-1 0,0 1 0,-2-2 0,0 2 0,1 2 0,-1-3 0,0 2 0,-1-1 0,1 4 0,-1-1 0,0-1 0,0 3 0,-4-7 0,0 2 0,0 2 0,-1-4 0,-1 1 0,1 9 0,0-1 0,0 2 0,-5-6 0,0 4 0,4 8 0,0 2 0,-1-4 0,-1 1 0,-1-1 0,2 4 0,3 4 1368,1 4-1368,1 3 2909,0-2-2909,3 7 1069,0-1-1069,4 8 388,0 10-388,-2-1 0,0 8 0,-1-4 0,0 2 0,2 0 0</inkml:trace>
  <inkml:trace contextRef="#ctx0" brushRef="#br0" timeOffset="55317">16630 9605 5734,'2'-5'0,"4"1"0,0 2 0,5-1 0,13-2 0,-10 3 0,18-3 0,-21 5 0,6 2 0,-13 2 0,0 4 0,-5 6 0,-11 25 0,4-10 0,-8 15 0,2-4 0,6-15 0,-3 14 0,8-21 0,0-1 0,2-3 0,6 7 0,-1-11 0,6 4 0,-2-14 0,7-3 0,-5-1 0,6-3 0,-9-1 0,1-1 0</inkml:trace>
  <inkml:trace contextRef="#ctx0" brushRef="#br0" timeOffset="55503">16662 9768 5734,'24'-6'0,"-1"1"0,4-1 0,-1 1 0,-1 0 0,7-1 0</inkml:trace>
  <inkml:trace contextRef="#ctx0" brushRef="#br0" timeOffset="55785">16949 9643 5734,'15'0'0,"-4"0"0,12 3 0,-10-1 0,18 1 0,-18-1 0,11 0 0,-15 0 0,1 0 0,-5 3 0,-3-2 0,0 1 0</inkml:trace>
  <inkml:trace contextRef="#ctx0" brushRef="#br0" timeOffset="55972">16951 9816 5734,'11'-5'0,"1"1"0,22-5 0,-17 6 0,18-5 0,-26 8 0,-1-1 0,-1 1 0</inkml:trace>
  <inkml:trace contextRef="#ctx0" brushRef="#br0" timeOffset="56251">17266 9719 5734,'6'0'0,"1"0"0,-1 0 0,1 0 0,2 0 0,10 0 0,-6 0 0,15 3 0,-16-1 0,6 5 0,-10-3 0,0 1 0</inkml:trace>
  <inkml:trace contextRef="#ctx0" brushRef="#br0" timeOffset="56456">17491 9616 5734,'-2'8'0,"0"0"0,1 2 0,1 9 0,3 11 0,0-5-291,1 5 291,-2-15 72,1 2-72,-1-4 0,1 1 0,-1-8 0</inkml:trace>
  <inkml:trace contextRef="#ctx0" brushRef="#br0" timeOffset="58180">16281 10437 5734,'-5'13'0,"-1"1"0,-7 12 0,-3 2 0,-4 7-1639,0-2 1,-1 0 1344,-4 5 294,10-19 0,0 2 0,-9 11 0,-1 2 0,4-8 0,1 0 0,-9 9 0,-1 1 0,7-10 0,-1 1 0,1-2-989,-6 5 0,0 1 989,4-5 0,-1 1 0,-4 2 0,0-3 0,-3 3 0,-3 1 0,2-1 0,3-3-62,-1 1 0,2-1 1,-3 1 61,1 0 0,-4 3 0,-2 1 0,2-2 0,6-4 0,-10 7 0,5-3 0,0 0 0,-2 1 0,8-7 0,-4 3 0,1-1 0,2-1 0,4-4 0,2-1 0,-2 2 0,-7 4 0,-3 3 0,0-1 0,5-3 0,1-3 0,3-1 0,-7 5 0,-2 1 0,-5 2 0,3-2 0,14-10 0,-1 1 0,-6 4 0,-5 3 0,5-3 0,-7 4 0,5-2 0,2-2 0,7-4 0,-3 2 0,6-4 0,9-6 1949,-2 0-1949,8-5 2066,2-2-2066,0 1 1719,2-2-1719,0-2 0,1 1 0,2-3 0,0 2 0,1-1 0,-1 1 0,0 0 0,3-7 0,-1 3 0,0-4 0,0-2 0,-1 4 0,1-4 0,-1 2 0,-1 2 0,2-2 0,0 0 0,0 2 0,1-4 0,0 2 0,1 0 0,0-1 0,4-8 0,-4 8 0,3-4 0,-4 8 0,-2 2 0,0-1 0,-2 3 0,0 1 0,-1 0 0,0 3 0,-4 3 0,-8 16 0,2-5 0,-6 11 0,1 0 0,4-7-466,-3 8 466,6-10 0,-2 7 0,5-7 0,-2 3 0,4 2 0,4-14 0,2 6 0,6-17 0,14-6 0,0-2 208,12-6-208,-12 4 0,0-1-1127,13-8 1127,-13 8 0,1 0 0,14-8-674,-11 6 674,3 0-288,-7 4 288,-8 6 204,6-1-204,-1 5 0,-3 1 0,6 2 0,2 4 0,-5 1 1030,5 2-1030,7 8 0,-13-5 0,12 10 0,-20-12 0,-1 3 0,-3-6 0</inkml:trace>
  <inkml:trace contextRef="#ctx0" brushRef="#br0" timeOffset="58800">13325 12769 5734,'9'-11'0,"-1"2"0,25-8 0,-14 8 0,5 1 0,0 1 0,-4 2 0,18 2 0,-27 7 0,-3 20 0,-12-5 0,-8 11 0,-2 2 0,-3 2-1346,1-7 0,1 0 1346,-2 4 0,1-2-8,1-1 8,2-1 0,0 6 0,5-9 599,1 3-599,5-6 0,2-7 0,11 6 0,5-13 0,7 0 1056,1-10-1056,-4-2 0,1 0 0,8-4 0,-6 1 737,5-2-737,-4-1 0,-8 3 0,3-1 0,-9 1 0,-6 3 0,-1-4 0,-5 1 0,-2-1 0</inkml:trace>
  <inkml:trace contextRef="#ctx0" brushRef="#br0" timeOffset="58977">13385 12894 5734,'24'-4'0,"-6"1"0,11-2 0,-8 2 0,12-3 0,-8 2 0,9-1 0,-6 4 0,-9 1 0,2 3 0,-10 1 0,1 1 0</inkml:trace>
  <inkml:trace contextRef="#ctx0" brushRef="#br0" timeOffset="59734">13726 13055 5734,'11'-9'0,"-2"1"0,4-3 0,-2-5 0,-2 3 0,1-5 0,-5-3 0,-6-8 0,0 5 0,-6-2 0,-2 8 0,1 7 0,-1-2 0,3 7 0,1 3 0,-1 1 0,-3 10 0,2 0 0,-2 7 0,0 8 0,3-5 0,-1 10 0,5 3 0,1-6 0,2 6 0,6-3 0,1-8 0,4 4 0,4-7 0,-4-6 0,6-2 0,1-9 0,-5-4 0,5-4 0,7-24 0,-13 13-500,9-19 500,-15 22 0,-3 1 0,0 3 0,-1 2 0,-1 2 0,0 2 0,0 3 0,0 5 500,-1 2-500,0 23 0,0-6 0,0 9 0,2-7 0,-2-14 0,1 4 0,-2-12 0,1-10 0,0-2 0,3-24 0,-1 17 0,7-22 0,-5 24 0,11-18 0,-7 21 0,15-12 0,-13 16 0,7-4 0,-10 9 0,4 2 0,-6 12 0,0-1 0,-9 27 0,0-14-558,-4 14 558,4-14-312,1 0 312,0 0 0,1-1 0,3 6 0,0-8 0,3 3 0,9-7 0,5-13 0,4-2 0,0-13 0,2-14 0,-7 4 0,-4-7 0,-1-1 0,-3-4 159,-3 8 1,-3-1-160,-9-10-338,-2 13 338,-7-4 0,-10 13 0,3 8 0,-9 3 0,-2 13 0,10 0 0,-6 5 0,17-4 0,2-1 0</inkml:trace>
  <inkml:trace contextRef="#ctx0" brushRef="#br0" timeOffset="60994">20470 10071 5734,'13'-32'0,"-1"4"0,1-2 0,-2 5 0,2-1-820,3-5 1,4-6 0,2-1 0,-3 4 24,-2 4 1,-1 3-1,2-2 776,1-4 1,3-3 0,1-1 0,1-1 18,0 0 0,1-3 0,2 0 0,-2 1 0,-1 3 0,-2 2 0,-2 4 0,0-1 0,3-5 0,0 2 0,2-5 0,2-2 0,0-1 0,0 0 0,-1 3 0,-4 4 0,3-3 0,-3 4 0,0 1 0,1-2 0,0 0 0,1-1 0,0-1 0,1-2 0,1 1 0,-4 5 0,1-1 0,1-1 0,0 0 0,0 1 0,-2 1 0,0 2 0,4-7 0,-2 3 0,1 0 0,1-3 0,-1 3 0,1-3 0,2-1 0,-1 0 0,-1 3 0,-3 5 0,4-5 0,-3 4 0,0 1 0,-1 1 0,1 0 0,-1 1 0,-1 2 0,-1 0 0,2-1 0,4-5 0,1-2 0,-1 2 0,3-3 0,0 1 0,-7 7 0,1 0 0,0 0 0,0-1 0,1 1 0,-2 2 0,-2 2 0,1-1 0,8-9 0,4-3 0,-4 6 0,3-3 0,-5 7 0,-2 2 0,-6 11 0,-1 1 677,4 1-677,-7 5 0,3-1 2567,-3 7-2567,-7 1 731,8 4-731,-12 0 1461,4 2-1461,-6-3 298,0 1-298,-1-2 0,0 1 0,-1-1 0,1 0 0,-2 0 0,-1 0 0,-1 1 0,-3 2 0,0-1 0,-5 5 0,1-2 0,-7 2 0,2-3 0</inkml:trace>
  <inkml:trace contextRef="#ctx0" brushRef="#br0" timeOffset="61568">22453 6943 5734,'31'-22'0,"-11"10"0,18-9 0,-9 16 0,-8 4 0,4 2 0,-8 8 0,-7 0 0,1 5 0,-12 14 0,-2-9 0,-7 21 0,3-21 0,-2 5 0,2-5 0,2-6 0,1 3 0,4-8 0,4-1 0,1-2 0</inkml:trace>
  <inkml:trace contextRef="#ctx0" brushRef="#br0" timeOffset="61917">23095 6695 5734,'-12'27'0,"-1"15"0,9-12 0,-2 14 0,3-8 0,2 1-778,0-13 0,0 1 778,-1 6 0,1 4 0,0-5-1204,0 17 1204,0-18 0,0 0 0,0 7 0,-1-2 477,1-3-477,0-3 0,-1 5 0,1-11 0,0 1 0,-1-9 0,1-11 684,-2-2-684,0-11 0,-3-13 0,2 1 760,-4-10-760,3 3 0,-2-3 0,1-2 0</inkml:trace>
  <inkml:trace contextRef="#ctx0" brushRef="#br0" timeOffset="62363">23172 6709 5734,'22'2'0,"7"6"0,-9-1 0,4 5 0,-9 6 0,-7-3 0,-2 7 0,-15 6 0,-3-5 0,-6 8 0,0-10 0,0-1 0,-5 5 0,2-2 0,-1-1-501,5-5 501,-3 4-24,6-4 24,10-9 0,1 1 0,12-13 0,11-6 0,-3-2 0,8-5 0,2-5 0,-6 5 500,5-6-500,8-7 0,-17 16 0,10-10 0,-20 20 25,-1 1-25,0 7 0,-1 1 0,-1 5 0,-1 7 0,0-3 0,0 6 0,3 1 0,-1-5 0,5 2 0,5-4 0,-1-7 0,7 0 0,2-11 0,-6-2 0,5-6 0,-5-12 0,-8 4-491,-1-10 491,-9 5 0,-9-12 0,-1 7 0,-6-8 0,-5 4 0,5 9 0,-11-11 0,7 11 0,5 5 0,5 5 0,15 9 0,5 3 0,6-2 0</inkml:trace>
  <inkml:trace contextRef="#ctx0" brushRef="#br0" timeOffset="62778">23659 6466 5734,'0'-6'0,"-1"3"0,-5 29 0,2-7 0,-3 16 0,0 4 0,1 1-1639,0 1 1,1 1 1054,1 1 584,2-16 0,2 2-337,2 6 0,1-2 337,3 9 0,3-12 0,2 4 0,0-6 0,6-1 0,-1-2 0,1-5 828,-1-16-828,2-4 0,10-9 0,-6-1 0,14-16 0,-17 6-489,6-9 489,-9 6 0,-2-6 0,-1 0 0,0-3 0,-2 4 0,-3 1 0,-5 9 0,-2 3 1613,-7 0-1613,-1 7 0,-22 8 0,10 6 1715,-14 10-1715,10 11 0,6-4 0,4 6 0,1 1 0,4 5-71,2-9 0,2 2 71,10 11-128,0-10 128,8 5 0,9-9 0,-3-9 0,10 0-154,-6-14 1,0-4 153,18-5 0,-17 2 0,-1-1-476,7-10 476,-12 2 0,-5 0 0,1-2 0</inkml:trace>
  <inkml:trace contextRef="#ctx0" brushRef="#br0" timeOffset="64037">12260 3478 3362,'-45'0'0,"1"-1"0,-1 1 0,1-1 0,2 1 0,1-1 0,-1 2 0,-1 2 0,5 2 0,-2 2 0,-2 1 0,1 1 0,1 0 0,3-1-787,-2 1 0,3-1 0,-1 1 0,-6 2 787,5 1 0,-5 2 0,-3 2 0,-3 1 0,1 0 0,2 0 0,4 0 0,4-2 0,-3 2 0,6-1 0,0 1 0,-4 4 0,3-1 0,-3 3 0,-4 2 0,-1 2 0,1 0 0,1 0 0,4-2 0,5-2-54,-3 3 1,6-2-1,2 1 1,-4 1 53,3-1 0,-3 2 0,-1 1 0,1 0 0,2 1 0,3-1 0,-3 8 0,4 0 0,2 0 0,1-1 0,-1 2 0,2-2 0,1 5 0,4-3 0,0 3 0,2 2 0,1-1 0,3-3 0,2 3 0,4-3 0,2 2 0,-1-3 0,1 2 0,3 1 0,5 0 0,7-2 0,6 2 0,3 0 0,1-2 0,-2-3 0,4 7 0,1-5 0,6 3 0,-7-12 0,4 3 0,4 1 0,0 0 0,1-1 0,0-3 0,-3-4 0,5 1 0,-1-6 0,1-1 0,2 1 0,0 0 0,0 1 0,3 0 0,3-2 0,6-3 0,-11-6 0,4-1 0,4-1 0,2-1 0,2 0 0,1-2 0,0 1 0,-1-2 0,-2 1 0,-3-1 0,-4 1 0,8 0 0,-5 0 0,-3-1 0,1-1 0,2 1 0,6-1 0,-11 0 0,3 0 0,4 0 0,1 0 0,2-1 0,1 1 0,-1-1 0,-1 0 0,-2 0 0,-3-2 0,-2 0 0,-5-1 0,9-2 0,-6-1 0,-3-1 0,1-2 0,4-1 0,-1-1 0,3-1 0,2-2 0,1-1 0,0-1 0,-1 1 0,-2 0 0,-3 1 0,6-1 0,-5 0 0,-1 1 0,2-3 0,4-3 0,-9 2 0,4-2 0,3-2 0,1-1 0,1-2 0,-1 0 0,-1 0 0,-3 1 0,-4 2 0,-4 0 0,8-7 0,-7 2 0,-2 0 0,3-4 0,-3 4 0,4-1 0,0-1 0,-2-2 0,-4-2 0,-6-3 0,-8-2 0,-4-5 0,-5-1 0,-2 0 0,-1 2 0,0 3 0,1-9 0,-3 4 0,-2-4 0,-1 9 0,-1-5 0,-1-1 0,-1 0 0,-3 4 0,-2 5 0,-9-1 0,-4 6 0,-1 1 0,-1-1 0,-1 1 0,-4 0 0,-2 2 0,-4-1 0,-2 1 0,3 1 0,-3 0 0,2 2 0,-6 0 0,4 5 0,-5-1 0,-4-1 0,0 1 0,3 2 0,4 2 0,-7-1 0,6 3 0,-7 0 0,5 4 0,-7-2 0,-3 1 0,1 1 0,3 1 0,8 3 0,0 1 0,6 3 0,-3 0 0,-4 0 0,0 1 0,0-1 0,0 1 0</inkml:trace>
  <inkml:trace contextRef="#ctx0" brushRef="#br0" timeOffset="65745">21688 10269 5734,'18'-10'0,"-2"1"0,4-2 0,3-2-1639,9-5 1,1-2 980,-5 4 1,3-2 657,5-3 0,9-3 0,0-2 0,-4 3 0,-7 4 0,-2 2 0,5-3 0,-3 3 0,5-3 0,3-1 0,2-1 0,-1 1 0,-2 1 0,-4 2 0,-1 1 0,-3 2 0,0 0 0,6-2 0,-2 1 0,5-1 0,4-2 0,3-1 0,1 0 0,-1 1 0,-1 0 0,-5 2 0,-4 2-286,6-3 1,-5 4-1,-1-1 1,5 0 285,-5 1 0,4-2 0,3 0 0,0-1 0,-1 1 0,-4 2 0,-6 2 0,6-2 0,-6 2 0,-1 0 0,0 1 0,-1 0 0,2-1 0,2 0 0,3-2 0,0 0 0,-4 2 0,8-4 0,1 2 0,-8 1 0,5-2 0,-1 1 0,-8 3 0,-8 3 0,-3 1 0,17-5 0,-4 0 0,-15 6 0,10-4 0,-23 7 1664,2-1-1664,-8 3 2863,-1 0-2863,-1 0 1155,-13 0-1155,4 1 52,-16 2-52,-3 5 0,7-3 0,-5 3 0,17-6 0,0 0 0,0-1 0</inkml:trace>
  <inkml:trace contextRef="#ctx0" brushRef="#br0" timeOffset="65967">24011 9161 5734,'9'3'0,"-5"0"0,5 12 0,-8-6 0,-1 19 0,-2-14 0,-4 20 0,4-19 0,1 6 0,4-12 0,1-2 0</inkml:trace>
  <inkml:trace contextRef="#ctx0" brushRef="#br0" timeOffset="66835">24322 9163 5734,'-5'26'0,"1"2"0,0 16-2506,1-9 2506,1 13 0,1 0 0,2-12 0,0 10 0,0-12 0,0-1 0,0-1 0,0-3 0,0-2 758,-2-12-758,0-8 407,-1 2-407,0-10 0,0-2 0,0-3 1341,-2-3-1341,-1-8 0,1 0 0,-1-6 0,-1-5 0,1 6 0,-1-9 0,0-2 0,3 8 0,1-2 0,1 1 0,1-1 0,4-3 0,3-2 0,11-2 0,0-5 0,2 16 0,3 14 0,-9 5 0,15 4 0,-19 2 0,9 16 0,-14-2 0,0 7 0,-7-5 0,-1-4 0,-3 7 0,1-5 0,-1 4 0,-1-3 0,4-5 0,-2 1 0,3-6 0,0-3 0,2 2 0,1-2 0,3-1 0,9-6 0,-2 0 0,28-16 0,-21 9 0,6-6 0,0-1 0,-6 4 0,7-6 0,-17 12 0,-4 5 0,-1-1 0,-2 2 0,-4 7 0,-1 0 0,-11 26 0,9-17 0,-4 14 0,10-19 0,1 1 0,1-3 0,1 0 0,0-4 0,6-5 0,-3-2 0,4-5 0,-5 0 0,-2-2 0,-1-1 0,-3-1 0,-1-1 0,-4-6 0,-1 5 0,-2-5 0,-5-8 0,7 15 0,-4-10 0,13 16 0,1 0 0,3-1 0</inkml:trace>
  <inkml:trace contextRef="#ctx0" brushRef="#br0" timeOffset="67217">24793 8974 5734,'-11'7'0,"-3"9"0,7-1-571,-4 9 571,5-3 0,0 2 0,2 1 187,0 2-187,1 13 0,3-8-708,1 8 708,2-13 0,4 8 0,-1-10 0,10 17 0,-6-24 0,5 6 0,-2-15 266,-3-4-266,5-3 0,6-12 0,-6 1 0,17-22 0,-19 14 0,1-4 0,-4-2 0,-9-1 0,2-4 0,-12 17 826,-7 13-826,1 2 0,-5 4 0,-1 9 0,4-1 0,-1 8 0,6 4 0,9-3 0,2 1 0,0 9 0,8 10 0,17-18 0,-5-12-124,15 2 1,-12-15-1,2-4 1</inkml:trace>
  <inkml:trace contextRef="#ctx0" brushRef="#br0" timeOffset="67354">25140 9510 5734,'-5'3'0,"2"-1"0,-1 0 0,1 0 0,0-1 0,-1-2 0,2 0 0,0-1 0</inkml:trace>
  <inkml:trace contextRef="#ctx0" brushRef="#br0" timeOffset="68784">14594 3306 2820,'-41'12'0,"0"0"0,0-1 0,2 4 0,-5 4 0,-2 2 0,-1 0 0,3 0 0,4-2-705,3-1 0,3-1 0,1 1 0,-3 1 705,-2 2 0,-3 1 0,-3 3 0,2-1 0,4 0 0,6-2 0,2 3 0,6-2 0,2 4 0,-3 10 0,1 5 0,1 2 0,3-3 0,3-5 0,3-1 0,0 2 0,-1 4 0,0 3 0,2 1 0,8-1 0,10 1 0,7 1 0,4-1 0,-1-4 0,-2-2 0,1-4 0,5 3 0,-1-6 0,4 4 0,2 2 0,2-1 0,-1-3 0,-1-5 0,8 5 0,1-7 0,2 2 0,-2-2 0,2 2 0,3-1 0,3-2 0,-3-6 0,3 0 0,3-1 0,0-1 0,-1-1 0,-3-1 0,2 1 0,-3-2 0,2 0 0,6-1 0,-8-3 0,6 0 0,3 0 0,3 0 0,0 0 0,0-2 0,-2 0 0,-3-1 0,-5-2 0,2-2 0,-4-1 0,-3-1 0,2-1 0,3 0 0,0 0 0,4 0 0,1 0 0,1-1 0,-1 0 0,-2-1 0,-5-1 0,6-3 0,-5-1 0,-1 0 0,0-2 0,1 0 0,-1 0 0,0-1 0,0 0 0,-1-1 0,-1-1 0,0 0 0,0 0 0,-2-1 0,0 0 0,-1-1 0,0 0 0,9-5 0,-2-1 0,0 0 0,-3-1 0,-1-1 0,-2-1 0,-2 1 0,-2-1 0,0-4 0,-5 1 0,0-4 0,-1 0 0,-2 1 0,-1-2 0,-2 2 0,-1-3 0,5-6 0,-1-3 0,-11-5 0,-14 8 0,-9-4 0,-5-4 0,-3 1 0,1 3 0,3 5 0,-1-4 0,1 7 0,-4-5 0,0 3 0,-2-5 0,-3-1 0,-1 0 0,-1 5 0,0 9 0,-12 2 0,-2 10 0,2 2 0,7 1 0,2 1 0,-2 1 0,-8-2 0,-2 0 0,4 3 0,-2 2 0,3 3 0,1 0 0,0 0 0</inkml:trace>
  <inkml:trace contextRef="#ctx0" brushRef="#br0" timeOffset="79569">6409 7601 5734,'3'4'0,"12"1"0,-5-3 0,16 3 0,-12-2 0,20 1 0,-15-2 0,12-1 0,-4-1 0,-7 0 0,8 0 0,10 4 0,-13-2 0,-1-1 0,0 1 0,0-1 0,6-1 0,0 0 0,-7 0 0,5-1 0,8-2 0,-14 0 0,5-1 0,-1-1 0,-5 0-262,13-3 262,-20 5 0,-1 0 0,0 0 0,0-1 0,0 1 0,12-1 0,-9 2 0,8-1 0,5 3 0,-5-1 0,8 1 262,-11 0-262,9 0 0,-9 0 0,3 0 0,1 0 0,-2 0 0,3 0 0,-1 0 0,-2 0 0,2 0 0,0 0 0,-3 0 0,3-1 0,0 0 0,-3-1 0,14 0 0,-7 0 0,-7 1 0,26-1 0,-23 1 0,9 0 0,0 1 0,-6 0 0,-3-1 0,0 1 0,19-2 0,-14 0 0,17 0 0,-16 1 0,-1 0 0,4 0 0,1 0 0,7 0 0,-6 0 0,2 0-309,1 0 0,-1 1 309,-15-1 0,11 0 0,-8 1 0,1 0 0,0 0 0,0 1 0,16 0 0,-10 0 0,-7 0 0,8 0 0,-10-1 0,-1 0 0,12 1 0,-9-1-580,9 0 580,-10 0 0,-1 0 0,1 1 0,11 0 0,-9 0 0,8 1 0,1-2-260,2 1 260,-13-1 0,0 1 0,14-1 564,-3 0-564,-1-1 0,0 1 0,2 0 0,-3 0 0,2-1 0,11 2 0,-18-1 0,-3 0 0,1 0 0,-4-1 0,3 0 0,0 1 0,-2-1 0,2 0 0,-1-1 0,-9 2 599,9-2-599,-16 2 295,2 0-295,-4-1 0,-1 1 0,-1-1 0,0 1 0,-5 0 0,-5 2 0,-5-1 0,-6 0 0</inkml:trace>
  <inkml:trace contextRef="#ctx0" brushRef="#br0" timeOffset="81451">10107 7502 5734,'2'8'0,"-1"-1"0,3 0 0,3 0 0,-1-2 0,14 6 0,-7-5 0,11 2 0,4-3 0,-4-1 0,12 1 0,-3-4 0,1-2-337,-10 2 1,2-2 336,16 0 0,9 0 0,-6 0-1453,-8-1 0,0 1 1453,1-1 0,4 1 0,1 0 0,-6 0 0,2 1 0,0-1 0,-3 1-719,-2 0 1,-2-1 0,2 1 718,5 0 0,3 0 0,0 0 0,-5 0 0,8 0 0,-3 0 0,1 1 0,1 0 0,-1 0 0,0 0 0,-1 0 0,0 1 0,1 0 0,-1 0 0,-3 0 0,4 0 0,-3 1 0,6-1 0,0 1 0,-5 0 0,7-1 0,0 1 0,-11-1 0,5 1 0,0-1 0,-3 0 0,5 0 0,-2 0 0,-5 0 0,-8-1 0,0 0 0,7 1 0,3 0 0,-9-1 0,-11 1 0,0-1 204,-8 0-204,-4 0 1882,-1-1-1882,-3 0 3265,-1 0-3265,-1 1 383,-10-1-383,1-1 0,-8 0 0,4-1 0</inkml:trace>
  <inkml:trace contextRef="#ctx0" brushRef="#br0" timeOffset="82668">15429 7933 5734,'9'-19'0,"2"-5"0,6-7-3219,6-9 3219,-8 17 0,1 0-731,2-5 1,1 0 730,2-1 0,3-4 0,0 1 0,4-6 0,0 0 0,-1 2-303,-2 4 0,-2 1 0,3-3 303,-4 5 0,3-2 0,1-3 0,1 0 0,0 0 0,-1 2 0,3-2 0,-1 1 0,0 0 0,0 1 0,0-1-29,1 0 0,0 0 0,0 0 0,0 0 0,-1 0 29,-1 2 0,1 0 0,-1 0 0,-1 1 0,-1 3 0,5-7 0,-2 2 0,-1 2 0,-4 4 0,-1 1 0,-2 1 0,3-2 0,-1 0 0,4-4 0,-2 2 0,-7 7 0,-2 3 0,5-7 0,2 0 0,-19 20 0,-20 27 0,-13 14 0</inkml:trace>
  <inkml:trace contextRef="#ctx0" brushRef="#br0" timeOffset="82973">15463 8999 5734,'29'-36'0,"0"1"0,-2 1 0,4-4 0,0 0 0,-2 3-1093,-4 5 1,-1 1 0,2-1 615,-3 2 0,2-2 1,2-2-1,-1 1 0,0 1 477,3-4 0,1 0 0,-1 1 0,-1 2-25,3-4 1,-1 1 0,1-1 24,-1 1 0,1-1 0,0-1 0,-1 3 0,0-1 0,-2 3 0,0-1 0,0 0 0,1-1 0,-1 1 0,0 0 0,0 0 0,2-2 0,-1 1 0,1-3 0,1-1 0,-2 3 0,2-2 0,-2 1 0,2-1 0,-4 3 0,1 0 0,0-1 0,3-3 0,-4 3 0,2-3 0,1-1 0,0 0 0,-2 2 0,-3 5 0,4-5 0,-5 4 0,4-3 0,-1 0 0,5-6 0,1 0 0,-4 3 0,-7 9 0,-6 8 0,-4 3 0,2-5 0,-1 2 0,-3 0 0,-1-5 0</inkml:trace>
  <inkml:trace contextRef="#ctx0" brushRef="#br0" timeOffset="83285">16136 9024 4897,'32'-33'0,"-1"-1"0,0 0 0,0 0 0,0 0 0,-1 2-1093,-5 4 1,1 0 0,-1 1 552,1-2 0,0 0 0,4-4 540,-4 5 0,2-3 0,3-3 0,0 0 0,-1 2 0,-2 1 0,2-2 0,-2 3 0,0-1 0,2-2 0,-1 1 0,2-2 0,2-2 0,-1 1 0,-1 1 0,-3 3 0,0 1 0,-3 3 0,-1 0 0,1 0 0,0-1 0,0 0 0,0 0 0,0 1 0,0-1 0,0 1 0,0 0 0,0 0 0,6-8 0,0 1 0,4-4 0,-10 10 0,3-3 0,2-2 0,-1 1 0,-1 1 0,-2 2 0,1 0 0,-3 2 0,0 1 0,3-5 0,2-2 0,4-5 0,2-1 0,0-1 0,-4 4 0,-5 6 0,-3 2 0,-4 5 0,1-2 0,9-10 0,0-1 0,-5 4 0,-9 8 0,-5 2 0,1-5 0,-6-1 0,-11 16 0</inkml:trace>
  <inkml:trace contextRef="#ctx0" brushRef="#br0" timeOffset="83552">17460 8135 5734,'17'-22'0,"0"0"0,1-1 0,1-1 0,2-1 0,3-2-820,0 1 1,6-4 0,0 0 0,-2 3 24,-2 2 1,-2 1-1,4-3 795,2 0 0,4-4 0,3-3 0,0 1 0,-2 1 0,-4 5-25,3-3 1,-5 4 0,5-3 24,-2 0 0,6-3 0,1-3 0,1 0 0,-4 3 0,-4 4 0,0 0 0,-5 3 0,3-2 0,3-3 0,4-4 0,1-1 0,-3 3 0,-5 4 0,1-1 0,-2 2 0,2-3 0,2-2 0,-6 6 0,1-1 0,1-4 0</inkml:trace>
  <inkml:trace contextRef="#ctx0" brushRef="#br0" timeOffset="83788">18891 7538 5267,'30'-26'0,"1"0"0,-1 0 0,4-3 0,3-4 0,-1 1 0,-3 3-842,-7 6 1,-3 3 0,3-4 841,5-2 0,5-5 0,1-1 0,-1 1 0,-6 6 0,7-5 0,-2 1 0,-1 3 0,4-4 0,0 0 0,-6 6 0,-6 5 0,-2 1 0,11-8 0,1 0 0</inkml:trace>
  <inkml:trace contextRef="#ctx0" brushRef="#br0" timeOffset="84009">19776 7562 5673,'29'-23'0,"-1"-1"0,1 0 0,-1 1 0,7-7 0,-1 1 0,-1 1 0,-4 3 0,-2 0 0,-1 1-1639,5-5 1,0 0 1024,-4 5 1,0-2 0,0 1 613,-2 1 0,0 0 0,-2 1 0,3-2 0,1-1 0,5-6 0,3-3 0,-6 5 0,-10 10 0,-2 1 0,11-11 0,0 0 0</inkml:trace>
  <inkml:trace contextRef="#ctx0" brushRef="#br0" timeOffset="84226">20458 7626 5734,'25'-21'0,"0"1"0,0-1 0,0-1 0,0 0 0,2 0-854,-2 0 0,2-2 854,5-5 0,3-3 0,-2 2-429,-2 2 0,2-2 429,-1 1 0,5-5 0,0-1 0,-4 5-309,3-3 0,-1 2 309,-3 2 0,1-1 0,-3 4 0,-5 4 0,-3 3 0,13-10 0</inkml:trace>
  <inkml:trace contextRef="#ctx0" brushRef="#br0" timeOffset="84424">21033 7949 5734,'33'-28'0,"-1"0"0,1 0 0,-1 1 0,1-3 0,-5 6 0,6-6 0,1-1 0,-1 2 0,-5 3-1639,7-6 1,0 1 1574,-4 3 0,3-3 0,1 0 0,-6 4-653,-2 1 0,-1 3 717,8-8 0,-2 1 0,-13 12 0,-1 2 0,0 0 0,0-1 0</inkml:trace>
  <inkml:trace contextRef="#ctx0" brushRef="#br0" timeOffset="85023">16245 11649 5734,'4'-10'0,"-11"22"0,-4 7 0,0 1 0,-2 3-1639,-9 12 1,-1 1 759,2-5 1,0 1 878,2-4 0,-2 3 0,-1 2 0,1-3 0,-1 3 0,-2 1 0,1-1 0,2-2-234,-4 6 1,2-2 0,-3 3 233,3-5 0,-2 4 0,0 1 0,0-2 0,3-3 0,-1 3 0,2-4 0,0 0 0,0 1 0,0-1 0,1 1 0,1-2 0,0 0 0,-1 2 0,-1 5 0,0 3 0,-1 0 0,3-4 0,3-4 0,1-4 0,0 4 0,-3 5 0,-1 5 0,1-1 0,5-7 0,3-4 0,2-3 0,0 6 0,1-2 0,4 4 0</inkml:trace>
  <inkml:trace contextRef="#ctx0" brushRef="#br0" timeOffset="85251">16551 12456 5734,'-25'23'0,"-2"4"0,4 3-3158,-5 8 3158,13-17 0,-1 1 0,-9 15 0,0 3 0,5-9 0,0 1 0,2-3 0,-1 2 0,1 0 0,-1 4 0,1 0 0,0-1-1160,-3 8 1,0-1 1159,3-6 0,1 2 0,-1 1 0,3-4 0,0 2 0,0 0 0,1-4 0,-3 12 0,0-2 0,1 0 0,-1 3 0,3-6 0,5-11 0,0 0 0</inkml:trace>
  <inkml:trace contextRef="#ctx0" brushRef="#br0" timeOffset="85499">16975 12516 5734,'-16'34'0,"1"-4"0,-1 2 0,3-5 0,0 2-1090,-6 9 1,-1 5 1089,5-11 0,-1 4 0,-1 0 0,2-3-618,1-2 0,1-2 0,-1 4 618,-1 2 0,-3 4 0,1 2 0,0-2 0,2-4-501,2-2 0,0-3 0,1 1 501,-3 8 0,-1 2 0,0 0 0,0 4 0,0 1 0,1-4-99,2-3 0,1 1 99,-2 1 0,0 3 0,4-8 0,2 1 0,1 2 0</inkml:trace>
  <inkml:trace contextRef="#ctx0" brushRef="#br0" timeOffset="85634">17060 13245 5734,'-15'43'0,"-1"0"0,2-2 0,1-2 0,6-12 0,0-1 0,1 1 0,0-1 0</inkml:trace>
  <inkml:trace contextRef="#ctx0" brushRef="#br0" timeOffset="86126">19048 13181 5734,'-20'21'0,"-2"5"0,3 0 0,0 4-1639,3-6 1,-1 3 1059,-7 9 0,-1 4 579,7-9 0,-2 0 0,2 0-650,-4 5 1,1 1 649,2-5 0,0 1 0,0-1 0,2 1 0,-1-1 0,2-2 66,-2 5 1,0 1-67,1 0 0,-1 2 0,2-2 0,2 1 0,2-2 0,1-2 0,2-2 0,2 14 0</inkml:trace>
  <inkml:trace contextRef="#ctx0" brushRef="#br0" timeOffset="86363">19968 12934 5734,'-34'31'0,"8"-5"0,1 1 0,6-6 0,1 1-1368,-9 10 0,-1 2 1368,7-5 0,-1 2 0,2-2-717,-5 8 1,0 1 716,4-5 0,-1 2 0,0 1 0,2 1 0,1 2 0,1-2-722,-3 6 0,1 0 722,4-7 0,-1 2 0,2 0 0,2-2 0,2 0 0,0-1 0,-1 4 0,1 1-16,3-8 1,-1 2 0,2-2 0,2-2 0,1-2 0,1 0 0,-1-1 0</inkml:trace>
  <inkml:trace contextRef="#ctx0" brushRef="#br0" timeOffset="86568">20587 12909 5034,'-26'35'0,"0"1"0,1-1 0,0 1 0,-1 1 0,1 1 0,2-3-1093,2-2 1,1-2 0,0 2 652,1-2 1,-1 0 0,0 3 0,-1 2 439,4-2 0,-2 4 0,0 1 0,1 0 0,0-2 0,3-3 0,-5 7 0,3-3 0,-2 3 0,2-1 0,-3 4 0,1 1 0,1-3 0,4-6 0,3 1 0,-1 0 0</inkml:trace>
  <inkml:trace contextRef="#ctx0" brushRef="#br0" timeOffset="86801">21414 12525 4726,'-27'37'0,"0"0"0,7-8 0,-2 4 0,-1 1 0,0 0 0,2-3-809,-2 4 0,1-1 0,-3 6 809,7-8 0,-3 5 0,-2 5 0,-1 2 0,0 1 0,0-1 0,2-1 0,2-4 0,3-5-562,-2 5 1,3-6 0,1 0 0,-1 5 561,-1-2 0,-1 5 0,-2 2 0,0 1 0,2-2 0,2-4 0,4-6-27,-1 14 0,4-7 27,1-1 0,2-2 0,3-4 0,1-1 0,2-3 0,0 0 0</inkml:trace>
  <inkml:trace contextRef="#ctx0" brushRef="#br0" timeOffset="86985">22123 12904 5193,'-24'34'0,"0"0"0,0 0 0,4-5 0,-3 6 0,-3 2 0,0 2 0,-1 1 0,1-1 0,2-3 0,2-3-820,-6 8 1,3-4 0,0 0 0,-2 4 671,3-6 1,-2 5-1,-2 1 1,0 1 0,1-1-1,2-5 1,3-4-1,-2 4 1,2-6 0,3-2-1,-1-3 1,0 1 0</inkml:trace>
  <inkml:trace contextRef="#ctx0" brushRef="#br0" timeOffset="87492">22088 11258 4412,'-26'39'0,"1"1"0,-1 0 0,0 0 0,1-1 0,-1 1 0,2-3 0,0 1 0,0-1 0,1-1 0,1-2 0,2-2-975,-3 5 1,3-3 0,-1 4 974,3-7 0,-1 5 0,-1 2 0,0 0 0,0-2 0,3-2-373,-2 1 1,2-2 0,1-1 0,-2 3 372,-2 5 0,-1 2 0,0 2 0,0-2 0,3-2 0,-2 7 0,2-3 0,2-3 0,4-10 0,0-2 0,1 2 0,-2 4 0,-1 1 0,3-5 0,2-5 0,2-2 0,-6 16 0</inkml:trace>
  <inkml:trace contextRef="#ctx0" brushRef="#br0" timeOffset="87990">22291 8807 3033,'-21'34'0,"0"0"0,0 0 0,0 0 0,0 0 0,-1 3 0,0 0 0,-1 4 0,0 0 0,2-2-1006,-2 1 0,2-1 0,-1 3 1006,3-5 0,-2 5 0,1 0 0,0-1 0,3-4-2,0 1 0,2-4 1,1 2-1,-3 7 0,0 2 1,2-4-1,3-2 0,0 0 1</inkml:trace>
  <inkml:trace contextRef="#ctx0" brushRef="#br0" timeOffset="99036">6637 7519 5734,'8'2'0,"-1"1"0,-5-3 0,-1 1 0,3 0 0,-2 0 0,6 1 0,-3-2 0,3 1 0,3 0 0,-1 0 0,4 0 0,11-2 0,-8 0 0,11-1 0,15-5 0,-18 3 0,19-4 0,-16 2 0,-7 3 0,18-4 0,-21 5 0,10 0 0,-12 2 0,-5 0 0,3 0 0,1 1 0,-5 0 0,8 2 0,-9-1 0,5 0 0,6 1 0,-3-1 0,17 2 0,-18-2 0,9 0 0,-11-1 0,15 2 0,-11-2 0,13 1 0,9-2 0,-16 0 0,17 0 0,-16 2 0,-5-1 0,21 2 0,-18-2 0,11 2 0,-7-2 0,-5 1 0,7-1 0,2 1 0,-6-1 0,9 0 0,3 1 0,-9-1 0,5-1 0,0 1 0,3-1-203,-8 0 1,1 0 202,17 0-1289,-10 0 1289,12 2 0,-9-1 0,1 0 0,6 1-743,-4-1 0,-2 0 743,-4 0 0,2 0-851,-1-1 851,2 0 0,-2-1 0,2 1 0,-14-1 0,0 0 0,14 0 0,1 0 0,-8-1 0,-1 0-162,2-1 1,1 1 161,8-1 0,0-1 0,-11 2 0,0-1 0,-5 1 0,0 1 0,17-1 0,-13 1 0,6 1 888,-16 0-888,6 1 0,-9 1 0,4-1 1425,-10 0-1425,-2 1 1124,0-1-1124,-2 1 917,1-1-917,-3 1 0,0-1 0,-3-1 0,-1 0 0,-5 2 0,-4 0 0,-7 1 0,-3 1 0</inkml:trace>
  <inkml:trace contextRef="#ctx0" brushRef="#br0" timeOffset="100324">2676 12580 5734,'29'-8'0,"4"-1"0,4-1-1345,5-2 1345,-8 2 0,1-1-1027,-8 3 1,1 0 1026,8-2 0,3-1 0,-6 3 0,3 0 0,-3 1 0,0 0 0,0 0 0,9-1 0,4 0 0,-5 1 0,-8 3 0,-3 0 0,11-1 0,2 0 0,2 0 0,-2 1 0,-8 1 0,0 0 0,9-1 0,3 0 0,-3 1 0,4 0-446,-5 0 1,6 1 0,0-1 0,-4 1 445,-3 0 0,-3-1 0,2 1-139,3 0 0,3 0 0,0 0 1,-6 1 138,9-1 0,-6 1 0,-10 1 0,3-1 0,-3 0 0,5 1 0,-1-1 0,-4 1 0,4 0 0,-1 0 0,0 0 0,3 0 0,-5 0 0,-5 1 0,-3-1 0,0 1 0,2 0 0,4-1 0,5 1 0,-3 0 0,-1 0 0,0-1 261,1 1 0,3-1 0,-4 1-261,-4-2 0,-2 1 0,15-2 0,-1 1 0,-9 0 0,-1-1 0,9 0 0,1 1 0,-2-1 0,-2 1 0,-9 0 0,1 1 0,5-1 0,2 0 0,-3 2 0,-2 0 0,16 0 0,-18 0 0,0 1 0,-1 0 0,-3 0 0,15 3 0,0-1 0,0 1 0,2 0 0,-11-1 0,5-1 0,-4 0 0,-8-2 0,-1 1 0,14 0 0,2 0 0,-6-1 0,-1-1 0,-6 1 0,-1 0 0,9 0 0,1 0 0,1 1 0,0 0 0,-9 0 0,0 0 0,8 0 0,4 2 0,-3 0 0,5 2 0,0 0 0,-4-1-392,6 1 1,0-1 391,-4 1 0,6 0 0,-1 0 0,-6-1 0,0 0 0,-4-2 0,3 1 0,4-1 0,-2-1 0,5 0 0,2 0 0,-3-1 0,-3 0 0,-2 0 0,3 0 0,-6-1 0,3 1 0,1-1 0,2 0 0,0 0 0,-3-1 0,2 0 0,0 0 0,1 0 0,-1-1 0,0 1 0,5 0 0,0 0 0,-1 0 0,1 0 0,2 0 0,-3 0 0,2 0 0,1 0 0,0 0 0,-2 0 0,-1 0 0,0 0 0,-1 1 0,-1-1 0,-1 1 0,-2 0 0,-2 0 0,-1 1 0,-2-1 0,1 0 0,1 1 0,-1 0 0,0-1 0,0 1 0,10 0 0,1 0 0,2 0 0,-11 0 0,2 1 0,1-1 0,-1 0 0,-1 1 0,-2-1 0,-1 0 0,0 0 0,4 0 0,-1 0 0,4 0 0,2 0 0,2 1 0,-2-1 0,-2-1 0,-4 1 0,1 0 0,-3-1 0,-1 1 0,3-1 0,4 0 0,4 1 0,1-1 0,-1 0 0,-3 0 0,-2-1 0,-2 0 0,-2 0 0,-2-1 0,3 1 0,-2-1 0,1 1 0,7-2 0,2 1 0,0-1 0,-1-2 0,1-1 0,-5 1 0,-3 0 0,0 0 0,2-1 0,2-2 0,-7 1 0,1-3 0,-1-7 0,-21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50:40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7714 8387 5734,'4'0'0,"-1"-1"0,-1 1 0,0 2 0,-1-1 0,2 9 0,-2 0 0,3 28 0,-2-13-977,1 21 977,-1-16 0,-1 3 0,0 1 0,0 2 0,1-4 0,1 6 0,0-3 0,-1-2 0,1 1 0,0 0 0,0 3 0,-1-4 0,1-3 0,0-5 0,-1 3 0,2 5-384,-1-7 384,-1-9 0,0 2 0,0-3 0,-1-7 0,0 3 937,-1-10-937,1 1 424,0-2-424,1 0 0,-1-1 0,0-2 0,-1 0 0,1-1 0,-1 1 0,1 1 0,0 0 0,-1-1 0,0 1 0,0-1 0,-1 1 0,0-1 0,-1 0 0,-1-1 0,-1-2 0,0 0 0,2-2 0,1 0 0</inkml:trace>
  <inkml:trace contextRef="#ctx0" brushRef="#br0" timeOffset="492">7670 8983 5734,'3'5'0,"2"9"0,-1-4 0,7 18 0,-6-13 0,4 8 0,-4-9 0,1-1 0,0-1 0,3 3 0,-2-5 0,2 2 0,0-6 0,-1-2 0,1-2 0,3-6 0,-3-2 0,4-3 0,0-7 0,-4 4 0,3-6 0,0-5 0,-5 9 0,4-9 0,-7 15 0,1-1 0,1 0 0,0 2 0,2-2 0,28-21 0,-17 14-70,2-2 0,2 1 0,-1 3 0,4-2 0</inkml:trace>
  <inkml:trace contextRef="#ctx0" brushRef="#br0" timeOffset="2000">11300 8541 5734,'-4'15'0,"0"0"0,1-3 0,-2 3 0,-1 14 0,1-5 0,-1 13 0,1 6-1737,1-7 1737,-1 12 0,2-15-399,1 1 399,0-1 0,0 10 0,0-13 0,0 7-332,1-15 332,0-2 0,1-3 0,0-3 1162,0 2-1162,0-6 885,0 0-885,0-4 421,0-2-421,0 7 0,0-5 0,0 5 0,0-6 0,0 0 0,0 4 0,0-5 0,1 3 0,0-7 0,0 0 0,0-2 0,-1 1 0,1-1 0,1-2 0,-1 1 0,0-3 0,0 2 0,-3-1 0,2-1 0,-3 0 0,1-1 0,0-1 0,-1 0 0</inkml:trace>
  <inkml:trace contextRef="#ctx0" brushRef="#br0" timeOffset="2545">11164 8965 5734,'-1'3'0,"1"0"0,0 0 0,1 1 0,2 12 0,0-5 0,2 17 0,2 7 0,0 4-859,1 2 859,-2-12 0,0-11 0,-2-1 0,1-2 0,0-2 0,-1-1 0,0-3 0,-1-1 859,3 0-859,-1-5 0,11-10 0,-6-2 0,8-8 0,-1-4 0,-4 5 0,13-19 0,-13 16 0,14-18 0,-17 23 0,5-8 0,-6 9 0,-2 4 0,2-4 0,-11 8 0,2 0 0,-6 2 0</inkml:trace>
  <inkml:trace contextRef="#ctx0" brushRef="#br0" timeOffset="4566">14601 8588 5734,'1'5'0,"-1"2"0,1 5 0,0-1 0,2 20 0,1-11 0,2 13 0,0 2 0,-1-6-976,-1 12 976,-1-9 0,-1 2 0,0 1 0,0-2 0,-1 2 0,0 8 0,0 5 0,-1-2 0,1-9 0,-1-1 0,0-2 0,0-11-364,0 21 364,0-32 0,0 6 0,0-15 0,0-1 0,0-1 938,-1-5-938,0 1 402,-2-4-402,2 3 0,-1 1 0,1 1 0,0-1 0,-1 0 0,-1 0 0,1-1 0,-1 2 0,1-1 0,-2 1 0,1-2 0,-1 2 0,0-1 0,0 1 0,1 1 0,0-1 0,0 1 0,2 0 0,-1 0 0,9 4 0,2-3 0,7 3 0,-2-3 0</inkml:trace>
  <inkml:trace contextRef="#ctx0" brushRef="#br0" timeOffset="5742">16522 8626 5734,'-4'6'0,"0"11"0,3-4 0,-3 27 0,2-17 0,-1 15 0,1-2 0,1-6 0,-1 3 0,1 2 0,0 2 0,0-3 0,0 6 0,1-6 0,0 6-615,0-1 0,0-3 615,2-14 0,-1-3-154,2 4 154,-1-6 0,0 3 0,0-6 0,0-4 0,0 2 0,-2-6 1208,1-1-1208,-2-2 176,2-2-176,-1 1 0,3-2 0,-2 0 0,1-1 0,-5-2 0,2 1 0,-3-3 0,2 2 0,0-1 0,0 1 0,-5-6 0,3 3 0,-5-6 0,6 6 0,-4-7 0,3 5 0,-5-9 0,4 11 0,-1-2 0,-1 1 0,4 3 0,-2-2 0,3 4 0,1-1 0,-1 0 0,0 0 0,1 0 0,-1 1 0,1 0 0,0 1 0,0 0 0,0 0 0,2 5 0,0-1 0,2 5 0,2 4 0,0-4 0,4 9 0,-3-9 0,3 4 0,-3-6 0,2 0 0,2-3 0,-2-1 0,4 0 0,3-4 0,-3 0 0,5-3 0,-5 0 0,-1-1 0,0 0 0,-2-1 0,0 1 0,0-2 0,-1 0 0,1 1 0,-3 0 0,-1 0 0,0 1 0,-2-1 0,-2-2 0,-1 1 0,-2 0 0</inkml:trace>
  <inkml:trace contextRef="#ctx0" brushRef="#br0" timeOffset="6626">14608 9109 5734,'0'-6'0,"-1"2"0,4 11 0,-2 0 0,3 14 0,-1-9 0,0 6 0,0 0 0,0-5 0,0 6 0,0-3 0,-1-4 0,1 1 0,-1-3 0,0-4 0,-1 1 0,0-3 0,1-1 0,-1-1 0,1 0 0,-1-1 0,3-2 0,1-1 0,2-1 0,3-2 0,3-2 0,9-6 0,-3 3 0,8-4 0,6-1 0,-7 5-209,9-3 0,-6 5 0,0 0 1</inkml:trace>
  <inkml:trace contextRef="#ctx0" brushRef="#br0" timeOffset="7911">19750 8562 5734,'-4'13'0,"1"-1"0,-1 5 0,0-1 0,1 2 0,-2 14 0,2-6 0,-1 11 0,1 5-1202,1-9 1202,-1 11 0,2 1 0,0-12 0,1 10-330,2-6 330,0-9 0,0 4 0,2-4 0,-1-8 0,1 3-53,0-4 53,-1-6 0,0 3 0,0-4 1150,-1-5-1150,0 2 373,-2-2-373,2-2 62,-2 0-62,2-3 0,-3-2 0,-1-2 0,-2 0 0,-1-3 0,1 1 0,-5-4 0,3 3 0,-5-5 0,2 4 0,-4-5 0,-6-4 0,4 2 0,-2-1 0,7 4 0,4 2 0,-2-1 0,2 1 0,2 4 0,0-3 0,3 6 0,7 6 0,2 2 0,4 3 0,-1 1 0,-2-3 0,0 1 0,-1 0 0,1 0 0,-1 0 0,0 0 0,-1-1 0,0 1 0,-1-1 0,1-1 0,-1 1 0,2 3 0,-2-3 0,1 2 0,-2-3 0,0-1 0,-1 0 0,0 1 0,-1-3 0,3 1 0,-4-3 0,2-2 0,-3-2 0,1-2 0,3-8 0,-1 2 0,1-5 0,-1 3 0,6-14 0,-3 9 0,5-8 0,-6 12 0,0 2 0,0 0 0,0 2 0,1 0 0,-1 0 0,-1 2 0,-1-1 0,-3 4 0,-2 2 0,-3 0 0,-3 0 0,-3 1 0,0-2 0</inkml:trace>
  <inkml:trace contextRef="#ctx0" brushRef="#br0" timeOffset="9506">7556 6811 3481,'-35'11'0,"0"1"0,1-1 0,0 1 0,0 0 0,-2 2 0,1 2 0,-2 3 0,1 0 0,1-1-697,-1 2 0,3-1 0,-4 5 697,7-2 0,-3 5 0,-2 2 0,1 1 0,3 0 0,3-4-259,-4 6 0,5-3 1,-1 8 258,7-6 0,-2 5 0,-1 3 0,1 2 0,1 0 0,2-3 0,4-4-205,-2 11 0,6-4 1,0 4 204,1-6 0,-1 4 0,1 1 0,1 0 0,4-2 0,3 5 0,4 0 0,1-2 0,1-1 0,-2 3 0,2-3 0,6 9 0,2-18 0,4 6 0,4 3 0,2 4 0,1 0 0,2 1 0,0-1 0,-1-3 0,-2-4 0,-1-5 0,2 2 0,-2-5 0,0-3 0,2 2 0,3 4 0,-2-2 0,3 5 0,3 4 0,0 0 0,2 1 0,-1-3 0,-1-3 0,0-6 0,-3-6 0,15 2 0,-2-11 0,1-1 0,1 1 0,1-1 0,1-2 0,0-1 0,0-1 0,1-2 0,0-2 0,0-1 0,1-2 0,-2-1 0,1-1 0,1-3 0,0-3 0,3-3 0,-1-1 0,-2-1 0,2 0 0,-3-2 0,3-4 0,-6 0 0,4-3 0,0-1 0,-1-3 0,-3-1 0,-1-4 0,-3-3 0,-2 0 0,1-1 0,0 0 0,0 0 0,-2-1 0,-2-2 0,-3 1 0,-2-2 0,-2-1 0,-3 2 0,-3-2 0,-3 0 0,-2 0 0,-1-2 0,-2 0 0,-1-2 0,-1 1 0,-2-1 0,-3-3 0,-2-2 0,-3-4 0,-1-1 0,-1 3 0,1 9 0,-1 2 0,-1-1 0,-2-4 0,-2 1 0,-2-5 0,-1-3 0,-1-1 0,0 1 0,0 3 0,0 5 0,0-2 0,-1 4 0,1 1 0,-2-3 0,1 2 0,-2-2 0,1-1 0,-2 0 0,1 2 0,-1 3 0,-2-2 0,-1 3 0,0 3 0,1 0 0,-1-1 0,1 2 0,-2 0 0,-4-7 0,-1 1 0,1 2 0,0 4 0,1 2 0,1 3 0,0 1 0,1 3 0,2 0 0,2 3 0,2-1 0,-15-14 0</inkml:trace>
  <inkml:trace contextRef="#ctx0" brushRef="#br0" timeOffset="10273">11445 7030 5734,'-31'-9'0,"1"0"0,6 3 0,-2 0 0,-8-1 0,-3 0-1424,-6 4 0,-1 2 1424,11 0 0,-1 1 0,-1 1-564,-10 2 0,-2 0 0,3 1 564,6-1 0,2 2 0,1 0 0,0 1 0,1 0 0,1 3 0,0 1 0,0 3 0,2-1 0,-4 3 0,-1 4 0,3 3 0,-4 4 0,1 2 0,4-2-597,-2 7 0,2 0 597,7-6 0,-1 2 0,0 1 0,5-2 0,-4 8 0,4 4 0,7-3 0,0 7 0,0 3 0,1 0 0,2-6 0,0 3 0,2-4 0,-1 4 0,1 0 0,0 5 0,-1 1 0,3-2 0,2-6 0,5-4 0,2-5 0,2 3 0,1 0 0,2 3 0,0 0 0,1-2 0,1 1 0,1-1 0,0 1 0,1-3 0,0 1 0,1 0 0,3-1 0,7 8 0,4-1 0,0-3 0,-5-8 0,0-3 0,2 1 0,6 6 0,2 1 0,4-3 0,4-6 0,3-3 0,0-2 0,-9-6 0,1-2 0,1 0 0,-2-2 0,2 1 0,2-2 0,-1-3 0,4-4 0,0-3 0,1-1 0,-3-1 0,4-1 0,-2 0 0,3-3 0,-4 1 0,3-2 0,1-1 0,-2-2 0,2-3 0,0-3 0,-1-1 0,-1 0 0,2-1 0,-2-1 0,2-1 0,-3 1 0,1-1 0,1-1 0,-3-1 0,-2-3 0,-1-1 0,-2-1 0,-2 1 0,2-1 0,-2-1 0,0-2 0,-3 3 0,0-2 0,0-2 0,-4-1 0,-3-2 0,-3-2 0,-2 0 0,-1 1 0,0-4 0,-1 1 0,-2-1 0,-1 1 0,1-1 0,-3-1 0,-2 0 0,-4-1 0,-3-1 0,-1 1 0,-1 2 0,1-2 0,-2 2 0,-2-3 0,-4-1 0,-2-4 0,-2-3 0,-2 3 0,-1 4 0,-1 6 0,-1 3 0,-1 1 0,0-1 0,-3-7 0,-1-1 0,-1 1 0,0 4 0,-3 3 0,-2 3 0,2 4 0,-4 0 0,1 3 0,1 1 0,-1 2 0,2 3 0,0 0 0,2 3 0,1 0 0,-19-8 0,6 2 0</inkml:trace>
  <inkml:trace contextRef="#ctx0" brushRef="#br0" timeOffset="10934">14368 7194 5734,'-28'8'0,"0"-1"0,-4 7 0,-4 3 0,3 2 0,5 1 0,1 0 0,0 2-1093,-6 3 1,-1 2 0,3 1 299,9-3 1,1 1-1,3 3 793,1 4 0,1 3 0,2-1-40,-3 9 1,2 0 39,2-4 0,1 2 0,2-1 0,2 7 0,2-1 0,3-15 0,1 1 0,0 0 0,2 0 0,0 0 0,1 0 0,0-1 0,1 0 0,2 2 0,3 10 0,3 3 0,0-2 0,-2-11 0,1-2 0,1 1 0,3 8 0,2 2 0,4-3 0,3-4 0,4-3 0,-1-2 0,7 4 0,2-2 0,-5-6 0,3-1 0,2-3 0,5-6 0,2-4 0,0-2 0,-9-2 0,-1-3 0,2 0 0,10 0 0,1-2 0,1-3 0,2-7 0,0-4 0,-2-2 0,-9 3 0,-1-2 0,1-1 0,-2 0 0,1-1 0,1-1 0,-2-2 0,0-3 0,0-2 0,-1-1 0,-2 0 0,2 0 0,-2 0 0,1-6 0,-6 2 0,3-3 0,0-3 0,-1-2 0,-2 1 0,-3 1 0,0-5 0,-4 1 0,-3-2 0,1-4 0,-2 2 0,0-6 0,-1-2 0,-1 0 0,-2 2 0,-3 4 0,-1 0 0,-3 3 0,-2 1 0,-1-2 0,-2-4 0,-3-2 0,0 2 0,-3 6 0,-3-4 0,-3 5 0,1 1 0,-2 1 0,0 3 0,-1 0 0,-5-6 0,-2 1 0,7 11 0,-1 2 0,-4-6 0,1 2 0,-3-1 0,3 1 0</inkml:trace>
  <inkml:trace contextRef="#ctx0" brushRef="#br0" timeOffset="11532">16677 7130 5734,'-25'1'0,"-1"1"0,2 0 0,-3 2 0,-5 5 0,-3 4 0,2 1-1054,0-1 1,0 4 1053,-1 5 0,-6 7 0,1 2 0,6-3 0,1 3 0,3 3 0,5-2 0,-2 7 0,-1 2 0,2-1 0,4-5-999,5-2 0,3-4 0,-1 4 999,-1 3 0,-2 3 0,2 1 0,4-2 0,3 3 0,4-1 0,2-2-315,0 7 0,2-1 315,1-7 0,1 1 0,5-1 0,4-4 0,3-1 0,1-3 0,4 5 0,4-1 0,4-7 0,6 1 0,2 0 0,-3-6 0,6 1 0,3-6 0,-6-6 0,7-1 0,1-1 0,0-3 0,-7-1 0,10-4 0,0-7 0,-10 0 0,6-4 0,1-2 0,-2 0 0,-7 0 0,6-7 0,-4-2 0,1 0 0,2-3 0,-6-2 0,-3-10 0,-7-2 0,-5 8 0,-2-1 0,3-9 0,-2-2 0,-5 1 0,-3 0 0,-2 12 0,-1 0 0,1-7 0,0-1 0,-1 8 0,0 1 0,5-14 0,-2 17 0,1 0 0,8-8 0</inkml:trace>
  <inkml:trace contextRef="#ctx0" brushRef="#br0" timeOffset="12054">19995 7237 5734,'-34'2'0,"1"0"0,-8 5 0,-5 3 0,3 1-1284,2-1 0,0 5 1284,7 0 0,-4 4 0,-2 3 0,3 0 0,5-1-744,-5 8 0,3 4 744,5-1 0,-4 6 0,3 1 0,5-4-722,3 6 1,4 1 721,3-6 0,0 1 0,5 3 0,5-3 0,3 1 0,2 1 0,1-4 0,1 11 0,5 1 0,2-8 0,3 5 0,2-1 0,3-8 0,7-1 0,5-5 0,-3-4 0,4-1 0,-1-3-118,11-2 1,0-6 117,4-1 0,2-3 0,-15-4 0,0-2 0,3-2 0,1-1 0,1-3 0,2-1 0,0-2 0,0-3 0,0-3 0,1-1 0,0-1 0,-2 1 0,3 0 0,-1 0 0,-1-1 0,0-2 0,4-4 0,1-2 0,-3-2 0,-7 1 0,1-7 0,-7-2 0,-2-2 0,-3-1 0,-3 0 0,-3-4 0,-8 3 0,-3-4 0,-1 3 0,-1-7 0,-4 0 0,-1 6 0,-3-1 0,-2 3 0,-5-2 0,-3 4 0,-3-1 0,-1 3 0,-2 1 0,-3 1 0,-7 0 0,-5-1 0,2 3 0,1 1 0,-1 2 0,-1 0 0,-3-1 0,3 4 0,6 6 0,1 3 0,2-1 0,-1 1 0,1-1 0,1 1 0</inkml:trace>
  <inkml:trace contextRef="#ctx0" brushRef="#br0" timeOffset="19066">1667 12250 5734,'3'39'0,"0"0"0,0 0 0,-1-1 0,2 11 0,-1-1 0,0-5-1062,-1-5 1,0-1 1061,0 0 0,0 4 0,0-2-1494,1 8 0,-1 1 1494,0-7 0,1 2 0,0 1 0,-1 3 0,1-1 0,0-1-208,-1-9 0,0-1 1,1 1 207,0 9 0,0 3 0,0-1 0,1-3 0,-1-1 0,1 1 0,0 1 0,0-1 0,1 1 0,-2-2 0,1 0 0,0 0 0,0-5 0,0 0 0,0-3 0,0 1 0,-1-2 0,1-1 0,0 1 0,1 10 0,-1 0 0,0-12 0,-1 0 0,2 7 0,-1 0 0,-1-5 0,0-2 0,1 15 0,-1-20 0,-1 2 0,0-2 0,0-2 0,1 4 0,0 12 0,-2-28 0,-1-1 1868,2-4-1868,-2-1 1853,1-2-1853,-1-1 1983,0-1-1983,0-1 30,0 0-30,1-1 0,0 0 0,2 0 0,-2 1 0,1 0 0,-2 0 0,0 0 0,0 2 0,0-2 0,0 1 0,0-2 0,0 1 0,0-1 0,-1 0 0,-4 0 0,2-1 0,-2 0 0,2-1 0,0-1 0,1 0 0,-1-3 0,0 2 0,-6-10 0,6 2 0,-4-6 0</inkml:trace>
  <inkml:trace contextRef="#ctx0" brushRef="#br0" timeOffset="20392">2038 12013 5734,'45'2'0,"2"-1"0,-22-2 0,1 0-1639,15-1 1,1-1 1053,-9 1 1,2-1 584,10-1 0,3 0 0,-12 0 0,1 0 0,-2 0-644,8 0 0,1-1 644,-7 1 0,2-1 0,1 1 0,2-1 0,1 1 0,-2-1 0,-9 1 0,-2 1 0,5-1 0,5 0 0,5-1 0,2 0 0,-1 0 0,-6 1 0,1 0 0,-5 0 0,4 0 0,4 0 0,3 0 0,1-1 0,-2 0 0,-8 2 0,-1-1 0,-1 1 0,-2-1 0,4 1 0,-1-1 0,0 0 0,-1 0 0,2 0 0,-1 0 0,-2 1 0,0-1 0,-3 0 0,1 1 0,0-1 0,1 1 0,-1-1 0,1 0 0,-1 1 0,1-1 0,-1 0 0,1 0 0,1-1 0,2 1 0,1-1 0,2 0 0,-3 0 0,3 0 0,-2 0 0,2 0 0,-5 1 0,2-1 0,2 0 0,3 1 0,-3 0 0,4 0 0,2 0 0,1 0 0,-1 1 0,-2-1 0,-5 1 0,3-1 0,-5 2 0,0-1 0,5-1 0,-3 1 0,6 0 0,2 0 0,0-1 0,-1 1 0,-4 0 0,-6 1 0,2-1 0,-5 2 0,1-1 0,13-1 0,3 1 0,-3-1 0,-9 1 0,-2 0 0,1 0 0,10-1 0,1 0 0,0 0 0,0-1 0,0 1 0,-2-1 0,-8 1 0,-2 0 0,2 0 0,7-1 0,3 0 0,3 0 0,-4 0 0,2 0 0,1 0 0,-4 1 0,-4-1 0,-2 1 0,3 0 0,4 0 0,5-1 0,-2 1 0,-4 0 0,-9 1 0,-3 0 0,0 1 0,1-1 0,0 1 0,0-1 0,0 1 0,-1 0 0,1 0 0,-1 0 0,0-1 0,0 1 0,15-1 0,0 0 0,-1 0 0,-1 1 0,0-2 0,-1 1 0,-1 0 0,-1 0 0,1-1 0,-1 1 0,0-1 0,0 0 0,-1 0 0,0 0 0,0 0 0,0 0 0,-1-1 0,0 1 0,-1-1 0,2 0 0,-4 1 0,2-1 0,-2 0 0,6 0 0,0 0 0,-6 1 0,1-1 0,-2 0 0,2 0 0,-1 1 0,1-1 0,1 1 0,-1-1 0,1 1 0,1 0 0,-1 0 0,1 1 0,1-1 0,-1 0 0,0 1 0,0 0 0,-1 0 0,1-1 0,-1 1 0,-1 0 0,2 0 0,-3 1 0,1-1 0,-1 0 0,7 0 0,-1 0 0,-8 0 0,2 0 0,3 0 0,4 0 0,4 0 0,1 0 0,-6-1 0,-7 2 0,-3-1 0,2 1 0,8-1 0,4-1 0,1 1 0,-1 0 0,-2 1 0,2 0 0,-3 0 0,-3 1 0,-7-1 0,-3 1 0,4-1 0,6 1 0,5-1 0,0 1 0,-4 0 0,-3 0 0,-3 0 0,-1 0 0,7 0 0,1 0 0,-5 0 0,1 0 0,-3 0 0,5 0 0,-3 0 0,2-1 0,0 1 0,-2 0 0,3-1 0,-4 1 0,2-1 0,-1 0 0,7 0 0,-1 0 0,-7 1 0,2-1 0,0 0 0,1 0 0,0-1 0,-2 1 0,7-1 0,0 0 0,-6 1 0,2-1 0,-3 0 0,2 0 0,1-1 0,-4 1 0,3 0 0,-3-1 0,6 0 0,2 1 0,-3-1 0,6 0 0,0 0 0,-6 1 0,5 0 0,-2-1 0,0 1 0,4 0 0,-3-1 0,-11 2 0,-2 0 0,-1 0 0,5-1 0,1 0 0,-7 1 0,2 0 0,-2 0 0,1-1 0,-1 0 0,0 0 0,0 1 0,0-1 0,0 0 0,0 1 0,0-1 0,-2 0 0,2 1 0,14-1 0,-1 1 0,-10 0 0,0 0 0,11 0 0,0-1 0,3 2 0,-2-1 0,-10 1 0,0-1 0,-5 1 0,2 0 0,-2 0 0,4 0 0,-2 0 0,1 0 0,-1 0 0,1 0 0,1 0 0,-6 1 0,3-1 0,3 1 0,7-1 0,4 1 0,1 0 0,-4-1 0,-3 1 0,-3 0 0,2 0 0,1 0 0,4-1 0,-2 1 0,-6 0 0,2 1 0,-4-1 62,-8 1 1,0-1-63,6 1 0,1 0 0,-4-1 0,-1 0 901,13 1-901,-15-1 0,-2 0 0,6 0 119,9 1-119,-11-1 601,7-1-601,-13 0 0,-1 0 0,7 0 0,-6 1 0,4-1 1214,-9 1-1214,-1 1 0,0 0 1018,-2 1-1018,-2 1 957,5 1-957,-7-1 596,3 2-596,-4 1 203,-4-1-203,2 2 0,-5 4 0,-2-1 0,-2 9 0,-1-6 0,-1 6 0,0-3 0,-1 2 0,-1 2 0,0 3 0,-1 2-773,0 3 773,0 2-1046,-2 6 1,-1 8 0,1-3 1045,3-11 0,-1 0 0,-2 10 0,-1 5 0,0 0-609,1-2 1,1-1 0,1-4 608,0-3 0,0 3 0,2-4 0,-2 8 0,1 5 0,0 0 0,0-3 0,2-7 0,0-4 0,1-5 0,0 4 0,-1 12 0,0 7 0,-1-1 0,2-8 0,2-4 0,0-5 0,0 2 0,0 2 0,1-4 0,-1 2 0,1-2 0,-1 6 0,0-1 0,0-6 0,0 1 0,1-1 0,-1 14 0,0-2 0,0-12 0,0 0 0,0 8 0,0-1 0,0 9 0,0-7 0,0-6 1038,-1 3-1038,1-15 837,-2 0-837,-9-13 1886,-4-8-1886,-13-4 0,-10-7 0,15 1 0,-1-1 0,-4-2 0,0 1 0</inkml:trace>
  <inkml:trace contextRef="#ctx0" brushRef="#br0" timeOffset="22031">2212 14320 5734,'37'-1'0,"-1"0"0,-6 1 0,0-1 0,10 0 0,2 0-1639,6 0 1,-1 1 635,-11 0 1,3-1 1002,0 1 0,6 0 0,1 1 0,-6-1-226,7 0 0,-2 1 226,2-1 0,2 1 0,0-1 0,-10 1 0,-1-1 0,-1 1 0,5-1 0,4 1 0,-3-1 0,7 0 0,0 1 0,-5-1 0,-10 0 0,-4-1 0,2 1 0,4 0 0,2 0 0,1 0 0,-2 0 0,3-1 0,-2 1 0,-1-1 0,7 0 0,0 0 0,-7 0 0,1 0 0,1 0 0,-2 0 0,1 0 0,0-1 0,1 1 0,1-1 0,0 0 0,0 0 0,0 1 0,-1-1 0,-2 0 0,0 1 0,-4-1 0,4 1 0,-3 0 0,0 0 0,0 0 0,-1 0 0,-1 1 0,0 0 0,0 0 0,-3 0 0,2 0 0,13 1 0,-1 0 0,-10 0 0,-1 0 0,10 0 0,2 1 0,-1-1 0,0 1 0,-11-1 0,2 0 0,-2 0 0,5-1 0,1 1 0,-2-1 0,-1 1 0,-2-1 0,2 0 0,6 0 0,1 0 0,0 0 0,-2 1 0,-1-1 0,-3 1 0,-2-1 0,-1 1 0,9 0 0,2 0 0,-2 1 0,-1-1 0,-9 0 0,-1 1 0,10-1 0,0 1 0,-12-1 0,-1-1 0,0 0 0,1 1 0,-1-2 0,1 1 0,13-1 0,1 0 0,-10 0 0,0-1 0,10 0 0,0-1 0,-12 1 0,-1 0 0,0-1 0,1 1 0,0-1 0,-1 1 0,1-1 0,1 0 0,-2 1 0,2-1 0,-2 1 0,1-1 0,2 0 0,0 1 0,2-1 0,-1 1 0,0 0 0,1-1 0,-1 1 0,-1 0 0,-1 0 0,-1 0 0,3 0 0,-3 1 0,2-1 0,-1 1 0,-1 0 0,1 0 0,-2 0 0,2 0 0,4 0 0,3 0 0,4-1 0,-5 0 0,2-1 0,3 0 0,-2 0 0,-1 0 0,-1 1 0,-1 0 0,-1 0 0,2-1 0,0 0 0,1 0 0,1-1 0,-3 0 0,-3 1 0,3 0 0,-4-1 0,-1 1 0,8-1 0,1 0 0,-8 1 0,2 0 0,0 0 0,0 1 0,0 0 0,-1 0 0,6-1 0,1 1 0,-9 1 0,2-1 0,3 1 0,3-1 0,5 1 0,-1 0 0,-4 0 0,-8 0 0,-2 0 0,3 0 0,7 0 0,6 0 0,-1-1 0,-7 1 0,-1 0 0,-3 0 0,2 0 0,-1-1 0,1 1 0,-1 0 0,1-1 0,0 1 0,-1 0 0,1 0 0,0-1 0,0 1 0,1-1 0,-1 1 0,1-1 0,-1 0 0,1 0 0,0-1 0,-2 1 0,2 0 0,-3-1 0,2 1 0,-1-1 0,5 0 0,1-1 0,-7 1 0,3 0 0,-3 0 0,4 0 0,-1 0 0,1 0 0,0 0 0,1-1 0,-1 1 0,1 0 0,1-1 0,-1 0 0,1 1 0,0-1 0,0 0 0,0 0 0,1 0 0,-1 1 0,1-1 0,0 0 0,0 0 0,0 1 0,0 0 0,0-1 0,1 1 0,-1 0 0,0 0 0,-1-1 0,2 1 0,-3-1 0,2 1 0,-2-1 0,7 0 0,-1-1 0,-6 2 0,1-1 0,0 0 0,0 0 0,-1-1 0,1 1 0,2 0 0,0-1 0,4 1 0,-8-1 0,4 1 0,1-1 0,-1 1 0,-4 0 0,-2 0 0,-4 0 0,1 1 0,2-1 0,6-1 0,4-1 0,1 0 0,-3 1 0,-6 0 0,6-1 0,-2 0 0,-1 0 0,3 0 0,-5 0 0,-11 1 0,-4 1 0,0 0 0,0 0 0,19-4 0,-17 3 0,-1 0 0,12-2 385,7-2-385,-18 2 0,11-1 0,1 0 0,2-1 0,-2 0 0,2 1 0,-16 3 0,-2 1 0,15-3 0,-13 2 0,1 1 0,1 0 0,-1 0 0,15-2 0,-15 2 0,2 1 0,-1 0 0,0 0 0,14-2 0,-15 2 0,0 0 0,0 1 0,-1 0 0,14-1 0,4 1 0,0 0 0,3-1 0,-11 2 0,2 0 0,-8 0 0,-2 0 0,15-1 748,-15 1 1,-1 0-749,8 0 0,-3-1 1022,-3 0-1022,-4 0 128,-3 0-128,-4 1 798,1-2-798,-1 2 1209,-4-1-1209,-2 2 540,-8 0-540,0 0 155,0 1-155,1 0 0,1 0 0,1 1 0,3-1 0,0 1 0,2-1 0,2 1 0,0 0 0,0-1 0,12 2 0,-11-1 0,12 0 0,-18-2 0,3 1 0,-6-1 0,-1 0 0,-1 0 0,-1 0 0,0 1 0,-18-3 0,2 2 0,-18-4 0,0 3 0,-5-2 0</inkml:trace>
  <inkml:trace contextRef="#ctx0" brushRef="#br0" timeOffset="39131">8463 15114 5734,'0'-8'0</inkml:trace>
  <inkml:trace contextRef="#ctx0" brushRef="#br0" timeOffset="45664">4743 15450 5734,'3'-1'0,"-1"-1"0,-3 0 0,-1-2 0,2 3 0,-2 0 0,4 4 0,0 0 0,0 4 0,-1-5 0,0 1 0,-1-1 0,1-2 0,-1 2 0,1-5 0,0 1 0,-1-3 0,-1 2 0,0 2 0,-1-2 0,2 2 0,-2-1 0,2 0 0,-1 0 0,0 1 0,3 0 0,-5-2 0,6-1 0,-5-4 0</inkml:trace>
  <inkml:trace contextRef="#ctx0" brushRef="#br0" timeOffset="65816">4703 15725 5734,'4'2'0,"-1"0"0,-1 1 0,-1-2 0,0 1 0,-1-1 0,1 1 0,0-1 0,0 0 0,0 0 0,0 0 0,1-1 0,0 0 0,-1 0 0,1 0 0,-1-1 0,0-1 0,-1 1 0,0-1 0,-1 1 0,0 0 0,0-1 0,1 1 0,-1-1 0,2 0 0,-1 1 0,0 0 0,-1-1 0,1 0 0,0 0 0,0 0 0,-1 2 0,2 5 0,-2-2 0,3 6 0,-2-6 0,0 1 0,0-1 0,0 0 0,0 1 0,0-1 0,0 1 0,0 4 0,0-1 0,0 3 0,1-1 0,0-2 0,0 8 0,0-4 0,0 7 0,0-4 0,1 8 0,-1-4 0,1 6 0,0-6 0,1 9 0,-1-5-377,2 7 377,-3-8 0,2 1 0,-1 1 0,0 0 0,0 2 0,2 11 0,-1-8-701,0 9 701,-1-11 0,-1-1 0,0 1 0,1 9 0,-1-9-359,1 6 359,0-12 0,0-1 337,0-2-337,1-2 699,-1-1-699,2 8 0,-2-10 0,1 6 401,-1-10-401,-1-3 0,1 1 0,-2-4 0,0 0 0,0 0 0,0-1 0,0 0 0,2 1 0,0 0 0,0-1 0,-1 0 0,-4-4 0,1-1 0,-2-2 0,1 0 0,-2-3 0,1 1 0,-7-12 0,4 7 0,-4-7 0,1 3 0,2 2 0,-2-4 0,-1 0 0,2 3 0,-1-5 0,4 7 0,0 0 0,-1 1 0,1 2 0,1 1 0,1 1 0,0 1 0,0-1 0,2 3 0,0 0 0,1 2 0,-2 2 0,2 0 0,0 1 0,2 6 0,9 17 0,-4-6 0,7 10 0,-7-13 0,0 0 0,4 9 0,-3-7 0,3 6 0,1-2 0,-3-5 0,2 4 0,-4-7 0,1 0 0,-2-2 0,1 0 0,0-1 0,1 1 0,-2-2 0,0 1 0,-2-4 0,-1-2 0,0 0 0,0-1 0,0 1 0,1-4 0,0-1 0,4-9 0,2-16 0,1-12 0,-1 2-569,-2 3 569,-2 18 0,3-15 0,-3 15 0,1-11 0,3 7 0,-5 9 0,7-8 0,-7 12 0,4-2 0,-3 5 0,3-1 0</inkml:trace>
  <inkml:trace contextRef="#ctx0" brushRef="#br0" timeOffset="69020">7102 15646 5734,'-2'4'0,"1"-1"0,2-2 0,2-2 0,-2 2 0,1-1 0,-2 1 0,1 0 0,2 0 0,-2-1 0,1 2 0,-1-1 0,0 0 0,1 0 0,-1 1 0,1-1 0,0 1 0,-1-2 0,0 0 0,1 1 0,-1 0 0,2-1 0,-3 0 0,2 2 0,-1-3 0,1 3 0,0-3 0,0 3 0,0-1 0,0 0 0,3 2 0,1 0 0,-1 0 0,0 0 0,0-1 0,-1 0 0,1 1 0,-3-2 0,1 0 0,-1 1 0,1-1 0,-1 0 0,1 1 0,0-1 0,-1 0 0,-1-1 0,1 0 0,0 0 0,0 0 0,-1-1 0,2 3 0,-1-3 0,1 3 0,0-1 0,-1-1 0,2 2 0,1 0 0,-2 0 0,3 0 0,-3-1 0,1 0 0,0 1 0,1 0 0,0 0 0,16 7 0,-10-5 0,12 7 0,-11-5 0,0 1 0,1 0 0,2 1 0,17 10 0,-11-6 0,13 7 0,5 1 0,-3-2-652,-13-7 1,0 0 651,14 4 0,-11-3-43,2-2 43,10 5 0,-9-4 0,8 3 0,1 1-843,-9-4 843,7 3 0,-12-4-333,-3 0 333,0 0 0,8 5 0,-8-4 0,7 5 0,-12-5 0,8 5 0,-7-3 0,5 3 0,-8-5 946,5 5-946,-6-5 0,4 4 38,-3-4-38,-4-3 911,2 1-911,-6-3 415,4 4-415,-6-6 207,4 4-207,-7-8 5,1 1-5,0-1 0,-1 0 0,0-2 0,0 1 0,-5 0 0,3 0 0,-3 2 0,4-3 0,0 1 0,-1-1 0,-1 0 0,1-1 0,-3-2 0,2 1 0,-2-1 0,2 3 0,0-1 0,-1 0 0,1 0 0,-1 0 0,1 1 0,1 1 0,-1-1 0,1 1 0,-1-2 0,-1 1 0,-3-4 0,2 3 0,-3-1 0,-2-3 0,1 3 0,-3-4 0,-1 1 0,2 1 0,-3-3 0,2 3 0,0 0 0,-1 0 0,0-1 0,-1 1 0,1 0 0,1 0 0,-6-1 0,5 2 0,-4-1 0,1 2 0,4 0 0,-2 1 0,4 1 0,0 0 0,2 1 0,-1-1 0,2 1 0,3 1 0,-1-1 0,4 1 0,7 0 0,-2 1 0,5-1 0,-3 2 0,-1-1 0,2 0 0,2 0 0,-3 0 0,7 2 0,-5-2 0,1 2 0,2 1 0,-4-1 0,3 2 0,-4-2 0,6 3 0,-4-1 0,4 3 0,0 0 0,-2-2 0,2 2 0,-2-1 0,1-4 0,-3 0 0,3-1 0,-8-2 0,1 0 0,-7-4 0,-2-1 0,-2-2 0,-5-4 0,1 3 0,-11-7 0,8 8 0,-5-2 0,0 3 0,4 2 0,-2 1 0,1 2 0,5 1 0,-2 0 0,5 1 0,-1 1 0,3-1 0,0 0 0,5-1 0,5 1 0,1-1 0,5-2 0,12-5 0,0-1 0,12-3 0</inkml:trace>
  <inkml:trace contextRef="#ctx0" brushRef="#br0" timeOffset="70275">8281 15830 5734,'8'-4'0,"15"-1"0,-4 3 0,11 0 0,6 5 0,-7 1-427,12 3 427,-16-1 0,0 0-1389,16 6 1389,-14-4 0,3 1 0,1 1 0,3 3 0,-3-2 0,1 0 0,2 1 0,5 3 0,7 2 0,0 0 0,-5-2-1395,2 0 0,-1 0 1395,-10-3 0,3 1 0,0 0 0,-1-1 0,6 2 0,-1-1 0,-2-1-564,8 3 0,1 1 564,-7-3 0,2 0 0,0 0 0,1 1 0,1 0 0,-2-1 0,-9-3 0,0 0 0,0 1 0,9 2 0,1 0 0,1 2 0,-4-2 0,1 2 0,-1 0 0,-3-2 0,-3-1 0,-3-1 0,4 2 0,4 2 0,5 2 0,2 1 0,-3-1 0,-6-2 0,7 2 0,-3 0 0,-1 0 0,2 1 0,3 0 0,-2-2 0,3 0 0,-1-1 0,-5-1 0,0 0 0,0-1 0,-1 0 0,5 2 0,-1-2 0,-9-3 0,5-1 0,8-1 0,-14-1 0,6-1 550,-17-4-550,-3 1 822,-4-2-822,-2 0 2798,-2 0-2798,2 0 1204,-6-1-1204,2 0 360,-6 0-360,-1 0 0,-5-3 0,2 1 0,-6-1 0,0-1 0,1 2 0,-3-2 0,-3-1 0,3 1 0,-4-1 0,-1 0 0,4 1 0,-3-2 0,-4-1 0,5 3 0,-16-8 0,-3-1 0,8 3 0,-5-1 0,-1 0 0,2-1-592,5 4 592,-7-5 0,-2 1 0,6 2 0,-8-2 0,2 2 0,0 2 0,0-1-387,1 1 1,3 1 386,13 3 0,-4-1 0,9 1 545,-2 0-545,9 2 0,4 2 0,3 2 820,9 5-820,0-1 0,9 4 0,11 1 0,-7-3-806,12 3 806,-12-3 0,12 3 0,-11-3 0,5 2-287,-13-3 287,-3 0 0,-3-1 0,-2 1 0,-2 0 0,-2 0 781,-4 1-781,-6 4 312,-18 10-312,-15 6 0,2-4-842,-2-3 842,18-12-495,-17 9 495,20-10 0,-12 5 0,24-19 0,3 0 0,4-5 0,4 2 0,2-1 0</inkml:trace>
  <inkml:trace contextRef="#ctx0" brushRef="#br0" timeOffset="71864">10514 15521 5734,'19'12'0,"2"-1"0,9 3 0,4 0 0,-11-5 0,2 1-820,7 3 1,8 2 0,0 0 0,-4-1-373,5 1 0,0-1 1173,-9-2 1,2 0 0,2 1 0,-1-1 18,9 3 0,0 0 0,-1-2 0,-7-1 0,-1-1 0,2 0 0,-2 0 0,2 0 0,1 0 0,0 1 0,4-1 0,1 1 0,-1-1 0,-1 0 0,4 1 0,-2-1 0,3 1 0,-4-1 0,3 1 0,0-1 0,1 1 0,-9-3 0,2 1 0,-1-1 0,0 0 0,-2 0 0,1 0 0,-2 0 0,0 0 0,2 0 0,-1 0 0,2 1 0,0-1 0,0 1 0,0 0 0,6 2 0,-1-1 0,0 1 0,2 1 0,-4-2 0,1 2 0,1-1 0,0 1 0,0 0 0,-1-1 0,0 1 0,-1-1 0,1 1 0,-2 0 0,7 1 0,0 1 0,-2-1 0,-4-1 0,-2 0 0,-3-1 0,-4-1 0,1 0 0,-3-1 0,8 3 0,-1 0 0,-12-4 0,0-1 0,5 3 0,-2-1 0,4 2 0,-6-3 0,-3 0 904,1 0-904,-9-3 0,1 1 2679,-7-3-2679,-2-1 1350,-1 0-1350,-2-2 585,-2 1-585,1-1 216,-2 0-216,1 0 0,0 0 0,0-1 0,0 0 0,-5 2 0,-5 0 0,-1 1 0,-11 1 0,10-3 0,-12 2 0,9-3 0,-2-1 0,4 0 0,4 0 0,-1 0 0,-2-1 0,0 1 0,0-1 0,1 0 0,0 0 0,1-1 0,-6-2 0,7 1 0,-4-1 0,4 0 0,1 1 0,-1-1 0,-1-4 0,4 3 0,-3-4 0,1-1 0,2 3 0,-2-3 0,-1-2 0,1 4 0,-3-4 0,4 4 0,-1 0 0,0 0 0,-2-2 0,2 1 0,-2-1 0,-2-6 0,3 7 0,-3-7 0,3 5 0,1 3 0,0-2 0,-3-1 0,4 2 0,-3-1 0,3 4 0,1 1 0,1 1 0,-1-2 0,1 3 0,1-1 0,0 3 0,1 0 0,0 0 0,-1 1 0,1 0 0,0-1 0,1 1 0,3 3 0,1 0 0,3 4 0,1-1 0,-1 1 0,10 6 0,-5-3 0,12 10 0,-12-9 0,4 4 0,0 1 0,-3-4 0,4 3 0,-6-4 0,5 4 0,-4-4 0,4 3 0,-2-2 0,-3-2 0,1 2 0,-3-4 0,-3 1 0,1-1 0,-2 0 0,5 6 0,-2-2 0,0 2 0,-4-5 0,-17-3 0,2-1 0,-13 3 0,3-3 0,-12 2 0,-2 1 0,-6 2-874,3-2 0,0 1 874,1-1 0,-5 1 0,-1 0 0,-4 1 0,15-4 0,-2 1 0,4-1 0,-4-1 0,-11 1-792,15-2 792,1-2 0,-2 0 0,2-2 0</inkml:trace>
  <inkml:trace contextRef="#ctx0" brushRef="#br0" timeOffset="83058">959 15009 5734,'5'1'0,"-1"1"0,0 7 0,-1-3 0,1 6 0,-1 6 0,-1-4 0,0 8 0,-3-3 0,0 1 0,0 1 0,-1 2 0,0 13 0,-1-7 0,0 8 0,0 9 0,2-17 0,-2 14 0,2-16 0,-1-1 0,-1-2-319,-1 24 319,3-39 0,-3 7 0,2-8 0,-2 6 0,3-10 0,-1 1 0,2-2 319,-1-2-319,0 1 0,0-1 0,0 1 0,3-1 0,1 1 0,0-1 0,7 0 0,-2 0 0,5 1 0,-2-2 0,8 1 0,-4-2 0,4 1 0,-5-2 0,6 2 0,-6-1 0,4 1 0,-7 0 0,4 0 0,-6 0 0,3 1 0,-5-1 0,6 1 0,-6-1 0,4 0 0,-13-8 0,2 3 0,-4-7 0</inkml:trace>
  <inkml:trace contextRef="#ctx0" brushRef="#br0" timeOffset="83680">1304 15164 5734,'-1'24'0,"1"-1"0,-1-8 0,0 2 0,0 11 0,0-6 0,3 4 0,-1-1 0,2 2 0,3 16 0,1-18 0,2-2 0,0 3-2680,10 18 2680,-10-31 0,1-2 596,0-2-596,4-1 0,-3-6 0,3-1 0,-4-5 0,0-2 2084,0-2-2084,0-3 0,0-2 0,0-2 0,3-10 0,-2 4 0,1-9 0,-2-1 0,-4 7 0,1-7 0,-3 0 0,-2 7 0,0-8 0,0 5 0,-1 7 0,0-4 0,-1 11 0,0 2 0,0 2 0,0 0 0,0 2 0,0 6 0,0 6 0,1 4 0,-1 4 0,2-1 0,1 12 0,0-5-402,3 9 402,-1-5 0,1 6 0,0 1 0,1 3 0,-1-4 0,1 0 0,0 2 0,-1-8 0,2 5 0,-1-5 0,-1-7 0,2 3 0,-2-6 0,-4-5 0,2-3 0,-3-5 0,2-5 0,0 1 0</inkml:trace>
  <inkml:trace contextRef="#ctx0" brushRef="#br0" timeOffset="84070">2018 15096 5734,'4'10'0,"-1"0"0,-1 0 0,0-2 0,1 4 0,-1-4 0,0 2 0,-1 0 0,-1 2 0,-2 9 0,1-4 0,-1 7 0,1-5-215,0 1 215,2 1 0,1 21 0,1 5 0,-1-17 0,0 1-679,1 10 679,0-11 0,-1-18 0,0 5 0,-1-9 200,1 3-200,-6-20 0,1 2 0,-4-10 173,2 7 1,0-2-1,0 0 1</inkml:trace>
  <inkml:trace contextRef="#ctx0" brushRef="#br0" timeOffset="84420">1776 15136 5734,'9'2'0,"1"-1"0,20-6 0,-7 2 0,18-3 0,2 2 0,-9 1 0,4 1 0,0 1 0,3 0 0,4 0 0,0 1 0,-8-1 0,2 0 0,-2-1 0,-9-1 0,18-2 0,-35 2 0,0-1 0,-13 0 0</inkml:trace>
  <inkml:trace contextRef="#ctx0" brushRef="#br0" timeOffset="84885">1298 15981 5734,'-4'2'0,"0"-1"0,12-1 0,1-1 0,25-1 0,-3-2-1093,-1 0 1,6-1 0,-2 0 797,-2 0 0,0 0 295,2-1 0,3 0 0,0 0 0,-4 0 0,0 0 0,-1 0 0,5 0 0,1 0 0,-7 1 0,2-1 0,0 1 0,6-1 0,0 0 0,-3 1 0,-1 0 0,0 0 0,8-1 0,5 0 0,-7 0-292,5 0 292,-13 2 0,-2 0-271,-2 0 271,-10 1 0,0-1 0,-10 0 0,-5 1 0,-1-2 0</inkml:trace>
  <inkml:trace contextRef="#ctx0" brushRef="#br0" timeOffset="85023">2786 15973 5734,'-2'-4'0,"3"-6"0,4 1 0,2-6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52:51.6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18431 5796 5734,'-15'6'0,"2"0"0,1 1 0,1-2 0,0 2 0,4-4 0,-1 2 0,4-2 0,2-1 0,2 0 0,4-2 0,6 0 0,1 0 0,3 0 0,7-1 0,-2 0 0,8-1 0,-11 2 0,-1-1 0</inkml:trace>
  <inkml:trace contextRef="#ctx0" brushRef="#br0" timeOffset="760">18248 5955 5734,'37'-4'0,"0"0"0,-2 0 0,4 0 0,-6 0 0,5 0 0,1-1 0,-3 1-1093,-2 0 1,-3 1 0,7-2 1003,-3 2 1,6-1 0,4-1 0,1 1 0,0-1 0,-3 1-1,-4 1-371,2-1 0,-4 2 0,0-1 1,3 0 459,-1 0 0,3 0 0,2 0 0,0 0 0,0 0 0,-2 1 0,5 1 0,-1 0 0,0 0 0,-1 1 0,-2-1 0,2 1 0,-3 0 0,1 0 0,4 0 0,-7 1 0,3 0 0,3 0 0,0 0 0,0 1 0,-3-1 0,-3 1 0,8 0 0,-5 0 0,0 0 0,2 1 0,-1-1 0,2 1 0,0 0 0,2 0 0,1 1 0,-7-1 0,2 0 0,2 1 0,-1-1 0,0 1 0,-2 0 0,-3-1 0,1 0 0,-3 0 0,-2 1 0,3-1 0,4 0 0,-5 0 0,4 1 0,3 0 0,2 0 0,1 0 0,0 0 0,-1 0 0,-2-1 0,-4 1 0,-4-1 0,14 1 0,-7 0 0,-2-1 0,5 1 0,-3-1 0,3 1 0,1 0 0,0 0 0,-1-1 0,-4 0 0,5 1 0,-2-1 0,-3 0 0,-2 0 0,3 0 0,-2-1 0,1 1 0,-5-1 0,1 1 0,1 0 0,-2-1 0,5 1 0,0 0 0,-4-1 0,6 1 0,0 1 0,-4-1 0,3 0 0,-2 0 0,7 0 0,-2 0 0,-14-2 0,0 1 0,-2-1 0,6 0 0,-4 0 365,12-3-365,-27 0 0,0-2 2413,-1-1-2413,8-3 0,-7 1 1941,7-2-1941,2 0 0,-7 3 361,7-2-361,6 1 0,-12 4 435,10-1-435,-16 3 0,-1 2 0,-1 0 0,4 0 0,-5 1 0,2-1 0,-6 1 0,0-1 219,-1 0-219,0 0 0,7 1 0,-3-1 0,6 0 0,2 1 0,-4-1 0,5 1 0,0 0 0,-6-1 0,3 1 0,-2 0 0,-4 0 0,3 0 0,-2 2 0,-2-1 0,2 2 0,-1 0 0,-4-2 0,2 2 0,-1 1 0,-4 0 0,-3 1 0,-7-1 0,-5 1 0,-9-2 0,-4-1 0</inkml:trace>
  <inkml:trace contextRef="#ctx0" brushRef="#br0" timeOffset="1643">18488 7646 5734,'4'-3'0,"32"-7"0,-12 6-1184,3-1 1,0 1 1183,9 0 0,8-1 0,-6 2 0,3 1 0,-7-1 0,2 1-497,-4 0 0,2 0 0,2 0 497,8 0 0,4 0 0,-3 0-527,-5 1 1,-1-1 0,2 1 526,-1 0 0,3-1 0,1 1 0,1 0-60,-3 1 1,0-1-1,1 1 1,2-1 0,2 1 59,-7 1 0,3-1 0,1 1 0,1 0 0,1-1 0,-1 1 0,0 0 0,-2 0 0,0 0 0,0-1 0,-1 1 0,-1 0 0,1-1 0,1 1 0,1 0 0,0 1 0,3-1 0,0 0 0,1 1 0,0 0 0,-2-1 0,-3 1 0,-2 0 0,4 0 0,-5 0 0,-1 0 0,1 0 0,2 1 0,-1 0 0,1-1 0,2 2 0,1-1 0,-1 0 0,-1 0 0,-1 0 0,5 1 0,-1-1 0,-2 1 0,2-1 0,1 1 0,-6 0 0,0-1 0,2 1 0,0-1 0,0 1 0,0 0 0,-1 0 0,6 0 0,-1 1 0,1 0 0,-1-1 0,-1 1 0,-2 0 0,-1-1 0,-3 0 0,0 0 0,1 1 0,1-1 0,0 0 0,1 1 0,1 0 0,0-1 0,0 1 0,-2 0 0,5 0 0,-1 1 0,0-1 0,-2 0 0,-1 0 0,-1 0 0,-2 0 0,0-1 0,1 1 0,-2 0 0,1 0 0,0 0 0,1 0 0,-3-1 0,4 1 0,0-1 0,-2 1 0,-2-1 0,1 0 0,-3 0 0,2 0 0,6 1 0,2-1 0,-3 0 0,7 1 0,-5-2 0,-13-1 0,-1 0 0,4 0 0,-3-1 0,-4-2 0,-5-1 0</inkml:trace>
  <inkml:trace contextRef="#ctx0" brushRef="#br0" timeOffset="1826">24433 7902 5734,'8'2'0,"-3"-2"0,-5-1 0,-2-1 0</inkml:trace>
  <inkml:trace contextRef="#ctx0" brushRef="#br0" timeOffset="14810">2888 7761 5734,'40'8'0,"-2"-2"0,4-2-429,-7-2 429,-2-1 0,2 0-1308,-2-2 1,-1 1 1307,2-1 0,1-1 0,13-1 0,-1-2 0,-16 2 0,-1-1 0,11 0 0,1-1 0,4-1 0,-2 1 0,-9 1 0,0 0 0,10-1 0,2 0 0,-1 1 0,-1-1 0,-10 2 0,-1 0 0,11-1 0,0 0 0,0 1 0,-1-1 0,-9 1 0,-1 1 0,11-2 0,1 0 0,-13 1 0,-1 0 0,0 0 0,6-1 0,0 0 0,-6 0 0,2 1 0,1-2 0,12-2 0,2 0 0,-3-1 0,-1 1 0,2 0 0,-4 0 0,6-2 0,-1 1 0,-5 0-953,2 0 0,-1 0 953,-6 1 0,2 0 0,0-1 0,0 1 0,0 1 0,-2-1 0,7 0 0,-1 0 0,-7 1 0,0 0 0,4 1-196,1-1 0,5 1 0,-2 1 0,-5 0 196,3-1 0,0 1 0,-5 1 0,5-1 0,-2 1 0,-9 0 0,8 3 0,-15 1 0,-1 0 0,10 1 0,6 1 0,-10 2 0,-9-2 2169,4 1-2169,10 6 0,-18-6 0,14 6 0,-21-7 0,10 5 0,-6-2 0,13 8 0,-12-6 0,6 5 0</inkml:trace>
  <inkml:trace contextRef="#ctx0" brushRef="#br0" timeOffset="16309">15711 6168 5734,'-24'-25'0,"4"5"0,-2 0 0,-5-4 0,-2 1-1639,-1-1 1,0 1 1052,-4-1 1,1 1 585,5 5 0,0 2-52,-1-1 1,-3-1 51,-1 2 0,-3-1 0,2 1-592,-9-3 1,0 0 591,5 4 0,-3-1 0,-1 1 0,8 3 0,-2 1 0,0 1 0,2 0 0,-3-1 0,1 1 0,-2 0 0,3 0 0,-2 0 0,-1 0 0,0 0 0,1 1 0,0-1 0,0 1 0,2 1 0,-3-2 0,2 1 0,-1 0 0,2 1 0,0-1 0,-1 0 0,0 1 0,-9-3 0,0-1 0,2 2 0,8 1 0,3 1 0,-3 0 0,-7-2 0,-1-1 0,-1 1 0,1-1 0,1 1 0,1 0 0,9 2 0,1 0 0,-2 0 0,-7-3 0,-2 1 0,0-1 0,0 0 0,0 1 0,2-1 0,7 3 0,2 0 0,-2 0 0,-8-2 0,-2-1 0,0 1 0,-1 0 0,1 0 0,1 1 0,8 2 0,2 0 0,-2 0 0,-8-2 0,-1 0 0,-1 0 0,2 0 0,1 1 0,1 0 0,-6-1 0,0 0 0,10 2 0,-1-1 0,-5 0 0,6 1 0,-6-2 0,-1 1 0,-1-1 0,3 0 0,5 2 0,-1 0 0,4 0 0,-4 0 0,-6-2 0,-8-1 0,0 0 0,3 0 0,11 3 0,7 2 0,5 1 0,-2 0 0,0 0 0,2 1 0,-3-1 0,-3 1 0,-3 0 0,2 1 0,2-1 0,-3 1 0,-12 0 0,-6 1 0,3 0 0,4 2 0,1 1 0,1-1 0,-3 2 0,3-1 0,1 1 0,0 2 0,0 0 0,-2 2 0,4-1 0,7 0 0,-1 0 0,0 0 0,-6 2 0,1 0 0,5-1 0,3 0 0,0 1 0,-14 3 0,-5 2 0,6-1 0,12-3 0,2-1 0,-1 1 0,-2 1 0,1 0 0,-9 3 0,3 1 0,8-4 0,-2 1 0,-11 5 0,-5 2 0,5-1 131,8-3 1,0 0-132,-1 0 0,-1 1 0,1-1 0,-7 4 0,4-1-132,8-3 1,0-1 131,-8 4 0,-1 1 0,2 0 0,1-1 0,9-4 0,-1 1 0,-6 2 0,-1 2 0,2-1 0,1 0 0,8-3 0,0-1 0,-7 4 0,1 1 0,0 1 0,2 0 0,6-5 0,0 2 0,-13 9 0,-2 4 0,2 2 0,2 1 0,3-6 0,2 1 0,-3 6 0,4-2 0,-2 5 0,6 0 0,-1 1 0,10-14 0,0 1 0,-5 11 0,-1 6 0,3-6 0,6-9 0,2-2 0,-5 14 0,1 2 0,3 1 0,1-2 0,4-12 0,0-1 0,-3 15 0,2-1 0,3 5 1151,1-1-1151,6-1 0,1 1 0,-3-17 0,3 2-237,6 13 1,3 6-1,0-6 237,-2-12 0,1-2 0,2 2 0,0 2 0,3-3-221,7 7 1,2-4 220,-5-6 0,1-1 0,8 7 0,2 0 0,-7-11 0,1-1 0,-1-1 0,5 4 0,4-1 0,0 0 0,6 3 0,1-1 0,-4-2 0,-8-6 0,-2-1 0,3 1 0,3 2 0,2 1 0,2 0 0,-2-1 0,8 2 0,-2-1 0,0-1 0,-8-2 0,0-1 0,1 0 0,-3-1 0,0 1 0,4 0 0,4 1 0,-5-3 0,4 2 0,3 0 0,2 1 0,0 0 0,1-1 0,-3 0 0,-2-1 0,3-1 0,-3-1 0,-1 0 0,0 0 0,2 0 0,2 1 0,-4-1 0,1 1 0,2 1 0,2 0 0,-1 0 0,1 0 0,-1-1 0,-1-1 0,-2-2 0,4 0 0,-1 0 0,1-2 0,-2-1 0,-1 0 0,-2 0 0,-1-1 0,10 1 0,-4 0 0,0-2 0,2 1 0,-8-1 0,1-1 0,2 1 0,0-1 0,2 0 0,0 0 0,-1-1 0,2-1 0,1 0 0,1-1 0,0 1 0,-1-1 0,-2 0 0,-2 0 0,7 1 0,-5-1 0,-1 0 0,4 0 0,6 0 0,-13-1 0,4 0 0,3 0 0,3 0 0,2-1 0,1 1 0,1-1 0,0 1 0,-2-1 0,-1 1 0,-3-1 0,-4 0 0,-3 0 0,8 0 0,-5 0 0,-3-1 0,-1 1 0,2-1 0,5 0 0,-6 1 0,4-1 0,2 0 0,2 1 0,1-1 0,-1 0 0,-1 0 0,-2 0 0,-4 0 0,-3 0 0,15-2 0,-6 1 0,-3-1 0,2 0 0,-1 1 0,0-1 0,1 0 0,4-1 0,-7 0 0,3-1 0,3-1 0,1 0 0,-1 0 0,-2 1 0,-3-1 0,-1 1 0,-3-1 0,-1 1 0,1 0 0,2-2 0,-1 2 0,3-2 0,1 1 0,0-1 0,0 0 0,-2-1 0,-2 0 0,1-2 0,-2-1 0,-1 1 0,-2-2 0,-1 2 0,1-1 0,-3 0 0,-1 0 0,4-3 0,4-2 0,3-3 0,0-1 0,-1 0 0,-5 2 0,1-4 0,-5 1 0,1-2 0,-3 2 0,1-1 0,-1-1 0,-2-2 0,-4-2 0,-1-1 0,-2-1 0,-1 1 0,1-2 0,-2 0 0,0-1 0,-2 2 0,0-1 0,-1-2 0,-2-1 0,-2-7 0,-1-4 0,-3 1 0,0 3 0,-2 5 0,-1 2 0,-1-4 0,-2 2 0,0-5 0,-1-1 0,-1 2 0,-3 5 0,-4-7 0,-3 3 0,1 6 0,-2-1 0,-3 2 0,-13-9 0,-4 5 0,5 9 0,-3 2 0,2 5 0,-2-1 0,1 4 0,-9 1 0,0 4 0,-1 1 0,-1 1 0,-1 0 0,-1 1 0</inkml:trace>
  <inkml:trace contextRef="#ctx0" brushRef="#br0" timeOffset="17970">17537 8641 5734,'11'4'0,"1"0"0,1-1 0,7 3 0,-2-4 0,6 2 0,5-4 0,-5 2 0,9-1 0,6 1-1433,-8-2 1433,12 1 0,-19-2 0,1 1 0,14-1 0,-13 0 0,2 0 0,0 0 0,1 0-166,15 0 166,-7 0 0,3-1 0,2 1 0,-1 0 0,-7 1 0,0-1-731,7 0 1,-4 1 730,5 1 0,-1 0 0,-10 1 0,-1-1 0,18 2 0,-18-1 0,2 0 0,0 0 0,-1 1 0,-7 0 0,1-1 0,5 1 0,4 1-793,1-1 0,5 2 0,-5-1 793,-3-1 0,0 0 0,6 1 0,3 0 0,-5-1-148,-9 0 1,-3-2 147,1 1 0,1 0 0,12 0 0,1 0 0,-9-1 0,0 0 0,9 1 0,1 0 0,2 0 0,-2 0 0,-8-1 0,0 1 0,9-1 0,1 1 0,2-1 0,-1 1 0,-8-2 0,-1 1 0,9 0 0,3 0 0,-6 0 0,3 0 0,-4 0 0,1-1 0,1 1 0,-4 0 0,5 0 0,0-1 0,-5 1 0,5-1 0,-2 0 0,-6 0 0,3 1 0,0-1 0,3 0 0,1 0 0,-2 0 0,8 1 0,1-1 0,-8 0 0,3 1 0,-1 0 0,3 0 0,-1 1 0,-1-1 0,-10 0 0,-1 1 0,4-1 0,2 2 0,6-1 0,2 1 0,0 0 0,-4 0 0,-1 0 0,-3 1 0,0-1 0,1 0 0,7 1 0,1 0 0,1 0 0,-2 1 0,0-1 0,-1 1 0,-1 0 0,-3 0 0,-7-2 0,-3 1 0,5 0 0,1 1 0,6 0 0,1 1 0,-1-1 0,-5 0 0,-1 0 0,-4-1 0,2 0 0,4 1 0,3 1 0,-1-1 0,-4-1 0,5 1 0,-4 0 0,0-1 0,0 0 0,-2 0 0,0-1 0,-4 1 0,3-1 0,-1 0 0,2-1 0,-2 1 0,-3 0 0,0-1 78,14 1 1,-2 0-79,3 2 1750,-16-2-1750,3 1 536,-15-1 1,-8-3-1,0 0 1</inkml:trace>
  <inkml:trace contextRef="#ctx0" brushRef="#br0" timeOffset="25240">13867 9497 5734,'-6'-3'0,"1"1"0,4 1 0,5 0 0,2 1 0,2 0 0,1 0 0,-2 0 0,0 0 0,3 1 0,-2 0 0,3 1 0,3-2 0,-4 0 0,16 0 0,-12 0 0,8 0 0,-4 0 0,-4 0 0,4 1 0,1 0 0,-4 1 0,5 0 0,4-1 0,-4 1 0,6 0 0,2 0 0,-7-1 0,7 1 0,1 0 0,-7-1 0,7 0 0,-1 1 0,-6 0 0,5 0 0,1-1 0,-5 1 0,6 0 0,11-1 0,-14 0 0,-2 0 0,1-1 0,17 1 0,0 1-840,-2 0 840,-14 0-391,-1-1 391,-5-1-178,23 0 178,-20 0 0,22 0 0,-23 0 0,7-1 0,7 1 0,-14-1 789,12 1-789,-10 0 0,-6 1 0,21 0 0,-20 1 0,27-2 0,-25 1 0,26-3 0,-24 1 417,11 0-417,-6 0 0,-7 0 203,5 0-203,2 2 0,-8-1 0,26 2 0,-21-2 0,15 0 0,-6-1 0,-1-1 0,2 1-607,0-1 1,-2 1 606,-9-1 0,0 1-295,-1-1 295,0 2 0,-1-1 0,1 1 0,-1 0 0,11 0 0,-8 0 0,9 0 0,-3 0 0,1 0 0,6 0 0,-6 0 0,5 0 0,-5 0-1334,10 0 1334,-8 0 0,0 0 0,-6 0 0,-2 0 0,15 0 0,-14 0 0,0 0 0,-1 1 0,-1-1 0,14 1 339,-15 0 1,2 1-340,21 3 0,-10-1 0,-3-1 0,1 1 0,-2-1 0,-8 0 0,-1-1 0,5 1 0,-8-2 0,4 1 273,-6 0-273,-6-1 0,2 0 0,-5-1 1504,-5 1-1504,0 1 96,-5 0 1,-1 0-1,0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54:00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10487 5240 5734,'6'33'0,"0"0"0,0-4 0,0-2 0,2 3-520,-3-11 520,0 4 170,0-7-170,-3-7 86,2 4-86,-3-10 0,0 2 0,-1-5 264,2-6-264,-2 2 0,1-4 0,-1 6 0,0 0 0,0 1 0,0 0 0,0-1 0,0 0 0,-1-5 0,-1 1 0,0-7 0,0 2 0</inkml:trace>
  <inkml:trace contextRef="#ctx0" brushRef="#br0" timeOffset="481">10480 2938 5734,'-3'39'0,"1"0"0,0-3 0,0 3 0,0-2-1639,1 3 1,-1 1 892,1-5 1,0 3 0,0 0 745,0 5 0,0 2 0,1-3-74,-1-7 0,1-2 1,-1 3 73,1 9 0,-1 2 0,0 1 0,1-11 0,0-1 0,0 1 0,1 0 0,-1 2 0,0 0 0,0 0 0,1 2 0,-1-3 0,1 1 0,-1 2 0,1-2 0,0-2 0,0 1 0,0-2 0,-1 0 0,1-2 0,0 9 0,0-1 0,0-4 0,1 1 0,-1-3 0,0-2 0,1 1 0,-1-3 0,0-1 0,-1-2 0,1 0 0,-1-2 0,0-1 0,0-2 0,0 0 0,0 20 0,0-5 1517,0 7-1517,1-5 0,0-10 1613,0-15-1613,1-35 0,-1-5 0,1-20 0,-1-1 0,0 20 0,0-1 0</inkml:trace>
  <inkml:trace contextRef="#ctx0" brushRef="#br0" timeOffset="1199">10273 2832 5734,'4'-6'0,"2"-1"0,8-1 0,20-6 0,0 1-526,-10 4 0,5 0 526,9-2 0,5-1 0,-1 1-723,1 0 1,3 0 722,-9 3 0,4-1 0,3-1 0,-1 2 0,-4 0-855,2 0 0,-4 2 0,2-1 855,0 1 0,0-1 0,3 0 0,2 1 0,-6 0 0,4 1 0,1 0 0,0 0 0,-2 1 0,-2-1-168,3 1 0,-4-1 0,2 1 0,5-1 168,-7 2 0,4-1 0,4 0 0,2 0 0,1 0 0,0 0 0,-3 0 0,-3 1 0,-4 0 0,10 0 0,-7 0 0,0 0 0,7 1 0,-9 0 0,4-1 0,4 1 0,1-1 0,2 1 0,-2 0 0,-1 0 0,-4 0 0,-5 0 0,7 0 0,-6 1 0,0 0 0,9 0 0,-12 0 0,5-1 0,4 1 0,3 0 0,1 0 0,2-1 0,-2 1 0,-1 0 0,-3 0 0,-4 0 0,-6 0 0,12 0 0,-9 0 0,0 0 0,5 0 0,0 0 0,7 0 0,3 0 0,0 0 0,-3 0 0,-5 0 0,-10 0 0,5 0 0,-6 1 0,12-1 0,0-1 0,-15 2 0,0-1 0,6 0 0,-1 0 0,-9 0 0,-3 0 0,10 0 0,4-1 0,-21 1 0,10-2 0,-15 1 0,8 0 1462,-16 0-1462,-2 2 2956,-1-1-2956,0 1 1158,-2-1-1158,-1 5 158,-2 6-158,-1 2 0,-1 8 0,2 9 0,0-3-336,0 12 336,0-11 0,0 1-878,1-4 1,-1 0 877,-1 10 0,1 2 0,-1 10 0,1-1 0,1-6 0,0 0 0,0-6 0,0 2 0,0 5 0,1-1 0,1 5 0,-1 4 0,1 1 0,0-3 0,-1-5-900,0 7 0,0-4 0,1 4 900,-1-5 0,1 6 0,0 2 0,0-1 0,0-3 0,0-7-315,0-2 1,0-5 0,1 1 314,0 2 0,0 2 0,1 0 0,-1-1 0,0 1 0,1-2 0,0 2 0,0 8 0,1 3 0,0-2 0,0-3 0,1 0 0,-1-3 0,1 7 0,0-1 0,-1-9 0,0 2 0,0-1 0,0-3 0,0-1 0,-1 1 0,-1 7 0,1 2 0,-1-2 0,0-6 0,0-2 0,0 0 0,0 2 0,-1 1 0,0-3 0,0 6 0,0-5 0,-1 8 0,1-13 0,-1-2 1091,-3-5-1091,-3-10 500,-4-1-500,-4-11 0,-5-4 0,-2-4 0</inkml:trace>
  <inkml:trace contextRef="#ctx0" brushRef="#br0" timeOffset="1723">10550 5618 5734,'29'6'0,"-1"-2"0,17 0-1639,-10-3 1,3 0 930,-6-1 1,2 1 707,-5-1 0,3 0 0,4-2 0,-1 1 0,5-2 0,3 0 0,0-1 0,-1 1 0,-4 0-261,1 0 1,-4 0-1,1 0 1,3 0 260,4-1 0,5 0 0,2 0 0,0-1 0,-2 1 0,-5 0 0,-3 0 0,-3 1 0,-1-1 0,1 1 0,1-1 0,-1 0 0,3 1 0,4-1 0,-4 0 0,5 1 0,2-1 0,2 0 0,0 0 0,-3 1 0,-3 0 0,0-1 0,-4 2 0,-1-1 0,3 0 0,4 0 0,-5 0 0,4 1 0,3-1 0,2 0 0,1 0 0,1 0 0,-2 1 0,-3-1 0,-2 1 0,-6 0 0,14 0 0,-8 0 0,0 0 0,6 0 0,-12 1 0,4 0 0,3-1 0,2 1 0,1 0 0,-2 0 0,-2 0 0,-3 0 0,-6 0 0,6 0 0,-6 1 0,-1 0 0,2-1 0,5 1 0,3 0 0,0 0 0,-1 0 0,-4 0 0,3 1 0,-5 1 0,-1-1 0,2 1 0,1 0 0,-1 0 0,3 1 0,-7 0 0,9 1 0,-14-1 0,-6 1 0,-18 1 0,-8-2 0,-10-2 0,-5-3 0</inkml:trace>
  <inkml:trace contextRef="#ctx0" brushRef="#br0" timeOffset="18156">6572 4668 5734,'-4'2'0,"1"0"0,2-2 0,0 0 0,-1 0 0,2-2 0,1 0 0,2-2 0</inkml:trace>
  <inkml:trace contextRef="#ctx0" brushRef="#br0" timeOffset="25133">16622 3411 5734,'-7'39'0,"-1"-1"0,3-2 0,-1 2 0,2-3-1639,1 2 1,0 0 1010,0-3 0,0 2 1,1 1 627,0 6 0,0 2 0,0-3-192,0-7 1,1-2 0,0 2 191,-1 11 0,1 2 0,-1-2 0,2-12 0,-1-2 0,1 0 0,-1 16 0,1-1 0,0 0 0,0-2 0,1-2 0,-1 2 0,1-8 0,0 2 0,0-2 0,1 4 0,-1 0 0,0-9 0,1 1 0,-1-1 0,0 8 0,0-4 0,0-10 0,0-1 0,0 4 0,0 0 0,0 7 0,-1-14 0,-1-2 284,-6-20 1,0-9-1,-3-8 1</inkml:trace>
  <inkml:trace contextRef="#ctx0" brushRef="#br0" timeOffset="25792">16292 3227 5734,'12'-2'0,"0"0"0,9 2 0,20 1 0,-2-1-671,-11 1 0,3-1 671,11-1 0,0 1-453,-8-1 0,3 1 453,5-1 0,8 0 0,2 0 0,-6 0-585,-8 0 0,-3 0 1,9 0 584,-11 0 0,7 1 0,4-1 0,5-1 0,1 1 0,3 0 0,-1 0 0,-1 0 0,-3 0 0,-3 0 0,-5 0-347,11 0 1,-6 0-1,-3 0 1,2 0 0,7 0 346,-9 1 0,4-1 0,3 0 0,3 0 0,0 0 0,1-1 0,-2 2 0,-2-1 0,-4 0 0,-5 1 0,7-1 0,-6 1 0,-3 0 0,0 0 0,2 1 0,0-1 0,1 0 0,-1 0 0,2 0 0,2 1 0,-4-1 0,3 1 0,1 0 0,1 0 0,0 0 0,-2 0 0,-1 0 0,5 0 0,-1 0 0,-2 0 0,2 0 0,1 1 0,-7-1 0,2 0 0,1 1 0,0-1 0,0 1 0,0-1 0,-1 1 0,4 0 0,1 0 0,-1 1 0,0 0 0,-2-1 0,-1 1 0,-1-1 0,-2 0 0,-2 0 0,2 1 0,0-1 0,0 1 0,0-1 0,1 1 0,0 0 0,2 0 0,0 0 0,2 1 0,3 0 0,1 1 0,0-1 0,-1 1 0,-2-1 0,-5 0 0,6 1 0,-5-1 0,0 0 0,4 1 0,-7-2 0,5 2 0,2 0 0,-1-1 0,-1 1 0,-3-1 0,-7 0 0,4 0 0,-6 0 0,0 0 0,14 2 0,1 1 0,-9-2 0,1 1 0,-2 0 0,3 0 0,-2 1 0,8 0 0,-2 0 0,-11-1 0,-4 0 0,10 2 0,3 0 0,-18-2 0,-10-2 1031,-1 0-1031,-9-2 2743,-3-2-2743,-7-1 1501,2 0-1501,-5-1 459,4 2-459,2 0 0,-1 1 0,2-1 0,0 0 0,0 0 0,1 1 0,0-1 0,-2 1 0,1 0 0,-3 1 0,-5 14 0,2 0 0,-7 15-1288,5 1 1288,-2 9-915,6-17 1,0 2 914,-1 2 0,-1 4 0,1 2 0,-1 5 0,1-1-787,0-7 1,1 0 0,-1 1 786,-1 11 0,-1 3 0,1 1 0,1-9 0,1 1 0,-1 0 0,2-2-86,-1 4 0,0-2 0,1 1 86,0-2 0,0 3 0,0-2 0,1-2 0,1-1 0,0-3 0,2 1 0,-1-1 0,1-1 0,1 1 0,0 13 0,1 0 0,0-1 0,2-2 0,-1-1 0,1-2 0,1-1 0,-1-1 0,1-3 0,0 0 0,-1-3 0,0-1 0,0-2 0,0-1 0,-1-3 0,-1-1 239,-1 19-239,-5-18 0,-2-1 0,-7 7 0,-11 2 0,-2-20 0,-1-5 0</inkml:trace>
  <inkml:trace contextRef="#ctx0" brushRef="#br0" timeOffset="26298">16896 5397 5734,'-8'1'0,"4"0"0,25 2 0,1 0-883,23 3 883,-5-2 0,2-2-1018,-6 1 1,5-1 1017,-8-1 0,7 0 0,4 0 0,1-1 0,-2 1 0,-4 0-500,2-1 1,-3 1 0,0-1 0,3 0 499,0 0 0,3 0 0,3 0 0,0 1 0,0-1 0,-1 0-137,-1 0 1,1 0-1,-1 0 1,0 0-1,-1 0 1,0 0 136,0 0 0,-1 1 0,-1-1 0,2 0 0,1 0 0,-5 1 0,1-1 0,1 0 0,1 1 0,0-1 0,0 1 0,0-1 0,2 1 0,1 1 0,0-1 0,0 1 0,-1-1 0,-1 1 0,-1-1 0,-1 1 0,-2 0 0,0-1 0,-1 1 0,1 0 0,2 0 0,1 0 0,1 0 0,1 0 0,1 0 0,0 1 0,-1-1 0,0 1 0,-2 0 0,0 0 0,0 0 0,0 1 0,-1-1 0,-1 0 0,-1 1 0,5 0 0,-2-1 0,-1 1 0,0 0 0,2 0 0,0 0 0,0 0 0,2 0 0,0 0 0,-1 1 0,-1-1 0,3 1 0,-1 1 0,0-1 0,-1 1 0,-3-1 0,0 0 0,-2 0 0,-1-1 0,1 1 0,-2 0 0,1 0 0,0 0 0,0 0 0,-2 0 0,1 0 0,-1 0 0,-1 0 0,0-1 0,7 2 0,0-1 0,-2 0 0,-1 0 0,-1 0 0,-2-1 0,6 0 0,-6 0 0,-1 0 0,-10-3 0,-11-1 0,-6-3 0</inkml:trace>
  <inkml:trace contextRef="#ctx0" brushRef="#br0" timeOffset="26501">21964 5651 5734,'18'-5'0,"-7"0"0,8-16 0,-14 8 0,0-17 0,-12 8 0,-3 0 0,-4 3 0</inkml:trace>
  <inkml:trace contextRef="#ctx0" brushRef="#br0" timeOffset="30102">14358 4506 5734,'19'-8'0,"1"1"0,12 1 0,-4 2-428,12 0 428,6 2-1555,-10 2 1555,-12 0 0,1 1 0,0 3 0,1 1 0,14 4 0,-13-1 0,0 1 0,2 5 0,-1 1 0,-7-2 0,1 2 0,14 14 0,1 4 0,-7 2 0,-1 2-782,-8-12 0,-1 0 1,0 1 781,1 2 0,-1 1 0,-1-1 0,4 6 0,0-1-703,1 3 0,1 0 703,-1 0 0,3 2 0,0-2 0,3 2 0,-2-2 0,-5-8 0,0-1 0,1 1 0,-2-2 0,2 1 0,1 1 0,1-1 0,1-1 0,2 1 0,0-2 0,-2 0 0,3 1 0,-1-2 0,4 3 0,-1-3 0,3 3 0,4 0 0,0 1 0,-1-2 0,-5-3 0,9 5 0,-4-4 0,3 2 0,-6-4 0,3 2 0,1 1 0,1-1 0,1-1 0,0-1 0,2 0 0,0-1 0,-1 0 0,-2-2 0,-5-2 0,-2-1 0,-1-1 0,4 2 0,5 2 0,4 1 0,0 1 0,-1-1 0,-4-4 0,1 1 0,-3-4 0,0 0 0,1 1 0,1-1 0,0 0 0,-1-1 0,0-1 0,3 1 0,1-2 0,3 1 0,0 0 0,-2-1 0,3 0 0,-1 0 0,2-1 0,-4 0 0,2 0 0,1-1 0,0 0 0,0-1 0,1 0 0,-1-1 0,-2 0 0,-8-1 0,-2-1 0,0 0 0,2 1 0,8 0 0,1 0 0,1 1 0,2-2 0,-9-1 0,2 0 0,2-1 0,-1 0 0,-2 0 0,-2 0 0,2 0 0,-4-1 0,2 1 0,4-1 0,-3 0 0,5 0 0,4 0 0,1 0 0,0 0 0,-2 0 0,-3 0 0,-5-1 0,3 0 0,-6 0 0,0 0 0,6 1 0,-5-1 0,4 0 0,3 0 0,2 0 0,1 0 0,-2 0 0,-3 0 0,-4 1 0,11-1 0,-5 1 0,-2-1 0,4 1 0,-6 0 0,2 0 0,1-1 0,-1 1 0,-1 0 0,-5 0 0,11 1 0,-4-1 0,-2 1 0,-7 0 0,-1 0 0,-4 1 0,-1-1 0,-3 0 0,19 3 0,-8 0 0,-6-1 582,-6-1-582,-4-1 2521,-4 1-2521,-1-1 1227,-5 0-1227,1 0 1016,-2 0-1016,-4 0 388,1 0-388,-2 0 0,-1-1 0,2 1 0,-1 0 0,-1-1 0,2 1 0,2 0 0,-2-1 0,2 1 0,-2-1 0,1 0 0,0-1 0,5-1 0,-1 0 0,2 0 0,-3-1 0,-1 1 0,1-2 0,-2 2 0,1-1 0,-2 0 0,1 1 0,-1 0 0,-2 1 0,2-1 0,-1 0 0,0 0 0,8-1 0,4 1 0,-2 0 0,1 1 0,-10 0 0,12 4 0,-8-1 0,9 2 0,2 2 0,-12-4 0,10 2 0,-16-3 0,0-1 0,-1 0 0,0 0 0,-2-1 0,-1 2 0,1-1 0,1-1 0,2 1 0,-1-1 0,0 1 0,0-1 0,2 2 0,-1-1 0,0 2 0,1-1 0,0 1 0,0 0 0,0 0 0,1 2 0,1 1 0,0 0 0,5 8 0,-3-2 0,4 7 0,-3-3 0,0 2 0,0 3 0,0 3-862,1 4 862,0 3 0,0 3-1223,0 5 1223,-2 2 0,-2-8 0,0 0 0,-1-6 0,-1 1 0,1 8 0,0 1 0,0 4 0,0-1 0,-2-8 0,-1 0 0,3 10 0,-1 0 0,-2-11 0,0-1 0,0 0 0,0 0-797,0 1 1,0 0 796,0-1 0,-1 1 0,0-1 0,0 1 0,-1-1 0,1 0 0,-1-1 0,0 0-541,0-1 0,-1-1 541,1 0 0,0 0-155,-1-2 1,0-1 154,0 22 0,0-18 0,-1-1 0,0 10 0,-1 6 776,1-22-776,-2 8 1444,-1-16-1444,0 5 1458,-1-18-1458,-8-11 1391,5 4-1391,-7-10 0,-4-11 0,9 12 0,-8-16 0,5 5 0,5 8 0,-5-11 0,6 12 0,1-2 0,-1 1 0,-4-17 0,3 14 0,-3-10 0,5 13 0,1 6 0,0-1 0,1 4 0,0 4 0,1 0 0,1 2 0,0 2 0,1 0 0,-1 1 0,4 5 0,0 7 0,8 22 0,1 3 0,2 6 0,-2-8 0,0 0-713,-3-9 713,2 6 0,-5-14 0,1-1 0,-1-3 0,3 5 0,3-17 0,0 2 0,2-19 0,-4 0 0,0 0 0,5-14 0,-7 13 713,6-17-713,-10 24 0,3-6 0,-3 12 0,-1 0 0,3 3 0,-1 1 0,12 4 0,-5-1 0,8 2 0</inkml:trace>
  <inkml:trace contextRef="#ctx0" brushRef="#br0" timeOffset="30831">21587 8148 5734,'-5'-1'0,"1"3"0,3 9 0,3 19 0,1-2-662,1 16 662,-1-14 0,0 0-791,-1-6 0,1 1 791,0 9 0,1 2 0,0 2 0,-1-1 0,0-7 0,0-1 0,0 9 0,0 1 0,0-3 0,0-1 0,-1-9 0,-1 0 0,1 5 0,0 2 0,1 9 0,-1-2 0,0-3 0,0-3 0,-1-4 0,-1-21 0,-3-3 0,-3-3 0,-3-4 102,-2-4 1,0-6 0,-2-2 0</inkml:trace>
  <inkml:trace contextRef="#ctx0" brushRef="#br0" timeOffset="31075">21202 8183 5734,'-2'-9'0,"3"1"0,4-2 0,26-1 0,7 3 0,5-2-1541,3 0 1,2 1 1540,-21 6 0,0 0 0,7 0 0,3-1 0,-1 1 0,-2-1 0,0 1 0,0 0 0,3 0 0,-3 0 0,1 0 0,-3 1-412,15 0 412,-19 0 0,-1 1-161,19 0 0,-20 0 1,9 0-1</inkml:trace>
  <inkml:trace contextRef="#ctx0" brushRef="#br0" timeOffset="31444">22256 8310 5734,'0'-6'0,"0"3"0,0 25 0,-1-4 0,0 18 0,1 4 0,0 5-1093,1-8 1,-1 7 0,1-5 33,0-10 0,0 1 1059,0 13 0,0 6 0,0-6 0,-1-14 0,0-2 580,0 16 1,0-1-581,0-16 0,-1-2 0,-1 10 0,1-7 0,-1-3 0,-3-5 857,-9 2-857,3-24 0,-7-7 0,6-5 0</inkml:trace>
  <inkml:trace contextRef="#ctx0" brushRef="#br0" timeOffset="31648">22015 8319 5734,'12'-5'0,"0"2"0,13 0 0,2 0 0,10 0-1093,-5 1 1,8 0 0,-5 1 267,-7-1 1,-1 1 824,9 0 0,5 1 0,-5-1-147,-8 0 0,-2 0 147,8 0 0,2 0 0,3 1 0,-1-1 0,7 1 51,-5-1 1,-3 1-52,-15 0 0,0 1 0,-23-1 0,-5 0 0</inkml:trace>
  <inkml:trace contextRef="#ctx0" brushRef="#br0" timeOffset="31799">22216 8596 5734,'23'11'0,"5"-3"0,3-1 0,11 2-873,-7-3 0,2-1 873,-2-4 0,-1 0-812,-8-1 1,1 0 811,8-1 0,0 0 0,-9 1 0,-2 0 0,0 0 0,1-1 0,-1 2 0,1-1 0</inkml:trace>
  <inkml:trace contextRef="#ctx0" brushRef="#br0" timeOffset="32830">22223 9541 5734,'-1'-12'0,"-2"-6"0,2 8 0,-1-3 0,2 9 0,0 3 0,0 9 0,-2 30 0,1-3-854,-1-5 1,0 1 853,0 15 0,0-21 0,1 3 0,0 13 0,-1 2 0,0-11 0,0 3-707,1-1 0,-1 4 1,0 2-1,0-6 707,0 5 0,0-1 0,0 1 0,0 2 0,1-4-518,-1-6 1,1-4 517,0 2 0,0-1 0,1-2 0,-1 0-83,1 0 1,0-1 82,0 22 0,0-4 0,0-3 149,0-3-149,0-5 0,0-4 0,0 1 0,0-9 0,0 1 2306,0-11-2306,0-2 1542,0-3-1542,0-1 1380,0 0-1380,1-1 357,-1-1-357,1 0 0,0-2 0,1 0 0,-1-1 0,0-1 0,-1 0 0,-2-1 0,-1-2 0,0-3 0,-2-1 0,-2-3 0,-1-1 0,-2-4 0,0-1 0,-10-15 0,4 6-1115,-7-11 1115,6 9 0,0-2 0,-1 0 0,1 1-226,1 2 226,1 2 0,1 2 0,0 3 0,2 4 0,2 2 0,2 3 0,0 2 0,4 2 0,-1 0 1086,2 3-1086,0 0 255,2 5-255,3 7 0,7 21 0,3 5 0,0 3-171,1 1 0,1 3 171,0-6 0,-1-2 0,4 11 0,1-2 0,-1 0 0,0-4 0,-6-13 0,1-1 0,7 15 0,4 1 0,-3-5 0,-3-10 0,-8-16 0,2-12 0,-1-4 0,4-9 0,-1-2 0,-1-4 0,6-18-1294,-5 8 1294,3-11 0,-3 3 0,-6 12-416,3-6 416,-6 16 0,1 3 282,-2 1-282,0 4 0,-1 0 0,0 3 1274,-1 2-1274,1 1 496,-1 0-496,3-3 0,1 1 0,3-3 0,2-1 0,-3 3 0,3-2 0,-4 3 0,1 0 0</inkml:trace>
  <inkml:trace contextRef="#ctx0" brushRef="#br0" timeOffset="35084">21525 11554 5734,'7'37'0,"0"0"0,0 0 0,0 0 0,0 7 0,0 3 0,0-3 0,-2-7 0,-2-7 0,-1-1 0,1 9 0,-1 3 0,-1-7 0,-2 4 0,-1-7 0,-2-3 0,-1-14 0,-5-1 0,-6-26 0,2-3-244,-6-12 244,9 4 0,1-1-911,-7-18 911,6 12 0,0-3 0,1-7 0,1 0-1175,2 8 1,1 0 1174,-1-11 0,1-1 0,4-1 0,3 2 0,0 10 0,1 1 0,1-10 0,2 2-603,2 14 0,0 2 603,1 0 0,1 1-316,1 2 0,2 0 316,12-18 0,10 6 0,2 2 0,-16 16 0,1 1 0,15-12 0,0 6 0,-5 17 492,-3 4-492,6 10 0,-11 2 1879,2 11-1879,-16 10 0,-8-4 1585,-7 12-1585,-16-2 0,-4-2 0,12-15 0,-1-1-165,-14 17 1,0-1 164,4-10 0,1-1-567,3-4 567,2-4 0,1-2-208,-6-2 208,9-8 0,-5-2 0,10-7 0</inkml:trace>
  <inkml:trace contextRef="#ctx0" brushRef="#br0" timeOffset="35731">21800 11836 5734,'13'-2'0,"10"-6"0,-5 0 0,7-5 0,-3-7 0,-6 3 0,3-7 0,-6-12 0,-6 12 0,-1-13-218,-7 19 218,-3 3 0,0 0 0,-5 0 0,1 5 0,-4 0 0,-4 12 0,2 4 0,-5 8 0,-6 25 0,11-10 0,5 2 0,1 8 0,2-5 0,3 10-695,1 0 1,3-2 694,7-14 0,1-1-432,3-3 432,1-3 0,2-3 0,1-3-93,0-4 93,1-3 0,1-5 0,9-7 0,8-17 0,-6 1 0,0-11 0,-13-1 876,-7 7-876,1-6 0,-7 11 473,0 2-473,-1 4 108,-1 2-108,0 4 0,-2 3 0,1 4 675,-2 4-675,-1 4 0,-2 14 0,1-2-399,-2 11 399,3-7 0,0 0 0,1 1 0,1-2 0,0-1-36,0-3 36,1-1 0,0-4 0,0-2 0,-1-10 0,1-6 398,-1-9-398,1-5 0,-1-3 0,1-3-574,-1-2 574,1-2 0,0 0-143,4-9 1,2-2 142,3 12 0,0 0 0,0-11 0,2 4 0,12 1 0,-8 23 0,6 1 0,-5 5 0,9 4 0,-10 2 0,4 4 0</inkml:trace>
  <inkml:trace contextRef="#ctx0" brushRef="#br0" timeOffset="36015">22430 11615 5734,'-16'-2'0,"-1"1"0,-12 12 0,1 14 0,-1 1 0,16-4 0,4 1 0,4 2 0,7 2 0,1 2 0,4 1-479,1-6 1,0-1 478,3 1 0,1-1 0,-1-1 0,5 10 0,-8-13 0,3 7 0,-12-12 0,-2-5 0,-3 2 957,-9-3-957,4-3 0,-16 0 0,15-3 0,-6 0 0,8-2 0,3 0 0,-1 0 0,4 0 0,2-1 0,0 0 0</inkml:trace>
  <inkml:trace contextRef="#ctx0" brushRef="#br0" timeOffset="36464">22631 11760 5734,'-14'-3'0,"-2"1"0,-9 5 0,4 1 0,-5 5 0,3 8 0,5-3 0,-2 8 0,5 5 0,4-6 0,1 8 0,4 1 0,4-8 0,3 5 0,5-4 0,0-9 0,3 3 0,1-9 0,-1-5 0,4-2 0,4-25 0,0-8 0,-4 5-138,3-7 0,-2-1 138,-11 1 0,-3 10 0,0-12 0,-2 19 0,1-2 0,-2 8 0,3 5 0,-2 2 276,5 20-276,-1-3 0,3 15 0,3 4 0,-1-7 0,1-1 0,0-1-728,2 4 728,3 7 0,5 1 0,-8-15-143,7 11 143,-12-22 0,0-1 0,-1-8 0,0-3 0,1-3 0</inkml:trace>
  <inkml:trace contextRef="#ctx0" brushRef="#br0" timeOffset="37016">22736 11756 5734,'2'22'0,"3"26"0,-3-17 0,0-7 0,1 2 0,1 3 0,0-1 0,2 7 0,-2-10 0,0-2 0,-1-3 0,-1-15 0,-1-1 0,-1-14 0,-1-1 0,0-15 0,1 7 0,0-9 0,2-5 0,-1 8 0,2-9 0,3 0 0,-3 14 0,3-11 0,-4 21 0,1-1 0,-1 6 0,0 4 0,2 2 0,3 20 0,-2-5 0,3 15 0,-4-4 0,0 0 0,1 3-429,-1-2 1,0-2 428,-2-6-241,3 8 241,-3-13 0,2 5 0,-3-15 0,-1-4 0,-2-20 0,0 6 0,0-17 835,1 11-835,3-9 0,-1 5-147,3-6 147,-1 8 0,6-7 0,-1 6 0,3-6 0,-2 11-77,0 1 77,2 1 0,-1 3 0,1 2 0,-1 2 0,0 4 0,-1 2 407,0 5-407,3 8 0,-3 2 0,1 7 0,-5-1-263,-1 3 263,-1 2 0,0 1 0,0 12 0,0-4 0,0 1 0,-1 8 0,1-12 0,-2-2 0,-3-9 0,0-8 0,-1 1 0</inkml:trace>
  <inkml:trace contextRef="#ctx0" brushRef="#br0" timeOffset="37449">23297 11733 5734,'-23'-3'0,"2"3"0,-10 11 0,11-1 0,-11 9 0,12 4 0,5-4 0,-1 8 0,3 12 0,7-14-352,-1 11 352,7-20 0,1-2 0,1-3 0,2 0 0,0-6 0,3-3 0,5-9 0,-2-2 352,4-7-352,-3-7 0,-4 2 0,1-8 0,-1-2 0,-4 8 0,1-3 0,-3 8 0,0 6 0,-1 1 0,1 8 0,0 6 0,0 3 0,1 8 0,0 3 0,1 2-462,0 6 462,1 1 0,1 2 0,1-1 0,1 1 0,5 0 0,2-1 0,2-2 0,0-4 0,-1 1 0</inkml:trace>
  <inkml:trace contextRef="#ctx0" brushRef="#br0" timeOffset="37831">23535 11770 5734,'-30'5'0,"4"2"0,-10 16 0,14-6 0,1 3 0,2 0 0,3 4 0,-1 8 0,9 9 0,6-15 0,8 21 0,1-30 0,9 2 0,-5-17 0,5-4 0,2-17 0,-1-5 0,1-1-524,-1-2 1,-2 0 523,-8 2 0,0 1-521,-2-9 521,-2 10 0,0-11 0,-3 21 0,0-2 0,-4 24 988,2 0-988,-3 14 0,3-3 580,1 3-580,3 14 0,0-8 0,4 10 0,0-14 0,2-2 0,4 5 0,-1-9 0,4 1 0,-2-12 0,-1-4 0,2-5 0,0-5 0,2-5 0,-2-4 0,0-3 0,-2-2 0,0-3 0</inkml:trace>
  <inkml:trace contextRef="#ctx0" brushRef="#br0" timeOffset="38133">23716 11709 5734,'-2'25'0,"1"0"0,-2 21 0,3-18-1903,2 14 1903,0-11 0,2 8-241,0-7 241,0-10 490,4 10-490,-4-26 0,3 1 0,-2-18 0,6-22 0,-4 9 0,6-18 0,-2 4-9,-1 9 9,3-9 0,-3 13 309,-1 3-309,0 1-19,0 4 19,0 4 0,1 4 0,8 8 0,-3 7 0,7 9 0,-5 6 0,-4 0 0,0 2-430,7 13 430,-6-10 0,1 0 0,1 0 0,1-2 0,11 13 0,-9-15 0,1-1-373,3-5 0,-1-4 373,11 2-163,10-4 0,-17-18 0,1-3 0</inkml:trace>
  <inkml:trace contextRef="#ctx0" brushRef="#br0" timeOffset="38967">21683 13034 5734,'-4'-12'0,"-1"2"0,-4 1 0,-3 4 0,-3 3 0,-3 4 0,-11 14 0,6 0-253,-8 12 253,4 12-680,9-7 680,6-11 0,2 2 0,4 1 0,1-1 0,-1 14 0,10 6 0,3-1 0,2-10 0,2-1 0,3-7 0,3-20 0,2-6 0,13-15 0,-8-3 0,1-11 0,-1-3 0,-2-9 0,-4 9 0,-3-5 0,-7-1 0,-3-4 0,0 3-1346,-1 5 1,-1-1 1345,0-5 0,1-5 0,-3 6 0,-2 12 0,-1 3-168,0 1 1,0 0 167,-3-19 0,-1 5 0,0 6 0,-2-2 0,1 14 0,-1 0 159,2 17-159,-1 8 0,-1 7 0,1 9 296,0 8-296,4-2 0,1 2 1958,0 18-1958,2-15 0,2 1 0,3 3 0,3-1-666,-2-8 1,0 0 665,4 8 0,0 0 0,3-3 0,0-2 0,-2-8 0,0 0-420,3 5 0,0-2 420,8 4-319,-1-6 319,1-6 314,-1-6-314,1-8 0,1-7 0,-1-7 0,6-17 0,-8 3 0,-6 0 0,-1-4 0,-4-2 0,-2 0 0,0 5 0,-2 1 493,0-4 1,-1 4-494,-1 4 966,2 4-966,-2 14 666,4 6-666,0 21 0,1 15 0,-2-5 0,-1-10 0,0 0-479,3 11 1,0 5-1,-1-7 479,0 1 0,1 7 618,-4-12-618,-3 7 0,-5-22 0,-4-2 0</inkml:trace>
  <inkml:trace contextRef="#ctx0" brushRef="#br0" timeOffset="39348">22327 12534 5734,'-27'18'0,"11"-1"0,2 7 0,3 4-3084,4 14 3084,4-12 0,2 3 0,3 13 0,2 0 0,0-7 0,0 0-400,0-3 1,0 2 0,0 2 399,1 5 0,1 2 0,-1-2-466,0-8 1,-1-2 0,1 3 465,0-3 0,-1 1 0,1 2 0,0 1 0,0-1 0,1 1 0,0 1 0,0-1 0,-1-3-19,1 4 0,-1-3 1,1 3 18,0 3 0,1 4 0,0-1 0,-1-7 0,-1 0 0,0-5 0,0-3 0,0 0 0,-1-7 0,-1 1 0,-3 0 0,-3-2 0,-10-6 0,-5-5 0,-6-28 0</inkml:trace>
  <inkml:trace contextRef="#ctx0" brushRef="#br0" timeOffset="39469">22190 13492 5734,'36'-24'0,"-1"3"0,5-2-611,-8 7 1,10-5 0,-14 8 0</inkml:trace>
  <inkml:trace contextRef="#ctx0" brushRef="#br0" timeOffset="39832">21948 12831 5734,'-2'-30'0,"21"1"0,0 7-1525,18 6 1525,-10 12 0,4 0 0,1 2 0</inkml:trace>
  <inkml:trace contextRef="#ctx0" brushRef="#br0" timeOffset="40133">22722 12534 5734,'-47'1'0,"6"4"0,21 12 0,2 11 0,2 5-1221,5-9 1,2 1 1220,-6 15 0,2 5 0,8-12 0,2 1 0,1-1 0,-1 6 0,1 5 0,3-8 0,1 7 0,1 3 0,1 2 0,-1-3 0,0-6-935,1 6 0,0-5 0,1 4 935,0 0 0,1 6 0,1 1 0,-1-3 0,0-6-163,0-6 0,0-5 1,0 0 162,2 14 0,2 2 0,-3-13 0,0 4 0,1-1 0,-2-4 0,3 9 0,-1 0 0,0 4 0,0 4 0,-3-9 0,-6-3 0,-6 6 0,-20-45 0,4-10 0,-10-9 0</inkml:trace>
  <inkml:trace contextRef="#ctx0" brushRef="#br0" timeOffset="40827">22760 13402 5734,'29'-25'0,"0"-1"0,-1-3 0,3-3 0,-6 3 0,-9 9 0,-1 0-1432,13-16 0,-3 0 1432,-13 6 0,-5 0-76,-7-8 76,-4 10 0,-18-13 0,5 27 644,-13-2-644,7 24 0,1 6 0,-3 2-367,3 1 0,3 2 367,6 5 0,5 2 0,2 13 0,6-9 0,3 9 0,12-2 0,-2-12 0,7 6 685,3-9-685,-5-9 0,25-7 0,-21-9 0,15-10 0,-12-11 0,-6 2 0,3-9 0,-7-5 0,-5 10 0,1-7 742,-6 14-742,-1-3 0,-2 11 0,0 3 879,-2 31-879,0-5 0,1 18 0,3-1 0,0-8 724,2 8-724,1-5 0,1 0 0,-3-8 0,1-4 0,-3-17 0,7-18 0,-3 1 0,5-15 0,-4 7-690,2-2 690,-1-1 0,1-1 0,0 0 0,2 0 0,7-10 0,-3 10 0,6-6 0,1 7 0,-4 9 0,3-2 0,-6 11 0,-3 3 0,-3 4 0,-2 2 0,-3 3 0,-2 3 0,-3 1 0,-2 0 0</inkml:trace>
  <inkml:trace contextRef="#ctx0" brushRef="#br0" timeOffset="41051">22382 13127 5734,'8'-5'0,"28"-9"0,-9 4 0,15-1 0,2 0 0,2 2 0,-8 2 0,-1 1 0</inkml:trace>
  <inkml:trace contextRef="#ctx0" brushRef="#br0" timeOffset="42165">23474 13302 5734,'13'-21'0,"-3"3"0,8-18 0,-2-9 0,-2 7-1224,-4-6 1224,-9 21 0,-8-16 0,0 16 292,-6-9-292,-3 17 0,2 7 0,-6 2 0,-9 16 0,10 0-364,-8 10 364,16-2 0,1 2 0,2 4 0,0 14 0,6-8 0,2 10 0,8-2 0,-1-10 0,4 7 0,4-7 0,-3-9 895,4 1-895,1-10 0,-4-5 0,4-2 0,-4-7 401,0-3-401,0-3 0,0-3 0,-1-2 0,5-11 0,-6 4 0,3-8 0,-6 9-294,0-1 294,-2 3 0,-1 1 0,-1 3 0,-1 2 0,0-2 0,1 11 0,0 5 0,0 9 294,-1 7-294,3 10 0,1 0 0,-1-2 0,5 9 0,-1-2 0,-5-21 0,5 8 0,3-31 0,-4 3 0,16-28 0,-14 18 0,1-4 0,0 0 0,-2 2 0,4-9 0,-6 13 0,-3 6 0,0-1 0,-2 8 0,-1 3 0,0 4 0,1 11 0,-2-1 0,2 8 0,0-3 0,1 1 0,1 1 0,1-1 0,1-1 0,1-1 0,0-3 0,23 7 0,-15-14 0,17 2 0,-19-16 0,-1-3 0,-1-3 0,-2-2 0,0-4 0,-2-15 0,-3 7-751,-1-11 751,-4 11 0,-1 2 0,-9-10 0,2 15 0,-6-5 0,1 19 0,2 6 0,-7 32 0,14-12 0,6 12 0,4 1 0,7-6 0,10 14 0,-3-14-454,-6-9 454,1 5 698,-6-8-698,-5-4 0,-9 4 0,-1-10 0,-9 1 0,1-8 489,2-1-489,-6-12 18,11 5-18,-1-9 0,11 2 0,12-6 0,-2 4 0,8 0 0,-8 13 0,1 0 0,1 3 0,0 1 0,0 4 0,6 6 0,-5 0 0,2 5 0,3 21 0,-12-14 0,7 22 0,-14-27 0,2 4 0,-3-11 0,-1-1 0,-3-10 0,1-5 0,-2-5 0</inkml:trace>
  <inkml:trace contextRef="#ctx0" brushRef="#br0" timeOffset="42700">24398 13101 5734,'-15'24'0,"2"-4"0,6-8 0,3-6 0,1 1 0,6-10 0,2-2 0,2-5 0,2-9 0,-2 2 0,2-8 0,0-10 0,-5 14 0,3-15 0,-5 24 0,0-1 0,4 15 0,-2 3 0,14 27 0,-7-10 0,9 15 0,2-8-770,-4-9 770,7 4 0,2-20 0,2-6 0,0-1-520,1-4 1,-2-4 519,-8-11 0,-2-4 0,-1-4 0,-1-5 0,-3-3 0,-3-4 0,-7 9 0,-1-1-816,-1 7 0,-1 0 816,-1-10 0,-1 0 0,-1 11 0,-2 0-361,-5-18 0,-3 0 361,2 12 0,-1 0 0,-2-7 0,-1 4 494,-10 0-494,0 22 0,5 13 501,-5 10-501,10 14 0,8 3 0,2 2 0,2-4 0,1 1-21,1 11 1,0 0 20,4-7 0,0-2 0,1 2 0,0-1 0,2 1 0,1 0 0,0-2 0,1 1 153,0-2 0,1 0-153,4 7 0,1-2 0,-4-9 0,0-1-333,4 5 1,-2-3 332,2 0 0,-2-6 291,-5-5-291,-5-8 0,-3-5 0</inkml:trace>
  <inkml:trace contextRef="#ctx0" brushRef="#br0" timeOffset="42864">24122 12741 5734,'6'-16'0,"10"-2"0,-1 10 0,6-2 0,-4 4 0,-2-1 0</inkml:trace>
  <inkml:trace contextRef="#ctx0" brushRef="#br0" timeOffset="43364">21699 13649 5734,'28'0'0,"4"-1"0,11 0 0,2-1 0,-3 1-1093,-5 0 1,-2 0 0,5-1 615,0 1 0,4-1 1,4 0-1,1 1 0,1 0 477,-4 0 0,2 1 0,1 0 0,2 1 0,-2-1 0,-1 1 0,-2-1-15,2 1 0,-3 0 1,-2 0-1,3 0 1,3 0 14,-6 0 0,3 0 0,3 1 0,0-1 0,1 1 0,-1-1 0,0 2 0,-3-1 0,1 1 0,-1 1 0,0 0 0,-1 0 0,-1 0 0,-1 1 0,0-1 0,5 0 0,-3 0 0,0 1 0,2 0 0,5 0 0,-13 0 0,5 0 0,2 1 0,1 0 0,2 0 0,-1 0 0,0 1 0,-3-1 0,-3-1 0,-3 0 0,8 1 0,-6 0 0,-2-1 0,1 1 0,4 0 0,-3 0 0,3 1 0,2-1 0,-1 1 0,0 0 0,-3-1 0,-3 0 0,4 0 0,-3 0 0,-3 0 0,-1-1 0,-1 0 0,-2 0 0,1-1 0,3 1 0,0-1 0,-4-1 0,13-4 0,-9-4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9T02:55:19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20387 9730 5734,'-10'19'0,"0"3"-1093,6 11 1,2 10 0,0-4-100,-1-6 0,1 2 1192,0-2 0,1 6 0,-1-1 0,1-4 0,-1 4 0,1 0-25,1 2 1,-2 4 0,1-2 24,0-7 0,-1-2 0,1 3 0,-1 9 0,1 2 0,-1 1 0,0-11 0,1 1 0,-1-2 0,0 0 0,1 0 0,-1-2 0,1 6 0,1 1 0,0 5 0,-1 5 0,2-1 0,-1-3 0,0-7 0,0 0 0,1-5 0,0 3 0,0 1 0,0 6 0,0 0 0,0-3 0,1-8 0,0-7 0,1-2 0,1 12 0,0-2 0,0 4 348,-1-11 1,0-4-349,-4-13 385,0-9 0,-2-11 0,1-7 1</inkml:trace>
  <inkml:trace contextRef="#ctx0" brushRef="#br0" timeOffset="774">20206 9820 5734,'-5'-8'0,"6"-8"0,8 5 0,3-5 0,9 7 0,1 3-1128,6-1 1128,7 1 0,-2 2 0,1 0 0,-4 0 0,0 2-385,11-2 0,6 0 385,-10 2 0,6 1 0,2-1 0,1 1 0,-3 0-691,5 0 0,-3 0 0,2 0 1,2 0 690,-7 0 0,2 0 0,1 1 0,1-1 0,-2 0 0,-3 1-269,8-1 1,-4 1 0,0 1 0,0-1 268,3 1 0,0 1 0,-1 0 0,-2-1 0,2 1 0,-1-1 0,2 1 0,-5 0 0,1 0 0,2 1 0,0-1 0,-6 1 0,1 0 0,0 0 0,-1 0 0,-3 0 0,4 1 0,-3-1 0,4 0 0,1 2 0,6-1 0,1 1 0,-4 0 0,-7 0 0,3 0 0,-4 0 0,-1-1 0,2 1 0,-5 0 0,9 1 0,-6 0 0,-6-2 930,3 1-930,-13-2 933,0-1-933,-11-4 2231,-4-1-2231,1-3 1036,-7-11-1036,0 9 604,-2-9-604,0 12 0,0 0 0,-1-1 0,1-1 0,-3-7 0,1 4 0,-9-15 0,7 16 0,-4-8 0,7 13 0,0 3 0,0 2 0,-1 3 0,-4 25 0,3-4-586,1 9 0,0 3 586,2-12 0,0 1 0,1 11 0,-1 5 0,1-7 0,0 4 0,-1 0 0,1-2-1002,0-1 1,0-2 0,1 3 1001,-2 5 0,1 3 0,0 2 0,-1-2 0,1-3 0,1-1 0,-1 0 0,1-2-520,-1 4 1,0-2 0,1 2 519,-1-3 0,1 2 0,-1 0 0,1-1 0,1-2 0,-1 0 0,1-1 0,0-2 0,0 2 0,1-3 0,-1 2 0,1 7 0,0 0 0,2 3 0,1-9 0,2 3 0,0 0 0,0-2 0,-2-5 0,2 9 0,0-1 0,0-3 0,2 6 0,-1-3 0,-5-12 0,-7-5 145,-3-13-145,-10-5 0,0-12 0,-3-3 0</inkml:trace>
  <inkml:trace contextRef="#ctx0" brushRef="#br0" timeOffset="1170">20237 11665 5734,'24'5'0,"0"-2"0,20 0-1639,-6-3 1,2 0 764,-7-1 0,4 0 874,-3 0 0,7-1 0,3 0 0,-2 0 0,-3 0-237,3-1 1,-3 1 0,3-1 236,-4 1 0,3-1 0,1 0 0,1 1 0,-1-1 0,7-1 0,0 1 0,-1 0 0,-2 0 0,-7 1 0,-2-1 0,0 1 0,2 0 0,0 0 0,1-1 0,1 1 0,0 0 0,0 0 0,-2 0 0,1 1 0,0-1 0,-2 1 0,-1 0 0,12-1 0,-3 1 0,2 0 0,-4 0 0,1 0 0,0 0 0,-1 1 0,-6-1 0,0 1 0,-2 0 0,-2 1 0,1-1 0,-2 0 0,0 1 0,6-1 0,1 1 0,-3 0 0,2 1 0,-4 1 0,9 1 0,-2 1 0,-32 1 0,-5-1 0</inkml:trace>
  <inkml:trace contextRef="#ctx0" brushRef="#br0" timeOffset="1978">18533 10584 5734,'-6'-2'0,"0"0"0,4 2 0,-1 0 0,13 2 0,0-2 0,12 2 0,11-4 0,-5 0 0,14 0 0,2-1-1191,-18 2 1,0-1 1190,19 1 0,2-1 0,-3 0 0,-1 0 0,-9 0 0,3 0 0,1 0 0,7-1 0,-1 1 0,-4-1 0,7 0 0,1 0 0,-5 0 0,6-1 0,0 1 0,-3-1-868,0-1 0,-3 1 1,-1-1 867,2 0 0,-1 1 0,0-1-250,-3 0 0,-1 0 0,-3 1 250,2-1 0,-3 0 0,-2 1 0,0-1 0,-3 2 0,-1-1 0,7 0 0,-1 0 0,12-1 0,-20 2 0,-1 1 0,1 0 598,-6 0-598,-4 2 2106,-5-1-2106,0 2 1729,-8 0-1729,0 1 1140,-11-1-1140,-3 2 161,-2-2-161,1 0 0,2-1 0,0 0 0,0 0 0,-2 1 0,1-1 0,-2 0 0,1 0 0,0-2 0,1-1 0</inkml:trace>
  <inkml:trace contextRef="#ctx0" brushRef="#br0" timeOffset="2371">19955 10235 5734,'16'4'0,"-2"-1"0,6 3 0,21 13 0,-18-7-1248,19 12 1248,-28-10 0,-1 1 19,-3 8-19,-5-3 0,-4 7 0,-11 6 0,-2-6 0,-3 1 0,-2 1 0,-3 0 146,5-6 1,0-1-147,-5 6 0,6-9 0,-3 4 0,8-10 0,1-3 0,1 0 0,0-5 0,5-3 0,2-2 0</inkml:trace>
  <inkml:trace contextRef="#ctx0" brushRef="#br0" timeOffset="3041">18326 9711 5734,'-9'-13'0,"3"2"0,5 10 0,2 3 0,4 4 0,1 4 0,7 12 0,-1-2 0,5 10 0,0 1 0,0 0 0,2 5-715,0-4 0,-2-1 715,-2-7 0,-1-1-59,1 6 59,-6-8 0,0 3 0,-7-10 0,-2-3 0,-1-1 0</inkml:trace>
  <inkml:trace contextRef="#ctx0" brushRef="#br0" timeOffset="3201">18379 9906 5734,'19'-18'0,"-1"-1"0,1 2 0,-1 1 0,10-8-2057,2 3 2057,0 0 0,-1 4 0,0 0 0,2 0 0,-5 4 0,-1 0 0</inkml:trace>
  <inkml:trace contextRef="#ctx0" brushRef="#br0" timeOffset="3414">18705 9782 5734,'-7'22'0,"3"22"0,4-23-771,3 19 771,3-25 0,1 1 67,7 2-67,-2-6 0,5 3 0,0-6 0,-5-4 42,5-1 1,-5-5 0,0-1 0</inkml:trace>
  <inkml:trace contextRef="#ctx0" brushRef="#br0" timeOffset="4034">18823 9703 5734,'6'10'0,"-1"7"0,-1-5 0,0 7 0,2 4 0,-1-5 0,4 14 0,-1-2 0,-2-5 0,0-1 0,-4-15 0,0-2 0,-1 2 0,0-4 0,-1 1 0,0-4 0,0-1 0,-1-8 0,0 0 0,0-7 0,-1 2 0,1-9 0,0 4 0,0-13 0,1 12 0,0-4 0,1 5 0,-1 5 0,1 0 0,0 7 0,0-1 0,1 4 0,2-1 0,5 4 0,0 1 0,3 3 0,-2 1 0,0 2 0,0 3 0,0 1 0,0 1 0,0 2 0,-1 1 0,0-1 0,-1 0 0,-1 0 0,0-1 0,-2 0 0,3 9 0,-6-8 0,0 3 0,-5-12 0,-1-5 0</inkml:trace>
  <inkml:trace contextRef="#ctx0" brushRef="#br0" timeOffset="4403">19080 9731 5734,'6'-1'0,"2"-1"0,-3 1 0,5-2 0,-4 2 0,1-1 0,-2 1 0,0-1 0,0 0 0,2-3 0,-3 2 0,2-2 0,-3 4 0,-1 1 0,2 1 0,0 4 0,0 2 0,3 4 0,0 11 0,0-4 0,0 6 0,-2 1 0,1 3 0,2 16 0,-4-13-473,-2-8 473,0 5 0,-3-5 0,0-7 0,-1 2 0,-1-7 0,-1-1 0,-7 1 0,1-4 0,-4 0 0</inkml:trace>
  <inkml:trace contextRef="#ctx0" brushRef="#br0" timeOffset="5298">22913 10405 5734,'29'11'0,"-5"-4"0,8-2 0,3-1-655,-12-2 1,2-1 654,15 0 0,7-2 0,-4 1-1525,-5-1 0,0 0 1525,1 0 0,4 0 0,-3-1 0,8 0 0,-4 0-365,-9-1 1,-2 1 364,9 0 0,0 0-266,-7-1 0,-3 1 266,14-1 0,-9 1 0,-2 0 0,-5 0 0,7-1 295,-21 1-295,-8 0 2043,-1-4-2043,-9 2 2166,-5-3-2166,-9 0 1049,1 2-1049,-7-3 0,-1 0 0,4 1 0,-17-7 0,28 9 67,1-2-67,2 2 0,0-1 0,3 2 0,0 1 0,1-1 0,2 3 0,4 1 0,2 0 0,3 1 0,4 4 0,-2-1 0,4 3 0,-6 0 0,0 1 0,-2 0 0,-4 1 0,-1 2 0,-8 7 0,-2-2 0,-7 7 0,-6 0 0,4-5-286,-5 3 286,8-9 0,2-1 0,2-3 0,1 0 0,2-1 0,-1-2 0,4-4 0,1-3 0</inkml:trace>
  <inkml:trace contextRef="#ctx0" brushRef="#br0" timeOffset="5760">23993 10112 5734,'-3'-3'0,"-3"7"0,2 4 0,-2 6 0,1 9 0,3-4 0,3 25 0,2-22 0,4 13 0,14-10 0,-10-18 0,12 4 0,-14-19 0,0-4 0,0-1 0,-1-1 0,3-9 0,-4 7 0,2-5 0,4 3 0,-6 12 0,5 0 0,-6 15 0,2 15 0,-2-2 0,0 13 0,-2 11-1421,-3-9 1421,0-12 0,-1 2 0,-2 11 0,-1-1 0,1-13 0,-1 0 0,-3 22 0,-2 0 0,-4-4 0,5-16 0,-3 0 0,-1-4 0,-2-2 0,-8 9-722,-7 3 722,7-17 0,-1-5 0,-7-7 0,-2-18 0,7 0 0,4-14 0,17 5 0,2-2 0</inkml:trace>
  <inkml:trace contextRef="#ctx0" brushRef="#br0" timeOffset="5999">24221 10248 5734,'-3'-3'0,"-1"1"0,-7 14 0,3 0 0,-10 22 0,11-10 0,-1 12 0,7-9 0,2 0 0,1 8 0,4 3 0,2-1 0,2-8 0,6 0 0,3-4 0,-3-14 0,13 3 0,-18-23 0,-2-22 0,-5 6 0,-3-17 0,-5 13 0</inkml:trace>
  <inkml:trace contextRef="#ctx0" brushRef="#br0" timeOffset="6141">24156 10157 5734,'7'4'0,"2"1"0,18 3 0,-9-2-122,12 3 0,-12-6 1,-1 1-1</inkml:trace>
  <inkml:trace contextRef="#ctx0" brushRef="#br0" timeOffset="6458">24389 10290 5734,'-5'14'0,"1"6"0,2-7 0,1 6 0,0 8 0,1-10 0,0 17 0,0-22 0,2 5 0,0-14 0,2-1 0,3-12 0,0 0 0,14-23 0,-10 12 0,9-13 0,-7 6 0,-3 8 0,2-5 0,-2 6 0,-3 10 0,12 26 0,-13-3-333,8 24 333,-11-21-122,0 6 122,0-8 0,1 3 0,-1-6 0,-1-7 0,4-12 82,-4-3 0,3-10 0,-4 5 0</inkml:trace>
  <inkml:trace contextRef="#ctx0" brushRef="#br0" timeOffset="6717">24571 10193 5734,'-1'-6'0,"-2"-2"0,2 4 0,0-3 0,2 6 0,3 0 0,-1 1 0,18 9 0,-12-4 0,13 7 0,-13-4 0,0 1 0,3 9 0,-2-4 0,2 7 0,-3 5 0,-3-4 0,0 8 0,-1 2 0,-1-1-525,0-2 1,-2-1 524,-1-3 0,-2 0 0,0-2 0,-7 17 0,2-16 0,-5 12 0,1-16 0,1-6 0,-2 1 0,2-8 0,0-2 262,-1-4 0,0-4 0,-1-4 1</inkml:trace>
  <inkml:trace contextRef="#ctx0" brushRef="#br0" timeOffset="9280">19909 12184 5734,'-5'-5'0,"1"2"0,2 2 0,2 5 0,2 3 0,3 13 0,2-1 0,3 9 0,6 3 0,-2-7 0,7 8 0,2-3 0,-4-7 0,-1-3 0,1-1 0,-1-1 0,10 6 0,-2-16 0,-14-8 0,11-6 0,-19-6 0,1-4 0,-2-2 0,1-3 0,0 0 0</inkml:trace>
  <inkml:trace contextRef="#ctx0" brushRef="#br0" timeOffset="9475">20195 12191 5734,'-2'-6'0,"0"1"0,-3 6 0,0 3 0,-5 9 0,-8 17 0,1-1-147,5-8 1,0 2 146,-2 6 0,0 0-936,2-6 0,1 1 936,-3 8 0,0 1 0,0 2 0,1-2 0,3-7 0,1 0 0,-3 7 0,1 1 0,2-3 0,2-2 0,-2 15-144,4-18 1,2 1 143,2 15 0,3-13 0,3 3 0,5-10 0,0-9 0,5 0 0,-3-11 0,1-4 0,1-3 0</inkml:trace>
  <inkml:trace contextRef="#ctx0" brushRef="#br0" timeOffset="9732">20292 12410 5734,'-2'-5'0,"-1"0"0,2 6 0,-1 2 0,-2 3 0,-2 10 0,1-2 0,-3 10 0,2 6 0,3-5 0,-1 10 0,9 11 0,0-17 0,5 3 0,3-2 0,-1-9-212,10 11 212,-13-25 0,0-1 0,7-7 0,-5-2 0,6-9 0,-9 0 0</inkml:trace>
  <inkml:trace contextRef="#ctx0" brushRef="#br0" timeOffset="10127">20463 12394 5734,'-2'9'0,"0"2"0,1 0 0,1 4 0,-1 0 0,1 32 0,-1-24-274,0 21 274,1-34 0,0 5 0,0-7 0,0 4 0,0-10 0,0 0 0,1-16 274,0 4-274,2-13 0,-1 7 0,1-2 0,2-1 0,0-2 0,1 2 0,1 1 0,0 2 0,2-2 0,-3 7 0,2 0 0,1 9 0,-2 4 0,3 4 0,0 10 0,-2 0 0,1 6 0,1 5 0,-3-6 0,3 7 0,-1 0 0,-2-7 0,7 24 0,-8-30 0,4 11 0,-9-24 0</inkml:trace>
  <inkml:trace contextRef="#ctx0" brushRef="#br0" timeOffset="10361">20689 12335 5734,'7'13'0,"0"1"0,5 6 0,-2-2 0,1 3 0,1 1 0,0 4 0,5 14 0,-9-5 0,-3-7 0,-5 7 0,-1 2 0,-2-1-559,0-6 1,-1-3 558,-1-7 66,0-6 1,2-7 0,-1-1 0</inkml:trace>
  <inkml:trace contextRef="#ctx0" brushRef="#br0" timeOffset="10643">21088 12520 5734,'2'4'0,"2"1"0,2-3 0,3 1 0,6 0 0,-2-1 0,5 0 0,2 0 0,-5-1 0,5 0 0,-1 0 0,-8-1 0,3 0 0,-8 0 0,-3 0 0,0 0 0,-2 0 0,-2 0 0</inkml:trace>
  <inkml:trace contextRef="#ctx0" brushRef="#br0" timeOffset="10833">21045 12706 5734,'16'8'0,"-4"-3"0,10-1 0,-7-5 0,0 0 0,7-2 0,-4 0 0,5-1 0,-2 0 0,-8 1 0,4 1 0,-9 0 0,0 1 0,0-2 0</inkml:trace>
  <inkml:trace contextRef="#ctx0" brushRef="#br0" timeOffset="11731">21557 12466 5734,'2'9'0,"1"-1"0,2 1 0,6 6 0,-2-3 0,6 5 0,5 2 0,1-1 0,0 0-570,1 1 0,-1-1 570,-5-6-111,6 5 111,-5-4 0,3 3-177,-5-1 177,-5-4 0,1 3 0,-7-1 203,-2-3 1,-3 0 0,-2-3 0</inkml:trace>
  <inkml:trace contextRef="#ctx0" brushRef="#br0" timeOffset="11924">21604 12751 5734,'7'-32'0,"1"1"0,7-4 0,4-1-2024,1-1 2024,0 5 0,-6 12 626,0 1-626,8-4 0,-6 7 330,4-2-330,-4 6 0,-5 6 0,3-1 0,-5 5 0</inkml:trace>
  <inkml:trace contextRef="#ctx0" brushRef="#br0" timeOffset="12224">22027 12440 5734,'-3'5'0,"1"1"0,-4 13 0,3-4 0,-3 10 0,3-7 0,1 1 0,-1 1 0,1 11 0,2-8 0,0 9 0,5-4 0,-1-6 0,3 4 0,6 0 0,-3-12 0,10 6 0,-8-16 0,4-2 0,2-4 0,-6-2 0,4-2 0,-6-2 0,-4 0 0,-1-3 0,-3 0 0,0-3 0,0-1 0</inkml:trace>
  <inkml:trace contextRef="#ctx0" brushRef="#br0" timeOffset="12424">21936 12401 5734,'14'-4'0,"0"0"0,5 0 0,-4 2 0,7 0 0,1 1 0,-6 1 0,4 1 0,-7 0 0,0-1 0</inkml:trace>
  <inkml:trace contextRef="#ctx0" brushRef="#br0" timeOffset="12788">22308 12504 5734,'4'16'0,"0"1"0,-2-5 0,0 2 0,0 0 0,-1 0 0,0 1 0,1-1 0,-1-2 0,1 3 0,-1-6 0,0 2 0,0-4 0,-1-5 0,2-9 0,1-8 0,1-6 0,1-1 0,1-4 0,-1 6 0,2-4 0,0 1 0,-3 10 0,2-3 0,-2 12 0,3 7 0,4 15 0,-3-2-254,1 11 254,-5-8 0,2 1 0,-1-1 0,1 1 0,-1-2 0,0 0 0,0-2 0,0 4 0,-2-7 0,0 2 0,-1-9 0,0-2 0</inkml:trace>
  <inkml:trace contextRef="#ctx0" brushRef="#br0" timeOffset="13142">22502 12368 5734,'16'4'0,"0"0"0,-7-2 0,9-1 0,-6-1 0,4 0 0,-8 0 0,-3 1 0,1-1 0,-5 1 0,1-1 0,-2 2 0,0-1 0,0 8 0,0-2 0,0 7 0,0 6 0,1-1 0,1 27 0,0-19 0,-1 16 0,-1-10-527,0-9 527,-2 6 0,-2-5 0,0-8-35,-2 6 35,1-10 0,-2-1 0,0-2 0,0 0 0,-2-1 525,2-2-525,-1-1 37,1-3-37,0-3 0,2-1 0,0-3 0</inkml:trace>
  <inkml:trace contextRef="#ctx0" brushRef="#br0" timeOffset="13542">22903 12473 5734,'-4'2'0,"2"-1"0,3 1 0,2 0 0,1 1 0,1 2 0,7 6 0,-2-1 0,4 5 0,5 2 0,-3-3 0,5 3 0,1 2 0,-5-6 0,3 4 0,-7-8 0,-2-1 0,-2-2 0,0-1 0,-4 1 0,-3-2 0,-4 1 0,-2-4 0,-2 0 0,0-2 0</inkml:trace>
  <inkml:trace contextRef="#ctx0" brushRef="#br0" timeOffset="13968">22897 12705 5734,'3'-7'0,"0"-2"0,2-2 0,2-1 0,4-9 0,-1 4 0,4-6 0,3 0 0,-4 6 0,6-5 0,-2 4 0,-4 6 0,2-2 0,-8 7 0,0-1 0,-3 3 0,0-1 0,-3 3 0,-2-1 0,-4 1 0,0 0 0,-1-1 0,0 2 0,-1-1 0,-3 0 0,2-1 0,-1 2 0,4 0 0,1 1 0,0 1 0,2 1 0,0 1 0,1 1 0,0 2 0,0 31 0,2-16-537,2 25 537,0-26 0,3 9 0,-1-6 0,2 4 0,-1-9 0,3 3 0,-3-5 0,3 3 0,-5-9 0,-1-1 0,-1-1 0,-2-2 537,-2-1-537,-2-2 0,-1-3 0,0-1 0</inkml:trace>
  <inkml:trace contextRef="#ctx0" brushRef="#br0" timeOffset="14143">22899 12556 5734,'15'-9'0,"9"-4"0,3-1 0,1 0 0,10-5-1188,-16 10 1188,4-3 380,-7 3-380,-8 4 196,0-1-196,-10 4 0,-2 0 0,-2 0 0</inkml:trace>
  <inkml:trace contextRef="#ctx0" brushRef="#br0" timeOffset="14281">22948 12549 5734,'31'23'0,"8"1"0,-18-14 0,13 4 0,-13-7 0,3-1 0,-6-3 0</inkml:trace>
  <inkml:trace contextRef="#ctx0" brushRef="#br0" timeOffset="15076">23316 12079 5734,'-3'-5'0,"0"0"0,1 2 0,1 0 0,2 8 0,-1 2 0,2 8 0,2 25 0,-1-9 0,0 3 0,-1 2-1530,0 5 1530,-1-14 0,0 2 0,-1 2 0,0-1 0,1 16 0,-1-16 0,0 0 0,1-3 0,-1-1-855,1 11 855,0 8-610,0-13 610,-1-11 0,0 2 0,0-10 1272,-1-5-1272,-1-3 928,-1-7-928,0-3 795,-1-7-795,2 2 0,1-16 0,3 5 0,3-5 0,0 6 0,2 6 0,0 0 0,7-6 0,-2 5 0,5-4 0,0 3 0,-3 5 0,3-1 0,-2 5 0,-3 4 0,8 4 0,-9 3 0,3 4 0,-4 5 0,-4-1 0,4 5 0,-6-2 0,3 9 0,-3-5 0,1 13 0,-3-14 0,1 6 0,-3-9 0,0 0 0,-1-2 0,-1-1 0,1-3 0,0-2 0,2-2 0</inkml:trace>
  <inkml:trace contextRef="#ctx0" brushRef="#br0" timeOffset="15364">23648 12344 5734,'-2'6'0,"1"2"0,-1 15 0,2-5 0,1 22 0,1-18 0,0 8 0,4 9 0,-2-15 0,5 18 0,-5-25 0,3 3 0,-2-7 0,1-3 0,-1 0 0,3-3 0,2 0 0,-1-3 0,2-1 0,3-6 0,-1-4 0,-1-5 0,-7 0 0,-6 0 0,-4 2 0,-1-1 0,-1 0 0</inkml:trace>
  <inkml:trace contextRef="#ctx0" brushRef="#br0" timeOffset="15534">23616 12326 5734,'6'-5'0,"2"0"0,0 2 0,2-1 0,7 2 0,-4 1 0,5 2 0,0 3 0,-4 0 0,4 1 0</inkml:trace>
  <inkml:trace contextRef="#ctx0" brushRef="#br0" timeOffset="15883">23848 12424 5734,'0'13'0,"0"-3"0,0 5 0,0 0 0,0-3 0,0 4 0,2-3 0,-2-4 0,2 1 0,-2-4 0,1-2 0,0-1 0,-1-2 0,3-11 0,-1 4 0,6-19 0,1-2 0,-1 7 0,1-4 0,1 1 0,-3 10 0,-1 4 0,2-2 0,-3 10 0,1 1 0,-2 7 0,3 13 0,-1 2 0,2 5-257,-2-4 257,-1-7 0,-1 0 0,0-3 0,0 0 0,1 3 0,-3-6 0,1 2 0,-2-5 257,-1-2-257,1-4 0,0-1 0</inkml:trace>
  <inkml:trace contextRef="#ctx0" brushRef="#br0" timeOffset="16241">24033 12313 5734,'14'1'0,"-5"-1"0,15 1 0,-16-1 0,7 0 0,-12 0 0,-1 0 0,1 0 0,-2 1 0,0 0 0,-1 1 0,0 6 0,0-2 0,0 18 0,0-9 0,0 31 0,0-21 0,-1 17 0,0-3-1075,1-7 1075,1 11 0,1 1 0,-1-10 0,0 8 0,-1-16 0,0-1 0,0 5 0,-1-9 0,1 3 0,-2-12 0,-1-2 0,-3-1 1075,0-4-1075,-5 1 0,2-4 0,-4-3 0,0-1 0</inkml:trace>
  <inkml:trace contextRef="#ctx0" brushRef="#br0" timeOffset="18217">21106 10048 5734,'-7'-8'0,"0"4"0,4 6 0,0 8 0,6 30 0,0-9 0,0 0 0,3 9 0,-1 1 0,0-5-1639,-1-1 1,1 0 1419,1 11 1,0 5 0,0-6 218,-4-14 0,0-3-396,1 13 0,-1-1 396,0-10 0,-1-1-143,1 6 0,0 1 143,0-9 0,-1-1 0,1 9 0,0 4 0,-1-20 0,-1 2 0,0-10 2292,-1 0-2292,-1-11 2187,-1-5-2187,0-2 531,1-4-531,-1-5 0,-1-15 0,2 4-755,0-11 755,3 10 0,1-1 0,2 0 0,1 1 0,1 1 0,1 1-366,0 2 366,0 3 0,-1 2-89,3-2 89,-3 7 0,2-1 0,-3 9 719,0 2-719,1 4 391,-1 4-391,1 4 100,2 14-100,-1-1 0,1 10 0,-2 2 0,-1 1 0,1 0 0,-1-1 0,0-1 0,-3 1 0,-1-14 0,1 6 0,-1-18 0</inkml:trace>
  <inkml:trace contextRef="#ctx0" brushRef="#br0" timeOffset="18508">21376 10444 5734,'-3'10'0,"-2"10"0,3 16 0,1-5-1404,3 9 1404,1-18 0,0 0 0,5 19 0,-3-15 0,1 0 0,1 0 0,-1-6-99,11 19 99,-9-28 354,8 6-354,-10-15 0,4-8 0,-7-1 0,2-7 0,-4 2 0</inkml:trace>
  <inkml:trace contextRef="#ctx0" brushRef="#br0" timeOffset="19000">21561 10547 5734,'2'19'0,"0"-1"0,1 11 0,-1-7 0,1 7 0,0 4 0,-1-14 0,1 8 0,-1-19 0,-1-1 0,0-2 0,0-1 0,0-4 0,1-13 0,0 1 0,1-10 0,1 5 0,0-2 0,1-2 0,1-2 0,4-12 0,-1 8 0,6-9 0,1 1 0,-4 9 0,0-1 0,1 5 0,-3 20 0,-4 4 0,4 7 0,-4 14 0,0-3 0,-2 7 0,1 0 0,0 3 0,2 18 0,-1-17-456,0-8 456,-2 3-50,-1-6 50,-2-8 0,0-1 0,1-7 0</inkml:trace>
  <inkml:trace contextRef="#ctx0" brushRef="#br0" timeOffset="19525">21801 10372 5734,'10'-4'0,"0"0"0,5-1 0,-1 1 0,4-2 0,11-3 0,-13 3 0,11-3 0,-18 7 0,-2 0 0,1 0 0,-3 1 0,0 1 0,-4 1 0,1 2 0,-2 0 0,1 3 0,-1 1 0,0 7 0,0-2 0,0 6 0,0-4 0,0 2 0,0 1 0,0 2 0,0 1 0,0 3 0,0 12 0,1-6-795,-1 10 795,2-10 0,0-2 0,0 0-384,1-3 384,-1-1 0,1-3 0,1 12 0,-2-12 0,0 4 0,-5-17 0,-2-7 0,-17-8 0,6-1 0,-11-6 0</inkml:trace>
  <inkml:trace contextRef="#ctx0" brushRef="#br0" timeOffset="19927">21294 10350 5734,'6'-3'0,"9"0"0,-4 1 0,22-3 0,-16 3 0,23-4 0,-24 4 0,7 0 0,-11 3 0,-4-1 0,0 2 0,-5 1 0,-4 6 0,-1-1 0,-2 3 0,0-4 0</inkml:trace>
  <inkml:trace contextRef="#ctx0" brushRef="#br0" timeOffset="28166">20545 13503 5734,'-3'-9'0,"0"2"0,2 4 0,0 2 0,-1 4 0,1 5 0,-6 31 0,2-9-1088,0 7 0,1 3 1088,1-16 0,1 1 0,-1 9 0,1 3 0,0 6 0,0 0 0,1-8 0,1 1 0,-1-6 0,0 2 0,1 2 0,1 12 0,0 2 0,0-2 0,0-3 0,0 3 0,0-11 0,1 7 0,0 3 0,0 1 0,-1-5 0,1-6-1290,-1 10 0,1-2 1290,0-4 0,0 5 0,0-1 0,-1-9 0,-1 8-412,0-13 0,0 0 412,-1 3 0,-1 9 0,-1-27 314,-1-8 0,-2-5 1,1-8-1</inkml:trace>
  <inkml:trace contextRef="#ctx0" brushRef="#br0" timeOffset="28909">20517 13602 5734,'-4'-4'0,"0"1"0,3 1 0,1 0 0,1 0 0,11-7 0,-1 2 0,28-12 0,-15 9-239,18-4 239,3 3-1579,-6 3 1579,-14 3 0,6-2 0,1 2 0,8-1 0,3-1 0,-1 1 0,-5 0-930,-3 1 0,-3 0 0,5 0 930,3 0 0,7-2 0,1 0 0,0 1 0,-4 1 0,6 0 0,-3 1 0,-3 1-376,-5 1 1,-2-1 0,2 1 375,-2 0 0,1 0 0,2 0 0,0 0 0,0 0 0,1 0 0,0 1 0,-2 0 0,3-1 0,-2 1 0,3 0 0,-4 0 0,1 0 0,1 0 0,-1 0 0,-1 0 0,-1 0 0,0 0 0,2 0 0,7 0 0,2 0 0,0-1 0,-2 1 0,-7 0 0,0 0 0,-2 0 0,2 0 0,2 0 0,1-1 0,-2 1 0,-5 0 0,2 0 0,-2 0 0,9-1 0,0 0 0,-12 0 0,-2 1 0,7-1 0,-2 1 0,-7-1 0,-4 1 0,11-1 0,3 0 152,-15 1-152,-9 0 2308,0 0-2308,-6 0 2438,-2 1-2438,-1-1 537,-2 1-537,-1-1 299,-1 0-299,-2-1 0,-1-1 0,0 1 0,-1 0 0,1 1 0,-1 0 0,-2 4 0,-2 6 0,-1 4 0,-1 6 0,2 1 0,-1 6 0,3-2 0,0 1-1750,-3 20 1750,3-12 0,0 0-878,1-4 0,0 0 878,0 3 0,1 1-872,-1 3 0,0 0 872,1 2 0,0 4 0,1-2 0,1 6 0,-1 1 0,1-4 0,1-4 0,0-2 0,0 4 0,0 1 0,1 7 0,0 0 0,0-1 0,0-6-162,1-4 1,1-4 0,0 1 161,0 9 0,1 2 0,1-2 0,0-5 0,0 0 0,0-3 0,1 4 0,0 0 0,0-7 0,-1 0 0,0-3 0,-1-2 0,1-2 0,-1 6 0,0-2 0,1 11 0,-2 5 0,-6-24 0,-5-6 254,-6-6-254,-6-4 0,-4-6 0,-3-6 0,-1-3 0</inkml:trace>
  <inkml:trace contextRef="#ctx0" brushRef="#br0" timeOffset="29292">20593 15231 5734,'-17'2'0,"-1"1"0,8-2 0,2 2 0,18 0 0,6-2 0,16-1-724,-2-1 1,6-1 0,2-1 723,1 1 0,2-1 0,4-1-535,-6 2 0,4-1 1,2 0-1,-1 0 1,-2 0 534,2 0 0,-2 0 0,0 0 0,1 1-223,2-1 0,1 1 0,0-1 1,-3 1 222,3 0 0,-2 1 0,0-1 0,2 1 0,0 0 0,-1 0 0,1 0 0,0 0 0,1 1 0,-3-1 0,1 1 0,2 0 0,-1 0 0,3 0 0,-1 0 0,-2 0 0,1 1 0,-3-1 0,2 1 0,-4 0 0,1-1 0,-1 1 0,0 0 0,3 1 0,-1 0 0,0 0 0,-1 0 0,0 1 0,-2 0 0,-5 0 0,-2 0 0,-2 0 0,7 0 0,-10 2 0,-21 1 0,-16-2 0</inkml:trace>
  <inkml:trace contextRef="#ctx0" brushRef="#br0" timeOffset="30534">21022 13740 5734,'-3'10'0,"0"24"0,3-4-283,0-6 1,-1 3 282,-1 14 0,0 1-1387,0-14 0,1 1 1387,-2 17 0,1 2 0,0-8 0,1-2 0,1-8 0,1 0 0,-1 8 0,0-1-292,4 10 292,-1-5 0,2-4 0,1-4-411,0-5 411,-1-5 92,-1-3-92,0-5 1930,-1-3-1930,-1-3 1253,-1-6-1253,-1-3 629,-3-6-629,0-5 0,-2-5 0,-1-1 0</inkml:trace>
  <inkml:trace contextRef="#ctx0" brushRef="#br0" timeOffset="30742">20837 14085 5734,'21'-1'0,"17"0"0,-5 0-813,13-2 813,-19 2 0,-1 0-1388,16-3 1388,-16 3 0,2-1 0,-2 0 0,-1-1 0,13 0 0,8-2 297,-13 2-297,-11 2 0,1 1 0,-12 0 0,-1 0 0</inkml:trace>
  <inkml:trace contextRef="#ctx0" brushRef="#br0" timeOffset="30963">21300 13798 5734,'-6'29'0,"0"1"0,3 0 0,0 2 0,-1 10-753,0-7 1,2 2 752,0-5 0,0-2-747,1-6 1,0 0 746,0 8 0,0-1 0,-1 12-42,2-13 1,0 0 41,0 13 0,2-9 0,0-2 0,1 1 0,2 4-331,0-11 331,0-10 0,3-1 0,-1-10 0</inkml:trace>
  <inkml:trace contextRef="#ctx0" brushRef="#br0" timeOffset="31279">21719 13909 5734,'-5'-4'0,"-4"2"0,2 2 0,-5 2 0,-7 16 0,6-3 0,-12 22 0,14-12 0,-4 10 0,3 4-1459,3-8 1459,0 10 0,7-14 0,1 0 0,1 7 0,9 13 0,4-1 0,-1-17 0,2 2 0,1-5 0,-5-19 86,5-3 0,-2-8 0,4-2 0</inkml:trace>
  <inkml:trace contextRef="#ctx0" brushRef="#br0" timeOffset="31575">21849 14030 5734,'18'8'0,"-9"15"0,-5 3 0,-3 0-862,-1 3 1,-3 0 861,-6-5 0,-2 10 0,4-8 0,0 7-128,8-3 128,1-9 0,20 18 0,-7-25 0,14 6 0,-13-19 429,-1-4-429,-2-1 0,-1-8 0,-6 1 0,2-6 0,-3 3 0</inkml:trace>
  <inkml:trace contextRef="#ctx0" brushRef="#br0" timeOffset="31729">21728 14199 5734,'47'-11'0,"-3"1"0,-13 2 0,15-6 0,-12 4 0,-1-1 0,0-1 0,-1 0 0,-9 2 0,1 0 0</inkml:trace>
  <inkml:trace contextRef="#ctx0" brushRef="#br0" timeOffset="31947">22172 13889 5734,'26'18'0,"0"0"0,-6 4 0,1 2 0,5 9 0,-7 5 0,1 10 0,-5-5 0,-6-15 0,-3 0-1093,2 8 1,0 4 0,-4-6 627,-8 6 465,-3-3-145,0-12 0,-1-2 145,-6 10 0,-8-5 0,-4-3 0,-4-5 0,3-6 0,1 0 0</inkml:trace>
  <inkml:trace contextRef="#ctx0" brushRef="#br0" timeOffset="32861">18671 14373 5734,'19'0'0,"22"-1"0,-4 0-1093,-3 0 1,6 0 0,-2 0-2,-5 1 0,2-1 1094,-1 0 0,5 0 0,0 0 0,-4 1 0,6 0 0,-2-1 0,-5 1 0,2 0 0,2 0-68,0 0 1,3 0 0,0 0 0,-4 0 67,-3 0 0,-2 0 0,4 0 0,6 0 0,6 0 0,3 0 0,-3 0 0,-7 0 0,9 0 0,-4 0 0,0 0 0,3 0 0,-1 1 0,-5 0 0,0 1 0,-5-1 0,-6 0 0,-1 0 0,4 0 0,1 1 0,-6-1 0,-2 0 0,5 0 0,-15-1 961,5 0-961,-14 0 2708,-5 0-2708,1 0 1569,-5-4-1569,-1 1 496,-2-4-496,0 4 0,-1-1 0,-1 1 0,-4-3 0,1-1 0,-2-4 0</inkml:trace>
  <inkml:trace contextRef="#ctx0" brushRef="#br0" timeOffset="33059">20274 14294 5734,'26'19'0,"0"-1"0,4 1 0,-7-5 0,6 4 0,-7-2 0,-7 3 0,-5-3 0,-10 0 0</inkml:trace>
  <inkml:trace contextRef="#ctx0" brushRef="#br0" timeOffset="34189">20136 14586 5734,'6'-5'0,"6"-8"0,0 2 0,6-8 0,2-1 0,3-4 0,8-6 0,1 0 0,-3 2 0,3-1 0,-1 1-1259,-7 6 1259,10-9-38,-20 17 38,-5 5 0,0 0 0,-3 2 0,-5 4 0,1 0 925,-7 5-925,-5 4 372,1 1-372,-4 2 0,3-1 0,0-1 0,0-1 0,1 1 0,-5 3 0,6-5 0,-4 0 0,6-5 0</inkml:trace>
  <inkml:trace contextRef="#ctx0" brushRef="#br0" timeOffset="35397">18602 13377 5734,'5'8'0,"7"15"0,-4-5 0,15 24 0,-7-16-551,7 9 551,-9-15 0,0 0-1302,8 11 1302,-6-10 0,0 0 0,0 0 0,0 0 0,10 12 0,-11-14 0,3 3 0,10 12 0,0-1 0,0-1 0,-2-1 0,-2-3 0,-10-13 229,5 4-229,-8-8 0,3 3 0,-13-7 0,-1-2 0,-2-1 0</inkml:trace>
  <inkml:trace contextRef="#ctx0" brushRef="#br0" timeOffset="35599">18742 13930 5734,'6'-36'0,"0"11"0,1 0 0,5-8 0,4 3 0,5-6 0,-2 5 0,-6 10 0,1 0-1074,5-6 1,2-3 0,-3 6 1073,4-1-139,12-8 139,-14 14 0,8-5 0,-16 15 0</inkml:trace>
  <inkml:trace contextRef="#ctx0" brushRef="#br0" timeOffset="35876">19221 13489 5734,'-4'9'0,"-11"31"0,6-14-953,1-1 1,0 1 952,0 1 0,2 2 0,1-3 0,1 1 0,-1 7 0,3-8 0,0-1 0,3 0 174,2-2-174,3-2 403,7 3-403,6-3 0,2-4 0,10-6 0,-11-9 0,5-2 0,-8-4 0,-1-4 0,0-2 0</inkml:trace>
  <inkml:trace contextRef="#ctx0" brushRef="#br0" timeOffset="36193">19303 13640 5734,'6'-5'0,"-1"1"0,13-2 0,-7 3 0,8-2 0,-5 5 0,-5 2 0,3 1 0,-6 2 0,-1 3 0,-3 2 0,-4 18 0,0-9 0,-4 14 0,0-6 0,2-7 0,1 6 0,5-3 0,3-7 0,2 3 0,8-5 0,-4-4 0,6 1 0,-5-7 0,1-1 0,-1-3 0,0-2 0,-1-2 0,0-1 0,-3-2 0,1-1 0,0-2 0,-2-1 0,1-1 0</inkml:trace>
  <inkml:trace contextRef="#ctx0" brushRef="#br0" timeOffset="36361">19369 13662 5734,'28'-9'0,"1"0"0,-2 1 0,2 0 0,6-1 0,-8 2 0,0 0 0</inkml:trace>
  <inkml:trace contextRef="#ctx0" brushRef="#br0" timeOffset="36575">19685 13464 5734,'26'5'0,"-2"1"0,-5 1 0,0 11 0,0 3 0,-1 4-466,-2 0 1,-3 2 465,-10 3 0,-7 0 0,-1 2 0,-3 8 0,0-8 0,-2-1 0,1-7 0,-1-2-922,-6 11 922,-7 6 0,7-18 0,2-7 0,1-1 0</inkml:trace>
  <inkml:trace contextRef="#ctx0" brushRef="#br0" timeOffset="37397">23204 14181 5734,'-14'1'0,"3"0"0,-1-1 0,5 0 0,1-1 0,8-1 0,5 0 0,7-2 0,17-2 0,-3 1-431,15 0 431,-14 3 0,0 1-848,-5 1 0,1 0 848,8 0 0,3 0 0,-2 1 0,3 1 0,-3 0 0,0 0 0,1-1 0,3 2 0,6-1 0,-1 1 0,-5-1 0,-3 0 0,1-1 0,0 0 0,7 0 0,3-1 0,-3 0 0,-8 1 0,-2-2 0,-1 0-374,11 1 0,4-1 1,-13-1 373,-22 1 307,-10-1-307,-6 1 1525,-3-2-1525,-2 1 0,-2-1 0,-1 0 0</inkml:trace>
  <inkml:trace contextRef="#ctx0" brushRef="#br0" timeOffset="37659">24110 13992 5734,'10'6'0,"0"5"0,-5 2 0,-2 9 0,-3-1 0,-3 2 0,-1-5 0,1 1 0,-1-1 0,1-1 0,-1 11 0,1-11 0,0 7 0,3-16 0,2-1 0,0-3 0,2 1 0,-1-1 0,1-3 0,-1 0 0</inkml:trace>
  <inkml:trace contextRef="#ctx0" brushRef="#br0" timeOffset="38525">20069 16185 5734,'-5'2'0,"2"1"0,5 6 0,1 1 0,10 14 0,-1-4 0,3 1 0,8 12-652,-6-11 1,0-1 651,5 2 0,2-2-758,0 1 758,0-1 0,1-2 0,-2-1 0,16 9 0,-16-12 0,0-2 0,-1-1 0,-7-6 0,7 1 0,-13-11 0,-1-3 0</inkml:trace>
  <inkml:trace contextRef="#ctx0" brushRef="#br0" timeOffset="38750">20587 16109 5734,'-11'13'0,"-10"21"0,-1 5 0,0 2-1093,7-14 1,-2 5 0,3-4 425,-2 12 667,5-11 0,0 0-253,-4 16 253,6-17 0,1 0 0,1 5 0,2-1 0,0 7 0,1-9 0,2-2 851,3-3-851,7 17 0,-3-20 0,5 11 0,-3-26 0,1-3 0</inkml:trace>
  <inkml:trace contextRef="#ctx0" brushRef="#br0" timeOffset="39225">20812 16235 5734,'-8'-5'0,"1"2"0,-2 5 0,4 0 0,-6 5 0,5-3 0,-2 2 0,2-2 0,-2 4 0,-2 2 0,-5 12 0,4-4-424,-2 9 424,6-6 0,0 1 0,0 2 0,-2 15 0,3-10 0,-2 10 0,3-2 0,4-11 0,4 21 0,1-26 0,5 9 0,-2-19 0,7 0 0,-2-4 0,4-3 0,-3-4 0,1-5 0,0 0 0</inkml:trace>
  <inkml:trace contextRef="#ctx0" brushRef="#br0" timeOffset="39529">20855 16329 5734,'8'4'0,"-2"0"0,1 3 0,4 4 0,-5 8 0,1 0 0,-8 7-366,-4-8 366,-1 3 0,-6 11 0,3-7 90,-2 6-90,4-2 0,3-9 0,2 5 0,7-6 0,1-6 0,4 3 0,7-6 0,-3-3 0,7-2 0,3-7 0,-4-2 43,6-5-43,-9 0 0,6-8 0,-8 4 0,4-6 0</inkml:trace>
  <inkml:trace contextRef="#ctx0" brushRef="#br0" timeOffset="39710">20888 16468 5734,'13'-2'0,"10"-4"0,-3 1 0,9-3 0,2-3 0,-7 0-154,4-3 0,-9 3 0,-2 0 1</inkml:trace>
  <inkml:trace contextRef="#ctx0" brushRef="#br0" timeOffset="39876">21120 16316 5734,'7'11'0,"0"1"0,1 2 0,0 2 0,0 1 0,2 24 0,-3-13 0,-1 19 0,-6-16 0,-1-1 0,-1 4-411,0-5 0,0-2 411,-1-7-4,-3 0 0,3-7 1,-1 0-1</inkml:trace>
  <inkml:trace contextRef="#ctx0" brushRef="#br0" timeOffset="40499">24097 13703 5734,'-5'-14'0,"2"1"0,2 9 0,2 2 0,2 6 0,4 7 0,10 15 0,-2-6-427,4 8 427,-8-13 0,0 1-55,9 12 55,-7-11 0,12 19 0,-15-23 0,2 7 0,-8-11 0,0-3 0,-1-1 0</inkml:trace>
  <inkml:trace contextRef="#ctx0" brushRef="#br0" timeOffset="40724">24326 13617 5734,'-20'26'0,"7"0"0,-2 7 0,2-4 0,4-6 0,1 0-1093,-4 8 1,-1 3 0,3-4 891,1 9 201,3-11 0,0-1 0,-3 15 305,4-16 0,1 0-305,-3 20 0,3-14 631,0 7-631,1 5 0,3-23 0,-1 12 0,3-27 0</inkml:trace>
  <inkml:trace contextRef="#ctx0" brushRef="#br0" timeOffset="41059">24476 13664 5734,'-8'13'0,"-1"2"0,-1 7 0,-1 3 0,-2 8-486,3-5 0,0 1 486,4-3 0,1-2 0,-3 15 0,3-8 0,2 0 0,0 2-623,2 8 623,2-17 98,2 3-98,0-9-15,7 7 15,-3-17 111,10-2 1,-7-11 0,5-5-1</inkml:trace>
  <inkml:trace contextRef="#ctx0" brushRef="#br0" timeOffset="41328">24531 13835 5734,'14'6'0,"-1"4"0,-10-2 0,0 4 0,-8 11 0,1-5 0,-10 18 0,6-17-279,-2 6 279,3-8 0,2 6 0,2-7 0,6 12 0,0-18 69,14 4-69,-8-13 0,8-3 0,-4-7 0,-3 0 0,1-5 0</inkml:trace>
  <inkml:trace contextRef="#ctx0" brushRef="#br0" timeOffset="41476">24517 13911 5734,'21'-1'0,"0"-1"0,1-2 0,1 0 0</inkml:trace>
  <inkml:trace contextRef="#ctx0" brushRef="#br0" timeOffset="41664">24742 13727 5734,'8'22'0,"0"0"0,4 11 0,-2-5 0,5 12 0,-1 1 0,-1 0 0,-6-17 0,1 1-1095,4 19 1,-2-1 1094,-5-3 0,-6 1 0,-5-12 0,-2 2 0,1-8 0,-1 0 0,-5 7 0,-3 0 0,3-10 0,0 0 0</inkml:trace>
  <inkml:trace contextRef="#ctx0" brushRef="#br0" timeOffset="42343">21538 16336 5734,'4'-4'0,"1"1"0,-2 1 0,5 1 0,2-1 0,12 0 0,-5 1-214,8 0 214,-6 1 0,27 4 0,-22-3 0,18 4 0,-30-3 0,-1 2 0,-5-1 0,-3 1 0,-4-1 0</inkml:trace>
  <inkml:trace contextRef="#ctx0" brushRef="#br0" timeOffset="42519">21572 16442 5734,'3'3'0,"1"-2"0,11-2 0,-3 0 0,8 0 0,7 1 0,-10 1 0,19 0 0,-22 0 0,7-1 0,-12-1 0</inkml:trace>
  <inkml:trace contextRef="#ctx0" brushRef="#br0" timeOffset="43409">22041 16024 5734,'3'3'0,"5"10"0,2 6-1204,3 9 1204,-4-2 0,0 4 0,-1 3 0,-3-7 0,0 1 0,3 15 0,-4-15 0,-1 1 0,0 0 0,-1-2 0,0 14 0,-1-1 0,0-2 0,-1-1 192,0-10 1,0-1-193,0 6 0,0-14 0,-2 5 198,-5-18-198,0-3 0,-4-5 0,2-2 0,1-3 0</inkml:trace>
  <inkml:trace contextRef="#ctx0" brushRef="#br0" timeOffset="43559">22044 16328 5734,'44'-6'0,"-17"1"0,-2 2 0,-1 0-1012,2-1 1012,-1-1 0,16-3 0,-16 3 0,8-2 0,-21 5 0,-2-1 0,0 1 0</inkml:trace>
  <inkml:trace contextRef="#ctx0" brushRef="#br0" timeOffset="43751">22322 16138 5734,'0'9'0,"0"24"0,0-9 0,0 11 0,1 2 0,-1 0-461,2-7 0,-1 1 461,-1-6 0,1-1-942,1 13 942,1 10 0,2-6 216,-1 6-216,2-6 0,-1-11 0,0-18 0</inkml:trace>
  <inkml:trace contextRef="#ctx0" brushRef="#br0" timeOffset="44021">22615 16082 5734,'-17'11'0,"0"1"0,-4 23 0,7-9 0,1 9 0,1 2-2678,4-1 2678,3-6 0,1 0 0,4-5 0,2-2 0,2 15 210,-1-14 0,1 0-210,8 22 0,-1-12 0,4 8 0,0-6 0,-6-12 0,1 6 0,-5-17 0,-2-1 0,0-4 0</inkml:trace>
  <inkml:trace contextRef="#ctx0" brushRef="#br0" timeOffset="44315">22753 16256 5734,'8'28'0,"-1"0"0,-1-2 0,-4-2 0,-17 3 0,3-3 0,1 2 0,3-1 0,2 1-928,-2-1 1,2 0 927,5 14 0,7-22 578,3-3-578,16 1 0,-7-8 0,25-8 0,-25-6 0,9-8 0,-17 3 0,-3 0 0,-1-2 0,-1 0 0</inkml:trace>
  <inkml:trace contextRef="#ctx0" brushRef="#br0" timeOffset="44487">22666 16403 5734,'19'-2'0,"-2"0"0,10-3 0,10-3 0,-7 0 0,10-3 0,-15 1 0,-2 0 0,7-1 0,-8 1 0,0 0 0</inkml:trace>
  <inkml:trace contextRef="#ctx0" brushRef="#br0" timeOffset="44723">22954 16048 5734,'14'7'0,"7"11"0,-5-1 0,4 9 0,-4 10 0,-6-7-321,1 13 321,-8 4-1204,-3-11 1204,-3 13 0,-5-17 0,0-1 0,-3 9 0,-2-4 0,1-3 0,1-5 0,-3 3 0,6-15 0,-7 0 0,9-12 0,-4-1 0</inkml:trace>
  <inkml:trace contextRef="#ctx0" brushRef="#br0" timeOffset="45859">23247 16051 5734,'6'9'0,"2"1"0,3 1 0,18 23 0,-8-10-1555,7 11 0,1 2 1555,-1 0 0,-7-7 0,2 1 0,-2 1 0,0-1 0,-8-11 0,1 1-300,9 16 0,0-2 300,-3-5-477,3 5 477,-11-17-45,0 2 45,-6-7 468,-3 0 1,-5-10 0,-2-2-1</inkml:trace>
  <inkml:trace contextRef="#ctx0" brushRef="#br0" timeOffset="46042">23306 16471 5734,'7'-34'0,"0"10"0,2 2 0,7-7 0,8-10 0,-2 15 0,1 2-757,7-7 757,-3 5 0,0 1-746,-2 5 746,3-3 0,-9 10 0,-2 0 0,1 1 0</inkml:trace>
  <inkml:trace contextRef="#ctx0" brushRef="#br0" timeOffset="46345">23889 15968 5734,'-15'17'0,"-2"9"0,7-7-649,-2 10 649,-1 7-1176,4-6 1176,-3 12 0,6-10 0,1 0 0,-1 10 0,4-11 0,0 4 0,1-4 0,3 10 0,4 2 0,2-1 0,2-12 0,8 14 423,0-24-423,2-9 0,6-6 0,-6-9 0,-3-6 0</inkml:trace>
  <inkml:trace contextRef="#ctx0" brushRef="#br0" timeOffset="46676">23945 16257 5734,'15'-8'0,"2"2"0,-8 4 0,6 7 0,-8 2 0,0 11 0,-13 12 0,1-4-688,-8 11 688,3-15 0,-1 2 0,-4 18 0,6-16 0,-1 13 0,9-16 0,2-7 0,11 8 0,-4-16 0,8 2 0,7-14 0,-8 0 0,8-5 0,-7-3 0,-6 1 0,2-3 0,-8 4 0,0-1 0,-1-1 0</inkml:trace>
  <inkml:trace contextRef="#ctx0" brushRef="#br0" timeOffset="46875">23852 16357 5734,'-1'4'0,"3"-2"0,6-3 0,19-5 0,-7 1 0,26-5 0,-10 1 0,1 0 0,3-2-699,-20 4 699,3 1 0,-10 1 0,-1 2 0</inkml:trace>
  <inkml:trace contextRef="#ctx0" brushRef="#br0" timeOffset="47159">24288 15839 5734,'10'18'0,"0"0"0,2 4 0,1 1 0,5 10-696,-3-5 1,0 3 695,1 11 0,-2 0 0,-5-14 0,-1 1 0,3 14 0,0 6 0,-2-6 0,-4-13 0,-2-1 0,3 14 0,-1 2 0,-3-8 0,-2-4 0,0 8 0,-5-4 0,-4-4 0,-4-12 0,-12 2-15,3-20 0,-1-6 0,-2-2 0</inkml:trace>
  <inkml:trace contextRef="#ctx0" brushRef="#br0" timeOffset="48617">21599 17341 5734,'-15'-5'0,"-3"-1"0,6 1 0,-2-3 0,11 4 0,2-1 0,23-5 0,8 1 0,-2 0-293,5-1 0,1 1 293,-4 2 0,-1 2 0,-2 0 0,-2 1 0,2 0 0,-9 2 0,1 5 0,-14-1 0,-2 3 0</inkml:trace>
  <inkml:trace contextRef="#ctx0" brushRef="#br0" timeOffset="48772">21702 17464 5734,'11'3'0,"3"1"0,4-2 0,3-1 0,1-1 0,4-3 0,-1 1 0,3-2 0,20-3 0</inkml:trace>
  <inkml:trace contextRef="#ctx0" brushRef="#br0" timeOffset="49098">22164 17088 5734,'-7'-3'0,"0"0"0,2 3 0,1 1 0,4 2 0,1 4 0,2 3 0,4 13 0,1-3 0,6 11 0,-1-6 0,2 2 0,1 0 0,0 0 0,6 7-178,-6-8 0,1 0 178,6 8 0,-9-10-74,6 13 74,-15-21 0,2 2 0,-4-12 0</inkml:trace>
  <inkml:trace contextRef="#ctx0" brushRef="#br0" timeOffset="49243">22216 17338 5734,'29'-26'0,"0"1"0,-8 7 0,1 0 0,11-7 0,-12 8 0,1 0 0</inkml:trace>
  <inkml:trace contextRef="#ctx0" brushRef="#br0" timeOffset="49583">22800 16994 5734,'-11'-7'0,"1"2"0,5 5 0,-9 6 0,2-1 0,-7 5 0,-7 12 0,9-6 0,-4 8 0,1 2 0,1 4 0,2 2 0,1 1-1382,3 3 1382,5-12 0,0 2 0,3-1 0,1 0 0,-1 12 0,4-7 0,0-1 0,4 2 0,3 6-65,8-12 65,0-9 0,6 0 0,-2-10 0,0-3 0,2-2 0,-3-1 0,1-3 0,0-4 0,0-4 0</inkml:trace>
  <inkml:trace contextRef="#ctx0" brushRef="#br0" timeOffset="49957">22844 17220 5734,'0'-3'0,"2"-1"0,9-3 0,0 0 0,4-2 0,1 4 0,-5 3 0,6 6 0,-9 1 0,1 9 0,-9 5 0,-2 2 0,-6 5 0,-1-5 0,0 0 0,-4 9 0,4-9 0,0 4 0,6-11 0,1-2 0,8 0 0,0-5 0,6 2 0,-3-8 0,2 1 0,5-8 0,-2-1 0,4-7 0</inkml:trace>
  <inkml:trace contextRef="#ctx0" brushRef="#br0" timeOffset="50148">22772 17392 5734,'29'-12'0,"-8"3"0,3 0 0,1-1 0,2 1 0,0-1 0,0-2 0,-1-1 0,11-9 0</inkml:trace>
  <inkml:trace contextRef="#ctx0" brushRef="#br0" timeOffset="51747">22274 17040 5734,'-18'16'0,"-1"2"0,-4 11 0,-1 4 0,-3 5-1639,2-3 1,1 0 1365,5-1 273,8-11 0,-1 0 1020,-3 11-1020,4-4 0,1-1 0,3-3 0,-2 12 0,7-26 567,2 0-567,4-7 0,1-3 0,10-8 0,-2-1 0,6-7 0,8-11 0,-4 3 1963,9-10-1963,-9 7 0,3-3 0,-3 2 0,-5 6 0,0 0-594,5-6 0,4-3 0,-6 5 594,0 0 0,-3 3-321,-2 2 321,-2 2-92,1-1 92,-5 6 0,0-1 0,-6 7 1695,-1-1-1695,-1 3 384,-1 1-384,-1 2 116,-4 4-116,0 1 0,-10 9 0,2 0 0,-7 9 0,2-2 0,-9 14 0,-1 4 0,12-16 0,-1 0-300,-2 4 0,-2 4 0,1-3 300,1 2 0,2-3 0,-7 15 0,5-11 0,2-2 0,1 1 0,-2 1-157,7-11 157,5-9 0,0 0 0,5-9 0,8-13 0,0-3 0,11-16 0,2-5 0,1-4-575,0 3 1,0 0 574,0 0 0,-6 11 0,-1 0-900,6-14 900,-8 17 0,0-1-578,5-13 578,-6 14-67,0-3 67,-8 15 1642,-11 7-1642,-1 6 1182,-10 8-1182,0 7 0,-2 3 503,-2 5-503,-1 2-1133,-1 3 1133,0 1 0,0 2 0,2-2 0,0 0-728,4-3 728,2-4 0,3-3 0,3-4 0,2-4 258,4-4-258,1-2 1168,5-5-1168,3-5 859,4-5-859,4-6 0,1-3 0,3-4 0,-1-1 0,2-2 0,-1-2-792,0 0 792,-1-1 0,4-11 0,-7 10 0,0-1 0,4-9 0,-7 14 0,-1 3 0,-4 5 0,-1 5 0,0-2 0,-1 5 0,-1 2 0,0 1 792,-1 1-792,0 1 0,-1-1 0,-1 3 0,-3 1 0,-1 2 0,-6 2 0,1 0 0,-11 7 0,3-1-431,-7 6 431,5-2 0,1 2 0,0 1 0,-1 3 0,0 2 0,-2 3 0,1 3 0,0 1 0,1 0 0,2-2 0,3-4 0,3-3 0,3-3 0,2-4 0,2-2 0,4-6 0,3-3 0,5-7 0,5-5 0,3-6 0,2-4 0,-1 1 0,0 0 0,4-4 0,1-2 0,3-5 0,-1 2-768,0 0 768,-6 7 0,1 0-794,11-15 794,-14 20 0,8-11 0,-18 28 0,-5 6 0,0 2 1094,-5 4-1094,1-2 0,-11 11 0,5-6 224,-13 15 1,11-17 0,-3 5 0</inkml:trace>
  <inkml:trace contextRef="#ctx0" brushRef="#br0" timeOffset="52188">22049 16928 5734,'4'3'0,"6"8"0,2 8 0,5 5 0,5 9-866,-2-6 866,-1 0 0,0-1 0,7 8 0,-3-3 0,1-1-1749,5 7 1749,-10-14 0,0 0 0,-1-1 0,-1-2-151,7 8 151,3 6-443,-10-11 443,-6-9 318,0 1-318,-7-8 1423,-1-3-1423,-6-4 861,-8-8-861,-2-2 0,-9-9 607,1-1-607,-3-5 0,-3-4 0,-3-6 0,0-2-1331,0 2 1,1 0 1330,1-1 0,3 3 0,1 0-705,2 4 705,4 5-229,3 4 229,2 4 0,5 3 0,1 4 2333,4 5-2333,4 7 921,3 6-921,19 25 0,-4-9-108,-2-3 0,0-1 108,9 5-1177,4-1 1177,2 1 0,1 0 0,1 2 0,-3-2 0,0-2 0,1-4 0,2-2 0</inkml:trace>
  <inkml:trace contextRef="#ctx0" brushRef="#br0" timeOffset="52835">23107 16972 5734,'30'13'0,"-9"-4"0,10 21-612,-16-9 612,5 9 0,-6 10 0,-4-7 0,-4-4 0,-2 3 0,-4 2 0,-2 0 0,2-5 0,-2-1-656,-2 5 0,-1-3 656,-3 1 0,-1-3-123,-1-1 123,0-1 0,-2-3 0,0-1-27,0-5 1,1-4 0,0-3 0</inkml:trace>
  <inkml:trace contextRef="#ctx0" brushRef="#br0" timeOffset="53315">23576 16976 5734,'1'15'0,"2"14"0,0-4 0,2 16 0,0 3 0,1 0-1628,-1-2 1,0-2 1627,-2-2 0,0-1-220,-1-13 0,-1 1 220,2 11-32,-2-8 0,-2-1 32,1 0-189,-3 5 189,2-16 331,-2-5 1,-1-4 0,-1-4 0</inkml:trace>
  <inkml:trace contextRef="#ctx0" brushRef="#br0" timeOffset="53514">23536 17249 5734,'38'-8'0,"0"1"0,-9 3-1357,1 0 1357,-1-1 0,0-1 0,-2-3 0,-2 0 99,-4-1-99,-2 4 0,5 2 0,-10 1 0,4 0 0</inkml:trace>
  <inkml:trace contextRef="#ctx0" brushRef="#br0" timeOffset="53710">23844 17029 5734,'-4'-8'0,"0"2"0,0 23 0,2-3 0,-2 17 0,4-9 0,1 15 0,0-7-411,2 11 411,-1-10-665,1 0 665,0 0 0,0-2-263,2 9 263,-1-10 0,1 6 0,-2-14 0,0-4 69,0-4 0,1-7 1,-1-3-1</inkml:trace>
  <inkml:trace contextRef="#ctx0" brushRef="#br0" timeOffset="53993">24177 16920 5734,'-12'0'0,"0"1"0,-16 27 0,13-10-1469,-11 21 1469,17-15 0,1 2 0,2 14 0,1-7 0,4-5 0,1 1 0,2 5 0,2 8 0,3-4 0,1-12 0,1 6 464,3-8-464,-3-8 0,4-2 0,-4-11 0,2-5 0</inkml:trace>
  <inkml:trace contextRef="#ctx0" brushRef="#br0" timeOffset="54326">24280 17096 5734,'12'-5'0,"-2"1"0,-1 7 0,-2 2 0,0 3 0,-3 13 0,-4-6 0,-4 20 0,-3-14 0,-3 8 0,-1 4 0,4-8 0,2 5 0,3 0 0,2-5 0,4 17 0,5-33 0,9-4 0,-3-5 0,7-3 0,-6-3 0,0-2 0,-2-1 0,4-4 0,-9 3 0,1-6 0,-11 3 0,-1-3 0</inkml:trace>
  <inkml:trace contextRef="#ctx0" brushRef="#br0" timeOffset="54486">24221 17205 5734,'42'-16'0,"-4"1"0,-16 7 0,2 0 0,1 0 0,-1 1-395,2 0 0,-2 0 1,18-3-1,-23 6 1</inkml:trace>
  <inkml:trace contextRef="#ctx0" brushRef="#br0" timeOffset="54726">24594 16869 5734,'16'15'0,"6"17"0,-11-10 0,-3 10 0,-2 3 0,-4 2-1376,-1-6 0,-2 0 1376,-4 7 0,-2 0-473,-2 0 473,-1 0 0,-2 4 0,-1 0 0,-1-2 0,2-2 0,0-5 0,4-20 0,3-6 0,-1-2 0</inkml:trace>
  <inkml:trace contextRef="#ctx0" brushRef="#br0" timeOffset="58717">19017 10053 5734,'-4'-9'0,"1"1"0,1 5 0,2 0 0,-1 2 0,4 6 0,-2 1 0,5 13 0,-2-2 0,1 14 0,-1 4 0,0 12-700,-2-14 1,0 7-1,0 1 1,-1-4 699,0 3 0,0 4 0,0-11 0,0 7 0,1 6 0,-1 2 0,1 1 0,0-1 0,-1-5 0,0-6-822,1 12 0,-1-8 1,1 6 821,-1-9 0,1 5 0,-1 3 0,1 0 0,0-1 0,-1-4 0,1-7-236,0 15 1,0-5 235,0-1 0,0 3 0,0-2 0,0-10 0,-1-1 0,1 1 0,0 9 0,0 1 0,1-2 0,-1 2 0,-1-2 0,1 0 0,1 0 0,-1-1 0,0-1 0,0-1 0,1 0 0,-1-4 0,1 1 0,0-2 0,0 4 0,0 2 0,0-6 0,1 4 0,0 1 0,-1-6 0,1 2 0,-1-2 0,1-1 0,-1 3 0,1-3 0,-1-3 0,1-3 0,1 13 0,1 6 0,-1-13 0,-2-11 1796,0 2-1796,-1-8 2378,-1-6-2378,0 0 1444,-1-4-1444,1-2 116,-1-1-116,0 0 0,0-1 0,0 0 0,2 1 0,-1-4 0,2 2 0,-5 2 0,2 0 0,-2 2 0,2-3 0,-1-1 0,0-2 0,-1-1 0,-2-1 0,0-1 0,-4-5 0,2 0 0,-3-5 0,0-4 0,1 2 0,-1-6 0,-1-3 0,4 6-207,-3-6 207,3 10 0,1 1 0,0 3 0,3 1 0,0 3 0,0 1 0,2 1 0,-1 1 207,0 1-207,0 2 0,0 0 0,0 1 0,1 5 0,11 36 0,-5-16-392,2 2 1,0 0 391,0-5 0,2 1 0,1 0 0,1 2 0,10 15-85,-4-15 85,-9-14 0,6 8 0,-8-19 0,-3-1 0,3-6 0,3-11 0,-2 2 395,2-9-395,-2 4 0,4-13 0,-2 9 0,3-9 0,-5 13 0,0 2 0,-1 2 89,-1 4-89,0 1 0,-2 3 0,0 2 0,-1 2 0,0 1 384,-1 1-384,-1 1 0,0 1 0,-1 0 0,0 1 0,2 0 0,1 1 0,1-1 0,1 2 0,3-1 0,0 1 0,6-1 0,-1-1 0</inkml:trace>
  <inkml:trace contextRef="#ctx0" brushRef="#br0" timeOffset="60597">21731 11001 5734,'2'7'0,"0"1"0,2 12 0,-1-5 0,2 11 0,-2 1 0,0-4 0,2 24-2400,-2-16 2400,0 15 0,-2-10 0,0-6 0,1 1 0,-2-5 0,1 0 0,1 9 0,0 3 0,-1 4 0,0 1 0,0-10 0,0 1-968,1 11 0,-1 0 968,1-12 0,-1-1 0,0 1 0,0-1 258,0-1 1,1 4-259,0-2 0,1 6 0,0 4 0,0-1 0,0-4 0,1 8 0,-1-3 0,1 4-383,0-8 0,-1 5 0,1 0 0,-1-2 0,0-4 383,1 0 0,0-3 0,-1-3 0,0 3 0,1 0 0,1 12 0,1 1 0,-2-13 0,0 0 0,1 9 0,0-1 0,-1-15 0,-1-1 0,0 0 0,0-2 0,0 0 0,0-1 0,3 21 0,-3-9 0,1 1 0,0 7 0,-1-12 0,0-1 238,-1-5-238,0-3 1837,-1-4-1837,0 0 1752,-1-7-1752,0 0 1403,0-7-1403,0 0 504,0-2-504,0 0 0,0 0 0,0-1 0,1 0 0,-1-1 0,2-1 0,-1 1 0,0 0 0,-4-2 0,1-1 0,-5-3 0,4 0 0,-3-1 0,0-2 0,-1-1 0,-5-6 0,3 3 0,-3-4 0,-5-3 0,3 2 0,-4-3 0,6 6 0,3 6 0,-3-4 0,4 5 0,-3-3 0,3 2 0,3 2 0,0 0 0,3 3 0,0 1 0,1 0 0,0 1 0,0 0 0,-1-1 0,1 2 0,1 3 0,3 4 0,0 0 0,3 3 0,-1-2 0,12 14 0,-7-9 0,8 11 0,4 0 0,-11-12 0,9 10 0,-14-17 0,4-1 0,-2-3 0,4-2 0,3-9 0,-1 0 0,4-5 0,-4 1 0,-1-2 0,-1 1 0,0-1 0,-1 2 0,-2 0 0,0 2 0,-1 1 0,-2 2 0,0 1 0,-1 1 0,2 1 0,1-1 0,1 0 0,2 0 0,3-1 0,1 0 0,0 0 0,16-3 0,-10 3 0,13-4 0,-12 4 0</inkml:trace>
  <inkml:trace contextRef="#ctx0" brushRef="#br0" timeOffset="62444">24823 13225 5734,'-34'-7'0,"0"0"0,-8 2-532,7 1 532,-9 2 0,-2 1-737,19 1 1,0 0 736,-16 1 0,-2 1 0,3 2 0,2 1 0,9-1 0,-3 1 0,-11 3 0,-5 2 0,4 0-1038,9-2 1,1 2 1037,0-1 0,-3 1 0,2 1 0,-3 6 0,3 1-220,9-5 1,0 4 219,-6 7 0,-3 5 0,5-2 0,7-4 0,2 3 0,1 2 0,-2 6 0,1 1 0,5-4-189,2 0 1,4 2 188,1 3 0,0 7 0,2 1 0,2-7-419,4 2 0,3-2 419,-1 1 0,2 4 0,2-2 0,4-7 0,3-2 0,0-1 0,2 7 0,3-1 0,-3-6 0,1 2 0,2-1 0,3-1 0,2-2 0,0-1 0,3 5 0,1-1 0,-4-6 0,2 1 0,5-2 0,4-6 0,6-1 0,2-1 0,0-2 0,-5-2 0,-1 0 0,-3-3 0,4 1 0,2 0 0,5 1 0,2 0 0,-2-2 0,-7-5 0,8-8 0,-5-4 0,2 0 0,1-3 0,-2-2 0,1-3 0,-2 0 0,6-3 0,0-3 0,-9 3 0,2-3 0,0 0 0,-4 0 0,7-6 0,-3-1 0,-6 3 0,2-1 0,-4-1 0,0-3 0,-3 0 0,0-2 0,-2 0 0,-3 1 0,0-6 0,-6 0 0,-1-8 0,0-1 0,-2 5 0,-3 9 0,-2 3 0,1-3 0,1-8 0,0-4 0,-2 0 0,-4 5 0,-8-8 0,-5 7 0,2 8 0,-2 2 0,-3-9 0,-3 3 0,4 13 0,-2 2 0,1 1 0,-1 1 0,0 1 0,-1 1 0,-14-17 0,-1 4 0,2 2 0,-2 4 0,1 2 0,9 9 0,1 1 0,-11-9 0,-8-4 0</inkml:trace>
  <inkml:trace contextRef="#ctx0" brushRef="#br0" timeOffset="64843">24855 13059 5734,'-3'-1'0,"0"-1"0,3 0 0,-2-4 0,0 1 0,-2-3 0,-4-11 0,3 7 0,-3-10 0,4 10 0,0-2 0,-1-17 0,1 9 0,0-13 0,1 2 0,0 6 0,1-11 0,0 8 0,0 0 0,-2-12-836,1 9 0,-1-1 836,-1-6 0,0-2 0,0 11 0,1-1 0,1 7 0,-1 0 0,-1-8 0,0 0 0,-2-13 0,0 0 0,0 1 0,0 2-404,1 1 404,2 14 0,-1 0 0,-2-13-502,3 16 1,0-1 501,-2-7 0,1 2-565,0-1 565,1 2 0,-1-1 0,0-14 0,0 12 513,0-12-513,1 16 0,-1-13 0,1 9 0,0 8 0,-1-3 0,1-1 0,-1 0 0,1 5 0,-1-1 0,-1-11 0,-1 1 0,0 0 0,-1-11 0,2 14 0,0-8 0,0-1 0,1 0 0,-2-6 0,0 1 0,4 14 0,-1-4 260,1 16-260,2 10 1032,-2-3-1032,2 6 719,-1-2-719,1 6 992,0 0-992,0 0 128,1 2-128,0 0 0,-3 4 0,1 0 0,-4 2 0,-10 8 0,4-4 0,-14 13 0,12-11 0,-4 5 0,5-4 0,1 0 0,-1 1 0,1 0 0,1 0 0,-2 3 0,2-3 0,0-1 0,5-5 0,3-3 0,0-1 0,2-2 0,3-5 0,4-7 0,2-2 0,2-2 0,-2 2 0,0 0 0,1-2 0,0 0 0,0 0 0,3-6 0,-3 5 0,0-2 0,-3 6 0,-1 3 0,-1 0 0,1 1 0,-2 2 0,0-1 0,0 4 0,-2 1 0,1 0 0,-1 0 0,1 2 0,1 3 0,0 0 0,4 5 0,2 7 0,0-1 0,7 14 0,-5-9-396,4 6 396,-5-6 0,2 0 0,0 1 0,5 6 0,-5-6 0,12 20 0,-12-21 0,6 10 0,-8-16 0,1 2 0,-3-5 0,2 2 0,-5-5 0,1 0 0,-3-1 396,0 0-396,-1-2 0,-1 0 0,0 1 0,-1 5 0,0-2 0,1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283B06-93A5-4CF1-9190-ED206EC2E2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338C72-4999-48C0-AB5B-0D7ECB3C10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ED23FA-38C4-4877-A4F3-44A89ABE8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527F1-B930-4B63-9751-0E1C12DD33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6A5372-FD79-43E8-868A-53EB5C7128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94564C-648C-4C79-8A0A-58EFF40D43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CFEB2-3EF9-4169-AEFD-8D3EDB732A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2F739C-A2E5-404F-8652-069D8BE519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69A765-E141-4034-AAEC-8EF3730674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846CEF-3FB6-4A78-9CED-103A4F5F09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736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906D71-DEEB-4B05-8855-1B496596C50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.bin"/><Relationship Id="rId7" Type="http://schemas.openxmlformats.org/officeDocument/2006/relationships/customXml" Target="../ink/ink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png"/><Relationship Id="rId4" Type="http://schemas.openxmlformats.org/officeDocument/2006/relationships/image" Target="../media/image7.wmf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customXml" Target="../ink/ink4.xml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7.wmf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customXml" Target="../ink/ink6.xml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oleObject" Target="../embeddings/oleObject20.bin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8.wmf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customXml" Target="../ink/ink8.xml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1.png"/><Relationship Id="rId4" Type="http://schemas.openxmlformats.org/officeDocument/2006/relationships/image" Target="../media/image38.wmf"/><Relationship Id="rId9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customXml" Target="../ink/ink10.xml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4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68.png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65.wmf"/><Relationship Id="rId17" Type="http://schemas.openxmlformats.org/officeDocument/2006/relationships/customXml" Target="../ink/ink1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6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DSP: Inverse Z Transform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6/29/21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Inverse Z-Transform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Formal inverse z-transform is based on a Cauchy integral</a:t>
            </a:r>
          </a:p>
          <a:p>
            <a:r>
              <a:rPr lang="en-US"/>
              <a:t>Less formal ways sufficient most of the time</a:t>
            </a:r>
          </a:p>
          <a:p>
            <a:pPr lvl="1"/>
            <a:r>
              <a:rPr lang="en-US"/>
              <a:t>Inspection method</a:t>
            </a:r>
          </a:p>
          <a:p>
            <a:pPr lvl="1"/>
            <a:r>
              <a:rPr lang="en-US"/>
              <a:t>Partial fraction expansion</a:t>
            </a:r>
          </a:p>
          <a:p>
            <a:pPr lvl="1"/>
            <a:r>
              <a:rPr lang="en-US"/>
              <a:t>Power series expansion</a:t>
            </a:r>
          </a:p>
          <a:p>
            <a:r>
              <a:rPr lang="en-US"/>
              <a:t>Inspection Method</a:t>
            </a:r>
          </a:p>
          <a:p>
            <a:pPr lvl="1"/>
            <a:r>
              <a:rPr lang="en-US"/>
              <a:t>Make use of known z-transform pairs such as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Example: The inverse z-transform of</a:t>
            </a:r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582821"/>
              </p:ext>
            </p:extLst>
          </p:nvPr>
        </p:nvGraphicFramePr>
        <p:xfrm>
          <a:off x="2894013" y="3799507"/>
          <a:ext cx="38766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0" name="Equation" r:id="rId3" imgW="2222280" imgH="406080" progId="Equation.3">
                  <p:embed/>
                </p:oleObj>
              </mc:Choice>
              <mc:Fallback>
                <p:oleObj name="Equation" r:id="rId3" imgW="222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3799507"/>
                        <a:ext cx="387667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83474"/>
              </p:ext>
            </p:extLst>
          </p:nvPr>
        </p:nvGraphicFramePr>
        <p:xfrm>
          <a:off x="1546225" y="5201245"/>
          <a:ext cx="602773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name="Equation" r:id="rId5" imgW="3454200" imgH="634680" progId="Equation.3">
                  <p:embed/>
                </p:oleObj>
              </mc:Choice>
              <mc:Fallback>
                <p:oleObj name="Equation" r:id="rId5" imgW="345420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5201245"/>
                        <a:ext cx="602773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679ACE-EEBE-9E4B-BDD5-E3C3B2B81509}"/>
                  </a:ext>
                </a:extLst>
              </p14:cNvPr>
              <p14:cNvContentPartPr/>
              <p14:nvPr/>
            </p14:nvContentPartPr>
            <p14:xfrm>
              <a:off x="754200" y="885600"/>
              <a:ext cx="7729560" cy="5717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679ACE-EEBE-9E4B-BDD5-E3C3B2B815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4840" y="876240"/>
                <a:ext cx="7748280" cy="57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758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6944" cy="432048"/>
          </a:xfrm>
        </p:spPr>
        <p:txBody>
          <a:bodyPr/>
          <a:lstStyle/>
          <a:p>
            <a:r>
              <a:rPr lang="en-US" sz="2400" dirty="0"/>
              <a:t>Inverse Z-Transform by Partial Fraction Expansion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711200"/>
            <a:ext cx="8610600" cy="5461000"/>
          </a:xfrm>
        </p:spPr>
        <p:txBody>
          <a:bodyPr/>
          <a:lstStyle/>
          <a:p>
            <a:r>
              <a:rPr lang="en-US"/>
              <a:t>Assume that a given z-transform can be expressed as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Apply partial fractional expansion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First term exist only if M&gt;N</a:t>
            </a:r>
          </a:p>
          <a:p>
            <a:pPr lvl="1"/>
            <a:r>
              <a:rPr lang="en-US"/>
              <a:t>B</a:t>
            </a:r>
            <a:r>
              <a:rPr lang="en-US" baseline="-25000"/>
              <a:t>r</a:t>
            </a:r>
            <a:r>
              <a:rPr lang="en-US"/>
              <a:t> is obtained by long division</a:t>
            </a:r>
          </a:p>
          <a:p>
            <a:r>
              <a:rPr lang="en-US"/>
              <a:t>Second term represents all first order poles</a:t>
            </a:r>
          </a:p>
          <a:p>
            <a:r>
              <a:rPr lang="en-US"/>
              <a:t>Third term represents an order s pole </a:t>
            </a:r>
          </a:p>
          <a:p>
            <a:pPr lvl="1"/>
            <a:r>
              <a:rPr lang="en-US"/>
              <a:t>There will be a similar term for every high-order pole </a:t>
            </a:r>
          </a:p>
          <a:p>
            <a:r>
              <a:rPr lang="en-US"/>
              <a:t>Each term can be inverse transformed by inspection</a:t>
            </a: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3487738" y="1119188"/>
          <a:ext cx="1892300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Equation" r:id="rId3" imgW="1079280" imgH="838080" progId="Equation.3">
                  <p:embed/>
                </p:oleObj>
              </mc:Choice>
              <mc:Fallback>
                <p:oleObj name="Equation" r:id="rId3" imgW="10792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1119188"/>
                        <a:ext cx="1892300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1871663" y="3014663"/>
          <a:ext cx="569912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Equation" r:id="rId5" imgW="3251160" imgH="482400" progId="Equation.3">
                  <p:embed/>
                </p:oleObj>
              </mc:Choice>
              <mc:Fallback>
                <p:oleObj name="Equation" r:id="rId5" imgW="3251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014663"/>
                        <a:ext cx="5699125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0F40B7-0E3B-C14A-870A-96D44990D8D2}"/>
                  </a:ext>
                </a:extLst>
              </p14:cNvPr>
              <p14:cNvContentPartPr/>
              <p14:nvPr/>
            </p14:nvContentPartPr>
            <p14:xfrm>
              <a:off x="87120" y="814320"/>
              <a:ext cx="8847000" cy="4948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0F40B7-0E3B-C14A-870A-96D44990D8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760" y="804960"/>
                <a:ext cx="8865720" cy="496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153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Partial Fractional Expression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771525"/>
            <a:ext cx="8610600" cy="540067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Coefficients are given as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Easier to understand with examples</a:t>
            </a:r>
          </a:p>
          <a:p>
            <a:pPr>
              <a:buFontTx/>
              <a:buNone/>
            </a:pPr>
            <a:endParaRPr lang="en-US"/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674882"/>
              </p:ext>
            </p:extLst>
          </p:nvPr>
        </p:nvGraphicFramePr>
        <p:xfrm>
          <a:off x="1981200" y="1142702"/>
          <a:ext cx="56991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8" name="Equation" r:id="rId3" imgW="3251160" imgH="482400" progId="Equation.3">
                  <p:embed/>
                </p:oleObj>
              </mc:Choice>
              <mc:Fallback>
                <p:oleObj name="Equation" r:id="rId3" imgW="3251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42702"/>
                        <a:ext cx="569912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3462338" y="2928938"/>
          <a:ext cx="27876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9" name="Equation" r:id="rId5" imgW="1600200" imgH="279360" progId="Equation.3">
                  <p:embed/>
                </p:oleObj>
              </mc:Choice>
              <mc:Fallback>
                <p:oleObj name="Equation" r:id="rId5" imgW="16002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8" y="2928938"/>
                        <a:ext cx="278765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1903413" y="3914775"/>
          <a:ext cx="62706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0" name="Equation" r:id="rId7" imgW="3581280" imgH="507960" progId="Equation.3">
                  <p:embed/>
                </p:oleObj>
              </mc:Choice>
              <mc:Fallback>
                <p:oleObj name="Equation" r:id="rId7" imgW="35812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3914775"/>
                        <a:ext cx="62706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D0A62A-BCBC-8045-81FD-97AC706F34CE}"/>
                  </a:ext>
                </a:extLst>
              </p14:cNvPr>
              <p14:cNvContentPartPr/>
              <p14:nvPr/>
            </p14:nvContentPartPr>
            <p14:xfrm>
              <a:off x="4733640" y="1602000"/>
              <a:ext cx="668880" cy="371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D0A62A-BCBC-8045-81FD-97AC706F34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24280" y="1592640"/>
                <a:ext cx="687600" cy="39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58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57200"/>
            <a:ext cx="8496944" cy="379512"/>
          </a:xfrm>
        </p:spPr>
        <p:txBody>
          <a:bodyPr/>
          <a:lstStyle/>
          <a:p>
            <a:r>
              <a:rPr lang="en-US" dirty="0"/>
              <a:t>Example: 2</a:t>
            </a:r>
            <a:r>
              <a:rPr lang="en-US" baseline="30000" dirty="0"/>
              <a:t>nd</a:t>
            </a:r>
            <a:r>
              <a:rPr lang="en-US" dirty="0"/>
              <a:t> Order Z-Transform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25960"/>
            <a:ext cx="8610600" cy="4183360"/>
          </a:xfrm>
        </p:spPr>
        <p:txBody>
          <a:bodyPr/>
          <a:lstStyle/>
          <a:p>
            <a:pPr lvl="1"/>
            <a:r>
              <a:rPr lang="en-US" dirty="0"/>
              <a:t>Order of nominator is smaller than denominator (in terms of z</a:t>
            </a:r>
            <a:r>
              <a:rPr lang="en-US" baseline="30000" dirty="0"/>
              <a:t>-1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 higher order pole</a:t>
            </a:r>
          </a:p>
          <a:p>
            <a:pPr lvl="1"/>
            <a:endParaRPr lang="en-US" dirty="0"/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074014"/>
              </p:ext>
            </p:extLst>
          </p:nvPr>
        </p:nvGraphicFramePr>
        <p:xfrm>
          <a:off x="1917700" y="959123"/>
          <a:ext cx="5402263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2" name="Equation" r:id="rId3" imgW="3174840" imgH="647640" progId="Equation.3">
                  <p:embed/>
                </p:oleObj>
              </mc:Choice>
              <mc:Fallback>
                <p:oleObj name="Equation" r:id="rId3" imgW="317484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959123"/>
                        <a:ext cx="5402263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180379"/>
              </p:ext>
            </p:extLst>
          </p:nvPr>
        </p:nvGraphicFramePr>
        <p:xfrm>
          <a:off x="2611438" y="2784748"/>
          <a:ext cx="371633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Equation" r:id="rId5" imgW="2184120" imgH="647640" progId="Equation.3">
                  <p:embed/>
                </p:oleObj>
              </mc:Choice>
              <mc:Fallback>
                <p:oleObj name="Equation" r:id="rId5" imgW="218412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2784748"/>
                        <a:ext cx="3716337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278425"/>
              </p:ext>
            </p:extLst>
          </p:nvPr>
        </p:nvGraphicFramePr>
        <p:xfrm>
          <a:off x="1965325" y="4059510"/>
          <a:ext cx="5441950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Equation" r:id="rId7" imgW="3124080" imgH="761760" progId="Equation.3">
                  <p:embed/>
                </p:oleObj>
              </mc:Choice>
              <mc:Fallback>
                <p:oleObj name="Equation" r:id="rId7" imgW="3124080" imgH="761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4059510"/>
                        <a:ext cx="5441950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740884"/>
              </p:ext>
            </p:extLst>
          </p:nvPr>
        </p:nvGraphicFramePr>
        <p:xfrm>
          <a:off x="1973263" y="5340623"/>
          <a:ext cx="5286375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Equation" r:id="rId9" imgW="3035160" imgH="761760" progId="Equation.3">
                  <p:embed/>
                </p:oleObj>
              </mc:Choice>
              <mc:Fallback>
                <p:oleObj name="Equation" r:id="rId9" imgW="3035160" imgH="761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5340623"/>
                        <a:ext cx="5286375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45704C-B725-A843-9047-B58696387437}"/>
                  </a:ext>
                </a:extLst>
              </p14:cNvPr>
              <p14:cNvContentPartPr/>
              <p14:nvPr/>
            </p14:nvContentPartPr>
            <p14:xfrm>
              <a:off x="276480" y="590040"/>
              <a:ext cx="8811720" cy="532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45704C-B725-A843-9047-B5869638743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7120" y="580680"/>
                <a:ext cx="8830440" cy="534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6859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75320"/>
            <a:ext cx="8496944" cy="533400"/>
          </a:xfrm>
        </p:spPr>
        <p:txBody>
          <a:bodyPr/>
          <a:lstStyle/>
          <a:p>
            <a:r>
              <a:rPr lang="en-US" dirty="0"/>
              <a:t>Example Continued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92338"/>
            <a:ext cx="8610600" cy="2349500"/>
          </a:xfrm>
        </p:spPr>
        <p:txBody>
          <a:bodyPr/>
          <a:lstStyle/>
          <a:p>
            <a:r>
              <a:rPr lang="en-US"/>
              <a:t>ROC extends to infinity </a:t>
            </a:r>
          </a:p>
          <a:p>
            <a:pPr lvl="1"/>
            <a:r>
              <a:rPr lang="en-US"/>
              <a:t>Indicates right sided sequence</a:t>
            </a:r>
          </a:p>
        </p:txBody>
      </p:sp>
      <p:graphicFrame>
        <p:nvGraphicFramePr>
          <p:cNvPr id="8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603713"/>
              </p:ext>
            </p:extLst>
          </p:nvPr>
        </p:nvGraphicFramePr>
        <p:xfrm>
          <a:off x="1946275" y="1031131"/>
          <a:ext cx="50768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6" name="Equation" r:id="rId3" imgW="2984400" imgH="647640" progId="Equation.3">
                  <p:embed/>
                </p:oleObj>
              </mc:Choice>
              <mc:Fallback>
                <p:oleObj name="Equation" r:id="rId3" imgW="298440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1031131"/>
                        <a:ext cx="50768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1089025" y="3719513"/>
          <a:ext cx="31924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Equation" r:id="rId5" imgW="1828800" imgH="482400" progId="Equation.3">
                  <p:embed/>
                </p:oleObj>
              </mc:Choice>
              <mc:Fallback>
                <p:oleObj name="Equation" r:id="rId5" imgW="1828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3719513"/>
                        <a:ext cx="319246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04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0" y="2700362"/>
            <a:ext cx="3732213" cy="353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356BAA-A9B1-7646-9258-4D7E9625C1B9}"/>
                  </a:ext>
                </a:extLst>
              </p14:cNvPr>
              <p14:cNvContentPartPr/>
              <p14:nvPr/>
            </p14:nvContentPartPr>
            <p14:xfrm>
              <a:off x="344520" y="380160"/>
              <a:ext cx="8517600" cy="628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356BAA-A9B1-7646-9258-4D7E9625C1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5160" y="370800"/>
                <a:ext cx="8536320" cy="63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692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#2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71675"/>
            <a:ext cx="8610600" cy="4200525"/>
          </a:xfrm>
        </p:spPr>
        <p:txBody>
          <a:bodyPr/>
          <a:lstStyle/>
          <a:p>
            <a:r>
              <a:rPr lang="en-US"/>
              <a:t>Long division to obtain B</a:t>
            </a:r>
            <a:r>
              <a:rPr lang="en-US" baseline="-25000"/>
              <a:t>o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087979"/>
              </p:ext>
            </p:extLst>
          </p:nvPr>
        </p:nvGraphicFramePr>
        <p:xfrm>
          <a:off x="1660525" y="908720"/>
          <a:ext cx="64357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0" name="Equation" r:id="rId3" imgW="3797280" imgH="698400" progId="Equation.3">
                  <p:embed/>
                </p:oleObj>
              </mc:Choice>
              <mc:Fallback>
                <p:oleObj name="Equation" r:id="rId3" imgW="37972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908720"/>
                        <a:ext cx="643572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493713" y="2717800"/>
          <a:ext cx="363696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1" name="Equation" r:id="rId5" imgW="2145960" imgH="1168200" progId="Equation.3">
                  <p:embed/>
                </p:oleObj>
              </mc:Choice>
              <mc:Fallback>
                <p:oleObj name="Equation" r:id="rId5" imgW="2145960" imgH="116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2717800"/>
                        <a:ext cx="3636962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5062538" y="2347913"/>
          <a:ext cx="3443287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2" name="Equation" r:id="rId7" imgW="2031840" imgH="660240" progId="Equation.3">
                  <p:embed/>
                </p:oleObj>
              </mc:Choice>
              <mc:Fallback>
                <p:oleObj name="Equation" r:id="rId7" imgW="203184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8" y="2347913"/>
                        <a:ext cx="3443287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/>
          <p:cNvGraphicFramePr>
            <a:graphicFrameLocks noChangeAspect="1"/>
          </p:cNvGraphicFramePr>
          <p:nvPr/>
        </p:nvGraphicFramePr>
        <p:xfrm>
          <a:off x="5099050" y="3590925"/>
          <a:ext cx="34353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3" name="Equation" r:id="rId9" imgW="2019240" imgH="596880" progId="Equation.3">
                  <p:embed/>
                </p:oleObj>
              </mc:Choice>
              <mc:Fallback>
                <p:oleObj name="Equation" r:id="rId9" imgW="201924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0" y="3590925"/>
                        <a:ext cx="34353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798513" y="4967288"/>
          <a:ext cx="34734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4" name="Equation" r:id="rId11" imgW="1993680" imgH="558720" progId="Equation.3">
                  <p:embed/>
                </p:oleObj>
              </mc:Choice>
              <mc:Fallback>
                <p:oleObj name="Equation" r:id="rId11" imgW="199368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4967288"/>
                        <a:ext cx="34734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10"/>
          <p:cNvGraphicFramePr>
            <a:graphicFrameLocks noChangeAspect="1"/>
          </p:cNvGraphicFramePr>
          <p:nvPr/>
        </p:nvGraphicFramePr>
        <p:xfrm>
          <a:off x="5072063" y="5191125"/>
          <a:ext cx="29416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5" name="Equation" r:id="rId13" imgW="1688760" imgH="291960" progId="Equation.3">
                  <p:embed/>
                </p:oleObj>
              </mc:Choice>
              <mc:Fallback>
                <p:oleObj name="Equation" r:id="rId13" imgW="16887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5191125"/>
                        <a:ext cx="29416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9D89EF-30D7-8340-BBA9-4ACDB2622BCF}"/>
                  </a:ext>
                </a:extLst>
              </p14:cNvPr>
              <p14:cNvContentPartPr/>
              <p14:nvPr/>
            </p14:nvContentPartPr>
            <p14:xfrm>
              <a:off x="825120" y="426960"/>
              <a:ext cx="7839360" cy="420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9D89EF-30D7-8340-BBA9-4ACDB2622BC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5760" y="417600"/>
                <a:ext cx="7858080" cy="42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641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 Continued</a:t>
            </a:r>
          </a:p>
        </p:txBody>
      </p:sp>
      <p:sp>
        <p:nvSpPr>
          <p:cNvPr id="89091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304800" y="2008188"/>
            <a:ext cx="8610600" cy="4164012"/>
          </a:xfrm>
        </p:spPr>
        <p:txBody>
          <a:bodyPr/>
          <a:lstStyle/>
          <a:p>
            <a:r>
              <a:rPr lang="en-US"/>
              <a:t>ROC extends to infinity</a:t>
            </a:r>
          </a:p>
          <a:p>
            <a:pPr lvl="1"/>
            <a:r>
              <a:rPr lang="en-US"/>
              <a:t>Indicates right-sides sequence</a:t>
            </a:r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194320"/>
              </p:ext>
            </p:extLst>
          </p:nvPr>
        </p:nvGraphicFramePr>
        <p:xfrm>
          <a:off x="2459038" y="972840"/>
          <a:ext cx="451643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4" name="Equation" r:id="rId3" imgW="2654280" imgH="596880" progId="Equation.3">
                  <p:embed/>
                </p:oleObj>
              </mc:Choice>
              <mc:Fallback>
                <p:oleObj name="Equation" r:id="rId3" imgW="265428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972840"/>
                        <a:ext cx="451643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879475" y="3621088"/>
          <a:ext cx="36369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5" name="Equation" r:id="rId5" imgW="2082600" imgH="482400" progId="Equation.3">
                  <p:embed/>
                </p:oleObj>
              </mc:Choice>
              <mc:Fallback>
                <p:oleObj name="Equation" r:id="rId5" imgW="20826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3621088"/>
                        <a:ext cx="363696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909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5" y="2011363"/>
            <a:ext cx="3462338" cy="336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C065B0-5881-094D-A68F-1A3AFF72C01C}"/>
                  </a:ext>
                </a:extLst>
              </p14:cNvPr>
              <p14:cNvContentPartPr/>
              <p14:nvPr/>
            </p14:nvContentPartPr>
            <p14:xfrm>
              <a:off x="963360" y="918360"/>
              <a:ext cx="8087400" cy="416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C065B0-5881-094D-A68F-1A3AFF72C0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4000" y="909000"/>
                <a:ext cx="8106120" cy="41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4805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Inverse Z-Transform by Power Series Expansion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z-transform is power series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In expanded form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Z-transforms of this form can generally be inversed easily</a:t>
            </a:r>
          </a:p>
          <a:p>
            <a:r>
              <a:rPr lang="en-US"/>
              <a:t>Especially useful for finite-length series</a:t>
            </a:r>
          </a:p>
          <a:p>
            <a:r>
              <a:rPr lang="en-US"/>
              <a:t>Example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065664"/>
              </p:ext>
            </p:extLst>
          </p:nvPr>
        </p:nvGraphicFramePr>
        <p:xfrm>
          <a:off x="3302000" y="1412776"/>
          <a:ext cx="2124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8" name="Equation" r:id="rId3" imgW="1218960" imgH="431640" progId="Equation.3">
                  <p:embed/>
                </p:oleObj>
              </mc:Choice>
              <mc:Fallback>
                <p:oleObj name="Equation" r:id="rId3" imgW="1218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1412776"/>
                        <a:ext cx="2124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113579"/>
              </p:ext>
            </p:extLst>
          </p:nvPr>
        </p:nvGraphicFramePr>
        <p:xfrm>
          <a:off x="1023938" y="2670498"/>
          <a:ext cx="72342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9" name="Equation" r:id="rId5" imgW="4152600" imgH="228600" progId="Equation.3">
                  <p:embed/>
                </p:oleObj>
              </mc:Choice>
              <mc:Fallback>
                <p:oleObj name="Equation" r:id="rId5" imgW="4152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2670498"/>
                        <a:ext cx="7234237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015336"/>
              </p:ext>
            </p:extLst>
          </p:nvPr>
        </p:nvGraphicFramePr>
        <p:xfrm>
          <a:off x="776288" y="4344689"/>
          <a:ext cx="4202112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0" name="Equation" r:id="rId7" imgW="2412720" imgH="863280" progId="Equation.3">
                  <p:embed/>
                </p:oleObj>
              </mc:Choice>
              <mc:Fallback>
                <p:oleObj name="Equation" r:id="rId7" imgW="241272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4344689"/>
                        <a:ext cx="4202112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003913"/>
              </p:ext>
            </p:extLst>
          </p:nvPr>
        </p:nvGraphicFramePr>
        <p:xfrm>
          <a:off x="750888" y="5903614"/>
          <a:ext cx="49815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1" name="Equation" r:id="rId9" imgW="2920680" imgH="406080" progId="Equation.3">
                  <p:embed/>
                </p:oleObj>
              </mc:Choice>
              <mc:Fallback>
                <p:oleObj name="Equation" r:id="rId9" imgW="29206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5903614"/>
                        <a:ext cx="498157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538897"/>
              </p:ext>
            </p:extLst>
          </p:nvPr>
        </p:nvGraphicFramePr>
        <p:xfrm>
          <a:off x="6043613" y="4420319"/>
          <a:ext cx="233997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2" name="Equation" r:id="rId11" imgW="1384200" imgH="1244520" progId="Equation.3">
                  <p:embed/>
                </p:oleObj>
              </mc:Choice>
              <mc:Fallback>
                <p:oleObj name="Equation" r:id="rId11" imgW="1384200" imgH="1244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3" y="4420319"/>
                        <a:ext cx="2339975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E7FB09-C8D4-AC45-9F6F-9D4618C35523}"/>
                  </a:ext>
                </a:extLst>
              </p14:cNvPr>
              <p14:cNvContentPartPr/>
              <p14:nvPr/>
            </p14:nvContentPartPr>
            <p14:xfrm>
              <a:off x="337680" y="2451960"/>
              <a:ext cx="7057080" cy="359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E7FB09-C8D4-AC45-9F6F-9D4618C3552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8320" y="2442600"/>
                <a:ext cx="7075800" cy="361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86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Z-Transform Properties: Linearity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Notation</a:t>
            </a:r>
          </a:p>
          <a:p>
            <a:endParaRPr lang="en-US" sz="1800" dirty="0"/>
          </a:p>
          <a:p>
            <a:r>
              <a:rPr lang="en-US" sz="1800" dirty="0"/>
              <a:t>Linearity</a:t>
            </a:r>
          </a:p>
          <a:p>
            <a:endParaRPr lang="en-US" sz="1800" dirty="0"/>
          </a:p>
          <a:p>
            <a:endParaRPr lang="en-US" sz="1800" dirty="0"/>
          </a:p>
          <a:p>
            <a:pPr lvl="1"/>
            <a:r>
              <a:rPr lang="en-US" sz="1800" dirty="0"/>
              <a:t>Note that the ROC of combined sequence may be larger than either ROC</a:t>
            </a:r>
          </a:p>
          <a:p>
            <a:pPr lvl="1"/>
            <a:r>
              <a:rPr lang="en-US" sz="1800" dirty="0"/>
              <a:t>This would happen if some pole/zero cancellation occurs</a:t>
            </a:r>
          </a:p>
          <a:p>
            <a:pPr lvl="1"/>
            <a:r>
              <a:rPr lang="en-US" sz="1800" dirty="0"/>
              <a:t>Example: </a:t>
            </a:r>
          </a:p>
          <a:p>
            <a:pPr lvl="1"/>
            <a:endParaRPr lang="en-US" sz="1800" dirty="0"/>
          </a:p>
          <a:p>
            <a:pPr lvl="2"/>
            <a:r>
              <a:rPr lang="en-US" sz="1800" dirty="0"/>
              <a:t>Both sequences are right-sided</a:t>
            </a:r>
          </a:p>
          <a:p>
            <a:pPr lvl="2"/>
            <a:r>
              <a:rPr lang="en-US" sz="1800" dirty="0"/>
              <a:t>Both sequences have a pole z=a</a:t>
            </a:r>
          </a:p>
          <a:p>
            <a:pPr lvl="2"/>
            <a:r>
              <a:rPr lang="en-US" sz="1800" dirty="0"/>
              <a:t>Both have a ROC defined as |z|&gt;|a|</a:t>
            </a:r>
          </a:p>
          <a:p>
            <a:pPr lvl="2"/>
            <a:r>
              <a:rPr lang="en-US" sz="1800" dirty="0"/>
              <a:t>In the combined sequence the pole at z=a cancels with a zero at z=a</a:t>
            </a:r>
          </a:p>
          <a:p>
            <a:pPr lvl="2"/>
            <a:r>
              <a:rPr lang="en-US" sz="1800" dirty="0"/>
              <a:t>The combined ROC is the entire z plane except z=0</a:t>
            </a:r>
          </a:p>
          <a:p>
            <a:r>
              <a:rPr lang="en-US" sz="1800" dirty="0"/>
              <a:t>We did make use of this property already, where?</a:t>
            </a: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088287"/>
              </p:ext>
            </p:extLst>
          </p:nvPr>
        </p:nvGraphicFramePr>
        <p:xfrm>
          <a:off x="2424113" y="1163092"/>
          <a:ext cx="436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2" name="Equation" r:id="rId3" imgW="2539800" imgH="228600" progId="Equation.3">
                  <p:embed/>
                </p:oleObj>
              </mc:Choice>
              <mc:Fallback>
                <p:oleObj name="Equation" r:id="rId3" imgW="2539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163092"/>
                        <a:ext cx="4368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26011"/>
              </p:ext>
            </p:extLst>
          </p:nvPr>
        </p:nvGraphicFramePr>
        <p:xfrm>
          <a:off x="858838" y="2270770"/>
          <a:ext cx="77327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3" name="Equation" r:id="rId5" imgW="4495680" imgH="253800" progId="Equation.3">
                  <p:embed/>
                </p:oleObj>
              </mc:Choice>
              <mc:Fallback>
                <p:oleObj name="Equation" r:id="rId5" imgW="4495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2270770"/>
                        <a:ext cx="77327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869118"/>
              </p:ext>
            </p:extLst>
          </p:nvPr>
        </p:nvGraphicFramePr>
        <p:xfrm>
          <a:off x="3041650" y="3606601"/>
          <a:ext cx="27940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4" name="Equation" r:id="rId7" imgW="1600200" imgH="228600" progId="Equation.3">
                  <p:embed/>
                </p:oleObj>
              </mc:Choice>
              <mc:Fallback>
                <p:oleObj name="Equation" r:id="rId7" imgW="1600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3606601"/>
                        <a:ext cx="27940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44F30E-0991-9047-A933-513F98F2D190}"/>
                  </a:ext>
                </a:extLst>
              </p14:cNvPr>
              <p14:cNvContentPartPr/>
              <p14:nvPr/>
            </p14:nvContentPartPr>
            <p14:xfrm>
              <a:off x="1039680" y="1794600"/>
              <a:ext cx="7761240" cy="165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44F30E-0991-9047-A933-513F98F2D1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0320" y="1785240"/>
                <a:ext cx="7779960" cy="16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8773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Z-Transform Properties: Time Shifting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74415"/>
            <a:ext cx="8610600" cy="2211388"/>
          </a:xfrm>
        </p:spPr>
        <p:txBody>
          <a:bodyPr/>
          <a:lstStyle/>
          <a:p>
            <a:r>
              <a:rPr lang="en-US" dirty="0"/>
              <a:t>Here n</a:t>
            </a:r>
            <a:r>
              <a:rPr lang="en-US" baseline="-25000" dirty="0"/>
              <a:t>o</a:t>
            </a:r>
            <a:r>
              <a:rPr lang="en-US" dirty="0"/>
              <a:t> is an integer</a:t>
            </a:r>
          </a:p>
          <a:p>
            <a:pPr lvl="1"/>
            <a:r>
              <a:rPr lang="en-US" dirty="0"/>
              <a:t>If positive the sequence is shifted right</a:t>
            </a:r>
          </a:p>
          <a:p>
            <a:pPr lvl="1"/>
            <a:r>
              <a:rPr lang="en-US" dirty="0"/>
              <a:t>If negative the sequence is shifted left</a:t>
            </a:r>
          </a:p>
          <a:p>
            <a:r>
              <a:rPr lang="en-US" dirty="0"/>
              <a:t>The ROC can change the new term may</a:t>
            </a:r>
          </a:p>
          <a:p>
            <a:pPr lvl="1"/>
            <a:r>
              <a:rPr lang="en-US" dirty="0"/>
              <a:t>Add or remove poles at z=0 or z=</a:t>
            </a:r>
            <a:r>
              <a:rPr lang="en-US" dirty="0">
                <a:sym typeface="Symbol" pitchFamily="18" charset="2"/>
              </a:rPr>
              <a:t></a:t>
            </a:r>
          </a:p>
          <a:p>
            <a:r>
              <a:rPr lang="en-US" dirty="0">
                <a:sym typeface="Symbol" pitchFamily="18" charset="2"/>
              </a:rPr>
              <a:t>Example</a:t>
            </a:r>
          </a:p>
          <a:p>
            <a:pPr lvl="1"/>
            <a:endParaRPr lang="en-US" dirty="0"/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002954"/>
              </p:ext>
            </p:extLst>
          </p:nvPr>
        </p:nvGraphicFramePr>
        <p:xfrm>
          <a:off x="2074863" y="1321965"/>
          <a:ext cx="53514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6" name="Equation" r:id="rId3" imgW="3111480" imgH="253800" progId="Equation.3">
                  <p:embed/>
                </p:oleObj>
              </mc:Choice>
              <mc:Fallback>
                <p:oleObj name="Equation" r:id="rId3" imgW="3111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1321965"/>
                        <a:ext cx="53514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644036"/>
              </p:ext>
            </p:extLst>
          </p:nvPr>
        </p:nvGraphicFramePr>
        <p:xfrm>
          <a:off x="2293938" y="3811165"/>
          <a:ext cx="440213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7" name="Equation" r:id="rId5" imgW="2527200" imgH="787320" progId="Equation.3">
                  <p:embed/>
                </p:oleObj>
              </mc:Choice>
              <mc:Fallback>
                <p:oleObj name="Equation" r:id="rId5" imgW="252720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3811165"/>
                        <a:ext cx="4402137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637051"/>
              </p:ext>
            </p:extLst>
          </p:nvPr>
        </p:nvGraphicFramePr>
        <p:xfrm>
          <a:off x="3289300" y="5539953"/>
          <a:ext cx="235108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8" name="Equation" r:id="rId7" imgW="1346040" imgH="482400" progId="Equation.3">
                  <p:embed/>
                </p:oleObj>
              </mc:Choice>
              <mc:Fallback>
                <p:oleObj name="Equation" r:id="rId7" imgW="1346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5539953"/>
                        <a:ext cx="2351088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814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Z-Transform Properties: Multiplication by Exponential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31094"/>
            <a:ext cx="8610600" cy="4794250"/>
          </a:xfrm>
        </p:spPr>
        <p:txBody>
          <a:bodyPr/>
          <a:lstStyle/>
          <a:p>
            <a:r>
              <a:rPr lang="en-US"/>
              <a:t>ROC is scaled by |z</a:t>
            </a:r>
            <a:r>
              <a:rPr lang="en-US" baseline="-25000"/>
              <a:t>o</a:t>
            </a:r>
            <a:r>
              <a:rPr lang="en-US"/>
              <a:t>|</a:t>
            </a:r>
          </a:p>
          <a:p>
            <a:r>
              <a:rPr lang="en-US"/>
              <a:t>All pole/zero locations are scaled</a:t>
            </a:r>
          </a:p>
          <a:p>
            <a:r>
              <a:rPr lang="en-US"/>
              <a:t>If z</a:t>
            </a:r>
            <a:r>
              <a:rPr lang="en-US" baseline="-25000"/>
              <a:t>o</a:t>
            </a:r>
            <a:r>
              <a:rPr lang="en-US"/>
              <a:t> is a positive real number: z-plane shrinks or expands</a:t>
            </a:r>
          </a:p>
          <a:p>
            <a:r>
              <a:rPr lang="en-US"/>
              <a:t>If z</a:t>
            </a:r>
            <a:r>
              <a:rPr lang="en-US" baseline="-25000"/>
              <a:t>o</a:t>
            </a:r>
            <a:r>
              <a:rPr lang="en-US"/>
              <a:t> is a complex number with unit magnitude it rotates</a:t>
            </a:r>
          </a:p>
          <a:p>
            <a:r>
              <a:rPr lang="en-US"/>
              <a:t>Example: We know the z-transform pair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Let’s find the z-transform of </a:t>
            </a:r>
          </a:p>
          <a:p>
            <a:endParaRPr lang="en-US"/>
          </a:p>
          <a:p>
            <a:pPr>
              <a:buFontTx/>
              <a:buNone/>
            </a:pPr>
            <a:endParaRPr lang="en-US"/>
          </a:p>
        </p:txBody>
      </p:sp>
      <p:graphicFrame>
        <p:nvGraphicFramePr>
          <p:cNvPr id="93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736123"/>
              </p:ext>
            </p:extLst>
          </p:nvPr>
        </p:nvGraphicFramePr>
        <p:xfrm>
          <a:off x="2032000" y="1261864"/>
          <a:ext cx="5438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0" name="Equation" r:id="rId3" imgW="3162240" imgH="253800" progId="Equation.3">
                  <p:embed/>
                </p:oleObj>
              </mc:Choice>
              <mc:Fallback>
                <p:oleObj name="Equation" r:id="rId3" imgW="31622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261864"/>
                        <a:ext cx="54387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632164"/>
              </p:ext>
            </p:extLst>
          </p:nvPr>
        </p:nvGraphicFramePr>
        <p:xfrm>
          <a:off x="2259013" y="3632919"/>
          <a:ext cx="48926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1" name="Equation" r:id="rId5" imgW="2844720" imgH="406080" progId="Equation.3">
                  <p:embed/>
                </p:oleObj>
              </mc:Choice>
              <mc:Fallback>
                <p:oleObj name="Equation" r:id="rId5" imgW="28447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3632919"/>
                        <a:ext cx="48926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981620"/>
              </p:ext>
            </p:extLst>
          </p:nvPr>
        </p:nvGraphicFramePr>
        <p:xfrm>
          <a:off x="1598613" y="4688607"/>
          <a:ext cx="604996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2" name="Equation" r:id="rId7" imgW="3517560" imgH="406080" progId="Equation.3">
                  <p:embed/>
                </p:oleObj>
              </mc:Choice>
              <mc:Fallback>
                <p:oleObj name="Equation" r:id="rId7" imgW="3517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688607"/>
                        <a:ext cx="604996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054899"/>
              </p:ext>
            </p:extLst>
          </p:nvPr>
        </p:nvGraphicFramePr>
        <p:xfrm>
          <a:off x="1998663" y="5571257"/>
          <a:ext cx="548163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3" name="Equation" r:id="rId9" imgW="3187440" imgH="419040" progId="Equation.3">
                  <p:embed/>
                </p:oleObj>
              </mc:Choice>
              <mc:Fallback>
                <p:oleObj name="Equation" r:id="rId9" imgW="3187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5571257"/>
                        <a:ext cx="548163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136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Z-Transform Properties: Differentiation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99952"/>
            <a:ext cx="8610600" cy="4597400"/>
          </a:xfrm>
        </p:spPr>
        <p:txBody>
          <a:bodyPr/>
          <a:lstStyle/>
          <a:p>
            <a:r>
              <a:rPr lang="en-US"/>
              <a:t>Example: We want the inverse z-transform of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Let’s differentiate to obtain rational expression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Making use of z-transform properties and ROC</a:t>
            </a:r>
          </a:p>
          <a:p>
            <a:endParaRPr lang="en-US"/>
          </a:p>
        </p:txBody>
      </p:sp>
      <p:graphicFrame>
        <p:nvGraphicFramePr>
          <p:cNvPr id="94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586548"/>
              </p:ext>
            </p:extLst>
          </p:nvPr>
        </p:nvGraphicFramePr>
        <p:xfrm>
          <a:off x="2230438" y="1168102"/>
          <a:ext cx="50673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4" name="Equation" r:id="rId3" imgW="2946240" imgH="406080" progId="Equation.3">
                  <p:embed/>
                </p:oleObj>
              </mc:Choice>
              <mc:Fallback>
                <p:oleObj name="Equation" r:id="rId3" imgW="29462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1168102"/>
                        <a:ext cx="50673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77101"/>
              </p:ext>
            </p:extLst>
          </p:nvPr>
        </p:nvGraphicFramePr>
        <p:xfrm>
          <a:off x="2735263" y="2528590"/>
          <a:ext cx="42370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5" name="Equation" r:id="rId5" imgW="2463480" imgH="253800" progId="Equation.3">
                  <p:embed/>
                </p:oleObj>
              </mc:Choice>
              <mc:Fallback>
                <p:oleObj name="Equation" r:id="rId5" imgW="246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528590"/>
                        <a:ext cx="42370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658718"/>
              </p:ext>
            </p:extLst>
          </p:nvPr>
        </p:nvGraphicFramePr>
        <p:xfrm>
          <a:off x="2105025" y="3577927"/>
          <a:ext cx="53086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6" name="Equation" r:id="rId7" imgW="3085920" imgH="419040" progId="Equation.3">
                  <p:embed/>
                </p:oleObj>
              </mc:Choice>
              <mc:Fallback>
                <p:oleObj name="Equation" r:id="rId7" imgW="3085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3577927"/>
                        <a:ext cx="53086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495665"/>
              </p:ext>
            </p:extLst>
          </p:nvPr>
        </p:nvGraphicFramePr>
        <p:xfrm>
          <a:off x="3081338" y="5097165"/>
          <a:ext cx="275113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7" name="Equation" r:id="rId9" imgW="1600200" imgH="253800" progId="Equation.3">
                  <p:embed/>
                </p:oleObj>
              </mc:Choice>
              <mc:Fallback>
                <p:oleObj name="Equation" r:id="rId9" imgW="1600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5097165"/>
                        <a:ext cx="275113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263352"/>
              </p:ext>
            </p:extLst>
          </p:nvPr>
        </p:nvGraphicFramePr>
        <p:xfrm>
          <a:off x="3054350" y="5736927"/>
          <a:ext cx="28384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8" name="Equation" r:id="rId11" imgW="1650960" imgH="419040" progId="Equation.3">
                  <p:embed/>
                </p:oleObj>
              </mc:Choice>
              <mc:Fallback>
                <p:oleObj name="Equation" r:id="rId11" imgW="1650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5736927"/>
                        <a:ext cx="283845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86CE7C-D8CB-204B-83CF-6E060A7E9117}"/>
                  </a:ext>
                </a:extLst>
              </p14:cNvPr>
              <p14:cNvContentPartPr/>
              <p14:nvPr/>
            </p14:nvContentPartPr>
            <p14:xfrm>
              <a:off x="2361960" y="883800"/>
              <a:ext cx="6688800" cy="422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86CE7C-D8CB-204B-83CF-6E060A7E911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52600" y="874440"/>
                <a:ext cx="6707520" cy="42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6899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Z-Transform Properties: Conjugation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36713"/>
            <a:ext cx="8610600" cy="4535487"/>
          </a:xfrm>
        </p:spPr>
        <p:txBody>
          <a:bodyPr/>
          <a:lstStyle/>
          <a:p>
            <a:endParaRPr lang="en-US"/>
          </a:p>
          <a:p>
            <a:r>
              <a:rPr lang="en-US"/>
              <a:t>Example</a:t>
            </a:r>
          </a:p>
        </p:txBody>
      </p:sp>
      <p:graphicFrame>
        <p:nvGraphicFramePr>
          <p:cNvPr id="95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298311"/>
              </p:ext>
            </p:extLst>
          </p:nvPr>
        </p:nvGraphicFramePr>
        <p:xfrm>
          <a:off x="2405063" y="1340768"/>
          <a:ext cx="47180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8" name="Equation" r:id="rId3" imgW="2743200" imgH="228600" progId="Equation.3">
                  <p:embed/>
                </p:oleObj>
              </mc:Choice>
              <mc:Fallback>
                <p:oleObj name="Equation" r:id="rId3" imgW="2743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340768"/>
                        <a:ext cx="47180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84077"/>
              </p:ext>
            </p:extLst>
          </p:nvPr>
        </p:nvGraphicFramePr>
        <p:xfrm>
          <a:off x="2132013" y="2937793"/>
          <a:ext cx="5332412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9" name="Equation" r:id="rId5" imgW="3060360" imgH="1384200" progId="Equation.3">
                  <p:embed/>
                </p:oleObj>
              </mc:Choice>
              <mc:Fallback>
                <p:oleObj name="Equation" r:id="rId5" imgW="3060360" imgH="13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2937793"/>
                        <a:ext cx="5332412" cy="241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3225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Z-Transform Properties: Time Reversal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70931"/>
            <a:ext cx="8610600" cy="4770437"/>
          </a:xfrm>
        </p:spPr>
        <p:txBody>
          <a:bodyPr/>
          <a:lstStyle/>
          <a:p>
            <a:r>
              <a:rPr lang="en-US"/>
              <a:t>ROC is inverted</a:t>
            </a:r>
          </a:p>
          <a:p>
            <a:r>
              <a:rPr lang="en-US"/>
              <a:t>Example: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Time reversed version of</a:t>
            </a:r>
          </a:p>
          <a:p>
            <a:endParaRPr lang="en-US"/>
          </a:p>
        </p:txBody>
      </p:sp>
      <p:graphicFrame>
        <p:nvGraphicFramePr>
          <p:cNvPr id="96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718760"/>
              </p:ext>
            </p:extLst>
          </p:nvPr>
        </p:nvGraphicFramePr>
        <p:xfrm>
          <a:off x="2301875" y="1167656"/>
          <a:ext cx="50244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2" name="Equation" r:id="rId3" imgW="2920680" imgH="444240" progId="Equation.3">
                  <p:embed/>
                </p:oleObj>
              </mc:Choice>
              <mc:Fallback>
                <p:oleObj name="Equation" r:id="rId3" imgW="2920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1167656"/>
                        <a:ext cx="5024438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172640"/>
              </p:ext>
            </p:extLst>
          </p:nvPr>
        </p:nvGraphicFramePr>
        <p:xfrm>
          <a:off x="3131840" y="2564904"/>
          <a:ext cx="17684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3" name="Equation" r:id="rId5" imgW="1028520" imgH="228600" progId="Equation.3">
                  <p:embed/>
                </p:oleObj>
              </mc:Choice>
              <mc:Fallback>
                <p:oleObj name="Equation" r:id="rId5" imgW="1028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564904"/>
                        <a:ext cx="17684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59667"/>
              </p:ext>
            </p:extLst>
          </p:nvPr>
        </p:nvGraphicFramePr>
        <p:xfrm>
          <a:off x="3851920" y="3429000"/>
          <a:ext cx="7207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4" name="Equation" r:id="rId7" imgW="419040" imgH="228600" progId="Equation.3">
                  <p:embed/>
                </p:oleObj>
              </mc:Choice>
              <mc:Fallback>
                <p:oleObj name="Equation" r:id="rId7" imgW="419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429000"/>
                        <a:ext cx="7207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410783"/>
              </p:ext>
            </p:extLst>
          </p:nvPr>
        </p:nvGraphicFramePr>
        <p:xfrm>
          <a:off x="2216150" y="4137868"/>
          <a:ext cx="51530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5" name="Equation" r:id="rId9" imgW="2997000" imgH="419040" progId="Equation.3">
                  <p:embed/>
                </p:oleObj>
              </mc:Choice>
              <mc:Fallback>
                <p:oleObj name="Equation" r:id="rId9" imgW="29970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4137868"/>
                        <a:ext cx="51530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8771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Z-Transform Properties: Convolution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1049"/>
            <a:ext cx="8610600" cy="5005387"/>
          </a:xfrm>
        </p:spPr>
        <p:txBody>
          <a:bodyPr/>
          <a:lstStyle/>
          <a:p>
            <a:r>
              <a:rPr lang="en-US"/>
              <a:t>Convolution in time domain is multiplication in z-domain</a:t>
            </a:r>
          </a:p>
          <a:p>
            <a:r>
              <a:rPr lang="en-US"/>
              <a:t>Example:Let’s calculate the convolution of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Multiplications of z-transforms is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ROC: if |a|&lt;1 ROC is |z|&gt;1 if |a|&gt;1 ROC is |z|&gt;|a|</a:t>
            </a:r>
          </a:p>
          <a:p>
            <a:r>
              <a:rPr lang="en-US"/>
              <a:t>Partial fractional expansion of Y(z)</a:t>
            </a:r>
          </a:p>
        </p:txBody>
      </p:sp>
      <p:graphicFrame>
        <p:nvGraphicFramePr>
          <p:cNvPr id="9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812330"/>
              </p:ext>
            </p:extLst>
          </p:nvPr>
        </p:nvGraphicFramePr>
        <p:xfrm>
          <a:off x="1460500" y="1052736"/>
          <a:ext cx="67071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6" name="Equation" r:id="rId3" imgW="3898800" imgH="253800" progId="Equation.3">
                  <p:embed/>
                </p:oleObj>
              </mc:Choice>
              <mc:Fallback>
                <p:oleObj name="Equation" r:id="rId3" imgW="3898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1052736"/>
                        <a:ext cx="67071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427442"/>
              </p:ext>
            </p:extLst>
          </p:nvPr>
        </p:nvGraphicFramePr>
        <p:xfrm>
          <a:off x="2778125" y="2327499"/>
          <a:ext cx="35385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7" name="Equation" r:id="rId5" imgW="2057400" imgH="228600" progId="Equation.3">
                  <p:embed/>
                </p:oleObj>
              </mc:Choice>
              <mc:Fallback>
                <p:oleObj name="Equation" r:id="rId5" imgW="2057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2327499"/>
                        <a:ext cx="35385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816581"/>
              </p:ext>
            </p:extLst>
          </p:nvPr>
        </p:nvGraphicFramePr>
        <p:xfrm>
          <a:off x="608013" y="2676749"/>
          <a:ext cx="362426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8" name="Equation" r:id="rId7" imgW="2108160" imgH="406080" progId="Equation.3">
                  <p:embed/>
                </p:oleObj>
              </mc:Choice>
              <mc:Fallback>
                <p:oleObj name="Equation" r:id="rId7" imgW="21081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2676749"/>
                        <a:ext cx="362426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693696"/>
              </p:ext>
            </p:extLst>
          </p:nvPr>
        </p:nvGraphicFramePr>
        <p:xfrm>
          <a:off x="4965700" y="2678336"/>
          <a:ext cx="349091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9" name="Equation" r:id="rId9" imgW="2031840" imgH="406080" progId="Equation.3">
                  <p:embed/>
                </p:oleObj>
              </mc:Choice>
              <mc:Fallback>
                <p:oleObj name="Equation" r:id="rId9" imgW="2031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2678336"/>
                        <a:ext cx="349091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988665"/>
              </p:ext>
            </p:extLst>
          </p:nvPr>
        </p:nvGraphicFramePr>
        <p:xfrm>
          <a:off x="2352675" y="3699099"/>
          <a:ext cx="4344988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0" name="Equation" r:id="rId11" imgW="2527200" imgH="431640" progId="Equation.3">
                  <p:embed/>
                </p:oleObj>
              </mc:Choice>
              <mc:Fallback>
                <p:oleObj name="Equation" r:id="rId11" imgW="2527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3699099"/>
                        <a:ext cx="4344988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00535"/>
              </p:ext>
            </p:extLst>
          </p:nvPr>
        </p:nvGraphicFramePr>
        <p:xfrm>
          <a:off x="1254125" y="5204049"/>
          <a:ext cx="6527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1" name="Equation" r:id="rId13" imgW="3797280" imgH="457200" progId="Equation.3">
                  <p:embed/>
                </p:oleObj>
              </mc:Choice>
              <mc:Fallback>
                <p:oleObj name="Equation" r:id="rId13" imgW="3797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5204049"/>
                        <a:ext cx="6527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034398"/>
              </p:ext>
            </p:extLst>
          </p:nvPr>
        </p:nvGraphicFramePr>
        <p:xfrm>
          <a:off x="3149600" y="5923186"/>
          <a:ext cx="3122613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2" name="Equation" r:id="rId15" imgW="1815840" imgH="406080" progId="Equation.3">
                  <p:embed/>
                </p:oleObj>
              </mc:Choice>
              <mc:Fallback>
                <p:oleObj name="Equation" r:id="rId15" imgW="1815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5923186"/>
                        <a:ext cx="3122613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88859A-0858-E643-914B-D2ECF8C578D3}"/>
                  </a:ext>
                </a:extLst>
              </p14:cNvPr>
              <p14:cNvContentPartPr/>
              <p14:nvPr/>
            </p14:nvContentPartPr>
            <p14:xfrm>
              <a:off x="6591600" y="3480120"/>
              <a:ext cx="2471400" cy="2854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88859A-0858-E643-914B-D2ECF8C578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82240" y="3470760"/>
                <a:ext cx="2490120" cy="28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5586325"/>
      </p:ext>
    </p:extLst>
  </p:cSld>
  <p:clrMapOvr>
    <a:masterClrMapping/>
  </p:clrMapOvr>
</p:sld>
</file>

<file path=ppt/theme/theme1.xml><?xml version="1.0" encoding="utf-8"?>
<a:theme xmlns:a="http://schemas.openxmlformats.org/drawingml/2006/main" name="UBIPG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1854</TotalTime>
  <Words>519</Words>
  <Application>Microsoft Macintosh PowerPoint</Application>
  <PresentationFormat>On-screen Show (4:3)</PresentationFormat>
  <Paragraphs>130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Wingdings</vt:lpstr>
      <vt:lpstr>UBIPG</vt:lpstr>
      <vt:lpstr>Equation</vt:lpstr>
      <vt:lpstr>DSP: Inverse Z Transform</vt:lpstr>
      <vt:lpstr>The Inverse Z-Transform</vt:lpstr>
      <vt:lpstr>Inverse Z-Transform by Partial Fraction Expansion</vt:lpstr>
      <vt:lpstr>Partial Fractional Expression</vt:lpstr>
      <vt:lpstr>Example: 2nd Order Z-Transform</vt:lpstr>
      <vt:lpstr>Example Continued</vt:lpstr>
      <vt:lpstr>Example #2</vt:lpstr>
      <vt:lpstr>Example #2 Continued</vt:lpstr>
      <vt:lpstr>Inverse Z-Transform by Power Series Expansion</vt:lpstr>
      <vt:lpstr>Z-Transform Properties: Linearity</vt:lpstr>
      <vt:lpstr>Z-Transform Properties: Time Shifting</vt:lpstr>
      <vt:lpstr>Z-Transform Properties: Multiplication by Exponential</vt:lpstr>
      <vt:lpstr>Z-Transform Properties: Differentiation</vt:lpstr>
      <vt:lpstr>Z-Transform Properties: Conjugation</vt:lpstr>
      <vt:lpstr>Z-Transform Properties: Time Reversal</vt:lpstr>
      <vt:lpstr>Z-Transform Properties: Convolution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DSP: Systems</dc:title>
  <dc:creator>irwan gunawan</dc:creator>
  <cp:lastModifiedBy>Microsoft Office User</cp:lastModifiedBy>
  <cp:revision>46</cp:revision>
  <dcterms:created xsi:type="dcterms:W3CDTF">2012-10-08T07:04:23Z</dcterms:created>
  <dcterms:modified xsi:type="dcterms:W3CDTF">2021-06-29T03:20:29Z</dcterms:modified>
</cp:coreProperties>
</file>