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7.xml" ContentType="application/inkml+xml"/>
  <Override PartName="/ppt/notesSlides/notesSlide4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notesSlides/notesSlide5.xml" ContentType="application/vnd.openxmlformats-officedocument.presentationml.notesSlide+xml"/>
  <Override PartName="/ppt/ink/ink10.xml" ContentType="application/inkml+xml"/>
  <Override PartName="/ppt/notesSlides/notesSlide6.xml" ContentType="application/vnd.openxmlformats-officedocument.presentationml.notesSlide+xml"/>
  <Override PartName="/ppt/ink/ink1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21"/>
  </p:notesMasterIdLst>
  <p:handoutMasterIdLst>
    <p:handoutMasterId r:id="rId22"/>
  </p:handoutMasterIdLst>
  <p:sldIdLst>
    <p:sldId id="456" r:id="rId2"/>
    <p:sldId id="465" r:id="rId3"/>
    <p:sldId id="476" r:id="rId4"/>
    <p:sldId id="477" r:id="rId5"/>
    <p:sldId id="478" r:id="rId6"/>
    <p:sldId id="479" r:id="rId7"/>
    <p:sldId id="480" r:id="rId8"/>
    <p:sldId id="481" r:id="rId9"/>
    <p:sldId id="482" r:id="rId10"/>
    <p:sldId id="483" r:id="rId11"/>
    <p:sldId id="484" r:id="rId12"/>
    <p:sldId id="485" r:id="rId13"/>
    <p:sldId id="487" r:id="rId14"/>
    <p:sldId id="488" r:id="rId15"/>
    <p:sldId id="486" r:id="rId16"/>
    <p:sldId id="489" r:id="rId17"/>
    <p:sldId id="490" r:id="rId18"/>
    <p:sldId id="491" r:id="rId19"/>
    <p:sldId id="492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00"/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00" autoAdjust="0"/>
    <p:restoredTop sz="92676" autoAdjust="0"/>
  </p:normalViewPr>
  <p:slideViewPr>
    <p:cSldViewPr>
      <p:cViewPr varScale="1">
        <p:scale>
          <a:sx n="121" d="100"/>
          <a:sy n="121" d="100"/>
        </p:scale>
        <p:origin x="22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64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57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57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3FB477B-E956-49D0-B976-2421B31C0FC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0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2:29:12.3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17912 5481 24575,'16'0'0,"-2"0"0,-1-13 0,4 10 0,26-11 0,-10 14-2356,24 0 2356,3-13-1444,3 10 1444,10-11-2181,0 1 2181,-9 10 0,-21-4 0,0 1 0,20 6-1585,11-14 1585,-14 11 0,-1-10 0,1 13 0,0 0 203,-13 0-203,9 0 1038,-22 0-1038,9 0 1896,-13-14-1896,0 11 0,0-10 1969,0 13-1969,-14 0 1424,-2 0-1424,-14 0 741,0 0-741,-14 0 73,11 0 1,-24-14 0,11-2 0</inkml:trace>
  <inkml:trace contextRef="#ctx0" brushRef="#br0" timeOffset="198">18900 5182 24575,'47'16'0,"-17"-2"0,-4-1 0,-9-10 0,0 24 0,-4-24 0,0 24 0,-9-24 0,9 24 0,-13-10 0,-13 13 0,9-14 0,-9 11 0,0-11 0,9 14 0,-22 0 0,9 0 0,0-13 0,4 10 0,13-11 0</inkml:trace>
  <inkml:trace contextRef="#ctx0" brushRef="#br0" timeOffset="1279">20098 4882 24575,'0'17'0,"0"10"0,0-11 0,0 14 0,0 0 0,0 13-680,0-9 680,0 9 0,0 0 0,0-10 0,0 24 0,0-24 0,0 11 0,14-1 0,-11-10 0,10 10 0,-13-13 168,0-13-168,0 10 0,14-11 0,-11 1 0,10 10 0,-13-24 512,0 10-512,0-13 0,0 13 0,0-9 0,-13 9 0,10-13 0,-11 0 0,14 0 0</inkml:trace>
  <inkml:trace contextRef="#ctx0" brushRef="#br0" timeOffset="1533">19709 5002 24575,'17'-13'0,"9"9"0,-9-9 0,13 13 0,0 0 0,13 0 0,4-13-1805,-1 10 1805,11-11 0,-11 14 0,14-13 0,0 10 0,-13-11 0,9 14 0,-22 0 0,9 0 0</inkml:trace>
  <inkml:trace contextRef="#ctx0" brushRef="#br0" timeOffset="1978">20518 5212 24575,'16'0'0,"-2"0"0,-14 0 0,0 0 0,13 0 0,-10 0 0,24 0 0,-24 0 0,24 0 0,-24 0 0,11 0 0,-14 0 0,13 0 0,-10 13 0,10-10 0,-13 11 0,0-1 0,0-10 0,0 24 0,0-10 0,0 13 0,0 0 0,-13 13 0,10-23 0,-10 20 0,13-24 0,0 14 0,0 0 0,0 0 0,13 0 0,-10-13 0,10 9 0,-13-22 0,14 22 0,-11-22 0,10 9 0,-13-13 0,14 0 0,-11 13 0,10-23 0,-13 20 0,0-23 0,0 0 0,0-4 0</inkml:trace>
  <inkml:trace contextRef="#ctx0" brushRef="#br0" timeOffset="2259">21416 5811 24575,'17'16'0,"-4"-2"0,-13-28 0,0 11 0,0-23 0,0 9 0,0-13 0,0-13 0,0-4 0</inkml:trace>
  <inkml:trace contextRef="#ctx0" brushRef="#br0" timeOffset="2901">11442 5302 24575,'17'0'0,"9"0"0,-9 0 0,13-14 0,0-2-1666,13-1 1666,4-10 0,13 11 0,-14-1-1250,11-9 1250,-11 9 0,1 0 0,9-9-817,-22 22 817,9-22-83,-13 22 83,-13-22 1095,9 22-1095,-22-9 1671,9 13-1671,-26-13 0,9 9 0,-9-9 0</inkml:trace>
  <inkml:trace contextRef="#ctx0" brushRef="#br0" timeOffset="3091">11891 4822 24575,'30'17'0,"0"10"0,0-24 0,0 24 0,0-11 0,-13 1 0,9 10 0,-22-11 0,9 14 0,-13-13 0,0 9 0,0-9 0,-13 13 0,9 0 0,-22 0 0,9 0 0</inkml:trace>
  <inkml:trace contextRef="#ctx0" brushRef="#br0" timeOffset="3529">12490 4852 24575,'0'17'0,"0"-4"0,0-13 0,0 0 0,0 14 0,0-11 0,0 24 0,14-11 0,-11 14 0,10 0 0,-13 0 0,0 13-597,14-9 597,-11 9 0,10-13 0,-13 0 0,0 0 0,0 0 0,0 0 0,0 0 0,0-14 0,0 11 0,0-24 0,0 11 149,-13-1 0,10-23 0,-11 7 1</inkml:trace>
  <inkml:trace contextRef="#ctx0" brushRef="#br0" timeOffset="3775">12311 4703 24575,'16'0'0,"11"0"0,-10 0 0,-1 0 0,11 13 0,-11-10 0,14 24 0,0-24 0,0 24 0,-13-11 0,10 14 0,-24-13 0,24 10 0,-24-11 0,10 14 0,-13 0 0,0 0 0,0 0 0,0 0 0,0 0 0,0 0 0,0-13 0,-13 9 0,10-9 0,-11 0 0,14 9 0,-13-23 0,10 11 0,-11-14 0,1 0 0,10 0 0,-11 0 0,14 0 0</inkml:trace>
  <inkml:trace contextRef="#ctx0" brushRef="#br0" timeOffset="4017">12760 4733 24575,'17'30'0,"-4"-14"0,-13 11 0,0-11 0,0 14 0,0 0 0,13 27 0,-9-21 0,9 48 0,-13-48-620,13 21 620,-10-27 0,11 0 0,-14 0 0,0-14 0,0 11 0,0-24 0,0 11 0,0-14 620,0 13-620,0-10 0,-14-3 0,11-3 0,-10-10 0</inkml:trace>
  <inkml:trace contextRef="#ctx0" brushRef="#br0" timeOffset="4200">12670 4792 24575,'60'-16'0,"-13"3"0,-4-1 0,0 11-2208,-10-24 2208,24 24 0,-10-10 0,-1-1 0,11 11 0,-24-10 0,10-1 0,1 11 692,-25-10-692,21 13 0,-36 0 0,9 0 0</inkml:trace>
  <inkml:trace contextRef="#ctx0" brushRef="#br0" timeOffset="4417">13269 4703 24575,'0'16'0,"0"11"0,13-10 0,-9 12 0,9 1 0,-13 0 0,13 0 0,-9 0 0,9 0-601,0 13 601,-9-9 0,9 9 0,-13-13 0,0 0 0,13-13 0,-9 9 0,9-22 0,-13 22 0,0-23 0,-13 24 601,9-24-601,-9 11 0,0-14 0,-4 0 0</inkml:trace>
  <inkml:trace contextRef="#ctx0" brushRef="#br0" timeOffset="4613">13389 4583 24575,'30'-14'0,"0"11"0,0-10-954,13 13 954,-10 0 0,11-13 0,-14 9 0,-1-9 289,1 13-289,0 0 0,0-13 164,-13 9-164,10-9 0,-24 13 0,10 0 0,-13 0 0,0 0 0</inkml:trace>
  <inkml:trace contextRef="#ctx0" brushRef="#br0" timeOffset="4775">13389 4852 24575,'17'0'0,"9"0"0,4 0 0,3 0 0,11-13-1226,-1 10 1226,-10-24 0,24 24 0,-24-24 0,10 24 0,1-24 0,-11 11 0,10-14 0</inkml:trace>
  <inkml:trace contextRef="#ctx0" brushRef="#br0" timeOffset="4989">14288 4523 24575,'0'17'0,"0"9"0,0-9 0,0 13 0,0 0 0,0 0 0,0 0 0,0 13-502,0-10 502,0 10 0,0-13 0,0 14-76,0-11 76,13-3 0,-10-4 0,10-22 0,-13 22 0,0-22 501,0 9-501,0-13 77,-13 0-77,10 0 0,-10 0 0,13 0 0</inkml:trace>
  <inkml:trace contextRef="#ctx0" brushRef="#br0" timeOffset="5151">14048 4463 24575,'30'0'0,"0"0"0,0 0-1105,13 0 1105,-10 0 0,11-13 0,-1 9 0,-10-9 0,10 13 0,-13 0 0,0-13 0,0-4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2:26:35.4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3057 4639 5734,'-1'46'0,"1"0"0,0 0 0,-1-14 0,0 1-820,1 4 1,1 8 0,-1 1 0,0-6 813,0 9 1,0-5-854,0-7 0,0 0 859,0 9 0,1 4 0,2-3 0,-1 3 0,1-5 0,0-7 0,0 3 0,0-3 0,2 8 0,1 2 0,-1-3 0,-1-9 478,1-6 0,-1-1-478,1 6 0,2 6 0,-1-2 0,-1-10 0,0-3 0,0 1 0,-1-3 0,-3-17 0,2 5 0,-3-11 1323,2-2-1323,0 0 2727,-1-2-2727,0 1 0,-3-4 0,2 3 0,-2-2 0,-5 0 0,2 2 0,-4-2 0</inkml:trace>
  <inkml:trace contextRef="#ctx0" brushRef="#br0" timeOffset="375">2986 5777 5734,'-6'-5'0,"2"3"0,2 3 0,2 20 0,1-6 0,1 16-540,0-10 540,1 0 0,0 0 0,1-1 0,0 1 132,0-3-132,1-1 0,0-3 0,1-2 0,0-3 0,7 3 408,-4-7-408,5 2 0,-3-9 0,1-3 0,1-3 0,8-10 0,-4 1 0,5-6-536,-8 4 536,1 0 0,-1-1 0,-2 1-286,2-4 286,-4 7 0,0-2 0,-5 9 0,-1 0 0,-1 3 0,0 2 520,-1 2-520,0 5 0,1 0 0,0 3 0</inkml:trace>
  <inkml:trace contextRef="#ctx0" brushRef="#br0" timeOffset="2455">8575 7882 5734,'4'-22'0,"1"-1"0,1-5 0,3-3 0,0-1 0,2-9 0,-1 4-1639,0 3 1,0-2 1562,1-4 1,2-7 0,1 0-1,-2 5-643,-2 9 1,-2 3 0,2-2 718,2-10 0,1-3 0,1-1 0,-2 8 0,-1-1 0,1 0 0,-1 1 3,1-2 1,-1 1 0,2-6-4,-2 7 0,2-7 0,0-4 0,2-1 0,-1 1 0,-1 3 0,-1 5-3,-1 1 0,-1 5 0,1 0 1,0-5 2,1 0 0,1-6 0,1-1 0,-1 0 0,0 4 0,-2 6 0,1 0 0,-2 6 0,0 1 0,0 0 0,1 0 0,0-1 0,2-8 0,2-2 0,-2 3 0,3-5 0,-1 1 0,-2 7 0,-1-1 0,0 3 0,0 1 0,0 1 0,-1 1 0,0 1 0,-2 2 0,2-2 0,3-6 0,2-4 0,-2 3 0,-2 6 0,-1 1 0,3-4 0,0-2 0,-1 4 0,7-12 0,-6 14 0,4-10 0,-10 21 1391,0-1-1391,-4 5 2252,-2 6-2252,-5-2 492,0 8 0,-5 1 0,2 2 0</inkml:trace>
  <inkml:trace contextRef="#ctx0" brushRef="#br0" timeOffset="2704">9271 5152 5734,'22'-27'0,"0"2"0,-5 9 0,19-9 0,-14 11-779,12-5 779,-18 14 252,3 6-252,-5 2 129,2 5-129,-6 2 0,-1 3 0,0 3 0,-2 2 0,2 12 0,-4-7 0,2 17 0,-5-16 23,0 6 0,-3-13 1,0-2-1</inkml:trace>
  <inkml:trace contextRef="#ctx0" brushRef="#br0" timeOffset="13946">6008 9741 5734,'-13'-4'0,"-9"-4"0,3 0 0,-10-1 0,-10-2 0,3 1 0,5 3 0,0 0-739,-6-2 1,-5-1-1,-8 1 739,10 4 0,-7 0 0,-4 1 0,-1 0 0,0 0 0,3 1 0,6 0-546,-1-1 0,5 1 1,0 0-1,-10 0 546,14 1 0,-4 0 0,-5-1 0,-3 1 0,-3 0 0,-1-1 0,-1 1 0,1-1 0,1 1 0,2 0 0,3 0 0,3 1 0,6 0-267,-11 0 0,7 0 0,3 1 0,-1-1 0,-5 1 267,2 0 0,-3-1 0,-2 0 0,-1 1 0,-1-1 0,-1 1 0,1 0 0,2 1 0,-1 0 0,0 1 0,-1 0 0,0 0 0,1 0 0,2 1 0,1-1 0,4 0 0,-3 0 0,4-1 0,2 1 0,-2 0 0,-6 0 0,7 0 0,-5 0 0,-4 0 0,-2 1 0,-1-1 0,1 1 0,1-1 0,3 0 0,4 0 0,6 0 0,-6 0 0,7 0 0,2-1 0,-6 1 0,-5 0 0,-6 0 0,-2 0 0,0 0 0,4 0 0,7-1 0,2 0 0,5 0 0,-1 0 0,-2 0 0,-3 0 0,0 0 0,3-1 0,1 1 0,2-1 0,2 0 0,2 0 0,1 1 0,-11-1 0,1 0 0,-3-2 0,18 1 651,-6-1-651,19 0 2555,4 1-2555,-1-1 1633,1 0-1633,3 2 895,-1-1-895,3 1 0,-1 0 0,6 5 0,-4 0 0,13 33 0,-7-13-128,-1-1 1,1 4 127,1 12 0,-2 0-449,-1-13 1,-1 3 448,1 10 0,0 6 0,-1-3-501,-2-6 1,0 3 500,-2-7 0,-1 8 0,0 4 0,0 3 0,-1-1 0,0-3 0,1-6-670,0 1 0,-1-5 1,1 0-1,-1 5 670,0-1 0,0 5 0,-1 2 0,1 2 0,-1-2 0,1-4 0,0-4-301,-2 8 0,1-6 1,-1 3 300,1-6 0,1 4 0,-1 0 0,0 0 0,1-1 0,-1 0 0,0-1 0,1 0 0,0 2 0,-1 0 0,1 2 0,0 1 0,-1 0 0,1-3 0,1-3 0,-1-1 0,1 0 0,0 4 0,0 2 0,0 4 0,-1 3 0,1 1 0,1 0 0,-1-1 0,1-5 0,1-1 0,-1 1 0,1 0 0,-1 1 0,1-1 0,-1 0 0,1 0 0,-1 0 0,0 1 0,0 0 0,0-1 0,1-1 0,-1 0 0,2 3 0,-1 0 0,0-1 0,1-1 0,0-3 0,0-3 0,0 7 0,0-4 0,0-1 0,0 1 0,0 0 0,1-1 0,-1 0 0,0-1 0,1 0 0,-1-2 0,1 0 0,-1 2 0,1-1 0,0 1 0,0 1 0,-1-3 0,1 1 0,0-2 0,0 3 0,0 5 0,1 3 0,-1-1 0,0-4 0,1 7 0,0-3 0,-1-7 0,1 1 0,-1-3 0,1-2 0,-1-1 0,1 7 0,0-1 0,-1-12 0,0-1 0,0 4 0,0 0 0,0 9 0,1-15 0,-2 2 0,0-15 839,0-2-839,-1-3 2506,0 1-2506,0-4 2165,0 1-2165,0-4 224,0 3-224,0-2 0,1 0 0,0-1 0,1-1 0,1 0 0,10-2 0,6 1 0,5-1 0,6-1-890,-3 1 890,6-2 0,4 1-1510,8 0 1510,-21 0 0,2 1-782,1 0 0,2 0 782,2-1 0,2 0-815,2 0 0,1 0 815,4-1 0,1 1-70,3-2 0,1 1 70,-13 1 0,0-1 0,1 1 0,2 0 0,0-1 0,1 1 0,1-1 0,1 1 0,0-1 0,2 0 0,2 0 0,-1 1 0,2-1 0,0 0 0,1 1 0,1-1 0,1 0 0,0 1 0,1-1 0,1 1 0,-1-1 0,-11 2 0,0-1 0,1 1 0,-1 0 0,1-1 0,0 1 0,0 0 0,0-1 0,1 1 0,-1 0 0,0 0 0,0-1 0,1 1 0,-1 0 0,1 0 0,-1 0 0,1 0 0,-1-1 0,1 1 0,-1 0 0,1 0 0,-1 0 0,1-1 0,-1 1 0,1 0 0,-1 0 0,0 0 0,1 0 0,-1-1 0,1 1 0,-1 0 0,0-1 0,1 1 0,-1-1 0,0 0 0,-1 1 0,1-1 0,0 0 0,0 0 0,-1 0 0,12-1 0,-1-1 0,2 0 0,-11 1 0,1 0 0,2-1 0,-1 0 0,-3 1 0,12-2 0,-3 1 0,2-1 0,-6 1 0,2-1 0,0 0 0,1 0 0,-3 0 0,2 0 0,0-1 0,-2 1 0,-4 0 0,0 0 0,-4 1 0,3-1 0,6 0 0,4-2 0,-1 1 0,-8 0 0,-3 1 0,-7 1 0,14-3 0,2 0 624,-24 4-624,-4 2 807,-4 0-807,-1 1 2940,-4 1-2940,0 0 996,-4 0-996,-1 0 367,-1 0-367,0 0 0,1-1 0,-1 1 0,1-2 0,-3 0 0,-2-6 0,-2-1 0,-2-7 0,-2-2 0,0-5 0,-1-5-1500,-2-12 1,1-5 1499,3 14 0,1-2 0,-1 0 0,-1-4 0,0-4-600,2 0 1,-1-5-1,0 0 1,1 3 599,-1 0 0,1 3 0,0-4-68,0 4 1,0-4-1,0-2 1,0 2 0,0 3 67,1 4 0,1 4 0,-1-1 0,0-5 0,0 0 0,-1-2 0,0-4 0,-1-1 0,1-2 0,-1 1 0,1 0 0,0 3 0,1-1 0,-1 0 0,1-1 0,-1 1 0,0-1 0,1 0 0,-1 1 0,0 0 0,1-1 0,-1 1 0,0-1 0,0 1 0,0 0 0,0 1 0,1 0 0,-1-4 0,0 0 0,1 0 0,0 1 0,0 2 0,0 3 0,1 3 0,0-1 0,0 5 0,1 1 0,-1-3 0,-1-8 0,0-3 0,0 1 0,0 2 0,0-1 0,0 3 0,1-2 0,-1 5 0,1-1 0,-1 0 0,2 3 0,-1 4 0,2 3 0,-1-2 0,-1-8 0,1-1 0,0 2 0,0-5 0,1 2 0,0 9 0,0-2 0,1 0 0,1-4 0,2-1 0,-1 3 0,1 1 0,0 2 0,0 2 0,0-1 0,0 4 0,2-9 0,-1 23 793,0-1-793,-2 9 2151,1 3-2151,0 2 2237,-1 2-2237,2 9 553,-3 1-553,-3 14 0,-2-6 0,-4 9 0,1-6 0</inkml:trace>
  <inkml:trace contextRef="#ctx0" brushRef="#br0" timeOffset="23048">13696 12454 5734,'-4'-1'0,"1"2"0,4 0 0,9 1 0,-1-1 0,9 0 0,7-1 0,1 0 0,1 0 0,4 0 0,0 0 0,-8 0 0,6 0 0,0 1 0,0 0 0,-5 0 0,2 0 0,16 1 0,-13 1 0,4-2 0,1 1 0,-3 0 0,-7-1 0,0 0 0,16-1-1076,-9 0 1076,11 0-241,-16 0 1,2 0 240,18-1 0,-18 1 0,0 0 0,-3 0 0,-1 0 0,4 0 0,8 1 0,-11 0 0,0 0 0,8 1-959,7-1 0,11 0 1,-6-1 958,-16 1 0,-1-1 0,12 0 0,4 1 0,-2-1-651,-2 0 1,-4 0 650,-4 0 0,-1 0 0,12 0 0,1 0 0,-11 1 0,0 0 0,-1 0 0,7 1 0,1-1 0,-7 1 0,3 0 0,0 1 0,2 0 0,1 1 0,-1 0 0,6 0 0,2 1 0,-7-1 0,3 1 0,0 1 0,-3-2 0,-4 0 0,-3 0 0,1 0 0,9 1 0,3 1 0,-1-1 0,1 0 0,-1 0 0,-1-1 0,-10-1 0,-1 0 0,2 0 0,4 0 0,5 0 0,-1 0 0,-4 0 0,7-1 0,-1 1 0,-8-1 0,2 0 0,-3 0 0,1 0 0,-3 1 0,-2-1 0,1 1 0,15 3 0,-1 0 0,-19-3 0,-1 0 0,11 1 0,0 1 0</inkml:trace>
  <inkml:trace contextRef="#ctx0" brushRef="#br0" timeOffset="24409">3150 6396 5734,'-4'-1'0,"0"1"0,3-1 0,0 0 0,3-2 0,-1 2 0,1-1 0,-1 1 0,-1-1 0,0 1 0,1-1 0,1 1 0,-1 0 0,-5 0 0,1-3 0,-3 2 0,3-1 0,2 1 0,0 1 0,0 0 0,0 0 0,-3 0 0,3 0 0,-2 0 0,3-1 0,0 1 0,-2 0 0,0 2 0,-3-1 0,-1 1 0,-2-2 0,-3-1 0,0-2 0</inkml:trace>
  <inkml:trace contextRef="#ctx0" brushRef="#br0" timeOffset="25722">2558 6406 5734,'1'-3'0,"0"0"0,0 2 0,-1-1 0,0 0 0,-1 1 0,0 0 0,0 1 0,-1 0 0,1-1 0,-1 3 0,2-1 0,-1 2 0,1-1 0,1-2 0,2 1 0,0 0 0,3 0 0,0 1 0,3-1 0,0 0 0,3 1 0,1 0 0,2 0 0,2 1 0,2-1 0,3 1-434,1-1 434,4 1 0,17 0 0,-9 1-585,-11-3 0,0 1 585,12 2 0,-3-1-111,-1 1 111,11 1 0,-17-3 0,1 1 0,-1-1 0,0 1-628,21 1 628,-20-2 0,-9-2 267,5-1-267,-7 0 0,3-1 1106,-7 0-1106,0 0 121,-1-1-121,16-3 0,-13 2 0,11-3 747,-13 1-747,-2 3 102,5-3-102,-5 4 0,-1-1 0,-4 1 0,-3 0 0,1 2 0,-1 0 0,2 0 0,-2 0 0,1 0 0,-3 0 0,0 3 0,0 1 0,-1 0 0,1 1 0</inkml:trace>
  <inkml:trace contextRef="#ctx0" brushRef="#br0" timeOffset="30751">13812 13599 5734,'1'-4'0,"-3"0"0,1 2 0,-3 0 0,2 2 0,1-1 0,5-2 0,0 0 0,1-1 0,3 0 0,-3 1 0,3-2 0,6 0 0,-7 2 0,8-2 0,0 1 0,-5 1 0,21-5 0,-17 5 0,10 1 0,2-1 0,-5 2-504,19 1 504,-20 0 0,2 2 0,2-1 0,1 0 0,9 1 0,-7-1 0,2-1 0,-3 1 0,-1-1 0,18 1 0,-16 0 0,4-1 0,14 2 0,0-1 0,-16-1 0,2 1-928,8 0 0,5-1 1,-5 1 927,-7-1 0,-1 0 0,9 1 0,2-1-926,1 1 0,-1 0 926,-11-1 0,4 1-149,3 0 0,7 0 0,2 0 1,-7-1 148,2 1 0,-1-1 0,-6 1 0,3 0 0,1-1 0,-4 1 0,15-2 0,-4-1 0,-10 1 0,2-1 0,5-1 0,4 0 0,-4 0 0,-1-1 0,-2 0 0,-5 0 0,1 1 0,3-1 0,6-1 0,5-1 0,-1 1 0,-4 0 0,-8 1 0,-4 0 0,4 1 0,9-2 0,5 0 0,-1 0 0,-7 0 0,-3 2 0,-3 1 0,-2-1 0,1 2 0,-1-1 0,4 0 0,0 1 0,-6-1 0,1 1 0,-2 0 0,0 0 0,1 1 0,5-1 0,4 1 0,-3-1 0,0 1 0,0-1 0,-4 1 0,4-1 0,0 1 0,-5-1 0,3 1 0,-2-1 0,5 0 0,3 1 0,-3-1 0,-3 0 0,0 0 0,-6 1 0,3-1 0,-3 0 0,4 0 0,-2 0 0,0 1 0,1-1 0,14 0 0,-1 1 0,-11 0 0,0 0 0,2 0 0,3 0 0,-4 0 0,-4 0 0,-2 0 0,9 0 0,-1 1 0,-14-1 0,-1 0 0,20 1 649,-18 0 0,1-1-649,1-1 0,-1 1 0,17-1 0,-7 0 449,-25 0-449,-2 0 2505,-1 1-2505,-2 0 1405,-1-1-1405,-4 2 19,-3 1 0,-2-1 0,-1 1 1</inkml:trace>
  <inkml:trace contextRef="#ctx0" brushRef="#br0" timeOffset="45224">9400 10330 5734,'-5'2'0,"-2"4"0,2-1 0,-5 15 0,0 4 0,2 0 0,-2 1 0,0 6 0,3 1 0,2 3 0,0-3 0,1-6 0,-1 2-820,-1 14 1,-1 10 0,-1 1 0,3-10 761,0-11 1,1-1 57,-1 8 0,-1 9 0,-1-2 0,2-8 0,2-12 0,0-2-52,-2 17 0,-1 2 52,3-12 0,0-2 0,0 9 0,1-7 0,0 5 0,0-5 0,1 8 0,-1-5 0,0 1 0,2-5 0,0-3 0,-2 10 0,2 6 0,-1 0 0,-1-6 0,2-9 0,-1 2 0,0-3 0,0-1 0,1 8 0,-1 7 0,-1 1 0,0-9 0,-1 5 0,0 0 0,0-10 0,0 3 0,0 0 0,1-4 0,0 15 0,0-6 0,0-9 0,-1 1 0,0 18 0,0-19 0,0 2 0,1 2 0,-1-1 0,-1 11-170,1-10 1,0 0 169,1-5 0,0-3 0,0 15 0,0-7 0,0 0 0,1 6 0,0-7 0,1 0 0,-1 4 0,1 8 0,1-15 0,0-1 0,0-2 0,0 9 0,0-8 0,0 14 0,1-17 0,1 5 0,-1-8 0,-1-1 0,0 12 0,0-11 0,0 15 0,-1-20 0,1 3 3172,1-5-3172,-1-3 147,2 0-147,-3-3 516,2-2-516,-4 1 0,0-2 0,1 0 0,-1-1 0,2-1 0,0 0 0,16-10 0,-7 6 0,14-8 0,-12 7 0,1 1 0,-1 0 0,3 0 0,-1 2 0,11-3 0,-4 2 0,8-2 0,0 1 0,1 0 0,6-1-613,-4 1 1,-1 1 612,-1 0 0,1 2-637,-1 0 637,2 1 0,-1 1 0,-1 0 0,1 1 0,-2 0 0,0 1 0,12 1 0,-9-1-811,11 2 811,-11-3 0,0 1 0,0-1-155,0 0 155,-1 1 0,-1-2 457,-1 1-457,0 0 0,-2-1 0,21 1 0,-23-2 0,15 1 0,-29-2 599,-2 0-599,-3 0 907,-1 0-907,-1 0 195,-4-4-195,0 1 670,-2-4-670,-1 2 0,1-2 0,-2 1 0,-1 0 0,0 0 0,-7-4 0,5 4 0,-2-4 0,4 6 0,1-2 0,0 1 0,0-1 0,0-3 0,-1 0 0,1-3 0,-2-10 0,2 2-587,-1-11 587,2 4 0,1-4 0,0-6 0,0-7 0,1 5 0,1-2-1342,-1 7 0,1-1 1342,0 5 0,0-3 0,1-2 0,-1-2 0,1-3 0,0 0 0,0 3-770,0 3 1,0 1-1,0-1 770,0-4 0,0-3 0,0-1 0,1 3 0,-1-1 0,1 1 0,0 2-77,0-7 0,0 0 77,1 8 0,-1-2 0,0 1 0,1 3 0,0 0 0,0 1 0,-1-3 0,2-4 0,-2 5 0,2-6 0,-1-4 0,0 3 0,0 6 0,0-8 0,1 1 0,-2 3 0,2-4 0,-1 0 0,-1 7 0,1 6 0,-1 4 0,-1-3 0,1 0 0,0 0 0,-1 0 0,1-1 0,-1-1 0,0 1 0,0-1 0,0 0 0,0 1 0,0 0 0,0 0 0,0-10 0,0 0 0,0 12 0,-1-2 0,0-11 0,-1-6 0,0 6 0,1 15 0,0 1 0,-2-22 0,1 3 0,1 20 0,-1 1 0,1 2 797,1 2-797,0 1 0,0 2 0,0 1 2627,0 2-2627,0-8 0,0 10 1781,0-7-1781,0 11 367,0 0-367,0 0 162,0-1-162,0 3 0,0-1 0,0 4 0,0 0 0,0 0 0,0 1 0,0 1 0,-1-2 0,1 3 0,-2-1 0,-4 1 0,0 0 0,-4 1 0,-1-1 0,-2 0 0,-11-1 0,3 1 0,-24-3 0,12 3-1255,-14-1 1255,9 2 0,8 0 0,-1 1 0,-16 2 0,15-2 0,1 1 0,-11 1 0,1 0 0,3 0 0,13-2 0,-1 0 0,-10 2 0,-8 0-596,17-2 596,4-1-82,3 0 82,3 0 0,-4 0 0,10 0 1160,-3 0-1160,10-1 673,1 0-673,0 0 100,1 1-100,1 0 0,0 0 0,1 2 0,0-1 0,0 1 0,1 1 0,0-1 0,0 1 0,1 0 0,-2 0 0,1 0 0,-1 1 0,-1-1 0,-6 12 0,2-8 0,-6 9 0</inkml:trace>
  <inkml:trace contextRef="#ctx0" brushRef="#br0" timeOffset="51291">10994 1655 5734,'-2'10'0,"1"-4"0,1 3 0,0-1 0,0-4 0,0 2 0,0-4 0,2-2 0,-1 1 0,1-1 0,0-1 0,-3 0 0,2-1 0,0 0 0,-1 0 0,1 1 0,0 0 0,-1 0 0,0 6 0,-1 0 0,0 8 0,-1-5 0,1 2 0</inkml:trace>
  <inkml:trace contextRef="#ctx0" brushRef="#br0" timeOffset="65371">9917 10364 5715,'37'-12'0,"1"1"0,-1 0 0,-7 2 0,-1 0 0,5-1 0,1 1 0,7-2 0,4-1 0,2 0 0,0 0 0,-4 1 0,-4 1-820,0 0 1,-5 2 0,1-1 0,9 0 817,-11 1 1,6 0-1,5 0 1,2-2-1,3 1 1,2-1-1,-1 1 1,-1 0-1,-1 0 1,-4 1-1,-4 0 1,-6 2-577,14-2 0,-8 1 0,-2 1 0,7-1 578,-7 1 0,6-1 0,3 0 0,1-1 0,-1 1 0,-1 0 0,-4 1 0,-6 1 0,12-1 0,-7 2 0,-4 0 0,0 0 0,-2 0 339,-2 0 0,1 1 1,-5 0-340,14-1 0,-28 3 2,-1 2-2,-54 6 0,11-3 0,2-1 0,1 0 0</inkml:trace>
  <inkml:trace contextRef="#ctx0" brushRef="#br0" timeOffset="65580">11565 9818 5734,'23'-7'0,"21"-1"0,-6 3-1088,-1 1 0,2 2 1088,9 0 0,-18 2 0,2 1 0,1 4 0,-3 3 0,6 3 0,-10 7 0,-5 4 0,-15 3 0,-10 7 0,-5 1 0,-5-3 0,-7 6 0,1-4 0,12-16 0,-7 12 0</inkml:trace>
  <inkml:trace contextRef="#ctx0" brushRef="#br0" timeOffset="65993">12957 9522 5734,'-27'-14'0,"-1"4"0,2 5-1468,-3 5 1468,-3 2 0,-3 4-906,-1 4 906,-1 4 0,1 2 0,3 3 0,11-3 0,2 2 0,-8 10 0,12-8 0,1 0 0,2 12 0,8-8 0,3 0 0,3 15 0,2-14 0,2 0 0,11 10 0,4-2 0,7-2 0,-4-11 0,2-1 0,-6-4 0,2-2-325,6 4 0,1-2 325,13 3 0,-13-9 0,0-1 0,14 2 0,-16-5 0,-1-1-394,5-3 394,-3-4 0,-5-2 0,-3-2 0</inkml:trace>
  <inkml:trace contextRef="#ctx0" brushRef="#br0" timeOffset="66239">12812 9929 5734,'-12'-3'0,"-2"0"0,7 0 0,0-1 0,7 2 0,3-1 0,3-1 0,11-6 0,0 3-265,7-5 265,-5 3 0,1 1 0,-2 1 0,3 2 0,-6 2 0,4 6 0,-9 4 0,1 4 0,-5 2 0,1 9 0,-2-3-239,2 6 239,-3-6 0,0-1 0,-1 0 259,2-1-259,2 5 0,-1-7 0,2 1 0,2-1 0,-3-11 0,4 2 0</inkml:trace>
  <inkml:trace contextRef="#ctx0" brushRef="#br0" timeOffset="66385">13169 9903 5734,'4'11'0,"-1"-1"0,2 1 0,2 8 0,-2-8 0,3 7 0,-6-10 0,1-2 0,-2 0 0,0 0 0,-4-4 0,0-1 0</inkml:trace>
  <inkml:trace contextRef="#ctx0" brushRef="#br0" timeOffset="66844">13296 9467 5734,'0'14'0,"2"1"0,0 2 0,1 3 0,0 3 0,1 5 0,3 17-1917,-2-7 1917,-2-13 0,0 1 0,2 12 0,-2-8 0,2 5 0,-1-3 0,2 15 0,0-1 0,0-3 0,-3-21 267,1 4-267,-2-11 0,2 2 0,-4-11 0,1-2 0,-2-3 1445,-1-6-1445,0-3 51,-2-5 0,2-3 0,0-1 1</inkml:trace>
  <inkml:trace contextRef="#ctx0" brushRef="#br0" timeOffset="67267">13103 9856 5734,'8'-8'0,"-1"2"0,-1 1 0,5-1 0,-3 2 0,4 0 0,-3 1 0,0 0 0,2-1 0,-1-2 0</inkml:trace>
  <inkml:trace contextRef="#ctx0" brushRef="#br0" timeOffset="67815">13401 9876 5734,'13'-3'0,"5"-5"0,-5 4 0,8 0 0,-10 6 0,3 7 0,-7-1 0,-1 4 0,-6 4 0,-2-2 0,-3 4 0,-2-4 0,-3 6 0,1-6 0,-3 5 0,4-7 0,1-3 0,0 1 0,1-2 0,-4 7 0,5-8 0,-2 3 0,6-8 0</inkml:trace>
  <inkml:trace contextRef="#ctx0" brushRef="#br0" timeOffset="68433">13595 9502 5734,'-3'17'0,"0"-1"0,3-2 0,0 2 0,0 3 0,0 3 0,0 4 0,1 2-1092,0 3 1092,0 1 0,1 3 0,-2 1 0,1-1 0,-1 1 0,0-12 0,0 1 0,0 11 0,-1-8 0,1-2 0,0 2 0,-2 3 206,1-15-206,0-2 0,0-4 0,1-2 0,-2-1 0,0-3 825,0-4-825,-1-3 61,0-5-61,-1-3 0,0-3 0,2-3 0,2-14 0,1-4 0,1 2-580,2-3 0,1 3 580,3 9 0,2 3-257,1 1 257,1 3 0,0 2-39,1 2 39,0 3 0,0 2 0,1 3 0,22 13 0,-19-1 0,15 12 0,-26-5 0,-2 0 1121,-2 2-1121,-4 1 0,-2 0 0,-2 2 0,-2 0 289,-2 0-289,-1 0 0,-6 5 0,5-7 0,-7 6 0,10-12 0,-1 2 46,5-7-46,2 0 0,1-3 0,0-1 0</inkml:trace>
  <inkml:trace contextRef="#ctx0" brushRef="#br0" timeOffset="68692">13973 9804 5734,'0'-8'0,"-1"3"0,-3 10 0,-2 7 0,-2 5 0,2 4 0,2-3 0,2 2 0,1 1 0,1 8 0,0-6 0,3 11 0,-2-16 0,1 4 0,-2-10 0,-2 3 0,0-4 0,-1 1 0,-1-5 0,-2 0 0,1-3 0,-2 0 0,1-4 0,-1-1 0,-3-3 0,1-2 0,-2-4 0</inkml:trace>
  <inkml:trace contextRef="#ctx0" brushRef="#br0" timeOffset="69494">14642 9694 5734,'-9'-2'0,"1"2"0,1-1 0,2 1 0,1 1 0,1 0 0,1 4 0,2 14 0,1-2 0,2 12 0,2-7 0,4 18-1360,-1-7 1360,-2-9 0,-1 0 0,4 13 0,-2-7 0,-1 1 0,-1-7 0,0 0-718,1 9 1,0-1 717,-2-8 0,-1 1 0,2 18 0,-1 1 0,-2-16 0,1-1 0,0 15 0,-1-2 0,-1-4-562,0-4 562,0-5 0,-1-4 0,0-4 1054,0-5-1054,-4-2 1530,2-9-1530,-5-4 773,1-11-773,-1-6 0,0-6 0,2-9 0,1-4 0,1 12 0,2 0-579,-2-18 1,1-1 578,3 16 0,1 1-818,-1-2 0,2 0 818,0 1 0,1-2 0,5-8 0,3-3 0,-1 3 0,-2 6 0,1 1 0,2-4 0,1-2 0,1 5 0,1 8 0,1 4-700,10-9 700,8-2 0,-11 16 0,-1 7 0,0 3 0,4 9 0,-8 3 0,1 7 0,-10 2 0,-4 2 0,-9 7 0,-4 2 0,-2 3 47,-1-3 0,-2-2-47,-3-5 1184,-1-2-1184,-1-4 0,1 0 0,-9-2 0,7-4 0,-6-3 0,11-8 0,1-3 0</inkml:trace>
  <inkml:trace contextRef="#ctx0" brushRef="#br0" timeOffset="71359">15049 9449 5734,'-2'27'0,"1"2"0,0 4-2173,0 3 2173,1 2 0,0 2 0,2 1 0,2-1 0,0 0 333,0-16 1,2 2-334,1 5 0,1-2 0,2 14-100,4-1 100,-11-34 0,2-4 0,4-9 1093,0-3-1093,5-7 0,-3-1 0,8-12 0,-4 4 0,5-9 0,-1-1-220,-6 10 220,2-6 0,-7 14 0,-2 3 0,-1 1 0,-1 3 0,-1 2 0,-1 3 0,1 4 733,-1 5-733,1 5 0,-1 2 0,3 11 0,0-2-406,3 7 406,-1-6 0,6 3 0,1 0 0,0-1-294,0 0 0,1-4 294,-5-10 0,0-3 0,0-2 0,6-4 0,-5-3 381,5-3-381,-6-3 613,3-16-613,-6-12 0,-1 0-505,-7 0 505,-3 19 0,0 2 0,0 1 0,0 3 0,1 1 0,-1 2 0,-1 5 0,1 2 505,-6 9-505,2 1 0,-6 11 0,7-5 0,-1 6 0,3-4 0,3 1 0,0-1 0,2 1 0,2-1 0,0 0 0,6 4 0,-1-6 0,4 2 0,8-6 0,-6-7 0,8-1 0,-9-6 0,0-2 0,7-9 0,-5 3-266,4-8 266,-6 3 0,0-3 0,-2 0 0,-2-1 0,6-17 0,-7 18 0,4-10 0,-10 22 0,-1 2 0,0 2 266,-1 2-266,-1 13 0,1-1 0,-2 10 0,3 4 0,0-6 0,2 6 0,0-8 0,3 5 0,-2-6 0,3 3 0,-3-10 0,1-1 0,0-3 0,-1-1 0,11-10 0,-5 1 0,13-16 0,-11 7-264,5-8 264,-5 5 0,0-2 0,1-1 0,3-9 0,-4 8 0,5-11 0,-9 16 0,0-3 0,-4 13 0,-2 4 0,-1 8 0,-1 8 0,-1 4 0,0 5 264,0 2-264,1 13 0,2-9 0,3 18-695,1-23 695,2 5 0,-1-14-17,7 1 17,-2-7 0,5 0 0,-3-9 0,1-3 0,-1-5 0,4-7 0,-7-1 481,1-7-481,-8 4 0,-4-3 0,-3 1 0,-3-1 0,-2 1 0,-3 2 0,0 2 17,-10-1-17,1 4 0,-10 0 0,13 6 0,2 3 0,12 2 0,2 1 0,1 1 0,5-2 214,3 1-214,4-1 0,2 1 0,0 0 0,3 0 0,-1 0 0,13 1 0,-11 1 0,8 2 0,-13 2 0,-1 2 0,-2 2 0,3 8 0,-4-2 0,1 6 0,-3-5 0,-1 2 0,0 0 0,0-1 0,1-1 0,2 4 0,-1-6 0,2 1 0,-3-6 0,0-3 0,1 0 0,0-3 0,1-2 0,2-3 0,-1-2 0,2-4 0,-1-1 0,-1-1 0,1-3 0,0-1 0,0 0 0,3-7 0,-4 8 0,4-7 0,-6 10 0,-1 2 0,-4 4 0,-1 5 0,-1 3 0,0 3 0,0 4 0,1 0 0,0 1 0,0 0 0,3 0 0,8 11 0,-5-12 0,7 8 0,-8-16 0,1-1 0,0-1 0,2-3 0,0 0 0,1-2 0,-1-1 0,2-2 0,-3 0 0,2-1 0,-2 1 0,0 1 0,-1 0 0,-1 1 0,-1 0 0,-1 3 0,0-1 0,-2 3 0,1 0 0,-2 1 0,2 3 0,-1 1 0,3 2 0,0 1 0,1 2 0,2 0 0,0 1 0,6 5 0,-3-5 0,20 11 0,-17-15 0,13 4 0,-19-11 0,5-7 0,-4 0 0,3-6 0,-3 2 0,1-7 0,-3 1 0,2-4 0,-1-10 0,-4 17 0,1-8 0,-4 20 0,0 3 0,0 4 0,0 2 0,-1 3 0,2 0 0,-1 1 0,2 0 0,0 2 0,1-2 0,1-1 0,4 1 0,-1-5 0,2 0 0,-2-4 0,0-2 0,0-2 0,0-1 0,9-13 0,-6 6 0,13-22 0,-14 19 0,4-8 0,-9 16 0,0 2 0,0 2 0,0 1 0,0 2 0,1 2 0,1 1 0,2 6 0,-2-2 0,10 10 0,-9-9 0,5 5 0,-7-8 0,0 0 0,1-2 0,0-1 0,1 0 0,-1 0 0,1 0 0,0 1 0,3 1 0,-1-2 0,1 2 0,-4-4 0,0 1 0,3 0 0,-3-1 0,5 2 0,-6-2 0,4 1 0,-5-1 0,1 0 0,0 1 0,0 0 0,0 0 0,0 0 0,-1-1 0,1 0 0,1 2 0,-2-1 0,4 0 0,-1-3 0,2-1 0</inkml:trace>
  <inkml:trace contextRef="#ctx0" brushRef="#br0" timeOffset="71457">17423 9904 5734,'13'-5'0,"0"0"0</inkml:trace>
  <inkml:trace contextRef="#ctx0" brushRef="#br0" timeOffset="71891">13535 10379 5734,'14'0'0,"27"-1"0,3 0-1634,-9 0 1,5-1 1633,0 1 0,3-2 0,3 1-585,-3 0 1,2-1-1,2 0 1,-1 0 584,-7 1 0,-1 0 0,1 0 0,1 0 0,-1 0-26,4-1 0,1 1 0,0-1 0,-1 1 1,-2-1 25,3 1 0,-3 0 0,0 0 0,0 0 0,2 1 0,1-1 0,-1 0 0,1 0 0,0 1 0,-1-1 0,2 0 0,2 0 0,-5 1 0,2 0 0,2-1 0,0 1 0,-1 0 0,-2 0 0,-1 0 0,-2 0 0,0 0 0,0 0 0,3 1 0,-1-1 0,3 0 0,1 0 0,0 1 0,-2-1 0,-2 1 0,5-1 0,-2 1 0,-2 0 0,0 1 0,0-1 0,0 0 0,0 1 0,-1-1 0,-2 0 0,0 1 0,0-1 0,2 0 0,-2 1 0,2-1 0,1 0 0,0 0 0,-4 0 0,0 0 0,-3 0 0,0-1 0,2 0 0,8 1 0,0-1 0,0 0 0,0 0 0</inkml:trace>
  <inkml:trace contextRef="#ctx0" brushRef="#br0" timeOffset="72049">18052 10256 5734,'-7'0'0,"-6"-1"0,2 0 0,-5 0 0</inkml:trace>
  <inkml:trace contextRef="#ctx0" brushRef="#br0" timeOffset="91500">16462 14638 5734,'-5'-6'0,"1"1"0,1 4 0,2-1 0,17-4 0,-2 2 0,18-1 0,12 0 0,-5 1 0,-13 2 0,1 1-656,7 0 1,9 1-1,3 0 1,-2 1 0,-9 0 597,-2 1 1,0 2 57,9 0 0,8 1 0,0 0 0,-10-1-407,-11-1 0,-2 0 407,20 2 0,0 0 0,-15-2 0,-4 0 0,8-1 0,-1 2 0,-1-1 0,-10 0-47,12 2 0,-23-3 1,2 0-1</inkml:trace>
  <inkml:trace contextRef="#ctx0" brushRef="#br0" timeOffset="92294">19583 14526 5734,'12'8'0,"3"1"0,4-3-1523,7 1 1523,8-1-1410,9 0 1410,-18-3 0,2-1 0,4 0 0,0 0 0,3-1 0,4 0 0,1-1 0,4 0 0,0-1-664,-8 0 1,-1 0 0,3-1 663,-1 1 0,2 0 0,1-1 0,-3 0-271,5 0 1,-2-1 0,1 0 270,2 1 0,1-1 0,0 0 0,-1 0 0,2 0 0,4 1 0,-8-1 0,4 1 0,3 0 0,0 0 0,-2 0 0,-3 0 0,2 0 0,-3 0 0,0 1 0,4-1 0,-4 1 0,5-1 0,3 0 0,0 1 0,-1-1 0,-3 1 0,-5 0 0,9 0 0,-7 1 0,7 0 0,-11-1 0,4 1 0,3 0 0,1 0 0,0-1 0,-4 1 0,-3 0 0,3 0 0,-5 0 0,0 1 0,3-1 0,1 0 0,4 0 0,0 0 0,-2 0 0,-6 0 0,10 1 0,-8-1 0,5 0 0,-8 0 0,-5-2 0</inkml:trace>
  <inkml:trace contextRef="#ctx0" brushRef="#br0" timeOffset="92472">23017 14591 5734,'-28'-9'0,"1"1"0,-1 0-352,2 1 1,-4 0-1,1 0 1</inkml:trace>
  <inkml:trace contextRef="#ctx0" brushRef="#br0" timeOffset="93821">3357 6293 5734,'-1'-4'0,"3"-5"0,3 0 0,2-6 0,4-2 0,5-6 0,2-1 0,5-6 0,0 0-1093,-2 4 1,-1 1 0,2-2 767,6-8 0,2-3 0,-1 2-81,-6 7 1,0 1 0,-2 2 405,4-5 0,0-1-89,-1 1 0,2-4 1,-2 2 88,-4 6 0,-1 2 0,1-3 0,5-7 0,2-2 0,-3 1 0,3-3 0,0-2 0,-3 3 0,2-3 0,-2 1 0,-5 9 0,-1 2 0,2-3 0,1-4 0,3-5 0,-1 1 0,-3 4 0,-3 6 0,-2 3 0,1-2 0,3-6 0,1-2 0,-2 3 0,-2 0 0,0 2 0,4-11 0,-2 2 0,-5 11 0,0 0 0,3-6 0,-2 2 0,1-6 0,2-5 0,-7 16 0,3-8 88,-8 21-88,1-1 2192,-3 9-2192,0 0 2396,0 3-2396,1-2 832,-2 4-832,1 0 226,-4 2-226,1 0 0,-5 0 0,0 1 0,-3 1 0,1 1 0</inkml:trace>
  <inkml:trace contextRef="#ctx0" brushRef="#br0" timeOffset="94864">3391 5987 5734,'-1'2'0,"-1"2"0,1 8 0,-4 20 0,1-9 0,0 0 0,0 2 0,-2 20 0,3-21 0,2 1 0,-1 15 0,8-8 0,1-22 0,4 0 0,4-8 0,15-8 0,-3-1 0,12-11 0,4-4 0,-15 6 0,0 0-906,10-7 1,0 0 905,-16 8 0,-3 2 0,12-10-135,-9 8 1,1-2 0,-10 6 0</inkml:trace>
  <inkml:trace contextRef="#ctx0" brushRef="#br0" timeOffset="96009">4768 3889 5734,'3'15'0,"-1"0"0,1 11 0,0 1 0,0 21 0,0-8 0,0 4 0,-1 1-3277,1 2 3228,-2-10 1,1-2 48,-1-1 306,1-5-306,-2-3 553,1-5-553,-1-5 0,1-4 0,-1-3 1709,0-4-1709,0-2 656,-5-6-656,1-4 150,-4-7-150,1-5 0,-1-5 0,0-2 0,-2-9-698,2 5 0,1 1 698,1-5 0,3 0-256,1 1 256,2 1 0,2 0-657,3 2 657,3 1 0,7-9 0,-2 12 0,6-5 0,-4 14-367,9 0 367,-4 7 0,7 1 1017,-9 9-1017,1 2 256,-1 3-256,13 13 0,-13-4 457,7 11-457,-18-10 0,-3 2 376,-2 1-376,-4 0 0,-9 10 0,-1-6 0,-17 14 0,8-19 0,0-1 0,-10 7-366,-7-1 366,25-18 0,2-2 0,-1-4 0,4-2 277,1-8-277,8 1 74,3-4-74,6 1 0,3-1 0,2-1 0</inkml:trace>
  <inkml:trace contextRef="#ctx0" brushRef="#br0" timeOffset="96376">5124 3836 5734,'-4'12'0,"0"-1"0,-3 7 0,0 1 0,-2 14 0,0 2 0,3 0-1160,-1 1 0,1-2 1160,8-11 292,0 5-292,0-9 0,1 3 466,0-12-466,5-2 0,-1-5 0,19-22 0,-12 3 499,11-19-499,-15 10 0,-1-2 0,-2-1 0,1-12 0,-3 10 0,1-7 0,-3 15 285,-1 3-285,0 4 0,-1-1 0,-1 7 0,0 0 0,1 6 711,0 5-711,0 3 67,2 12-67,-1-3 0,1 9 0,0-3 0,1 11 0,0-7 0,4 8 0,1-1 0,-2-6-392,7 20 392,-9-36 0,1-1 0,-1-5 0,4-2 0,-2-6 0,2-2 0</inkml:trace>
  <inkml:trace contextRef="#ctx0" brushRef="#br0" timeOffset="96652">5491 3800 5734,'-6'-3'0,"1"2"0,0 3 0,0 2 0,1 0 0,-1 3 0,1 1 0,0 2 0,1 2 0,3 0 0,1 2 0,3 0 0,1 2 0,2-2 0,7 10 0,1 0 0,-3-2 0,2 2 0,-1-2 0,-11-6 0,-2-4 0,-3 3 0,-3-5 0,-3 0 0,0 0 0,-8 4 0,4-4 0,-10 5 0,12-9 0,-4-1 0,9-6 0,2-3 0,1-1 0,2-3 0,3-1 0</inkml:trace>
  <inkml:trace contextRef="#ctx0" brushRef="#br0" timeOffset="96893">5585 3880 5734,'0'-4'0,"-1"1"0,1 3 0,1 6 0,7 9 0,1 0 0,5 5 0,-4-7 0,6 8 0,-5-5 0,3 4 0,-7-6 0,-2 7 0,-3-6 0,-14 10 0,-4 1 0,0-3-444,-3 0 1,0-1 443,2-9 0,1-2-130,-6-1 130,7-6 0,-4-2 0,9-7 0,2-4 0,1-3 0</inkml:trace>
  <inkml:trace contextRef="#ctx0" brushRef="#br0" timeOffset="97330">5767 3499 5734,'0'13'0,"0"3"0,0 1 0,0 3 0,1 7 0,0 1 0,0 11-612,0-8 0,1 2 612,-2-5 0,1-1 0,1 16 0,-1-7 0,0-1 0,1 4 0,-1 9 0,1-18 0,-1 5 0,0-12 55,0 9-55,-1-18 279,-1 0-279,0-7 0,0-4 0,-1-1 614,1-4-614,-2-2 276,0-3-276,-1-2 0,1-3 0,0-1 0,1-4 0,1 0 0,4-18 0,-1 12 0,9-20 0,-3 23 0,11-12 0,8 8 0,-5 4-322,6 5 322,-13 11 0,-1 3 0,-1 2 0,0 2 0,-2 3 0,1 5 0,-4 0 0,-1 5 322,-6-2-322,-11 26 0,3-17-589,-10 19 589,7-25 0,1-1 0,-1-2 0,0 2 0,1-6 0,0 0 0,4-6 0,2-2 0,2-3 0,1-2 0</inkml:trace>
  <inkml:trace contextRef="#ctx0" brushRef="#br0" timeOffset="98031">6174 3832 5734,'-7'-4'0,"-2"0"0,2 4 0,-4 2 0,0 2 0,-2 2 0,0 3 0,-13 18 0,10-7 0,1 4 0,1 2 0,5-3-439,-3 14 439,10-20 0,0-1 0,2-3 0,2-1 0,0-2 0,5-2 0,-1-4 0,11-4 439,-5-4-439,6-4 0,-4-3 0,3-9 0,-5 2-330,1-7 330,-5 6-96,-2 1 96,-1 1 0,-1 1 0,-1-3 0,-1 7 0,1-2 0,-2 8 326,-1 1-326,0 4 100,-4 8-100,2 5 0,1 20 0,2-9-234,3 7 234,-1-15 0,1-1 0,1-2 0,0-2 0,1-2 0,0-1 0,1-2 0,1-3 234,1-2-234,26-31 0,-18 15-343,1-5 0,-1 0 343,-8 2 0,0 0-215,-2-2 215,0 3 0,-2 0 0,0 3 0,-1 2 0,-1 2 0,-1 3 671,-2 0-671,1 4 230,-1 3-230,-1 5 0,1 5 0,-2 3 0,-2 10 0,0-5 0,-1 5 0,2-8 0,0 4 0,1-6 0,-3 6 0,3-13 0,-2 3 0,4-7 0,1-1 0,1-3 0,4-11 0,-1 1 0,3-8 0,-1 7 0,17-20 0,-11 16-304,12-13 304,-16 22 0,0 3 0,-2 1 0,-1 3 0,0 2 0,-1 4 0,0 2 0,1 4 304,-2 3-304,0 8 0,-2-3 0,0 5 0,0-6 0,2 4 0,0-6 0,2 3 0,0-10 0,3-1 0,1-4 0,2-1 0</inkml:trace>
  <inkml:trace contextRef="#ctx0" brushRef="#br0" timeOffset="98344">6670 3852 5734,'-15'25'0,"-4"16"0,12-24 0,-1 12 0,8-22 0,3-3 0,1-4 0,8-10 0,-1-3 0,5-11 0,-4 0-832,1-3 832,-1-4 0,0-4 0,-4 6 0,-1-3 0,-2 7 0,0-1-878,1-10 0,-1-1 878,-2 9 0,0 1 0,-1 0 0,0 0-538,0 1 0,0 1 538,1-20 0,-2 19 0,1 0 0,-1-6-223,0-3 223,0 20 562,0 7-562,4 26 0,-1 10 0,0 4 0,-1-2 0,1 0-88,0 13 1,0 0 87,-2-15 0,0-1 0,1 13 0,1 1 0,-1-10 0,-1 0 0,1 10 0,-1 0 0,-1-12 0,0-2 0,-2 1 0,0 0 0,-1-1 0,-1-1 0,-1 1 0,0-1 0</inkml:trace>
  <inkml:trace contextRef="#ctx0" brushRef="#br0" timeOffset="99012">4692 7404 5734,'4'-6'0,"5"-9"0,0-2 0,4-4 0,2-3-3277,10-13 3220,-5 9 1,1-2 56,-3 6 0,1-2-757,2-2 1,2-2 0,0 0 756,5-6 0,0 0-25,-2 4 0,1-2 0,0 1 25,4-4 0,-1 1 0,-9 11 0,1 0 0,-1 0 0,2 0 0,-1-1 0,1 1 0,-1-1 0,1 1 0,0-1 0,-1 1 0,1-1 0,-1 1 0,0 0 0,-1 1 0,0-1 0,10-10 0,-2-1 0,-1 3 0,-1 0 0,-2 3 0,-1 0 0,-3 3 0,2-1 0,3-8 0,3-5 0,-4 5 0,-8 11 0,0 1 0,4-7 0,2-3 0,-8 9 0,-12 14 0,-4 4 1387,-6 4-1387,-6 5 955,-7 6-955,-5 5 0,-5 4 0,-2 3 0</inkml:trace>
  <inkml:trace contextRef="#ctx0" brushRef="#br0" timeOffset="99343">4714 6829 5734,'6'4'0,"-1"1"0,0 5 0,-3 26 0,-2-8-741,0-3 1,0 1 740,-1 9 0,1 0 0,0 1 0,1 10-539,-1-10 1,1-1 538,3 0 0,0-4-698,8 6 698,-2-12-277,7 4 277,-2-17 0,15-6 0,-4-7 0,0-6 0,0-2 0,6-8 0,-10 4 0,-2 0 58,4-9 0,-2-5 1,-3 0-1</inkml:trace>
  <inkml:trace contextRef="#ctx0" brushRef="#br0" timeOffset="100148">6073 5430 5734,'-13'-5'0,"-7"1"0,5 3 0,-10 5 0,10 1 0,-2 4 0,8 0 0,1 1 0,3 1 0,3 2 0,2 1 0,4 2 0,3 1 0,4 1 0,1 0 0,11 7 0,-5-5 0,11 10 0,-13-14 0,1 3 0,-7-8 0,-2 8 0,-4-7 0,-2 6 0,-6-9 0,-2 1 0,-3-1 0,-1-1 0,-5 0 0,4-3 0,-5-3 0,7-4 0,0-4 0,3-2 0,2-4 0,2-5 0,1-2 0</inkml:trace>
  <inkml:trace contextRef="#ctx0" brushRef="#br0" timeOffset="100662">6139 5061 5734,'7'1'0,"5"10"0,-3 4 0,4 12-1571,-3 0 1571,0 3 0,0 4 0,0 2 0,-4-11 0,1 1 0,3 14 0,-4-9 0,1 4 0,0-4 0,0 8-354,0-2 0,-2-3 354,-3-19 0,-1-2 517,-1-3-517,-2-4 0,-1-2 0,-2-2 736,-2-4-736,-2-2 1026,-2-3-1026,-1-3 0,0-2 0,-11-15 0,10 10-243,-7-10 243,13 14 0,1 2 0,1-3 0,3 4 0,2-2 0,2 4 0,1 0 243,3 1-243,5-4 0,0 3 0,5-2 0,-2 4 0,2 0 0,1 1 0,1 0 0,1 0 0,0 0 0,-1 1 0,-1 2 0,-2 1 0,3 2 0,-6 1 0,2 2 0,-5 2 0,-1 0 0,0 3 0,-1 1 0,5 7 0,-3-3 0,7 7 0,-3-7 0,0-1 0,-3-4 0,-3-5 0,-2 1 0,-2-3 0,1-2 0,-2-6 0,-2-2 0,-4-12 0,-2 4 0,-15-25 0,11 21-229,-10-12 229,14 21 0,1 3 0,1 1 0,2 0 0,1 3 0,2-1 0,2 3 0,2-1 0,1 0 0,2-1 0</inkml:trace>
  <inkml:trace contextRef="#ctx0" brushRef="#br0" timeOffset="101028">6543 5262 5734,'-1'6'0,"2"4"0,0-2 0,8 23 0,1 4 0,1-2-509,0 5 1,1 0 508,-3-6-669,2-1 669,0 1 0,1-1 0,0-2 0,0-2-380,-1-3 380,-3-3 0,-1-3 0,-3-5 667,-3-3-667,-3-9 944,-2-5-944,-3-11 0,-2-4 0,-1-5-502,-1-6 502,-1-4-1295,0-6 1295,0-4-1387,1-2 1387,7 21 0,0 0 0,0 0 0,1 0-431,1 0 1,0 1 430,0-23 0,3 3 0,1 4 0,4 4 43,2 3-43,3 4 0,12-3 0,-4 11 0,17-5 0,-14 16 802,5 1-802,-11 8 0,-1 2 1383,-4 3-1383,-2 2 1196,-3 2-1196,-4 2 0,-9 11 0,-3-2 0,-16 10 0,-4 2 0,2-4-195,-1-1 0,1-2 195,9-11 29,2-3 1,2-3-1,0-1 1</inkml:trace>
  <inkml:trace contextRef="#ctx0" brushRef="#br0" timeOffset="101456">6666 4650 5734,'6'-16'0,"-1"3"0,-2 11 0,1 2 0,-1 3 0,2 5 0,2 4 0,5 18 0,-2-3-804,0 1 0,-1 1 804,3 10 0,-3-5 0,1 2 0,0 1 0,0-1 0,-3-7 0,1 0 0,1 4 0,-2-4 0,-1-3 0,-1-3 0,1 1 0,-3-9 0,1 1 0,-2-9 0,-2-4 0,1-3 1608,-1-14-1608,0 2 0,1-10 0,0 5 0,1-1 0,5-11 0,-1 7-423,4-8 423,-1 10 0,7-10 0,-3 8 0,6-5 0,-6 13-18,0 0 18,-1 4 0,-2 1 0,1 1 0,-4 3 0,0 2 422,-4 4-422,-3 8 19,-1 0-19,-2 7 0,-7 8 0,-1 1 0,1 0-355,-2 1 1,1-1 354,3-10 0,1-1 0,1-2 0,1-1 0,2-3 0,0 0 0</inkml:trace>
  <inkml:trace contextRef="#ctx0" brushRef="#br0" timeOffset="102167">7187 4839 5734,'-5'-11'0,"-2"1"0,2 6 0,-3 2 0,0 3 0,-2 3 0,0 2 0,1 3 0,-9 23 0,10-13 0,-5 24 0,12-25 0,4 9 0,0-14 0,4 2 0,-1-8 0,2-2 0,1-2 0,1-3 0,6-6 0,-4-1 0,17-24 0,-16 12-578,8-17 578,-16 17 0,-1-1 0,-1 0 0,-2-8 0,0 7 0,-2-4 0,0 11 0,-1 0 0,1 5 0,-2-1 0,3 7 578,-1 1-578,1 8 0,0 1 0,0 5 0,1-1 0,1 2 0,1 0 0,0 1 0,2 5 0,-1-5 0,3 6 0,-3-11 0,0 0 0,-1-5 0,5-4 0,-2-6 0,4-4 0,-3-4 0,-2 0 0,0-1 0,2-10 0,-2 6 0,0-5 0,-2 9 0,1-10 0,-1 13 0,0-8 0,-3 16 0,0 1 0,0 1 0,1 1 0,1 5 0,1 1 0,3 7 0,-1-3 0,2 4 0,0 1 0,-1-4 0,1 2 0,-2-5 0,0-1 0,-1-2 0,0-2 0,0-1 0,0-2 0,1 0 0,0-3 0,4-4 0,-2 0 0,2-2 0,5-9 0,-5 8 0,9-7 0,-11 14 0,3 2 0,-6 2 0,4 0 0,-3 1 0,8-1 0,-4-1 0,6-2 0,-3-1 0</inkml:trace>
  <inkml:trace contextRef="#ctx0" brushRef="#br0" timeOffset="102441">7678 4527 5734,'-11'-5'0,"0"2"0,-7 4 0,4 2 0,-7 2 0,7 1 0,1 1 0,1 2 0,2-1 0,-3 7 0,7-7 0,-1 3 0,7-11 0,2-2 0,1-3 0,1-3 0,1-5 0,0-12 0,-2 3 0,0-22 0,-3 15 0,0-11 0,-2 8 0,-1 0 0,0-3-402,0 5 1,0 2 401,1 11 0,-1 0 0,2 7 0,-1 0 0,2 9 0,1 12 0,0-1 803,1 10-803,-1-5 0,-2 1 0,-2 1 0,1 0 0,-2-1 0,1-2 0</inkml:trace>
  <inkml:trace contextRef="#ctx0" brushRef="#br0" timeOffset="103368">7573 4518 5734,'-4'2'0,"1"-1"0,0 0 0,2-1 0,-2 2 0,1-1 0,-1 1 0,1 2 0,-1 0 0,-1 7 0,0-2 0,-1 10 0,3-8 0,1 4 0,1-5 0,11 4 0,-5-8 0,9 1 0,-7-12 0,1-2 0,-1-4 0,1-11 0,-2 1-501,-1-9 501,-4 5 0,-5-17 0,-1 7 0,-2 4 0,-2-7 0,-1 4 0,3 7 0,-1 0-672,-2-5 1,-1-3 0,1 5 671,-4-14 0,-2 2-260,1 3 260,-4-5 0,7 14 0,-2-2 0,6 17 0,2 3 384,2 4-384,0 5 2047,2 13-2047,3 6 0,3 30 0,1-8-665,-1-10 1,-1 1 664,6 16 0,-2-11 0,0 1 0,0-9 0,-1 0 0,3 9 0,1-2 0,5 11-1149,-1-3 1149,2-4 0,-1-4-860,7 6 860,-7-13-444,10 7 444,-13-19 1194,6 0-1194,-11-13 0,2-4 0,-6-7 0</inkml:trace>
  <inkml:trace contextRef="#ctx0" brushRef="#br0" timeOffset="108795">13747 14536 5734,'-5'3'0,"2"-1"0,6-1 0,3-1 0,8-1 0,18-4 0,6 0 0,-15 1 0,3 1-630,6 0 1,8-2-1,4 1 1,-1 0 0,-7 0 629,10 1 0,-2 1 0,-5 0 0,3-1 0,2 1 0,-1 1 0,2 2 0,1 2 0,-2 0 0,-4 0 0,-7 0 0,-3-1 0,4 1 0,8 1 0,8 1 0,1 1 0,-3 0 0,-9-1 0,-3 1 0,-4 0 0,4 0 0,2 1 0,-3 0-485,-4 1 0,-5-1 485,1 1 0,11 9 0,-39-14 0,-5 2 0</inkml:trace>
  <inkml:trace contextRef="#ctx0" brushRef="#br0" timeOffset="129754">13693 16626 5734,'-2'4'0,"2"0"0,3-2 0,2 0 0,-1-2 0,10 1 0,-5 1 0,7-1 0,1 3 0,-7-2 0,8 1 0,1 0 0,-6-2 0,6 1 0,4 0 0,-9-2 0,9 1 0,-1-2 0,-9 1 0,21-2 0,-21 1 0,25-1 0,-24 2 0,12-2 0,-3 1 0,-8-1 0,20 0 0,-20 0 0,17 1 0,-19 0 0,11 1 0,-14 1 0,1-1 0,-3 2 0,1-2 0,-1 1 0,3-1 0,-3 0 0,7 2 0,-6-2 0,8 1 0,-8-1 0,3 0 0,1-1 0,-3 0 0,6-1 0,-6 0 0,3 0 0,-4 1 0,0 0 0,9-2 0,-7 2 0,11-2 0,-10 2 0,3 0 0,-3 0 0,6 1 0,-3-1 0,4 1 0,-4 0 0,0 0 0,0 0 0,7-1 0,-5 0 0,15 0 0,-14-1 0,14 0 0,1-1 0,-6 0-381,2 0 1,0 0 380,-11 1-305,9 0 305,-7 0 0,6 0 0,-2 1 0,-5-1 0,11 0 0,-11 0 0,12 0 0,-11 1 0,5-1 0,-5 1 0,10-2 0,-6 1 0,18-2 0,-16 1-581,10 0 581,-11 0 0,14 0 0,-9 0 0,-5 1 0,0 0 0,4 0 0,7-1 0,1 3 0,-9-1 0,-3 0 0,-1 1 0,5 0 0,9 0 0,-11 0 0,0 1 0,0-1 0,2 0 0,-1 0 0,0 0 0,1 0 0,0 0 0,13 0 0,-10 0 0,7 0 0,1 0 0,-1 0-560,-5 0 1,-1 0 559,-4 0 0,-1-1 0,-1 0 0,1-1 0,7 1 0,-8 0 0,0 0 53,2-1-53,1 1 0,0-1 0,0 0 0,0 0 0,-1-1 0,1 1 0,-2 0 0,1 1 0,0 0 0,-1 0 0,0-1 0,-1 1 0,12 0 0,-10 1 0,8 1 0,-12 0 0,-1 0 0,2 0 250,0 0-250,12 0 0,-10-1 158,10 0-158,1 1 0,5-1 0,2 0 67,-2-1-67,-12 0 0,0 0-193,1-1 193,-1 1 0,0 0 0,0 0 0,0-1 0,-2 2-503,-2-1 503,0 1 0,-3 0 0,0 0 0,10 0 0,-8-1 0,10-1 0,1 1 0,-4-2-223,-1 1 1,-2 0 222,-9 0 0,-1 0 607,8 0-607,-8 0 0,6 0 621,-10 1-621,-1 0 557,0 0-557,6 0 0,-5 1 0,5-1 989,-8 0-989,9 1 0,-5-2 0,6 1 0,-5 0 0,1 1 211,1 0-211,1 0 0,1-1 0,2 1 0,-1-1-358,2 0 358,0 0 0,10 2 0,3-1 0,1 1-696,-2 0 1,0 0 695,-9 0 0,0 0-921,14 1 921,-9-1 0,-5 0 0,0-1 0,5 0 0,12 0 0,-15 0 0,12 0 0,2 0 0,1 0-575,0 0 1,-3 0 574,-10 0 0,0 0-511,14 0 511,-10 0 0,-13-1 0,0 1 0,10-1 259,1 0-259,2 0 0,0 1 0,3-1-80,0 1 80,2 0 0,-1 0 0,-10-1 0,1 1 0,16-1 0,-8-1 0,1 0 0,7 0 47,-17 1 0,0-1-47,11 1 0,-1-1 0,-11 1 0,-1-1 0,16-1 0,-17 1 0,1 1 0,1-1 0,-2 0 0,16-1 231,-15 1 0,0 0-231,1-1 0,-1 1 0,16-2 0,-8 2 0,3-1 0,-8 0 0,1 1 0,-1 0 0,12-1 0,-1 0 57,6 0 1,-3 0-58,-9 1 0,-4 0 9,6 0-9,-13 1 0,-1 1 0,8-1 589,0 1-589,-1 0 0,0 0 0,9 1 0,1-1 0,1 0-323,-2 1 0,-2-1 323,-13 0 0,0 0 330,0 0-330,-2-1 0,0-1 0,9-2 0,-9 0 0,7 0 0,-12 1 0,15 2 0,-14-1 0,9 0 948,-17 1-948,1 0 751,-5 0-751,0 1 1456,-4 0-1456,-2 0 437,0 0-437,-17 4 0,6-2 0,-13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2:30:28.5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14647 4433 24575,'17'13'0,"9"-9"0,-9 9 0,26-13 0,17 0-6497,17-13 6497,-27 11 0,3 0-1566,6-11 0,2 0 1566,5 11 0,4 0-1173,10-10 0,3-2 1173,-24 8 0,1 1 0,1-1-939,7-3 0,2-1 0,1-1 939,4 1 0,0-1 0,2 2-362,2 3 1,1 1-1,0 0 362,4-4 0,1-1 0,-1 2-127,-20 3 0,0 1 1,0 0-1,1 0 127,1 0 0,2 0 0,0 0 0,-1 0 0,1 0 0,-1 1 0,0 0 0,1-1 0,-1 1 0,0-1 0,0 1 0,1 0 0,3 1 0,0 2 0,0-1 0,-1 1 0,-1-1 0,-1 1 0,0 0 0,0 1 0,0-1 0,-1 1 0,0-1 0,1 2 0,-1 1 0,0 0 0,-1 1 0,0-1 0,16 2 0,-2 0 0,1-1 0,3-3 0,1-2 0,-1 4 0,-7 5 0,-2 2 0,-1-1 0,-3-3 0,-1-1 0,-1 0 0,-4 0 0,0 0 0,-2 2 0,21 6 0,-2 1 199,1-6 1,-3 0-200,-17 1 0,-3-1 491,7-2 1,-4 1-492,17 6 826,-36-11 1,-1 0-827,17 11 3010,-14-13-3010,-3 0 3677,-13 0-3677,-13 0 3137,-4 0-3137,-13 0 2522,-13 0-2522,-17-13 0,-3 9-87,-24-9 0,11 0 0,-14-4 1</inkml:trace>
  <inkml:trace contextRef="#ctx0" brushRef="#br0" timeOffset="1195">14377 4613 24575,'-8'61'0,"0"1"0,1-3 0,0-2 0,1-12 0,-1 0-3929,-1 13 1,-1 1 3928,2-5 0,-2 2-1409,-5 16 1,1 2 1408,11-6 0,1 0 0,-12 7 0,-1 0 0,5 0 0,2 0 0,-2 0 0,1 0 0,0-7 0,3 0 0,5 6 0,0-1 0,-7-11 0,0-1-374,5 5 1,1 1 373,1-6 0,0-2-838,1-6 0,1 0 838,5-1 0,0-1 387,-7-5 1,0-2-388,0 33 0,0-4 0,13-13 1886,-10 0-1886,11 0 2365,-14-14-2365,0-2 2616,0-15-2616,13 1 0,-10 0 2294,11-13-2294,-14 10 1869,0-24-1869,0 10 1022,0-13-1022,0 14 270,0-11-270,0 10 0,0-13 0,0 0 0,13-13 0,-10 10 0,24-11 0,-11 14 0,14-13 0,0 10 0,0-11-579,14 1 579,-11 10 0,23-11 0,-9 1-1705,13 10 1705,0-11 0,0 14-2594,13 0 2594,4 14-1383,-33-12 0,1-1 1383,0 6 0,0-1 0,0-6 0,0 0 0,6 7 0,1 0 0,1-6 0,1 1-1506,11 11 0,3 1 1506,0-13 0,0 1 0,6 11 0,2 1 0,5-13 0,1 1 0,0 11 0,3 1-880,-22-12 1,2-3-1,0 3 880,-4 6 0,-1 2 0,2-1-527,6-7 0,1-3 0,0 3 527,-3 6 0,-1 2 0,0-2-350,4-5 1,1-4-1,1 3 350,3 6 0,1 2 0,-1-2-153,-3-5 0,0-3 0,0 1 153,3 3 0,1 1 0,-1-1 0,-4-3 0,0-2 0,0 1 0,0 4 0,-1 1 0,1-1 0,0-2 0,0-2 0,0 2 0,0 2 0,0 1 0,0-1 0,-5-4 0,0 0 0,1 0 0,3 4 0,0 1 0,-1-1 0,-6-2 0,-2-2 0,1 2 0,4 2 0,0 1 0,-2-1 0,21-3 0,-1-2 99,-1 1 1,-1 0-100,-5 0 0,-2 0 201,-6 0 0,0 0-201,6 0 0,-1 0 372,-11 0 0,-1 0-372,-1 0 0,0 0 0,-1 0 0,-2 0 642,-10 1 0,-1-2-642,6-5 0,-1-1 0,-5 5 0,-2 0 812,2-5 0,-2 1-812,33 6 0,-4-13 0,0 9 0,-10-9 0,11 13 2073,-15-13-2073,-12 9 0,10-9 2176,-24 0-2176,23 9 2090,-22-9-2090,9 13 2029,-13 0-2029,0 0 1594,-13-13-1594,-4 10 1245,0-11-1245,-10 14 737,11 0-737,-1 0 187,-10 0-187,11 0 0,-14 0 0,0 0 0,0-13 0,0 10 0,0-11 0,0 14 0,0-13 0,0 10 0,0-24 0,0 10 0,-14-26 0,11 10-1341,-24-24 1341,24 11 0,-23-14 0,9-13-3215,0-4 3215,3 33 0,2-2 0,9 2 0,2-2 0,-5-5 0,-1-1-1628,0-1 0,1 0 1628,4-6 0,0-2-1629,-5-5 1,1-1 1628,12-1 0,1-1 0,-5 1 0,0 0 0,5-5 0,-1-1 0,-5 6 0,-2 0 0,1 0 0,0-1 0,0 2 0,0 1-705,0 6 1,0 0 704,0 7 0,0 0-17,0 1 0,0 1 17,0 5 0,0 2 373,0-1 0,0 0-373,0-31 0,1 32 0,-2 1 0,-12-20 0,9 3 2285,-9 3-2285,13 24 0,0-24 2721,0 37-2721,0-19 2840,0 22-2840,0 0 2475,-13-9-2475,9 22 1264,-9-22-1264,13 22 181,0-9-181,0 13 0,0 0 0,13 13 0,-9-9 0,9 9 0,-13 0 0,0-9 0,0 9 0,0-13 0</inkml:trace>
  <inkml:trace contextRef="#ctx0" brushRef="#br0" timeOffset="15355">18691 3864 24575,'16'0'0,"-2"0"0,-14 0 0,0 0 0,13-13 0,-10-4 0,24-13 0,-11 0 0,14 0 0,14-13-2172,-11-4 2172,24 1-2633,-11-11 2633,14 10-1479,-30 12 1,0-3 1478,6 6 0,1 1 0,1-6 0,1 1 0,6 6 0,0 0 0,-7-6 0,0-1 0,5 5 0,1 0 0,-6-4 0,0-1 0,0 6 0,1 2-853,-2 6 0,-1 0 853,24-34 0,0 24 0,0-10 0,-14-1 581,-3 11-581,-13 3 0,0 3 1948,-13 11-1948,10-1 3148,-24-9-3148,24 22 2585,-24-9-2585,10 13 1206,-13-13-1206,0 9 0,0-9 0,0 13 0,0 0 0,-13 0 0,-4 0 0,-13 0 0,0-13 0,0 9 0,0-9 0</inkml:trace>
  <inkml:trace contextRef="#ctx0" brushRef="#br0" timeOffset="15565">19829 2396 24575,'30'0'0,"0"0"0,0 14 0,0-11 0,0 10 0,-1 0 0,1-9 0,-13 22 0,10-22 0,-24 22 0,24-9 0,-24 0 0,10 9 0,-13-9 0,0 0 0,0 9 0,0-9 0,0 13 0,0-14 0,0 11 0,0-10 0,0-1 0,0-2 0,0-14 0,0 0 0,0 0 0</inkml:trace>
  <inkml:trace contextRef="#ctx0" brushRef="#br0" timeOffset="16776">20937 2127 24575,'-17'0'0,"4"0"0,13 0 0,0 0 0,-13 0 0,9 0 0,-9 0 0,0 0 0,9 0 0,-9 0 0,13 0 0,-13 0 0,10 0 0,-24 0 0,24 13 0,-11-10 0,1 11 0,10-1 0,-24-10 0,24 11 0,-11-1 0,14-10 0,-13 11 0,10-1 0,-11-10 0,14 10 0,0 1 0,0-11 0,0 24 0,0-24 0,0 24 0,0-24 0,0 24 0,14-24 0,-11 24 0,10-11 0,1 1 0,-11 9 0,24-9 0,-24 0 0,10 9 0,1-22 0,-11 22 0,10-22 0,1 22 0,-11-22 0,10 9 0,-13 0 0,0-9 0,0 9 0,0-13 0,0 0 0,-13 0 0,10 13 0,-11-9 0,14 9 0,-13-13 0,10 0 0,-11 0 0,14 0 0,-13 0 0,10 0 0,-11 0 0,14 0 0,0-13 0,14 9 0,2-9 0</inkml:trace>
  <inkml:trace contextRef="#ctx0" brushRef="#br0" timeOffset="16991">21117 2246 24575,'0'17'0,"0"10"0,0-11 0,0 14 0,0 0 0,0 0 0,0 0 0,0 0 0,0 0 0,0 0 0,0 0 0,0 0 0,0 0 0,0-13 0,13 9 0,-10-23 0,11 11 0,-14-14 0,0 13 0,0-10 0,0 11 0</inkml:trace>
  <inkml:trace contextRef="#ctx0" brushRef="#br0" timeOffset="17890">21416 2456 24575,'0'30'0,"0"-13"0,0 9 0,-13-22 0,10 9 0,-11 0 0,14-9 0,0 9 0,-13 0 0,10-9 0,-11 9 0,14 0 0,0-9 0,-13 9 0,10 0 0,-11-10 0,14 11 0,0-14 0,-13 0 0,10 0 0,-11 0 0,14 0 0,0 0 0,0 13 0,0-10 0,0 11 0,0-14 0,0 0 0,0-14 0,0 11 0,0-10 0,0 13 0,0 0 0,14-14 0,-11 11 0,10-23 0,-13 22 0,0-22 0,0 9 0,14-13 0,-11 0 0,10 0-656,1-13 656,-11 10 0,24-11 0,-24 14 0,24 0 0,-24 0 0,24 0 0,-24 1 0,10 12 0,0-10 0,-9 24 0,9-24 0,-13 24 656,0-10-656,13 13 0,-9 0 0,9 0 0,-13 13 0,0-10 0,0 24 0,13-24 0,-9 24 0,9-10 0,-13 12 0,13 1 0,-9 0 0,9 0 0,-13 0 0,0 0 0,0 0 0,13 0 0,-9 0 0,9 0 0,-13 0 0,0 0 0,0-13 0,0 9 0,0-22 0,0 22 0,13-23 0,-9 11 0,9-14 0,-13 13 0,0-10 0,0 11 0,0-14 0,0 0 0,0-14 0,0-2 0</inkml:trace>
  <inkml:trace contextRef="#ctx0" brushRef="#br0" timeOffset="18219">20997 1707 24575,'0'-16'0,"13"2"0,-9 14 0,22 0 0,-9 0 0,13 0 0,0 0 0,0 0 0,0 14 0,0-11 0,0 24 0,0-11 0</inkml:trace>
  <inkml:trace contextRef="#ctx0" brushRef="#br0" timeOffset="18726">22165 2097 24575,'0'-17'0,"0"4"0,-13 13 0,9 0 0,-9 0 0,13 0 0,0 0 0,-13 0 0,10 0 0,-24 0 0,24 13 0,-24-10 0,10 24 0,-13-24 0,0 24 0,14-10 0,-11 13 0,10 0 0,1-14 0,-11 11 0,24-11 0,-10 14 0,-1 0 0,11 0 0,3-13 0,3 10 0,11-11 0,-14 1 0,13 9 0,4-22 0,12 9 0,1-13 0,0 0 0,14 0-513,-11 0 513,10 0 0,-13 0 0,0 0-11,0-13 0,0 9 0,0-9 0</inkml:trace>
  <inkml:trace contextRef="#ctx0" brushRef="#br0" timeOffset="19471">21057 2965 24575,'-17'0'0,"4"0"0,13 0 0,13 0 0,-9 0 0,9 0 0,-13 0 0,13 0 0,-10 0 0,24 0 0,3 14 0,17-11 0,13 10-2467,-1-13 2467,15 14-2592,2-11 2592,1 10 0,-34-12 0,0-2 0,2 1 0,0 0 0,1 0 0,1 0-1244,5 0 1,0 0 1243,-7 0 0,-1 0 0,1 0 0,0 0 0,0 0 0,0 0 0,0 0 0,0 0-533,32 0 533,-4 0 0,-13 0 676,0 0-676,-14 0 0,11 0 0,-37 0 2198,20 0-2198,-24 0 2936,1 0-2936,-4 0 783,-13 0-783,0 0 371,-13 0 1,10 0-1,-11 0 1</inkml:trace>
  <inkml:trace contextRef="#ctx0" brushRef="#br0" timeOffset="19641">23183 3265 24575,'17'0'0,"-4"0"0,-13 0 0,0 13 0,0-10 0,0 11 0,0-14 0</inkml:trace>
  <inkml:trace contextRef="#ctx0" brushRef="#br0" timeOffset="22095">20578 8087 24575,'0'47'0,"0"23"0,13-7-4087,-11-14 0,-1 5 4087,6 5 0,0 2-1691,-7 12 1,0 4 1690,6 5 0,1 2-527,-6-21 1,0 2 0,0 0 526,3 0 0,2 0 0,-2 2 0,-3 6 0,-2 2 0,1 0-811,-1 0 0,2 0 0,-1 1 811,0 3 0,-1 1 0,2 0-225,-1 4 0,0 1 0,0-1 225,-1-20 0,2 0 0,-1 0 0,0 1-36,-1 2 1,1 0 0,0 1-1,1-1 36,1 1 0,2-1 0,0 0 0,-1 1 0,-2-1 0,-1 1 0,1-1 0,0 0 0,2 1 0,1 0 0,0-1 0,-2 0 0,-1-3 0,-1 1 0,0-2 0,-1 1 0,1 21 0,-1-1 0,2 0 0,3-3 0,2-1 0,-2-1 0,-3-3 0,0 0 0,0-2 198,3-3 0,2-1 0,-3-1-198,-2-4 0,-1-1 0,-1 0 37,1-4 1,-1 0 0,2-1-38,6 26 0,0-3 0,-6-6 0,1-2 395,5-6 1,-1-3-396,-5-11 0,-2-2 781,1 1 0,0-3-781,0 27 1283,14-4-1283,-11-26 3562,10-4-3562,-13-13 0,-13 0 0,-4-27 0,-13-6 0</inkml:trace>
  <inkml:trace contextRef="#ctx0" brushRef="#br0" timeOffset="22844">16234 10993 24575,'14'16'0,"-11"11"0,24-24 0,-24 11 0,24-1 0,3-10 0,3 24-1406,23-24 1406,-9 11-2963,26-1 2963,-29-11 0,2-1-1634,6 6 1,3-1 1633,3-5 0,3-2-1933,12 2 0,1-2 1933,1-5 0,3-1-844,-16 5 0,3 2 1,1-1 843,3-3 0,0-2 0,3 3-388,6 2 0,2 2 0,1-1 388,-18-3 0,1-1 0,0 0 0,2 1-213,6 2 0,2 0 0,1 1 1,0-1 212,0-2 0,0-1 0,0 0 0,3 2-39,-11 1 1,1 0-1,1 2 1,0-1 0,0 1 38,0-1 0,0 0 0,1 0 0,-1 0 0,1 0 0,1-2 0,1-1 0,-1-1 0,2 1 0,-1 1 0,2 1 0,1 1 0,0-1 0,-1 1 0,1-1-29,-3-2 0,1 0 1,-1 0-1,0 0 0,1 2 29,4 2 0,1 1 0,0 2 0,-1-1 0,0 0 0,-7-2 0,0-1 0,-1 1 0,1-1 0,0 1 0,4 1 0,0 2 0,1-1 0,-1 0 0,-2-1 0,10-2 0,-3-1 0,0 1 0,1 1 0,2 1 0,1 2 0,-2 0 0,-1-1 0,-10-2 0,-2-1 0,0 0 0,-1 2 0,0 4 0,1 2 0,-2-1 0,-1-1 0,12-4 0,-2-2 0,0 1 0,-4 3 0,-1 2 0,-2-3 74,-6-2 1,-2-2 0,-2 1-75,18 7 0,-2 0 353,-6-6 1,-3 1-354,-11 5 0,-2-1 781,-6-5 0,-2-2-781,29 1 2651,-26 0-2651,-4 0 3861,-13 14-3861,-13-11 3732,-4-3-3732,-13-3 2374,-13-11-2374,-17 14 0,-17 0 0,-13 0 0</inkml:trace>
  <inkml:trace contextRef="#ctx0" brushRef="#br0" timeOffset="28631">20518 10963 24575,'-17'0'0,"4"0"0,13 0 0,0 0 0,0-14 0,0 11 0,0-10 0,0 13 0,0 0 0,0-14 0,0 11 0,0-10 0,0 0 0,0 9 0,0-9 0,0 0 0,0 9 0,0-9 0,0 0 0,0 9 0,0-9 0,0 13 0,0 0 0,0-13 0,0 9 0,0-9 0,0 13 0,0 0 0,0-13 0,0 9 0,0-9 0,0 13 0,0 0 0,0-13 0,13 9 0,-10-9 0,11 13 0,-14-13 0,0 9 0,0-9 0,0 0 0,0 10 0,0-11 0,0 1 0,0 10 0,0-24 0,0 24 0,13-11 0,-10 1 0,11 10 0,-14-24 0,0 24 0,0-11 0,0 1 0,0 10 0,0-24 0,0 24 0,0-11 0,0 1 0,0 10 0,0-24 0,0 24 0,0-10 0,0-1 0,0 11 0,0-10 0,0-1 0,0 11 0,0-10 0,0-1 0,0 11 0,0-10 0,0-1 0,0 11 0,0-10 0,0-1 0,0 11 0,0-10 0,0 0 0,0 9 0,0-9 0,0 0 0,-14 9 0,11-9 0,-10 0 0,13 9 0,0-9 0,0 0 0,0 9 0,0-22 0,0 22 0,0-9 0,0 0 0,0 9 0,0-22 0,0 22 0,-14-22 0,11 23 0,-10-24 0,13 24 0,0-24 0,0 24 0,0-24 0,0 24 0,0-24 0,0 24 0,0-24 0,0 24 0,0-24 0,-14 24 0,11-24 0,-10 24 0,13-24 0,0 24 0,0-24 0,0 24 0,0-24 0,0 24 0,0-10 0,0-1 0,0 11 0,0-24 0,0 24 0,0-24 0,0 24 0,0-24 0,0 11 0,0-1 0,0-9 0,0 22 0,0-22 0,0 9 0,0 0 0,0-9 0,0 9 0,0-13 0,0 14 0,13-11 0,-10 10 0,11-13 0,-14 0 0,0 0 0,0 0 0,0 0 0,0 14 0,0-11 0,0 11 0,0-1 0,0-10 0,0 11 0,0-1 0,0-10 0,0 24 0,0-24 0,0 24 0,0-24 0,0 24 0,0-10 0,13 0 0,-10 9 0,11-22 0,-14 22 0,0-22 0,0 22 0,0-22 0,0 22 0,0-22 0,0 22 0,0-22 0,0 22 0,13-22 0,-10 22 0,11-22 0,-14 23 0,0-24 0,13 10 0,-10 1 0,11-11 0,-14 24 0,0-24 0,0 24 0,13-24 0,-10 24 0,11-11 0,-14 1 0,0 10 0,0-10 0,0-1 0,0 11 0,0-10 0,0-1 0,0 11 0,0-10 0,0-1 0,0 11 0,0-10 0,0 13 0,0-14 0,0 11 0,0-10 0,0 13 0,0 0 0,0-14 0,0 11 0,0-10 0,0 13 0,0 0 0,0-14 0,0 11 0,0-10 0,0 13 0,0 0 0,0 13 0,0-10 0,0 11 0,0-1 0,0 4 0,0 13 0,0 0 0,0 13 0,0-10 0,13 24-1256,-10-11 1256,11 1 0,-14 9-2032,0 4 2032,13 4 0,-10 9 0,10-13 0,-13 0 0,14 13 0,-11-10-1123,4-20 0,-1 1 1123,-6 19 0,0 10-871,14-13 871,-11 13 0,10-10-380,-13 11 380,0-28 0,0 11 0,14-11 0,-11 14 0,10-13 0,-13 10 747,0-24-747,0 23 0,0-22 1948,0 9-1948,0-13 0,0 13 0,0-10 0,0 11 0,0-14 0,0 0 0,0 0 0,0-1 0,0 1 0,14 0 0,-11 0 1014,10-13-1014,-13 10 1652,0-11-1652,-13 14 1150,10 0-1150,-11-13 274,14 9-274,0-9 0,0 13 0,0 0 0,0 0 0,0-13 0,0 9 0,0-9 0,0 13 0,0 0 0,0 0 0,0 0 0,0 0 0,0-14 0,0 11 0,0-10 0,0 12 0,0-12 0,0 10 0,0-11 0,0 1 0,0 10 0,0-11 0,14 1 0,-11 10 0,10-24 0,-13 23 0,0-9 0,0 0 0,0 9 0,0-22 0,0 22 0,0-22 0,0 22 0,0-22 0,0 22 0,0-22 0,0 22 0,14-22 0,-11 22 0,10-9 0,-13-1 0,0 11 0,0-24 0,0 24 0,0-24 0,0 24 0,0-10 0,0-1 0,0 11 0,0-24 0,0 24 0,0-11 0,14 1 0,-11 10 0,10-24 0,-13 24 0,0-24 0,0 24 0,0-24 0,0 24 0,0-24 0,0 24 0,0-24 0,0 23 0,0-22 0,0 22 0,0-9 0,0 0 0,0 9 0,13-9 0,-9 0 0,9-4 0,-13 0 0,0-9 0,0 9 0,0-13 0,0 0 0,0 13 0,0-9 0,0 9 0,0-26 0,0 9 0,0-9 0,0 13 0,0 0 0,0-13 0,0 9 0,13-22 0,-9 9 0,9-13 0,-13 0 0,0 0 0,0 0 0,0 0 0,0 0 0,0 0 0,0-13-1041,0 10 1041,0-24 0,13 11 0,-9-1 0,9-10 0,-13 11 0,0-1 0,0-9 0,0 22 0,0-22 0,0 23 0,0-24 0,0 24 0,0-11 0,0 1 0,13 10 0,-9-10 0,9-1 0,-13 11 0,0-24 0,0 24 0,0-10 0,0 0 0,0 9-292,0-9 292,0 13 0,0 0 0,0 0 0,0 0 0,0 0 0,0 0 0,0 14 0,0-11 0,0 10 1025,0-12-1025,0 12 308,0-10-308,0 11 0,0-1 0,0-10 0,0 11 0,0-1 0,0-10 0,0 11 0,0-14 0,0 13 0,0-9 0,0 22 0,0-22 0,0 22 0,0-22 0,0 22 0,0-9 0,0 13 0,0-13 0,0 9 0,0-9 0,0 13 0,0-13 0,0 9 0,0-9 0,0 13 0,0-13 0,0 10 0,0-11 0,0 14 0,0 0 0,0-13 0,0 10 0,0-11 0,0 14 0,0-13 0,13 10 0,-9-11 0,9 14 0,-13 0 0,0-13 0,0 10 0,0-11 0,0 14 0,0 0 0,0-13 0,0 10 0,0-11 0,0 14 0,0 0 0,0 14 0,0-11 0,13 10 0,-9-13 0,9 14 0,-13-11 0,0 24 0,0-11 0,13 1 0,-9 10 0,9-11 0,-13 14 0,0 0 0,0 0 0,0 0 0,0 0 0,0 13 0,0-10 0,0 11-716,0-1 716,0-10 0,0 24 0,0-24-1193,0 24 1193,0-11 0,13 1 0,-10 9 0,11-9 0,-14 0 0,0 9 0,0-22 0,0 22-645,0-23 645,0 11 0,0-1 0,0-10 0,0 10 0,0-13 0,0 14 0,0-11 0,0 10 0,-14-13 0,11 0 0,-10-13 0,13 9 649,0-9-649,0 0 1194,0 9-1194,0-22 711,0 22-711,0-22 0,0 22 0,0-9 0,13-1 0,-10 11 0,11-24 0,-14 24 0,0-24 0,0 24 0,0-24 0,0 24 0,0-24 0,0 24 0,0-24 0,13 24 0,-10-24 0,11 11 0,-14-1 0,0-10 0,0 10 0,0-13 0,0 14 0,0-11 0,0 10 0,0-13 0,0 0 0,13-13 0,-10 10 0,11-24 0,-14 24 0,13-24 0,-10 11 0,11-14 0,-14-14-574,13 11 574,-10-10 0,24 0 0,-24 9-1336,11-22 1336,-1 9 0,-10 0 0,11-9 0,-14 9 0,13 1 0,-10-11 0,10 24 0,-13-50 0,0 43-1670,0-43 1670,0 36 0,0 0-822,0-9 822,0 22 0,0-9 287,0 13-287,0 0 0,-13 0 0,10 0 0,-10 0 0,13 0 0,0 1 0,0-1 1177,0 13-1177,0-10 1733,0 11-1733,0-1 985,0-10-985,0 11 220,0-1-220,0-9 0,0 22 0,0-22 0,13 22 0,-10-9 0,10 0 0,-13 9 0,0-9 0,0 13 0,0 0 0,14 0 0,-11 0 0,10 0 0,-13 0 0,0 0 0,14 0 0,-11 0 0,10 13 0,1-9 0,-11 22 0,24-9 0,-24 13 0,10 0 0,1 0 0,-11 0 0,10 0 0,1 0 0,-11 0 0,10-1-617,-13 15 617,13-11 0,-9 10 0,9 1 0,-13-11 0,0 10 0,0 0 0,13-9 0,-9 9 0,9 0 0,-13-10 0,0 24 0,0-24 0,0 11 0,13-14 0,-9 13 0,9-10 0,-13 10 0,0-13 0,0 0 0,0 0 0,0 0 0,0 0 0,0-13 0,13 9 0,-9-9 0,9 13 617,-13 0-617,0 0 0,0 0 0,0 0 0,0-14 0,0 11 0,13-24 0,-9 24 0,9-24 0,-13 11 0,0-14 0,0 0 0,13 0 0,-9-14 0,9 11 0,-13-24 0,13 24 0,-9-24 0,9 24 0,0-24 0,-10 11 0,11-14 0,-1 0 0,-10 0 0,11 0 0,-14 0 0,13 0 0,-10 0 0,11 0-623,-14-13 623,13 10 0,-10-24 0,11 24 0,-1-24 0,-10 24-1227,11-24 1227,-14 11 0,13-14 0,-10 13 0,11-9 0,-14 22-707,0-9 707,0 0 0,0 10 0,0 3 0,0 3 562,0 10-562,0 1 1218,0 2-1218,0 1 777,0 10-777,0-11 0,0 14 0,0-13 0,0 10 0,0-10 0,0 13 0,0 0 0,13 0 0,-10 13 0,11-10 0,-14 10 0,0 1 0,13 2 0,-10 1 0,10 10 0,-13-11 0,0 14 0,14 0 0,-11 0 0,10 0 0,-13 0 0,0 0-527,0 13 527,0-9 0,14 9 0,-11-13 0,10 13 0,-13-10 0,0 11 0,0-1 0,0-10 0,0 10 0,0 1 0,0-11 0,0 10 0,0-13 0,0 0-54,14 0 54,-11 0 0,10 0 0,-13 0 0,0 0 0,0-13 0,0 9 0,0-9 0,0-1 526,0 11-526,0-24 55,0 11-55,0-1 0,0-10 0,0 11 0,0-14 0,0 0 0,14 0 0,-11 13 0,10-10 0,-13 11 0,0-14 0,0-14 0,0 11 0,0-10 0,0 13 0,14-14 0,-11-2 0,24-1 0,-24-10 0,10 11 0,1-14 0,-11-13-1068,23 9 1068,-22-22 0,9 22 0,0-9 0,-9 0 0,9 10 0,0-24 0,-9 24 0,9-24 0,0 24 0,-9-10 0,9-1 0,-13 11-323,0-10 323,13 13 0,-9-13 0,9 9 0,-13-9 0,0 13 0,0 0 0,13 14 0,-9-11 0,9 24 0,-13-24 1050,0 24-1050,0-24 341,0 24-341,0-11 0,0 14 0,0 0 0,0 14 0,0-11 0,0 24 0,13-11 0,-10 14 0,11 0 0,-14 0 0,0 0 0,0 0 0,13 0 0,-10 0 0,11 0 0,-14 0-503,0 13 503,0-10 0,0 11 0,13-14 0,-10 0-46,11 0 46,-14 0 0,13-1 0,-10 1 0,11 0 0,-14 0 0,0 0 0,0-13 0,0 10 0,0-11 0,0 1 502,13 9-502,-10-22 47,11 22-47,-14-22 0,0 9 0,0-13 0,0 13 0,0-9 0,0 9 0,0-13 0,0 0 0,13 0 0,-10-13 0,11 9 0,-14-9 0,0 0 0,0-4 0,0 0 0,13-9 0,-10 9 0,11-13 0,-1 0 0,-10 0 0,10 0 0,1 0 0,-11 0 0,10 14 0,-13-11 0,14 11 0,-11-14 0,10 13 0,-13-10 0,0 11 0,14-1 0,-11-10 0,10 24 0,-13-10 0,0-1 0,0 11 0,0-23 0,14 22 0,-11-9 0,10 0 0,-13 9 0,0-9 0,0 13 0,0 0 0,0-13 0,0 9 0,14-9 0,-11 13 0,10 0 0,-13 0 0,0 0 0,0 13 0,0-9 0,0 9 0,14 0 0,-11 4 0,10 0 0,-13 9 0,0-9 0,14 13 0,-11 0 0,10-14 0,-13 11 0,0-10 0,13 13 0,-9 0 0,9-14 0,-13 11 0,0-11 0,0 14 0,0-13 0,13 10 0,-9-24 0,9 24 0,-13-24 0,0 24 0,0-24 0,0 10 0,0-13 0,0 0 0,0 13 0,13-9 0,-9 9 0,9-13 0,-13 0 0,0-13 0,0 9 0,0-9 0,0 13 0,0-13 0,13 10 0,-9-24 0,22 10 0,-22-13 0,9 14 0,0-11 0,-9 10 0,22-13 0,-22 1 0,22 12 0,-9-10 0,-1 11 0,-2-1 0,-1-10 0,-10 11 0,11-1 0,-14 4 0,0-1 0,13 11 0,-10-10 0,11 13 0,-14 0 0,0-14 0,0 11 0,0-10 0,0 13 0,0 13 0,0-10 0,13 11 0,-10-14 0,11 13 0,-1-10 0,-10 24 0,11-24 0,-14 24 0,13-24 0,-10 24 0,10-24 0,-13 24 0,14-24 0,-11 24 0,10-24 0,-13 11 0,0-1 0,0-10 0,0 10 0,14-13 0,-11 0 0,10 0 0,-13 0 0,0 0 0,14 0 0,-11-13 0,10 10 0,-13-24 0,14 11 0,-11-1 0,10-10 0,1 24 0,-11-24 0,10 11 0,-13-1 0,0-10 0,14 24 0,-11-24 0,10 24 0,-13-10 0,0 0 0,0 9 0,0-9 0,0 13 0,0 0 0,14 0 0,-11 0 0,10 0 0,-13 13 0,0-9 0,0 22 0,0-23 0,13 24 0,-9-10 0,9 13 0,-13-14 0,13 11 0,-9-10 0,9 13 0,-13-14 0,0 11 0,13-24 0,-9 24 0,9-24 0,-13 10 0,0 1 0,0-11 0,0 10 0,13-13 0,-9 0 0,9 0 0,0-13 0,-9 10 0,22-11 0,-22 1 0,22 10 0,-22-24 0,9 24 0,0-10 0,-10-1 0,24 11 0,-24-24 0,11 24 0,-1-24 0,-10 24 0,11-10 0,-14 13 0,13 0 0,-10 0 0,11 0 0,-1 0 0,-10 0 0,24 0 0,-24 0 0,11 0 0,-1 0 0,-10 0 0,11 13 0,-1-10 0,-10 11 0,10-14 0,-13 0 0,0 0 0,-13-14 0,-3-2 0</inkml:trace>
  <inkml:trace contextRef="#ctx0" brushRef="#br0" timeOffset="31927">20518 10783 24575,'0'17'0,"0"9"0,0-22 0,0 22 0,0-9 0,0 0 0,0 9 0,0-9 0,0-1 0,-14 11 0,11-10 0,-10 13 0,13-14 0,0 11 0,-14-10 0,11 13 0,-10-1 0,13 1 0,0-13 0,-14 10 0,11-11 0,-10 14 0,13 0 0,0 0 0,-13 0 0,9 0 0,-9 0 0,13 0 0,0-13 0,0 9 0,0-9 0,-13 0 0,9 9 0,-9-9 0,13-1 0,0 11 0,-13-24 0,9 24 0,-9-24 0,13 24 0,0-24 0,0 11 0,0-1 0,0-10 0,0 24 0,0-24 0,0 11 0,0-1 0,0-10 0,0 10 0,0 1 0,0-11 0,0 10 0,0-13 0,0 14 0,0-11 0,0 10 0,0-13 0,0 0 0,-13 0 0,9 14 0,-9-11 0,13 10 0,0-13 0,0 0 0,0 14 0,0-11 0,0 10 0,0-13 0,0 0 0,0 14 0,0-11 0,0 10 0,0-13 0,0 0 0,-13 0 0,9 0 0,-9 0 0,13 0 0,-13 0 0,9 0 0,-9 0 0,0-13 0,9 10 0,-9-11 0,13 14 0,-13 0 0,10 0 0,-11 0 0,1-13 0,10 10 0,-11-11 0,14 1 0,-13 10 0,10-24 0,-11 10 0,14-13 0,-13 1 0,10-1 0,-11 0 0,14 0 0,0 0-509,0-14 509,0 11-1180,0-23 1180,0 9-1645,0-13 1645,0 0 0,0 14 0,0-11 0,0 10-1061,0-12 1061,0 12 0,14-10 0,-11 24 193,10-10-193,-13 13 0,0 0 1022,0 13-1022,0-9 1660,0 22-1660,0-22 1250,0 22-1250,0-9 270,0 13-270,0 0 0,0-13 0,0 9 0,0-9 0,0 13 0,0 0 0,0-13 0,0 9 0,-13-9 0,10 13 0,-11 0 0,14 0 0,0 0 0,-13-13 0,10 9 0,-11-9 0,14 13 0,0-13 0,0 10 0,0-11 0,-13 14 0,10 0 0,-11 0 0,14 0 0,0-13 0,0 10 0,0-11 0,0 14 0,0 0 0,-13 0 0,10 0 0,-11 0 0,14 0 0,0 0 0,0 14 0,0-11 0,0 10 0,-13 1 0,10-11 0,-10 23 0,13-9 0,0 13 0,0 0 0,0 13-969,0-9 969,0 22 0,0-9 0,0-1 0,0 11-1539,0-11 1539,0 14 0,0 0 0,0 0 0,0 0 0,0 0 0,0 0 0,0 0 0,0 0 0,0-14 0,0 11-630,0-24 630,0 10 0,0 1 0,0-24 0,0 20 0,0-24 861,0 1-861,0 10 1559,0-24-1559,0 10 718,0 0-718,0-9 0,0 9 0,0-13 0,0 0 0,-14 0 0,11 0 0,-10 0 0,13-13 0,0 9 0,-14-9 0,11 0 0,-10-4 0,-1-13 0,11 14 0,-24-11 0,24-3 0,-24-3 0,24-10-840,-24-1 840,24 11-1303,-23-24 1303,22 11-1640,-22-14 1640,22 0 0,-22 0 0,22 0 0,-9 14 0,0-11 0,9 10 0,-22-12 0,22-1 0,-9 0 0,0 0 0,9 0 0,-9 0 0,13 0 0,0 13 0,-13-9-663,9 23 663,-9-11 0,13 1 0,0 10 0,0-10 445,0 13-445,-13 0 0,10 0 0,-11 0 0,14 0 1171,0 13-1171,0-9 1734,0 22-1734,0-9 802,0 0-802,0 9 294,0-9-294,-13 13 0,10 0 0,-11 0 0,14 0 0,0 0 0,0 13 0,0-9 0,0 22 0,0-9 0,0 13 0,0 0 0,0 0 0,0 0 0,0 13 0,0 3-2227,0 14 2227,0 14 0,0-11-1390,7-20 1,0 0 1389,-4 34 0,10-1 0,-13-32 0,0-1 0,14 34 0,-11-1 0,4-32 0,-1-1 0,-6 20-1654,13 10 1654,-9-13 0,9 0-1032,0 0 1032,-9-14 0,9 11 0,-13-24 1310,0 11-1310,13-15 0,-9 1 0,9 0 0,-13 0 2531,0-13-2531,0 10 1991,0-24-1991,0 10 1503,0 1-1503,0-11 357,0 10-357,0-13 0,0-13 0,-13 10 0,9-24 0,-9 24 0,0-24 0,9 10 0,-9-13 0,0-13-1172,9 10 1172,-22-24 0,9 11 0,1-14 0,-11 0-2060,24 0 2060,-24 0 0,24-13 0,-24 10 0,24-11 0,-24 14 0,24 1 0,-11-1 0,1 0-1293,10 13 1293,-11-9-643,14 22 643,-13-9 703,10 13-703,-10 0 0,13 0 0,0 0 0,-14 0 1912,11 14-1912,-10 2 1453,13 1-1453,0 10 814,0-11-814,0 14 286,0 0-286,-14 0 0,11 14 0,-10 2 0,13 14 0,0 0 0,-14 0-566,11 13 566,-10-9-1228,13 22 1228,0-9-1600,0 13 1600,0 0 0,0 0 0,0-1 0,0 1 0,0 0 0,0 0 0,0 0 0,0-13 0,0 9-1078,-14-22 1078,11 22-144,-10-23 144,13 11 1042,0-28-1042,0 11 1584,0-10-1584,0-1 1245,0-2-1245,0-1 745,0-10-745,-14 11 0,11-14 0,-10-14 0,-1 11 0,11-24 0,-10 11 0,0-28 0,-4 11-1098,0-10 1098,-9 0 0,9 9 0,0-22 0,-9 22 0,22-22 0,-22 9 0,22 1 0,-22-11 0,22 24 0,-9-10-358,13 13 358,-13 0 0,10-14 0,-11 24 0,14-20 0,0 37 0,0-24 0,0 24 0,0-10 1078,-13 13-1078,10 0 378,-11 0-378,14 0 0,14 0 0,-11 13 0,10 4 0,-26-1 0,10 11 0,-11-10 0,14 13 0,0 13 0,0-10 0,0 10 0,0-13 0,0 0 0,0 0 0,0-13 0,0 10 0,0-11 0,0 1 0,0 9 0,-13-22 0,10 9 0,-11-13 0,28 0 0,-11 0 0,-3-13 0,-17 9 0,1-22 0,-11 9 0,24-13 0,-24 0 0,24 0 0,-24 0 0,24 0 0,-11 1 0,1-1 0,10 0 0,-24 0 0,24 0 0,-10 0 0,-1 0 0,11 13 0,-10 4 0,13 0 0,0 9 0,0-9 0,0 13 0,0 0 0,-14 0 0,11 13 0,-10 4 0,13-1 0,0 11 0,0-10 0,0 13 0,0 0 0,-14 0 0,11 0 0,-10 0 0,13-1 0,0-12 0,0 10 0,0-24 0,0 24 0,0-24 0,0 24 0,0-24 0,0 10 0,0-13 0,0 0 0,-14 0 0,11 0 0,-10 0 0,13-13 0,-14 10 0,11-24 0,-24 10 0,24-13 0,-23 0 0,22 14 0,-22-11 0,22 11 0,-22-14 0,22 13 0,-9-10 0,0 24 0,9-24 0,-9 24 0,0-10 0,9 13 0,-9 0 0,13-14 0,0 11 0,-13-10 0,9 26 0,-9-10 0,13 11 0,-13-1 0,9 4 0,-9-1 0,13 11 0,-13-24 0,10 24 0,-11-10 0,14-1 0,0 11 0,0-24 0,0 10 0,-13-13 0,10 14 0,-11-11 0,14 10 0,0-13 0,0 0 0,0-13 0,-13 10 0,10-11 0,-11 1 0,1 10 0,10-24 0,-24 24 0,24-24 0,-11 24 0,14-24 0,-13 24 0,10-10 0,-11 13 0,14-14 0,0 11 0,0-10 0,-13 13 0,10 0 0,-10 13 0,-1-10 0,11 11 0,-24-1 0,24-10 0,-24 24 0,24-24 0,-24 24 0,24-24 0,-24 24 0,24-24 0,-10 10 0,13 1 0,0-11 0,0 10 0,0-13 0,-14 0 0,11 0 0,-10 0 0,13 0 0,0 0 0,13 0 0,-10 0 0,11-13 0,-14 10 0,0-11 0,0 1 0,0 10 0,0-10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2:31:11.2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17313 6919 24575,'0'17'0,"0"-4"0,0 0 0,-14 4 0,11 13 0,-10 0 0,13 0 0,0 0 0,-14 0-551,11 13 551,-10-10-1300,0 24 1300,9-11 0,-22 14 0,22-13 0,-9 10 0,0-11 0,9 1 0,-9 9 0,0-22 0,9 22-659,-9-23 659,13 11 0,-13-14-59,9 0 59,-9 0 0,13 0 0,0 0 0,-13-1 495,9-12-495,-9 10 1285,13-11-1285,0 1 721,0 10-721,0-11 68,0 1-68,0 10 0,0-24 0,0 23 0,0-22 0,0 9 0,0 0 0,0-9 0,0 9 0,0-13 0,0 0 0,0 13 0,0-9 0,-13 9 0,9-13 0,-9 13 0,13-9 0,0 22 0,0-22 0,0 22 0,-13-22 0,10 22 0,-11-22 0,14 22 0,0-23 0,0 11 0,0-14 0,0 0 0,0 13 0,0-10 0,0-16 0,0 6 0,0-19 0,0 26 0,0 0 0,0-13 0,0 9 0,0-9 0,0 13 0,0 0 0,0-13 0,0 9 0,0-9 0,0 0 0,0 9 0,0-22 0,0 22 0,0-9 0,0 0 0,0 9 0,0-22 0,0 22 0,0-22 0,0 22 0,0-9 0,0 13 0,0-13 0,0 10 0,0-11 0,0 14 0,0 0 0,0 14 0,0-11 0,0 23 0,0-9 0,0 0 0,0 9 0,0-9 0,0 0 0,0 9 0,0-9 0,14 0 0,-11 9 0,10-22 0,-13 9 0,0 0 0,13-10 0,-9 11 0,9-14 0,0 0 0,-9 0 0,22 0 0,-22 0 0,22-14 0,-9 11 0,0-10 0,9 0 0,-22-4 0,22 0 0,-22-9 0,22 9 0,-9 0 0,-1-9 0,11 22 0,-24-22 0,11 22 0,-1-22 0,-10 22 0,24-22 0,-24 23 0,24-24 0,-24 24 0,24-24 0,-24 24 0,24-24 0,-24 10 0,24-13 0,-11 0 0</inkml:trace>
  <inkml:trace contextRef="#ctx0" brushRef="#br0" timeOffset="690">18241 6170 24575,'-16'0'0,"2"0"0,14 0 0,0 14 0,0 2 0,0 14 0,0 0 0,0 13-1457,0 4 1457,0 13 0,0 0-2324,-13 13 2324,10-10 0,-4-19 0,0-1 0,7 20 0,0 10 0,0-13 0,0 0-1226,0 0 1226,0-13-409,0-4 409,0-13 0,0 0 1154,0 0-1154,0-14 2256,0 11-2256,0-24 1464,0 11-1464,0-28 542,0-2-542,0-14 0,0-14-1085,-13 11 1085,10-23 0,-11 9-2134,14-26 2134,0 10-1170,-6 19 1,-1 1 1169,4-20 0,2 19 0,2 1 0,2-20-1634,10-10 1634,-13 13 0,14 0-362,-11 13 362,24-9 894,-24 23-894,24-11 2167,-24 14-2167,10 14 1965,1-11-1965,2 24 1536,1-11-1536,9 14 992,-9 0-992,13 0 0,-13 0 0,9 14 0,-9-11 0,13 24 0,-13-11 0,9 14 0,-22-13 0,9 10 0,-13-11 0,0 14 0,-13 0 0,9 0 0,-22 0 0,9 0 0,0 0 0,-9 0 0,9 0 0,-13-14 0,13 11 0,-9-24 0,22 24 0,-9-24 0,0 11 0,10-1 0,-11-10 0,14 11 0,0-14 0,0 0 0</inkml:trace>
  <inkml:trace contextRef="#ctx0" brushRef="#br0" timeOffset="1061">18780 6260 24575,'-16'13'0,"-11"-9"0,11 22 0,-1-22 0,-10 22 0,24-9 0,-10 13 0,-1 0 0,11 0 0,-10 0 0,13 0 0,0-14 0,0 11 0,0-10 0,0-1 0,0-2 0,0-1 0,0-10 0,13 11 0,-10-14 0,11-14 0,-1 11 0,-10-24 0,11 24 0,-1-24 0,-10 11 0,24-14 0,-24 0 0,24 0 0,-24 0 0,10-13 0,1 23 0,-11-20 0,10 23 0,-13 0 0,0 4 0,0 13 0,0 0 0,0 13 0,0 4 0,0 13 0,0 0 0,0 0 0,0 0 0,0 0 0,0 13-551,0-10 551,14 11 0,-11-14 0,10-14 0,-13 11 0,14-24 0,2 11 0</inkml:trace>
  <inkml:trace contextRef="#ctx0" brushRef="#br0" timeOffset="1382">19350 6080 24575,'-17'0'0,"4"0"0,-1 0 0,11 0 0,-24 0 0,24 0 0,-24 14 0,11-11 0,-1 24 0,-10-24 0,24 24 0,-23-11 0,22 1 0,-9 10 0,13-11 0,0 14 0,0 0 0,0 0 0,0 0 0,0 0 0,0-13 0,0 9 0,13-9 0,-9 13 0,9 0 0,-13 0 0,0-14 0,0 11 0,0-24 0,0 24 0,0-24 0,0 11 0,0-1 0,0-10 0,0 11 0,0-14 0,0 0 0,-13 0 0,9 0 0,-9 0 0,13 0 0,0 0 0,-13 0 0,9 0 0,-9-14 0,13-2 0</inkml:trace>
  <inkml:trace contextRef="#ctx0" brushRef="#br0" timeOffset="1711">19499 6260 24575,'-16'0'0,"-11"0"0,24 0 0,-24 0 0,24 0 0,-24 13 0,24-9 0,-24 22 0,24-22 0,-10 22 0,13-9 0,0 13 0,0-13 0,13 9 0,-10-9 0,24 13 0,-24 0 0,24 0 0,-24 0 0,24-14 0,-24 11 0,10-24 0,-13 24 0,0-24 0,0 11 0,0-1 0,0-10 0,0 10 0,-13-13 0,10 14 0,-24-11 0,24 10 0,-24-13 0,24 0 0,-24 0 0,24 0 0,-24 0 0,24-13 0,-24 10 0,24-24 0,-10 24 0,13-24 0,0 11 0</inkml:trace>
  <inkml:trace contextRef="#ctx0" brushRef="#br0" timeOffset="2163">19739 5751 24575,'0'-17'0,"0"4"0,0 13 0,0-13 0,0 9 0,0 18 0,0 6 0,0 23 0,0 0-1526,0 4 1526,0 13 0,0 0 0,0-1 0,0 1-1879,0 0 1879,0 0 0,0 0 0,0 0-288,0-13 288,0 9 0,0-23 0,0 11 0,0-14 0,0 0 0,0-14 0,0 11 1352,0-24-1352,0 11 1996,0-14-1996,0 0 345,0-14-345,-13 11 0,9-24 0,-9 11 0,13-14 0,0 0 0,0 0-594,-13-14 594,9 11 0,-9-10 0,13 13 0,13 0-70,-9 0 70,9 0 0,-13 14 0,13-11 0,-9 24 0,22-24 592,-9 24-592,0-11 72,9 14-72,-9 0 0,13 0 0,-14 0 0,11 0 0,-10 14 0,-1-11 0,11 24 0,-24-24 0,11 24 0,-14-24 0,0 23 0,0-9 0,0 13 0,-14-13 0,11 9 0,-24-9 0,11 13 0,-14 0 0,0-14 0,13 11 0,-10-10 0,11-1 0,-1 11 0,-9-24 0,22 24 0,-22-24 0,22 11 0,-9-14 0,13 0 0</inkml:trace>
  <inkml:trace contextRef="#ctx0" brushRef="#br0" timeOffset="2883">20158 6260 24575,'-16'0'0,"2"0"0,1 0 0,-4 0 0,1 13 0,-11 4 0,24 0 0,-24 9 0,24-9 0,-24 13 0,24 0 0,-10 13-614,-1-10 614,11 11 0,-10-28 0,13 11 0,0-10 0,0-1 0,0 11 0,0-24 614,13 11-614,-10-14 0,11 0 0,-1 0 0,-10 0 0,24 0 0,-11-14 0,1-2 0,10-1 0,-11-10 0,1 11 0,10-14 0,-24 0 0,10 0 0,1 0 0,-11 0 0,10 13 0,-13-9 0,0 9 0,0 0 0,0 4 0,0 0 0,0 9 0,0-9 0,0 26 0,0-9 0,0 22 0,0-22 0,0 22 0,0-9 0,0 13 0,0 0 0,0 0 0,0 0 0,0 0 0,0 0 0,0-14 0,0 11 0,14-24 0,-11 11 0,10-1 0,-13-10 0,0 11 0,13-14 0,-9-14 0,22 11 0,-22-10 0,22-1 0,-22-2 0,22-1 0,-9-10 0,0 11 0,9-14 0,-22 0 0,22 13 0,-22-9 0,9 9 0,0 0 0,-10-9 0,11 22 0,-14-9 0,0 13 0,0 0 0,0 13 0,0-9 0,-14 22 0,11-22 0,-10 22 0,13-9 0,0-1 0,-13 11 0,9-10 0,-9-1 0,13 11 0,0-24 0,0 11 0,0-1 0,0-10 0,-13 11 0,9-14 0,-9 0 0,13 0 0,0 0 0,0-14 0,0 11 0,0-24 0,0 24 0,0-24 0,0 11 0,0-1 0,13-10 0,-9 11 0,9-1 0,-13-9 0,0 9 0,13 0 0,-9-9 0,9 22 0,0-22 0,-10 22 0,11-9 0,-1 13 0,-10 0 0,24 0 0,-24 0 0,24 0 0,-24 13 0,11 4 0,-1 0 0,-10 9 0,24-9 0,-24 13 0,11 0 0,-14 0 0,13 0 0,-10-14 0,11 11 0,-14-10 0</inkml:trace>
  <inkml:trace contextRef="#ctx0" brushRef="#br0" timeOffset="3211">20877 6290 24575,'-17'30'0,"-9"0"0,23 0 0,-11-13 0,1 23 0,10-21 0,-11 11 0,14-3 0,0-24 0,0 11 0,0-14 0,0 0 0,14 0 0,-11-14 0,10-2 0,1-14 0,-11-13 0,10 9 0,0-22-2259,-9 9 2259,9-26 0,0 10 0,-11 19 0,0 1 0,11-20 0,-13-10 0,0 13 0,0 0-889,0 13 889,0 4 0,0 13 0,0 13 0,0-9 0,0 22 2148,0-9-2148,0 26 1000,0 4-1000,0 13 0,0 13-1503,0 4 1503,0 13 0,0 0-1899,13 0 1899,-9 0 0,9 13 0,-13-10 0,0 10 0,-13-13 0,-4 0 0</inkml:trace>
  <inkml:trace contextRef="#ctx0" brushRef="#br0" timeOffset="3908">14707 10154 24575,'-17'0'0,"4"0"0,13 0 0,0 13 0,0-9 0,0 22 0,0 4 0,0 17-1796,-13-1 1796,9 24 0,-9-20 0,12-8 0,2 3 0,-1 31-1444,-6-31 1,-1 0 1443,3 32 0,-3-34 0,1 0 0,6 20-1034,-6-19 0,-1-1 1034,3 20-1461,-9 10 1461,13-13 204,0-13-204,0 10 1770,0-24-1770,0 10 2145,0-26-2145,0 9 1951,0-22-1951,0 22 1434,0-22-1434,0 9 708,0-13-708,0 0 0,-13 0 0,9-13 0,-9-4 0,13 0 0,0-9 0,0 9 0,0-26 0,0-4 0</inkml:trace>
  <inkml:trace contextRef="#ctx0" brushRef="#br0" timeOffset="4133">14377 10603 24575,'0'-16'0,"14"2"0,-11 1 0,10 10 0,1-24 0,-11 24 0,24-24 0,-11 10 0,14 1 0,0-11 0,0 24 0,-13-24 0,9 24 0,-9-10 0,13 13 0,0 0 0,-13 13 0,9-10 0,-23 24 0,24-10 0,-24 12 0,11 1 0,-1 0 0,-10 0 0,11 0 0,-14 0 0,0 0 0</inkml:trace>
  <inkml:trace contextRef="#ctx0" brushRef="#br0" timeOffset="4896">13988 11712 24575,'-30'16'0,"0"-2"0,0-1 0,0-10 0,0 24 0,14-11 0,-11 1 0,24 10 0,-11-11 0,14 1 0,0 10 0,14-11 0,-11 14 0,24 0 0,3 13 0,3-23 0,10 20-960,-13-23 960,0 13 0,0 0-108,0-14 108,-13 11 0,9-10 0,-23-1 0,11 11 0,-14-24 0,0 24 954,-14-10-954,11-1 114,-23 11-114,9-10 0,-13-1 0,0-3 0,13-13 0,-9 0 0,9 0 0,0 0 0,-9-13 0,9 10 0,1-24 0,2 11 0,14-14 0</inkml:trace>
  <inkml:trace contextRef="#ctx0" brushRef="#br0" timeOffset="5534">14168 11502 24575,'16'76'0,"-2"-16"0,-14-3-3288,0-10 3288,13 12 0,-10 1 0,11 0 0,-14-13 0,13 9-440,-10-22 440,11 22 232,-14-22-232,0 9 0,0-13 0,13-14 1553,-10 11-1553,11-24 1209,-14 24-1209,0-24 734,0 11-734,0-14 0,0 0 0,0-14 0,0 11 0,-14-24 0,11 24 0,-10-10 0,13-1 0,0 11 0,0-24 0,0 24 0,0-10 0,0-1 0,0 11 0,0-10 0,0 0 0,-14 9 0,11-9 0,-10 13 0,13 0 0,0 0 0,0-13 0,0 9 0,0-9 0,0 13 0,13 0 0,-10 0 0,11 0 0,-14 0 0,0 0 0,13 0 0,-10 0 0,24 0 0,-24-13 0,24 9 0,-24-9 0,24 13 0,-11 0 0,14-13 0,-13 9 0,10-9 0,-24 13 0,24 0 0,-11 0 0,1 13 0,-4-9 0,0 9 0,-9-13 0,9 13 0,-13-9 0,13 22 0,-9-22 0,9 22 0,-13-9 0,0-1 0,0 11 0,0-10 0,-13 13 0,9-14 0,-9 11 0,13-24 0,13 11 0,-9-1 0,9-10 0,-13 11 0,0-14 0,0-14 0,0 11 0,13-10 0,-9-1 0,22-2 0,-22-14 0,9 0 0,-13 0 0,0 0 0,0-13-492,0 9 492,0-9 0,0 13 0,-13 0 0,9 13 0,-9-9 0,0 9 0,9 1 0,-9 2 0,13 1 492,-13 10-492,9-11 0,-9 14 0,13 0 0,0 0 0,13 14 0,-9-11 0,22 10 0,-22 1 0,22-11 0,-22 24 0,22-24 0,-9 10 0</inkml:trace>
  <inkml:trace contextRef="#ctx0" brushRef="#br0" timeOffset="5895">14737 11981 24575,'16'17'0,"-2"-4"0,-14-13 0,0 0 0,13 0 0,-10 13 0,11-9 0,-14 22 0,0-22 0,0 22 0,0-9 0,0 26 0,0-10-780,0 11 780,0-1 0,13-10 0,-10 24-1180,11-11 1180,-14 1 0,0 10 0,0-24-314,13 10 314,-10-13 0,11 0 0,-14 0 0,0 0 0,0-13 721,0 9-721,0-22 1206,0 9-1206,0-13 347,0 0-347,0-13 0,0-4 0,-14-13 0,11 0 0,-10-13-1520,13-4 1520,-14-13 0,11 0 0,-10 0-2223,13-13 2223,0 10 0,13-10 0,-10 13 0,11 0-1296,-1 0 1296,-10 13-457,24 4 457,-24 13 0,24 0 0,-10 0 0,12 14 1201,-12 2-1201,10 1 2150,-11 10-2150,1 3 1539,10 3-1539,-24 10 606,24 1-606,-24-11 0,10 24 0,-13-11 0,0 14 0,0 0 0,-13 0 0,-4 0 0,1 0 0,-11 0 0,10 0 0,-13-13 0,0 9 0,1-9 0,-1 0 0,13-4 0,-10 0 0,24-10 0,-24 11 0,24-14 0,-10 0 0,13-14 0,0-2 0</inkml:trace>
  <inkml:trace contextRef="#ctx0" brushRef="#br0" timeOffset="6328">15126 11652 24575,'-16'0'0,"2"0"0,14 0 0,0 13 0,0 4 0,0 13 0,0 0 0,0-1 0,14 15-1035,-11 2 1035,10 1 0,-13 9-1644,0-9 1644,0 13 0,0-13-22,13-4 22,-9 0 0,9-10 0,-13-3 0,0-3 0,0-24 946,0 24-946,0-24 1729,0-3-1729,0-3 26,0-10-26,0-1 0,0-2 0,0-14 0,0 0 0,0 0 0,13-13 0,-9 9 0,9-9 0,-13 13 0,0 0 0,13 0 0,-9 0 0,9 0 0,0 14 0,-9-11 0,22 24 0,-22-11 0,9 1 0,0 10 0,-9-11 0,22 14 0,-22 14 0,22-11 0,-23 10 0,24 1 0,-24 2 0,11 1 0,-1 10 0,-10-11 0,11 14 0,-28 0 0,11 0 0,-10 0 0,13 0 0,0 0 0,-14 0 0,11-14 0,-24 11 0,24-24 0,-10 24 0,13-24 0,-13 11 0,9-14 0,-9 0 0,13 0 0,0 0 0,0 0 0</inkml:trace>
  <inkml:trace contextRef="#ctx0" brushRef="#br0" timeOffset="7051">15695 11831 24575,'-16'0'0,"-11"0"0,24 0 0,-24 0 0,10 14 0,-13-11 0,1 24 0,12-11 0,-10 1 0,11 10 0,-1-11 0,-10 14 0,24 0 0,-10 0 0,13 0 0,0 0 0,0 0 0,0 0 0,0 0 0,0-14 0,0 11 0,0-24 0,13 11 0,-10-14 0,24 0 0,-24-14 0,24 11 0,-10-24 0,-1 11 0,11-1 0,-11-9 0,1 9 0,10-13 0,-24 0 0,10 0 0,-13 0 0,0 13 0,14-9 0,-11 9 0,10 1 0,-13 2 0,-13 1 0,10 10 0,-11-11 0,14 14 0,0 0 0,0 14 0,0-11 0,0 24 0,0-11 0,14 1 0,-11 9 0,10-9 0,-13 26 0,0-9 0,0 9 0,0-26 0,0 9 0,14-9 0,-11-1 0,10 11 0,-13-24 0,14 11 0,-11-14 0,10 0 0,1 0 0,-11 0 0,10-14 0,1 11 0,-11-24 0,10 24 0,-13-24 0,0 11 0,0-14 0,13 0 0,-9 13 0,9-9 0,-13 9 0,0-13 0,0 13 0,0-9 0,0 22 0,0-22 0,0 23 0,0-11 0,0 1 0,0 10 0,0-11 0,0 14 0,0 0 0,0 14 0,0-11 0,0 24 0,0-24 0,0 23 0,13-9 0,-9 13 0,9 0 0,-13 0 0,0 0 0,0 0 0,0 0 0,0 0 0,0-14 0,0 11 0,0-24 0,0 11 0,13-14 0,-9 0 0,9 0 0,0-14 0,-9 11 0,22-24 0,-22 11 0,22-14 0,-22 0 0,9 0 0,0 0 0,-9 0 0,9 0 0,0 0 0,-10 13 0,11-9 0,-14 23 0,0-11 0,0 14 0,0 0 0,13 0 0,-10 0 0,11 14 0,-14-11 0,0 23 0,13-9 0,-10 0 0,11 9 0,-1-9 0,-10 0 0,11 9 0,-1-22 0,-10 9 0,11-13 0,-1 0 0,4 0 0,12 0 0</inkml:trace>
  <inkml:trace contextRef="#ctx0" brushRef="#br0" timeOffset="7396">16534 11861 24575,'-17'17'0,"-9"10"0,9-11 0,0 1 0,-9 9 0,22 4 0,-9 4 0,13 9 0,0-13 0,13 0 0,-9-13 0,9 9 0,-13-23 0,0 11 0,13-14 0,-9 0 0,22 0 0,-22-14 0,9-2 0,0-14 0,-9 0 0,22 0-1086,-22-13 1086,9-4 0,-13-13-1785,0 0 1785,0 0-2077,0-13 2077,0 10 0,-6 20 0,-1-1 0,3-19 0,-3 20 0,1 0 0,6-21 0,0 5-554,0 15 554,0 14 822,0 0-822,0 0 1602,0 14-1602,0 16 2326,0 16-2326,0 14 0,0 14 0,13 2-216,-9 14 216,9-5 0,0 3-1799,-11-15 0,0 1 1799,10 21 0,2 0 0,-5-19 0,-1-3 0,-1 3 0,2-2-1171,11-5 0,0-1 1171,-10 6 0,0-2-1271,34 22 1271,-14-4 0,-14-17 597,11-13-597,-11-14 733,1-2 0,10-28 0,-11-2 0</inkml:trace>
  <inkml:trace contextRef="#ctx0" brushRef="#br0" timeOffset="15563">9944 14647 24575,'17'0'0,"-4"0"0,1 0 0,-11 0 0,24-13 0,-11 9 0,1-9 0,9 13 0,-9 0 0,13 0 0,0-13 0,-13 9 0,9-9 0,-9 13 0,13 0 0,0 0 0,0 0 0,0 0 0,0 0 0,0 0 0,13 13-589,-10-9 589,10 9 0,-13-13 0,0 0 0,0 0 0,14 0 0,-11 0 0,10 13 0,-13-9 0,0 9-117,0-13 117,0 13 0,0-9 0,0 9 0,0-13 0,0 13 0,0-9 0,0 9 0,0-13 0,0 13 0,0-10 0,-1 11 0,1-14 0,0 13 0,0-10 0,0 11 0,14-14 0,-11 0-741,23 0 741,-22 0 0,22 0 0,-22 0 0,22 0 0,-23 0-1185,24 0 1185,-10 0 0,-1 0 0,11 0 0,-24 0 0,24 13 0,-24-10 0,23 11 0,-22-14 0,22 0-128,-22 0 128,9 0 0,-13 13 0,13-10 0,-10 11 0,24-14 0,-24 0 0,24 13 0,-11-10-1012,1 11 1012,10-14 0,-11 0-841,14 0 841,0 0 0,0 0 0,-11 0 0,2 0 0,19 0-777,-21 0 1,1 0 776,24 0 0,-11 0 0,-20 6 0,0 1 0,34-4 0,0 11 0,-34-14 0,0 0 0,34 0 0,-26 0 0,1 0 0,-6 0 0,1 0 0,4 0 0,1 0-1192,0 0 1,-1 0 1191,2 0 0,1 0 0,-2 0 0,2 0 0,11 0 0,0 0-1059,-10 0 0,0 0 1059,11 0 0,1 0 0,-7 0 0,0 0 0,0-7 0,0 0 0,-1 6 0,1-1 0,7-5 0,0 1 0,-12 5 0,-1 2 0,11-1 0,0 0 0,-11 0 0,-1 0 0,6 0 0,2 0 0,-1 0 0,-1 0-615,-5 0 1,-1 0 614,6 0 0,-2 0 0,-10 0 0,-1 0 0,6-7 0,0 0 0,0 6 0,-1-1 349,-5-5 1,1 1-350,5 6 0,-1 0 0,-5-7 0,-2 0 235,1 6 0,0-1-235,0-11 0,0-1 0,0 12 0,0 1 1266,31-12-1266,-32 5 0,-1 2 0,20 3 0,10-24 0,-13 24 1374,0-10-1374,0 0 464,-14 9-464,-2-9 2368,-14 0-2368,0 9 0,0-9 0,0 0 0,0 9 2254,-14-22-2254,11 22 1956,-11-9-1956,14 0 1045,0 9-1045,-13-22 0,10 9 0,-11 0 0,14-9 0,0 9 0,0 1 0,0-11 0,0 10 0,0 1 0,0-11-620,0 10 620,0-13 0,0 1 0,0-1 0,-14-14 0,24-2 0,-20-14-2098,10 0 2098,-16 0 0,-14 13-1289,0-9 1289,0 9 0,-14-13-2026,-2-13 2026,-1 10 0,-10-10 0,-3 13 0,-3-13 0,-10 23 0,13-20 0,0 23-864,0 1 864,0-11 0,0 24 827,0-11-827,0 14 0,0 14 1027,0-11-1027,14 11 2165,-11-1-2165,10-10 0,-13 11 0,0-1 1705,14 4-1705,-11-1 1040,11 11-1040,-14-24 0,0 24 0,0-10 0,0 13 0,0 0-379,-14 0 379,11 0-1293,-23 0 1293,9 0 0,-13 0-2241,-13 0 2241,10 13 0,-11-10 0,1 11 0,10-14 0,20-1 0,-1 2 0,-19 12 0,20-11 0,0-1 0,-21 13 0,8-14 0,-1 0 0,-13 13 0,20-11 0,1-1 0,-11 13 0,0-14-1607,0 0 1607,0 0 0,0 0 0,0 0 0,0 0 0,0 13 0,0-10 0,1 11 0,-15-14-2105,-2 0 2105,31 0 0,0 0 0,-32 0 0,34 0 0,0 0 0,-34 0 0,33 0 0,-2 0 0,1 0 0,1 0 0,-2 0 0,2 0-969,-33 0 969,34-7 0,0 0 0,-34 4 0,33-4 0,-2 1 0,1 5 0,0 2 0,0-1 0,1 0 0,-1-7 0,0 0 0,0 6 0,0-1 0,0-5 0,0 1-346,0 5 1,0 2 345,-6 0 0,-1-2 0,5-6 0,1 0 0,-6 6 0,1-1 0,-1-5 0,0 1 0,6 5 0,-1 2 0,-11 0 0,0-2 0,11-6 0,1 0 0,-6 6 0,0-1 0,0-5 0,1 1 0,5 5 0,-1 2 0,-11-1 0,-1 0-584,6 0 1,0 0 583,0 0 0,0 0 0,-6 0 0,1 0 0,5 0 0,0 0 0,-7 0 0,0 0 0,6 1 0,1-2 0,-5-6 0,0 0-308,5 6 0,-1-1 308,-6-5 0,0 1 0,7 6 0,0 0-298,-6-7 1,1 1 297,11 4 0,1 0 476,-5-5 0,-1 1-476,7 6 0,0 0 0,1-7 0,-2 1 106,-5 4 1,-1 0-107,5-5 0,1 1 0,1 5 0,0 2 457,1-1 0,2 0-457,-35 0 0,33 0 0,-2 0 0,1 0 0,0 0 0,-31 0 0,32-1 0,1 2 0,-20 12 0,20-11 0,0 0 0,-21 11 0,-9-13 0,0 0 0,10 0 1049,-11 13-1049,14-9 0,1 9 0,-15-13 0,11 0 0,-10 13-643,0-10 643,9 24 0,-9-24 0,13 24 0,0-24 1895,1 11-1895,-1-1 0,13-10 0,-10 11 0,24-14 0,-10 0 2175,26 0-2175,-9 0 1933,22 0-1933,-22 0 2589,22 0-2589,-9 0 719,0 0-719,9 0 0,-9 0 0,13 0 0,0 0 0,-13 0 0,9 0 0,-9 13 0,13-10 0,0 11 0,0-14 0,0 0 0,13 0 0,-9 13 0,9-10 0,-13 24 0,0-24 0,0 10 0,0 1 0,13-11 0,-9 24 0,9-24 0,-13 24 0,0-11 0,0 1 0,0 10 0,13-11 0,-9 14 0,9 0 0,-13 0 0,0 0 0,0 13-951,0-9 951,0 22 0,0-23 0,13 24-1663,-9-10 1663,9 13 0,0-1 0,-9 1-2168,9 14 2168,0-11 0,-9 10 0,9 0 0,0-10 0,-10 11 0,11-14 0,-1 0-1258,-10-1 1258,24-12 236,-24-4-236,11-13 0,-1 0 1311,-10 0-1311,11 0 2208,-14-13-2208,0 9 1584,13-22-1584,-10 9 630,11-13-630,-14 0 71,0 0-71,13 0 0,-10 0 0,11 0 0,-14 0 0,13 0 0,4 0 0,-1 0 0,11-13 0,3 9 0,3-9 0,-3 0 0,-3 9 0,-11-9 0,14 13 0,-13 0 0,9 0 0,-9 0 0,13 0 0,0 0 0,0 0 0,13 0-1450,4 0 1450,13 0 0,0 0 0,-19 1 0,4-2 0,20-5 0,3-1-2683,-4 5 0,2 0 2683,-9-2 0,3-1 0,-4 1 0,7 3 0,-3 2-1586,7-2 0,-1 2 1586,-5 6 0,-2-1 0,1-5 0,0 2 0,0 9 0,0 2 0,0-5 0,0-1 0</inkml:trace>
  <inkml:trace contextRef="#ctx0" brushRef="#br0" timeOffset="22076">18421 13629 24575,'17'-17'0,"9"4"0,4-1-2770,17-2 2770,13-1-2720,13-10 2720,3 11 0,-25 8 0,2-1 0,-1-4 0,2-1 0,6 6 0,0 0-1055,0-7 1,0 0 1054,-7 6 0,0 1 0,5-6 0,1 2 0,-6 10 0,0 0 0,1-11 0,-1 0-938,-1 10 0,-1 2 938,25-12-567,-2 13 567,-14 0 1201,-14-13-1201,-3 9 2838,-13-9-2838,0 13 2467,-26 0-2467,6 0 2267,-37 0-2267,-3 0 0,-17 0 0,-12 0 0,-1 0 0</inkml:trace>
  <inkml:trace contextRef="#ctx0" brushRef="#br0" timeOffset="22279">19619 12880 24575,'60'0'0,"0"13"0,0-10-3256,0 24 3256,-14-10 0,11 26 0,-24-10 0,-3 24 0,-3-24 0,-24 24 0,10-11 0,-26 14 0,-4 0-1669,-13 0 1669,1 0 0,-1 0 0,0-14 0,0 11-340,0-24 340,0 24-828,13-24 828,-9 10 325,22-13 0,-9-13 0,13-4 1</inkml:trace>
  <inkml:trace contextRef="#ctx0" brushRef="#br0" timeOffset="23250">20697 12880 24575,'-16'0'0,"2"13"0,14 4 0,0 13 0,0 0 0,14 13 0,-11 3-1638,10 1 1638,-13 10 0,0-11-1660,0 27 1660,0-9 0,0 9 0,0-13 0,0 0 0,-13 0 0,10-1 0,-11 1-875,14-13 875,0-4 0,0-13 0,0 0 0,0 0 1052,0-13-1052,0 9 2078,0-22-2078,0 9 1043,0-13-1043,0-13 0,0 9 0,0-22 0,0 9 0,0-13 0,0 0 0,0-13 0,0 10 0,0-11 0,0 1-507,0 10 507,0-10 0,0 13 0,0 0 0,0 13 0,0-10 0,0 24 0,0-24 0,0 24 0,0-10 507,0 13-507,0 0 0,0-13 0,0 9 0,0-9 0,0 13 0,0 0 0,14-13 0,-11 9 0,10-22 0,-13 22 0,14-22 0,-11 9 0,24-26 0,-24 9 0,24-9-1034,-24 0 1034,24 10 0,-24-24 0,24 24 0,-24-24 0,23 24 0,-9-10 0,0 13 0,9-14 0,-9 11-175,0 3 175,9 4 0,-22 22 0,22-9 0,-9 13 0,0 0 1025,9 0-1025,-9 13 184,-1 4-184,11 0 0,-10 9 0,-1-9 0,11 13 0,-24 13 0,11 4 0,-14-14 0,0 7-560,0-10 560,-14 3 0,-2 10 0,-14-13 0,0 0 0,0-13 0,0 10 0,0-11 0,0 1 0,0 9 0,0-22 0,0 22 0,0-22 0,0 9 0,14-13 0,-11 0 0,24 0 0,-24 13 560,24-9-560,-11 9 0,14-13 0,0 13 0,14-9 0,-11 22 0,24-9 0,-11 13 0,14-14 0,0 11 0,0-10 0,0 13-1168,13 0 1168,-9 0 0,9-14 0,0 11 0,-10-11 0,24 1 0,-24-4 0,11 1 0,-15-11 0,-12 10 0,10-13 0,-24 0 0,24 0 0,-24 14 1168,10-11-1168,-13-3 0,0-3 0,0-11 0,0 14 0,0 0 0,-13-13 0,-4-4 0</inkml:trace>
  <inkml:trace contextRef="#ctx0" brushRef="#br0" timeOffset="23578">21596 12850 24575,'17'30'0,"-4"0"0,-13 0-2015,13 13 2015,-9 3 0,9 1 0,-13 10-1431,0-11 1431,13 14 0,-9-13 0,9 9 0,-13-9-321,0 0 321,13 9 0,-10-23-220,11 11 220,-14-14 0,0 0 0,0-1 0,0 1 877,0-13-877,13 10 1567,-10-24-1567,11 24 1274,-14-24-1274,0 10 269,0-13-269,0 0 0,0-13 0,0 10 0,0-24 0,0 24 0,-14-24 0,11 10 0,-10-13 0,13 1 0</inkml:trace>
  <inkml:trace contextRef="#ctx0" brushRef="#br0" timeOffset="23820">21446 12910 24575,'77'0'0,"-4"0"0,-13 0-4641,0 0 4641,13-14 0,-10 11 0,10-10 0,1 13 0,-11-14 0,10 11 0,0-10 0,-9 13 0,-4 0 31,-4 0-31,-23 0 768,11-14-768,-14 11 0,0-10 0,-14 13 0,11 0 2280,-24 0-2280,-3 0 1226,-3 0-1226,-24 0 0,11 13 0,-14 4 0</inkml:trace>
  <inkml:trace contextRef="#ctx0" brushRef="#br0" timeOffset="24136">22704 13928 24575,'0'17'0,"14"9"0,-11-22 0,10 9 0,-13-13 0,14 0 0,-11 0 0,23 0 0,-22 0 0,22 0 0,-22 0 0,22 0 0,-9 0 0</inkml:trace>
  <inkml:trace contextRef="#ctx0" brushRef="#br0" timeOffset="24830">21626 13449 24575,'-17'0'0,"4"0"0,0 0 0,9-13 0,-9 9 0,13-9 0,0 13 0,0 13 0,0-9 0,0 9 0,0-13 0,0 0 0,13 0 0,-9 0 0,22-13 0,-9 9 0,26-9 0,-10 13-785,24 0 785,-24 0 0,24-13 0,-24 9 0,24-9 0,-24 13 0,10 0 0,1 0 0,-11 0 0,-3 0 0,-4-13 0,-22 9 0,9-9 0,-13 13 0,0 0 785,-13 0-785,-4 0 0,-26 0 0,10 0-1795,-37 13 1795,20-9 0,-23 22 0,13-22 0,13 9 0,-10 0 0,24-9 0,-10 9 0,13-13 0,0 0 0,13 0 0,4 13 0,0-10 0,23 11 1795,-20-14-1795,36 0 0,-9 0 0,13 0 0,0 0 0,0 0 0,0 0 0</inkml:trace>
  <inkml:trace contextRef="#ctx0" brushRef="#br0" timeOffset="42504">14915 17350 5734,'3'-3'0,"-1"1"0,-1 2 0,1 1 0,-1-1 0,2 1 0,3 0 0,0 0 0,7 1 0,-4-1 0,5 1 0,-4 0 0,2 0 0,4 1 0,-4-2 0,4 1 0,0 1 0,8 3 0,-4-2 0,3 2 0,0-4 0,-5 1 0,7 0 0,5-1 0,-6-1 0,21 2-1011,-17-1 1011,10 0 0,0 0 0,-7 1 0,9 0 0,-11-1 0,1 0-223,1-2 223,1 0 0,1 0 0,1-2 0,0-1-906,2 1 906,0-2 0,0 1 0,0-1 0,0 0 0,0-1-269,-12 2 0,1 1 269,13-2 0,10 0 0,-16 2 0,15 1 0,-7 0 0,0 0 0,-10 1 0,0-1-235,10 0 1,-3-1 234,-2 1-275,-2-2 1,0 1 274,10-2 0,-11 2 0,1-1 0,11-1 0,-10 1 0,-9 1 0,2 0 366,1 1 1,1 0-367,7-1 0,0 1 0,-5 1 0,-1 0 36,4-1 0,-2 1-36,-4 0 0,9-1 0,-10-1 0,-1-2 0,2 0 0,-1 1 0,1 0 0,0 1 0,1 0 0,12 1 0,-9 0 0,-4 1 0,0 0 0,4 0 0,12 0 0,0-1 0,-10 0 0,-5 1 0,1-1 0,5 0 0,11-1 0,0 1 0,-12 1 0,2 0 0,1 0 0,1 2 0,-1-1 0,-1 1 0,2 2 0,-14-2 0,0 0 0,13 2 0,-10-1 0,1 0 0,15 2 0,-15-2 0,0 0 0,11 2 298,-1 0-298,1 0 0,-1 0 0,-2-1 0,1 1-14,-2-2 14,-1 2 0,-1-1 0,0 2 0,5-1 0,1 0 0,5 1-45,-6-1 0,2 0 45,-14-2 0,-1-1 0,16 3 0,-14-2 0,1 0 0,2 0 0,-1-1 0,16 3 0,-15-3 0,-1 0 0,13 1-151,-1 0 151,1-1 0,1 0 0,-1-1 0,1 0 0,-3 0 0,0 1 446,-3-1-446,1 0 0,-2 0 0,-1 1 0,0-1 0,-2 0 0,-2 0 0,0-1 0,-2 1 0,0-1 0,-2-1 0,-1-1 0,8-1 0,-10 0 0,5 0 0,1-1 0,-16 2 0,9-1 0,-18 2 573,-3 1-573,1 0 1346,-3-1-1346,-1-2 483,0 1-483,0-2 0,-1 1 0,1 1 0,-1-5 0,-1 2 0,2-3 0,-1 2 0,1-6 0,0 0 0,1-7 0,2-12 0,1 3-1169,-1-15 1169,1 6-1369,0-6 1369,-2 20 0,0-2-718,0-2 0,1 0 718,-1-2 0,0-3 0,1-1 0,0-3 0,0 0 0,0-5 0,1-5 0,-1 8 0,1-6 0,-1-2 0,1 1 0,-1 5 0,1 0 0,-1 4 0,1-6 0,0 3 0,1-6 0,-1-4 0,1 1 0,-1 3 0,1 7 0,-1-1 0,0 5 0,0-4 0,0-2 0,1-7 0,1-1 0,-2 3 0,1 7-880,-1-5 0,0 4 880,-1 0 0,1-2 0,-1 3 0,-1 0 0,-1 4 0,0 8 0,0 0 0,-1-5 0,0-1 0,-1 4 0,0 2 0,-1-13 385,1 14 0,-1 0-385,0-5 0,-1-1 0,-1 2 0,0-1 585,1-1 1,0 2-586,-5-17 740,6 19-740,-1 8 1199,-1-3-1199,0 11 0,-2-3 0,2 4 1175,-4-5-1175,3 7 679,-11-5-679,5 8 0,-10-2 0,-4 4 0,2 1 0,-8-1 0,-6 1 0,7 1-1038,-12-2 1038,10 0 0,0-1 0,8 1 0,-1 0 0,-14-2-723,13 2 1,0 0 722,-14-2 0,-2 0 0,-2-1 0,-2 0 0,22 3 0,0 1 0,-1-1 0,-1 1 0,0 0 0,0 0 0,-2 0 0,1 1 0,-1-1 0,-2 1 0,-13-1 0,-1 1 0,10 0 0,-1 0-1000,-11 0 0,1 1 1000,11-1 0,2 1 0,-1-1 0,-1 1-626,1 0 1,-1 0 625,0 0 0,-1 0 0,2 0 0,-3 0 0,4 0 0,-3 0 0,2 0 0,-6-1 0,0 1 0,7 0 0,-1-1 0,-2 1 0,-2-1 0,-3 0 0,0 1 0,5-1 0,-8 0 0,0 0 0,8 0 0,-4 1 0,0-1 0,4 0 0,-11 0 0,4 1 0,8-1 0,0-1 0,-10 1 0,0 0 0,13 0 0,2-1 0,-1 1 0,0 0 0,0 0 0,0-1 0,1 1 0,0 0 0,1 0 0,-2-1 0,-10 0 0,-1-1 0,10 1 0,0 0 0,-9-1 0,1 1 0,12 1 0,1 1 0,1-1 0,-3 1 148,-5 1 1,-3 1 0,0 0-149,5-1 0,0 1 0,-1 0 0,-5 0 0,-2 0 0,2 0 0,-7 1 0,4 0 0,12-2 0,-2 1-112,-5 0 1,-8 1-1,0-1 1,5 0 111,-3 0 0,0 0 0,5 0 0,-6 0 0,1 1 0,5-1 0,-6 0 0,6-1 0,7 1 0,0 0 0,-8 0 0,-1 1 0,2 0 0,1-1 0,8 0 0,1 0 0,-8 0 0,0 1 0,3-2 0,1 0 0,-16 1 0,3-2 0,0 0 0,0-1 0,11 1 0,0-1 0,-12-1 0,10 1 0,-8 0 0,-4 0 0,-2 1 0,21 0 0,0 0 0,-21 0 0,2 0 0,10 0 0,12 0 1259,-20 1-1259,17-1 593,-20 2-593,29 0 0,-4-1 650,-3 2-650,12-1 0,-7 1 1385,14-3-1385,1 0 947,-1 0-947,3 0 697,0 0-697,1 0 203,1 0-203,0 0 0,1 1 0,0-1 0,0 2 0,-2 5 0,2-2 0,-2 8 0,2-4 0,1 2 0,0 11 0,0-6 0,1 29 0,0-21 0,1 16 0,0 1-1307,1-7 1307,-1-12 0,0 5-987,3 16 1,2 9 0,-1-6 986,-2-10 0,1 0 0,-1 0 0,2 5 0,-1 0 0,0-6-598,-1-5 1,-1-2 597,1 2 0,0 1 0,-1 0 0,0 2 0,0-1 0,1 4 0,-1 6 0,1 6 0,0-3 0,-1-2 0,1 3 0,-1-11 0,1 7 0,0 2 0,0-3 0,-1-5 0,2 6 0,-1 0 0,0-6 0,0 4 0,1 1 0,-1-4 0,2 11 0,0-3 0,0 0 0,0 0-137,-1-3 1,1-3 136,-3-13 0,1 0 0,0 0 0,0 0 0,0-1 0,0 1 0,1 9 0,-1 2 0,0-10 0,0 1 577,0 7 0,0 0-577,2 12 381,-2-2-381,0-3 0,-1-3 956,-2-5-956,0-2-178,0-4 178,-2-3 0,0-3 337,-1 6-337,-1-8 1192,-2 3-1192,2-9 887,0-2-887,1-1 572,-1-2-572,1-1 392,0-1-392,1-2 41,0-1-41,0-2 0,1 0 0,0 0 0,0-1 0,-2 0 0,-9-3 0,2-2 0,-7-4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2:32:21.7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6109 5945 5734,'6'3'0,"0"1"0,-3-2 0,4 0 0,-4-1 0,4 0 0,-1 2 0,4 1 0,-2-1 0,1 1 0,-3-3 0,-1 1 0,10 0 0,-6-2 0,17 0 0,-14-1 0,6 1 0,0 0 0,-1 1 0,3-1 0,-3 2 0,-5-3 0,21-1 0,-14 0-363,17-1 363,-18 2-75,0-1 75,1 1 0,16-1 0,-12 0 0,3 1 0,0-1 0,-3 0 0,12-1 0,-6 0 0,-8 2 0,25-2 0,-22 2 0,22 0-784,-23 1 784,8 0 0,-7 0 0,10 0 0,-7 0 147,-3 0 1,2 0-148,3-1 0,2 0 0,16-1 0,0 1-526,-10 0 1,-2 0 525,5 0 0,-2 0 0,-12 2 0,-3-1 0,15 1 0,-7 0 0,0 0 0,6 1 0,10 0 0,-15-1 0,15 1 0,-11-1 0,-6 1 0,2 0 0,-6-1 0,-1 0 0,1 1 0,0-1 0,0 1 0,-2-1 0,12 0-295,0 0 295,-9 0 0,0-1 0,14 0 68,-14 0 0,0 1-68,11-1 0,-12 0 0,1 0 0,14 0 0,0 0 0,1 0 0,1-1 0,5 0 0,0 0 0,-6 0 0,6-1 0,-1 0 0,-4 1 0,4-1 0,0 0 0,-6 1 0,-3 0 0,-1-1 0,-2 2 32,9-1-32,-16 1 0,-1 1 0,8-1 0,4 2 0,0-1 0,-6 0 0,10 1 0,-1 0 0,-8-1-18,1 1 1,-1 0 17,-8-1 0,7 0-71,-7 0 1,-2 0 70,3-1 0,1 0 0,-1 1 0,-7-1 0,6 0 0,20-2 0,-19 1 0,20-1 0,-25 0 0,1 1 0,11 0 0,-7-1 0,9 0 0,2-1 0,-9 0 545,10-1-545,-13 2 0,0 0 0,7-1 0,-2 0 0,-1 0-679,-2 1 679,9-1 0,0-1 0,-8 2 0,9-1 0,1-1 0,-8 2 0,9-2 0,0 0 0,-10 2 1101,9-2-1101,-13 2 0,-1 0 0,7-1 0,-1 1 0,0 0-279,-2 1 279,10-1 0,4 1 0,0-1 0,-1 1-634,2 0 0,-2 0 634,-16 1 0,-1 0-294,20 0 294,-16 0 0,-1 1 0,-2-1 0,0 1-307,5 0 307,-10 0 0,0-1 608,22-2-608,-14-2 0,-1 0 0,-2 1 0,-1 0 381,1-2 1,-4 1-382,-5 1 1074,-1 0-1074,-2 0 417,4-1-417,-6 1 0,3 0 0,1 0 600,-7 1-600,7-1 0,-10 2 0,2-1 0,-3 1 0,-2 1 0,1-1 0,1 1 0,-1 0 0,1 1 0,-2 1 0,1 0 0,-1 2 0,0-2 0,1 1 0,-2 0 0,-1 0 0,-8 4 0,0-1 0,-6 1 0,2-3 0</inkml:trace>
  <inkml:trace contextRef="#ctx0" brushRef="#br0" timeOffset="9226">14521 4105 5734,'16'-2'0,"1"1"0,21-3 0,-12 2 0,1-2 0,0 1-1460,0 0 1460,11-2 0,-12 2 0,0 1 0,8-1 0,0 0 0,0-1 0,0 1 462,12-3-462,-9 3 0,5-1 0,-3 1-1261,-6 0 1,1 0 1260,9 0 0,6-1 0,-6 1 0,-9 1 0,-2 0 0,4 0 0,0 1 0,3-1 0,1 1 0,3 0 0,1-1 0,1 1 0,3 0 0,-12 1 0,3 0 0,0-1 0,-1 1-739,3 0 1,-2-1 0,3 1 738,-3 0 0,2 0 0,2 0 0,-1 0 0,3 0 0,0 0 0,0 0 0,-2 0 0,5 0 0,-2 0 0,3 0 0,-4 0 0,2 1 0,2-1 0,0 0 0,-8 0 0,2-1 0,0 1 0,-1 0 0,-2 0 0,4-1 0,-3 1 0,0 0 0,3 0 0,0-1 0,3 1 0,1-1 0,-2 1 0,-1-1 0,0 1 0,-2-1 0,-1 1 0,1-1 0,2 1 0,0-1 0,1 1 0,-1-1 0,2 0 0,-1 1 0,1-1 0,0 0 0,0 1 0,-1-1 0,2 1 0,2-1 0,-6 0 0,2 1 0,2-1 0,0 0 0,-1 1 0,-2-1 0,-1 1 0,-3-1 0,0 1 0,1 0 0,2-1 0,0 1 0,2-1 0,1 1 0,0-1 0,-2 1 0,-2-1 0,6 1 0,-4 0 0,0 0 0,-1 0 0,1-1 0,-1 1 0,0 0 0,0 0 0,0 0 0,-1 0 0,0 0 0,-1 1 0,-2-1 0,0 0 0,0 0 0,2 0 0,-1 1 0,2-1 0,0 1 0,0 0 0,-3-1 0,-1 1 0,-3-1 0,1 0 0,1 1 0,6 0 0,2-1 0,0 1 0,-2 0 0,6 0 0,-2 0 0,-2-1 0,-12 1 0,-1 0 0,1-1 0,5 1 0,1 0 0,-1-1 0,6 1 0,-3-1 0,-12 1 0,-1-1 0,4 0 0,-1 0 0,3-1 0</inkml:trace>
  <inkml:trace contextRef="#ctx0" brushRef="#br0" timeOffset="10294">14250 4717 5734,'-1'43'0,"1"0"0,0 0 0,0 0 0,0-6 0,0-3 0,0 4 0,0 1 0,0 5 0,0 1 0,-1-2 0,1-5-1639,0 11 1,0-4 911,0-5 1,0 0 0,0-2 726,0 0 0,1-1 15,-1-5 1,1 2 0,-1-3-16,1 5 0,-1-1 0,2 1 0,-1 2 0,0-4 0,0-5 0,-1-1 0,2 7 0,-1-2 0,0 9 63,0-15 1,-1-1-64,2 12-445,-1 7 445,2-18 1805,0-3-1805,-1-2 0,3 4 0,0 0 0,0-2 0,5 20 0,-5-33 1268,0-1-1268,1 0 1333,2 0-1333,12 10 0,-5-8 0,8 4 0,1 0 0,3-2 0,3-1 0,8 1 0,-5-2 0,-6-5 0,-1 1-438,6 0 1,3 2-1,-3-2 438,-4-3 0,-2-1 0,2 1 0,2-1 0,17 2 0,2-1 0,-10-1 0,0 0-711,-4-1 1,3 0 0,-3-1 710,7 1 0,0 0 0,0-1 0,3 0 0,-1-1-323,-9 1 0,-1-1 0,2 1 323,10-1 0,3 0 0,-2-1 0,-11 1 0,-2-1 0,0 0 0,3 0 0,-1-1 0,1 1 0,1-1 0,0 0 0,0 0 0,0 0 0,0 0 0,3-1 0,1 1 0,3-1 0,1 0 0,-3-1 0,3 1 0,-1-1 0,1 1 0,-2-1 0,2 1 0,0-1 0,0 0 0,2 0 0,0-1 0,0 0 0,-2 0 0,-8 2 0,-2-1 0,0 0 0,3 0 0,-2 0 0,2 0 0,0 0 0,1 0 0,0 0 0,1 0 0,1 0 0,-1 0 0,0 0 0,-2 1 0,1-1 0,-1 0 0,-1 1 0,3-1 0,-1 1 0,1 0 0,1-1 0,1 1 0,-1 0 0,0 0 0,0 0 0,0 0 0,-1 0 0,-1 1 0,-1-1 0,-2 1 0,1-1 0,5 1 0,-3 0 0,5 0 0,2 0 0,2 0 0,-1 0 0,-3 0 0,-5 0 0,2 1 0,-6-1 0,1 1 0,7 0 0,-5 0 0,6 1 0,4-1 0,3 0 0,2 1 0,0 0 0,-1-1 0,-4 1 0,-4 0 0,-5-1 0,7 1 0,-7 0 0,-2 0 0,7 0 0,-6-1 0,5 1 0,3 0 0,1 0 0,-1 0 0,-2 0 0,-5 0 0,-7 0 0,16 0 0,-6 0 0,-3 0 0,2 0 0,-1 0 0,5 0 0,0 0 0,-9 0 0,2-1 0,0 1 0,-3-1 0,0 1 0,-2 0 0,5-1 0,-1 0 0,-6 1 0,1-1 0,0 0 0,10-1 0,-1 0 0,-11 0 0,0-1 0,6 1 0,1-2 0,3-2 0,-1-3 0,-8 0 0,-1-1 0,6-1 0,-2-1 0,-12 0 0,-3-2 0,4-8 0,-8 3 0,-1-2 0,6-11 0,-9 11 0,-1-2 412,6-21-412,-6 11 0,1-9 0,-4 2 0,-2 8 0,0-9 0,-3-6 0,-2 8 264,0 12 1,-1-1-265,-1-8 0,0 1 362,0 5 1,0-2-363,-1-10 0,-1-3 0,0 9 0,0-2 0,0 1-746,-1-7 1,-1-2 745,2 7 0,-2-3 0,0 0 0,-2-1 0,-1-1 0,0 3-59,1 7 1,0 2 0,-1-1 58,-2-8 0,0-1 0,-3 0 0,-2 3 0,-2 0 0,1 3 0,-5-6 0,0 1 0,1 6 0,1 0 0,-1 0 0</inkml:trace>
  <inkml:trace contextRef="#ctx0" brushRef="#br0" timeOffset="14360">11996 9970 5734,'11'0'0,"2"0"0,6 1 0,7 1 0,3-1 0,11 1-695,-5-1 1,2 1 694,-12-2 0,0 0 0,2 1 0,2-1 0,15-1 0,7 1 0,-8 0 0,5 0 0,1 0 0,-3 0-904,-1-1 0,-2 1 0,3 0 904,0-1 0,4 1 0,-2 1 0,-7-1-300,-1 0 0,-2 0 300,6 0 0,5 0 0,-4 0 0,-3 0 0,1 0 0,-1-1 0,5 1 0,0 0 0,-7 0 0,-6 0 0,-2-1 0,4 1 0,3-1 0,-3 0 0,-1 1 0,-3-1 0,-2 0 0,-2 0 0,15-1 0,-29 1 0,-18-1 640,-12-3-640,0 1 0,-7-2 3061,2 1-3061,-15-2 0,5 1 556,-13-2-556,9 2-1262,-3-1 1262,-3 0 0,-1 2 0,-3 0 0,15 2 0,0 0 0,-17-1 0,-1 1 0,6 3 0,3 0 0,9 1 0,-2 0 0,-9 0 0,-6 2 0,2 0-943,6 0 1,0 0 0,1 1 942,-1-1 0,0 0 0,2 1 0,4 0 0,1-1 0,1 1-567,-8 1 1,4-1 566,-9 2 36,12-2 1,1 0-37,-2 1 0,11-1 0,-2 0 0,12-2 687,0 0-687,2 2 2642,4-2-2642,4 2 1976,10-2-1976,0 0 288,7-1-288,10-1 0,-2-1 0,13-1 0,11-2-1685,-7 1 1685,-13 0 0,2 0 0,4 1 0,-1-1 0,-6 2 0,0-1 0,7 0 0,2 0 0,0 0 0,-2 1 0,-8 0 0,0 1 0,7-1 0,0 1-615,-4 0 1,-1 0 614,11 1-45,8 1 45,-15 2 0,-12 0 0,1 1 0,-11-1 0,-2 0 0</inkml:trace>
  <inkml:trace contextRef="#ctx0" brushRef="#br0" timeOffset="15867">17998 9650 5734,'-5'-2'0,"8"-5"0,5 2 0,11-3 0,5 1 0,7 0 0,6-1 0,-2 3 0,7-1 0,-3 1-1639,-4 1 1,0 0 1460,7 0 1,3-1 0,-4 1 177,-10 2 0,-2 1-260,0-1 0,1 0 260,-1 1 0,1 1 0,10-2 0,0 1 0,-11 1 0,0-1 0,7 0 0,0 1-477,-6-1 1,-2 1 476,13-1-226,-9 1 0,-2 0 226,-6 0 1606,7 0-1606,-25-1 1358,-5 1-1358,-8-2 0,-17-2 0,1 0 0,-13 0 0,-8-6 98,11 1 0,-11-5 0,15 2 1</inkml:trace>
  <inkml:trace contextRef="#ctx0" brushRef="#br0" timeOffset="16046">18726 9282 5734,'41'2'0,"-4"1"0,-12 3 0,4 9 0,-10-1 0,2 7 0,-15 8 0,-6-5 0,-9 8 0,-4 1 0,-1 0-1204,-1-4 1,0-1 1203,0-4 0,0 0 732,0-2-732,-6 9 0,6-9 0,-2 7 0</inkml:trace>
  <inkml:trace contextRef="#ctx0" brushRef="#br0" timeOffset="20762">20887 2072 5734,'-3'-4'0,"2"2"0,4 23 0,0-5 0,5 22 0,-5-16 0,0 3-380,1 7 0,-1 5 0,1 2 380,-1-4 0,0 3 0,0 0 0,0-1-482,0 1 0,-1 0 0,1 0 1,0 0 481,0 11 0,-1-1 0,1-5 0,-1-8 0,-1-4 0,0-3 0,0-2 42,-1 13-42,0-13 0,0 2 0,0-11 439,-2-8-439,0-3 1769,-7-18-1769,1-4 0,-6-14-631,4 3 1,0-2 630,3 4 0,-1-2 0,-2-9 0,-1-5 0,3-1 0,-1-3 0,2 3 0,-1 0 0,1-1 0,1 5 0,-1-5 0,0 0 0,2 7-987,0-1 1,1 3 986,-1-10 0,1 1 0,2 7 0,0 2-441,1 9 0,1 1 441,0-5 0,1 2-2,2-5 2,7-5 0,0 12 0,17-7 0,4 25 0,4 5 0,12-2 100,-8 8 1,-2 4-101,-1 11 0,-4 4 0,-1 3 0,-11-10 0,-1 2 0,3 10 0,2 5 0,-5-3 0,-2 14 0,-6-10 0,-3 2 844,-10-7 1,-5 1-845,-3 1 0,-5 2 0,0 1 0,-4 5 0,-2-1 0,0 0-336,2-4 0,1-1 0,-1-2 336,-8 8 0,3-5 0,-1 4 2,11-15-2,-6 14 0,16-25 0,1 3 323,9-6 1,1-5-1,6 1 1</inkml:trace>
  <inkml:trace contextRef="#ctx0" brushRef="#br0" timeOffset="21232">21218 2749 5734,'29'-9'0,"-3"1"0,0-1 0,-6 0 0,5-2 0,9-9 0,-13 3-502,9-5 502,-20 6 8,-6-3-8,-3 3 0,-3-5 0,-9-6 0,2 12 0,-9-9 0,8 18 0,-5 2 0,-12 15 0,9 0-582,-11 11 582,13-2 0,3 1 0,1 3 0,0 12 0,5-9 0,1 9 0,6-12 0,7 6 0,2-8 0,20 10 0,-10-21 0,9-7 0,1-3 0,1-9 0,5-10 0,0-4 0,-4-5 0,-10 1 0,2-4 0,-4 1 0,-5 6 0,-3-1-277,7-14 1,-2-3 276,-7 3 0,-1 1-881,-3 7 0,0 0 881,0-8 0,-1-1 0,-2 1 0,-2 1 0,0 11 0,-1-1 0,1-5 0,-2 0-381,-1 6 1,0 3 380,-2-10-32,-1-10 32,2 25 636,-4-2-636,4 17 1821,-4 7-1821,3 11 0,-1 8 0,3 0 0,0 2-334,-2 17 334,3-12 0,0 1 0,1-8 0,1 3 0,1 5 0,2 6 0,0 2 0,1-2 0,0 7 0,1-1 0,0 0 0,-1-5 0,0 2 0,0-2 0,0-2 0,2 15 0,1-7 0,-2-3-23,-1-13 0,3 4 1,-2-15-1</inkml:trace>
  <inkml:trace contextRef="#ctx0" brushRef="#br0" timeOffset="22028">21889 2549 5734,'-23'8'0,"1"2"0,8 2 0,-7 11 0,5-2 0,-5 9 0,4 5-1740,5-8 1740,0 9 0,3-2 0,5-8-280,-1 17 280,5-23 464,2 6-464,3-16 0,2-4 0,3-2 847,7-10-847,-4-2 709,7-6-709,1-11 0,-5 2 0,-1-6 0,0-2 0,0-2-124,-4 6 1,-1 0 123,0-9-580,-3 11 580,0-4-181,-4 8 181,-1 7 0,1-1 0,-3 7 228,1 3-228,-2 2 583,0 9-583,0 2 0,-2 28 0,1-11 0,1 8 0,0 4 0,1-10 0,1 0-455,-1 0 0,1 0 455,2 16-536,2-16 536,-2-11 0,3 2 0,-1-12 0,1-4 0,2-4 1042,7-8-1042,-3 0 0,5-8 0,-2-8 0,-2-1 0,2-5-325,-2 2 1,0 0 324,-5 5 0,-1 1-312,0-3 312,-3 10 0,0-1 0,-5 15 0,0 5 0,-8 27 0,4-7 0,0 7 0,0 0 0,3-3 0,2 1 0,2-2 0,1-7 1206,8 10-1206,-5-22 356,5-1-356,1-14 0,-2-3 0,3-8 0,-2-3 0,3-6-717,-2-2 1,1 1 716,-2-1 0,-2 5 0,2 2 0,4 11 0,1 0 0,-1 30 0,-6 8-1058,2 10 1058,0 6 0,-4-6 0,2 9 0,-1 1 0,0-5 0,0 2 0,0 2 0,-2-3 0,1 8 0,1 2 0,-2-3 0,-1-9 0,-2-1 0,-2-3 0,1 6 0,-2 4 0,-2-6 0,-6-5 0,-1-5 0,1 1 0,-3-1 0,-9-3 0,-3-3 0,-9-4 0,10-8 0,-2-3 0,-3-7 0,1-3 0,-16-3 0,15-2 0,-1-2 0,1-9 0,2-3 0,6 3 0,1-3 0,-4-7 0,-1 0 0</inkml:trace>
  <inkml:trace contextRef="#ctx0" brushRef="#br0" timeOffset="22495">22925 2168 5734,'-9'-15'0,"-7"-1"0,1 10 0,-7 1 0,-9 14 0,5 3-912,-12 10 912,16-2 0,1 1-1004,4-2 1,1 1 1003,-6 5 0,1 6 0,5 2 0,1 6 0,0 2 0,2-6 0,0 3 0,1 1 0,1 2 0,-1 7 0,1-1 0,5-8-497,6-8 1,3-4 496,1 10 0,2-2 0,9 10-144,5-5 144,5-10 0,3-3 0,8 5 0,2-8 0,0-4 0,-1-12 0,-13-6 0,1 1 0</inkml:trace>
  <inkml:trace contextRef="#ctx0" brushRef="#br0" timeOffset="22828">23080 2359 5734,'-4'-12'0,"0"3"0,2 8 0,-4 8 0,1 1 0,-4 9 0,3 2 0,-2 5 0,0 4 0,3-4 0,1 4 0,0 3 0,0 3 0,2 3-820,0-2 1,1 2 0,1 1 0,-1-2 780,0 4 1,0-2 0,0 0 38,2 1 0,1-1 0,1-6-638,3 9 638,-1-14-294,3 12 294,-5-25 0,-1 2 0,-8-18 0,1-4 0,-3-7 0</inkml:trace>
  <inkml:trace contextRef="#ctx0" brushRef="#br0" timeOffset="23148">22868 2753 5734,'11'2'0,"8"2"0,-2 0 0,7 1 0,4 1 0,-5-3 0,8 2 0,-9-3 0,22 2 0,-12 0 0,4 0 0,-20-1 0,-14-2 0,-1 0 0,1 1 0,-2 0 0,0 1 0,0 2 0,0 1 0,1 5 0,0 19 0,0-8 0,-1 2 0,0 1 0,0 2 0,-1 8 0,1-6 0,0-8 0,-1 3 0,-3-8 0,1-8 0,-2-1 0,0-8 0</inkml:trace>
  <inkml:trace contextRef="#ctx0" brushRef="#br0" timeOffset="23984">23274 2800 5734,'-1'14'0,"0"2"0,-1 20 0,-2 11 0,2-23 0,0 0 0,-1 17 0,2-22 0,1-8 0,0-4 0,0-2 0,1-4 0,1-1 0,2-9 0,8-27 0,-2 8 0,-3 5 0,1-1 0,5-13-795,-4 10 795,3-7 0,0 1 0,-5 14-67,5-12 67,-8 23 0,2-1 0,-4 10 0,0 2 0,-1 5 0,1 20 0,0-8 0,1 26 0,-1-22 789,-1 8-789,4 4 0,-2-15 0,4 16 0,-4-26 73,4 2-73,-2-12 0,9-13 0,0-5 0,-2-5 0,1-1 0,4-8 0,-6 5 0,0 2-408,-1 1 408,2-4-16,-4 11 16,-2 6 0,0 1 0,0 11 0,-2 3 0,2 6 0,10 32 0,-7-21-62,0 1 0,0-1 62,-1-7 17,20 8-17,-14-14 0,16 5 0,-16-21 0,-4-2 0,1-5 0,-3-9 0,-5 3 531,0-8-531,-8-4 0,-1 8 0,-3-7 0,-4 9 0,2 8 0,-16 0 0,13 14 0,-8 5 0,8 15 0,6 0 0,-1 7 0,11 7 0,5-8 0,6 9 0,21-7 0,6-3 0,-1-2-348,4 0 1,-2-6 0,-11-16 0,-1-3 0</inkml:trace>
  <inkml:trace contextRef="#ctx0" brushRef="#br0" timeOffset="24227">23005 2310 5734,'-1'7'0,"3"-1"0,12 0 0,1 0 0,12 0 0,2 1 0,4-2 0</inkml:trace>
  <inkml:trace contextRef="#ctx0" brushRef="#br0" timeOffset="24516">24001 2115 5734,'7'15'0,"3"3"0,8 6 0,2 3 0,-6-7 0,1 0-554,10 12 0,4 7 554,-5-2 0,3 6 0,0 1 0,-4-5-1093,-6-10 1,-1-3 0,0 4 1030,3 2 1,2 4 0,0 2-1,-2-3 1,-4-5 330,-3 2 1,-4-2-270,-3 6 0,-3 3 0,-1-3 0,-1-2 0,-4 2-155,-7-1 1,-4 7 0,-3-2-1,0-6 1,-5-1 0,-4-3-1,-2 2 1,-1 0 0,0 0-1</inkml:trace>
  <inkml:trace contextRef="#ctx0" brushRef="#br0" timeOffset="25471">22161 3639 5734,'3'-20'0,"0"3"0,-2 10 0,0 3 0,-1 17 0,-2 6 0,1 20-1772,-2 5 1772,2-17 0,0 2 0,0 4 0,0 4 0,1-1-1403,-1 8 1,0 1 1402,1-4 0,0 2 0,0 2 0,0-8 0,1 1 0,-1 0 0,0-2-386,0 5 0,1-2 1,-1 2 385,0-2 0,0 1 0,0 2 0,0 0 0,-1 1 0,0 1 0,1-1 0,-1-2 0,0 3 0,0-3 0,0 6 0,0-8 0,0 5 0,0 2 0,0 0 0,0-3 0,0-4 0,0 4 0,0-4 0,0 4 0,1-5 0,-1 5 0,-1 1 0,1 1 0,0-4 0,0-6 0,0 12 0,0-4 0,0-1 0,0 3 0,0-5 0,-1-4 0,1-4 0,-2 13 0,1-4 0,-1-3 0,0-10 0,-1 17 0,3-38 0,1-2 1527,0-1-1527,0-2 2988,-2-6-2988,-1-11 1219,0 2-1219,-1-6 0,1 4 0,1 1 0,-1-5 0,-4-7 0,1 4 0,-4-10 0,1 2 0,-1 0 0,-2-10-1019,0-1 0,-1-1 1019,2 3 0,5 14 0,-1 1-611,-4-14 611,4 12 0,-3-3-146,4 7 146,1 10 0,0-4 0,3 12 1850,0 3-1850,2 11 748,1 3-748,1 9 0,0 0-487,1 5 487,0 3 0,2 2 0,1 8 0,0-5 0,-1-8 0,-1 0-679,4 13 0,1 6 0,-1-9 679,2-1 0,3 7-762,6-3 762,-7-22-99,14 5 99,-11-26 0,6-6 0,5-16 0,-7 2 0,1-10 0,-2-4 0,1-6-505,-5 9 1,0-5 0,-1 5 504,-5 9 0,0 2 0,4-12 0,-1 0 773,2-4-773,-4 13 668,2-3-668,1 10 0,-2 6 0,3-1 98,6 5-98,6 4 0,0 2 2361,1 5-2361,-9 2 0,0 5 0,-2-2 0,1 3 0</inkml:trace>
  <inkml:trace contextRef="#ctx0" brushRef="#br0" timeOffset="27410">19449 7347 5734,'-2'34'0,"-2"3"0,3 9-1120,0-21 0,0 3 1120,0 2 0,1 3 0,0 0-1313,-1 7 1,1 1 1312,-1-4 0,1 2 0,0 0 0,1 3 0,-1 1 0,1-2-435,-1 7 1,0 0 434,1-8 0,0 2 0,0-2 0,0-4 0,0-2 0,0-1 0,0 3 0,1 0 0,-1 2 0,1 2 0,-1-4 0,2 10 0,-3-10 0,-1-6 0,-1-19 0,-14-29 0,4-9 0,2 2 0,0-4 0,-1-8 0,0 0 311,1 5 0,1-1-311,1 3 0,0-1 0,0-2 0,0-5 0,1-2 0,0 2 518,-2-8 0,2-2-518,2 11 0,-1-5 0,1 0 0,2 0 0,2 3 0,1-1 0,2 1 0,-1 2-553,0-7 0,0 2 1,2 0 552,2-2 0,2-1 0,2 7 0,2 9 0,1 4 0,2 0 0,2 2 0,10-6 0,2 2 0,-5 8 0,1 2 0,8-4 0,2 3 0,-9 9 0,1 3 0,-1 1 0,1 2 0,0 2 0,0 2 0,-1 2 0,-1 2 0,22 9 0,-22 9 0,0 8 0,-5-3 0,-5-6 0,-2 1 0,2 7 0,1 4 0,-10-3 0,-16-1 0,-7-3 0,5-4 0,-3-1 0,-5 7 0,-3 0 0,-4 0 0,0-2 0,6-6 0,0 0 0,-6 4 0,-1 1 0,-4-1 0,2-3 0,-7 4 0,10-9 0,1-3 0,3-7 0</inkml:trace>
  <inkml:trace contextRef="#ctx0" brushRef="#br0" timeOffset="27838">19953 6951 5734,'-7'29'0,"0"3"0,2-7 0,1 1-2986,-2 18 2986,3-14 0,0 5 0,2 5 0,1 4 0,0-4-1008,-1-4 1,1-1 1007,1 7 0,0 3 0,0-6 0,0-13 0,0-2 706,2 24-706,-1-19 0,-1 0 0,1 12 0,2 7 0,-3-15 0,0-12 0,0 2 0,-3-14 0,1-8 1118,-3-14-1118,1-4 0,0-11 0,2-13 0,2 8 0,3-13 0,1 16 0,2 0 2764,2-6-2764,3 0 0,1 2 0,0 11 0,11-12 0,-12 27 0,3 2 413,2 12-413,4 24 0,-8-4 0,-2 2 0,-1-3 0,-1 1-823,-1 10 0,-2 0 823,-3-1 0,0 11-747,-3-16 747,-2-1 0,-1-1 0,0-2 0,-4 5 0,3-9 0,-2 1 0,4-12 0,1-2 0</inkml:trace>
  <inkml:trace contextRef="#ctx0" brushRef="#br0" timeOffset="28176">20329 7465 5734,'-7'-2'0,"-1"3"0,-7 6 0,3 1 0,-11 14 0,10-5 0,-2 8 0,3 6 0,5-7 0,-1 9 0,7-8 0,1-1 0,-1-1 0,4 18 0,-1-34 0,2-2 0,-1-3 0,2-3 0,1-4 0,8-15 0,-5 6 0,7-15 0,-10 15 0,2-4 0,-2 11 0,-1 3 0,0 6 0,-1 5 0,1 2 0,7 14 0,-3-7 0,12 18 0,-10-22 0,6 5 0,-6-12 0</inkml:trace>
  <inkml:trace contextRef="#ctx0" brushRef="#br0" timeOffset="28630">20526 7412 5734,'-11'4'0,"-1"2"0,1 3 0,-7 17 0,7-8 0,3 8 0,2 1 0,5-1 0,2 18 0,4-16 0,2-1 0,1 2-325,-1-3 0,0-2 325,-2-9-67,1 8 67,-4-10 0,-1 6 0,-4-14 0,-2 1 0,0-3 645,0-1-645,0 0 72,1-1-72,1 0 0,1-1 0,6-2 0,10-7 0,6-4 0,9-8 0,-7 3 0,8-18 0,-1-3 0,-7 7-171,4-5 1,-4 0 170,-14 10 0,-4 8-74,-6-10 74,-2 19 0,-17 1 0,9 13 0,-10 7 0,-1 29 0,12-15-248,2-1 0,2 0 248,6 1 0,2 2 0,8 12 0,1-10 0,6 8 0,8-4 0,-4-10 0,9 3 0,7-12 0,-8-8 0,10-3 0</inkml:trace>
  <inkml:trace contextRef="#ctx0" brushRef="#br0" timeOffset="29248">21315 7317 5734,'-47'2'0,"3"1"0,-1 5-2064,12-1 2064,-7 5 637,4 11-637,14 9 0,3 10-513,20-4 513,13-7 0,2-9 0,4 1-140,2-1 140,12 10 0,-9-9 0,-2-2 0,0 0 0,-3-2 971,10 12-971,-23-20 0,-3 1 0,-13-2 0,-2-2 936,-9 0-936,-18-2 0,14-3 0,-2-4 0,1-3 0,6-4 173,-8-9-173,19 0 0,3-2 0,4-4 0,2-2 0</inkml:trace>
  <inkml:trace contextRef="#ctx0" brushRef="#br0" timeOffset="29794">21414 6948 5734,'1'-7'0,"-5"32"0,-4 12 0,3-3-1639,-3 12 1,1 1 1225,3-1 413,3 0 0,0 1 0,1-18 0,0 1 0,1 15 0,0 1 0,2-14 0,1-2 0,2 14-112,-1-16 1,-1-2 111,5 5 473,-3-5-473,2-4 0,-3-4 0,0-5 1702,-2-2-1702,1-4 1255,6-10-1255,-2-1 0,13-28 0,-10 11 0,1-7 0,-1-1 0,-3 1 0,1-1 0,-2 1 0,-2 7 483,1-13-483,-5 20 0,0 6 0,-1 6 0,0 18 0,-1 0 0,2 9 0,0 8 0,2-7-571,1 8 571,0-11 0,0-1 0,1-2 0,0-3 0,-1-1 0,11 4 0,-7-11 0,19-11 0,-16-10 0,8-11 0,-6-4 0,-3 5 0,6-22 0,-9 23 0,2-8 0,-6 17 571,-3 5-571,1 2 0,-1 18 0,0-1 0,0 19 0,0-12 0,1 8 0,1-2 0,0-7 0,0 3 0,-1-9 0,-1-5 0,-2-1 0,0-7 0,0-5 0,0-3 0</inkml:trace>
  <inkml:trace contextRef="#ctx0" brushRef="#br0" timeOffset="29943">21593 7052 5734,'-2'-6'0,"1"0"0,1 1 0,1 2 0,8 1 0,0 3 0,6 0 0,-1 1 0</inkml:trace>
  <inkml:trace contextRef="#ctx0" brushRef="#br0" timeOffset="30316">22073 6911 5734,'-4'-6'0,"0"1"0,-2 3 0,-6 4 0,-13 14 0,5-1-935,-7 12 935,13-6 0,0 4 0,-3 19 0,5-6 0,6-13 0,-1 3 0,3 4 0,1 1-838,1-7 0,1 1 838,-1 8 0,2 3 0,2 4 0,1 1 0,0-9 0,0 0 0,1 12 0,1 2 0,0-12 0,-1-1 0,1 0-1092,0 6 0,0 0 1092,0-6 0,0 3 0,-1-2 0,0 1 0,-1-1 0,0-2 0,-1 5 0,0 1 0,0-8 0,0 1 0,-2 0-470,-2 8 1,-2-2 469,2-11 0,-1 0 13,0 4 0,-3 0-13,-5-9 0,-1-3 0,-5 1 0,-30-20 0,23-22 0,5 1 0,1-1 0</inkml:trace>
  <inkml:trace contextRef="#ctx0" brushRef="#br0" timeOffset="30451">21837 7546 5734,'38'-11'0,"0"0"0,-1-2 0,2 1 0,0-1 0</inkml:trace>
  <inkml:trace contextRef="#ctx0" brushRef="#br0" timeOffset="30666">22189 6982 5734,'0'-6'0,"1"3"0,0 12 0,0 4 0,2 13 0,-1 19-2296,1-3 2296,-1-13 0,0 2 0,1 16-93,1-2 1,1 4 92,-2-16 0,0-1 0,1 1 0,-1 0 0,0 0 0,1-1 0,0 9 0,0-5 0,0 6 0,-3-14-142,-5 3 142,-3-21 0,-3-5 0,0-9 0</inkml:trace>
  <inkml:trace contextRef="#ctx0" brushRef="#br0" timeOffset="30794">22091 7398 5734,'31'-1'0,"11"-1"0,-14 0-338,10 0 0,-11-1 1,-1-1-1</inkml:trace>
  <inkml:trace contextRef="#ctx0" brushRef="#br0" timeOffset="31049">22855 7093 5734,'-9'-3'0,"-2"2"0,-8 17 0,0 0 0,-6 12 0,5 2 0,0 2-879,8-11 1,-1 2 878,-2 6 0,-1 5 0,3-4-773,3-5 1,3-1 772,-3 9 0,1-1 0,2 13-324,3-2 324,5-1 0,2-2 0,3-14 0,2-2 0,7 10 0,10 5 0,-1-18 0</inkml:trace>
  <inkml:trace contextRef="#ctx0" brushRef="#br0" timeOffset="31663">23209 6837 5734,'-27'0'0,"-6"13"0,12 5-819,-6 13 819,15-5 0,1 3-1153,3-5 0,1 1 1153,-3 9 0,1 4 0,3 9 0,1 1 0,1-10 0,1 2 0,0-6 0,1 2 0,0 0 0,1 4 0,1-1 0,-1 0 0,1 5 0,1 3 0,0-3 0,1 6 0,-1 1 0,1-7-952,0 4 1,0-1 951,0 0 0,0 2 0,1-3 0,-2-2 0,1-5-353,-1-11 0,1 0 353,-1 3 0,1 0 0,-3 4 0,-3-16 937,-3-3-937,-9-26 0,2-6 0,-5-11 0</inkml:trace>
  <inkml:trace contextRef="#ctx0" brushRef="#br0" timeOffset="32028">22802 7461 5734,'15'-3'0,"2"1"0,15-1 0,-4 1 0,11 0 0,1 3-1644,-11 1 1644,7 1 0,-6 4 0,-10-2 516,4 4-516,-9 4 0,-4-1 0,0 5 0,-5 4 0,-3-4 0,0 7 0,-3 1 0,0-6 0,-2 4 0,0 1 0,0-12 270,0 6-270,2-13 0,-1-3 0,1-18 0,4-10 0,-2-4 352,6-1-352,-1 13 0,7-8 0,-1 7 0,6-5 0,2 3 0,-3 7 0,5-4-39,13 1 1,-18 10 0,12-4 0</inkml:trace>
  <inkml:trace contextRef="#ctx0" brushRef="#br0" timeOffset="32761">23379 7670 5734,'20'-11'0,"-1"0"0,-5 1 0,0-1 0,1 0 0,13-28 0,-14 19-871,9-19 871,-20 24 0,-3 3 282,0 0-282,-3 3 144,-1 1-144,-8 1 0,0 5 0,-7 2 0,-6 10 0,6-1 0,-2 10 0,1 2 0,3 1-150,3-1 0,2 0 150,8-1-187,3 1 187,2-1 0,15 13 0,-3-13 0,11 8 0,4-15 0,-5-6 0,4-6 0,1-2 0,2-4 0,5-8 0,-1-3 0,-5-3 0,2-7 0,-1-3 0,-6 1 0,-2-5 0,-3 0 0,-5 6 0,-6 2 0,-1 0 0,-7 9 730,-13-8-730,4 19 202,-10 1-202,-9 21 0,14-9 0,-10 12 0,19-13 0,0 9 0,4-10 0,9 3 0,0-12 0,26-9 0,-17 5 0,20-6 0,-23 9 0,11 10 0,-14 4 0,3 11 0,-10 17 0,-2-6-312,-2 12 312,1-19 0,-1-1-1016,1 13 1016,1 11 0,1-7 0,1-11 0,1 3 0,1-13 0,0-8 0,10-3 0,-6-6 280,10 1-280,-13 0 1048,4 4-1048,-5 8 0,-2-1 0,0 8 0,1 15 0,1 2 0,1-4-125,-1 5 1,1-3 124,1-12 0,-2-10 0,1 1 0,-1-12 0,-2-4 0,1-5 0,-4-4 0,-2-3 0,-1-1 0</inkml:trace>
  <inkml:trace contextRef="#ctx0" brushRef="#br0" timeOffset="33443">24160 7016 5734,'10'7'0,"7"10"0,-2 1 0,7 10 0,-4-2 0,-1 2 0,7 10-572,-4-7 1,-1 2 571,-4-4 0,-1-1-615,-4-6 0,0 0 615,3 6 0,0 2 0,-3-2 0,-2 0 0,4 14-178,-6-15 0,-2 0 178,-3-2 0,-3-1 0,-4 12-783,-6 9 783,-2-17 0,-11 9 0,4-11 0,1-7 0,-2-2 0,-4 0 0,-11 2 0,11-11 0,-1 0 0</inkml:trace>
  <inkml:trace contextRef="#ctx0" brushRef="#br0" timeOffset="33962">23979 8172 5734,'20'-18'0,"3"0"0,11 0-456,-4 5 456,-5 4 0,1 2-699,2 0 699,8 2 0,-8 12 0,-12 0-42,2 23 42,-17-12 0,-4 20 0,2-21 0,1 5 0</inkml:trace>
  <inkml:trace contextRef="#ctx0" brushRef="#br0" timeOffset="34827">21447 8407 4494,'46'4'0,"-1"-1"0,1 1 0,-1-1 0,1 1 0,-1-1 0,1 1 0,0-1 0,-6 0 0,1-1 0,6 1-410,-8 0 0,5 1 1,3-1-1,2 1 1,-1 0-1,-1 0 0,-4-1 1,-5 0 104,5 0 1,-5-1 0,-2 0 0,1 0 304,2 0 0,0 0 0,0 0 0,0 0 0,0 1 0,0-1 0,1 0 0,-1 1 0,0-1 0,1 0 0,-1 1 0,0-1 0,-1 0 0,0 1 0,1-1 0,1 1 0,2-1 0,1 1 0,2-1 0,-2 1 0,-1-1 0,-2 0 0,-1 1 0,0-1 0,1 0 0,-2 0 0,1 0 0,2 0 0,-2 0 0,-1-1 0,4 1 0,-1-1 0,-1 0 0,-3 0 0,1 0 0,-2-1 0,0 0 0,8 0 0,0 0 0,0 0 0</inkml:trace>
  <inkml:trace contextRef="#ctx0" brushRef="#br0" timeOffset="38977">16922 11119 5734,'10'6'0,"-3"-1"0,18 1 0,12 0 0,-3-2-1093,-1-1 1,6 1 0,-2-1 649,-3 0 1,3 0 442,0 0 0,8 0 0,2 0 0,0 0 0,-6 0-483,0 0 1,-4-1 0,4 0 482,-5 0 0,4 0 0,2 1 0,-1-1 0,0 0 0,5 0 0,0 0 0,-1 0 0,-1 0-42,4 0 0,-1 0 1,1-1 41,-2 1 0,1 0 0,2-1 0,-1 1 0,0-1 0,1 0 0,-1 0 0,-2 0 0,-9 0 0,-1 0 0,0 0 0,1-1 0,8 1 0,3 0 0,0 0 0,-2-1 0,-1 1 0,-1-1 0,0 0 0,-3 0 0,3 1 0,-3-1 0,2 0 0,-5 0 0,2 0 0,0 0 0,-1 0 0,6 0 0,-1-1 0,-2 1 0,3-1 0,2 0 0,-11 0 0,4 0 0,-1-1 0,-4 1 0,4-1 0,-3 0 0,8-1 0,-3 1 0,-6-2 201,-28-5 0,-12 2 0,-11-4 0</inkml:trace>
  <inkml:trace contextRef="#ctx0" brushRef="#br0" timeOffset="47677">6594 13254 5734,'-4'-4'0,"1"1"0,2 1 0,0 1 0,2-1 0,0 1 0,2 0 0,0-1 0,9-1 0,-2-2 0,22-5 0,-12 3 0,13-5 0,-2 1 0,-7 2 0,8-3 0,-8 4 0,0 1 0,7-2-762,1 2 1,0 0 761,0 1 0,9-1-316,0 2 316,5 1 0,-3 1 0,1-1 0,-17 2 0,-1 0-531,12-1 1,-3 1 530,-4 0 0,-1 0-530,-1 1 530,0-1 0,0 1 0,-1 0 0,0 0 0,13-2 0,-10 1 0,11-2 0,-13 1 0,6-2 0,1-1 0,3 0 0,-4 0 0,0-1 0,-7 2 0,-2 0 0,9-2 0,3 1 0,-1-1 0,-4 2 0,3-1 0,0 0 0,-6 2 0,4-2 0,-1 1 0,-4 1 0,14-2 0,-9 2 0,-8 1 0,8 0 0,-6 1 0,-7 0 873,11 1-873,-14-2 0,6 1 0,-1-2 0,-5 3 0,6-1 0,10 5 0,-12-1 0,14 1 0,-7-2 0,0 0 0,2 0-281,0-1 1,-1 1 280,-5-1 0,15-2 0,4 1 0,-17 2 0,0 0 0,7-2 0,2 1 0,-3 0 0,11 2 0,-12 0 0,-1-1 0,2 1 0,-8-1 0,-1 0 0,2-1 594,0 0-594,1 0 0,-1 0 0,-2 0 0,1 0 0,7 0 0,-3 0 0,1 0 0,-2 0 0,9 1 0,0-1 0,-9 0 600,8 0-600,-4 0 0,-8 0 342,4-1-342,-5 1 1032,-7 0-1032,12 2 0,-16-1 550,5 1-550,-7 0 0,10 2 0,-8-2 0,6 4 0,-14-4 0,-2 4 0,-3-4 0,-2-1 0</inkml:trace>
  <inkml:trace contextRef="#ctx0" brushRef="#br0" timeOffset="49720">8369 13160 5734,'29'-1'0,"0"-1"0,9 1 0,-2 0 0,0 0-884,-1 0 884,10 0 0,-1 1 0,-10 0 0,9 0 0,1 0 0,-10-1 0,11 0 0,1-4 0,-11 2 0,2-2 0,0-1 0,0 1 0,-9 0 0,1 0 0,12-1 0,-10 1 286,8 0-286,-2 0 0,-9 1 0,19-2 0,-15 1 0,-1 0 0,14-2-584,-13 2 0,-3-1 584,-2 2-797,11-4 797,-7 2 0,8-2 0,1 0 0,-9 2 0,9-1 0,1 0 0,-9 1 0,1 0 0,1 1 0,1-2 0,-8 3 0,1-1 0,15-1 0,-10 1 0,10 0 0,-13 2 0,0 1 0,0 0 248,-1 0-248,0 1 0,0 1-556,1 0 556,0 1 0,0 0 0,14 2 0,2-1 0,-21-1 0,-1 0 0,23 0 0,2 1 0,-17-3 0,-3 0 0,-6 1 0,2-1 0,10-1 0,5 0 0,-5 0 0,-5 0 0,0 0 191,15-1 0,2-1-191,-12 1 0,-2-1-327,-8 1 1,0 1 326,8-2 0,-1 0 0,-2 1 0,-1 0 0,14-2 40,-10 2 0,4 0-40,-3 0 0,2 1 0,-2-1 0,-1 0 0,1 1-327,0-1 0,2 1 0,-5 0 327,7-1 0,1 1-180,-1-1 180,0 1 0,-12 0 0,0 1 0,13-1 0,-14 1 0,0 1 1236,18-2-1236,-17 1 0,3 0 0,10-1 0,0 0 0,-12 1 0,-1-1 7,2 1 1,-3-1-8,-1 0 0,-7 1 0,4-1 0,-1 1 0,-6 0 1785,3 0-1785,0 1 1187,-7 0-1187,9 1 0,-12 0 0,3 0 0,2 1 0,-4 0 0,8 2 0,-9-1 0,6 1 0,-7-2 0,0 1 0,-2-1 0,-3 1 0,-1 0 0,-2 0 0,-1-2 0,0-1 0</inkml:trace>
  <inkml:trace contextRef="#ctx0" brushRef="#br0" timeOffset="49944">13106 12960 5734,'-5'3'0,"0"1"0,3-3 0,0 2 0,2-4 0,-1 1 0</inkml:trace>
  <inkml:trace contextRef="#ctx0" brushRef="#br0" timeOffset="56556">9554 14225 5734,'9'0'0,"6"0"0,-3-1 0,6 1 0,2-2 0,16-1 0,-11 1 0,11-1 0,-10 1 0,-8 2 0,15 0 0,-17 2 0,6 0 0,0 2 0,-5-3 0,5 2 0,0-2 0,-6 0 0,6 0 0,-1 1 0,-4 0 0,4 0 0,0 0 0,-5 0 0,6 0 0,5 3 0,-10-3 0,16 4 0,-18-4 0,5 1 0,12 2 0,1-1 0,4 1 0,10 1 0,-24-5 0,23 3-758,-24-3 758,9 0 0,0-1 0,-7 0 0,6 1 0,1-1 0,-2 0 0,2 0 0,1 0 0,-6 0 0,9 0 0,-9 0-262,11-1 262,-8 1 0,9-1 0,0-1 0,-8 1-681,7 0 681,-10 0 0,2 0 0,2 0 0,3 0 0,-5 0 0,1 0 0,7 1 0,-9 0 0,9 0 0,2 0 0,-9 1 0,9 1 0,2 2 0,-9-2 0,10 1 0,2-1 0,-10 0 0,12 0 0,-11 1 0,5-1 0,-3 1 0,-11-1 0,1-1-344,10 2 0,5 0 0,-7-1 344,0 0 0,0 2-548,-1-1 548,1 0 0,-10 0 0,1-1 0,15 1 0,-15-2 0,1 1 0,2-2 0,-2 0 0,18 0 0,-8-2 0,7 0 0,-5 0 0,-8 1 0,-1 0 0,5-1 0,4 0 0,-3 0 0,4 0 0,-3 0-534,-7 1 0,0-1 534,10 1 0,0-1 0,-12 0 0,1 1-462,14 0 0,6 0 1,-4 0 461,-6 0 0,1 1 0,6-1 0,3 1 0,-2-1 0,3 2 0,-4 0 0,-8 0 0,0 0 0,-4-1 0,1 1 0,-2 0 0,5 0 0,-1 1 0,0-1 0,2 0 0,-1 1 0,1-1 0,-1 0 0,3 0 0,-4 0 0,3-1 0,-1 1 0,6 0 0,0-1 0,-6 1 0,1 0 0,0-1 0,1 1 0,-1 0 0,-1-1 0,7 1 0,0-1 0,-8 1 0,2-1 0,0 1 0,-3-1 0,0 0 0,-2 0 0,5 0 0,0 0 0,-8 0 0,2 0 0,-1 0 0,9 0 0,-2-1 0,-10 1 0,-1-1 0,4 0 0,2 1 0,-1-1 0,-3 1 0,0-2 0,16-1 0</inkml:trace>
  <inkml:trace contextRef="#ctx0" brushRef="#br0" timeOffset="74340">14008 15363 5734,'4'-4'0,"-1"2"0,-1 1 0,-1 1 0,2 0 0,1 3 0,1 0 0,1 1 0,3 3 0,-2-2 0,5 4 0,2-1 0,-3-1 0,3 1 0,-7-4 0,0-1 0,7 2 0,-4-2 0,11 3 0,-13-2 0,16 2 0,-12-1 0,7 0 0,-8-2 0,-2-2 0,4 1 0,-2-1 0,4-1 0,9-2 0,-8 0 0,21-4 0,-21 4 0,8-2 0,-6 3 0,-5-1 0,4 1 0,0 1 0,-3 0 0,4 0 0,-5 0 0,0 0 0,1 0 0,-1 0 0,1-1 0,8 0 0,-5 0 0,7 0 0,-8-1 0,1 1 0,0 0 0,-1 0 0,0-1 0,23 1 0,-12-1 0,13 1 0,-12-1 0,-10 0 0,6 0 0,3-1 0,-5 1-342,7-2 342,-8 1 0,10-3 0,-7 2 0,7-1 0,-10 1 0,5 1 0,0 0 0,0 1 0,5-1 0,-1 2 0,-11 1 0,9 0 0,-7 0 0,-5-1 0,5 1 0,2-2 0,-5 1 0,5 0 0,-1 0 0,-4 0 0,3 1 0,5 0 0,-9 0 0,16-1 0,-19 2 0,16 1 0,-17-1 0,7 2 0,-2-2 0,-5-1 0,6 1 0,1-1 0,-4 0 0,4 0 342,2-1-342,0 1 0,1-1 0,-3 1 0,17 3 0,-17-1 0,18 1 0,-15-1 0,-5-1 0,23 1 0,-17-2 0,13 0 0,-3-2 0,5 0-1148,2 1 1148,-1-1 0,-12 2-613,1 0 613,0 0 0,14 2 0,-10 0 0,9 1 0,-2-1 0,-10 0 0,11-1 0,-13 0 0,11 1 0,3 0 0,0 0 0,-1 0 0,0 0 0,2 1 0,-10-1 0,10 1 0,0 0 0,-9 1 0,10-1 0,3 0 0,-11-2 0,11 0 0,1-1 0,-2 0 0,-10 0 0,4 0 0,-5 0 0,6 0 0,-9 0 0,5 1 0,-4 0 0,-6 0 0,-2 0-541,11 1 1,-1 0 540,2 1 0,-12 0 0,-2-1 0,10 0 0,1 0 0,2-1 466,-4 0 1,5 1-467,12-2 0,-3 0 0,0 0-786,-14 0 1,4 1 0,-7-1 785,1 1 0,0 1 203,10 1-203,-10 1 0,0 1 0,0-1 0,1 2 0,4 0 0,0-1 0,-3-1 0,8-1 0,1 0 0,-1-2 0,-9-1 0,1 0 0,-3-1 0,-2 0 0,16 0 0,-14-1 0,1 1 0,1 1 0,0 0 0,17-1 0,-17 1 0,1-1 0,-1 1 0,-1-1 0,17 0 0,-18 1 0,1 0 0,7 3 0,-1-1 0,10 3 0,-13-2 0,5 0 0,-5 0 0,13 0-418,-10-2 0,9 0 0,1-1 0,-8 1 418,-6-1 0,0 0 0,12-1 0,6 0 0,-8 1 0,1 0 0,1-1 0,-1 1 0,-10 0 0,5 0 0,-4 0 0,-8 0 0,1 0 0,14 0 0,4-1 0,-7 1 0,-1-1 0,7-1 0,-1 0 0,-11 0 0,-4-1 0,-1 1 702,-9 0-702,-1-1 565,-2 1-565,3-1 2859,-8 2-2859,-3-1 0,-7 0 0,-3-2 0</inkml:trace>
  <inkml:trace contextRef="#ctx0" brushRef="#br0" timeOffset="77950">4630 16265 5734,'46'-7'0,"-5"2"0,-13 6-853,-6 1 853,7-1 0,8 1 0,-14-2 276,13 0-276,-8-2 0,15 2 0,-13-1 141,8 3-141,-21 1 0,-5 0 0,6 2 0,-6-1 436,0-1-436,3 4 0,-8-4 0,11 5 0,-11-4 0,15 6 0,-11-6 0,8 3 0,2 0 0,-5-3 0,13 3 0,-15-4 0,5 1 0,4 0 0,-7 0 0,12 2 0,-15-4 0,4 2 0,7 0 0,3 0 0,2-1-286,-3 0 286,-10-2 0,-1 0 0,1-1 0,-1 0 0,22 0 0,-17 0 0,18-1 0,-14-1 0,-6 1 0,28-1 0,-24 2-455,18-1 455,-22 0 0,1 0 273,1 0-273,17 0 0,-13 0 0,1 0 0,1 1 0,-4 0 0,10 1 0,-7 0 0,-7 1 0,6 0 0,-7-1 0,1 0 0,2 0 0,-1 1 0,2-2 0,10 1-640,-6-2 640,9 0 0,-10-1 0,8-1 0,2 0 0,0 0 0,10-1 0,-1 1 0,-14 1 437,16 0-437,-16 0 0,-1 0 0,17-3-678,-14 2 0,0 0 678,7-2 0,-13 1 0,1 0 0,7-1 0,-8 1 0,2 0-773,12-2 773,-9 1 260,-2 2 1,3 0-261,-2 1 0,-1 0 0,-2 0 0,-1 0 0,0 1 0,-2 0 0,6 0 0,-7 0 1316,7 1-1316,12 2 0,-14-1 0,5 0 0,1 0 10,-4 1-10,18 0 0,-9-1 0,-9 2 0,8-1 0,0 2 0,-10-2 0,9 2 0,12 1 0,-18-2 0,4 1 0,-1-1 0,-4 1 0,16 2 0,-12-1 0,-8-1 0,7 1-644,-1-2 644,-7 0 0,1-1 0,1 1 0,19 0 0,0 0 0,-6-1 0,8-2 0,-20 0 0,6 0 0,0-1 0,-6 0 886,14-1-886,-1-1 0,-14 2 711,14 0-711,-4 0 0,-6 1-560,6-1 560,-12 1 0,-9 1 0,-1 0 0,25 2 0,-20-1 0,20 2 0,-16-2 0,-5-1 0,8 0 0,10 0 0,-13 0 0,3 0 0,0 0 0,-4 0 560,14 1-560,-9 0 0,-5-2 0,4 1 0,0 0 0,-7 0 0,4-1 0,-1 1 0,-6-1 0,5 0 0,4 0 0,-8 0 0,13-1 0,3 0 0,-7 0-388,1 0 0,1 1 388,-9-1-465,10 0 465,-6 1 0,8 0 0,10 0 0,-14 0 0,-2 0 0,0 0 0,-2 1 0,5-1 0,-1 1 0,-1-1 0,19 0 0,-18 0 0,-5 1 0,6-1 0,-1 2 0,-6 0 448,6-1-448,-6 0 0,0-1 0,2 0 0,2 0 0,0-1 0,16-1 0,-8 0-537,11-2 537,-12 2 0,15-1 0,-11 1 0,11 0 0,0 0 0,1 1 0,-24 0 0,1 0-128,22-1 1,2 0 127,-14 1 0,-3-1 0,12 0 0,-12 0 0,5 0 0,-5 0 0,13-1 0,-13 1 0,5-1 0,-2 0 0,5 0 0,-1-1-774,0 1 1,0 0 773,-3 0 0,-3 1 0,3 0-149,-12 1 0,1-1 149,14-1 0,-15 1 0,1 0 0,11-2 0,-9 1 0,0-1 0,16-1 0,-14 2 0,-2-1 0,13-1 0,-7 1 0,5 0 0,-3 0 0,-8 1 0,1 0 0,16-2 0,8-1 0,-9 2 0,3 0 0,-10 0 0,2 1 0,0 0 0,-1-1 0,-13 2 0,1 0 0,10-2 0,5 1 0,-5-1 0,12 0 0,-11 0 0,0 1 0,-9 0 0,-1 1 0,13-2 0,-14 2 0,1 1 0,-1-1 0,-1 1 0,13 0-112,-13 0 1,0 0 111,24-1 0,-13 1 194,10-1-194,-19 1 0,0 0 0,-2-1 0,1-1 0,5 1 0,-2 0 0,8-3 0,-15 3 0,-14 0 1730,-1 2-1730,-1-1 1394,-1 1-1394,1 0 335,-3 0-335,2 0 0,-2 1 0,-1-1 0,1 2 0,-1 2 0,-1-3 0,0 2 0,-1-3 0,-1 0 0,0 1 0,-7 2 0,-1 2 0,-8 1 0,-2 0 0,-2 0 0</inkml:trace>
  <inkml:trace contextRef="#ctx0" brushRef="#br0" timeOffset="107608">3196 18303 5734,'1'-5'0,"-1"-2"0,0 5 0,2-3 0,3 2 0,1-1 0,7-4 0,-4 2 0,3-2 0,10-3 0,-11 5 0,11-3 0,-14 6 0,1 1 0,1-1 0,0 0 0,6-1 0,-3 0 0,7 0 0,-8 2 0,2 0 0,-1 1 0,-1 1 0,4 0 0,5-1 0,-7 0 0,10-2 0,-11 0 0,6-1 0,3-2 0,10 0 0,1-1 0,-3 2 0,-2 4 0,-15 1 0,6 2 0,0 2 0,-7-1 0,20 6 0,-17-4 0,21 7 0,-19-7 0,10 5 0,-11-5 0,-1-1 0,2 0 0,8 1 0,-7-1 0,8-1 0,1-1 0,-6-1 0,7 0 0,-3-2 0,0-1 0,3 2 0,2-1 0,-1-1-508,-6 3 508,7 0 0,-3 1 0,-6-1 0,7 1 0,0-1 0,-4-1 0,6-1 0,-7-1 0,0 0 0,1-1 0,12 0 0,-8 0 0,6-1 0,1 0 0,-2 1-494,-3-1 1,-1 1 493,-5 0 0,1 1-352,-1 0 352,0 1 0,21-1 0,-17 2 0,16-2 438,-11 1-438,-4 1 0,1-1 0,13 0 0,-6 1 0,-2-1-855,-4 1 855,12 0 0,-11-1 0,2 0 0,3-1 0,0 1 0,1-1 0,0 0 0,1 1 0,0-1 0,0 0 0,0 0 0,0 0 900,0-1-900,-4 1 0,0 0 0,11-2 73,-13 2 0,2 0-73,-10 1 0,-1 0-928,13-1 928,10 0 0,1-2 0,-11 1 0,11-1 72,-23 3 1,-1-1-73,14-1 0,1-1 0,8 0 0,-6-1 0,-14 3 0,0-1-286,11-1 0,3 0 0,-6 0 286,1 1 0,0-1 0,0-1 0,-10 2 0,0 0 0,12-3 0,-6 2 0,0-1 0,4-1 0,0 0 0,0-1 0,0 1 0,-8 1 0,-2-1 0,-1 1 186,0 1-186,11-3 0,-15 4 0,13-3 0,-24 6 867,4-1-867,-10 1 740,-1 0-740,0 0 1066,-2 1-1066,0-1 0,-1 2 0,-1 0 0,-6 6 0,1-4 0,-6 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2:34:43.7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10477 6207 5734,'10'0'0,"3"0"0,7 0 0,6 0-1023,8-1 1023,-1 0 0,2-1-655,-6 1 0,1 0 655,11-1 0,3-1 0,-10 2 0,1-1 0,-2 1-1017,7-1 1,1-1 1016,-5 2 0,1-1 0,0 0 0,2 0 0,0 1 0,-2-1-684,8 0 0,1 0 684,-8 0 0,2 0 0,0 0 0,2 0 0,0 1 0,-1-1 0,-9 0 0,-2 1 0,5 0 0,2-1 0,6 0 0,2-1 0,-1 1 0,-6 0 0,1 0 0,-5 0 0,3 0 0,4 0 0,3-1 0,0 1 0,-2-1 0,4 0 0,-2 0 0,-2 0 0,-8 1 0,-2-1 0,2 0 0,8 0 0,2 0 0,-1 0 0,-1-1 0,-1 1 0,-2 0 0,6-1 0,3 1 0,-6 0 0,5 0 0,1 0 0,-6 1 0,3-1 0,-2 1 0,-1 0 0,3 0 0,1 0 0,-2 1 0,1 0 0,0 0 0,-5 0 0,6 1 0,-1-1 0,-5 0 0,4-1 0,2 1 0,-5-1 0,0 0 0,-3-1 0,-2 1 0,1-1 0,-1 1 0,1 0 0,2-1 0,-2 1 0,7 0 0,-3 0 0,-8 1 0,-1-1 0,10 0 0,0 0 0,-14 0 0,2 0 0,5 0 0,6-1 0,1 0 0,-4 1 0,2 0 0,1-1 0,-5 1 0,5 0 0,0 0 0,-5 0 0,6 0 0,-4 1 0,-7 1 0,0-1 0,10 1 0,1-1 0,3 1 0,-1 0 0,-9 0 0,0 0 0,12 1 0,2-1 0,-15 0 0,2 0 0,-3 1 0,8-1 0,0 1 0,-6-1 0,1 1 0,1-1 0,1 1 0,0 0 0,-2-1 0,8 1 0,-1 1 0,-6-1 0,1 0 0,0 0 0,1 1 0,0 0 0,-2 0 0,7 1 0,1-1 0,-8 1 0,3-1 0,-1 1 0,1 0 0,1 0 0,-3-1 0,7 2 0,0-1 0,-6 0 0,1 0 0,0 0 0,0 0 0,-1 0 0,-1 0 0,5 1 0,3-1 0,-4 1 0,6-1 0,1 0 0,-6 0 0,2 0 0,2 0 0,-11 0 0,6-1 0,2 1 0,-3 0 0,-5-1 0,7 0 0,-3 0 0,-2 0 0,3 0 0,3 1 0,-1-2 0,5 1 0,-1 0 0,-7 0 0,-1 0 0,-1-1 0,1 1 0,7 0 0,-2 0 0,-11 0 0,1 1 0,-2 1 0,-2-1 0,11 1 0,-12-1 0,-2-1 0,-1 0 0,-1 1 0,11-1 0,-5 1 0,-15-2 1603,10 2-1603,-19-2 2715,0 1-2715,2 0 809,-2-1-809,1 0 607,0 0-607,-2 0 0,0 0 0,0 0 0,-3 0 0,1-1 0,-2 0 0,-2 0 0,1 3 0,-2-2 0,-1 4 0,1-3 0,-1 4 0,1 0 0,1 14 0,-4 14 0,2 1-1127,-4 9 1127,1-12 0,-2 4 0,-1 9 0,-1 2 0,3-15 0,-1 2-496,1 1 1,-2 3-1,1 0 496,0-2 0,0 1 0,1-2-1179,-2 8 0,0 1 1179,1-8 0,0 3 0,-1 2 0,2 1 0,0 4 0,0-1 0,1-4-381,-2 7 0,1-1 381,2-8 0,-1 5 0,0-1 0,2-8 0,0-4 0,2-4 0,0-1 0,-1 1 0,1 8 0,0 0 0,0-10 0,1 0 0,-1 7 0,1-2 0,0 8 0,-1-4 680,1-2-680,0-3 0,-1-4 2568,0-2-2568,0-3 0,0-2 0,1-1 525,-2-3-525,2-1 1186,-1-1-1186,-1-2 775,1 2-775,0-3 0,0 1 0,1-4 0,-1-2 0,0 0 0,-6-7 0,1 0 0,-6-4 0,-4-1 0,-17-4 0,-6 2-371,-4 1 371,16 7 0,0 1-1104,-9 1 1104,12 0 0,-1 1 0,-4 0 0,1 0 0,-18 1 0,17-1 0,-4 0 0,-12 0 0,0 2 0,16-2 0,-1 0 0,-6 2 0,-6-1 0,-1 1 0,7 0-1052,4-1 1,1 1 1051,-6 0 0,-3 0 0,6 0 0,-10 1-973,-1 0 973,1 2 0,1-2 0,-1 1 0,0 0 0,2 1 0,13-2 0,0 0 0,-13 1 0,15-1 0,1 0-411,-20 2 411,14-1 0,-7 1 273,8-2-273,10-1 1705,-3 0-1705,10 0 1242,2-1-1242,2 0 1004,1-1-1004,1 1 671,2 0-671,-1 0 67,1 0-67,-1 0 0,-18 3 0,11-4 0,-26 3 0,23-3 0,-27 0 0,25-2-218,-14 0 218,18 0 0,1 1 0,-15-2 0,10 2 0,-27-3 0,24 1 0,-14 0 0,4-1 0,8 1 0,-1 0 0,-17-1-612,15 2 0,1 0 612,-6 0 0,7 1 0,-1 1 0,-14-1 0,13 1 0,-1 0 0,-2 1 0,1-1 0,-17 2 0,17-1 0,-2 0 0,-1 0 0,1-1 0,7 1 0,-1-1 0,-7 1 0,-1 0 0,-1-1 0,1 0 0,7 0 0,0 0 0,-7 0 0,-2-1 0,-2 1 0,2-1 0,7 0 0,-1 0 0,-9 0 0,1 0 0,10 0 0,1 0 0,-1 0 0,0 0-714,0 0 1,0 0 713,1 0 0,-1 0 0,-11 0 0,0-1 0,9 1 0,0 0-598,-9-1 1,1 0 597,12 1 0,-1 1 0,-17-1 0,-7 0 0,4 1 0,10-1 0,0 1 0,-8-1 0,-6 1 0,5-1 0,7 1 0,4 0 0,7 0 0,-1-1 0,-9 1 0,-5 1 0,5-1 0,6 0 0,1 0 0,-17 1 0,-1 0 0,10 0 0,2 0 0,7-1 0,1 1 0,-8 1 0,-4 0 0,-1 0 0,-3 0 0,4 0-835,4-1 0,-1 1 835,-4 0 0,-5 0 0,6 0 0,11-1 0,2-1 142,0 1 0,-2-1-142,-4 0 0,-3 0 0,2 0 0,0 0 0,1 0-95,0-1 0,-3 1 1,5-1 94,4 0 0,2 0 0,-1 0 0,0 0 234,1 0 0,-1 0-234,1 0 0,-1 0 0,1 0 0,-1 0 462,1 0 0,0 0-462,-1 0 0,0 0 0,1 0 0,-1 0 0,0 0 0,0 0 0,0 0 0,0-1 0,1 1 0,-1-1 0,1 0 0,-1 1 0,-9-1 0,-1-1 0,10 1 0,-1 0 0,-6 0 0,-1-1 0,3 0 0,0-1 0,-16 0 0,18 0 0,-2 0 0,1-1 0,2 1 0,-17-2 0,15 1 0,1 0 0,-12 0 0,8 1 0,-5 1 0,3-1 0,5 2 0,-1-1 0,-2 1 0,-4-1 0,-2 0 0,0 2 0,-3 0 0,2 0 0,4 0-696,-1 0 0,1 0 696,0 0 0,-5 0 0,1 0 0,4 0 0,-6 0 0,6 0 400,11 0 1,1 0-401,-21-1 0,1 1 0,6-2 0,-10 0 0,5 1 0,13-1 0,1 0 0,1-1 0,0-2 0,-12-2 0,7 1 0,13 3 0,-10 1 416,16 2-416,0 0 1046,1 0-1046,-12 0 0,9 0 0,-8 0 0,5 0 0,4 0 0,-15-2 0,14 0 0,-7-1 0,6-3 0,5 1 0,-14-13 0,12 8 0,-16-19 0,18 16 2791,-6-9-2791,5 4 680,3 3-680,-8-17 0,3-1 0,-1-1 0,3-1 0,-1 1 0,4 7 0,-5-13 0,-1-3 0,0 2-419,2 3 1,0-2 418,5 11 0,1 2-1583,-4-19 1583,4 15 0,0-2 0,1-4 0,2-2 0,-1-5 0,0-1 0,1-1 0,0 0-992,2 1 1,0 1 991,1 11 0,1 2 0,-1 1 0,2-1 0,-1-11 0,0 1 0,1 10 0,0 1-204,0-7 0,0-1 204,1 5 0,1 2 0,0-16 0,0 19 0,0-1 0,-1 4 0,1 2 0,1-11 0,0-8 0,1 12 340,-2 9-340,-1-1 1167,0 7-1167,-1 6 2356,0-1-2356,0 3 698,0 4-698,0-1 250,0 3-250,0-1 0,0-1 0,0 1 0,0 1 0,3 3 0,-2-1 0,5 3 0,-3-2 0,9 7 0,-7-5 0,7 7 0,-6-5 0,2 1 0,8 6 0,-2-2 0,7 3 0,1-5 0,2-1 0,9 2-898,-2-4 1,6 0-1,-4-1 898,-6-2 0,1-1 0,9-1 0,4 0 0,-3 0 0,-6-1 0,-2-1 0,10-1 0,3 0-834,-5 0 1,2 0 0,-3 0 833,0-1 0,1 1 0,-4 0 0,5-1 0,-1 1 0,-4 0 0,2 0 0,-3-1-189,11 1 1,2-1 188,-8 0 0,1 1 0,-3-1 0,-1 1 0,0 0 0,11-1 0,6 0 0,-9 0 0,-15 2 0,-3 0 0,12 0 0,-1 0 0,-2 4 0,-11-1 0,2 3 0</inkml:trace>
  <inkml:trace contextRef="#ctx0" brushRef="#br0" timeOffset="9156">2411 11279 5734,'-2'3'0,"1"1"0,6-3 0,-2 0 0,5 0 0,-3-2 0,-1 0 0,1 0 0,-1 1 0,0 0 0,1 0 0,0 0 0,-1 0 0,2 0 0,1 0 0,-1 0 0,3-1 0,1 0 0,1 0 0,6 0 0,-2 1 0,0-2 0,-4 2 0,23-5 0,-15 2 0,17-3 0,-23 4 0,0-1 0,-1 1 0,14-1 0,-12 2 0,15 0 0,-18 1 0,4 0 0,11 0 0,-12 0 0,22-1 0,-23 1 0,8-1 0,-4 1 0,-4 0 0,16 0 0,-15 0 0,19 0 0,-20 0 0,9 0 0,-5-2 0,-3 2 0,17-3 0,-14 3 0,9-2 0,-6 2 0,-5 0 0,4 0 0,1 2 0,-5-1 0,4 1 0,1-1 0,-4-1 0,6 0 0,20 0 0,-17 0-675,20 0 675,-24 0 0,1-1-349,1 0 349,0 0 0,14-2 0,-8 1-722,9-1 722,-10 0 0,1 1 0,0-1 0,2 0 0,12-1 0,3-1 0,1 1 0,-12 2 0,5-1 0,-7 0-1128,6 1 1128,-14 1 0,1 0 0,1 0 0,0-1 0,14 0 0,-15 1 0,2 0 0,0 0 0,-2-1 0,16 1 0,-16 0 0,2 0 0,-1 0 0,0 0 0,15 0 0,-15 0 0,0 1 0,1 0 0,-2 0 381,16 1-381,2 1 0,1 1 0,2 0-148,-10 0 1,0 0 147,-7 0 0,-2 0-551,17 1 551,-17-1 0,4-1-527,13-1 1,6 0 0,-5-1 526,-12 0 0,0 0 0,12 0 0,6 0 0,-7 0-408,-12-1 0,-5 0 408,17-1 37,-18 2 1,1-1-38,17 1 0,-13 0 786,4 0-786,-9 1 0,-9 1 0,3 0 2659,-2 2-2659,-9-2 1815,4 2-1815,-11-3 399,1 0-399,-1 0 0,-1 0 0,1-1 0,-1 0 0</inkml:trace>
  <inkml:trace contextRef="#ctx0" brushRef="#br0" timeOffset="20328">3430 13428 5734,'10'-5'0,"-1"0"0,14-1 0,-8 2 0,6-1 0,3 0 0,-4 2 0,8 0 0,12 3 0,-14 0 0,1 0 0,1 1-1016,-1 0 1016,11 1 0,-12-1 0,-1 0 0,8 1 0,1 0 0,7 0 0,-5-1 0,-8 0 0,-2 1-637,20 0 0,-3 0 637,-4 0 0,-12-1 0,0 0 0,0-1 0,1-1 0,7 0 0,6-1 0,0 0-1045,-4 0 1045,-10 1 0,2-1 0,3 2 0,-1 0 0,5 0 0,-6 1 0,0-1 199,-6 2-199,-1-1 0,2 0 0,-2 0 0,1 1 0,20-1 0,-14 0 699,16 0-699,-21-1 0,1 0 0,1 0 0,-2 0 0,2 0 0,5 1 0,-6-1 0,0 0 0,9 0 1182,-8 0-1182,0 1 0,-1 0 0,2-1 0,3 1 0,0 0 0,-4-2 0,10 1 0,1-2 0,5-1-383,-13 2 0,-1-1 383,6-1 253,11 0-253,-18 1 0,16 0 0,-10 0 0,-9 1 0,1 0 0,3-1 0,3 0 0,0-1 0,-5 1 0,1 0 0,2-1 0,0 0 0,8-2 0,-9 2 0,1 0 0,0 0 0,0 2 0,16 1 0,-13 1 735,-10 0-735,7 1 275,5-1-275,-12 0 0,19 0 0,-20 0 0,5-2 0,3 0 0,-7 0 0,7-1 0,2 0 0,-7 1 543,9-1-543,3-1 0,-7 1 3,10-3-3,5 1-1302,-10-1 1302,12-1 0,-23 2 0,2 1 0,7 0 0,3-1 0,-2 1 0,0 0 0,0 0 0,4 0 0,4 1 0,-7 0 0,4 1 0,-14 1 0,0 0 0,2 0 0,-2 0 0,16 0 0,-15 0 0,2 0 0,10 0 0,0 0 0,-13 0 0,1 0 0,11 0 0,6 0 0,-5 0 0,-11 0 0,-1 0-756,17 1 1,-2-1 755,4 0 0,0 0-229,0-1 229,-3 1 0,1-1 0,-16 0 0,1 0-632,11 0 1,7 0-1,-7 0 632,-11 0 0,-1 0 0,16-1 0,0 0 328,3-2-328,0 1 0,0 0 0,0-1 0,-12 3 0,0-1 0,-8 0 0,1 1 0,7-1 0,1 0 0,2 1 0,-2-1-51,-7 1 0,-1 0 51,10-1 0,0 1 0,-10 0 0,-2 1 0,1 0 0,0-1-357,1 1 0,0 0 357,-1 0 0,0 0 0,1 1 0,0-1 0,-1 0 0,0 1 0,0-1 0,1 1 0,-2 0 0,0-1 0,0 1 0,0 0 0,9 1 0,-1 0 0,-7-1 0,-1 1 0,5 0 0,4 1 0,7 1 0,4 2 0,-5-1 0,-10-2 0,0 1 183,10 1 0,5 1 1,-9-2-184,-3 1 0,1 1-278,-4-3 1,0 1 277,9 1 428,-10-2 1,1 0-429,13 0 0,-11-2 540,8 0-540,-15-1 1509,7-1-1509,0 0 0,-2-2 1336,-5 1-1336,-11-1 345,0 1-345,-1 0 784,-2 1-784,-1-1 0,-2 1 0,-5-5 271,-5 3-271,-7-5 0,-7 5 0,-2-1 0</inkml:trace>
  <inkml:trace contextRef="#ctx0" brushRef="#br0" timeOffset="28201">11084 15265 5460,'-36'3'0,"1"0"0,0-1 0,0 1 0,-12 1 0,1-1-1639,12-1 1,0 1 1229,-8 0 0,0 0 409,4-1 0,1 1-241,10-1 0,-1 0 241,-6 1 0,0 0 0,1 0 0,3-1 0,-18 2 0,18-1 0,0 1-50,1-1 1,0 1 49,-14 2-144,15-1 1,-1 0 143,1 0 0,0 2 0,-15 3 0,16-4 0,-1 2 0,0 0 0,1 1 0,-14 5 277,14-5 1,0 0-278,-9 5 0,10-3 0,0 1 0,-14 6 0,0 3 0,0 2 0,-2 1 0,14-6 0,-5 3 0,5-2 0,-10 7 0,11-6 0,-2 2 0,4 1 0,1 1 0,1-1 0,5-5 0,1 1 24,-6 4 1,-1 4 0,4-4-25,0 7 0,1 2 0,6-7 0,1 1 0,-7 15 0,9-10 0,0 5 0,2-3 0,2-6 0,1 1 0,0 8 0,1 3 0,1-3 0,2-10 0,2 2 0,4 6 0,3 7 0,1 1 0,-1-6-407,1-2 0,0 0 407,4 8 0,2 5 0,0-7 0,-3-17 0,-1-2-156,1 0 0,1 0 156,-1 0 0,1 0 0,6 9 0,1 0 0,-5-8 0,1 0 0,4 6 0,1 1 0,2-2 0,-1 0 0,-4-6 0,0 0 0,5 6 0,3 1 0,2 0 0,1-2 0,-6-5 0,1 0 0,9 6 0,1 0 0,-8-9 0,0-1 0,2 1 0,1-1 0,1-1 0,3 0 0,-1-1 0,3 0 0,-1-1 0,7 3 0,1-1 0,-6-2 0,2-1 0,1 1 0,4-1 0,1-1 0,-2 0 0,-7-2 0,-2-1 0,2 0 0,11 3 0,2 0 0,-2-1 0,-11-3 0,0-1 0,-1 0 0,1 0 0,0 1 0,1-1 0,0-1 0,1 1 0,-1-1 0,1 0 0,1 0 0,-1-1 0,1 1 0,0-2 0,0 1 0,1-1 0,0 0 0,0-1 0,-2 0 0,1 0 0,6-1 0,-8-1 0,6-1 0,3-1 0,3 0 0,1 0 0,-2 0 0,-3 0 0,-4 0 0,9 0 0,-6 0 0,0 0 0,7-1 0,-10 1 0,6-1 0,3-1 0,3 1 0,0-1 0,-1 0 0,-3 1 0,-4-1 0,-5 0 0,3 0 0,-5-1 0,-3 0 0,4 0 0,-1 0 0,3 0 0,0 0 0,0-1 0,-1 1 0,10-3 0,-1 1 0,0-1 0,-2 0 0,-9 1 0,-2 1 0,0 0 0,1-1 0,9-2 0,2 1 0,0-1 0,-4 0 0,-1 0 0,-3 0 0,-1 0 0,1-1 0,-1 1 0,0-1 0,-3 1 0,0-1 0,4-3 0,-4 2 0,4-3 0,3-1 0,0-1 0,-2 1 0,-4 2 0,8-4 0,-3 1 0,3-2 0,-2 2 0,5-3 0,1 0 0,-3 0 0,-7 2 0,7-5 0,-6 2 0,1-2 0,-1 0 0,-2 0 0,1-2 0,-7 1 0,2-2 0,-2 0 0,4-4 0,-1 0 0,-6 3 0,1-1 0,-4 0 0,1-1 0,-2-2 0,-3 1 0,0-2 0,-1 0 0,2-4 0,-1-1 0,-3 5 0,-1-2 0,0 0 0,-3-2 0,-2 0 0,0 1 0,1-7 0,-1 0 0,-2 6 0,0-2 0,-2 2 0,-1-3 0,-2 2 0,0 1 0,-2-3 0,-4-5 0,-3-4 0,0 4 0,-2 0 0,-1 1 0,0 0 0,-2-2 0,-4 1 0,-11 1 0,-6 1 0,1 4 0,9 10 0,1 3 0,-4-3 0,-4 0 0,-3-2 0,-3-2 0,0 3 0,3 3 0,-1 2 0,1 4 0,-3 0 0,2 0 0,-1-1 0,-3 1 0,-2 1 0,-5 1 0,-5 1 0,-1 1 0,0 1 0,4 1 0,5 1 0,4 1 0,-3 0 0,-8 1 0,11 3 0,-5 0 0,-4 0 0,-3 0 0,-3 1 0,-1-1 0,-1 1 0,0 0 0,2 0 0,1 1 0,4 1 0,3 0 0,-6 1 0,4 0 0,2 2 0,1-1 0,-1 1 0,-1 0 0,-4 0 0,3-1 0,-3 0 0,-2 0 0,-2 0 0,0 0 0,0 1 0,2-1 0,1 1 0,3 0 0,4 1 0,-12 1 0,4 1 0,3 1 0,3 0 0,1-1 0,2 0 0,4 1 0,0-1 0,0 1 0,-11 1 0,0-1 0,0 1 0</inkml:trace>
  <inkml:trace contextRef="#ctx0" brushRef="#br0" timeOffset="33551">14259 17430 5734,'-5'0'0,"1"-1"0,3-1 0,1 1 0,3-1 0,2 0 0,1 2 0,3 0 0,11 1 0,-1 2 0,25 2 0,-11-1-521,14 0 521,-17-2 0,0 0-412,-6-1 0,1 0 412,21 1 0,1 0-1081,-16-1 0,-1 0 1081,11 1 0,2 1 0,-11-1 0,1 1 0,-1-1 0,5 2 0,7-1 0,-11-1 0,7 0 0,6 0 0,5 0 0,3 0 0,1 0 0,-1 0 0,-2 0 0,-5-1 0,-5 1-446,6-1 1,-6 0-1,-3 0 1,4 0 0,6 0 445,-11-1 0,4 1 0,4 0 0,3-1 0,1 1 0,2 0 0,1 0 0,-1-1 0,-2 1 0,-1-1 0,-3 0 0,-3 0 0,-5 0 0,14 0 0,-8-1 0,-2-1 0,1 1 0,6-1 0,-7 1 0,3 0 0,3 0 0,1-1 0,1 1 0,-1-1 0,-1 1 0,-2 0 0,-3 0 0,4 0 0,-4 0 0,-1 0 0,-1 0 0,1 0 0,3 1 0,-4-1 0,1 0 0,1 0 0,0 0 0,1 0 0,0 1 0,0-1 0,-1 1 0,0 0 0,0 1 0,1-1 0,-1 1 0,0 0 0,0 0 0,-2 0 0,-1 0 0,4-1 0,-3 1 0,-1 0 0,1 0 0,2 0 0,4 1 0,-8-1 0,3 1 0,2 0 0,2 0 0,2 0 0,-1 0 0,0 1 0,-1-1 0,-2 0 0,-2 0 0,-5 0 0,14 1 0,-6-1 0,-2 1 0,1 0 0,4 0 0,-8 0 0,3 0 0,3 0 0,1 0 0,0 0 0,-2 1 0,-1-1 0,-4 0 0,-5 0 0,7 0 0,-7 1 0,-1-1 0,3 0 0,1 1 0,4 0 0,0 1 0,-2-1 0,-5 0 0,11 1 0,-4 1 0,6 0 0,-4 1 0,-3 4 0,-23-5 0,-12-1 0,-19-9 0,-5-3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2:36:30.4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7938 4733 24575,'16'0'0,"11"13"0,-11-10 0,1 11 0,10-14 0,-11 0 0,1 0 0,10 0 0,-11 0 0,14 0 0,0 0 0,-13 0 0,9 0 0,-9 0 0</inkml:trace>
  <inkml:trace contextRef="#ctx0" brushRef="#br0" timeOffset="100">8866 4822 24575,'17'0'0,"-4"0"0</inkml:trace>
  <inkml:trace contextRef="#ctx0" brushRef="#br0" timeOffset="1570">7249 5122 24575,'16'0'0,"-2"0"0,-1 0 0,3 0 0,1-13 0,10 9 0,-11-9 0,14 13 0,14 0-500,-11 0 500,10 0 0,0-13 0,-9 9 0,9-9 0,0 13 0,-9 0-881,22-13 881,-23 9 0,24-9 0,-24 13 0,11 0 0,-1 0 0,-10-13 0,10 9 0,1-9 0,-11 13-282,10 0 282,-13 0 0,0 0 0,13 0 0,-9 0 0,9 0 0,-13 0 0,0 0 0,0 0 0,13 0 0,-10 0 0,11 0 0,-15 0 0,1 0 0,0 0 0,0 0 0,14 0 0,2 0-276,1 0 276,-4 0 0,-13 0 0,13 0 0,-9 0 0,9 0 0,0 0 0,-10 0 0,11 0 0,-1 0 0,-10 0 0,10 0 0,1 0 0,-11 0 0,24 0 0,-24 0 0,23 0 0,-22 0 0,22 0 0,-22 0 0,9 13 0,-13-9 0,13 9 0,-10-13 0,11 0 0,-1 0 0,-10 0 0,10 0 0,-13 0 0,14 0 0,-11 0 0,10 0 0,0 0 0,-9 0 0,9 13 581,-13-9-581,0 9 0,13-13 0,-10 0 0,11 0 0,-14 0 0,0 0 0,0 0 0,-1 0 0,1 0 0,0-13 0,14 9 0,-11-9 0,10 13 0,-13 0 0,0 0 0,0 0 0,0 0 0,13 0 0,-9 0 0,9 0 0,-13 0 0,13 0 0,-10 0 0,11 0 0,-14 0 0,0-13 0,-1 9 0,1-9 0,0 13 0,0 0 0,0 0 0,0 0 286,0 0-286,-13 0 0,9 0 0,-9 0 782,13 0-782,0 0 290,-13 0-290,9 0 0,-9 0 0,13 0 0,0 0 0,0 0 0,0 13 0,0-9 0,0 9 0,0-13 0,0 0-536,13 0 536,-10 0 0,10 0 0,-13 0 0,14 0 0,-11 0 0,10 0 0,0 0 0,-9 0 0,22 0 0,-23 0 0,24 0 0,-24 0-1222,24 0 1222,-10 0 0,12 0 0,-12 0 0,10 0 0,-11 0 0,14 0-1804,0 0 1804,0 0 0,0 0 0,0 0 0,13 0-2374,-10 0 2374,-20 0 0,1 0 0,19 0 0,-20 1 0,0-2 0,21-12 0,-21 11 0,0 0 0,20-11-478,11 13 478,-1 0 0,-10 0-706,10 0 706,-13 0 0,-13 0 396,9 0-396,-9 0 0,0 0 0,9 0 0,-23 0 0,24 0 1664,-24 0-1664,11 0 952,-14 0-952,0 0 1990,-14 0-1990,11 0 1374,-11 0-1374,1 0 744,-4 0-744,1 0 0,-11 0 0,10 0 0,1 0 0,-11 0 0,10 0 0,-13 0 0,0 0 0,0-13 0,14 9 0,-11-9 0,10 13 0</inkml:trace>
  <inkml:trace contextRef="#ctx0" brushRef="#br0" timeOffset="3522">17612 2666 24575,'-16'-17'0,"-11"4"0,10 13 0,-13-13 0,0 9 0,-13-9-1429,10 0 1429,-24 9 0,11-9 0,-1 13 0,-9-13-1707,9 9 1707,-26-9 0,10 13 0,-11 0 0,14 0 0,0 0 0,-13 0 0,10 0 0,-10 0 0,13 0 0,17 0 0,-1 0 0,-22 0 0,22 0 0,1 0 0,-17 0 0,0 0 0,1 0 0,-15 0 0,11 0 0,-10 13 0,13-9 0,0 9 0,0 0 0,0-9 0,0 22 0,0-22 0,1 22 0,-1-23 0,-14 24 0,11-24 0,-10 24 0,13-24 0,0 24 0,0-10 0,0-1 0,0 11 0,1-10 0,-1-1-1451,13 11 1451,-10-11 0,11 1 0,-14 10 0,13-11 0,-9 1 0,23 10-466,-11-11 466,14 1 0,-13 10 0,10-24 0,-10 24 0,13-11 0,0 1 745,13 9-745,-10-9 0,11 0 0,-14 9 1915,13-9-1915,-10 0 0,11 9 0,-14-9 0,13 13 0,-9-14 0,9 11 0,0-10 0,-9 13 0,9 0 1652,0-14-1652,-9 11 0,9-10 0,1 12 0,-11 1 0,24 0 0,-24 0 0,24 0 596,-24-13-596,24 10 145,-11-11-145,1 14 0,10 0 0,-11 0 0,14 0-521,-13 13 521,10-9 0,-11 9 0,14 0 0,14-10 0,-11 24 0,10-24 0,-13 24 0,14-24-1353,-11 24 1353,24-11 0,-11 1 0,1 9 0,10-22 0,-11 22 0,14-22 0,-13 22 0,9-23 0,-9 24 0,13-24 0,0 11 0,0-14 0,0 13 0,0-10 0,0 10 0,0-13 0,0 0-754,0 0 754,0 0 0,13 13-1315,-10-9 1315,10 9 0,1-13 0,-11 0 0,24 0 0,-11 0 0,14 0 0,-13 0 0,9 0 0,-9-14-1281,13 11 1281,0-10 0,0 12 0,-1-12 0,1 10 0,0-24-849,13 24 849,-9-24 0,9 10 0,0-13 0,-10 14 0,11-11 0,-1 10 0,-10-13 0,-20 0 0,1 0 0,19 0 0,-20 1 0,0-2 0,21-12 0,9 10 0,0-11 0,-10 1 0,10 10 0,-13-11 0,0 1-896,0 10 896,0-24 0,0 24 0,0-24 0,0 11 0,0-1 0,0-10 0,-1 11-969,15-14 969,-11 0 0,10 0 0,-13-14 0,13 11 0,-9-10 0,-21 21 0,0 1 0,20-13 0,-26 6 0,0 0 0,22-5 0,-22 4 0,0 1 0,26-5 0,-26 5 0,-1-1 0,24-17 0,0-14 0,-14 0 0,11 0 0,-10 0 0,-1 0 0,11 0 0,-24 0 0,-5 24 0,1-1 0,4-26 0,-11 19 0,-1 1 0,9-20 0,-8 27 0,-1-1 0,13-36 0,9 9 0,-13-9 0,0 13 0,0 0-73,-14 0 73,11 0 0,-24 1 0,24-1 1417,-24 13-1417,11-10 0,-14 11 193,0-14-193,-14 0 0,11 0 0,-24 0 0,11 0 479,-14 0-479,0 1 0,-13-1 0,9 0 0,-22 13 0,9-9 0,1 9 0,-11 0 0,10 4 0,-12 0 0,-1 10 0,13-11 0,-10 14 0,11 0 117,-1 0 0,-9 14 0,9 2 1</inkml:trace>
  <inkml:trace contextRef="#ctx0" brushRef="#br0" timeOffset="14492">10513 12221 24575,'17'16'0,"-4"-2"0,1-14 0,-11 0 0,24 0 0,-24 0 0,24 0 0,-24 0 0,24 0 0,-24 0 0,24 0 0,-24 0 0,23 0 0,-9 0 0,13 0 0,0 0 0,0 0 0,-13 0 0,9 0 0,-9 0 0,13 0 0,0 0 0,0-14 0,0 11 0,0-10 0,0 13 0,0 0 0,0 0 0,-1 0 0,1-14 0,0 11 0,0-10 0,0 13 0,0 0 0,0 0 0,0 0 0,0 0 0,0-14 0,0 11 0,0-10 0,0 13 0,0 0 0,0 0 0,0 0 0,0-13 0,0 9 0,0-9 0,0 13 0,0 0-545,13 0 545,-10-13 0,10 9 0,-13-9 0,0 13 0,0 0 0,0 0 0,0 0 0,0 0 0,13 0 0,-9-13 0,9 9 0,-13-9 0,0 13 0,0 0 0,0 0 0,0 0 0,0 0 0,0 0 0,-1 0 0,15 0 0,-11 0 0,24 0 0,-24 0 0,10 0 0,-13 0 0,0 0 0,0 0 0,0 0 0,0 0 0,0 0 0,13 0-11,-10 0 11,11-13 0,-14 9 0,0-9 0,13 13 0,-10 0 0,10 0 0,1 0 0,-11 0 0,10 0 0,0 0 0,-9 0 0,9 0 0,0 0 0,-9-13 0,22 9 0,-23-9 0,11 13 0,-1 0 0,-10 0 0,10 0 0,-13 0 0,14-13 0,-11 9 0,10-9 0,-13 13 0,13 0 0,-9 0 0,9 0 0,-13 0 0,0 0 0,13 0 0,-10 0 0,11 0 0,-14-13-54,0 9 54,0-9 0,0 13 0,0 0 0,-1 0 0,1 0 0,0 0 0,14 0-488,-11 0 488,10 0 0,-13 0 0,0 0 0,13 0 0,-9 0 0,9 13 0,0-9 0,-10 9 0,24-13 0,-24 0 0,24 0 0,-24 0 0,10 0 0,1 0 0,-11 0 0,24 0 0,-24 0-1224,23 0 1224,-9 0 0,0 0 0,9 0 0,-23 0 0,24 0 0,-24-13 0,24 9 0,-11-9 0,1 13 0,10 0 0,-11 0 0,1 0 0,9-13 0,-22 10 0,22-11 0,-22 14 0,22 0 0,-23 0 0,24 0 0,-24-13 0,24 10 0,-24-11 0,24 14-152,-24 0 152,10 0 0,1 0 0,-11 0 0,23 0 0,-22 0 0,9-13 0,0 10 0,-10-11 0,24 14 0,-24 0 0,11 14 0,-1-11 0,-10 10 0,24-13 0,-24 0 0,24 0 0,-24 0-1071,23 0 1071,-9 0 0,0 0 0,9 0 0,-23 0 0,24 0 0,-10 0 0,-1 0 0,11 0 0,-11 0 0,1 0 0,10 0 0,-11 14 0,1-11 0,9 10 0,-9-13 0,13 0 0,-14 0 0,11 0 0,-10 0 0,13 0-1213,-1 0 1213,1 0 0,-13 0-161,9 0 161,-9 0 0,13 0 0,-13-13 0,9 10 0,-23-11 0,24 14 0,-24 0 0,24 0 452,-24 14-452,24-11 0,-24 10 0,10-13 0,-13 0 0,0 0 1059,0 0-1059,0 0 1780,-13 0-1780,9 0 1478,-22 0-1478,22 0 150,-22 0-150,9 0 0,-13 0 0,13 0 0,-9 0 0,9 0 0,-13 0 0,0 0 0,-13 0 0,9 0 0,-9 0 0,13 0 0</inkml:trace>
  <inkml:trace contextRef="#ctx0" brushRef="#br0" timeOffset="24174">9705 16893 24575,'16'0'0,"-2"0"0,-1 0 0,-10 0 0,24 0 0,-24 0 0,11 0 0,-1 14 0,4-11 0,-1 10 0,-3-13 0,1 0 0,-11 0 0,24 0 0,-24 0 0,24-13 0,-24 10 0,24-11 0,-11 14 0,1 0 0,10 0 0,-11 0 0,14 0 0,-13 0 0,9 0 0,-9 0 0,13 0 0,0 0 0,0-13 0,0 10 0,0-11 0,-14 14 0,11 0 0,-10 0 0,13 0 0,0 0 0,0 0 0,0-13 0,-1 10 0,1-11 0,0 14 0,0 0 0,0 0 0,0 0 0,0-13 0,0 10 0,0-10 0,0 13 0,0 0 0,0 0 0,0 0 0,0 0 0,0 0 0,0 0 0,0 0 0,0-14 0,0 11 0,0-10 0,0 13 0,0 0 0,-1 0 0,1 0 0,0 0 0,0 0 0,14 0 0,-11 0-746,10 0 746,0 0 0,-9 0 0,9 0 0,-13 0 0,13 0 0,-10 0-750,24 0 750,-24 0 0,24 0 0,-24 0-1197,24 0 1197,-11-14 0,1 11 0,23-10 0,-20 13 0,23 0 0,-13 0-1108,0-14 1108,0 11-1985,13-10 1985,-10 13 0,-20 0 0,1 0 0,19 0 0,10 0 0,0 0 0,-9 0 0,9 0 0,0 0 0,-10 0 0,10 0 0,1 0 0,-11 0 0,10 13 0,0-10 0,-9 11 0,9-14 0,-13 0-541,-14 0 541,11 0 0,-11 0 0,1 0 200,-4 13-200,1-10 0,-11 11 1266,10-14-1266,-13 0 0,0 0 0,-13-14 0,-4-2 0</inkml:trace>
  <inkml:trace contextRef="#ctx0" brushRef="#br0" timeOffset="25279">18900 15635 24575,'-30'-30'0,"-13"0"0,10 1-3533,-24-1 3533,11 0 0,-14 0 0,0 0 0,-13 0 0,9 0-2368,-9 0 2368,0 0 0,10 13-513,-11-9 513,15 22 0,-1-9 0,0 13 0,-14 0 0,11 0 0,3 0-1221,4 13 1221,9-9 0,-13 22 0,14-9 0,-11 13 0,24 13 0,-24-10 0,24 24-281,-10-10 281,13 12 0,0 15 0,13-11 0,3-20 0,2 0 0,8 21 0,-3-22 0,1 2 0,6 33 0,0-1 74,-1-32 1,2-1-75,12 20 0,-6-19 0,3-1 0,20 20 0,-16-20 0,2 0 0,27 21 0,-10 9 0,24-13-1093,3 0 1093,-23-29 0,2-2 0,5-5 0,2-2 0,-1 0 0,0-1 0,-1 2 0,2-2 0,5-11 0,1 0 0,1 11 0,1-2-846,5-16 0,1-3 846,0 7 0,0-1 0,0-5 0,0-2 0,0 2 0,0-2 0,0-4 0,0-3 0,0 1 0,-1-3 0,1-10 0,0-3-704,0 7 0,0-1 704,0-11 0,0-1 0,0 6 0,0 0 0,-7-6 0,0-2 0,7-5 0,-3-2 0,-17 8 0,0-3-253,12-9 1,-5-2 252,-20 6 0,-4-1 0,14-11 0,-4-3 0,-14 7 0,-5-1 0,3-5 0,-4 1 179,-4 5 0,-4 2-179,-4-1 0,-2 0 0,-5-7 0,-2 1 0,1 4 0,-2 1 0,-5 0 0,-2 2 0,2 0 0,-2 1 0,-5 4 0,-1 2 0,-1-2 0,-1 1 0,1 1 0,-1 1 960,-32-24-960,9 0 0,-13 0 0,0 13 0,1-9 0,-1 23 0,0-11 0,0 28 0,13-11 0,4 10 0</inkml:trace>
  <inkml:trace contextRef="#ctx0" brushRef="#br0" timeOffset="25438">20667 15845 24575,'17'-13'0,"-4"-4"0,-13-13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2:37:24.0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2127 7938 24575,'-14'-17'0,"11"4"0,-10 13 0,13 0 0,0 0 0,13 0 0,-10 0 0,11 13 0,-14-10 0,0 11 0,0-14 0,0 0 0,0 0 0</inkml:trace>
  <inkml:trace contextRef="#ctx0" brushRef="#br0" timeOffset="14401">5421 5481 24575,'0'17'0,"0"-4"0,0-13 0,0 0 0,-13 14 0,10-11 0,-10 10 0,13-13 0,0 0 0,-14 0 0,11 0 0,-10 0 0,13 0 0,0 0 0,0 14 0,0-11 0,0 10 0,-14-13 0,11 0 0,-10 0 0,13 0 0,0 0 0,13 0 0,-10 0 0,11 0 0,-14 0 0,0 0 0,13 0 0,-10 0 0,11 0 0,-14 0 0,0 0 0,13 0 0,-10 0 0,10 0 0,1 0 0,-11 0 0,24 0 0,-24 0 0,24 0 0,-24 0 0,24 0 0,-24 0 0,24 0 0,-24 0 0,24 0 0,-24 0 0,23 0 0,-22 0 0,22 0 0,-22 0 0,22 0 0,-9 0 0,0 0 0,9 14 0,-22-11 0,22 10 0,-22-13 0,22 0 0,-9 0 0,-1 0 0,11 0 0,-24 0 0,24 0 0,-24 0 0,24 0 0,-24 0 0,24 0 0,-24 0 0,24 0 0,-24 0 0,24 0 0,-24 0 0,24 0 0,-11 0 0,1 0 0,-4 0 0,1 0 0,-11 0 0,24 0 0,-11 0 0,1 0 0,10 0 0,-24 0 0,24 0 0,-24 0 0,24 0 0,-11 0 0,1 0 0,9 0 0,-22 0 0,22 0 0,-22 0 0,22 0 0,-22 0 0,22 0 0,-9 0 0,0 0 0,9 0 0,-23 0 0,24 0 0,-10 0 0,-1 0 0,11 0 0,-24 0 0,24 0 0,-24 0 0,24 0 0,-10 0 0,-1 0 0,11 0 0,-24 13 0,24-9 0,-24 9 0,24-13 0,-11 0 0,1 0 0,10 0 0,-11 0 0,1 0 0,10 0 0,-11 0 0,14 0 0,0 0 0,0 0 0,-13 0 0,9 0 0,-9 0 0,13 0 0,0 0 0,0 0 0,0-13 0,0 9 0,0-9-575,13 13 575,-10 0 0,10 0 0,-13 0 0,0 0 0,14 0 0,-11 0 0,10 0 0,0 0 0,-9-13 0,9 10 0,0-11 0,-9 14 0,9 0 0,0 0 0,-10 0 0,11 0 0,-1 0 0,-10 0 0,24 0 0,-24 0 0,24-13 0,-24 10 0,23-11 0,-22 14-1233,22 0 1233,-9 0 0,0 0 0,9 0 0,-9 0-1546,13 0 1546,0 0 0,13 0 0,-10 0-2208,10 0 2208,0 0 0,-9 0 0,9 0 0,0 0 0,-10 0 0,11 0 0,-1 0 0,-10 0 0,-21-6 0,3-1 0,-1 5 0,1 1 0,2-6 0,0 0 0,-2 7 0,-1 0 0,1 0 0,-3 0 0,21 0 0,-20 0 0,1 0 0,19 0 0,10 0 0,-13 0 0,13-13 0,-9 10 0,9-11-1143,-13 14 1143,0 0 0,-1 0 685,-12 0-685,10 0 0,-24 0 737,23 0-737,-22 0 0,9 0 0,-13 0 2236,0 0-2236,0 0 0,0 0 0,0 0 1991,0 0-1991,-14 0 301,11 0-301,-24 0 739,11 0-739,-1 0 16,-10 0-16,11 0 0,-1 0 0,-10 0 0,11 0 0,-14 0 0,0 0 0,-14 0 0,11 0 0,-10 0 0,-1 0 0,-2 0 0</inkml:trace>
  <inkml:trace contextRef="#ctx0" brushRef="#br0" timeOffset="15318">2546 6620 24575,'47'-17'0,"9"-10"0,-9 24-4354,26-24 4354,-10 24-1084,-20-10 0,1-1 1084,32 11 0,-31-3 0,0-1 0,0-1 0,0 2 0,0 5 0,0-1 0,0-5 0,0 1 0,0 5 0,0 2 0,0-1 0,-1 0 0,1 0 0,0 0 0,1 0 0,-2 0-571,33 0 571,-34 0 0,0 0 0,20 0 0,11 0-1116,-28 0 1116,11 0 1049,-24 0-1049,10 0 2438,-26 0-2438,10 0 2324,-11 0-2324,1 0 1645,-4 0-1645,-13 0 0,0 0 0,0 0 0</inkml:trace>
  <inkml:trace contextRef="#ctx0" brushRef="#br0" timeOffset="16700">3325 8417 24575,'16'0'0,"-2"0"0,-1-14 0,-10 11 0,11-10 0,-1 13 0,-10 0 0,24 0 0,-24 0 0,24 0 0,-24 0 0,24 0 0,-11 0 0,1 0 0,10 0 0,-24 13 0,24-10 0,-11 11 0,1-14 0,10 0 0,-11 0 0,14 0 0,-13 0 0,9 0 0,-9 0 0,13 0 0,0 0 0,0 0 0,0 0 0,0 0 0,0 0 0,0 0 0,0 0 0,0 0 0,0 0 0,0 0 0,0 0 0,-1 0 0,1 0 0,0 0 0,14 0-512,-11 0 512,10 0 0,-13 0 0,0 0 0,13 0 0,-9 0 0,9 0 0,0 0 0,-10 0 0,11 0 0,-1 0-987,4 0 987,-1 0 0,11 0 0,-24 0 0,24 0 0,-11-14 0,1 11 0,9-10-1612,-9 13 1612,13 13 0,0-10 0,0 11 0,-14-14 0,24 0 0,-20 0-2132,23 0 2132,1 0 0,2 0 0,1 0-1105,-34 0 1,0 0 1104,34 0 0,-33-1 0,2 2 0,-2 5 0,1 1 0,0-5 0,0-1 0,0 6 0,0 0 0,0-6 0,0-2-557,0 0 1,0 2 556,31 12 0,-32-11 0,-1-1 0,20 13 0,-20-7 0,1-1 0,19-3 0,10 11-313,-13-1 313,0-10 687,-13 11-687,9-14 0,-9 13 0,13 4 0</inkml:trace>
  <inkml:trace contextRef="#ctx0" brushRef="#br0" timeOffset="18342">17463 8596 24575,'-17'0'0,"4"0"0,13 0 0,-14 0 0,11 0 0,-10 0 0,-1 0 0,11 0 0,-24 0 0,24 14 0,-24-11 0,11 24 0,-14-11 0,13 14 0,-9 0 0,22 0 0,-22 0-812,22 13 812,-22-9 0,22 22 0,-9-22 0,13 22 0,0-23 0,13 24 0,-9-24 0,22 11 0,-9-14 0,13-1 0,13-12 0,-10 10 0,24-24 0,-24 10-1290,24-26 1290,-11-4 0,1-13 0,10 1 0,-11-1 0,1-14-2023,9-2 2023,-36-14 0,20 0 0,-23 0 0,0 0-1252,-4 13 1252,-13-9 0,0 9 0,-13-13 0,-4 14-195,0 3 195,-23 13 0,20 13 0,-36-10 0,22 24 0,-22-10 0,23 13 0,-11 0 0</inkml:trace>
  <inkml:trace contextRef="#ctx0" brushRef="#br0" timeOffset="22710">9495 11292 24575,'17'0'0,"-4"0"0,-13 0 0,13 0 0,-9 0 0,9 14 0,0-11 0,-9 10 0,9-13 0,0 0 0,-9 0 0,22 0 0,-23 0 0,24 0 0,-24 0 0,24 0 0,-24 0 0,24 0 0,-10 0 0,-1 0 0,11 0 0,-10 13 0,-1-9 0,11 9 0,-11-13 0,1 0 0,10 0 0,-11 0 0,14 0 0,-13 0 0,10 0 0,-11 13 0,14-9 0,0 9 0,0-13 0,0 0 0,0 0 0,0 0 0,0 0 0,0 0 0,0 0 0,13 0-560,-10 13 560,11-9 0,-14 9 0,13-13 0,-10 0 0,10 0 0,1 0 0,-11 13 0,10-9 0,0 9 0,-9-13-1234,22 0 1234,-9 0 0,0 0 0,9 0 0,-9 0-1591,13 0 1591,-1 0 0,-12 0 0,10 0-1068,-24-13 1068,24 9-125,-24-9 125,10 13 0,0 0 0,-9 0 1051,-4 0-1051,-4 0 1577,-22 0-1577,22 0 1235,-23 0-1235,11 0 0,-1 0 0,4 0 0</inkml:trace>
  <inkml:trace contextRef="#ctx0" brushRef="#br0" timeOffset="24112">15156 10274 24575,'-46'-47'0,"2"4"0,1 13 0,10 13-2331,-24-9 2331,24 9 0,-24-13 0,24 14 0,-24-11 0,11 24 0,-14-24 0,13 24 0,-9-24 0,22 10 0,-22 1 0,9 2 0,1 1 0,-11 10 0,24-24 0,-24 24 0,24-11 0,-24 1 0,24 10-183,-10-10 183,0 13 0,9 0 0,-22 0 0,22 0 0,-22 0 0,23 0-554,-24 0 554,10 0 0,1 0 0,-11 0 0,11 13 0,-1-10 0,-9 10 0,22 1 0,-22-11 0,22 10 0,-22-13 0,23 14-686,-11-11 686,1 10 0,10 1 0,-11-11 0,14 24 931,1-24-931,-1 10 0,0 1 0,0-11 0,0 24 0,0-24 680,13 24-680,-9-24 1213,22 23-1213,-22-22 802,9 22-802,0-22 128,-9 22-128,22-22 0,-22 22 0,9-9 0,0 0 0,-9 9 0,9-9 0,1 13 0,-11 0 0,10 0 0,1 0 0,-11 0 0,10 0 0,1-14 0,-11 11 0,24-11 0,-24 14 0,24 0 0,-11 0 0,14 0 0,-13 0 0,10 0 0,-10 0 0,13 0 0,0-13 0,0 9 0,13-9 0,-10 13 0,10 0 0,1-13 0,-11 9 0,24-9 0,-24 13 0,24 0 0,-11 0 0,1 0 0,10 0-677,-11 0 677,14 0 0,0-1 0,0 1 0,0 0 0,13-13 0,-9 10-1222,22-11 1222,-23 14 0,24 0 0,-24-13 0,24 9 0,-24-9 0,24 13 0,-11-13-1673,14 9 1673,0-22 0,0 22 0,0-22 0,0 9 0,0 0 0,0-9 0,0 9 0,-1-13 0,1 0-2088,14 0 2088,-11 0 0,10 0 0,0 0 0,-9-13 0,9 9 0,0-9 0,-10 0 0,10 9 0,1-9 0,-11 0 0,10 9 0,0-22 0,-9 22 0,9-22 0,0 9 0,-10 0 0,10-9 0,-13 9 0,0 1-103,0-11 103,0 10 0,-13-13-228,9 0 228,-23 0 0,24 0 0,-24 1 0,24-1 0,-24 0 0,10 0 0,-13-14 0,0 11 0,0-10 0,0 13 0,0-13 1433,0 9-1433,-13-9 0,9 0 1065,-22 10-1065,22-24 0,-22 24 0,9-24 0,-13 24 0,-13-24 0,9 24 0,-9-24 0,0 24 0,-4-23 0,1 22 0,-11-9 0,-3 0 0,-3 9 0,-24-9-1216,24 0 1216,-24 10 0,11-11 0,-1 14 0,-10 0 47,24 14-47,-23-11 0,9 11 0,0-1 0,4 4 0,0-1 0,10 11 0,-11-10 0</inkml:trace>
  <inkml:trace contextRef="#ctx0" brushRef="#br0" timeOffset="26837">16204 10663 24575,'17'0'0,"-4"0"0,1 0 0,-11 0 0,24 14 0,-11-11 0,14 10 0,14-13 0,-11 0-786,23 0 786,-22 0-1226,22 0 1226,-9 0-1581,13 0 1581,0 0 0,0 0 0,-14-13 0,11 10-1009,-11-11 1009,1 14 188,-4 0-188,-13-13 0,13 10 0,-9-11 1067,-4 14-1067,-4 0 1604,-22 0-1604,22 0 1190,-22-13-1190,9 10 553,-13-11-553,13 14 0,-9 0 0,9 0 0,-13 0 0,0 14 0,0-11 0,0 10 0,0-13 0,-13 0 0,9 0 0,-9 0 0,13 0 0,0 0 0,-13 0 0,9 0 0,-9 0 0,13 0 0,0 0 0,0 14 0,0-11 0,0 10 0,0-13 0,0 0 0,-13 0 0,9 0 0,-9 14 0,13-11 0,0 23 0,0-22 0,0 22 0,-13-9 0,9 13 0,-9-13 0,13 23 0,0-20 0,0 23 0,0-13 0,0 0-568,-13 13 568,9-10 0,-9 24 0,13-24 0,0 10 0,0 1 0,-13-11 0,9 24 0,-9-24 0,13 10 0,0-13 0,0 0-5,0 0 5,0 0 0,0 0 0,0 0 0,0-14 0,0 11 0,13-10 0,-9-1 568,9-2-568,-13-1 5,0-10-5,0 11 0,0-14 0,0 0 0,0 13 0,0-10 0,0 11 0,0-14 0,0 0 0,0 13 0,0-10 0,0 11 0,0-14 0,0 0 0,0-14 0,-13 11 0,9-10 0,-9-1 0,13 11 0,-13-10 0,9-1 0,-22 11 0,23-24 0,-11 11 0,1-1 0,10-10 0,-11 24 0,1-24 0,10 11 0,-11-1 0,14 4 0,0 0 0,0 9 0,0-9 0,0 0 0,0 9 0,0-9 0,0 13 0,0 0 0,14 0 0,-11 0 0,24 0 0,-24 0 0,24 0 0,-24 13 0,23-9 0,-22 9 0,22-13 0,-22 0 0,9 13 0,0-9 0,-9 9 0,22-13 0,-22 0 0,9 0 0,-13 0 0,13 13 0,-9-9 0,9 9 0,-13-13 0,0 0 0,13 0 0,-9 0 0,9 0 0</inkml:trace>
  <inkml:trace contextRef="#ctx0" brushRef="#br0" timeOffset="29216">3355 13029 24575,'-17'77'0,"10"-33"0,1-1 0,-8 20-2525,19-20 1,0 0 2524,-15 21 0,23-21 0,1 0 0,-11 20 0,24 11 0,-10-1-1808,26-10 1808,-20-27 0,1 1 0,5 0 0,1-1 0,0-4 0,0 0 0,6 5 0,2-1 0,-1-12 0,2-2 0,5 7 0,2-1-772,-2-4 0,2-1 772,5 0 0,1 0 0,1 0 0,0-2-1375,7-6 0,0-1 1375,0 1 0,0 0 0,0 1 0,0-2-604,6-4 1,1-3 603,-6 1 0,1-3 0,11-4 0,1-2-609,-6 2 1,0-2 608,7-5 0,0-1 0,-7 6 0,0-1 0,6-10 0,-1-3 0,-5 0 0,0 0 0,7-1 0,0-1 0,0-4 0,0-1 0,-6 0 0,-2 0 0,0-1 0,-1 0-200,-5 0 1,-2-1 199,1-4 0,0 0 0,0 5 0,0-1 0,-6-4 0,-2-4 42,1-4 0,-3-1-42,-4 6 0,-2-1 0,2-11 0,-2-1 0,-5 12 0,-1 1 0,6-11 0,-2-3 0,-9 1 0,-3-2 0,1 1 0,-2-3 0,2-9 0,-5-2 0,-15 6 0,-2-1 0,12-5 0,-2-2 0,-16 2 0,-3-1 7,8-7 1,-3 0-8,-9 6 0,-5-1 0,2 2 0,-3 1 331,-3-1 1,-3 3-332,-6 10 0,0 1 674,7-6 1,-3 1-675,-16 4 0,-2 4 0,12 4 0,-2 1 286,-9 0 1,-3 3-287,1 4 0,1 2 0,-27-17 0,19 16 0,1 3 0,-20-6 0,20 11 0,-1 0 0,-32-7 0,-1 12 0,34 9 0,0 3 0,-34 5 1021,32-1 1,0 2-1022,-31 12 0,32-11 0,1-1 0,-33 13 0</inkml:trace>
  <inkml:trace contextRef="#ctx0" brushRef="#br0" timeOffset="32554">14976 14018 24575,'17'0'0,"10"0"0,-24 0 0,24 0 0,-11 0 0,14 0 0,0 0 0,0 0-512,13 0 512,-9 0-1332,22 0 1332,-9-13 0,13 9-2624,13-9 2624,4 13-1412,-33 1 1,1-2 1411,0-5 0,0-1 0,6 5 0,1 0 0,2-5 0,-1 1 0,-1 5 0,2 2 0,11-1 0,0 0 0,-10 0 0,0 0-1352,11 0 1,1 0 1351,-7-1 0,0 2 0,0 5 0,0 1 0,-1-5 0,2 0 0,5 5 0,1-1 0,-6-6 0,1 0 0,5 6 0,-1 1 0,-5-5 0,-2 0 0,-6 4 0,0 1-667,6-6 0,-1-2 667,-11 1 0,-1 0 0,6 0 0,-1 0 25,-5-1 1,-2 2-26,33 12 0,-4-9 0,-13 9 1116,0-13-1116,-14 0 2984,-3 0-2984,-26 0 3028,10 0-3028,-24 0 2571,24 0-2571,-24 0 1564,10 0-1564,-13 0 14,0 0-14,0 13 0,-13-9 0,10 9 0,-11-13 0,14 0 0,-13 0 0,10 0 0,-11 0 0,14 0 0,-13 0 0,10 0 0,-24 0 0,10 0 0,-12 0 0</inkml:trace>
  <inkml:trace contextRef="#ctx0" brushRef="#br0" timeOffset="36742">11682 15336 24575,'16'0'0,"11"13"0,-10-10 0,12 11 0,15-14-1331,-11 0 1331,24 0 0,-11-14-1355,14 11 1355,0-10 0,0 13 0,0 0 0,0 0 0,0 0 0,0 0 0,-14 0 0,11 0 0,-11 0 0,14 0 0,0 0 0,-13 0-422,-4 0 422,-13 0 0,0 0 0,0 0 0,0 0 897,-14 0-897,11 0 1725,-24 0-1725,11 0 486,-14 0-486,0 0 0,0-13 0,0 9 0,-14-9 0,11 13 0,-24-13 0,24 9 0,-10-9 0</inkml:trace>
  <inkml:trace contextRef="#ctx0" brushRef="#br0" timeOffset="36971">12520 15066 24575,'80'0'0,"-10"0"0,-27 14-2161,-9-11 2161,22 10 0,-23-13 0,24 0 0,-24 14 122,11-11-122,-14 23 489,-14-22-489,11 22 0,-24-9 0,10 0 1086,-13 9-1086,-13-9 0,-4 13 0,1 0 0,-11 0 0,11 0 0,-1 0 464,-10-14-464,24 11 0,-24-24 0,24 24 0,-10-24 0,-1 24 0,11-24 0,-24 11 0,11-14 0</inkml:trace>
  <inkml:trace contextRef="#ctx0" brushRef="#br0" timeOffset="45106">8207 15815 24575,'-17'13'0,"4"-9"0,0 9 0,-4-13 0,1 0 0,-11 0 0,24 13 0,-24-9 0,10 9 0,1-13 0,-11 13 0,24-9 0,-24 9 0,24 0 0,-24-9 0,24 9 0,-24 0 0,24-9 0,-10 9 0,13-13 0,-14 0 0,11 0 0,-10 0 0,13 13 0,0-9 0,0 9 0,0-13 0,0 0 0,13 0 0,-10 13 0,11-10 0,-1 11 0,-10-1 0,24-10 0,-11 11 0,14-1 0,14-10-1493,2 11 1493,14-14 0,0 13-2644,13-10 2644,4 11 0,-33-13 0,2-2 0,5 1 0,1 0 0,1 0 0,0 0-1767,7-1 0,0 2 1767,0 5 0,0 1 0,0-5 0,0-1 0,-1 6 0,2 0-1661,5-7 1,1 0 1660,1 0 0,0 0 0,0 0 0,1 0 0,4 0 0,0 0 0,-4 0 0,-1 0 0,0 0 0,0 0 0,-1 0 0,-1 0 0,1 0 0,-1 0-713,-11 0 1,0 0 712,11 1 0,-2-2 0,-17-6 0,-1 0-105,6 6 1,-1-1 104,-5-5 0,-2 1 0,1 5 0,0 2 1097,31-1-1097,-2 0 0,-28 0 2577,11 0-2577,-24 0 0,10 0 3103,-26 0-3103,10 13 2821,-24-10-2821,24 11 2085,-24-14-2085,-3 0 943,-3 13-943,-11-10 0,1 11 0,10-1 0,-11 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2:38:19.7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13149 3984 24575,'17'0'0,"-4"0"0,-13 0 0,0 0 0,0 13 0,14-10 0,-11 11 0,10-14 0,-13 0 0,14 0 0,-11 0 0,23 0 0,-22 0 0,22 0 0,-22 13 0,22-10 0,-22 11 0,22-14 0,-9 0 0,0 0 0,9 13 0,-9-10 0,0 11 0,9-14 0,-9 0 0,13 0 0,0 0 0,-14 0 0,11 0 0,-10 0 0,13 0 0,-14 0 0,11 0 0,-11 0 0,14 0 0,0 0 0,-13 0 0,10 0 0,-11 0 0,14 0 0,0 0 0,0 0 0,0 0 0,0-14 0,0 11 0,0-10 0,0 13 0,0 0 0,0 0 0,0 0 0,0 0 0,0 0 0,0 0 0,0 0 0,0 0 0,-1 0 0,1 13 0,0-10 0,0 11 0,0-14 0,-13 0 0,10 0 0,-11 0 0,14 0 0,0 0 0,0 0 0,0 0 0,0 0-525,13 0 525,-10 0 0,-3 0 0,-3 0 0,-10 0 0,13 0 0,0 0 0,0 0 0,0 0 525,-1 0-525,1 0 0,0 0 0,0 0 0,0 0 0,-13 0 0,10 0 0,-11 0 0,14 0 0,0 0 0,13 0-507,-9 0 507,9 0 0,-13 0 0,0 0 0,0 0 0,0 0 0,0 0 0,0 13 0,0-10-495,13 11 495,-10-14 0,10 0 0,-13 0 0,0 0 0,0 0 0,14 0 0,-11 0 0,10 0 0,-13 0 0,13 0 0,-9 0 0,9 0 0,-13 13 0,13-10 0,-10 10 0,11-13 0,-1 0 0,-10 0 0,24 0 0,-24 0-1172,24 0 1172,-11 0 0,1 0 0,9 0 0,-9 14-1228,13-11 1228,0 10 0,0-13 0,-14 0 0,11 0 0,-11 0-1081,14 0 1081,-13 0 0,9 0 0,-9 0 0,0 0 0,9 0 0,-9 14-1027,13-11 1027,0 10 0,-14-13 0,11 0 0,-11 0 0,14 0 0,0 0 0,0 0 0,0 0 0,0 14 0,0-11 0,0 10 0,0-13 0,0 0-877,13 0 877,-10 0 0,-20-6 0,1-1 0,19 4 0,-20-4 0,0 0 0,21 7 0,-22 0 0,2 0 0,33 0 0,-32 0 0,-1 0 0,33 0 0,-34 0 0,1 0-738,32 0 738,-31 0 0,0 0 0,0 0 0,0 0 0,-1 0 0,2 0-768,5 0 0,1 0 768,-6 0 0,1 0 0,5 7 0,-1 0 0,-5-6 0,-2 1 0,1 5 0,0-1-401,0-5 0,0-2 401,0 1 0,0 0 734,31 0-734,-32 0 0,-1 0 0,20 0 55,-20 0 0,0 0-55,21 0 0,9 14 1237,-26-11-1237,9 10 1381,-23-13-1381,24 0 331,-24 0-331,11 0 2206,-28 0-2206,11 0 1573,-11 0-1573,1 0 1179,-4 0-1179,-13 0 0,0 0 0,0 0 0</inkml:trace>
  <inkml:trace contextRef="#ctx0" brushRef="#br0" timeOffset="1073">22345 3984 24575,'-17'16'0,"-9"-2"0,9-14 0,0 0 0,4 13 0,0-10 0,9 11 0,-9-14 0,13 0 0,0 0 0,13 0 0,4 13 0,13-10 0,13 11-1486,4-14 1486,13 0-2655,13 0 2655,3 0-1563,-31 0 1,0 0 1562,7 0 0,-1 0 0,-4-7 0,0 0 0,4 6 0,1-1 0,0-5 0,-1 1-575,-6 5 0,3 2 575,30 0 0,1-2 0,-28-6 0,1 0-796,20 6 0,-1-1 796,-24-5 0,-4 1 0,33 6-21,-32 0 0,-1 0 21,20 0 1327,10-14-1327,-26 11 0,9-10 0,-9 13 1121,0 0-1121,-4 0 0,-13 0 3118,-14 0-3118,11 0 2675,-24 0-2675,11 0 1809,-14 0-1809,0 0 0,-14-14 0,-2 11 0,-14-10 0,0 13 0,0 0 0,-13 0 0,-4 0 0,-13 0-1997,0 13 1997,0-10 0,0 11 0,-13-14-2601,10 0 2601,20-1 0,-1 2 0,-32 12 0,31-11 0,0-1 0,0 6 0,0 0 0,-31-7 0,32-1 0,1 2 0,-20 12 0,20-11 0,-1-1-1515,-19 13 1515,-10-14 0,13 0 0,13 0-337,4 0 337,13 0 0,0 0 1515,0 0-1515,14 0 2546,2 0-2546,14 0 1908,0 0-1908,14 0 481,2 0-481,14 0 0,14 0-1934,2 0 1934,27 0 0,-9 0-1394,-22 0 1,2 0 1393,33 0 0,-33 0 0,1 0 0,0 0 0,0 0 0,-1 0 0,2 0 0,19-7 0,0 0 0,-22 6 0,1-1 0,20-5 0,-2 1 0,1 6-881,-19 0 0,-1 0 881,7 0-1157,20 0 1157,-24 0 0,1 0 1338,-4 0-1338,-26 0 2508,9 0-2508,-22 0 2100,9 0-2100,-26 0 1694,-4 0-1694,-26 0 0,-4 0-2664,-26 0 2664,-4 0-1720,33 0 0,-1 0 1720,-7 0 0,0 0 0,6 0 0,-1 0-1159,-5 0 1,1 0 1158,6 0 0,0 0 0,0 0 0,0 0-1290,-31 0 1290,2 0 0,15 0 0,12 0 1611,4 0-1611,13 0 2961,13 0-2961,-9-14 2948,22 11-2948,4-10 2191,4 13-2191,35 0 0,-19 0 0,50-14-2721,-20 11 2721,-8-10 0,3-1 0,31 11 0,-31-3 0,0-1-1343,0 0 1,0 1 1342,0 4 0,0 0 0,0-4 0,0-1 0,0 0 0,0 1 0,31 2-1754,-3-9 1754,-13 13-169,-13 0 1,-4 0-1,-13 0 1</inkml:trace>
  <inkml:trace contextRef="#ctx0" brushRef="#br0" timeOffset="4646">12580 10334 24575,'-60'30'0,"14"0"0,2-14 0,28 11 0,-11-10 0,11 12 0,-14 1 0,13 0 0,4 14 0,-1-11 0,11 10 0,-10-13-1062,26 13 1062,-10-9 0,11 9 0,-1-13 0,4 0 0,13 0 0,13 0 0,-10 0 0,24-14 0,-11-2-1838,14-14 1838,0 0 0,0 0 0,0 0 0,0-14 0,0-2-1702,13-14 1702,-10 0 0,-3-13 0,-3 9-1417,-24-22 1417,10 22 0,-13-22 0,-13 9 0,-4 1-359,-13-11 359,-13 24 0,-4-24 0,-26 24-19,10-10 19,-24 13 0,-3 13 226,-3-10-226,-10 24 0,26-10 561,-10 0-561,24 9 0,-10-9 628,13 13-628,0 0 1447,13 0-1447,4 0 0,13 0 0</inkml:trace>
  <inkml:trace contextRef="#ctx0" brushRef="#br0" timeOffset="6619">13479 9854 24575,'-30'0'0,"0"0"0,0 0-1870,-13 0 1870,-4 0-1553,-13 0 1553,0 0 0,0 0 0,-13 14-2109,-3-11 2109,31 3 0,0 1 0,0 1 0,0-2 0,0-5 0,0 1 0,0 4 0,0 1 0,-6 1 0,-1-2 0,5-5 0,1 1 0,-6 11 0,1 1 0,6-13 0,0 1 0,-7 10 0,1 3 0,4-7 0,0 0 0,-4 0 0,-1 1 0,6 5 0,2-1-1964,-32-10 1964,32 3 0,1 1 0,-20 6 0,20-11 0,0 0 0,-21 11 0,-9 0-837,13-9 837,0 9 177,14-13-177,-11 0 1883,24 0-1883,-10 0 2148,26 0-2148,-10 0 1985,24 0-1985,-24 0 1424,24 0-1424,-10 0 716,-1 0-716,11 0 0,-10 0 0,13 0 0,0 0 0,13 0 0,-10 0 0,24 0 0,-24 0 0,37-13 0,-20 9 0,37-9-1400,-24 13 1400,24-13 0,-11 9 0,27-22-2801,-9 23 2801,-22-11 0,2 1 0,33 10 0,-33-11 0,2 1 0,-2 11 0,2 1-1413,5-13 0,1 1 1413,-6 11 0,1 1 0,11-13 0,0 1-1282,-11 11 0,0 1 1282,11-5 0,0-2 0,-11 1 0,-1 1 0,12 4 0,1 1 0,-12-6 0,-1 0-399,-1 7 1,0 0 398,-2 0 0,0 0 0,34 0 0,-1 0 608,-2 0-608,-28 0 0,11 0 1789,-24 0-1789,10 0 2941,-13 0-2941,-13 0 2441,10 14-2441,-24-11 1884,10 10-1884,-13-13 725,0 0-725,13 0 0,-36 0 0,30 0 0,-47 0 0,23 0 0,-13 0 0,-13 0-1505,-4 0 1505,-12 0 0,-1 0-2315,0 0 2315,-14-13 0,-2 10 0,31-4 0,0 0 0,1 7 0,-2 0-1590,-5 0 0,-1 0 1590,-1 0 0,0 0 0,-7 0 0,0 0-1504,0 0 1,0 0 1503,0 0 0,0 0 0,1 0 0,-2 0 0,-5 0 0,-1 0 0,5 0 0,1 0 0,1 0 0,0 0 0,1 0 0,2 0-540,10 0 0,1 0 540,-6 0 0,0 0 0,7 0 0,1 0 178,-33 0-178,4 0 0,26 0 1959,4 0-1959,13 0 0,0 0 3311,13 0-3311,4 0 3018,13 0-3018,13 0 2102,4 0-2102,26 0 0,4-13-2164,26 10 2164,4-11 0,-33 14 0,2 0 0,5 1 0,1-2-1859,0-5 0,2-1 1859,6 5 0,0 1 0,-1-6 0,2 1-1742,5 5 0,1 2 1742,-6-1 0,1 0 0,11-7 0,0 0-1400,-4 6 0,-1-1 1400,0-4 0,0-1 0,6-1 0,-1 2 0,-5 5 0,0-1 0,1-5 0,-1 1 0,-1 6 0,-1 0-434,-6-7 0,0 0 434,0 6 0,-1-1 101,-5-5 0,-1 1-101,-1 6 0,-1 0 541,-5-7 1,-2 0-542,33 4 1855,-18-10-1855,-2 13 2515,-24 0-2515,11 0 2871,-28 0-2871,-2 0 2374,-14 0-2374,0 0 1939,-14 0-1939,-2 0 0,-28 13-800,-2-10 800,-14 11-2309,-13-14 2309,9 13 0,22-12 0,-2 1-1396,-1 12 1,0-1 1395,-1-10 0,-1-3 0,-11 6 0,-1 2-1619,7-1 1,-2-1 1618,-12-5 0,-1 1 0,5 12 0,1-1 0,-12-11 0,-1-1 0,6 13 0,0-1 0,0-11 0,-1-1-1067,-4 12 1,0 1 1066,11-12 0,1-1 0,-7 5 0,3 1-336,10 1 0,3-2 336,-1-5 0,3 1 518,-27 11-518,4-13 0,13 14 0,14-11 2261,2 10-2261,14-13 3721,14 0-3721,2 0 3386,14 0-3386,14 0 0,2 0 0,28 0-134,16-13 134,16 10 0,1-24-1423,-35 24 1,2 3 1422,1-6 0,0-2 0,1 2 0,1-1 0,5-1 0,-1-1 0</inkml:trace>
  <inkml:trace contextRef="#ctx0" brushRef="#br0" timeOffset="7091">11801 8537 24575,'-16'-14'0,"2"11"0,1-10 0,10 13 0,-10-14 0,13 11 0,0 3 0,13 3 0,-10 11 0,24-1 0,-11 4 0,14 13 0,0-1-1220,0 15 1220,0-11-1633,13 24 1633,-9-24 0,9 23-1881,0-9 1881,-9 0 0,22 9 0,-23-23 0,11 24-1153,-14-24 1153,0 11 182,0-14-182,0 0 938,-14-1-938,11 1 1877,-11-13-1877,1 10 1390,10-24-1390,-24 24 954,10-24-954,-13 10 0,0-26 0,0-4 0</inkml:trace>
  <inkml:trace contextRef="#ctx0" brushRef="#br0" timeOffset="7284">11921 9405 24575,'-16'-30'0,"2"0"0,28-13-3120,-11-4 3120,24-12-3037,2-15 3037,-7 36 0,3 0-908,4-7 0,2 0 908,5 0 0,1 0-1433,1 0 0,1 0 1433,5 1 0,2-2 0,-1-5 0,-1-1 0,1 6 0,0-1 0,0-5 0,0 1 0,1 12 0,-2 1 0,-5-5 0,-1 0-354,-1 10 0,-1 2 354,24-28 0,-14 2 0,-2 10 0</inkml:trace>
  <inkml:trace contextRef="#ctx0" brushRef="#br0" timeOffset="8984">13898 7069 24433,'-7'-53'0,"1"-1"0,4-4 0,0 0 0,-4 11 0,-1 1-2663,7 1 1,0 0 2662,-6 1 0,-1 1 0,4-20 0,-4 20 0,0 0 0,7-21-241,0-9 241,0 27 0,0-11 0,0 10 610,0 1-610,0 2 0,0 15 27,0-1-27,0 0 2557,0 0-2557,0 13 1687,0-10-1687,14 24 827,-11-24-827,10 24 0,-13-10 0,0 13 0,0-14 0,0 11 0,0-10 0,0 13 0,0 0 0,13 0 0,-9 0 0,22 0 0,-22 0 0,22 0 0,-9-13 0,26 9 0,-9-9-1276,22 13 1276,-9 0-2501,26 0 2501,4 0-1602,-33 0 0,1 0 1602,6 0 0,2 0-1526,6 0 1,1 0 1525,1 0 0,1 0 0,11 0 0,1 0 0,1 0 0,0 0-1419,0 0 1,3 0 1418,-20 0 0,1 1 0,0-2-587,1-3 1,0-1 0,0 1 586,0 2 0,1 2 0,1-2-337,6-2 1,2-1-1,-2 1 337,-6 3 0,-2 1 0,1 1-220,8-1 1,0 0 0,0 0 219,-8 0 0,-1 0 0,2 0-30,6 0 1,2 0 0,-2 0 29,-6 0 0,-1 0 0,-1 0 0,0 0 0,0 1 0,0-2 0,-1-3 0,0-1 0,-1 1 527,20 2 0,-3 0-527,1-5 0,-2 1 0,-6 5 0,-3 2 408,-5-2 0,0 2-408,0 5 0,0 1 0,-6-5 0,-2 0 930,-6 5 1,-2-1-931,29-6 0,-13 0 0,0 0 3002,0 13-3002,-13-9 1728,-4 9-1728,-13-13 0,0 0 3652,-14 0-3652,11 0 2267,-24 0-2267,24 0 1492,-24 0-1492,11 0 512,-14 0-512,0 0 0,-14 0 0,11-13 0,-24 9 0,24-9 0,-24 0 0,11 9 0,-1-22 0,-9 22 0,9-22 0,-13 22 0,0-22 0,13 22 0,-9-22 0,9 22 0,-13-9 0,0 0 0,0 10 0,0-24 0,0 24 0,0-11 0,14 1 0,-11 10 0,11-24 0,-1 24 0,-10-24 0,24 24 0,-24-11 0,24 1 0,-10 10 0,13-11 0,0 1 0,0 10 0,0-10 0,0 13 0,0 0 0,13 0 0,-10 0 0,24 13 0,-10-10 0,13 10 0,-1-13 0,15 0-558,-11 14 558,10-11 0,-13 24 0,13-11 0,-9 14 0,-4 0 0,-4 0 0,-22 0 0,22 0 0,-36 13 0,20-9 0,-23 22 0,0-22-1598,-4 22 1598,-13-9 0,13-1 0,-9 11 0,9-24-948,1 10 948,-11 1 0,24-11-396,-24 10 396,24-13 0,-24 0 0,24-13 0,-11-4 0</inkml:trace>
  <inkml:trace contextRef="#ctx0" brushRef="#br0" timeOffset="14569">15456 15186 24575,'16'0'0,"-2"0"0,-1 0 0,-10 0 0,24 0 0,-10 0 0,12 0 0,1 0 0,0 0 0,0 0 0,14 0-994,-11 0 994,23 0 0,-22 0 0,22 0 0,-9 0 0,13 0-2312,13 0 2312,-10 13 0,-19-11 0,-1 0 0,20 11 0,-20-12 0,1-2 0,32 1 0,1 0-1391,-34 6 0,0 1 1391,34-3 0,-33 3 0,2-1 0,5-5 0,1-2 0,-6 1 0,1 0 0,11 0 0,0 0 0,-4 0 0,-1 0-1694,6 0 0,2 0 1694,5 1 0,1-2-1310,1-5 1,0-1 1309,6 6 0,2-2-890,6-10 1,-1 0 889,-5 11 0,1 0 0,-18-6 0,0-2 0,0 2 0,17 5 0,1 2 0,-19-3 0,2-1 0,-2 1 0,19 4 0,-1 0 0,5-6 0,1-1-505,1 5 1,-3 0 504,-10-4 0,0-1 0,11 6 0,-2 2-39,-17-1 0,-1 0 39,6-1 0,-1 2 0,-5 6 0,-2-1 351,-5-4 1,-2 0-352,1 5 0,-2-1 1743,25-6-1743,-3 0 0,-13 0 0,-13 0 2957,-4 0-2957,-13 0 3562,0 0-3562,-13 0 3238,9 0-3238,-22 0 2217,9 0-2217,-26 0 135,9 0 0,-22 0 0,9 0 1</inkml:trace>
  <inkml:trace contextRef="#ctx0" brushRef="#br0" timeOffset="16090">13629 11412 24575,'-60'0'0,"0"0"0,13 0-3746,-23 0 3746,20 0 0,-23 0 0,13 0 0,0 13-1716,-13-9 1716,10 22 0,-10-22 0,13 22 0,0-22-140,0 22 140,13-9 0,-9-1 0,9 11 0,1-10 0,-11-1-788,24 11 788,-11-10 0,1 13 0,10 0 0,-10 0 0,13-1 0,-14 1 0,11 0 0,-10 0 0,13 0 0,0 0 0,0 0 0,0 0 0,13 0 0,-9 13 0,22-9 0,-22 9 0,22-13 0,-22 13 1048,23-10-1048,-11 11 0,14-1 0,0-10 0,0 24 0,0-24 0,0 24 0,0-24 0,0 10 0,0-13 0,0 13 0,0-9 0,0 9 0,14-13 0,-11 0 0,23 0 0,-22 0 0,22 0 0,-9 0 0,13 0 2130,-13-14-2130,23 24 0,-20-20 0,23 23 834,-13-26-834,0 10 0,0-11 0,13 1 0,-10 10 0,11-24 0,-1 24 0,-10-24 0,24 24-148,-11-24 148,1 10 0,9-13 0,-9 13 0,13-9 0,-13 9 0,9-13 0,-9-13-1067,13 9 1067,-1-9 0,-12 13 0,10 0 0,-11 0-1057,1 0 1057,9 0 0,-9-13 0,13 10 0,-13-11 0,9 1 0,-9 10 0,-1-24 0,11 24 0,-11-24 0,1 10 0,10 1 0,-24-11 0,10 24 0,0-24-1,-9 24 1,9-24 0,-13 24 0,0-24 1022,-13 24-1022,9-24 1597,-9 24-1597,-1-24 1231,11 24-1231,-10-24 801,-1 24-801,11-24 0,-10 11 0,-1-1 0,11-9 0,-24 9 0,24 0 0,-24-9 0,24 9 0,-24-13 0,24 0 0,-24 0 0,24 0 0,-24 14 0,24-11 0,-24-3 0,10-3 0,1-11 0,-11 14 0,10 0 0,-13 1 0,0-1-510,0-14 510,0 11 0,0-10 0,-13 13 0,10-13 0,-24 9-1454,24-22 1454,-24 9 0,10 0 0,-13-9-1850,0 9 1850,14-13 0,-11 14 0,-3-11 0,-3 11 0,-10-14 0,13 13 0,-14-9 0,-2 22-2060,-14-22 2060,0 22 0,0-9-2012,-13 13 2012,-4 0 0,33 21 0,-1 2 0,-7-8 0,0 3 0,6 10 0,-1 1 0,-5-6 0,1 0 0,5 7 0,2 0 0,-32 0 309,2 14-309,14-11 0,1 24 65,-1-24 0,13 24 0,4-11 1</inkml:trace>
  <inkml:trace contextRef="#ctx0" brushRef="#br0" timeOffset="17474">9106 16564 24575,'76'0'0,"-3"-13"0,1 9-6819,2-9 6819,-25 6 0,1 1 0,-5 4 0,0 0 0,10-5 0,2 1 0,-6 6 0,1 0 0,5-6 0,1-1 0,7 5 0,-1 0-1376,-4-4 1,0-1 1375,4 6 0,1 2 0,0-1 0,-1 0 0,-5 0 0,1 0 0,11 1 0,0-2 0,-11-5 0,0-1-700,11 5 0,0 0 700,-11-4 0,-1-1 0,12 6 0,1 2 0,-12-1 0,-1 0 0,5 0 0,1 0-546,-6 1 0,-2-2 546,-6-5 0,0-1 0,6 5 0,-1 0 54,-11-4 1,-1-1-55,6 7 0,-1 0 0,-5-6 0,-2-1 1444,32 4-1444,-2-11 0,-14 14 0,-14 0 3053,-3 0-3053,-13-13 1690,-13 10-1690,10-11 3071,-24 14-3071,-3 0 0,-3 0 0,-11 0 0</inkml:trace>
  <inkml:trace contextRef="#ctx0" brushRef="#br0" timeOffset="18637">12970 13419 24575,'0'-17'0,"0"4"0,0 13 0,0 0 0,0-13 0,13 23 0,-10-20 0,11 10 0,-14-4 0,0-9 0,0 13 0,0 0 0,-14 0 0,11 0 0,-10 0 0,26 0 0,-10 0 0,11 0 0,-14 0 0,0 0 0,0 13 0,0-9 0,0 9 0,0 0 0,0-9 0,0 22 0,0-9 0,13 13 0,-10 0 0,10 0-1019,-13 13 1019,0 4 0,14 12 0,-11-12-1379,10 10 1379,-13-11 0,0 14 0,0 0 0,0-13 0,14-4 0,-11 0-452,10-10 452,-13 11 0,0-28 0,0 11 923,0-24-923,0 24 1415,0-24-1415,0 11 0,0-14 0,0 0 0</inkml:trace>
  <inkml:trace contextRef="#ctx0" brushRef="#br0" timeOffset="19916">12910 13838 24575,'0'-16'0,"0"2"0,0 14 0,0-13 0,0 10 0,0-11 0,0 14 0,0 0 0,0 14 0,0-11 0,0 10 0,0 1 0,0 2 0,13 14 0,-10-13 0,11 36 0,-14-30-410,13 34 410,-10-27 0,11 0 0,-14 0 0,0 0 0,13 0 0,-10-14 0,11 11 0,-14-24 0,0 11 0,0-1 0,13-10 410,-10 11-410,10-14 0,-13 0 0,14-14 0,2-2 0,1-14 0,10 0-1378,3-14 1378,3 11 0,10-23-2287,0 9 2287,-9-13 0,22 13-1646,-22-9 1646,9 23 0,0-24 0,-10 24-664,-3-11 664,-3 15 1046,-10 12-1046,-1-10 2115,11 24-2115,-24-10 1917,11 13-1917,-28 0 224,11 0 0,-10 0 0,13 0 1</inkml:trace>
  <inkml:trace contextRef="#ctx0" brushRef="#br0" timeOffset="26404">958 8746 24575,'0'-16'0,"14"2"0,2 1 0,14 10 0,14-24 0,2 10-3075,14 1 3075,13-11 0,4 10 0,-33 10 0,2-2 0,5-5 0,1 1 0,-6 4 0,1 2 0,4-1 0,1-1-1251,0-5 1,-1 1 1250,-4 12 0,0-1 0,4-11 0,1-1 0,-7 12 0,0 1-957,0-6 0,0 1 957,31 6 0,-3 0 0,-13 0-936,0-14 936,-13 11 1215,-4-10-1215,-13 13 2870,-13 0-2870,9 0 2378,-22 0-2378,9 0 1438,-13 0-1438,0 13 525,-13-10-525,-4 11 0,-13-14 0,0 0 0,0 0 0</inkml:trace>
  <inkml:trace contextRef="#ctx0" brushRef="#br0" timeOffset="26606">2217 8357 24575,'63'-17'0,"7"4"0,-24 13-2440,14 0 2440,-13 13 0,9-9 0,-9 22 0,-1-23 0,-2 24 0,-14-10 0,-14 13 0,11 13 0,-24-10 0,11 24 0,-28-24 0,11 24 0,-24-11-1685,11 14 1685,-14 0 0,0 13 0,0-9 0,0-5 0,0-2 0,13-24 236,-9 11 1,22-1-1,-9 3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2:38:57.6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3115 2516 24575,'-17'17'0,"4"-4"0,13-13 0,0 0 0,0-13 0,0 9 0,0-9 0,0 13 0,0 0 0,0 13 0,0-9 0,0 9 0,0-13 0,0-13 0,0 9 0,0-9 0,0 13 0,13 0 0,-9 0 0,9 0 0,-13 0 0,0 0 0,13 0 0,-9 0 0,9 0 0,-13-13 0,0 9 0,13-9 0,-9 13 0,22 0 0,-22 0 0,22 0 0,-9 0 0,0 0 0,9 0 0,-9 0 0,13 0 0,0 0 0,13 0-1056,-10 0 1056,24-13 0,-24 9 0,24-9 0,-11 13-2115,14 0 2115,13 0 0,-9 0-1327,-22 1 1,2-2 1326,33-12 0,-33 11 0,2 0 0,5-4 0,1-1-1533,0 6 0,2 2 1533,6-1 0,0 0 0,0 1 0,0-2-1309,6-5 1,1-1 1308,1 5 0,0 1 0,7-5 0,0-2-990,0 1 1,0 1 989,6 5 0,1-1 0,-6-12 0,1 1 0,-19 10 0,2 4 0,-1-2 0,17-6 0,1 0 0,-19 7 0,2 1 0,-2-2 0,19-5 0,-1-1 0,-18 5 0,2 2 0,-1-1 0,17-6 0,1 0 0,4 6 0,1 2 0,-7-1 0,-1 0-487,2 0 1,-2 0 486,-5 0 0,-1 0-97,-1 0 1,-1 0 96,-5 0 0,-2 0 324,-6 0 0,0 0-324,0 0 0,-3 0 2306,27 0-2306,-33 1 0,-2-2 0,22-12 0,-5 10 0,-2-11 0,-24 14 0,11 0 3134,-14 0-3134,0 0 0,-1 0 3650,-12-13-3650,10 10 3512,-24-11-3512,10 14 1177,-13 0-1177,0 0 0,0 0 0</inkml:trace>
  <inkml:trace contextRef="#ctx0" brushRef="#br0" timeOffset="1059">3235 11771 24575,'30'14'0,"0"-11"0,13 24-4630,17-24 4630,17 10-1890,-27-5 1,3-2 1889,6-5 0,2 1 0,-1 5 0,3-1 0,16-5 0,1-2-1330,-10 2 0,0-2 1330,-12-2 0,1-3 0,1 2 0,23 2 0,0 1 0,-24-3 0,1-2 0,1 2-1039,3 4 0,1 1 0,-1-2 1039,-3-2 0,0-3 0,0 2-504,3 3 1,1 0 0,-1 0 503,-4-3 0,0-2 0,0 2-249,23 4 1,0 0 248,-24-3 0,1-3 0,-3 2 151,14 2 1,-2 1-152,12-6 0,-2 0 0,-17 7 0,-1 0 412,6 0 1,-1 0-413,-12 0 0,-1 0 756,-1 0 0,-1 0-756,25 0 1989,-2 0-1989,-15 0 661,-12 0 1,-4 0 0,-13 0 0</inkml:trace>
  <inkml:trace contextRef="#ctx0" brushRef="#br0" timeOffset="1227">9525 12970 24575,'63'16'0,"-6"-2"0,-27-14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2:39:37.9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20068 7069 24575,'17'0'0,"-4"0"0,-13 0 0,14 0 0,-11-13 0,10 9 0,1-9 0,-11 13 0,10 0 0,1 0 0,2 0 0,1-13 0,23 9 0,-34-9 0,34 0 0,-23 9 0,13-9 0,0 13 0,0 0 0,-13-13 0,9 9 0,-9-9 0,13 13 0,-14 0 0,11 0 0,-10 0 0,13 0 0,0 13 0,-14-9 0,11 9 0,-11-13 0,14 0 0,-13 0 0,10 0 0,-11 13 0,1-9 0,10 9 0,-24-13 0,10 13 0,1-9 0,-11 9 0,10-13 0,0 13 0,-9-9 0,9 9 0</inkml:trace>
  <inkml:trace contextRef="#ctx0" brushRef="#br0" timeOffset="1245">20098 3325 24575,'17'0'0,"-4"-14"0,-13 11 0,0-10 0,0 13 0,0 0 0,14 0 0,-11 13 0,24-10 0,-11 11 0,14-14 0,0 0 0,13-14 0,4 11-1785,13-10 1785,0 13 0,0 0 0,0 0-2195,13 0 2195,-10 0 0,10 0 0,0 0 0,-9 0 0,9 13 0,-13-10 0,0 11-1581,0-14 1581,0 0 0,-1 0-1092,-12 0 1092,10 0 0,-24 0 0,23 0 770,-22 0-770,9 13 1941,-13-10-1941,-13-3 438,9-3 1,-22-10-1,9 13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2:40:51.8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10603 4583 24575,'17'0'0,"-4"0"0,1 0 0,2 0 0,14-14 0,13 11-2600,4-10 2600,26 13 0,4 0 0,-33 1 0,2-2-1466,5-6 0,1 1 1466,1 4 0,0 0-1613,7-5 1,0 1 1612,0 6 0,0 0-1512,6-7 0,1 1 1512,1 4 0,1 0-897,5-5 0,1 1 897,0 6 0,0 0 0,0-7 0,0 1 0,-7 4 0,0 0-281,6-5 0,-1 1 281,-11 5 0,-1 2 396,6-1 0,-1 0-396,-12 0 0,-2 0 0,1-1 0,-2 2 0,25 12 0,-31-11 0,-3 0 0,8 11 0,20-13 2038,-37 0-2038,10 0 3622,-26 0-3622,9 0 4443,-22 0-4443,9 0 2300,-26 0-2300,9 0 942,-22-13-942,9 9 0,-13-9 0,0 13 0,0-13 0,0 9 0,0-22 0,0 9 0</inkml:trace>
  <inkml:trace contextRef="#ctx0" brushRef="#br0" timeOffset="204">13209 4104 24575,'30'29'0,"0"15"0,0-11-2226,0 24 2226,-13-24 0,9 23 0,-22-22 0,22 22 0,-22-22 0,9 22 0,-26-9 0,9 13 0,-22-14 0,22-2 0,-22-14-75,9-1 75,-13 1 0,0 0 0,0 0 0,0-13 0,0-4 0</inkml:trace>
  <inkml:trace contextRef="#ctx0" brushRef="#br0" timeOffset="1008">11442 3115 24575,'0'17'0,"0"9"0,0-9 0,0 13 0,0 0 0,0 13-1317,0-10 1317,0 24 0,0-10 0,0-1 0,13 11 0,-9-11 0,9 1 0,-13 10 0,0-24 0,0 23 0,0-22 0,0 9 321,0-26-321,0 9 0,0-22 0,-13 22 0,9-22 0,-22 9 249,22-13 0,-9-13 0,13-4 0</inkml:trace>
  <inkml:trace contextRef="#ctx0" brushRef="#br0" timeOffset="1819">11981 3295 24575,'-17'0'0,"-9"0"0,23 0 0,-24 0 0,24 13 0,-24-10 0,10 24 0,1-10 0,-11 13 0,10 13 0,-13-10-1092,14 10 1092,-11 1 0,11-11 0,-1 24 0,4-24 0,13 10-210,0-13 210,0 0 0,0 0 0,13 0 0,-10-13 0,24-4 0,-10-13 0,12 0 1080,-12-13-1080,10-4 0,-11-13-517,14 0 517,0 0 0,-13-13 0,10 10 0,-11-24 0,1 10 0,9-26-2362,-22 10 2362,9-10 0,-13 13 0,0 0-1661,0 0 1661,0 0 0,0 0-1117,0 14 1117,0-11 11,0 24-11,0-11 1986,0 15-1986,0 12 1754,0-10-1754,0 24 1403,0-10-1403,-13 13 725,9 0-725,-9 0 0,13 13 0,0-10 0,0 24 0,0 3 0,-13 3-908,9 24 908,-9-24 0,13 24 0,0-11-1679,0 14 1679,0 0 0,0-13 0,0 9 0,13-9 0,-9 13 0,9-14 0,0 11-680,-9-24 680,9 10 0,0-13 0,-9 0 0,22-13 798,-22 10-798,22-24 1689,-22 10-1689,22-13 780,-9-13-780,13-4 0,0 1 0,0-11 0,-14 10-797,11-26 797,-10 10 0,-1-11 0,-2 1 0,-1 10 0,-10-10 0,11-1 0,-14 11 0,0-10 0,0 26 0,0-9 0,0 22 0,0-9 0,-14 13 0,11 0 797,-10 13-797,-1-9 0,11 22 0,-10-9 0,-1 13 0,11 0 0,-10 13-496,13-10 496,0 11 0,0-14 0,0 13 0,0-10 0,13 10 0,-10-13 0,11 0 0,-1 0 0,-10-13 0,24 9 0,-10-22 0,-1 9 0,11-13 0,-11 0 496,14-13-496,0 9 0,0-22 0,0 9 0,0-13 0</inkml:trace>
  <inkml:trace contextRef="#ctx0" brushRef="#br0" timeOffset="2302">12760 3355 24575,'-17'0'0,"-9"0"0,22 13 0,-22 4 0,22-1 0,-22 11 0,22-10 0,-22 13 0,22-1 0,-22 1 0,23 0 0,-11 0 0,14 0 0,0-13 0,0 10 0,0-24 0,0 24 0,0-24 0,0 10 0,14-13 0,-11 0 0,23-13 0,-22 10 0,22-24 0,-22 10 0,22-13 0,-22 0 0,22 0-618,-22-13 618,9 10 0,-13-24 0,13 24 0,-9-10 0,9 13 0,-13 0 0,13 13 0,-9 4 0,9 13 0,-13 0 0,0 0 0,0 13 618,0 4-618,13 13 0,-9 13-606,9-10 606,0 11 0,-10-1 0,24-10 0,-24 10 0,24-13 0,-10-13 0,13 10 0,-14-24 0,11 24 0,-10-24 0,12 10 0,1-26 0,0 10 0,0-24 0,0 10 0,-13-13-688,10-13 688,-24 10 0,24-24 0,-24 11 0,10-14-1767,-13-14 1767,0 11 0,0 20 0,0 0 0,0-20 0,-6 19 0,-1 1 0,4-20 0,-11-10-1100,1 26 1100,10 4 0,-24 26 0,24 4 586,-24 26-586,24 4 0,-24 26 453,24 17-453,-11 3-1060,13-21 1,2 3 1059,-1-1 0,0 1 0,0 2 0,0 0 0,-1 4 0,2 1 0,6-7 0,0 0-568,-6 0 0,1 0 568,10 0 0,3-1 0,1 33-888,-1-33 1,0-2 887,2 8 0,10 20 470,-24-36-470,23 9 690,-22-27 1,9-16-1,-13-16 1</inkml:trace>
  <inkml:trace contextRef="#ctx0" brushRef="#br0" timeOffset="2490">11352 2157 24575,'0'16'0,"13"-2"0,4-14 0,0 13 0,9-10 0,-9 11 0,13-14 0</inkml:trace>
  <inkml:trace contextRef="#ctx0" brushRef="#br0" timeOffset="3088">11502 4463 24575,'60'0'0,"0"0"0,-1 6 0,2 1 0,5-5 0,1 0-4855,0 4 0,2 1 4855,6-5 0,0-4 0,0-5 0,0 1 0,-1 4 0,1 0 0,7-5 0,-1 1 0,-10 6 0,-2 0 0,5-6 0,-1-1-526,-12 5 0,-3 0 526,-3-4 0,-3-1 113,-6 0 0,-2 1 0,29 2 0,-13-9 0</inkml:trace>
  <inkml:trace contextRef="#ctx0" brushRef="#br0" timeOffset="5406">20128 3894 24575,'0'46'0,"0"-2"0,0-14 0,0-14 0,0 11 0,0-10 0,0-1 0,0-2 0,0-1 0,0-10 0,0 10 0,0-13 0,0 0 0,0-13 0,0 10 0,0-24 0,14 11 0,-11-14 0,10 0 0,-13 0-542,14-14 542,-11 11 0,10-10 0,1 13 0,-11 0 0,10 0 0,0 0 0,-9 0 0,9 14 0,0-11 0,-9 24 0,9-24 0,-13 24 542,13-11-542,-9 14 0,9 0 0,-13 14 0,13-11 0,-9 24 0,9-11 0,-13 1 0,0 23 0,0-20 0,13 23-791,-9 0 791,9-9 0,-13 22 0,0-23 0,0 11 0,0-14 0,0 13 0,0-23 0,0 20 0,0-24 0,0 1 0,0-4 0</inkml:trace>
  <inkml:trace contextRef="#ctx0" brushRef="#br0" timeOffset="5780">20667 4044 24575,'0'-17'0,"0"4"0,0 13 0,14 0 0,-11 0 0,24 0 0,-24 0 0,24 0 0,-24 0 0,24 0 0,-11 0 0,14 0 0,0 0 0,0 0 0,0 0 0,0 0 0,0 0 0,0 0 0,0 0 0,0 0 0,0 0 0,0 0 0,0 0 0,-14-14 0,11 11 0,-24-10 0,11 13 0,-14 0 0,0 0 0,-14 0 0,-2 0 0</inkml:trace>
  <inkml:trace contextRef="#ctx0" brushRef="#br0" timeOffset="6004">21117 3834 24575,'30'0'0,"0"0"0,0 0 0,0 13 0,-14-9 0,11 9 0,-24-13 0,10 13 0,1-9 0,-11 9 0,-3 0 0,-3-9 0,-11 22 0,1-9 0,-3 13 0,-1 0 0,-10-14 0,11 11 0,-14-10 0,13 13 0,-10-14 0,24 11 0,-10-11 0</inkml:trace>
  <inkml:trace contextRef="#ctx0" brushRef="#br0" timeOffset="6512">21716 4223 24575,'0'-16'0,"0"-11"0,0 24 0,0-24 0,0 10 0,0-12 0,0-1 0,0 13 0,13-10 0,-10 11 0,11-14 0,-1 0 0,-10 13 0,24-9 0,-24 22 0,11-22 0,-1 22 0,-10-9 0,24 13 0,-24 0 0,24 0 0,-24 13 0,24-9 0,-24 22 0,10-9 0,1 13 0,-11 0 0,24 13 0,-24-10 0,10 11 0,1-15 0,-11 1 0,10 0 0,1-13 0,-11 10 0,24-24 0,-24 10 0,24 1 0,-11-24 0,1 20 0,9-24 0,-9 1 0,13-4 0,-13-13 0,9 0 0,-22 0 0,22 1 0,-22-1 0,9 0 0,0 0 0,-9 0 0,9-14 0,-13 24 0,-13-19 0,9 35 0,-9-9 0,0 13 0,9 0 0,-22 0 0,9 0 0</inkml:trace>
  <inkml:trace contextRef="#ctx0" brushRef="#br0" timeOffset="16746">19949 7997 24575,'0'17'0,"0"10"0,0-24 0,0 24 0,0-11 0,0 14 0,0 0 0,0 0 0,0 0 0,0 0 0,0 0 0,0 0 0,13 0 0,-10 0 0,11-14 0,-14 11 0,0-10 0,0-1 0,13-2 0,-10-14 0,10 13 0,-13-10 0,0 11 0,0-14 0,0-14 0,0 11 0,0-24 0,0 11 0,14-14 0,-11 0 0,10 0 0,-13 0 0,14 0-753,-11-13 753,24 9 0,-24-22 0,10 23 0,1-11 0,-11 1 0,24 10 0,-24-10 0,24 13 0,-24 0-144,10 0 144,1 0 0,-11 13 0,23-10 0,-22 24 0,22-10 747,-22 13-747,22 0 150,-22 0-150,22 13 0,-22 4 0,9 13 0,0 0 0,-9 0 0,9 13-988,-13-10 988,0 24 0,0-24 0,0 24 0,13-11 0,-9 1 0,9-4 0,-13 0 0,0-9 0,0 22 0,0-23 0,0-3 0,0-3 0,0-10 0,0-1 0,0-2 0,0-14 0,0 0 0</inkml:trace>
  <inkml:trace contextRef="#ctx0" brushRef="#br0" timeOffset="18119">20967 8177 24575,'17'0'0,"9"0"0,-9 0 0,13 0 0,0 0 0,13 0 0,-10 0 0,24 0-1667,-24 13 1667,24-9 0,-24 9 0,24-13 0,-11-13 0,1 9 0,9-9 0,-22 13 106,9 0-106,-13 0 0,0 0 0,0-13 0,0 9 0,-14-9 0,-2 13 0,-1-13 0,-10 10 1244,-3-11-1244,-3 1 79,-10 10 0,-1-24 0,-2 10 1</inkml:trace>
  <inkml:trace contextRef="#ctx0" brushRef="#br0" timeOffset="18298">21566 7938 24575,'17'46'0,"-4"-16"0,0-3 0,-9-11 0,9 14 0,0 0 0,-9 0 0,9 0 0,-13-13 0,0 9 0,0-9 0,-13 13 0,9 0 0,-9 0 0,0-13 0,9 9 0,-22-9 0,22-1 0,-9 11 0,0-24 0,9 11 0,-9-14 0</inkml:trace>
  <inkml:trace contextRef="#ctx0" brushRef="#br0" timeOffset="19818">13778 6979 24575,'0'43'0,"0"17"0,0 17-4210,0-27 0,0 3 4210,0 6 0,0 2 0,0 6 0,0 2-1731,0 12 1,0 1 1730,0 1 0,0 1-485,0-21 0,0 2 0,0 0 485,0 0 0,0 0 0,0 1-562,0 4 0,0 0 1,0 0 561,0-5 0,-1 0 0,2 1-234,3 3 0,1 0 0,0-1 234,-4-6 0,-1-2 0,2 1 0,2 4 0,1 0 0,-1-2 0,-3 22 0,-2-3 191,0-6 0,2-2-191,6-7 0,0-1 484,-6-5 1,1-2-485,4-5 0,1-2 362,0-6 1,0-2-363,-6 1 0,1-4 2643,11 9-2643,-13 20 0,0-36 3429,13 9-3429,-9-27 832,9 11 1,-13-37 0,0 7 0</inkml:trace>
  <inkml:trace contextRef="#ctx0" brushRef="#br0" timeOffset="21048">20188 7099 24575,'0'76'0,"0"-2"0,0-15-4545,0 15 4545,0-11-1002,0-20 1,0 0 1001,0 34 0,-6-26 0,-1 1 0,5-6 0,1 1 0,-6 12 0,0-1 0,7-12 0,0 1-855,0 11 1,0 1 854,0-6 0,0 0 0,0 7 0,0 0 0,1-7 0,-2 0 0,-5 6 0,-1-1 0,5-5 0,1 0 0,-6 0 0,0 1 0,6 4 0,2 0 0,-1-4 0,0-1 0,0 0 0,0 0-1001,0-1 0,0-1 1001,0-5 0,0-2 0,0 2 0,0-2-129,0 33 129,0-33 0,0-2 0,0 21 0,0 11 789,14-28-789,-11 11 2290,10-24-2290,-13 10 2580,-13-13-2580,10-13 2334,-11 10-2334,14-24 1668,0 10-1668,-13-26 181,-4 10 1,-13-24 0,0 10 0</inkml:trace>
  <inkml:trace contextRef="#ctx0" brushRef="#br0" timeOffset="22391">14527 7009 24575,'30'0'0,"0"0"0,13-13 0,4 9-3391,13-9 3391,0 13-2230,13 0 2230,3 0-763,-31 0 0,0 0 763,0 0 0,0 0 0,0 0 0,0 0 0,6 0 0,1 0 0,1 0 0,1 0 0,12-1 0,1 2 0,-6 5 0,1 1-1799,11-5 0,0 0 1799,-4 4 0,-1 1 0,6-7 0,2 0-1253,5 6 1,1 1 1252,0-5 0,2 0-537,-24 1 0,0 2 0,0 0 537,0 0 0,0 0 0,0-2-361,-1-1 1,1-2-1,0 2 361,4 2 0,1 1 0,-1-1 83,-3-3 1,0-2 0,0 1-84,8 0 0,0 0 0,0 0-23,-8 0 0,0 0 1,0 0 22,3-1 0,0 1 0,1 1 0,0 3 0,-1 1 0,0-1 0,21-2 0,0 0 0,-23 2 0,2 1 0,-1-1 68,21-3 0,-1-2-68,0 1 0,0 0 0,0-1 0,-3 2-68,-11 5 1,-1 1 67,-1-5 0,-1-1 0,-6 6 0,-1 0 445,2-6 0,-2-2-445,-5 0 0,-1 2 675,-1 5 0,-1 1-675,-5-5 0,-2-1 2051,32 13-2051,-2-14 0,-15 0 0,1 0 2448,-13 0-2448,-4 0 2958,-13 0-2958,0 0 2961,-13 0-2961,9 0 2131,-22 0-2131,9 0 970,0-14-970,-9 11 0,22-10 0,-22 13 0,9 0 0,0 0 0,-9 0 0,9 0 0,0 0 0,-9 0 0,9 0 0,-13-14 0,13 11 0,-9-10 0,9 13 0,-13 0 0,0 0 0,-13 0 0,9 0 0,-9 0 0,13 0 0,0 0 0,-13 0 0,9 0 0,-9 0 0,13 0 0,0 0 0,-13 0 0,9 0 0,-9 0 0,13-13 0,0 9 0,-13-9 0,9 13 0,-9 0 0,0 0 0,9 0 0,-9 0 0,0 0 0,9 0 0,-9-13 0,0 9 0,9-9 0,-9 13 0,0 0 0,10-13 0,-24 9 0,24-9 0,-24 0 0,24 9 0,-24-9 0,10 0 0,-13 9 0,0-22 0,0 22 0,1-9 0,-1 0-623,-14 9 623,11-9 0,-24 0 0,24 10-1256,-23-11 1256,9 14-1524,-13 0 1524,0 0 0,14 0 0,-11 0-557,24 0 557,-11 0 331,15 0-331,-1 0 1138,13 0-1138,-10 0 1605,24 0-1605,-10 0 661,-1 0-661,24 0 225,-6 0-225,26 0 0,-14 0 0,24 0 0,-20 0 0,23 0 0,-13 0 0,0 0-507,14 0 507,-11 0 0,10 0 0,-13 14 0,0-11 0,0 23 0,0-22 0,-13 22 0,9-22 0,-22 22 0,9-9 0,-13 13 0,0-13 507,0 9-507,-13-9 0,9 13 0,-22 0 0,22-14 0,-22 11 0,22-10 0,-22-1 0,22-2 0,-22-1 0,22-10 0,-9 11 0,13-14 0,0 0 0,0 13 0,0-10 0,0 11 0,0-14 0</inkml:trace>
  <inkml:trace contextRef="#ctx0" brushRef="#br0" timeOffset="23066">14557 6590 24575,'-17'13'0,"-9"-10"0,9 24 0,-13 3 0,-13 3 0,10 10-3428,-24 1 3428,24-11 0,-24 24 0,24-24 0,-24 23 0,24-22 0,-10 9 0,13-13 470,13 0-470,-9 0 0,22 0 697,-9-14-697,13 11 0,0-24 0,0 24 1747,13-24-1747,4 24 0,13-24 0,13 11-516,-10-14 516,24 0 0,-10 0 0,13 0 0,-14 0-1414,11-14 1414,-11 11 0,14-10 0,0-1 0,-13 11 0,-4-10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675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E0B4014-25B1-403B-AFCC-EB4F90D9DA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163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921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126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741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94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6550693" y="8870058"/>
            <a:ext cx="269634" cy="276232"/>
          </a:xfrm>
          <a:ln/>
        </p:spPr>
        <p:txBody>
          <a:bodyPr/>
          <a:lstStyle/>
          <a:p>
            <a:fld id="{1B58107C-6005-4E5C-9BA7-E9554534DA0C}" type="slidenum">
              <a:rPr lang="ar-SA"/>
              <a:pPr/>
              <a:t>16</a:t>
            </a:fld>
            <a:endParaRPr lang="en-GB"/>
          </a:p>
        </p:txBody>
      </p:sp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52525" y="703263"/>
            <a:ext cx="4592638" cy="3446462"/>
          </a:xfrm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xfrm>
            <a:off x="930830" y="5790570"/>
            <a:ext cx="185692" cy="276232"/>
          </a:xfrm>
        </p:spPr>
        <p:txBody>
          <a:bodyPr/>
          <a:lstStyle/>
          <a:p>
            <a:endParaRPr lang="en-US"/>
          </a:p>
        </p:txBody>
      </p:sp>
      <p:sp>
        <p:nvSpPr>
          <p:cNvPr id="19460" name="Slide Number Placeholder 3"/>
          <p:cNvSpPr txBox="1">
            <a:spLocks noGrp="1"/>
          </p:cNvSpPr>
          <p:nvPr/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b"/>
          <a:lstStyle/>
          <a:p>
            <a:pPr algn="l"/>
            <a:fld id="{213B4182-C50D-44D1-8AB7-96DEDF6D75DD}" type="slidenum">
              <a:rPr lang="ar-SA" sz="1200"/>
              <a:pPr algn="l"/>
              <a:t>16</a:t>
            </a:fld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6550693" y="8870058"/>
            <a:ext cx="269634" cy="276232"/>
          </a:xfrm>
          <a:ln/>
        </p:spPr>
        <p:txBody>
          <a:bodyPr/>
          <a:lstStyle/>
          <a:p>
            <a:fld id="{9D3B7290-DA47-4B8C-A75F-6B2C2F934525}" type="slidenum">
              <a:rPr lang="ar-SA"/>
              <a:pPr/>
              <a:t>17</a:t>
            </a:fld>
            <a:endParaRPr lang="en-GB"/>
          </a:p>
        </p:txBody>
      </p:sp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xfrm>
            <a:off x="930830" y="5790570"/>
            <a:ext cx="185692" cy="276232"/>
          </a:xfrm>
        </p:spPr>
        <p:txBody>
          <a:bodyPr/>
          <a:lstStyle/>
          <a:p>
            <a:endParaRPr lang="en-US"/>
          </a:p>
        </p:txBody>
      </p:sp>
      <p:sp>
        <p:nvSpPr>
          <p:cNvPr id="31748" name="Slide Number Placeholder 3"/>
          <p:cNvSpPr txBox="1">
            <a:spLocks noGrp="1"/>
          </p:cNvSpPr>
          <p:nvPr/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b"/>
          <a:lstStyle/>
          <a:p>
            <a:pPr algn="l"/>
            <a:fld id="{8611289F-798D-4308-9A27-010C6571BE16}" type="slidenum">
              <a:rPr lang="ar-SA" sz="1200"/>
              <a:pPr algn="l"/>
              <a:t>17</a:t>
            </a:fld>
            <a:endParaRPr 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6550693" y="8870058"/>
            <a:ext cx="269634" cy="276232"/>
          </a:xfrm>
          <a:ln/>
        </p:spPr>
        <p:txBody>
          <a:bodyPr/>
          <a:lstStyle/>
          <a:p>
            <a:fld id="{0A640BE3-A1C6-476B-B3A7-3209C3948B44}" type="slidenum">
              <a:rPr lang="ar-SA"/>
              <a:pPr/>
              <a:t>18</a:t>
            </a:fld>
            <a:endParaRPr lang="en-GB"/>
          </a:p>
        </p:txBody>
      </p:sp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xfrm>
            <a:off x="930830" y="5790570"/>
            <a:ext cx="185692" cy="276232"/>
          </a:xfrm>
        </p:spPr>
        <p:txBody>
          <a:bodyPr/>
          <a:lstStyle/>
          <a:p>
            <a:endParaRPr lang="en-US"/>
          </a:p>
        </p:txBody>
      </p:sp>
      <p:sp>
        <p:nvSpPr>
          <p:cNvPr id="33796" name="Slide Number Placeholder 3"/>
          <p:cNvSpPr txBox="1">
            <a:spLocks noGrp="1"/>
          </p:cNvSpPr>
          <p:nvPr/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b"/>
          <a:lstStyle/>
          <a:p>
            <a:pPr algn="l"/>
            <a:fld id="{3DD2538A-0543-49F6-9A4A-9BA4F37ED8D6}" type="slidenum">
              <a:rPr lang="ar-SA" sz="1200"/>
              <a:pPr algn="l"/>
              <a:t>18</a:t>
            </a:fld>
            <a:endParaRPr 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6550693" y="8870058"/>
            <a:ext cx="269634" cy="276232"/>
          </a:xfrm>
          <a:ln/>
        </p:spPr>
        <p:txBody>
          <a:bodyPr/>
          <a:lstStyle/>
          <a:p>
            <a:fld id="{1B224338-F820-4702-BFAE-2E6A7C1FE9D8}" type="slidenum">
              <a:rPr lang="ar-SA"/>
              <a:pPr/>
              <a:t>19</a:t>
            </a:fld>
            <a:endParaRPr lang="en-GB"/>
          </a:p>
        </p:txBody>
      </p:sp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xfrm>
            <a:off x="930830" y="5790570"/>
            <a:ext cx="185692" cy="276232"/>
          </a:xfrm>
        </p:spPr>
        <p:txBody>
          <a:bodyPr/>
          <a:lstStyle/>
          <a:p>
            <a:endParaRPr lang="en-US"/>
          </a:p>
        </p:txBody>
      </p:sp>
      <p:sp>
        <p:nvSpPr>
          <p:cNvPr id="39940" name="Slide Number Placeholder 3"/>
          <p:cNvSpPr txBox="1">
            <a:spLocks noGrp="1"/>
          </p:cNvSpPr>
          <p:nvPr/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b"/>
          <a:lstStyle/>
          <a:p>
            <a:pPr algn="l"/>
            <a:fld id="{198B5357-3AB4-4BD3-906C-E45040774915}" type="slidenum">
              <a:rPr lang="ar-SA" sz="1200"/>
              <a:pPr algn="l"/>
              <a:t>19</a:t>
            </a:fld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8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057400" y="1828800"/>
            <a:ext cx="7086600" cy="2209800"/>
          </a:xfrm>
        </p:spPr>
        <p:txBody>
          <a:bodyPr/>
          <a:lstStyle>
            <a:lvl1pPr>
              <a:defRPr sz="38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838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charset="2"/>
              <a:buNone/>
              <a:defRPr sz="18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525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A283B06-93A5-4CF1-9190-ED206EC2E2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207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2338C72-4999-48C0-AB5B-0D7ECB3C10D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46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96752"/>
            <a:ext cx="4038600" cy="56612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96752"/>
            <a:ext cx="4038600" cy="56612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ED23FA-38C4-4877-A4F3-44A89ABE850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88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22527F1-B930-4B63-9751-0E1C12DD33D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07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6A5372-FD79-43E8-868A-53EB5C71284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16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694564C-648C-4C79-8A0A-58EFF40D43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0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CFEB2-3EF9-4169-AEFD-8D3EDB732A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0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2F739C-A2E5-404F-8652-069D8BE5199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62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669A765-E141-4034-AAEC-8EF37306746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14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457200"/>
            <a:ext cx="207645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457200"/>
            <a:ext cx="607695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1846CEF-3FB6-4A78-9CED-103A4F5F09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67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100" y="93663"/>
            <a:ext cx="8547100" cy="7810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035050"/>
            <a:ext cx="4202113" cy="528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9313" y="1035050"/>
            <a:ext cx="4203700" cy="528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667000" y="6400800"/>
            <a:ext cx="42672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87990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457200"/>
            <a:ext cx="8496944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735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8" y="1124744"/>
            <a:ext cx="8496944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736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9906D71-DEEB-4B05-8855-1B496596C50E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3809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oleObject" Target="../embeddings/oleObject6.bin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5.png"/><Relationship Id="rId4" Type="http://schemas.openxmlformats.org/officeDocument/2006/relationships/image" Target="../media/image11.wmf"/><Relationship Id="rId9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oleObject" Target="../embeddings/oleObject8.bin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11" Type="http://schemas.openxmlformats.org/officeDocument/2006/relationships/image" Target="../media/image20.png"/><Relationship Id="rId5" Type="http://schemas.openxmlformats.org/officeDocument/2006/relationships/oleObject" Target="../embeddings/oleObject9.bin"/><Relationship Id="rId10" Type="http://schemas.openxmlformats.org/officeDocument/2006/relationships/customXml" Target="../ink/ink4.xml"/><Relationship Id="rId4" Type="http://schemas.openxmlformats.org/officeDocument/2006/relationships/image" Target="../media/image16.wmf"/><Relationship Id="rId9" Type="http://schemas.openxmlformats.org/officeDocument/2006/relationships/image" Target="../media/image1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oleObject" Target="../embeddings/oleObject11.bin"/><Relationship Id="rId7" Type="http://schemas.openxmlformats.org/officeDocument/2006/relationships/customXml" Target="../ink/ink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7.png"/><Relationship Id="rId4" Type="http://schemas.openxmlformats.org/officeDocument/2006/relationships/image" Target="../media/image24.wmf"/><Relationship Id="rId9" Type="http://schemas.openxmlformats.org/officeDocument/2006/relationships/customXml" Target="../ink/ink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oleObject" Target="../embeddings/oleObject16.bin"/><Relationship Id="rId7" Type="http://schemas.openxmlformats.org/officeDocument/2006/relationships/customXml" Target="../ink/ink8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9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oleObject" Target="../embeddings/oleObject18.bin"/><Relationship Id="rId7" Type="http://schemas.openxmlformats.org/officeDocument/2006/relationships/customXml" Target="../ink/ink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3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customXml" Target="../ink/ink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customXml" Target="../ink/ink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DSP: Filter design (FIR)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114800" y="4267200"/>
            <a:ext cx="4876800" cy="2209800"/>
          </a:xfrm>
        </p:spPr>
        <p:txBody>
          <a:bodyPr/>
          <a:lstStyle/>
          <a:p>
            <a:r>
              <a:rPr lang="en-US" dirty="0"/>
              <a:t>Irwan Prasetya Gunawan</a:t>
            </a:r>
          </a:p>
          <a:p>
            <a:r>
              <a:rPr lang="en-US" dirty="0"/>
              <a:t>Informatics Engineering</a:t>
            </a:r>
          </a:p>
          <a:p>
            <a:r>
              <a:rPr lang="en-US" dirty="0"/>
              <a:t>irwan.gunawan@bakrie.ac.id</a:t>
            </a:r>
          </a:p>
          <a:p>
            <a:endParaRPr lang="en-US" dirty="0"/>
          </a:p>
          <a:p>
            <a:r>
              <a:rPr lang="en-US" dirty="0"/>
              <a:t>Last Updated: </a:t>
            </a:r>
            <a:fld id="{772AABE6-8D9C-4B6C-83F0-DC7E24128615}" type="datetime1">
              <a:rPr lang="en-US" smtClean="0"/>
              <a:t>7/6/21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69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496944" cy="533400"/>
          </a:xfrm>
        </p:spPr>
        <p:txBody>
          <a:bodyPr/>
          <a:lstStyle/>
          <a:p>
            <a:r>
              <a:rPr lang="en-US" dirty="0"/>
              <a:t>Quick Review of LTI Systems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36712"/>
            <a:ext cx="8610600" cy="5335488"/>
          </a:xfrm>
        </p:spPr>
        <p:txBody>
          <a:bodyPr/>
          <a:lstStyle/>
          <a:p>
            <a:r>
              <a:rPr lang="en-US" dirty="0"/>
              <a:t>LTI Systems are uniquely determined by their impulse response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write the input-output relation also in the z-domain</a:t>
            </a:r>
          </a:p>
          <a:p>
            <a:endParaRPr lang="en-US" dirty="0"/>
          </a:p>
          <a:p>
            <a:r>
              <a:rPr lang="en-US" dirty="0"/>
              <a:t>Or we can define an LTI system with its frequency response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H(</a:t>
            </a:r>
            <a:r>
              <a:rPr lang="en-US" dirty="0" err="1"/>
              <a:t>e</a:t>
            </a:r>
            <a:r>
              <a:rPr lang="en-US" baseline="30000" dirty="0" err="1"/>
              <a:t>j</a:t>
            </a:r>
            <a:r>
              <a:rPr lang="en-US" baseline="30000" dirty="0">
                <a:sym typeface="Symbol" pitchFamily="18" charset="2"/>
              </a:rPr>
              <a:t></a:t>
            </a:r>
            <a:r>
              <a:rPr lang="en-US" dirty="0"/>
              <a:t>) defines magnitude and phase change at each frequency</a:t>
            </a:r>
          </a:p>
          <a:p>
            <a:r>
              <a:rPr lang="en-US" dirty="0"/>
              <a:t>We can define a magnitude response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a phase response</a:t>
            </a:r>
          </a:p>
        </p:txBody>
      </p:sp>
      <p:graphicFrame>
        <p:nvGraphicFramePr>
          <p:cNvPr id="839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672699"/>
              </p:ext>
            </p:extLst>
          </p:nvPr>
        </p:nvGraphicFramePr>
        <p:xfrm>
          <a:off x="2487613" y="1154832"/>
          <a:ext cx="4076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99" name="Equation" r:id="rId3" imgW="2311200" imgH="431640" progId="Equation.3">
                  <p:embed/>
                </p:oleObj>
              </mc:Choice>
              <mc:Fallback>
                <p:oleObj name="Equation" r:id="rId3" imgW="23112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613" y="1154832"/>
                        <a:ext cx="40767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7" name="Object 9"/>
          <p:cNvGraphicFramePr>
            <a:graphicFrameLocks noChangeAspect="1"/>
          </p:cNvGraphicFramePr>
          <p:nvPr/>
        </p:nvGraphicFramePr>
        <p:xfrm>
          <a:off x="3608388" y="2351088"/>
          <a:ext cx="18367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00" name="Equation" r:id="rId5" imgW="1041120" imgH="215640" progId="Equation.3">
                  <p:embed/>
                </p:oleObj>
              </mc:Choice>
              <mc:Fallback>
                <p:oleObj name="Equation" r:id="rId5" imgW="10411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8388" y="2351088"/>
                        <a:ext cx="183673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127595"/>
              </p:ext>
            </p:extLst>
          </p:nvPr>
        </p:nvGraphicFramePr>
        <p:xfrm>
          <a:off x="3305175" y="3212976"/>
          <a:ext cx="24415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01" name="Equation" r:id="rId7" imgW="1384200" imgH="228600" progId="Equation.3">
                  <p:embed/>
                </p:oleObj>
              </mc:Choice>
              <mc:Fallback>
                <p:oleObj name="Equation" r:id="rId7" imgW="1384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5175" y="3212976"/>
                        <a:ext cx="244157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9" name="Object 11"/>
          <p:cNvGraphicFramePr>
            <a:graphicFrameLocks noChangeAspect="1"/>
          </p:cNvGraphicFramePr>
          <p:nvPr/>
        </p:nvGraphicFramePr>
        <p:xfrm>
          <a:off x="3194050" y="4667250"/>
          <a:ext cx="266541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02" name="Equation" r:id="rId9" imgW="1511280" imgH="279360" progId="Equation.3">
                  <p:embed/>
                </p:oleObj>
              </mc:Choice>
              <mc:Fallback>
                <p:oleObj name="Equation" r:id="rId9" imgW="151128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050" y="4667250"/>
                        <a:ext cx="266541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318339"/>
              </p:ext>
            </p:extLst>
          </p:nvPr>
        </p:nvGraphicFramePr>
        <p:xfrm>
          <a:off x="2846388" y="5733256"/>
          <a:ext cx="336073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03" name="Equation" r:id="rId11" imgW="1904760" imgH="228600" progId="Equation.3">
                  <p:embed/>
                </p:oleObj>
              </mc:Choice>
              <mc:Fallback>
                <p:oleObj name="Equation" r:id="rId11" imgW="19047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388" y="5733256"/>
                        <a:ext cx="336073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6691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Filters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8300" y="1268413"/>
            <a:ext cx="8153400" cy="4711700"/>
          </a:xfrm>
        </p:spPr>
        <p:txBody>
          <a:bodyPr/>
          <a:lstStyle/>
          <a:p>
            <a:pPr marL="419100" indent="-419100" eaLnBrk="1" hangingPunct="1">
              <a:lnSpc>
                <a:spcPct val="100000"/>
              </a:lnSpc>
              <a:buFont typeface="Wingdings" pitchFamily="2" charset="2"/>
              <a:buNone/>
            </a:pPr>
            <a:r>
              <a:rPr lang="en-US" sz="2400" dirty="0"/>
              <a:t>Filters have an important property</a:t>
            </a:r>
          </a:p>
          <a:p>
            <a:pPr marL="419100" indent="-419100" eaLnBrk="1" hangingPunct="1">
              <a:lnSpc>
                <a:spcPct val="100000"/>
              </a:lnSpc>
              <a:buFont typeface="Wingdings" pitchFamily="2" charset="2"/>
              <a:buNone/>
            </a:pPr>
            <a:r>
              <a:rPr lang="en-US" sz="2400" dirty="0"/>
              <a:t>              </a:t>
            </a:r>
            <a:r>
              <a:rPr lang="en-US" sz="2400" b="1" dirty="0"/>
              <a:t>Y(</a:t>
            </a:r>
            <a:r>
              <a:rPr lang="en-US" sz="2400" b="1" dirty="0">
                <a:sym typeface="Symbol" pitchFamily="18" charset="2"/>
              </a:rPr>
              <a:t></a:t>
            </a:r>
            <a:r>
              <a:rPr lang="en-US" sz="2400" b="1" dirty="0"/>
              <a:t>) = H(</a:t>
            </a:r>
            <a:r>
              <a:rPr lang="en-US" sz="2400" b="1" dirty="0">
                <a:sym typeface="Symbol" pitchFamily="18" charset="2"/>
              </a:rPr>
              <a:t></a:t>
            </a:r>
            <a:r>
              <a:rPr lang="en-US" sz="2400" b="1" dirty="0"/>
              <a:t>) X(</a:t>
            </a:r>
            <a:r>
              <a:rPr lang="en-US" sz="2400" b="1" dirty="0">
                <a:sym typeface="Symbol" pitchFamily="18" charset="2"/>
              </a:rPr>
              <a:t></a:t>
            </a:r>
            <a:r>
              <a:rPr lang="en-US" sz="2400" b="1" dirty="0"/>
              <a:t>)            </a:t>
            </a:r>
            <a:r>
              <a:rPr lang="en-US" sz="2400" b="1" dirty="0" err="1"/>
              <a:t>Y</a:t>
            </a:r>
            <a:r>
              <a:rPr lang="en-US" sz="2400" b="1" baseline="-250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k</a:t>
            </a:r>
            <a:r>
              <a:rPr lang="en-US" sz="2400" b="1" baseline="-250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400" b="1" dirty="0"/>
              <a:t>= </a:t>
            </a:r>
            <a:r>
              <a:rPr lang="en-US" sz="2400" b="1" dirty="0" err="1"/>
              <a:t>H</a:t>
            </a:r>
            <a:r>
              <a:rPr lang="en-US" sz="2400" b="1" baseline="-250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k</a:t>
            </a:r>
            <a:r>
              <a:rPr lang="en-US" sz="2400" b="1" dirty="0"/>
              <a:t> </a:t>
            </a:r>
            <a:r>
              <a:rPr lang="en-US" sz="2400" b="1" dirty="0" err="1"/>
              <a:t>X</a:t>
            </a:r>
            <a:r>
              <a:rPr lang="en-US" sz="2400" b="1" baseline="-25000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k</a:t>
            </a:r>
            <a:endParaRPr lang="en-US" sz="2400" b="1" dirty="0"/>
          </a:p>
          <a:p>
            <a:pPr marL="419100" indent="-419100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sz="2400" dirty="0"/>
              <a:t>In particular, if the input has no energy at frequency f</a:t>
            </a:r>
          </a:p>
          <a:p>
            <a:pPr marL="876300" lvl="1" indent="-419100"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then the output also has no energy at frequency f</a:t>
            </a:r>
          </a:p>
          <a:p>
            <a:pPr marL="876300" lvl="1" indent="-419100"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(what you get out of it depends on what you put into it)</a:t>
            </a:r>
          </a:p>
          <a:p>
            <a:pPr marL="419100" indent="-419100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sz="2400" dirty="0"/>
              <a:t>This is the reason to call it a </a:t>
            </a:r>
            <a:r>
              <a:rPr lang="en-US" sz="2400" b="1" dirty="0"/>
              <a:t>filter</a:t>
            </a:r>
          </a:p>
          <a:p>
            <a:pPr marL="876300" lvl="1" indent="-419100"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just like a colored light filter (or a coffee filter …)</a:t>
            </a:r>
          </a:p>
          <a:p>
            <a:pPr marL="419100" indent="-419100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sz="2400" dirty="0"/>
              <a:t>Filters are used for many purposes, for example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sz="2000" dirty="0"/>
              <a:t>filtering out noise or narrowband interference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sz="2000" dirty="0"/>
              <a:t>separating two signals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sz="2000" dirty="0"/>
              <a:t>integrating and differentiating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</a:pPr>
            <a:r>
              <a:rPr lang="en-US" sz="2000" dirty="0"/>
              <a:t>emphasizing or de-emphasizing frequency ranges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10000"/>
              </a:spcBef>
            </a:pPr>
            <a:endParaRPr lang="en-US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B4C9B59-67D9-314F-B104-A1D5C3D67B51}"/>
                  </a:ext>
                </a:extLst>
              </p14:cNvPr>
              <p14:cNvContentPartPr/>
              <p14:nvPr/>
            </p14:nvContentPartPr>
            <p14:xfrm>
              <a:off x="4119120" y="1585080"/>
              <a:ext cx="3601800" cy="518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B4C9B59-67D9-314F-B104-A1D5C3D67B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09760" y="1575720"/>
                <a:ext cx="3620520" cy="53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6733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Filter design</a:t>
            </a:r>
          </a:p>
        </p:txBody>
      </p:sp>
      <p:grpSp>
        <p:nvGrpSpPr>
          <p:cNvPr id="30724" name="Group 1056"/>
          <p:cNvGrpSpPr>
            <a:grpSpLocks/>
          </p:cNvGrpSpPr>
          <p:nvPr/>
        </p:nvGrpSpPr>
        <p:grpSpPr bwMode="auto">
          <a:xfrm>
            <a:off x="749300" y="1943100"/>
            <a:ext cx="1358900" cy="1362075"/>
            <a:chOff x="584" y="1504"/>
            <a:chExt cx="856" cy="858"/>
          </a:xfrm>
        </p:grpSpPr>
        <p:sp>
          <p:nvSpPr>
            <p:cNvPr id="30774" name="Line 1029"/>
            <p:cNvSpPr>
              <a:spLocks noChangeShapeType="1"/>
            </p:cNvSpPr>
            <p:nvPr/>
          </p:nvSpPr>
          <p:spPr bwMode="auto">
            <a:xfrm flipV="1">
              <a:off x="696" y="1504"/>
              <a:ext cx="0" cy="5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5" name="Line 1030"/>
            <p:cNvSpPr>
              <a:spLocks noChangeShapeType="1"/>
            </p:cNvSpPr>
            <p:nvPr/>
          </p:nvSpPr>
          <p:spPr bwMode="auto">
            <a:xfrm>
              <a:off x="696" y="2072"/>
              <a:ext cx="5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6" name="Line 1031"/>
            <p:cNvSpPr>
              <a:spLocks noChangeShapeType="1"/>
            </p:cNvSpPr>
            <p:nvPr/>
          </p:nvSpPr>
          <p:spPr bwMode="auto">
            <a:xfrm>
              <a:off x="696" y="1720"/>
              <a:ext cx="20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7" name="Line 1032"/>
            <p:cNvSpPr>
              <a:spLocks noChangeShapeType="1"/>
            </p:cNvSpPr>
            <p:nvPr/>
          </p:nvSpPr>
          <p:spPr bwMode="auto">
            <a:xfrm>
              <a:off x="904" y="1720"/>
              <a:ext cx="0" cy="35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8" name="Text Box 1033"/>
            <p:cNvSpPr txBox="1">
              <a:spLocks noChangeArrowheads="1"/>
            </p:cNvSpPr>
            <p:nvPr/>
          </p:nvSpPr>
          <p:spPr bwMode="auto">
            <a:xfrm>
              <a:off x="584" y="2112"/>
              <a:ext cx="8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 b="0">
                  <a:latin typeface="Arial" charset="0"/>
                  <a:cs typeface="Arial" charset="0"/>
                </a:rPr>
                <a:t>low pass</a:t>
              </a:r>
            </a:p>
          </p:txBody>
        </p:sp>
        <p:sp>
          <p:nvSpPr>
            <p:cNvPr id="30779" name="Text Box 1034"/>
            <p:cNvSpPr txBox="1">
              <a:spLocks noChangeArrowheads="1"/>
            </p:cNvSpPr>
            <p:nvPr/>
          </p:nvSpPr>
          <p:spPr bwMode="auto">
            <a:xfrm>
              <a:off x="1264" y="1976"/>
              <a:ext cx="1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400" b="0">
                  <a:latin typeface="Arial" charset="0"/>
                  <a:cs typeface="Arial" charset="0"/>
                </a:rPr>
                <a:t>f</a:t>
              </a:r>
            </a:p>
          </p:txBody>
        </p:sp>
      </p:grpSp>
      <p:grpSp>
        <p:nvGrpSpPr>
          <p:cNvPr id="30725" name="Group 1057"/>
          <p:cNvGrpSpPr>
            <a:grpSpLocks/>
          </p:cNvGrpSpPr>
          <p:nvPr/>
        </p:nvGrpSpPr>
        <p:grpSpPr bwMode="auto">
          <a:xfrm>
            <a:off x="2273300" y="1943100"/>
            <a:ext cx="1346200" cy="1362075"/>
            <a:chOff x="1544" y="1504"/>
            <a:chExt cx="848" cy="858"/>
          </a:xfrm>
        </p:grpSpPr>
        <p:sp>
          <p:nvSpPr>
            <p:cNvPr id="30768" name="Line 1035"/>
            <p:cNvSpPr>
              <a:spLocks noChangeShapeType="1"/>
            </p:cNvSpPr>
            <p:nvPr/>
          </p:nvSpPr>
          <p:spPr bwMode="auto">
            <a:xfrm flipV="1">
              <a:off x="1656" y="1504"/>
              <a:ext cx="0" cy="5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9" name="Line 1036"/>
            <p:cNvSpPr>
              <a:spLocks noChangeShapeType="1"/>
            </p:cNvSpPr>
            <p:nvPr/>
          </p:nvSpPr>
          <p:spPr bwMode="auto">
            <a:xfrm>
              <a:off x="1656" y="2072"/>
              <a:ext cx="5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0" name="Line 1037"/>
            <p:cNvSpPr>
              <a:spLocks noChangeShapeType="1"/>
            </p:cNvSpPr>
            <p:nvPr/>
          </p:nvSpPr>
          <p:spPr bwMode="auto">
            <a:xfrm>
              <a:off x="1856" y="1720"/>
              <a:ext cx="33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1" name="Line 1038"/>
            <p:cNvSpPr>
              <a:spLocks noChangeShapeType="1"/>
            </p:cNvSpPr>
            <p:nvPr/>
          </p:nvSpPr>
          <p:spPr bwMode="auto">
            <a:xfrm>
              <a:off x="1864" y="1720"/>
              <a:ext cx="0" cy="35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72" name="Text Box 1039"/>
            <p:cNvSpPr txBox="1">
              <a:spLocks noChangeArrowheads="1"/>
            </p:cNvSpPr>
            <p:nvPr/>
          </p:nvSpPr>
          <p:spPr bwMode="auto">
            <a:xfrm>
              <a:off x="1544" y="2112"/>
              <a:ext cx="8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 b="0">
                  <a:latin typeface="Arial" charset="0"/>
                  <a:cs typeface="Arial" charset="0"/>
                </a:rPr>
                <a:t>high pass</a:t>
              </a:r>
            </a:p>
          </p:txBody>
        </p:sp>
        <p:sp>
          <p:nvSpPr>
            <p:cNvPr id="30773" name="Text Box 1040"/>
            <p:cNvSpPr txBox="1">
              <a:spLocks noChangeArrowheads="1"/>
            </p:cNvSpPr>
            <p:nvPr/>
          </p:nvSpPr>
          <p:spPr bwMode="auto">
            <a:xfrm>
              <a:off x="2216" y="1976"/>
              <a:ext cx="1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400" b="0">
                  <a:latin typeface="Arial" charset="0"/>
                  <a:cs typeface="Arial" charset="0"/>
                </a:rPr>
                <a:t>f</a:t>
              </a:r>
            </a:p>
          </p:txBody>
        </p:sp>
      </p:grpSp>
      <p:grpSp>
        <p:nvGrpSpPr>
          <p:cNvPr id="30726" name="Group 1058"/>
          <p:cNvGrpSpPr>
            <a:grpSpLocks/>
          </p:cNvGrpSpPr>
          <p:nvPr/>
        </p:nvGrpSpPr>
        <p:grpSpPr bwMode="auto">
          <a:xfrm>
            <a:off x="3810000" y="1943100"/>
            <a:ext cx="1447800" cy="1362075"/>
            <a:chOff x="2512" y="1504"/>
            <a:chExt cx="912" cy="858"/>
          </a:xfrm>
        </p:grpSpPr>
        <p:sp>
          <p:nvSpPr>
            <p:cNvPr id="30761" name="Line 1041"/>
            <p:cNvSpPr>
              <a:spLocks noChangeShapeType="1"/>
            </p:cNvSpPr>
            <p:nvPr/>
          </p:nvSpPr>
          <p:spPr bwMode="auto">
            <a:xfrm flipV="1">
              <a:off x="2624" y="1504"/>
              <a:ext cx="0" cy="5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2" name="Line 1042"/>
            <p:cNvSpPr>
              <a:spLocks noChangeShapeType="1"/>
            </p:cNvSpPr>
            <p:nvPr/>
          </p:nvSpPr>
          <p:spPr bwMode="auto">
            <a:xfrm>
              <a:off x="2624" y="2072"/>
              <a:ext cx="5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3" name="Line 1043"/>
            <p:cNvSpPr>
              <a:spLocks noChangeShapeType="1"/>
            </p:cNvSpPr>
            <p:nvPr/>
          </p:nvSpPr>
          <p:spPr bwMode="auto">
            <a:xfrm>
              <a:off x="2824" y="1720"/>
              <a:ext cx="21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4" name="Line 1044"/>
            <p:cNvSpPr>
              <a:spLocks noChangeShapeType="1"/>
            </p:cNvSpPr>
            <p:nvPr/>
          </p:nvSpPr>
          <p:spPr bwMode="auto">
            <a:xfrm>
              <a:off x="2832" y="1720"/>
              <a:ext cx="0" cy="35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5" name="Text Box 1045"/>
            <p:cNvSpPr txBox="1">
              <a:spLocks noChangeArrowheads="1"/>
            </p:cNvSpPr>
            <p:nvPr/>
          </p:nvSpPr>
          <p:spPr bwMode="auto">
            <a:xfrm>
              <a:off x="2512" y="2112"/>
              <a:ext cx="9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 b="0">
                  <a:latin typeface="Arial" charset="0"/>
                  <a:cs typeface="Arial" charset="0"/>
                </a:rPr>
                <a:t>band pass</a:t>
              </a:r>
            </a:p>
          </p:txBody>
        </p:sp>
        <p:sp>
          <p:nvSpPr>
            <p:cNvPr id="30766" name="Text Box 1046"/>
            <p:cNvSpPr txBox="1">
              <a:spLocks noChangeArrowheads="1"/>
            </p:cNvSpPr>
            <p:nvPr/>
          </p:nvSpPr>
          <p:spPr bwMode="auto">
            <a:xfrm>
              <a:off x="3184" y="1976"/>
              <a:ext cx="1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400" b="0">
                  <a:latin typeface="Arial" charset="0"/>
                  <a:cs typeface="Arial" charset="0"/>
                </a:rPr>
                <a:t>f</a:t>
              </a:r>
            </a:p>
          </p:txBody>
        </p:sp>
        <p:sp>
          <p:nvSpPr>
            <p:cNvPr id="30767" name="Line 1047"/>
            <p:cNvSpPr>
              <a:spLocks noChangeShapeType="1"/>
            </p:cNvSpPr>
            <p:nvPr/>
          </p:nvSpPr>
          <p:spPr bwMode="auto">
            <a:xfrm>
              <a:off x="3040" y="1720"/>
              <a:ext cx="0" cy="35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727" name="Group 1059"/>
          <p:cNvGrpSpPr>
            <a:grpSpLocks/>
          </p:cNvGrpSpPr>
          <p:nvPr/>
        </p:nvGrpSpPr>
        <p:grpSpPr bwMode="auto">
          <a:xfrm>
            <a:off x="5359400" y="1943100"/>
            <a:ext cx="1447800" cy="1362075"/>
            <a:chOff x="3536" y="1504"/>
            <a:chExt cx="912" cy="858"/>
          </a:xfrm>
        </p:grpSpPr>
        <p:sp>
          <p:nvSpPr>
            <p:cNvPr id="30753" name="Line 1048"/>
            <p:cNvSpPr>
              <a:spLocks noChangeShapeType="1"/>
            </p:cNvSpPr>
            <p:nvPr/>
          </p:nvSpPr>
          <p:spPr bwMode="auto">
            <a:xfrm flipV="1">
              <a:off x="3648" y="1504"/>
              <a:ext cx="0" cy="5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4" name="Line 1049"/>
            <p:cNvSpPr>
              <a:spLocks noChangeShapeType="1"/>
            </p:cNvSpPr>
            <p:nvPr/>
          </p:nvSpPr>
          <p:spPr bwMode="auto">
            <a:xfrm>
              <a:off x="3648" y="2072"/>
              <a:ext cx="5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5" name="Line 1050"/>
            <p:cNvSpPr>
              <a:spLocks noChangeShapeType="1"/>
            </p:cNvSpPr>
            <p:nvPr/>
          </p:nvSpPr>
          <p:spPr bwMode="auto">
            <a:xfrm>
              <a:off x="3640" y="1720"/>
              <a:ext cx="21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6" name="Line 1051"/>
            <p:cNvSpPr>
              <a:spLocks noChangeShapeType="1"/>
            </p:cNvSpPr>
            <p:nvPr/>
          </p:nvSpPr>
          <p:spPr bwMode="auto">
            <a:xfrm>
              <a:off x="3856" y="1720"/>
              <a:ext cx="0" cy="35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7" name="Text Box 1052"/>
            <p:cNvSpPr txBox="1">
              <a:spLocks noChangeArrowheads="1"/>
            </p:cNvSpPr>
            <p:nvPr/>
          </p:nvSpPr>
          <p:spPr bwMode="auto">
            <a:xfrm>
              <a:off x="3536" y="2112"/>
              <a:ext cx="9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 b="0">
                  <a:latin typeface="Arial" charset="0"/>
                  <a:cs typeface="Arial" charset="0"/>
                </a:rPr>
                <a:t>band stop</a:t>
              </a:r>
            </a:p>
          </p:txBody>
        </p:sp>
        <p:sp>
          <p:nvSpPr>
            <p:cNvPr id="30758" name="Text Box 1053"/>
            <p:cNvSpPr txBox="1">
              <a:spLocks noChangeArrowheads="1"/>
            </p:cNvSpPr>
            <p:nvPr/>
          </p:nvSpPr>
          <p:spPr bwMode="auto">
            <a:xfrm>
              <a:off x="4208" y="1976"/>
              <a:ext cx="1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400" b="0">
                  <a:latin typeface="Arial" charset="0"/>
                  <a:cs typeface="Arial" charset="0"/>
                </a:rPr>
                <a:t>f</a:t>
              </a:r>
            </a:p>
          </p:txBody>
        </p:sp>
        <p:sp>
          <p:nvSpPr>
            <p:cNvPr id="30759" name="Line 1054"/>
            <p:cNvSpPr>
              <a:spLocks noChangeShapeType="1"/>
            </p:cNvSpPr>
            <p:nvPr/>
          </p:nvSpPr>
          <p:spPr bwMode="auto">
            <a:xfrm>
              <a:off x="3960" y="1720"/>
              <a:ext cx="0" cy="35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0" name="Line 1055"/>
            <p:cNvSpPr>
              <a:spLocks noChangeShapeType="1"/>
            </p:cNvSpPr>
            <p:nvPr/>
          </p:nvSpPr>
          <p:spPr bwMode="auto">
            <a:xfrm>
              <a:off x="3952" y="1720"/>
              <a:ext cx="21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728" name="Group 1070"/>
          <p:cNvGrpSpPr>
            <a:grpSpLocks/>
          </p:cNvGrpSpPr>
          <p:nvPr/>
        </p:nvGrpSpPr>
        <p:grpSpPr bwMode="auto">
          <a:xfrm>
            <a:off x="7048500" y="1943100"/>
            <a:ext cx="1181100" cy="1362075"/>
            <a:chOff x="4560" y="1504"/>
            <a:chExt cx="744" cy="858"/>
          </a:xfrm>
        </p:grpSpPr>
        <p:sp>
          <p:nvSpPr>
            <p:cNvPr id="30745" name="Line 1061"/>
            <p:cNvSpPr>
              <a:spLocks noChangeShapeType="1"/>
            </p:cNvSpPr>
            <p:nvPr/>
          </p:nvSpPr>
          <p:spPr bwMode="auto">
            <a:xfrm flipV="1">
              <a:off x="4568" y="1504"/>
              <a:ext cx="0" cy="5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6" name="Line 1062"/>
            <p:cNvSpPr>
              <a:spLocks noChangeShapeType="1"/>
            </p:cNvSpPr>
            <p:nvPr/>
          </p:nvSpPr>
          <p:spPr bwMode="auto">
            <a:xfrm>
              <a:off x="4568" y="2072"/>
              <a:ext cx="5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7" name="Line 1063"/>
            <p:cNvSpPr>
              <a:spLocks noChangeShapeType="1"/>
            </p:cNvSpPr>
            <p:nvPr/>
          </p:nvSpPr>
          <p:spPr bwMode="auto">
            <a:xfrm>
              <a:off x="4560" y="1720"/>
              <a:ext cx="21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8" name="Line 1064"/>
            <p:cNvSpPr>
              <a:spLocks noChangeShapeType="1"/>
            </p:cNvSpPr>
            <p:nvPr/>
          </p:nvSpPr>
          <p:spPr bwMode="auto">
            <a:xfrm>
              <a:off x="4776" y="1720"/>
              <a:ext cx="0" cy="35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9" name="Text Box 1065"/>
            <p:cNvSpPr txBox="1">
              <a:spLocks noChangeArrowheads="1"/>
            </p:cNvSpPr>
            <p:nvPr/>
          </p:nvSpPr>
          <p:spPr bwMode="auto">
            <a:xfrm>
              <a:off x="4624" y="2112"/>
              <a:ext cx="5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 b="0">
                  <a:latin typeface="Arial" charset="0"/>
                  <a:cs typeface="Arial" charset="0"/>
                </a:rPr>
                <a:t>notch</a:t>
              </a:r>
            </a:p>
          </p:txBody>
        </p:sp>
        <p:sp>
          <p:nvSpPr>
            <p:cNvPr id="30750" name="Text Box 1066"/>
            <p:cNvSpPr txBox="1">
              <a:spLocks noChangeArrowheads="1"/>
            </p:cNvSpPr>
            <p:nvPr/>
          </p:nvSpPr>
          <p:spPr bwMode="auto">
            <a:xfrm>
              <a:off x="5128" y="1976"/>
              <a:ext cx="1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400" b="0">
                  <a:latin typeface="Arial" charset="0"/>
                  <a:cs typeface="Arial" charset="0"/>
                </a:rPr>
                <a:t>f</a:t>
              </a:r>
            </a:p>
          </p:txBody>
        </p:sp>
        <p:sp>
          <p:nvSpPr>
            <p:cNvPr id="30751" name="Line 1067"/>
            <p:cNvSpPr>
              <a:spLocks noChangeShapeType="1"/>
            </p:cNvSpPr>
            <p:nvPr/>
          </p:nvSpPr>
          <p:spPr bwMode="auto">
            <a:xfrm>
              <a:off x="4808" y="1720"/>
              <a:ext cx="0" cy="35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2" name="Line 1068"/>
            <p:cNvSpPr>
              <a:spLocks noChangeShapeType="1"/>
            </p:cNvSpPr>
            <p:nvPr/>
          </p:nvSpPr>
          <p:spPr bwMode="auto">
            <a:xfrm>
              <a:off x="4800" y="1720"/>
              <a:ext cx="29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729" name="Line 1079"/>
          <p:cNvSpPr>
            <a:spLocks noChangeShapeType="1"/>
          </p:cNvSpPr>
          <p:nvPr/>
        </p:nvSpPr>
        <p:spPr bwMode="auto">
          <a:xfrm flipV="1">
            <a:off x="927100" y="3644900"/>
            <a:ext cx="0" cy="901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Line 1080"/>
          <p:cNvSpPr>
            <a:spLocks noChangeShapeType="1"/>
          </p:cNvSpPr>
          <p:nvPr/>
        </p:nvSpPr>
        <p:spPr bwMode="auto">
          <a:xfrm>
            <a:off x="927100" y="4546600"/>
            <a:ext cx="93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Line 1081"/>
          <p:cNvSpPr>
            <a:spLocks noChangeShapeType="1"/>
          </p:cNvSpPr>
          <p:nvPr/>
        </p:nvSpPr>
        <p:spPr bwMode="auto">
          <a:xfrm>
            <a:off x="1028700" y="3987800"/>
            <a:ext cx="152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2" name="Line 1082"/>
          <p:cNvSpPr>
            <a:spLocks noChangeShapeType="1"/>
          </p:cNvSpPr>
          <p:nvPr/>
        </p:nvSpPr>
        <p:spPr bwMode="auto">
          <a:xfrm>
            <a:off x="1028700" y="3987800"/>
            <a:ext cx="0" cy="55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3" name="Text Box 1083"/>
          <p:cNvSpPr txBox="1">
            <a:spLocks noChangeArrowheads="1"/>
          </p:cNvSpPr>
          <p:nvPr/>
        </p:nvSpPr>
        <p:spPr bwMode="auto">
          <a:xfrm>
            <a:off x="749300" y="4610100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b="0">
                <a:latin typeface="Arial" charset="0"/>
                <a:cs typeface="Arial" charset="0"/>
              </a:rPr>
              <a:t>multiband</a:t>
            </a:r>
          </a:p>
        </p:txBody>
      </p:sp>
      <p:sp>
        <p:nvSpPr>
          <p:cNvPr id="30734" name="Text Box 1084"/>
          <p:cNvSpPr txBox="1">
            <a:spLocks noChangeArrowheads="1"/>
          </p:cNvSpPr>
          <p:nvPr/>
        </p:nvSpPr>
        <p:spPr bwMode="auto">
          <a:xfrm>
            <a:off x="1816100" y="4394200"/>
            <a:ext cx="279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b="0">
                <a:latin typeface="Arial" charset="0"/>
                <a:cs typeface="Arial" charset="0"/>
              </a:rPr>
              <a:t>f</a:t>
            </a:r>
          </a:p>
        </p:txBody>
      </p:sp>
      <p:sp>
        <p:nvSpPr>
          <p:cNvPr id="30735" name="Line 1085"/>
          <p:cNvSpPr>
            <a:spLocks noChangeShapeType="1"/>
          </p:cNvSpPr>
          <p:nvPr/>
        </p:nvSpPr>
        <p:spPr bwMode="auto">
          <a:xfrm>
            <a:off x="1181100" y="3987800"/>
            <a:ext cx="0" cy="55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6" name="Line 1086"/>
          <p:cNvSpPr>
            <a:spLocks noChangeShapeType="1"/>
          </p:cNvSpPr>
          <p:nvPr/>
        </p:nvSpPr>
        <p:spPr bwMode="auto">
          <a:xfrm>
            <a:off x="1320800" y="3987800"/>
            <a:ext cx="889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7" name="Line 1087"/>
          <p:cNvSpPr>
            <a:spLocks noChangeShapeType="1"/>
          </p:cNvSpPr>
          <p:nvPr/>
        </p:nvSpPr>
        <p:spPr bwMode="auto">
          <a:xfrm>
            <a:off x="1320800" y="3987800"/>
            <a:ext cx="0" cy="55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8" name="Line 1088"/>
          <p:cNvSpPr>
            <a:spLocks noChangeShapeType="1"/>
          </p:cNvSpPr>
          <p:nvPr/>
        </p:nvSpPr>
        <p:spPr bwMode="auto">
          <a:xfrm>
            <a:off x="1409700" y="3987800"/>
            <a:ext cx="0" cy="55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9" name="Line 1089"/>
          <p:cNvSpPr>
            <a:spLocks noChangeShapeType="1"/>
          </p:cNvSpPr>
          <p:nvPr/>
        </p:nvSpPr>
        <p:spPr bwMode="auto">
          <a:xfrm>
            <a:off x="1524000" y="3987800"/>
            <a:ext cx="152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0" name="Line 1090"/>
          <p:cNvSpPr>
            <a:spLocks noChangeShapeType="1"/>
          </p:cNvSpPr>
          <p:nvPr/>
        </p:nvSpPr>
        <p:spPr bwMode="auto">
          <a:xfrm>
            <a:off x="1524000" y="3987800"/>
            <a:ext cx="0" cy="55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1" name="Line 1091"/>
          <p:cNvSpPr>
            <a:spLocks noChangeShapeType="1"/>
          </p:cNvSpPr>
          <p:nvPr/>
        </p:nvSpPr>
        <p:spPr bwMode="auto">
          <a:xfrm>
            <a:off x="1676400" y="3987800"/>
            <a:ext cx="0" cy="558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30742" name="Picture 1107" descr="C:\Documents and Settings\Yaakov_s\Desktop\untitl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3614738"/>
            <a:ext cx="1825625" cy="117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3" name="Text Box 1108"/>
          <p:cNvSpPr txBox="1">
            <a:spLocks noChangeArrowheads="1"/>
          </p:cNvSpPr>
          <p:nvPr/>
        </p:nvSpPr>
        <p:spPr bwMode="auto">
          <a:xfrm>
            <a:off x="2540000" y="4787900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b="0">
                <a:latin typeface="Arial" charset="0"/>
                <a:cs typeface="Arial" charset="0"/>
              </a:rPr>
              <a:t>realizable LP</a:t>
            </a:r>
          </a:p>
        </p:txBody>
      </p:sp>
      <p:sp>
        <p:nvSpPr>
          <p:cNvPr id="30744" name="Text Box 1110"/>
          <p:cNvSpPr txBox="1">
            <a:spLocks noChangeArrowheads="1"/>
          </p:cNvSpPr>
          <p:nvPr/>
        </p:nvSpPr>
        <p:spPr bwMode="auto">
          <a:xfrm>
            <a:off x="4610100" y="3759200"/>
            <a:ext cx="4343400" cy="261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b="0" dirty="0">
                <a:latin typeface="Arial" charset="0"/>
                <a:cs typeface="Arial" charset="0"/>
              </a:rPr>
              <a:t>When designing filters, we specify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Arial" charset="0"/>
                <a:cs typeface="Arial" charset="0"/>
              </a:rPr>
              <a:t> transition frequencies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Arial" charset="0"/>
                <a:cs typeface="Arial" charset="0"/>
              </a:rPr>
              <a:t> transition widths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Arial" charset="0"/>
                <a:cs typeface="Arial" charset="0"/>
              </a:rPr>
              <a:t> ripple in pass and stop bands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Arial" charset="0"/>
                <a:cs typeface="Arial" charset="0"/>
              </a:rPr>
              <a:t> linear phase </a:t>
            </a:r>
            <a:r>
              <a:rPr lang="en-US" sz="1800" b="0" dirty="0">
                <a:latin typeface="Arial" charset="0"/>
                <a:cs typeface="Arial" charset="0"/>
              </a:rPr>
              <a:t>(yes/no/approximate)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Arial" charset="0"/>
                <a:cs typeface="Arial" charset="0"/>
              </a:rPr>
              <a:t> computational complexity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Arial" charset="0"/>
                <a:cs typeface="Arial" charset="0"/>
              </a:rPr>
              <a:t> memory restrictions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CEBE447-9521-754A-997F-E8D6AC1D56D1}"/>
                  </a:ext>
                </a:extLst>
              </p14:cNvPr>
              <p14:cNvContentPartPr/>
              <p14:nvPr/>
            </p14:nvContentPartPr>
            <p14:xfrm>
              <a:off x="667800" y="595800"/>
              <a:ext cx="7618680" cy="5402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CEBE447-9521-754A-997F-E8D6AC1D56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8440" y="586440"/>
                <a:ext cx="7637400" cy="542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4477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Ideal Low Pass Filter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Ideal low-pass filter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graphicFrame>
        <p:nvGraphicFramePr>
          <p:cNvPr id="993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78839"/>
              </p:ext>
            </p:extLst>
          </p:nvPr>
        </p:nvGraphicFramePr>
        <p:xfrm>
          <a:off x="1322388" y="1656283"/>
          <a:ext cx="2925762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08" name="Equation" r:id="rId3" imgW="1777680" imgH="507960" progId="Equation.3">
                  <p:embed/>
                </p:oleObj>
              </mc:Choice>
              <mc:Fallback>
                <p:oleObj name="Equation" r:id="rId3" imgW="177768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388" y="1656283"/>
                        <a:ext cx="2925762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7732112"/>
              </p:ext>
            </p:extLst>
          </p:nvPr>
        </p:nvGraphicFramePr>
        <p:xfrm>
          <a:off x="5532438" y="1697558"/>
          <a:ext cx="185896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09" name="Equation" r:id="rId5" imgW="1054080" imgH="406080" progId="Equation.3">
                  <p:embed/>
                </p:oleObj>
              </mc:Choice>
              <mc:Fallback>
                <p:oleObj name="Equation" r:id="rId5" imgW="10540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2438" y="1697558"/>
                        <a:ext cx="1858962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933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738" y="4541862"/>
            <a:ext cx="5848350" cy="169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933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038" y="2546374"/>
            <a:ext cx="3819525" cy="173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858C4DF-7FBD-CB41-AEB1-2AD159E53BEC}"/>
                  </a:ext>
                </a:extLst>
              </p14:cNvPr>
              <p14:cNvContentPartPr/>
              <p14:nvPr/>
            </p14:nvContentPartPr>
            <p14:xfrm>
              <a:off x="5105160" y="603720"/>
              <a:ext cx="3553920" cy="4433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858C4DF-7FBD-CB41-AEB1-2AD159E53BE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95800" y="594360"/>
                <a:ext cx="3572640" cy="445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8200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Ideal High-Pass Filter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Can be written in terms of a low-pass filter as</a:t>
            </a:r>
          </a:p>
        </p:txBody>
      </p:sp>
      <p:graphicFrame>
        <p:nvGraphicFramePr>
          <p:cNvPr id="1003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703184"/>
              </p:ext>
            </p:extLst>
          </p:nvPr>
        </p:nvGraphicFramePr>
        <p:xfrm>
          <a:off x="3298825" y="1152228"/>
          <a:ext cx="2987675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47" name="Equation" r:id="rId3" imgW="1815840" imgH="507960" progId="Equation.3">
                  <p:embed/>
                </p:oleObj>
              </mc:Choice>
              <mc:Fallback>
                <p:oleObj name="Equation" r:id="rId3" imgW="181584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8825" y="1152228"/>
                        <a:ext cx="2987675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7" name="Object 5"/>
          <p:cNvGraphicFramePr>
            <a:graphicFrameLocks noChangeAspect="1"/>
          </p:cNvGraphicFramePr>
          <p:nvPr/>
        </p:nvGraphicFramePr>
        <p:xfrm>
          <a:off x="2676525" y="5429250"/>
          <a:ext cx="423386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48" name="Equation" r:id="rId5" imgW="2400120" imgH="406080" progId="Equation.3">
                  <p:embed/>
                </p:oleObj>
              </mc:Choice>
              <mc:Fallback>
                <p:oleObj name="Equation" r:id="rId5" imgW="240012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6525" y="5429250"/>
                        <a:ext cx="423386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035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175" y="2492896"/>
            <a:ext cx="4200525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003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37108"/>
              </p:ext>
            </p:extLst>
          </p:nvPr>
        </p:nvGraphicFramePr>
        <p:xfrm>
          <a:off x="3592513" y="4883696"/>
          <a:ext cx="2401887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49" name="Equation" r:id="rId8" imgW="1460160" imgH="253800" progId="Equation.3">
                  <p:embed/>
                </p:oleObj>
              </mc:Choice>
              <mc:Fallback>
                <p:oleObj name="Equation" r:id="rId8" imgW="14601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2513" y="4883696"/>
                        <a:ext cx="2401887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562E138-BA25-BA4B-94BC-12A7181BFA34}"/>
                  </a:ext>
                </a:extLst>
              </p14:cNvPr>
              <p14:cNvContentPartPr/>
              <p14:nvPr/>
            </p14:nvContentPartPr>
            <p14:xfrm>
              <a:off x="3170160" y="2027160"/>
              <a:ext cx="5057640" cy="4314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562E138-BA25-BA4B-94BC-12A7181BFA3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60800" y="2017800"/>
                <a:ext cx="5076360" cy="433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3757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Phase Distortion and Delay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the ideal delay system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terms of magnitude and phase response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Delay distortion is generally acceptable form of distortion</a:t>
            </a:r>
          </a:p>
          <a:p>
            <a:pPr lvl="1"/>
            <a:r>
              <a:rPr lang="en-US" dirty="0"/>
              <a:t>Translates into a simple delay in time</a:t>
            </a:r>
          </a:p>
          <a:p>
            <a:r>
              <a:rPr lang="en-US" dirty="0"/>
              <a:t>Also called a linear phase response</a:t>
            </a:r>
          </a:p>
          <a:p>
            <a:pPr lvl="1"/>
            <a:r>
              <a:rPr lang="en-US" dirty="0"/>
              <a:t>Generally used as target phase response in system design</a:t>
            </a:r>
          </a:p>
          <a:p>
            <a:r>
              <a:rPr lang="en-US" dirty="0"/>
              <a:t>Ideal </a:t>
            </a:r>
            <a:r>
              <a:rPr lang="en-US" dirty="0" err="1"/>
              <a:t>lowpass</a:t>
            </a:r>
            <a:r>
              <a:rPr lang="en-US" dirty="0"/>
              <a:t> or </a:t>
            </a:r>
            <a:r>
              <a:rPr lang="en-US" dirty="0" err="1"/>
              <a:t>highpass</a:t>
            </a:r>
            <a:r>
              <a:rPr lang="en-US" dirty="0"/>
              <a:t> filters have zero phase response</a:t>
            </a:r>
          </a:p>
          <a:p>
            <a:pPr lvl="1"/>
            <a:r>
              <a:rPr lang="en-US" dirty="0"/>
              <a:t>Not implementable in practice</a:t>
            </a:r>
          </a:p>
          <a:p>
            <a:r>
              <a:rPr lang="en-US" dirty="0">
                <a:solidFill>
                  <a:srgbClr val="C00000"/>
                </a:solidFill>
              </a:rPr>
              <a:t>Usually we want all the frequencies that our filter passes to experience the same delay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1013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5864683"/>
              </p:ext>
            </p:extLst>
          </p:nvPr>
        </p:nvGraphicFramePr>
        <p:xfrm>
          <a:off x="2162175" y="1611586"/>
          <a:ext cx="5014913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58" name="Equation" r:id="rId3" imgW="2844720" imgH="253800" progId="Equation.3">
                  <p:embed/>
                </p:oleObj>
              </mc:Choice>
              <mc:Fallback>
                <p:oleObj name="Equation" r:id="rId3" imgW="284472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2175" y="1611586"/>
                        <a:ext cx="5014913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062522"/>
              </p:ext>
            </p:extLst>
          </p:nvPr>
        </p:nvGraphicFramePr>
        <p:xfrm>
          <a:off x="2930525" y="2636912"/>
          <a:ext cx="3292475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59" name="Equation" r:id="rId5" imgW="1866600" imgH="558720" progId="Equation.3">
                  <p:embed/>
                </p:oleObj>
              </mc:Choice>
              <mc:Fallback>
                <p:oleObj name="Equation" r:id="rId5" imgW="1866600" imgH="558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525" y="2636912"/>
                        <a:ext cx="3292475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6AB36E8-1FAB-5F42-998F-29070571318E}"/>
                  </a:ext>
                </a:extLst>
              </p14:cNvPr>
              <p14:cNvContentPartPr/>
              <p14:nvPr/>
            </p14:nvContentPartPr>
            <p14:xfrm>
              <a:off x="1150560" y="681120"/>
              <a:ext cx="7647480" cy="5908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6AB36E8-1FAB-5F42-998F-29070571318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41200" y="671760"/>
                <a:ext cx="7666200" cy="592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4348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Ideal Low-Pass with Linear Phase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r>
              <a:rPr lang="en-US"/>
              <a:t>Delayed version of ideal impulse response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Filters high-frequency components and delays signal by n</a:t>
            </a:r>
            <a:r>
              <a:rPr lang="en-US" baseline="-25000"/>
              <a:t>d</a:t>
            </a:r>
          </a:p>
          <a:p>
            <a:r>
              <a:rPr lang="en-US"/>
              <a:t>Linear-phase ideal lowpass filters is still not implementable</a:t>
            </a:r>
          </a:p>
          <a:p>
            <a:r>
              <a:rPr lang="en-US"/>
              <a:t>Group Delay</a:t>
            </a:r>
          </a:p>
          <a:p>
            <a:pPr lvl="1"/>
            <a:r>
              <a:rPr lang="en-US"/>
              <a:t>Effect of phase on a narrowband signal: Delay</a:t>
            </a:r>
          </a:p>
          <a:p>
            <a:pPr lvl="1"/>
            <a:r>
              <a:rPr lang="en-US"/>
              <a:t>Derivative of the phase</a:t>
            </a:r>
          </a:p>
          <a:p>
            <a:pPr lvl="1"/>
            <a:r>
              <a:rPr lang="en-US"/>
              <a:t>Linear phase corresponds to constant delay</a:t>
            </a:r>
          </a:p>
          <a:p>
            <a:pPr lvl="1"/>
            <a:r>
              <a:rPr lang="en-US"/>
              <a:t>Deviation from constant indicated degree of nonlinearity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arg[] defines unwrapped or continuous phase</a:t>
            </a:r>
          </a:p>
        </p:txBody>
      </p:sp>
      <p:graphicFrame>
        <p:nvGraphicFramePr>
          <p:cNvPr id="1024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033741"/>
              </p:ext>
            </p:extLst>
          </p:nvPr>
        </p:nvGraphicFramePr>
        <p:xfrm>
          <a:off x="2978150" y="1008211"/>
          <a:ext cx="338455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95" name="Equation" r:id="rId3" imgW="2057400" imgH="507960" progId="Equation.3">
                  <p:embed/>
                </p:oleObj>
              </mc:Choice>
              <mc:Fallback>
                <p:oleObj name="Equation" r:id="rId3" imgW="205740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150" y="1008211"/>
                        <a:ext cx="3384550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2243008"/>
              </p:ext>
            </p:extLst>
          </p:nvPr>
        </p:nvGraphicFramePr>
        <p:xfrm>
          <a:off x="3519488" y="2214315"/>
          <a:ext cx="2598737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96" name="Equation" r:id="rId5" imgW="1473120" imgH="444240" progId="Equation.3">
                  <p:embed/>
                </p:oleObj>
              </mc:Choice>
              <mc:Fallback>
                <p:oleObj name="Equation" r:id="rId5" imgW="14731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9488" y="2214315"/>
                        <a:ext cx="2598737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2127708"/>
              </p:ext>
            </p:extLst>
          </p:nvPr>
        </p:nvGraphicFramePr>
        <p:xfrm>
          <a:off x="2625725" y="5517232"/>
          <a:ext cx="4368800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97" name="Equation" r:id="rId7" imgW="2476440" imgH="406080" progId="Equation.3">
                  <p:embed/>
                </p:oleObj>
              </mc:Choice>
              <mc:Fallback>
                <p:oleObj name="Equation" r:id="rId7" imgW="247644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5725" y="5517232"/>
                        <a:ext cx="4368800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9E97934-B4E8-B24E-9054-DED61F13ECD3}"/>
                  </a:ext>
                </a:extLst>
              </p14:cNvPr>
              <p14:cNvContentPartPr/>
              <p14:nvPr/>
            </p14:nvContentPartPr>
            <p14:xfrm>
              <a:off x="866880" y="2157480"/>
              <a:ext cx="6262560" cy="4218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9E97934-B4E8-B24E-9054-DED61F13ECD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57520" y="2148120"/>
                <a:ext cx="6281280" cy="423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4923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Lecture 16</a:t>
            </a:r>
          </a:p>
        </p:txBody>
      </p:sp>
      <p:sp>
        <p:nvSpPr>
          <p:cNvPr id="60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15E66BEF-13F8-4D0C-812E-C78E3450CF3E}" type="slidenum">
              <a:rPr lang="en-US"/>
              <a:pPr/>
              <a:t>9</a:t>
            </a:fld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FIR systems</a:t>
            </a:r>
          </a:p>
        </p:txBody>
      </p:sp>
      <p:grpSp>
        <p:nvGrpSpPr>
          <p:cNvPr id="8199" name="Group 7"/>
          <p:cNvGrpSpPr>
            <a:grpSpLocks/>
          </p:cNvGrpSpPr>
          <p:nvPr/>
        </p:nvGrpSpPr>
        <p:grpSpPr bwMode="auto">
          <a:xfrm>
            <a:off x="3035275" y="1916832"/>
            <a:ext cx="3336925" cy="1239838"/>
            <a:chOff x="1882" y="1214"/>
            <a:chExt cx="2102" cy="781"/>
          </a:xfrm>
        </p:grpSpPr>
        <p:sp>
          <p:nvSpPr>
            <p:cNvPr id="8195" name="Rectangle 3"/>
            <p:cNvSpPr>
              <a:spLocks noChangeArrowheads="1"/>
            </p:cNvSpPr>
            <p:nvPr/>
          </p:nvSpPr>
          <p:spPr bwMode="auto">
            <a:xfrm>
              <a:off x="1882" y="1317"/>
              <a:ext cx="2102" cy="4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r>
                <a:rPr lang="en-US" sz="2400" i="1" dirty="0"/>
                <a:t>y</a:t>
              </a:r>
              <a:r>
                <a:rPr lang="en-US" sz="2400" dirty="0"/>
                <a:t>[</a:t>
              </a:r>
              <a:r>
                <a:rPr lang="en-US" sz="2400" i="1" dirty="0"/>
                <a:t>n</a:t>
              </a:r>
              <a:r>
                <a:rPr lang="en-US" sz="2400" dirty="0"/>
                <a:t>] =  </a:t>
              </a:r>
              <a:r>
                <a:rPr lang="en-US" sz="4400" dirty="0">
                  <a:latin typeface="Symbol" pitchFamily="18" charset="2"/>
                </a:rPr>
                <a:t></a:t>
              </a:r>
              <a:r>
                <a:rPr lang="en-US" sz="2400" i="1" dirty="0" err="1"/>
                <a:t>b</a:t>
              </a:r>
              <a:r>
                <a:rPr lang="en-US" sz="2400" i="1" baseline="-25000" dirty="0" err="1"/>
                <a:t>k</a:t>
              </a:r>
              <a:r>
                <a:rPr lang="en-US" sz="2400" i="1" dirty="0"/>
                <a:t> x</a:t>
              </a:r>
              <a:r>
                <a:rPr lang="en-US" sz="2400" dirty="0"/>
                <a:t>[</a:t>
              </a:r>
              <a:r>
                <a:rPr lang="en-US" sz="2400" i="1" dirty="0"/>
                <a:t>n-k</a:t>
              </a:r>
              <a:r>
                <a:rPr lang="en-US" sz="2400" dirty="0"/>
                <a:t>] </a:t>
              </a:r>
            </a:p>
          </p:txBody>
        </p:sp>
        <p:grpSp>
          <p:nvGrpSpPr>
            <p:cNvPr id="8198" name="Group 6"/>
            <p:cNvGrpSpPr>
              <a:grpSpLocks/>
            </p:cNvGrpSpPr>
            <p:nvPr/>
          </p:nvGrpSpPr>
          <p:grpSpPr bwMode="auto">
            <a:xfrm>
              <a:off x="2454" y="1214"/>
              <a:ext cx="381" cy="781"/>
              <a:chOff x="2454" y="1214"/>
              <a:chExt cx="381" cy="781"/>
            </a:xfrm>
          </p:grpSpPr>
          <p:sp>
            <p:nvSpPr>
              <p:cNvPr id="8196" name="Rectangle 4"/>
              <p:cNvSpPr>
                <a:spLocks noChangeArrowheads="1"/>
              </p:cNvSpPr>
              <p:nvPr/>
            </p:nvSpPr>
            <p:spPr bwMode="auto">
              <a:xfrm>
                <a:off x="2454" y="1739"/>
                <a:ext cx="381" cy="2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2000" i="1" dirty="0"/>
                  <a:t>k=</a:t>
                </a:r>
                <a:r>
                  <a:rPr lang="en-US" sz="2000" dirty="0"/>
                  <a:t>0</a:t>
                </a:r>
              </a:p>
            </p:txBody>
          </p:sp>
          <p:sp>
            <p:nvSpPr>
              <p:cNvPr id="8197" name="Rectangle 5"/>
              <p:cNvSpPr>
                <a:spLocks noChangeArrowheads="1"/>
              </p:cNvSpPr>
              <p:nvPr/>
            </p:nvSpPr>
            <p:spPr bwMode="auto">
              <a:xfrm>
                <a:off x="2498" y="1214"/>
                <a:ext cx="255" cy="2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2000" i="1" dirty="0"/>
                  <a:t>M</a:t>
                </a:r>
              </a:p>
            </p:txBody>
          </p:sp>
        </p:grpSp>
      </p:grp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628650" y="1371600"/>
            <a:ext cx="791527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</a:pPr>
            <a:r>
              <a:rPr lang="en-US" sz="3200" dirty="0"/>
              <a:t>Causal FIR system have no non-zero poles</a:t>
            </a:r>
          </a:p>
        </p:txBody>
      </p:sp>
      <p:grpSp>
        <p:nvGrpSpPr>
          <p:cNvPr id="8245" name="Group 53"/>
          <p:cNvGrpSpPr>
            <a:grpSpLocks/>
          </p:cNvGrpSpPr>
          <p:nvPr/>
        </p:nvGrpSpPr>
        <p:grpSpPr bwMode="auto">
          <a:xfrm>
            <a:off x="1503363" y="3086100"/>
            <a:ext cx="6516687" cy="2136775"/>
            <a:chOff x="947" y="1944"/>
            <a:chExt cx="4105" cy="1346"/>
          </a:xfrm>
        </p:grpSpPr>
        <p:sp>
          <p:nvSpPr>
            <p:cNvPr id="8201" name="Line 9"/>
            <p:cNvSpPr>
              <a:spLocks noChangeShapeType="1"/>
            </p:cNvSpPr>
            <p:nvPr/>
          </p:nvSpPr>
          <p:spPr bwMode="auto">
            <a:xfrm>
              <a:off x="1029" y="2257"/>
              <a:ext cx="9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2" name="Line 10"/>
            <p:cNvSpPr>
              <a:spLocks noChangeShapeType="1"/>
            </p:cNvSpPr>
            <p:nvPr/>
          </p:nvSpPr>
          <p:spPr bwMode="auto">
            <a:xfrm>
              <a:off x="1592" y="2921"/>
              <a:ext cx="34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3" name="Line 11"/>
            <p:cNvSpPr>
              <a:spLocks noChangeShapeType="1"/>
            </p:cNvSpPr>
            <p:nvPr/>
          </p:nvSpPr>
          <p:spPr bwMode="auto">
            <a:xfrm>
              <a:off x="1579" y="2270"/>
              <a:ext cx="0" cy="3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4" name="Line 12"/>
            <p:cNvSpPr>
              <a:spLocks noChangeShapeType="1"/>
            </p:cNvSpPr>
            <p:nvPr/>
          </p:nvSpPr>
          <p:spPr bwMode="auto">
            <a:xfrm>
              <a:off x="1579" y="2621"/>
              <a:ext cx="0" cy="2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5" name="Oval 13"/>
            <p:cNvSpPr>
              <a:spLocks noChangeArrowheads="1"/>
            </p:cNvSpPr>
            <p:nvPr/>
          </p:nvSpPr>
          <p:spPr bwMode="auto">
            <a:xfrm>
              <a:off x="1568" y="2245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212" name="Group 20"/>
            <p:cNvGrpSpPr>
              <a:grpSpLocks/>
            </p:cNvGrpSpPr>
            <p:nvPr/>
          </p:nvGrpSpPr>
          <p:grpSpPr bwMode="auto">
            <a:xfrm>
              <a:off x="1910" y="2240"/>
              <a:ext cx="660" cy="700"/>
              <a:chOff x="1910" y="2240"/>
              <a:chExt cx="660" cy="700"/>
            </a:xfrm>
          </p:grpSpPr>
          <p:sp>
            <p:nvSpPr>
              <p:cNvPr id="8206" name="Line 14"/>
              <p:cNvSpPr>
                <a:spLocks noChangeShapeType="1"/>
              </p:cNvSpPr>
              <p:nvPr/>
            </p:nvSpPr>
            <p:spPr bwMode="auto">
              <a:xfrm>
                <a:off x="1910" y="2252"/>
                <a:ext cx="64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07" name="Line 15"/>
              <p:cNvSpPr>
                <a:spLocks noChangeShapeType="1"/>
              </p:cNvSpPr>
              <p:nvPr/>
            </p:nvSpPr>
            <p:spPr bwMode="auto">
              <a:xfrm>
                <a:off x="1923" y="2920"/>
                <a:ext cx="64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08" name="Line 16"/>
              <p:cNvSpPr>
                <a:spLocks noChangeShapeType="1"/>
              </p:cNvSpPr>
              <p:nvPr/>
            </p:nvSpPr>
            <p:spPr bwMode="auto">
              <a:xfrm>
                <a:off x="2192" y="2265"/>
                <a:ext cx="0" cy="34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09" name="Line 17"/>
              <p:cNvSpPr>
                <a:spLocks noChangeShapeType="1"/>
              </p:cNvSpPr>
              <p:nvPr/>
            </p:nvSpPr>
            <p:spPr bwMode="auto">
              <a:xfrm>
                <a:off x="2192" y="2616"/>
                <a:ext cx="0" cy="2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10" name="Oval 18"/>
              <p:cNvSpPr>
                <a:spLocks noChangeArrowheads="1"/>
              </p:cNvSpPr>
              <p:nvPr/>
            </p:nvSpPr>
            <p:spPr bwMode="auto">
              <a:xfrm>
                <a:off x="2181" y="2240"/>
                <a:ext cx="32" cy="3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11" name="Oval 19"/>
              <p:cNvSpPr>
                <a:spLocks noChangeArrowheads="1"/>
              </p:cNvSpPr>
              <p:nvPr/>
            </p:nvSpPr>
            <p:spPr bwMode="auto">
              <a:xfrm>
                <a:off x="2167" y="2904"/>
                <a:ext cx="48" cy="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19" name="Group 27"/>
            <p:cNvGrpSpPr>
              <a:grpSpLocks/>
            </p:cNvGrpSpPr>
            <p:nvPr/>
          </p:nvGrpSpPr>
          <p:grpSpPr bwMode="auto">
            <a:xfrm>
              <a:off x="2514" y="2234"/>
              <a:ext cx="660" cy="700"/>
              <a:chOff x="2514" y="2234"/>
              <a:chExt cx="660" cy="700"/>
            </a:xfrm>
          </p:grpSpPr>
          <p:sp>
            <p:nvSpPr>
              <p:cNvPr id="8213" name="Line 21"/>
              <p:cNvSpPr>
                <a:spLocks noChangeShapeType="1"/>
              </p:cNvSpPr>
              <p:nvPr/>
            </p:nvSpPr>
            <p:spPr bwMode="auto">
              <a:xfrm>
                <a:off x="2514" y="2246"/>
                <a:ext cx="64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14" name="Line 22"/>
              <p:cNvSpPr>
                <a:spLocks noChangeShapeType="1"/>
              </p:cNvSpPr>
              <p:nvPr/>
            </p:nvSpPr>
            <p:spPr bwMode="auto">
              <a:xfrm>
                <a:off x="2527" y="2914"/>
                <a:ext cx="64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15" name="Line 23"/>
              <p:cNvSpPr>
                <a:spLocks noChangeShapeType="1"/>
              </p:cNvSpPr>
              <p:nvPr/>
            </p:nvSpPr>
            <p:spPr bwMode="auto">
              <a:xfrm>
                <a:off x="2796" y="2259"/>
                <a:ext cx="0" cy="34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16" name="Line 24"/>
              <p:cNvSpPr>
                <a:spLocks noChangeShapeType="1"/>
              </p:cNvSpPr>
              <p:nvPr/>
            </p:nvSpPr>
            <p:spPr bwMode="auto">
              <a:xfrm>
                <a:off x="2796" y="2610"/>
                <a:ext cx="0" cy="2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17" name="Oval 25"/>
              <p:cNvSpPr>
                <a:spLocks noChangeArrowheads="1"/>
              </p:cNvSpPr>
              <p:nvPr/>
            </p:nvSpPr>
            <p:spPr bwMode="auto">
              <a:xfrm>
                <a:off x="2785" y="2234"/>
                <a:ext cx="32" cy="3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18" name="Oval 26"/>
              <p:cNvSpPr>
                <a:spLocks noChangeArrowheads="1"/>
              </p:cNvSpPr>
              <p:nvPr/>
            </p:nvSpPr>
            <p:spPr bwMode="auto">
              <a:xfrm>
                <a:off x="2771" y="2898"/>
                <a:ext cx="48" cy="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26" name="Group 34"/>
            <p:cNvGrpSpPr>
              <a:grpSpLocks/>
            </p:cNvGrpSpPr>
            <p:nvPr/>
          </p:nvGrpSpPr>
          <p:grpSpPr bwMode="auto">
            <a:xfrm>
              <a:off x="3529" y="2234"/>
              <a:ext cx="660" cy="700"/>
              <a:chOff x="3529" y="2234"/>
              <a:chExt cx="660" cy="700"/>
            </a:xfrm>
          </p:grpSpPr>
          <p:sp>
            <p:nvSpPr>
              <p:cNvPr id="8220" name="Line 28"/>
              <p:cNvSpPr>
                <a:spLocks noChangeShapeType="1"/>
              </p:cNvSpPr>
              <p:nvPr/>
            </p:nvSpPr>
            <p:spPr bwMode="auto">
              <a:xfrm>
                <a:off x="3529" y="2246"/>
                <a:ext cx="64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1" name="Line 29"/>
              <p:cNvSpPr>
                <a:spLocks noChangeShapeType="1"/>
              </p:cNvSpPr>
              <p:nvPr/>
            </p:nvSpPr>
            <p:spPr bwMode="auto">
              <a:xfrm>
                <a:off x="3542" y="2914"/>
                <a:ext cx="64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2" name="Line 30"/>
              <p:cNvSpPr>
                <a:spLocks noChangeShapeType="1"/>
              </p:cNvSpPr>
              <p:nvPr/>
            </p:nvSpPr>
            <p:spPr bwMode="auto">
              <a:xfrm>
                <a:off x="3811" y="2259"/>
                <a:ext cx="0" cy="34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3" name="Line 31"/>
              <p:cNvSpPr>
                <a:spLocks noChangeShapeType="1"/>
              </p:cNvSpPr>
              <p:nvPr/>
            </p:nvSpPr>
            <p:spPr bwMode="auto">
              <a:xfrm>
                <a:off x="3811" y="2610"/>
                <a:ext cx="0" cy="2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4" name="Oval 32"/>
              <p:cNvSpPr>
                <a:spLocks noChangeArrowheads="1"/>
              </p:cNvSpPr>
              <p:nvPr/>
            </p:nvSpPr>
            <p:spPr bwMode="auto">
              <a:xfrm>
                <a:off x="3800" y="2234"/>
                <a:ext cx="32" cy="3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25" name="Oval 33"/>
              <p:cNvSpPr>
                <a:spLocks noChangeArrowheads="1"/>
              </p:cNvSpPr>
              <p:nvPr/>
            </p:nvSpPr>
            <p:spPr bwMode="auto">
              <a:xfrm>
                <a:off x="3786" y="2898"/>
                <a:ext cx="48" cy="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27" name="Line 35"/>
            <p:cNvSpPr>
              <a:spLocks noChangeShapeType="1"/>
            </p:cNvSpPr>
            <p:nvPr/>
          </p:nvSpPr>
          <p:spPr bwMode="auto">
            <a:xfrm flipV="1">
              <a:off x="4140" y="2242"/>
              <a:ext cx="258" cy="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8" name="Line 36"/>
            <p:cNvSpPr>
              <a:spLocks noChangeShapeType="1"/>
            </p:cNvSpPr>
            <p:nvPr/>
          </p:nvSpPr>
          <p:spPr bwMode="auto">
            <a:xfrm>
              <a:off x="4133" y="2914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9" name="Line 37"/>
            <p:cNvSpPr>
              <a:spLocks noChangeShapeType="1"/>
            </p:cNvSpPr>
            <p:nvPr/>
          </p:nvSpPr>
          <p:spPr bwMode="auto">
            <a:xfrm>
              <a:off x="4402" y="2259"/>
              <a:ext cx="0" cy="3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30" name="Line 38"/>
            <p:cNvSpPr>
              <a:spLocks noChangeShapeType="1"/>
            </p:cNvSpPr>
            <p:nvPr/>
          </p:nvSpPr>
          <p:spPr bwMode="auto">
            <a:xfrm>
              <a:off x="4402" y="2610"/>
              <a:ext cx="0" cy="2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31" name="Oval 39"/>
            <p:cNvSpPr>
              <a:spLocks noChangeArrowheads="1"/>
            </p:cNvSpPr>
            <p:nvPr/>
          </p:nvSpPr>
          <p:spPr bwMode="auto">
            <a:xfrm>
              <a:off x="4377" y="2898"/>
              <a:ext cx="48" cy="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32" name="Line 40"/>
            <p:cNvSpPr>
              <a:spLocks noChangeShapeType="1"/>
            </p:cNvSpPr>
            <p:nvPr/>
          </p:nvSpPr>
          <p:spPr bwMode="auto">
            <a:xfrm>
              <a:off x="3152" y="2247"/>
              <a:ext cx="3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33" name="Line 41"/>
            <p:cNvSpPr>
              <a:spLocks noChangeShapeType="1"/>
            </p:cNvSpPr>
            <p:nvPr/>
          </p:nvSpPr>
          <p:spPr bwMode="auto">
            <a:xfrm>
              <a:off x="3165" y="2916"/>
              <a:ext cx="3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34" name="Rectangle 42"/>
            <p:cNvSpPr>
              <a:spLocks noChangeArrowheads="1"/>
            </p:cNvSpPr>
            <p:nvPr/>
          </p:nvSpPr>
          <p:spPr bwMode="auto">
            <a:xfrm flipH="1">
              <a:off x="1739" y="1972"/>
              <a:ext cx="296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z</a:t>
              </a:r>
              <a:r>
                <a:rPr lang="en-US" baseline="30000"/>
                <a:t>-1</a:t>
              </a:r>
            </a:p>
          </p:txBody>
        </p:sp>
        <p:sp>
          <p:nvSpPr>
            <p:cNvPr id="8235" name="Rectangle 43"/>
            <p:cNvSpPr>
              <a:spLocks noChangeArrowheads="1"/>
            </p:cNvSpPr>
            <p:nvPr/>
          </p:nvSpPr>
          <p:spPr bwMode="auto">
            <a:xfrm flipH="1">
              <a:off x="2361" y="1976"/>
              <a:ext cx="296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z</a:t>
              </a:r>
              <a:r>
                <a:rPr lang="en-US" baseline="30000"/>
                <a:t>-1</a:t>
              </a:r>
            </a:p>
          </p:txBody>
        </p:sp>
        <p:sp>
          <p:nvSpPr>
            <p:cNvPr id="8236" name="Rectangle 44"/>
            <p:cNvSpPr>
              <a:spLocks noChangeArrowheads="1"/>
            </p:cNvSpPr>
            <p:nvPr/>
          </p:nvSpPr>
          <p:spPr bwMode="auto">
            <a:xfrm flipH="1">
              <a:off x="4013" y="1967"/>
              <a:ext cx="296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z</a:t>
              </a:r>
              <a:r>
                <a:rPr lang="en-US" baseline="30000"/>
                <a:t>-1</a:t>
              </a:r>
            </a:p>
          </p:txBody>
        </p:sp>
        <p:sp>
          <p:nvSpPr>
            <p:cNvPr id="8237" name="Rectangle 45"/>
            <p:cNvSpPr>
              <a:spLocks noChangeArrowheads="1"/>
            </p:cNvSpPr>
            <p:nvPr/>
          </p:nvSpPr>
          <p:spPr bwMode="auto">
            <a:xfrm>
              <a:off x="947" y="1944"/>
              <a:ext cx="431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x</a:t>
              </a:r>
              <a:r>
                <a:rPr lang="en-US"/>
                <a:t>[</a:t>
              </a:r>
              <a:r>
                <a:rPr lang="en-US" i="1"/>
                <a:t>n</a:t>
              </a:r>
              <a:r>
                <a:rPr lang="en-US"/>
                <a:t>]</a:t>
              </a:r>
            </a:p>
          </p:txBody>
        </p:sp>
        <p:sp>
          <p:nvSpPr>
            <p:cNvPr id="8238" name="Rectangle 46"/>
            <p:cNvSpPr>
              <a:spLocks noChangeArrowheads="1"/>
            </p:cNvSpPr>
            <p:nvPr/>
          </p:nvSpPr>
          <p:spPr bwMode="auto">
            <a:xfrm>
              <a:off x="4621" y="2996"/>
              <a:ext cx="431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y</a:t>
              </a:r>
              <a:r>
                <a:rPr lang="en-US"/>
                <a:t>[</a:t>
              </a:r>
              <a:r>
                <a:rPr lang="en-US" i="1"/>
                <a:t>n</a:t>
              </a:r>
              <a:r>
                <a:rPr lang="en-US"/>
                <a:t>]</a:t>
              </a:r>
            </a:p>
          </p:txBody>
        </p:sp>
        <p:sp>
          <p:nvSpPr>
            <p:cNvPr id="8239" name="Oval 47"/>
            <p:cNvSpPr>
              <a:spLocks noChangeArrowheads="1"/>
            </p:cNvSpPr>
            <p:nvPr/>
          </p:nvSpPr>
          <p:spPr bwMode="auto">
            <a:xfrm>
              <a:off x="999" y="2249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40" name="Oval 48"/>
            <p:cNvSpPr>
              <a:spLocks noChangeArrowheads="1"/>
            </p:cNvSpPr>
            <p:nvPr/>
          </p:nvSpPr>
          <p:spPr bwMode="auto">
            <a:xfrm>
              <a:off x="4775" y="2895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41" name="Rectangle 49"/>
            <p:cNvSpPr>
              <a:spLocks noChangeArrowheads="1"/>
            </p:cNvSpPr>
            <p:nvPr/>
          </p:nvSpPr>
          <p:spPr bwMode="auto">
            <a:xfrm>
              <a:off x="1564" y="2475"/>
              <a:ext cx="310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baseline="-25000"/>
                <a:t>0</a:t>
              </a:r>
            </a:p>
          </p:txBody>
        </p:sp>
        <p:sp>
          <p:nvSpPr>
            <p:cNvPr id="8242" name="Rectangle 50"/>
            <p:cNvSpPr>
              <a:spLocks noChangeArrowheads="1"/>
            </p:cNvSpPr>
            <p:nvPr/>
          </p:nvSpPr>
          <p:spPr bwMode="auto">
            <a:xfrm>
              <a:off x="2168" y="2469"/>
              <a:ext cx="310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baseline="-25000"/>
                <a:t>1</a:t>
              </a:r>
            </a:p>
          </p:txBody>
        </p:sp>
        <p:sp>
          <p:nvSpPr>
            <p:cNvPr id="8243" name="Rectangle 51"/>
            <p:cNvSpPr>
              <a:spLocks noChangeArrowheads="1"/>
            </p:cNvSpPr>
            <p:nvPr/>
          </p:nvSpPr>
          <p:spPr bwMode="auto">
            <a:xfrm>
              <a:off x="2768" y="2441"/>
              <a:ext cx="310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baseline="-25000"/>
                <a:t>2</a:t>
              </a:r>
            </a:p>
          </p:txBody>
        </p:sp>
        <p:sp>
          <p:nvSpPr>
            <p:cNvPr id="8244" name="Rectangle 52"/>
            <p:cNvSpPr>
              <a:spLocks noChangeArrowheads="1"/>
            </p:cNvSpPr>
            <p:nvPr/>
          </p:nvSpPr>
          <p:spPr bwMode="auto">
            <a:xfrm>
              <a:off x="4392" y="2406"/>
              <a:ext cx="361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i="1" baseline="-25000"/>
                <a:t>M</a:t>
              </a:r>
            </a:p>
          </p:txBody>
        </p:sp>
      </p:grpSp>
      <p:grpSp>
        <p:nvGrpSpPr>
          <p:cNvPr id="8249" name="Group 57"/>
          <p:cNvGrpSpPr>
            <a:grpSpLocks/>
          </p:cNvGrpSpPr>
          <p:nvPr/>
        </p:nvGrpSpPr>
        <p:grpSpPr bwMode="auto">
          <a:xfrm>
            <a:off x="2720975" y="5002216"/>
            <a:ext cx="4832351" cy="989013"/>
            <a:chOff x="1714" y="3151"/>
            <a:chExt cx="3044" cy="623"/>
          </a:xfrm>
        </p:grpSpPr>
        <p:sp>
          <p:nvSpPr>
            <p:cNvPr id="8246" name="Rectangle 54"/>
            <p:cNvSpPr>
              <a:spLocks noChangeArrowheads="1"/>
            </p:cNvSpPr>
            <p:nvPr/>
          </p:nvSpPr>
          <p:spPr bwMode="auto">
            <a:xfrm>
              <a:off x="1714" y="3185"/>
              <a:ext cx="986" cy="5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3200" i="1" dirty="0"/>
                <a:t>h</a:t>
              </a:r>
              <a:r>
                <a:rPr lang="en-US" sz="3200" dirty="0"/>
                <a:t>[</a:t>
              </a:r>
              <a:r>
                <a:rPr lang="en-US" sz="3200" i="1" dirty="0"/>
                <a:t>n</a:t>
              </a:r>
              <a:r>
                <a:rPr lang="en-US" sz="3200" dirty="0"/>
                <a:t>] = </a:t>
              </a:r>
              <a:r>
                <a:rPr lang="en-US" sz="5400" dirty="0"/>
                <a:t>{</a:t>
              </a:r>
            </a:p>
          </p:txBody>
        </p:sp>
        <p:sp>
          <p:nvSpPr>
            <p:cNvPr id="8247" name="Rectangle 55"/>
            <p:cNvSpPr>
              <a:spLocks noChangeArrowheads="1"/>
            </p:cNvSpPr>
            <p:nvPr/>
          </p:nvSpPr>
          <p:spPr bwMode="auto">
            <a:xfrm>
              <a:off x="2616" y="3151"/>
              <a:ext cx="2142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i="1" baseline="-25000"/>
                <a:t>n</a:t>
              </a:r>
              <a:r>
                <a:rPr lang="en-US" sz="2800"/>
                <a:t>     for </a:t>
              </a:r>
              <a:r>
                <a:rPr lang="en-US" sz="2800" i="1"/>
                <a:t>n</a:t>
              </a:r>
              <a:r>
                <a:rPr lang="en-US" sz="2800"/>
                <a:t> = 0,1,…</a:t>
              </a:r>
              <a:r>
                <a:rPr lang="en-US" sz="2800" i="1"/>
                <a:t>M</a:t>
              </a:r>
            </a:p>
          </p:txBody>
        </p:sp>
        <p:sp>
          <p:nvSpPr>
            <p:cNvPr id="8248" name="Rectangle 56"/>
            <p:cNvSpPr>
              <a:spLocks noChangeArrowheads="1"/>
            </p:cNvSpPr>
            <p:nvPr/>
          </p:nvSpPr>
          <p:spPr bwMode="auto">
            <a:xfrm>
              <a:off x="2634" y="3446"/>
              <a:ext cx="1587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/>
                <a:t>0      otherwise</a:t>
              </a:r>
            </a:p>
          </p:txBody>
        </p:sp>
      </p:grpSp>
      <p:sp>
        <p:nvSpPr>
          <p:cNvPr id="8250" name="Rectangle 58"/>
          <p:cNvSpPr>
            <a:spLocks noChangeArrowheads="1"/>
          </p:cNvSpPr>
          <p:nvPr/>
        </p:nvSpPr>
        <p:spPr bwMode="auto">
          <a:xfrm>
            <a:off x="649288" y="6249988"/>
            <a:ext cx="791527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</a:pPr>
            <a:r>
              <a:rPr lang="en-US" sz="3200"/>
              <a:t>Direct Forms I and II, tapped delay line</a:t>
            </a:r>
          </a:p>
        </p:txBody>
      </p:sp>
    </p:spTree>
    <p:extLst>
      <p:ext uri="{BB962C8B-B14F-4D97-AF65-F5344CB8AC3E}">
        <p14:creationId xmlns:p14="http://schemas.microsoft.com/office/powerpoint/2010/main" val="3649489541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Lecture 16</a:t>
            </a:r>
          </a:p>
        </p:txBody>
      </p:sp>
      <p:sp>
        <p:nvSpPr>
          <p:cNvPr id="131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AA034209-6EF1-45AF-8A3E-9769198AE818}" type="slidenum">
              <a:rPr lang="en-US"/>
              <a:pPr/>
              <a:t>10</a:t>
            </a:fld>
            <a:endParaRPr lang="en-US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17550" y="273050"/>
            <a:ext cx="791527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</a:pPr>
            <a:r>
              <a:rPr lang="en-US" sz="3200" dirty="0"/>
              <a:t>Transpose form (how do we get it done?)</a:t>
            </a:r>
          </a:p>
        </p:txBody>
      </p:sp>
      <p:grpSp>
        <p:nvGrpSpPr>
          <p:cNvPr id="10288" name="Group 48"/>
          <p:cNvGrpSpPr>
            <a:grpSpLocks/>
          </p:cNvGrpSpPr>
          <p:nvPr/>
        </p:nvGrpSpPr>
        <p:grpSpPr bwMode="auto">
          <a:xfrm>
            <a:off x="1049338" y="954088"/>
            <a:ext cx="7169150" cy="1550988"/>
            <a:chOff x="661" y="601"/>
            <a:chExt cx="4516" cy="977"/>
          </a:xfrm>
        </p:grpSpPr>
        <p:sp>
          <p:nvSpPr>
            <p:cNvPr id="10243" name="Line 3"/>
            <p:cNvSpPr>
              <a:spLocks noChangeShapeType="1"/>
            </p:cNvSpPr>
            <p:nvPr/>
          </p:nvSpPr>
          <p:spPr bwMode="auto">
            <a:xfrm flipH="1">
              <a:off x="3907" y="895"/>
              <a:ext cx="93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4" name="Line 4"/>
            <p:cNvSpPr>
              <a:spLocks noChangeShapeType="1"/>
            </p:cNvSpPr>
            <p:nvPr/>
          </p:nvSpPr>
          <p:spPr bwMode="auto">
            <a:xfrm flipH="1">
              <a:off x="3916" y="1559"/>
              <a:ext cx="3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5" name="Line 5"/>
            <p:cNvSpPr>
              <a:spLocks noChangeShapeType="1"/>
            </p:cNvSpPr>
            <p:nvPr/>
          </p:nvSpPr>
          <p:spPr bwMode="auto">
            <a:xfrm>
              <a:off x="4280" y="908"/>
              <a:ext cx="0" cy="3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6" name="Line 6"/>
            <p:cNvSpPr>
              <a:spLocks noChangeShapeType="1"/>
            </p:cNvSpPr>
            <p:nvPr/>
          </p:nvSpPr>
          <p:spPr bwMode="auto">
            <a:xfrm>
              <a:off x="4280" y="1259"/>
              <a:ext cx="0" cy="2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7" name="Oval 7"/>
            <p:cNvSpPr>
              <a:spLocks noChangeArrowheads="1"/>
            </p:cNvSpPr>
            <p:nvPr/>
          </p:nvSpPr>
          <p:spPr bwMode="auto">
            <a:xfrm>
              <a:off x="4259" y="883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254" name="Group 14"/>
            <p:cNvGrpSpPr>
              <a:grpSpLocks/>
            </p:cNvGrpSpPr>
            <p:nvPr/>
          </p:nvGrpSpPr>
          <p:grpSpPr bwMode="auto">
            <a:xfrm>
              <a:off x="3281" y="878"/>
              <a:ext cx="676" cy="700"/>
              <a:chOff x="3281" y="878"/>
              <a:chExt cx="676" cy="700"/>
            </a:xfrm>
          </p:grpSpPr>
          <p:sp>
            <p:nvSpPr>
              <p:cNvPr id="10248" name="Line 8"/>
              <p:cNvSpPr>
                <a:spLocks noChangeShapeType="1"/>
              </p:cNvSpPr>
              <p:nvPr/>
            </p:nvSpPr>
            <p:spPr bwMode="auto">
              <a:xfrm flipH="1">
                <a:off x="3294" y="890"/>
                <a:ext cx="6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49" name="Line 9"/>
              <p:cNvSpPr>
                <a:spLocks noChangeShapeType="1"/>
              </p:cNvSpPr>
              <p:nvPr/>
            </p:nvSpPr>
            <p:spPr bwMode="auto">
              <a:xfrm flipH="1">
                <a:off x="3281" y="1558"/>
                <a:ext cx="6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0" name="Line 10"/>
              <p:cNvSpPr>
                <a:spLocks noChangeShapeType="1"/>
              </p:cNvSpPr>
              <p:nvPr/>
            </p:nvSpPr>
            <p:spPr bwMode="auto">
              <a:xfrm>
                <a:off x="3667" y="903"/>
                <a:ext cx="0" cy="34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1" name="Line 11"/>
              <p:cNvSpPr>
                <a:spLocks noChangeShapeType="1"/>
              </p:cNvSpPr>
              <p:nvPr/>
            </p:nvSpPr>
            <p:spPr bwMode="auto">
              <a:xfrm>
                <a:off x="3667" y="1254"/>
                <a:ext cx="0" cy="2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2" name="Oval 12"/>
              <p:cNvSpPr>
                <a:spLocks noChangeArrowheads="1"/>
              </p:cNvSpPr>
              <p:nvPr/>
            </p:nvSpPr>
            <p:spPr bwMode="auto">
              <a:xfrm>
                <a:off x="3646" y="878"/>
                <a:ext cx="32" cy="3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3" name="Oval 13"/>
              <p:cNvSpPr>
                <a:spLocks noChangeArrowheads="1"/>
              </p:cNvSpPr>
              <p:nvPr/>
            </p:nvSpPr>
            <p:spPr bwMode="auto">
              <a:xfrm>
                <a:off x="3644" y="1542"/>
                <a:ext cx="48" cy="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261" name="Group 21"/>
            <p:cNvGrpSpPr>
              <a:grpSpLocks/>
            </p:cNvGrpSpPr>
            <p:nvPr/>
          </p:nvGrpSpPr>
          <p:grpSpPr bwMode="auto">
            <a:xfrm>
              <a:off x="2677" y="872"/>
              <a:ext cx="676" cy="700"/>
              <a:chOff x="2677" y="872"/>
              <a:chExt cx="676" cy="700"/>
            </a:xfrm>
          </p:grpSpPr>
          <p:sp>
            <p:nvSpPr>
              <p:cNvPr id="10255" name="Line 15"/>
              <p:cNvSpPr>
                <a:spLocks noChangeShapeType="1"/>
              </p:cNvSpPr>
              <p:nvPr/>
            </p:nvSpPr>
            <p:spPr bwMode="auto">
              <a:xfrm flipH="1">
                <a:off x="2690" y="884"/>
                <a:ext cx="6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6" name="Line 16"/>
              <p:cNvSpPr>
                <a:spLocks noChangeShapeType="1"/>
              </p:cNvSpPr>
              <p:nvPr/>
            </p:nvSpPr>
            <p:spPr bwMode="auto">
              <a:xfrm flipH="1">
                <a:off x="2677" y="1552"/>
                <a:ext cx="6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7" name="Line 17"/>
              <p:cNvSpPr>
                <a:spLocks noChangeShapeType="1"/>
              </p:cNvSpPr>
              <p:nvPr/>
            </p:nvSpPr>
            <p:spPr bwMode="auto">
              <a:xfrm>
                <a:off x="3063" y="897"/>
                <a:ext cx="0" cy="34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8" name="Line 18"/>
              <p:cNvSpPr>
                <a:spLocks noChangeShapeType="1"/>
              </p:cNvSpPr>
              <p:nvPr/>
            </p:nvSpPr>
            <p:spPr bwMode="auto">
              <a:xfrm>
                <a:off x="3063" y="1248"/>
                <a:ext cx="0" cy="2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9" name="Oval 19"/>
              <p:cNvSpPr>
                <a:spLocks noChangeArrowheads="1"/>
              </p:cNvSpPr>
              <p:nvPr/>
            </p:nvSpPr>
            <p:spPr bwMode="auto">
              <a:xfrm>
                <a:off x="3042" y="872"/>
                <a:ext cx="32" cy="3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0" name="Oval 20"/>
              <p:cNvSpPr>
                <a:spLocks noChangeArrowheads="1"/>
              </p:cNvSpPr>
              <p:nvPr/>
            </p:nvSpPr>
            <p:spPr bwMode="auto">
              <a:xfrm>
                <a:off x="3040" y="1536"/>
                <a:ext cx="48" cy="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268" name="Group 28"/>
            <p:cNvGrpSpPr>
              <a:grpSpLocks/>
            </p:cNvGrpSpPr>
            <p:nvPr/>
          </p:nvGrpSpPr>
          <p:grpSpPr bwMode="auto">
            <a:xfrm>
              <a:off x="1662" y="872"/>
              <a:ext cx="676" cy="700"/>
              <a:chOff x="1662" y="872"/>
              <a:chExt cx="676" cy="700"/>
            </a:xfrm>
          </p:grpSpPr>
          <p:sp>
            <p:nvSpPr>
              <p:cNvPr id="10262" name="Line 22"/>
              <p:cNvSpPr>
                <a:spLocks noChangeShapeType="1"/>
              </p:cNvSpPr>
              <p:nvPr/>
            </p:nvSpPr>
            <p:spPr bwMode="auto">
              <a:xfrm flipH="1">
                <a:off x="1675" y="884"/>
                <a:ext cx="6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3" name="Line 23"/>
              <p:cNvSpPr>
                <a:spLocks noChangeShapeType="1"/>
              </p:cNvSpPr>
              <p:nvPr/>
            </p:nvSpPr>
            <p:spPr bwMode="auto">
              <a:xfrm flipH="1">
                <a:off x="1662" y="1552"/>
                <a:ext cx="6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4" name="Line 24"/>
              <p:cNvSpPr>
                <a:spLocks noChangeShapeType="1"/>
              </p:cNvSpPr>
              <p:nvPr/>
            </p:nvSpPr>
            <p:spPr bwMode="auto">
              <a:xfrm>
                <a:off x="2048" y="897"/>
                <a:ext cx="0" cy="34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5" name="Line 25"/>
              <p:cNvSpPr>
                <a:spLocks noChangeShapeType="1"/>
              </p:cNvSpPr>
              <p:nvPr/>
            </p:nvSpPr>
            <p:spPr bwMode="auto">
              <a:xfrm>
                <a:off x="2048" y="1248"/>
                <a:ext cx="0" cy="2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6" name="Oval 26"/>
              <p:cNvSpPr>
                <a:spLocks noChangeArrowheads="1"/>
              </p:cNvSpPr>
              <p:nvPr/>
            </p:nvSpPr>
            <p:spPr bwMode="auto">
              <a:xfrm>
                <a:off x="2027" y="872"/>
                <a:ext cx="32" cy="3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7" name="Oval 27"/>
              <p:cNvSpPr>
                <a:spLocks noChangeArrowheads="1"/>
              </p:cNvSpPr>
              <p:nvPr/>
            </p:nvSpPr>
            <p:spPr bwMode="auto">
              <a:xfrm>
                <a:off x="2025" y="1536"/>
                <a:ext cx="48" cy="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269" name="Line 29"/>
            <p:cNvSpPr>
              <a:spLocks noChangeShapeType="1"/>
            </p:cNvSpPr>
            <p:nvPr/>
          </p:nvSpPr>
          <p:spPr bwMode="auto">
            <a:xfrm flipH="1" flipV="1">
              <a:off x="1453" y="880"/>
              <a:ext cx="274" cy="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0" name="Line 30"/>
            <p:cNvSpPr>
              <a:spLocks noChangeShapeType="1"/>
            </p:cNvSpPr>
            <p:nvPr/>
          </p:nvSpPr>
          <p:spPr bwMode="auto">
            <a:xfrm flipH="1">
              <a:off x="1071" y="1552"/>
              <a:ext cx="6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1" name="Line 31"/>
            <p:cNvSpPr>
              <a:spLocks noChangeShapeType="1"/>
            </p:cNvSpPr>
            <p:nvPr/>
          </p:nvSpPr>
          <p:spPr bwMode="auto">
            <a:xfrm>
              <a:off x="1457" y="897"/>
              <a:ext cx="0" cy="3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2" name="Line 32"/>
            <p:cNvSpPr>
              <a:spLocks noChangeShapeType="1"/>
            </p:cNvSpPr>
            <p:nvPr/>
          </p:nvSpPr>
          <p:spPr bwMode="auto">
            <a:xfrm>
              <a:off x="1457" y="1248"/>
              <a:ext cx="0" cy="2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3" name="Oval 33"/>
            <p:cNvSpPr>
              <a:spLocks noChangeArrowheads="1"/>
            </p:cNvSpPr>
            <p:nvPr/>
          </p:nvSpPr>
          <p:spPr bwMode="auto">
            <a:xfrm>
              <a:off x="1434" y="1536"/>
              <a:ext cx="48" cy="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4" name="Line 34"/>
            <p:cNvSpPr>
              <a:spLocks noChangeShapeType="1"/>
            </p:cNvSpPr>
            <p:nvPr/>
          </p:nvSpPr>
          <p:spPr bwMode="auto">
            <a:xfrm flipH="1">
              <a:off x="2310" y="885"/>
              <a:ext cx="4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5" name="Line 35"/>
            <p:cNvSpPr>
              <a:spLocks noChangeShapeType="1"/>
            </p:cNvSpPr>
            <p:nvPr/>
          </p:nvSpPr>
          <p:spPr bwMode="auto">
            <a:xfrm flipH="1">
              <a:off x="2297" y="1554"/>
              <a:ext cx="4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6" name="Rectangle 36"/>
            <p:cNvSpPr>
              <a:spLocks noChangeArrowheads="1"/>
            </p:cNvSpPr>
            <p:nvPr/>
          </p:nvSpPr>
          <p:spPr bwMode="auto">
            <a:xfrm>
              <a:off x="3820" y="606"/>
              <a:ext cx="2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z</a:t>
              </a:r>
              <a:r>
                <a:rPr lang="en-US" baseline="30000"/>
                <a:t>-1</a:t>
              </a:r>
            </a:p>
          </p:txBody>
        </p:sp>
        <p:sp>
          <p:nvSpPr>
            <p:cNvPr id="10277" name="Rectangle 37"/>
            <p:cNvSpPr>
              <a:spLocks noChangeArrowheads="1"/>
            </p:cNvSpPr>
            <p:nvPr/>
          </p:nvSpPr>
          <p:spPr bwMode="auto">
            <a:xfrm>
              <a:off x="3198" y="610"/>
              <a:ext cx="2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z</a:t>
              </a:r>
              <a:r>
                <a:rPr lang="en-US" baseline="30000"/>
                <a:t>-1</a:t>
              </a:r>
            </a:p>
          </p:txBody>
        </p:sp>
        <p:sp>
          <p:nvSpPr>
            <p:cNvPr id="10278" name="Rectangle 38"/>
            <p:cNvSpPr>
              <a:spLocks noChangeArrowheads="1"/>
            </p:cNvSpPr>
            <p:nvPr/>
          </p:nvSpPr>
          <p:spPr bwMode="auto">
            <a:xfrm>
              <a:off x="1546" y="601"/>
              <a:ext cx="2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z</a:t>
              </a:r>
              <a:r>
                <a:rPr lang="en-US" baseline="30000"/>
                <a:t>-1</a:t>
              </a:r>
            </a:p>
          </p:txBody>
        </p:sp>
        <p:sp>
          <p:nvSpPr>
            <p:cNvPr id="10279" name="Rectangle 39"/>
            <p:cNvSpPr>
              <a:spLocks noChangeArrowheads="1"/>
            </p:cNvSpPr>
            <p:nvPr/>
          </p:nvSpPr>
          <p:spPr bwMode="auto">
            <a:xfrm flipH="1">
              <a:off x="4828" y="829"/>
              <a:ext cx="34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y</a:t>
              </a:r>
              <a:r>
                <a:rPr lang="en-US"/>
                <a:t>[</a:t>
              </a:r>
              <a:r>
                <a:rPr lang="en-US" i="1"/>
                <a:t>n</a:t>
              </a:r>
              <a:r>
                <a:rPr lang="en-US"/>
                <a:t>]</a:t>
              </a:r>
            </a:p>
          </p:txBody>
        </p:sp>
        <p:sp>
          <p:nvSpPr>
            <p:cNvPr id="10280" name="Rectangle 40"/>
            <p:cNvSpPr>
              <a:spLocks noChangeArrowheads="1"/>
            </p:cNvSpPr>
            <p:nvPr/>
          </p:nvSpPr>
          <p:spPr bwMode="auto">
            <a:xfrm flipH="1">
              <a:off x="661" y="1343"/>
              <a:ext cx="34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x</a:t>
              </a:r>
              <a:r>
                <a:rPr lang="en-US"/>
                <a:t>[</a:t>
              </a:r>
              <a:r>
                <a:rPr lang="en-US" i="1"/>
                <a:t>n</a:t>
              </a:r>
              <a:r>
                <a:rPr lang="en-US"/>
                <a:t>]</a:t>
              </a:r>
            </a:p>
          </p:txBody>
        </p:sp>
        <p:sp>
          <p:nvSpPr>
            <p:cNvPr id="10281" name="Oval 41"/>
            <p:cNvSpPr>
              <a:spLocks noChangeArrowheads="1"/>
            </p:cNvSpPr>
            <p:nvPr/>
          </p:nvSpPr>
          <p:spPr bwMode="auto">
            <a:xfrm>
              <a:off x="4828" y="887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2" name="Oval 42"/>
            <p:cNvSpPr>
              <a:spLocks noChangeArrowheads="1"/>
            </p:cNvSpPr>
            <p:nvPr/>
          </p:nvSpPr>
          <p:spPr bwMode="auto">
            <a:xfrm>
              <a:off x="1052" y="1533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3" name="Rectangle 43"/>
            <p:cNvSpPr>
              <a:spLocks noChangeArrowheads="1"/>
            </p:cNvSpPr>
            <p:nvPr/>
          </p:nvSpPr>
          <p:spPr bwMode="auto">
            <a:xfrm flipH="1">
              <a:off x="3989" y="1117"/>
              <a:ext cx="325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baseline="-25000"/>
                <a:t>0</a:t>
              </a:r>
            </a:p>
          </p:txBody>
        </p:sp>
        <p:sp>
          <p:nvSpPr>
            <p:cNvPr id="10284" name="Rectangle 44"/>
            <p:cNvSpPr>
              <a:spLocks noChangeArrowheads="1"/>
            </p:cNvSpPr>
            <p:nvPr/>
          </p:nvSpPr>
          <p:spPr bwMode="auto">
            <a:xfrm flipH="1">
              <a:off x="3385" y="1111"/>
              <a:ext cx="325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baseline="-25000"/>
                <a:t>1</a:t>
              </a:r>
            </a:p>
          </p:txBody>
        </p:sp>
        <p:sp>
          <p:nvSpPr>
            <p:cNvPr id="10285" name="Rectangle 45"/>
            <p:cNvSpPr>
              <a:spLocks noChangeArrowheads="1"/>
            </p:cNvSpPr>
            <p:nvPr/>
          </p:nvSpPr>
          <p:spPr bwMode="auto">
            <a:xfrm flipH="1">
              <a:off x="2785" y="1083"/>
              <a:ext cx="325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baseline="-25000"/>
                <a:t>2</a:t>
              </a:r>
            </a:p>
          </p:txBody>
        </p:sp>
        <p:sp>
          <p:nvSpPr>
            <p:cNvPr id="10286" name="Rectangle 46"/>
            <p:cNvSpPr>
              <a:spLocks noChangeArrowheads="1"/>
            </p:cNvSpPr>
            <p:nvPr/>
          </p:nvSpPr>
          <p:spPr bwMode="auto">
            <a:xfrm flipH="1">
              <a:off x="1111" y="1048"/>
              <a:ext cx="367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i="1" baseline="-25000"/>
                <a:t>M</a:t>
              </a:r>
            </a:p>
          </p:txBody>
        </p:sp>
        <p:sp>
          <p:nvSpPr>
            <p:cNvPr id="10287" name="Rectangle 47"/>
            <p:cNvSpPr>
              <a:spLocks noChangeArrowheads="1"/>
            </p:cNvSpPr>
            <p:nvPr/>
          </p:nvSpPr>
          <p:spPr bwMode="auto">
            <a:xfrm flipH="1">
              <a:off x="1607" y="1061"/>
              <a:ext cx="501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i="1" baseline="-25000"/>
                <a:t>M</a:t>
              </a:r>
              <a:r>
                <a:rPr lang="en-US" sz="2800" baseline="-25000"/>
                <a:t>-1</a:t>
              </a:r>
            </a:p>
          </p:txBody>
        </p:sp>
      </p:grpSp>
      <p:sp>
        <p:nvSpPr>
          <p:cNvPr id="10289" name="Rectangle 49"/>
          <p:cNvSpPr>
            <a:spLocks noChangeArrowheads="1"/>
          </p:cNvSpPr>
          <p:nvPr/>
        </p:nvSpPr>
        <p:spPr bwMode="auto">
          <a:xfrm>
            <a:off x="796925" y="2962275"/>
            <a:ext cx="791527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</a:pPr>
            <a:r>
              <a:rPr lang="en-US" sz="3200"/>
              <a:t>Cascade form</a:t>
            </a:r>
          </a:p>
        </p:txBody>
      </p:sp>
      <p:grpSp>
        <p:nvGrpSpPr>
          <p:cNvPr id="10295" name="Group 55"/>
          <p:cNvGrpSpPr>
            <a:grpSpLocks/>
          </p:cNvGrpSpPr>
          <p:nvPr/>
        </p:nvGrpSpPr>
        <p:grpSpPr bwMode="auto">
          <a:xfrm>
            <a:off x="768350" y="3492500"/>
            <a:ext cx="2827338" cy="1303338"/>
            <a:chOff x="484" y="2200"/>
            <a:chExt cx="1781" cy="821"/>
          </a:xfrm>
        </p:grpSpPr>
        <p:sp>
          <p:nvSpPr>
            <p:cNvPr id="10290" name="Rectangle 50"/>
            <p:cNvSpPr>
              <a:spLocks noChangeArrowheads="1"/>
            </p:cNvSpPr>
            <p:nvPr/>
          </p:nvSpPr>
          <p:spPr bwMode="auto">
            <a:xfrm>
              <a:off x="484" y="2447"/>
              <a:ext cx="898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3200" i="1"/>
                <a:t>H</a:t>
              </a:r>
              <a:r>
                <a:rPr lang="en-US" sz="3200"/>
                <a:t>(</a:t>
              </a:r>
              <a:r>
                <a:rPr lang="en-US" sz="3200" i="1"/>
                <a:t>z</a:t>
              </a:r>
              <a:r>
                <a:rPr lang="en-US" sz="3200"/>
                <a:t>) = </a:t>
              </a:r>
            </a:p>
          </p:txBody>
        </p:sp>
        <p:sp>
          <p:nvSpPr>
            <p:cNvPr id="10291" name="Rectangle 51"/>
            <p:cNvSpPr>
              <a:spLocks noChangeArrowheads="1"/>
            </p:cNvSpPr>
            <p:nvPr/>
          </p:nvSpPr>
          <p:spPr bwMode="auto">
            <a:xfrm>
              <a:off x="1160" y="2335"/>
              <a:ext cx="535" cy="5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5400">
                  <a:latin typeface="Symbol" pitchFamily="18" charset="2"/>
                </a:rPr>
                <a:t></a:t>
              </a:r>
            </a:p>
          </p:txBody>
        </p:sp>
        <p:sp>
          <p:nvSpPr>
            <p:cNvPr id="10292" name="Rectangle 52"/>
            <p:cNvSpPr>
              <a:spLocks noChangeArrowheads="1"/>
            </p:cNvSpPr>
            <p:nvPr/>
          </p:nvSpPr>
          <p:spPr bwMode="auto">
            <a:xfrm>
              <a:off x="1315" y="2765"/>
              <a:ext cx="381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000" i="1"/>
                <a:t>k=</a:t>
              </a:r>
              <a:r>
                <a:rPr lang="en-US" sz="2000"/>
                <a:t>0</a:t>
              </a:r>
            </a:p>
          </p:txBody>
        </p:sp>
        <p:sp>
          <p:nvSpPr>
            <p:cNvPr id="10293" name="Rectangle 53"/>
            <p:cNvSpPr>
              <a:spLocks noChangeArrowheads="1"/>
            </p:cNvSpPr>
            <p:nvPr/>
          </p:nvSpPr>
          <p:spPr bwMode="auto">
            <a:xfrm>
              <a:off x="1382" y="2200"/>
              <a:ext cx="255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000" i="1"/>
                <a:t>M</a:t>
              </a:r>
            </a:p>
          </p:txBody>
        </p:sp>
        <p:sp>
          <p:nvSpPr>
            <p:cNvPr id="10294" name="Rectangle 54"/>
            <p:cNvSpPr>
              <a:spLocks noChangeArrowheads="1"/>
            </p:cNvSpPr>
            <p:nvPr/>
          </p:nvSpPr>
          <p:spPr bwMode="auto">
            <a:xfrm>
              <a:off x="1601" y="2427"/>
              <a:ext cx="664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3200" i="1"/>
                <a:t>b</a:t>
              </a:r>
              <a:r>
                <a:rPr lang="en-US" sz="3200" i="1" baseline="-25000"/>
                <a:t>k </a:t>
              </a:r>
              <a:r>
                <a:rPr lang="en-US" sz="3200" i="1"/>
                <a:t>z</a:t>
              </a:r>
              <a:r>
                <a:rPr lang="en-US" sz="3200" baseline="30000"/>
                <a:t>-</a:t>
              </a:r>
              <a:r>
                <a:rPr lang="en-US" sz="3200" i="1" baseline="30000"/>
                <a:t>k</a:t>
              </a:r>
            </a:p>
          </p:txBody>
        </p:sp>
      </p:grpSp>
      <p:grpSp>
        <p:nvGrpSpPr>
          <p:cNvPr id="10303" name="Group 63"/>
          <p:cNvGrpSpPr>
            <a:grpSpLocks/>
          </p:cNvGrpSpPr>
          <p:nvPr/>
        </p:nvGrpSpPr>
        <p:grpSpPr bwMode="auto">
          <a:xfrm>
            <a:off x="3524250" y="3609975"/>
            <a:ext cx="4895851" cy="1009650"/>
            <a:chOff x="2220" y="2274"/>
            <a:chExt cx="3084" cy="636"/>
          </a:xfrm>
        </p:grpSpPr>
        <p:grpSp>
          <p:nvGrpSpPr>
            <p:cNvPr id="10300" name="Group 60"/>
            <p:cNvGrpSpPr>
              <a:grpSpLocks/>
            </p:cNvGrpSpPr>
            <p:nvPr/>
          </p:nvGrpSpPr>
          <p:grpSpPr bwMode="auto">
            <a:xfrm>
              <a:off x="2451" y="2274"/>
              <a:ext cx="395" cy="636"/>
              <a:chOff x="2451" y="2274"/>
              <a:chExt cx="395" cy="636"/>
            </a:xfrm>
          </p:grpSpPr>
          <p:sp>
            <p:nvSpPr>
              <p:cNvPr id="10296" name="Rectangle 56"/>
              <p:cNvSpPr>
                <a:spLocks noChangeArrowheads="1"/>
              </p:cNvSpPr>
              <p:nvPr/>
            </p:nvSpPr>
            <p:spPr bwMode="auto">
              <a:xfrm>
                <a:off x="2472" y="2282"/>
                <a:ext cx="354" cy="5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5400">
                    <a:latin typeface="Symbol" pitchFamily="18" charset="2"/>
                  </a:rPr>
                  <a:t></a:t>
                </a:r>
              </a:p>
            </p:txBody>
          </p:sp>
          <p:grpSp>
            <p:nvGrpSpPr>
              <p:cNvPr id="10299" name="Group 59"/>
              <p:cNvGrpSpPr>
                <a:grpSpLocks/>
              </p:cNvGrpSpPr>
              <p:nvPr/>
            </p:nvGrpSpPr>
            <p:grpSpPr bwMode="auto">
              <a:xfrm>
                <a:off x="2451" y="2274"/>
                <a:ext cx="395" cy="636"/>
                <a:chOff x="2451" y="2274"/>
                <a:chExt cx="395" cy="636"/>
              </a:xfrm>
            </p:grpSpPr>
            <p:sp>
              <p:nvSpPr>
                <p:cNvPr id="10297" name="Rectangle 57"/>
                <p:cNvSpPr>
                  <a:spLocks noChangeArrowheads="1"/>
                </p:cNvSpPr>
                <p:nvPr/>
              </p:nvSpPr>
              <p:spPr bwMode="auto">
                <a:xfrm>
                  <a:off x="2451" y="2654"/>
                  <a:ext cx="381" cy="25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2000" i="1"/>
                    <a:t>k=</a:t>
                  </a:r>
                  <a:r>
                    <a:rPr lang="en-US" sz="2000"/>
                    <a:t>1</a:t>
                  </a:r>
                </a:p>
              </p:txBody>
            </p:sp>
            <p:sp>
              <p:nvSpPr>
                <p:cNvPr id="10298" name="Rectangle 58"/>
                <p:cNvSpPr>
                  <a:spLocks noChangeArrowheads="1"/>
                </p:cNvSpPr>
                <p:nvPr/>
              </p:nvSpPr>
              <p:spPr bwMode="auto">
                <a:xfrm>
                  <a:off x="2525" y="2274"/>
                  <a:ext cx="32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2000" i="1"/>
                    <a:t>M</a:t>
                  </a:r>
                  <a:r>
                    <a:rPr lang="en-US" sz="2000" i="1" baseline="-25000"/>
                    <a:t>S</a:t>
                  </a:r>
                </a:p>
              </p:txBody>
            </p:sp>
          </p:grpSp>
        </p:grpSp>
        <p:sp>
          <p:nvSpPr>
            <p:cNvPr id="10301" name="Rectangle 61"/>
            <p:cNvSpPr>
              <a:spLocks noChangeArrowheads="1"/>
            </p:cNvSpPr>
            <p:nvPr/>
          </p:nvSpPr>
          <p:spPr bwMode="auto">
            <a:xfrm>
              <a:off x="2720" y="2428"/>
              <a:ext cx="2584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3200"/>
                <a:t>(</a:t>
              </a:r>
              <a:r>
                <a:rPr lang="en-US" sz="3200" i="1"/>
                <a:t>b</a:t>
              </a:r>
              <a:r>
                <a:rPr lang="en-US" sz="3200" baseline="-25000"/>
                <a:t>0</a:t>
              </a:r>
              <a:r>
                <a:rPr lang="en-US" sz="3200" i="1" baseline="-25000"/>
                <a:t>k</a:t>
              </a:r>
              <a:r>
                <a:rPr lang="en-US" sz="3200" baseline="-25000"/>
                <a:t> </a:t>
              </a:r>
              <a:r>
                <a:rPr lang="en-US" sz="3200"/>
                <a:t>+ </a:t>
              </a:r>
              <a:r>
                <a:rPr lang="en-US" sz="3200" i="1"/>
                <a:t>b</a:t>
              </a:r>
              <a:r>
                <a:rPr lang="en-US" sz="3200" baseline="-25000"/>
                <a:t>1</a:t>
              </a:r>
              <a:r>
                <a:rPr lang="en-US" sz="3200" i="1" baseline="-25000"/>
                <a:t>k</a:t>
              </a:r>
              <a:r>
                <a:rPr lang="en-US" sz="3200" i="1"/>
                <a:t> z </a:t>
              </a:r>
              <a:r>
                <a:rPr lang="en-US" sz="3200" i="1" baseline="30000"/>
                <a:t>-</a:t>
              </a:r>
              <a:r>
                <a:rPr lang="en-US" sz="3200" baseline="30000"/>
                <a:t>1 </a:t>
              </a:r>
              <a:r>
                <a:rPr lang="en-US" sz="3200"/>
                <a:t>+ </a:t>
              </a:r>
              <a:r>
                <a:rPr lang="en-US" sz="3200" i="1"/>
                <a:t>b</a:t>
              </a:r>
              <a:r>
                <a:rPr lang="en-US" sz="3200" baseline="-25000"/>
                <a:t>2</a:t>
              </a:r>
              <a:r>
                <a:rPr lang="en-US" sz="3200" i="1" baseline="-25000"/>
                <a:t>k</a:t>
              </a:r>
              <a:r>
                <a:rPr lang="en-US" sz="3200" i="1"/>
                <a:t> z</a:t>
              </a:r>
              <a:r>
                <a:rPr lang="en-US" sz="3200" i="1" baseline="30000"/>
                <a:t>-</a:t>
              </a:r>
              <a:r>
                <a:rPr lang="en-US" sz="3200" baseline="30000"/>
                <a:t>2</a:t>
              </a:r>
              <a:r>
                <a:rPr lang="en-US" sz="3200"/>
                <a:t>)</a:t>
              </a:r>
            </a:p>
          </p:txBody>
        </p:sp>
        <p:sp>
          <p:nvSpPr>
            <p:cNvPr id="10302" name="Rectangle 62"/>
            <p:cNvSpPr>
              <a:spLocks noChangeArrowheads="1"/>
            </p:cNvSpPr>
            <p:nvPr/>
          </p:nvSpPr>
          <p:spPr bwMode="auto">
            <a:xfrm>
              <a:off x="2220" y="2472"/>
              <a:ext cx="266" cy="3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3200"/>
                <a:t>=</a:t>
              </a:r>
            </a:p>
          </p:txBody>
        </p:sp>
      </p:grpSp>
      <p:grpSp>
        <p:nvGrpSpPr>
          <p:cNvPr id="10369" name="Group 129"/>
          <p:cNvGrpSpPr>
            <a:grpSpLocks/>
          </p:cNvGrpSpPr>
          <p:nvPr/>
        </p:nvGrpSpPr>
        <p:grpSpPr bwMode="auto">
          <a:xfrm>
            <a:off x="1039813" y="4776788"/>
            <a:ext cx="7567612" cy="2025650"/>
            <a:chOff x="655" y="3009"/>
            <a:chExt cx="4767" cy="1276"/>
          </a:xfrm>
        </p:grpSpPr>
        <p:sp>
          <p:nvSpPr>
            <p:cNvPr id="10304" name="Rectangle 64"/>
            <p:cNvSpPr>
              <a:spLocks noChangeArrowheads="1"/>
            </p:cNvSpPr>
            <p:nvPr/>
          </p:nvSpPr>
          <p:spPr bwMode="auto">
            <a:xfrm>
              <a:off x="655" y="3009"/>
              <a:ext cx="34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x</a:t>
              </a:r>
              <a:r>
                <a:rPr lang="en-US"/>
                <a:t>[</a:t>
              </a:r>
              <a:r>
                <a:rPr lang="en-US" i="1"/>
                <a:t>n</a:t>
              </a:r>
              <a:r>
                <a:rPr lang="en-US"/>
                <a:t>]</a:t>
              </a:r>
            </a:p>
          </p:txBody>
        </p:sp>
        <p:grpSp>
          <p:nvGrpSpPr>
            <p:cNvPr id="10326" name="Group 86"/>
            <p:cNvGrpSpPr>
              <a:grpSpLocks/>
            </p:cNvGrpSpPr>
            <p:nvPr/>
          </p:nvGrpSpPr>
          <p:grpSpPr bwMode="auto">
            <a:xfrm>
              <a:off x="878" y="3056"/>
              <a:ext cx="1610" cy="1213"/>
              <a:chOff x="878" y="3056"/>
              <a:chExt cx="1610" cy="1213"/>
            </a:xfrm>
          </p:grpSpPr>
          <p:sp>
            <p:nvSpPr>
              <p:cNvPr id="10305" name="Line 65"/>
              <p:cNvSpPr>
                <a:spLocks noChangeShapeType="1"/>
              </p:cNvSpPr>
              <p:nvPr/>
            </p:nvSpPr>
            <p:spPr bwMode="auto">
              <a:xfrm flipH="1">
                <a:off x="897" y="3320"/>
                <a:ext cx="1000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6" name="Line 66"/>
              <p:cNvSpPr>
                <a:spLocks noChangeShapeType="1"/>
              </p:cNvSpPr>
              <p:nvPr/>
            </p:nvSpPr>
            <p:spPr bwMode="auto">
              <a:xfrm>
                <a:off x="1217" y="3327"/>
                <a:ext cx="0" cy="2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7" name="Line 67"/>
              <p:cNvSpPr>
                <a:spLocks noChangeShapeType="1"/>
              </p:cNvSpPr>
              <p:nvPr/>
            </p:nvSpPr>
            <p:spPr bwMode="auto">
              <a:xfrm flipV="1">
                <a:off x="1923" y="3352"/>
                <a:ext cx="0" cy="4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8" name="Line 68"/>
              <p:cNvSpPr>
                <a:spLocks noChangeShapeType="1"/>
              </p:cNvSpPr>
              <p:nvPr/>
            </p:nvSpPr>
            <p:spPr bwMode="auto">
              <a:xfrm>
                <a:off x="1216" y="3567"/>
                <a:ext cx="0" cy="42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9" name="Freeform 69"/>
              <p:cNvSpPr>
                <a:spLocks/>
              </p:cNvSpPr>
              <p:nvPr/>
            </p:nvSpPr>
            <p:spPr bwMode="auto">
              <a:xfrm>
                <a:off x="1216" y="3983"/>
                <a:ext cx="400" cy="265"/>
              </a:xfrm>
              <a:custGeom>
                <a:avLst/>
                <a:gdLst>
                  <a:gd name="T0" fmla="*/ 0 w 400"/>
                  <a:gd name="T1" fmla="*/ 0 h 265"/>
                  <a:gd name="T2" fmla="*/ 0 w 400"/>
                  <a:gd name="T3" fmla="*/ 264 h 265"/>
                  <a:gd name="T4" fmla="*/ 399 w 400"/>
                  <a:gd name="T5" fmla="*/ 264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0" h="265">
                    <a:moveTo>
                      <a:pt x="0" y="0"/>
                    </a:moveTo>
                    <a:lnTo>
                      <a:pt x="0" y="264"/>
                    </a:lnTo>
                    <a:lnTo>
                      <a:pt x="399" y="264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0" name="Freeform 70"/>
              <p:cNvSpPr>
                <a:spLocks/>
              </p:cNvSpPr>
              <p:nvPr/>
            </p:nvSpPr>
            <p:spPr bwMode="auto">
              <a:xfrm>
                <a:off x="1603" y="3798"/>
                <a:ext cx="321" cy="450"/>
              </a:xfrm>
              <a:custGeom>
                <a:avLst/>
                <a:gdLst>
                  <a:gd name="T0" fmla="*/ 0 w 321"/>
                  <a:gd name="T1" fmla="*/ 449 h 450"/>
                  <a:gd name="T2" fmla="*/ 320 w 321"/>
                  <a:gd name="T3" fmla="*/ 449 h 450"/>
                  <a:gd name="T4" fmla="*/ 320 w 321"/>
                  <a:gd name="T5" fmla="*/ 0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1" h="450">
                    <a:moveTo>
                      <a:pt x="0" y="449"/>
                    </a:moveTo>
                    <a:lnTo>
                      <a:pt x="320" y="449"/>
                    </a:lnTo>
                    <a:lnTo>
                      <a:pt x="320" y="0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1" name="Line 71"/>
              <p:cNvSpPr>
                <a:spLocks noChangeShapeType="1"/>
              </p:cNvSpPr>
              <p:nvPr/>
            </p:nvSpPr>
            <p:spPr bwMode="auto">
              <a:xfrm>
                <a:off x="1220" y="3769"/>
                <a:ext cx="669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2" name="Line 72"/>
              <p:cNvSpPr>
                <a:spLocks noChangeShapeType="1"/>
              </p:cNvSpPr>
              <p:nvPr/>
            </p:nvSpPr>
            <p:spPr bwMode="auto">
              <a:xfrm>
                <a:off x="1949" y="3328"/>
                <a:ext cx="48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3" name="Rectangle 73"/>
              <p:cNvSpPr>
                <a:spLocks noChangeArrowheads="1"/>
              </p:cNvSpPr>
              <p:nvPr/>
            </p:nvSpPr>
            <p:spPr bwMode="auto">
              <a:xfrm flipH="1">
                <a:off x="985" y="3453"/>
                <a:ext cx="2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2000" i="1"/>
                  <a:t>z</a:t>
                </a:r>
                <a:r>
                  <a:rPr lang="en-US" sz="2000" baseline="30000"/>
                  <a:t>-1</a:t>
                </a:r>
              </a:p>
            </p:txBody>
          </p:sp>
          <p:sp>
            <p:nvSpPr>
              <p:cNvPr id="10314" name="Rectangle 74"/>
              <p:cNvSpPr>
                <a:spLocks noChangeArrowheads="1"/>
              </p:cNvSpPr>
              <p:nvPr/>
            </p:nvSpPr>
            <p:spPr bwMode="auto">
              <a:xfrm flipH="1">
                <a:off x="981" y="3972"/>
                <a:ext cx="2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2000" i="1"/>
                  <a:t>z</a:t>
                </a:r>
                <a:r>
                  <a:rPr lang="en-US" sz="2000" baseline="30000"/>
                  <a:t>-1</a:t>
                </a:r>
              </a:p>
            </p:txBody>
          </p:sp>
          <p:sp>
            <p:nvSpPr>
              <p:cNvPr id="10315" name="Oval 75"/>
              <p:cNvSpPr>
                <a:spLocks noChangeArrowheads="1"/>
              </p:cNvSpPr>
              <p:nvPr/>
            </p:nvSpPr>
            <p:spPr bwMode="auto">
              <a:xfrm>
                <a:off x="1901" y="3305"/>
                <a:ext cx="40" cy="3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6" name="Oval 76"/>
              <p:cNvSpPr>
                <a:spLocks noChangeArrowheads="1"/>
              </p:cNvSpPr>
              <p:nvPr/>
            </p:nvSpPr>
            <p:spPr bwMode="auto">
              <a:xfrm>
                <a:off x="1892" y="3754"/>
                <a:ext cx="42" cy="3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7" name="Oval 77"/>
              <p:cNvSpPr>
                <a:spLocks noChangeArrowheads="1"/>
              </p:cNvSpPr>
              <p:nvPr/>
            </p:nvSpPr>
            <p:spPr bwMode="auto">
              <a:xfrm>
                <a:off x="2448" y="3305"/>
                <a:ext cx="40" cy="3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8" name="Oval 78"/>
              <p:cNvSpPr>
                <a:spLocks noChangeArrowheads="1"/>
              </p:cNvSpPr>
              <p:nvPr/>
            </p:nvSpPr>
            <p:spPr bwMode="auto">
              <a:xfrm>
                <a:off x="1193" y="3746"/>
                <a:ext cx="41" cy="3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9" name="Oval 79"/>
              <p:cNvSpPr>
                <a:spLocks noChangeArrowheads="1"/>
              </p:cNvSpPr>
              <p:nvPr/>
            </p:nvSpPr>
            <p:spPr bwMode="auto">
              <a:xfrm>
                <a:off x="1193" y="4232"/>
                <a:ext cx="40" cy="3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20" name="Oval 80"/>
              <p:cNvSpPr>
                <a:spLocks noChangeArrowheads="1"/>
              </p:cNvSpPr>
              <p:nvPr/>
            </p:nvSpPr>
            <p:spPr bwMode="auto">
              <a:xfrm>
                <a:off x="878" y="3306"/>
                <a:ext cx="41" cy="3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21" name="Oval 81"/>
              <p:cNvSpPr>
                <a:spLocks noChangeArrowheads="1"/>
              </p:cNvSpPr>
              <p:nvPr/>
            </p:nvSpPr>
            <p:spPr bwMode="auto">
              <a:xfrm>
                <a:off x="1193" y="3304"/>
                <a:ext cx="41" cy="3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22" name="Oval 82"/>
              <p:cNvSpPr>
                <a:spLocks noChangeArrowheads="1"/>
              </p:cNvSpPr>
              <p:nvPr/>
            </p:nvSpPr>
            <p:spPr bwMode="auto">
              <a:xfrm>
                <a:off x="1886" y="4217"/>
                <a:ext cx="40" cy="3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23" name="Rectangle 83"/>
              <p:cNvSpPr>
                <a:spLocks noChangeArrowheads="1"/>
              </p:cNvSpPr>
              <p:nvPr/>
            </p:nvSpPr>
            <p:spPr bwMode="auto">
              <a:xfrm>
                <a:off x="1395" y="3480"/>
                <a:ext cx="2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i="1"/>
                  <a:t>b</a:t>
                </a:r>
                <a:r>
                  <a:rPr lang="en-US" baseline="-25000"/>
                  <a:t>11</a:t>
                </a:r>
              </a:p>
            </p:txBody>
          </p:sp>
          <p:sp>
            <p:nvSpPr>
              <p:cNvPr id="10324" name="Rectangle 84"/>
              <p:cNvSpPr>
                <a:spLocks noChangeArrowheads="1"/>
              </p:cNvSpPr>
              <p:nvPr/>
            </p:nvSpPr>
            <p:spPr bwMode="auto">
              <a:xfrm>
                <a:off x="1408" y="3927"/>
                <a:ext cx="30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i="1"/>
                  <a:t>b</a:t>
                </a:r>
                <a:r>
                  <a:rPr lang="en-US" baseline="-25000"/>
                  <a:t>21</a:t>
                </a:r>
              </a:p>
            </p:txBody>
          </p:sp>
          <p:sp>
            <p:nvSpPr>
              <p:cNvPr id="10325" name="Rectangle 85"/>
              <p:cNvSpPr>
                <a:spLocks noChangeArrowheads="1"/>
              </p:cNvSpPr>
              <p:nvPr/>
            </p:nvSpPr>
            <p:spPr bwMode="auto">
              <a:xfrm>
                <a:off x="1386" y="3056"/>
                <a:ext cx="30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i="1"/>
                  <a:t>b</a:t>
                </a:r>
                <a:r>
                  <a:rPr lang="en-US" baseline="-25000"/>
                  <a:t>01</a:t>
                </a:r>
              </a:p>
            </p:txBody>
          </p:sp>
        </p:grpSp>
        <p:grpSp>
          <p:nvGrpSpPr>
            <p:cNvPr id="10345" name="Group 105"/>
            <p:cNvGrpSpPr>
              <a:grpSpLocks/>
            </p:cNvGrpSpPr>
            <p:nvPr/>
          </p:nvGrpSpPr>
          <p:grpSpPr bwMode="auto">
            <a:xfrm>
              <a:off x="2240" y="3043"/>
              <a:ext cx="1454" cy="1229"/>
              <a:chOff x="2240" y="3043"/>
              <a:chExt cx="1454" cy="1229"/>
            </a:xfrm>
          </p:grpSpPr>
          <p:sp>
            <p:nvSpPr>
              <p:cNvPr id="10327" name="Line 87"/>
              <p:cNvSpPr>
                <a:spLocks noChangeShapeType="1"/>
              </p:cNvSpPr>
              <p:nvPr/>
            </p:nvSpPr>
            <p:spPr bwMode="auto">
              <a:xfrm flipH="1" flipV="1">
                <a:off x="2469" y="3318"/>
                <a:ext cx="687" cy="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28" name="Line 88"/>
              <p:cNvSpPr>
                <a:spLocks noChangeShapeType="1"/>
              </p:cNvSpPr>
              <p:nvPr/>
            </p:nvSpPr>
            <p:spPr bwMode="auto">
              <a:xfrm>
                <a:off x="2476" y="3330"/>
                <a:ext cx="0" cy="2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29" name="Line 89"/>
              <p:cNvSpPr>
                <a:spLocks noChangeShapeType="1"/>
              </p:cNvSpPr>
              <p:nvPr/>
            </p:nvSpPr>
            <p:spPr bwMode="auto">
              <a:xfrm flipV="1">
                <a:off x="3182" y="3355"/>
                <a:ext cx="0" cy="4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30" name="Line 90"/>
              <p:cNvSpPr>
                <a:spLocks noChangeShapeType="1"/>
              </p:cNvSpPr>
              <p:nvPr/>
            </p:nvSpPr>
            <p:spPr bwMode="auto">
              <a:xfrm>
                <a:off x="2475" y="3570"/>
                <a:ext cx="0" cy="42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31" name="Freeform 91"/>
              <p:cNvSpPr>
                <a:spLocks/>
              </p:cNvSpPr>
              <p:nvPr/>
            </p:nvSpPr>
            <p:spPr bwMode="auto">
              <a:xfrm>
                <a:off x="2475" y="3986"/>
                <a:ext cx="400" cy="265"/>
              </a:xfrm>
              <a:custGeom>
                <a:avLst/>
                <a:gdLst>
                  <a:gd name="T0" fmla="*/ 0 w 400"/>
                  <a:gd name="T1" fmla="*/ 0 h 265"/>
                  <a:gd name="T2" fmla="*/ 0 w 400"/>
                  <a:gd name="T3" fmla="*/ 264 h 265"/>
                  <a:gd name="T4" fmla="*/ 399 w 400"/>
                  <a:gd name="T5" fmla="*/ 264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0" h="265">
                    <a:moveTo>
                      <a:pt x="0" y="0"/>
                    </a:moveTo>
                    <a:lnTo>
                      <a:pt x="0" y="264"/>
                    </a:lnTo>
                    <a:lnTo>
                      <a:pt x="399" y="264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32" name="Freeform 92"/>
              <p:cNvSpPr>
                <a:spLocks/>
              </p:cNvSpPr>
              <p:nvPr/>
            </p:nvSpPr>
            <p:spPr bwMode="auto">
              <a:xfrm>
                <a:off x="2862" y="3801"/>
                <a:ext cx="321" cy="450"/>
              </a:xfrm>
              <a:custGeom>
                <a:avLst/>
                <a:gdLst>
                  <a:gd name="T0" fmla="*/ 0 w 321"/>
                  <a:gd name="T1" fmla="*/ 449 h 450"/>
                  <a:gd name="T2" fmla="*/ 320 w 321"/>
                  <a:gd name="T3" fmla="*/ 449 h 450"/>
                  <a:gd name="T4" fmla="*/ 320 w 321"/>
                  <a:gd name="T5" fmla="*/ 0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1" h="450">
                    <a:moveTo>
                      <a:pt x="0" y="449"/>
                    </a:moveTo>
                    <a:lnTo>
                      <a:pt x="320" y="449"/>
                    </a:lnTo>
                    <a:lnTo>
                      <a:pt x="320" y="0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33" name="Line 93"/>
              <p:cNvSpPr>
                <a:spLocks noChangeShapeType="1"/>
              </p:cNvSpPr>
              <p:nvPr/>
            </p:nvSpPr>
            <p:spPr bwMode="auto">
              <a:xfrm>
                <a:off x="2479" y="3772"/>
                <a:ext cx="669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34" name="Line 94"/>
              <p:cNvSpPr>
                <a:spLocks noChangeShapeType="1"/>
              </p:cNvSpPr>
              <p:nvPr/>
            </p:nvSpPr>
            <p:spPr bwMode="auto">
              <a:xfrm>
                <a:off x="3208" y="3331"/>
                <a:ext cx="48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35" name="Rectangle 95"/>
              <p:cNvSpPr>
                <a:spLocks noChangeArrowheads="1"/>
              </p:cNvSpPr>
              <p:nvPr/>
            </p:nvSpPr>
            <p:spPr bwMode="auto">
              <a:xfrm flipH="1">
                <a:off x="2244" y="3456"/>
                <a:ext cx="2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2000" i="1"/>
                  <a:t>z</a:t>
                </a:r>
                <a:r>
                  <a:rPr lang="en-US" sz="2000" baseline="30000"/>
                  <a:t>-1</a:t>
                </a:r>
              </a:p>
            </p:txBody>
          </p:sp>
          <p:sp>
            <p:nvSpPr>
              <p:cNvPr id="10336" name="Rectangle 96"/>
              <p:cNvSpPr>
                <a:spLocks noChangeArrowheads="1"/>
              </p:cNvSpPr>
              <p:nvPr/>
            </p:nvSpPr>
            <p:spPr bwMode="auto">
              <a:xfrm flipH="1">
                <a:off x="2240" y="3975"/>
                <a:ext cx="2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2000" i="1"/>
                  <a:t>z</a:t>
                </a:r>
                <a:r>
                  <a:rPr lang="en-US" sz="2000" baseline="30000"/>
                  <a:t>-1</a:t>
                </a:r>
              </a:p>
            </p:txBody>
          </p:sp>
          <p:sp>
            <p:nvSpPr>
              <p:cNvPr id="10337" name="Oval 97"/>
              <p:cNvSpPr>
                <a:spLocks noChangeArrowheads="1"/>
              </p:cNvSpPr>
              <p:nvPr/>
            </p:nvSpPr>
            <p:spPr bwMode="auto">
              <a:xfrm>
                <a:off x="3160" y="3308"/>
                <a:ext cx="40" cy="3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38" name="Oval 98"/>
              <p:cNvSpPr>
                <a:spLocks noChangeArrowheads="1"/>
              </p:cNvSpPr>
              <p:nvPr/>
            </p:nvSpPr>
            <p:spPr bwMode="auto">
              <a:xfrm>
                <a:off x="3151" y="3757"/>
                <a:ext cx="42" cy="3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39" name="Oval 99"/>
              <p:cNvSpPr>
                <a:spLocks noChangeArrowheads="1"/>
              </p:cNvSpPr>
              <p:nvPr/>
            </p:nvSpPr>
            <p:spPr bwMode="auto">
              <a:xfrm>
                <a:off x="2452" y="3749"/>
                <a:ext cx="41" cy="3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0" name="Oval 100"/>
              <p:cNvSpPr>
                <a:spLocks noChangeArrowheads="1"/>
              </p:cNvSpPr>
              <p:nvPr/>
            </p:nvSpPr>
            <p:spPr bwMode="auto">
              <a:xfrm>
                <a:off x="2452" y="4235"/>
                <a:ext cx="40" cy="3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1" name="Oval 101"/>
              <p:cNvSpPr>
                <a:spLocks noChangeArrowheads="1"/>
              </p:cNvSpPr>
              <p:nvPr/>
            </p:nvSpPr>
            <p:spPr bwMode="auto">
              <a:xfrm>
                <a:off x="3145" y="4220"/>
                <a:ext cx="40" cy="3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2" name="Rectangle 102"/>
              <p:cNvSpPr>
                <a:spLocks noChangeArrowheads="1"/>
              </p:cNvSpPr>
              <p:nvPr/>
            </p:nvSpPr>
            <p:spPr bwMode="auto">
              <a:xfrm>
                <a:off x="2654" y="3483"/>
                <a:ext cx="30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i="1"/>
                  <a:t>b</a:t>
                </a:r>
                <a:r>
                  <a:rPr lang="en-US" baseline="-25000"/>
                  <a:t>12</a:t>
                </a:r>
              </a:p>
            </p:txBody>
          </p:sp>
          <p:sp>
            <p:nvSpPr>
              <p:cNvPr id="10343" name="Rectangle 103"/>
              <p:cNvSpPr>
                <a:spLocks noChangeArrowheads="1"/>
              </p:cNvSpPr>
              <p:nvPr/>
            </p:nvSpPr>
            <p:spPr bwMode="auto">
              <a:xfrm>
                <a:off x="2667" y="3930"/>
                <a:ext cx="30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i="1"/>
                  <a:t>b</a:t>
                </a:r>
                <a:r>
                  <a:rPr lang="en-US" baseline="-25000"/>
                  <a:t>22</a:t>
                </a:r>
              </a:p>
            </p:txBody>
          </p:sp>
          <p:sp>
            <p:nvSpPr>
              <p:cNvPr id="10344" name="Rectangle 104"/>
              <p:cNvSpPr>
                <a:spLocks noChangeArrowheads="1"/>
              </p:cNvSpPr>
              <p:nvPr/>
            </p:nvSpPr>
            <p:spPr bwMode="auto">
              <a:xfrm>
                <a:off x="2642" y="3043"/>
                <a:ext cx="30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i="1"/>
                  <a:t>b</a:t>
                </a:r>
                <a:r>
                  <a:rPr lang="en-US" baseline="-25000"/>
                  <a:t>02</a:t>
                </a:r>
              </a:p>
            </p:txBody>
          </p:sp>
        </p:grpSp>
        <p:grpSp>
          <p:nvGrpSpPr>
            <p:cNvPr id="10366" name="Group 126"/>
            <p:cNvGrpSpPr>
              <a:grpSpLocks/>
            </p:cNvGrpSpPr>
            <p:nvPr/>
          </p:nvGrpSpPr>
          <p:grpSpPr bwMode="auto">
            <a:xfrm>
              <a:off x="3792" y="3056"/>
              <a:ext cx="1507" cy="1229"/>
              <a:chOff x="3792" y="3056"/>
              <a:chExt cx="1507" cy="1229"/>
            </a:xfrm>
          </p:grpSpPr>
          <p:sp>
            <p:nvSpPr>
              <p:cNvPr id="10346" name="Oval 106"/>
              <p:cNvSpPr>
                <a:spLocks noChangeArrowheads="1"/>
              </p:cNvSpPr>
              <p:nvPr/>
            </p:nvSpPr>
            <p:spPr bwMode="auto">
              <a:xfrm>
                <a:off x="4008" y="3318"/>
                <a:ext cx="40" cy="3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7" name="Line 107"/>
              <p:cNvSpPr>
                <a:spLocks noChangeShapeType="1"/>
              </p:cNvSpPr>
              <p:nvPr/>
            </p:nvSpPr>
            <p:spPr bwMode="auto">
              <a:xfrm flipH="1" flipV="1">
                <a:off x="4021" y="3331"/>
                <a:ext cx="687" cy="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8" name="Line 108"/>
              <p:cNvSpPr>
                <a:spLocks noChangeShapeType="1"/>
              </p:cNvSpPr>
              <p:nvPr/>
            </p:nvSpPr>
            <p:spPr bwMode="auto">
              <a:xfrm>
                <a:off x="4028" y="3343"/>
                <a:ext cx="0" cy="2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9" name="Line 109"/>
              <p:cNvSpPr>
                <a:spLocks noChangeShapeType="1"/>
              </p:cNvSpPr>
              <p:nvPr/>
            </p:nvSpPr>
            <p:spPr bwMode="auto">
              <a:xfrm flipV="1">
                <a:off x="4734" y="3368"/>
                <a:ext cx="0" cy="4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50" name="Line 110"/>
              <p:cNvSpPr>
                <a:spLocks noChangeShapeType="1"/>
              </p:cNvSpPr>
              <p:nvPr/>
            </p:nvSpPr>
            <p:spPr bwMode="auto">
              <a:xfrm>
                <a:off x="4027" y="3583"/>
                <a:ext cx="0" cy="42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51" name="Freeform 111"/>
              <p:cNvSpPr>
                <a:spLocks/>
              </p:cNvSpPr>
              <p:nvPr/>
            </p:nvSpPr>
            <p:spPr bwMode="auto">
              <a:xfrm>
                <a:off x="4027" y="3999"/>
                <a:ext cx="400" cy="265"/>
              </a:xfrm>
              <a:custGeom>
                <a:avLst/>
                <a:gdLst>
                  <a:gd name="T0" fmla="*/ 0 w 400"/>
                  <a:gd name="T1" fmla="*/ 0 h 265"/>
                  <a:gd name="T2" fmla="*/ 0 w 400"/>
                  <a:gd name="T3" fmla="*/ 264 h 265"/>
                  <a:gd name="T4" fmla="*/ 399 w 400"/>
                  <a:gd name="T5" fmla="*/ 264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0" h="265">
                    <a:moveTo>
                      <a:pt x="0" y="0"/>
                    </a:moveTo>
                    <a:lnTo>
                      <a:pt x="0" y="264"/>
                    </a:lnTo>
                    <a:lnTo>
                      <a:pt x="399" y="264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2" name="Freeform 112"/>
              <p:cNvSpPr>
                <a:spLocks/>
              </p:cNvSpPr>
              <p:nvPr/>
            </p:nvSpPr>
            <p:spPr bwMode="auto">
              <a:xfrm>
                <a:off x="4414" y="3814"/>
                <a:ext cx="321" cy="450"/>
              </a:xfrm>
              <a:custGeom>
                <a:avLst/>
                <a:gdLst>
                  <a:gd name="T0" fmla="*/ 0 w 321"/>
                  <a:gd name="T1" fmla="*/ 449 h 450"/>
                  <a:gd name="T2" fmla="*/ 320 w 321"/>
                  <a:gd name="T3" fmla="*/ 449 h 450"/>
                  <a:gd name="T4" fmla="*/ 320 w 321"/>
                  <a:gd name="T5" fmla="*/ 0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1" h="450">
                    <a:moveTo>
                      <a:pt x="0" y="449"/>
                    </a:moveTo>
                    <a:lnTo>
                      <a:pt x="320" y="449"/>
                    </a:lnTo>
                    <a:lnTo>
                      <a:pt x="320" y="0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3" name="Line 113"/>
              <p:cNvSpPr>
                <a:spLocks noChangeShapeType="1"/>
              </p:cNvSpPr>
              <p:nvPr/>
            </p:nvSpPr>
            <p:spPr bwMode="auto">
              <a:xfrm>
                <a:off x="4031" y="3785"/>
                <a:ext cx="669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54" name="Line 114"/>
              <p:cNvSpPr>
                <a:spLocks noChangeShapeType="1"/>
              </p:cNvSpPr>
              <p:nvPr/>
            </p:nvSpPr>
            <p:spPr bwMode="auto">
              <a:xfrm>
                <a:off x="4760" y="3344"/>
                <a:ext cx="48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55" name="Rectangle 115"/>
              <p:cNvSpPr>
                <a:spLocks noChangeArrowheads="1"/>
              </p:cNvSpPr>
              <p:nvPr/>
            </p:nvSpPr>
            <p:spPr bwMode="auto">
              <a:xfrm flipH="1">
                <a:off x="3796" y="3469"/>
                <a:ext cx="2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2000" i="1"/>
                  <a:t>z</a:t>
                </a:r>
                <a:r>
                  <a:rPr lang="en-US" sz="2000" baseline="30000"/>
                  <a:t>-1</a:t>
                </a:r>
              </a:p>
            </p:txBody>
          </p:sp>
          <p:sp>
            <p:nvSpPr>
              <p:cNvPr id="10356" name="Rectangle 116"/>
              <p:cNvSpPr>
                <a:spLocks noChangeArrowheads="1"/>
              </p:cNvSpPr>
              <p:nvPr/>
            </p:nvSpPr>
            <p:spPr bwMode="auto">
              <a:xfrm flipH="1">
                <a:off x="3792" y="3988"/>
                <a:ext cx="2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2000" i="1"/>
                  <a:t>z</a:t>
                </a:r>
                <a:r>
                  <a:rPr lang="en-US" sz="2000" baseline="30000"/>
                  <a:t>-1</a:t>
                </a:r>
              </a:p>
            </p:txBody>
          </p:sp>
          <p:sp>
            <p:nvSpPr>
              <p:cNvPr id="10357" name="Oval 117"/>
              <p:cNvSpPr>
                <a:spLocks noChangeArrowheads="1"/>
              </p:cNvSpPr>
              <p:nvPr/>
            </p:nvSpPr>
            <p:spPr bwMode="auto">
              <a:xfrm>
                <a:off x="4712" y="3321"/>
                <a:ext cx="40" cy="3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58" name="Oval 118"/>
              <p:cNvSpPr>
                <a:spLocks noChangeArrowheads="1"/>
              </p:cNvSpPr>
              <p:nvPr/>
            </p:nvSpPr>
            <p:spPr bwMode="auto">
              <a:xfrm>
                <a:off x="4703" y="3770"/>
                <a:ext cx="42" cy="3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59" name="Oval 119"/>
              <p:cNvSpPr>
                <a:spLocks noChangeArrowheads="1"/>
              </p:cNvSpPr>
              <p:nvPr/>
            </p:nvSpPr>
            <p:spPr bwMode="auto">
              <a:xfrm>
                <a:off x="5259" y="3321"/>
                <a:ext cx="40" cy="3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60" name="Oval 120"/>
              <p:cNvSpPr>
                <a:spLocks noChangeArrowheads="1"/>
              </p:cNvSpPr>
              <p:nvPr/>
            </p:nvSpPr>
            <p:spPr bwMode="auto">
              <a:xfrm>
                <a:off x="4004" y="3762"/>
                <a:ext cx="41" cy="3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61" name="Oval 121"/>
              <p:cNvSpPr>
                <a:spLocks noChangeArrowheads="1"/>
              </p:cNvSpPr>
              <p:nvPr/>
            </p:nvSpPr>
            <p:spPr bwMode="auto">
              <a:xfrm>
                <a:off x="4004" y="4248"/>
                <a:ext cx="40" cy="3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62" name="Oval 122"/>
              <p:cNvSpPr>
                <a:spLocks noChangeArrowheads="1"/>
              </p:cNvSpPr>
              <p:nvPr/>
            </p:nvSpPr>
            <p:spPr bwMode="auto">
              <a:xfrm>
                <a:off x="4697" y="4233"/>
                <a:ext cx="40" cy="37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63" name="Rectangle 123"/>
              <p:cNvSpPr>
                <a:spLocks noChangeArrowheads="1"/>
              </p:cNvSpPr>
              <p:nvPr/>
            </p:nvSpPr>
            <p:spPr bwMode="auto">
              <a:xfrm>
                <a:off x="4206" y="3496"/>
                <a:ext cx="37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i="1"/>
                  <a:t>b</a:t>
                </a:r>
                <a:r>
                  <a:rPr lang="en-US" baseline="-25000"/>
                  <a:t>1</a:t>
                </a:r>
                <a:r>
                  <a:rPr lang="en-US" i="1" baseline="-25000"/>
                  <a:t>Ms</a:t>
                </a:r>
              </a:p>
            </p:txBody>
          </p:sp>
          <p:sp>
            <p:nvSpPr>
              <p:cNvPr id="10364" name="Rectangle 124"/>
              <p:cNvSpPr>
                <a:spLocks noChangeArrowheads="1"/>
              </p:cNvSpPr>
              <p:nvPr/>
            </p:nvSpPr>
            <p:spPr bwMode="auto">
              <a:xfrm>
                <a:off x="4219" y="3943"/>
                <a:ext cx="37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i="1"/>
                  <a:t>b</a:t>
                </a:r>
                <a:r>
                  <a:rPr lang="en-US" baseline="-25000"/>
                  <a:t>2</a:t>
                </a:r>
                <a:r>
                  <a:rPr lang="en-US" i="1" baseline="-25000"/>
                  <a:t>Ms</a:t>
                </a:r>
              </a:p>
            </p:txBody>
          </p:sp>
          <p:sp>
            <p:nvSpPr>
              <p:cNvPr id="10365" name="Rectangle 125"/>
              <p:cNvSpPr>
                <a:spLocks noChangeArrowheads="1"/>
              </p:cNvSpPr>
              <p:nvPr/>
            </p:nvSpPr>
            <p:spPr bwMode="auto">
              <a:xfrm>
                <a:off x="4194" y="3056"/>
                <a:ext cx="37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i="1"/>
                  <a:t>b</a:t>
                </a:r>
                <a:r>
                  <a:rPr lang="en-US" baseline="-25000"/>
                  <a:t>0</a:t>
                </a:r>
                <a:r>
                  <a:rPr lang="en-US" i="1" baseline="-25000"/>
                  <a:t>Ms</a:t>
                </a:r>
              </a:p>
            </p:txBody>
          </p:sp>
        </p:grpSp>
        <p:sp>
          <p:nvSpPr>
            <p:cNvPr id="10367" name="Line 127"/>
            <p:cNvSpPr>
              <a:spLocks noChangeShapeType="1"/>
            </p:cNvSpPr>
            <p:nvPr/>
          </p:nvSpPr>
          <p:spPr bwMode="auto">
            <a:xfrm>
              <a:off x="3640" y="3332"/>
              <a:ext cx="48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68" name="Rectangle 128"/>
            <p:cNvSpPr>
              <a:spLocks noChangeArrowheads="1"/>
            </p:cNvSpPr>
            <p:nvPr/>
          </p:nvSpPr>
          <p:spPr bwMode="auto">
            <a:xfrm>
              <a:off x="5073" y="3056"/>
              <a:ext cx="34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y</a:t>
              </a:r>
              <a:r>
                <a:rPr lang="en-US"/>
                <a:t>[</a:t>
              </a:r>
              <a:r>
                <a:rPr lang="en-US" i="1"/>
                <a:t>n</a:t>
              </a:r>
              <a:r>
                <a:rPr lang="en-US"/>
                <a:t>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0470945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Lecture 16</a:t>
            </a:r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75F441A8-2F66-43B0-8FE0-899CA5434987}" type="slidenum">
              <a:rPr lang="en-US"/>
              <a:pPr/>
              <a:t>11</a:t>
            </a:fld>
            <a:endParaRPr lang="en-US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9738"/>
            <a:ext cx="7772400" cy="557212"/>
          </a:xfrm>
          <a:noFill/>
          <a:ln/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Linear phase FIR system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1833563" y="1141413"/>
            <a:ext cx="6102634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3200" i="1"/>
              <a:t>H</a:t>
            </a:r>
            <a:r>
              <a:rPr lang="en-US" sz="3200"/>
              <a:t>(</a:t>
            </a:r>
            <a:r>
              <a:rPr lang="en-US" sz="3200" i="1"/>
              <a:t>e</a:t>
            </a:r>
            <a:r>
              <a:rPr lang="en-US" sz="3200" i="1" baseline="30000"/>
              <a:t> j</a:t>
            </a:r>
            <a:r>
              <a:rPr lang="en-US" sz="3600" i="1" baseline="30000">
                <a:latin typeface="Symbol" pitchFamily="18" charset="2"/>
              </a:rPr>
              <a:t></a:t>
            </a:r>
            <a:r>
              <a:rPr lang="en-US" sz="3200"/>
              <a:t>)</a:t>
            </a:r>
            <a:r>
              <a:rPr lang="en-US" sz="3200" i="1"/>
              <a:t> = |H</a:t>
            </a:r>
            <a:r>
              <a:rPr lang="en-US" sz="3200"/>
              <a:t>(</a:t>
            </a:r>
            <a:r>
              <a:rPr lang="en-US" sz="3200" i="1"/>
              <a:t>e</a:t>
            </a:r>
            <a:r>
              <a:rPr lang="en-US" sz="3200" i="1" baseline="30000"/>
              <a:t> j</a:t>
            </a:r>
            <a:r>
              <a:rPr lang="en-US" sz="3600" i="1" baseline="30000">
                <a:latin typeface="Symbol" pitchFamily="18" charset="2"/>
              </a:rPr>
              <a:t></a:t>
            </a:r>
            <a:r>
              <a:rPr lang="en-US" sz="3200"/>
              <a:t>)|</a:t>
            </a:r>
            <a:r>
              <a:rPr lang="en-US" sz="3200" i="1"/>
              <a:t> e</a:t>
            </a:r>
            <a:r>
              <a:rPr lang="en-US" sz="3200" i="1" baseline="30000"/>
              <a:t>-j</a:t>
            </a:r>
            <a:r>
              <a:rPr lang="en-US" sz="3600" i="1" baseline="30000">
                <a:latin typeface="Symbol" pitchFamily="18" charset="2"/>
              </a:rPr>
              <a:t></a:t>
            </a:r>
            <a:r>
              <a:rPr lang="en-US" sz="3200"/>
              <a:t>,    </a:t>
            </a:r>
            <a:r>
              <a:rPr lang="en-US" sz="1600" i="1"/>
              <a:t> </a:t>
            </a:r>
            <a:r>
              <a:rPr lang="en-US" sz="3200"/>
              <a:t>|</a:t>
            </a:r>
            <a:r>
              <a:rPr lang="en-US" sz="3200" i="1">
                <a:latin typeface="Symbol" pitchFamily="18" charset="2"/>
              </a:rPr>
              <a:t></a:t>
            </a:r>
            <a:r>
              <a:rPr lang="en-US" sz="3200"/>
              <a:t>| &lt; </a:t>
            </a:r>
            <a:r>
              <a:rPr lang="en-US" sz="3200">
                <a:latin typeface="Symbol" pitchFamily="18" charset="2"/>
              </a:rPr>
              <a:t></a:t>
            </a:r>
          </a:p>
        </p:txBody>
      </p:sp>
      <p:grpSp>
        <p:nvGrpSpPr>
          <p:cNvPr id="14352" name="Group 16"/>
          <p:cNvGrpSpPr>
            <a:grpSpLocks/>
          </p:cNvGrpSpPr>
          <p:nvPr/>
        </p:nvGrpSpPr>
        <p:grpSpPr bwMode="auto">
          <a:xfrm>
            <a:off x="1501775" y="2079625"/>
            <a:ext cx="5957888" cy="938213"/>
            <a:chOff x="946" y="1310"/>
            <a:chExt cx="3753" cy="591"/>
          </a:xfrm>
        </p:grpSpPr>
        <p:sp>
          <p:nvSpPr>
            <p:cNvPr id="14340" name="Rectangle 4"/>
            <p:cNvSpPr>
              <a:spLocks noChangeArrowheads="1"/>
            </p:cNvSpPr>
            <p:nvPr/>
          </p:nvSpPr>
          <p:spPr bwMode="auto">
            <a:xfrm>
              <a:off x="1693" y="1459"/>
              <a:ext cx="1023" cy="44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1" name="Line 5"/>
            <p:cNvSpPr>
              <a:spLocks noChangeShapeType="1"/>
            </p:cNvSpPr>
            <p:nvPr/>
          </p:nvSpPr>
          <p:spPr bwMode="auto">
            <a:xfrm>
              <a:off x="946" y="1680"/>
              <a:ext cx="74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1752" y="1483"/>
              <a:ext cx="1020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3200" i="1"/>
                <a:t>|H</a:t>
              </a:r>
              <a:r>
                <a:rPr lang="en-US" sz="3200"/>
                <a:t>(</a:t>
              </a:r>
              <a:r>
                <a:rPr lang="en-US" sz="3200" i="1"/>
                <a:t>e</a:t>
              </a:r>
              <a:r>
                <a:rPr lang="en-US" sz="3200" i="1" baseline="30000"/>
                <a:t> j</a:t>
              </a:r>
              <a:r>
                <a:rPr lang="en-US" sz="3600" i="1" baseline="30000">
                  <a:latin typeface="Symbol" pitchFamily="18" charset="2"/>
                </a:rPr>
                <a:t></a:t>
              </a:r>
              <a:r>
                <a:rPr lang="en-US" sz="3200"/>
                <a:t>)|</a:t>
              </a: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1065" y="1318"/>
              <a:ext cx="534" cy="3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3200" i="1"/>
                <a:t>x</a:t>
              </a:r>
              <a:r>
                <a:rPr lang="en-US" sz="3200"/>
                <a:t>[</a:t>
              </a:r>
              <a:r>
                <a:rPr lang="en-US" sz="3200" i="1"/>
                <a:t>n</a:t>
              </a:r>
              <a:r>
                <a:rPr lang="en-US" sz="3200"/>
                <a:t>]</a:t>
              </a:r>
            </a:p>
          </p:txBody>
        </p:sp>
        <p:grpSp>
          <p:nvGrpSpPr>
            <p:cNvPr id="14346" name="Group 10"/>
            <p:cNvGrpSpPr>
              <a:grpSpLocks/>
            </p:cNvGrpSpPr>
            <p:nvPr/>
          </p:nvGrpSpPr>
          <p:grpSpPr bwMode="auto">
            <a:xfrm>
              <a:off x="3364" y="1445"/>
              <a:ext cx="705" cy="442"/>
              <a:chOff x="3364" y="1445"/>
              <a:chExt cx="705" cy="442"/>
            </a:xfrm>
          </p:grpSpPr>
          <p:sp>
            <p:nvSpPr>
              <p:cNvPr id="14344" name="Rectangle 8"/>
              <p:cNvSpPr>
                <a:spLocks noChangeArrowheads="1"/>
              </p:cNvSpPr>
              <p:nvPr/>
            </p:nvSpPr>
            <p:spPr bwMode="auto">
              <a:xfrm>
                <a:off x="3364" y="1445"/>
                <a:ext cx="705" cy="44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45" name="Rectangle 9"/>
              <p:cNvSpPr>
                <a:spLocks noChangeArrowheads="1"/>
              </p:cNvSpPr>
              <p:nvPr/>
            </p:nvSpPr>
            <p:spPr bwMode="auto">
              <a:xfrm>
                <a:off x="3367" y="1477"/>
                <a:ext cx="658" cy="3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3200" i="1"/>
                  <a:t>e</a:t>
                </a:r>
                <a:r>
                  <a:rPr lang="en-US" sz="3200" i="1" baseline="30000"/>
                  <a:t>-j</a:t>
                </a:r>
                <a:r>
                  <a:rPr lang="en-US" sz="3600" i="1" baseline="30000">
                    <a:latin typeface="Symbol" pitchFamily="18" charset="2"/>
                  </a:rPr>
                  <a:t></a:t>
                </a:r>
              </a:p>
            </p:txBody>
          </p:sp>
        </p:grpSp>
        <p:sp>
          <p:nvSpPr>
            <p:cNvPr id="14347" name="Line 11"/>
            <p:cNvSpPr>
              <a:spLocks noChangeShapeType="1"/>
            </p:cNvSpPr>
            <p:nvPr/>
          </p:nvSpPr>
          <p:spPr bwMode="auto">
            <a:xfrm>
              <a:off x="2724" y="1685"/>
              <a:ext cx="6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744" y="1344"/>
              <a:ext cx="591" cy="3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3200" i="1"/>
                <a:t>w</a:t>
              </a:r>
              <a:r>
                <a:rPr lang="en-US" sz="3200"/>
                <a:t>[</a:t>
              </a:r>
              <a:r>
                <a:rPr lang="en-US" sz="3200" i="1"/>
                <a:t>n</a:t>
              </a:r>
              <a:r>
                <a:rPr lang="en-US" sz="3200"/>
                <a:t>]</a:t>
              </a:r>
            </a:p>
          </p:txBody>
        </p:sp>
        <p:grpSp>
          <p:nvGrpSpPr>
            <p:cNvPr id="14351" name="Group 15"/>
            <p:cNvGrpSpPr>
              <a:grpSpLocks/>
            </p:cNvGrpSpPr>
            <p:nvPr/>
          </p:nvGrpSpPr>
          <p:grpSpPr bwMode="auto">
            <a:xfrm>
              <a:off x="4075" y="1310"/>
              <a:ext cx="624" cy="371"/>
              <a:chOff x="4075" y="1310"/>
              <a:chExt cx="624" cy="371"/>
            </a:xfrm>
          </p:grpSpPr>
          <p:sp>
            <p:nvSpPr>
              <p:cNvPr id="14349" name="Line 13"/>
              <p:cNvSpPr>
                <a:spLocks noChangeShapeType="1"/>
              </p:cNvSpPr>
              <p:nvPr/>
            </p:nvSpPr>
            <p:spPr bwMode="auto">
              <a:xfrm>
                <a:off x="4075" y="1671"/>
                <a:ext cx="61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50" name="Rectangle 14"/>
              <p:cNvSpPr>
                <a:spLocks noChangeArrowheads="1"/>
              </p:cNvSpPr>
              <p:nvPr/>
            </p:nvSpPr>
            <p:spPr bwMode="auto">
              <a:xfrm>
                <a:off x="4165" y="1310"/>
                <a:ext cx="534" cy="3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3200" i="1"/>
                  <a:t>y</a:t>
                </a:r>
                <a:r>
                  <a:rPr lang="en-US" sz="3200"/>
                  <a:t>[</a:t>
                </a:r>
                <a:r>
                  <a:rPr lang="en-US" sz="3200" i="1"/>
                  <a:t>n</a:t>
                </a:r>
                <a:r>
                  <a:rPr lang="en-US" sz="3200"/>
                  <a:t>]</a:t>
                </a:r>
              </a:p>
            </p:txBody>
          </p:sp>
        </p:grpSp>
      </p:grpSp>
      <p:sp>
        <p:nvSpPr>
          <p:cNvPr id="14353" name="Rectangle 17"/>
          <p:cNvSpPr>
            <a:spLocks noChangeArrowheads="1"/>
          </p:cNvSpPr>
          <p:nvPr/>
        </p:nvSpPr>
        <p:spPr bwMode="auto">
          <a:xfrm>
            <a:off x="735013" y="3311525"/>
            <a:ext cx="7772400" cy="315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 "/>
            </a:pPr>
            <a:r>
              <a:rPr lang="en-US" sz="3200"/>
              <a:t>where </a:t>
            </a:r>
            <a:r>
              <a:rPr lang="en-US" sz="3200" i="1"/>
              <a:t>|H</a:t>
            </a:r>
            <a:r>
              <a:rPr lang="en-US" sz="3200"/>
              <a:t>(</a:t>
            </a:r>
            <a:r>
              <a:rPr lang="en-US" sz="3200" i="1"/>
              <a:t>e</a:t>
            </a:r>
            <a:r>
              <a:rPr lang="en-US" sz="3200" i="1" baseline="30000"/>
              <a:t> j</a:t>
            </a:r>
            <a:r>
              <a:rPr lang="en-US" sz="3200" i="1" baseline="30000">
                <a:latin typeface="Symbol" pitchFamily="18" charset="2"/>
              </a:rPr>
              <a:t></a:t>
            </a:r>
            <a:r>
              <a:rPr lang="en-US" sz="3200"/>
              <a:t>)| is a zero phase system and  </a:t>
            </a:r>
            <a:r>
              <a:rPr lang="en-US" sz="3200" i="1"/>
              <a:t>e</a:t>
            </a:r>
            <a:r>
              <a:rPr lang="en-US" sz="3200" i="1" baseline="30000"/>
              <a:t>-j</a:t>
            </a:r>
            <a:r>
              <a:rPr lang="en-US" sz="3600" i="1" baseline="30000">
                <a:latin typeface="Symbol" pitchFamily="18" charset="2"/>
              </a:rPr>
              <a:t></a:t>
            </a:r>
            <a:r>
              <a:rPr lang="en-US" sz="3200" i="1"/>
              <a:t> </a:t>
            </a:r>
            <a:r>
              <a:rPr lang="en-US" sz="3200"/>
              <a:t>is a pure delay system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</a:pPr>
            <a:r>
              <a:rPr lang="en-US" sz="3200"/>
              <a:t>If </a:t>
            </a:r>
            <a:r>
              <a:rPr lang="en-US" sz="3200" i="1"/>
              <a:t>h</a:t>
            </a:r>
            <a:r>
              <a:rPr lang="en-US" sz="3200" i="1" baseline="-25000"/>
              <a:t>zp</a:t>
            </a:r>
            <a:r>
              <a:rPr lang="en-US" sz="3200"/>
              <a:t>[</a:t>
            </a:r>
            <a:r>
              <a:rPr lang="en-US" sz="3200" i="1"/>
              <a:t>n</a:t>
            </a:r>
            <a:r>
              <a:rPr lang="en-US" sz="3200"/>
              <a:t>] is symmetric about zero, </a:t>
            </a:r>
            <a:r>
              <a:rPr lang="en-US" sz="3200" i="1"/>
              <a:t>H</a:t>
            </a:r>
            <a:r>
              <a:rPr lang="en-US" sz="3200"/>
              <a:t>(</a:t>
            </a:r>
            <a:r>
              <a:rPr lang="en-US" sz="3200" i="1"/>
              <a:t>e</a:t>
            </a:r>
            <a:r>
              <a:rPr lang="en-US" sz="3200" i="1" baseline="30000"/>
              <a:t> j</a:t>
            </a:r>
            <a:r>
              <a:rPr lang="en-US" sz="3600" i="1" baseline="30000">
                <a:latin typeface="Symbol" pitchFamily="18" charset="2"/>
              </a:rPr>
              <a:t></a:t>
            </a:r>
            <a:r>
              <a:rPr lang="en-US" sz="3200"/>
              <a:t>) is zero phase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</a:pPr>
            <a:r>
              <a:rPr lang="en-US" sz="3200"/>
              <a:t>So, </a:t>
            </a:r>
            <a:r>
              <a:rPr lang="en-US" sz="3200" i="1"/>
              <a:t>h</a:t>
            </a:r>
            <a:r>
              <a:rPr lang="en-US" sz="3200" i="1" baseline="-25000"/>
              <a:t>lp</a:t>
            </a:r>
            <a:r>
              <a:rPr lang="en-US" sz="3200"/>
              <a:t>[</a:t>
            </a:r>
            <a:r>
              <a:rPr lang="en-US" sz="3200" i="1"/>
              <a:t>n</a:t>
            </a:r>
            <a:r>
              <a:rPr lang="en-US" sz="3200"/>
              <a:t>] is symmetric about </a:t>
            </a:r>
            <a:r>
              <a:rPr lang="en-US" sz="3200" i="1">
                <a:latin typeface="Symbol" pitchFamily="18" charset="2"/>
              </a:rPr>
              <a:t>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50C1F46-9F9F-2E45-A1C5-E9F761A1CCC7}"/>
                  </a:ext>
                </a:extLst>
              </p14:cNvPr>
              <p14:cNvContentPartPr/>
              <p14:nvPr/>
            </p14:nvContentPartPr>
            <p14:xfrm>
              <a:off x="2609640" y="808560"/>
              <a:ext cx="4841640" cy="5316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50C1F46-9F9F-2E45-A1C5-E9F761A1CC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0280" y="799200"/>
                <a:ext cx="4860360" cy="533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8423993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Lecture 16</a:t>
            </a:r>
          </a:p>
        </p:txBody>
      </p:sp>
      <p:sp>
        <p:nvSpPr>
          <p:cNvPr id="50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13CD227D-6C77-4B86-9AC3-DF42CC090D4F}" type="slidenum">
              <a:rPr lang="en-US"/>
              <a:pPr/>
              <a:t>12</a:t>
            </a:fld>
            <a:endParaRPr lang="en-US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54025"/>
            <a:ext cx="7772400" cy="3019425"/>
          </a:xfrm>
          <a:noFill/>
          <a:ln/>
        </p:spPr>
        <p:txBody>
          <a:bodyPr/>
          <a:lstStyle/>
          <a:p>
            <a:r>
              <a:rPr lang="en-US"/>
              <a:t>To ensure causality, </a:t>
            </a:r>
            <a:r>
              <a:rPr lang="en-US">
                <a:latin typeface="Symbol" pitchFamily="18" charset="2"/>
              </a:rPr>
              <a:t></a:t>
            </a:r>
            <a:r>
              <a:rPr lang="en-US"/>
              <a:t> </a:t>
            </a:r>
            <a:r>
              <a:rPr lang="en-US">
                <a:latin typeface="Symbol" pitchFamily="18" charset="2"/>
              </a:rPr>
              <a:t></a:t>
            </a:r>
            <a:r>
              <a:rPr lang="en-US"/>
              <a:t> </a:t>
            </a:r>
            <a:r>
              <a:rPr lang="en-US" i="1"/>
              <a:t>M</a:t>
            </a:r>
            <a:r>
              <a:rPr lang="en-US"/>
              <a:t>/2</a:t>
            </a:r>
          </a:p>
          <a:p>
            <a:r>
              <a:rPr lang="en-US"/>
              <a:t>Putting it all together</a:t>
            </a:r>
          </a:p>
          <a:p>
            <a:pPr>
              <a:buFont typeface="Monotype Sorts" pitchFamily="2" charset="2"/>
              <a:buChar char=" "/>
            </a:pPr>
            <a:r>
              <a:rPr lang="en-US" i="1"/>
              <a:t>h</a:t>
            </a:r>
            <a:r>
              <a:rPr lang="en-US"/>
              <a:t>[</a:t>
            </a:r>
            <a:r>
              <a:rPr lang="en-US" i="1"/>
              <a:t>M-n</a:t>
            </a:r>
            <a:r>
              <a:rPr lang="en-US"/>
              <a:t>] = </a:t>
            </a:r>
            <a:r>
              <a:rPr lang="en-US" i="1"/>
              <a:t>h</a:t>
            </a:r>
            <a:r>
              <a:rPr lang="en-US"/>
              <a:t>[</a:t>
            </a:r>
            <a:r>
              <a:rPr lang="en-US" i="1"/>
              <a:t>n</a:t>
            </a:r>
            <a:r>
              <a:rPr lang="en-US"/>
              <a:t>],     for </a:t>
            </a:r>
            <a:r>
              <a:rPr lang="en-US" i="1"/>
              <a:t>n =</a:t>
            </a:r>
            <a:r>
              <a:rPr lang="en-US"/>
              <a:t> 0,1,…, </a:t>
            </a:r>
            <a:r>
              <a:rPr lang="en-US" i="1"/>
              <a:t>M</a:t>
            </a:r>
          </a:p>
          <a:p>
            <a:pPr>
              <a:buFont typeface="Monotype Sorts" pitchFamily="2" charset="2"/>
              <a:buChar char=" "/>
            </a:pPr>
            <a:r>
              <a:rPr lang="en-US" i="1"/>
              <a:t>                </a:t>
            </a:r>
            <a:r>
              <a:rPr lang="en-US"/>
              <a:t>or</a:t>
            </a:r>
          </a:p>
          <a:p>
            <a:pPr>
              <a:buFont typeface="Monotype Sorts" pitchFamily="2" charset="2"/>
              <a:buChar char=" "/>
            </a:pPr>
            <a:r>
              <a:rPr lang="en-US" i="1"/>
              <a:t>h</a:t>
            </a:r>
            <a:r>
              <a:rPr lang="en-US"/>
              <a:t>[</a:t>
            </a:r>
            <a:r>
              <a:rPr lang="en-US" i="1"/>
              <a:t>M-n</a:t>
            </a:r>
            <a:r>
              <a:rPr lang="en-US"/>
              <a:t>] = -</a:t>
            </a:r>
            <a:r>
              <a:rPr lang="en-US" i="1"/>
              <a:t>h</a:t>
            </a:r>
            <a:r>
              <a:rPr lang="en-US"/>
              <a:t>[</a:t>
            </a:r>
            <a:r>
              <a:rPr lang="en-US" i="1"/>
              <a:t>n</a:t>
            </a:r>
            <a:r>
              <a:rPr lang="en-US"/>
              <a:t>],     for </a:t>
            </a:r>
            <a:r>
              <a:rPr lang="en-US" i="1"/>
              <a:t>n =</a:t>
            </a:r>
            <a:r>
              <a:rPr lang="en-US"/>
              <a:t> 0,1,…, </a:t>
            </a:r>
            <a:r>
              <a:rPr lang="en-US" i="1"/>
              <a:t>M</a:t>
            </a:r>
          </a:p>
          <a:p>
            <a:pPr>
              <a:buFont typeface="Monotype Sorts" pitchFamily="2" charset="2"/>
              <a:buChar char=" "/>
            </a:pPr>
            <a:endParaRPr lang="en-US" i="1"/>
          </a:p>
        </p:txBody>
      </p:sp>
      <p:grpSp>
        <p:nvGrpSpPr>
          <p:cNvPr id="16431" name="Group 47"/>
          <p:cNvGrpSpPr>
            <a:grpSpLocks/>
          </p:cNvGrpSpPr>
          <p:nvPr/>
        </p:nvGrpSpPr>
        <p:grpSpPr bwMode="auto">
          <a:xfrm>
            <a:off x="1079500" y="2852936"/>
            <a:ext cx="6738938" cy="1581150"/>
            <a:chOff x="680" y="2129"/>
            <a:chExt cx="4245" cy="996"/>
          </a:xfrm>
        </p:grpSpPr>
        <p:sp>
          <p:nvSpPr>
            <p:cNvPr id="16387" name="Line 3"/>
            <p:cNvSpPr>
              <a:spLocks noChangeShapeType="1"/>
            </p:cNvSpPr>
            <p:nvPr/>
          </p:nvSpPr>
          <p:spPr bwMode="auto">
            <a:xfrm>
              <a:off x="762" y="2442"/>
              <a:ext cx="9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88" name="Line 4"/>
            <p:cNvSpPr>
              <a:spLocks noChangeShapeType="1"/>
            </p:cNvSpPr>
            <p:nvPr/>
          </p:nvSpPr>
          <p:spPr bwMode="auto">
            <a:xfrm>
              <a:off x="1325" y="3106"/>
              <a:ext cx="34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89" name="Line 5"/>
            <p:cNvSpPr>
              <a:spLocks noChangeShapeType="1"/>
            </p:cNvSpPr>
            <p:nvPr/>
          </p:nvSpPr>
          <p:spPr bwMode="auto">
            <a:xfrm>
              <a:off x="1312" y="2455"/>
              <a:ext cx="0" cy="3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0" name="Line 6"/>
            <p:cNvSpPr>
              <a:spLocks noChangeShapeType="1"/>
            </p:cNvSpPr>
            <p:nvPr/>
          </p:nvSpPr>
          <p:spPr bwMode="auto">
            <a:xfrm>
              <a:off x="1312" y="2806"/>
              <a:ext cx="0" cy="2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1" name="Oval 7"/>
            <p:cNvSpPr>
              <a:spLocks noChangeArrowheads="1"/>
            </p:cNvSpPr>
            <p:nvPr/>
          </p:nvSpPr>
          <p:spPr bwMode="auto">
            <a:xfrm>
              <a:off x="1301" y="2430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6398" name="Group 14"/>
            <p:cNvGrpSpPr>
              <a:grpSpLocks/>
            </p:cNvGrpSpPr>
            <p:nvPr/>
          </p:nvGrpSpPr>
          <p:grpSpPr bwMode="auto">
            <a:xfrm>
              <a:off x="1643" y="2425"/>
              <a:ext cx="660" cy="700"/>
              <a:chOff x="1643" y="2425"/>
              <a:chExt cx="660" cy="700"/>
            </a:xfrm>
          </p:grpSpPr>
          <p:sp>
            <p:nvSpPr>
              <p:cNvPr id="16392" name="Line 8"/>
              <p:cNvSpPr>
                <a:spLocks noChangeShapeType="1"/>
              </p:cNvSpPr>
              <p:nvPr/>
            </p:nvSpPr>
            <p:spPr bwMode="auto">
              <a:xfrm>
                <a:off x="1643" y="2437"/>
                <a:ext cx="64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393" name="Line 9"/>
              <p:cNvSpPr>
                <a:spLocks noChangeShapeType="1"/>
              </p:cNvSpPr>
              <p:nvPr/>
            </p:nvSpPr>
            <p:spPr bwMode="auto">
              <a:xfrm>
                <a:off x="1656" y="3105"/>
                <a:ext cx="64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394" name="Line 10"/>
              <p:cNvSpPr>
                <a:spLocks noChangeShapeType="1"/>
              </p:cNvSpPr>
              <p:nvPr/>
            </p:nvSpPr>
            <p:spPr bwMode="auto">
              <a:xfrm>
                <a:off x="1925" y="2450"/>
                <a:ext cx="0" cy="34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395" name="Line 11"/>
              <p:cNvSpPr>
                <a:spLocks noChangeShapeType="1"/>
              </p:cNvSpPr>
              <p:nvPr/>
            </p:nvSpPr>
            <p:spPr bwMode="auto">
              <a:xfrm>
                <a:off x="1925" y="2801"/>
                <a:ext cx="0" cy="2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396" name="Oval 12"/>
              <p:cNvSpPr>
                <a:spLocks noChangeArrowheads="1"/>
              </p:cNvSpPr>
              <p:nvPr/>
            </p:nvSpPr>
            <p:spPr bwMode="auto">
              <a:xfrm>
                <a:off x="1914" y="2425"/>
                <a:ext cx="32" cy="3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397" name="Oval 13"/>
              <p:cNvSpPr>
                <a:spLocks noChangeArrowheads="1"/>
              </p:cNvSpPr>
              <p:nvPr/>
            </p:nvSpPr>
            <p:spPr bwMode="auto">
              <a:xfrm>
                <a:off x="1900" y="3089"/>
                <a:ext cx="48" cy="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405" name="Group 21"/>
            <p:cNvGrpSpPr>
              <a:grpSpLocks/>
            </p:cNvGrpSpPr>
            <p:nvPr/>
          </p:nvGrpSpPr>
          <p:grpSpPr bwMode="auto">
            <a:xfrm>
              <a:off x="2247" y="2419"/>
              <a:ext cx="660" cy="700"/>
              <a:chOff x="2247" y="2419"/>
              <a:chExt cx="660" cy="700"/>
            </a:xfrm>
          </p:grpSpPr>
          <p:sp>
            <p:nvSpPr>
              <p:cNvPr id="16399" name="Line 15"/>
              <p:cNvSpPr>
                <a:spLocks noChangeShapeType="1"/>
              </p:cNvSpPr>
              <p:nvPr/>
            </p:nvSpPr>
            <p:spPr bwMode="auto">
              <a:xfrm>
                <a:off x="2247" y="2431"/>
                <a:ext cx="64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00" name="Line 16"/>
              <p:cNvSpPr>
                <a:spLocks noChangeShapeType="1"/>
              </p:cNvSpPr>
              <p:nvPr/>
            </p:nvSpPr>
            <p:spPr bwMode="auto">
              <a:xfrm>
                <a:off x="2260" y="3099"/>
                <a:ext cx="64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01" name="Line 17"/>
              <p:cNvSpPr>
                <a:spLocks noChangeShapeType="1"/>
              </p:cNvSpPr>
              <p:nvPr/>
            </p:nvSpPr>
            <p:spPr bwMode="auto">
              <a:xfrm>
                <a:off x="2529" y="2444"/>
                <a:ext cx="0" cy="34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02" name="Line 18"/>
              <p:cNvSpPr>
                <a:spLocks noChangeShapeType="1"/>
              </p:cNvSpPr>
              <p:nvPr/>
            </p:nvSpPr>
            <p:spPr bwMode="auto">
              <a:xfrm>
                <a:off x="2529" y="2795"/>
                <a:ext cx="0" cy="2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03" name="Oval 19"/>
              <p:cNvSpPr>
                <a:spLocks noChangeArrowheads="1"/>
              </p:cNvSpPr>
              <p:nvPr/>
            </p:nvSpPr>
            <p:spPr bwMode="auto">
              <a:xfrm>
                <a:off x="2518" y="2419"/>
                <a:ext cx="32" cy="3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04" name="Oval 20"/>
              <p:cNvSpPr>
                <a:spLocks noChangeArrowheads="1"/>
              </p:cNvSpPr>
              <p:nvPr/>
            </p:nvSpPr>
            <p:spPr bwMode="auto">
              <a:xfrm>
                <a:off x="2504" y="3083"/>
                <a:ext cx="48" cy="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412" name="Group 28"/>
            <p:cNvGrpSpPr>
              <a:grpSpLocks/>
            </p:cNvGrpSpPr>
            <p:nvPr/>
          </p:nvGrpSpPr>
          <p:grpSpPr bwMode="auto">
            <a:xfrm>
              <a:off x="3262" y="2419"/>
              <a:ext cx="660" cy="700"/>
              <a:chOff x="3262" y="2419"/>
              <a:chExt cx="660" cy="700"/>
            </a:xfrm>
          </p:grpSpPr>
          <p:sp>
            <p:nvSpPr>
              <p:cNvPr id="16406" name="Line 22"/>
              <p:cNvSpPr>
                <a:spLocks noChangeShapeType="1"/>
              </p:cNvSpPr>
              <p:nvPr/>
            </p:nvSpPr>
            <p:spPr bwMode="auto">
              <a:xfrm>
                <a:off x="3262" y="2431"/>
                <a:ext cx="64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07" name="Line 23"/>
              <p:cNvSpPr>
                <a:spLocks noChangeShapeType="1"/>
              </p:cNvSpPr>
              <p:nvPr/>
            </p:nvSpPr>
            <p:spPr bwMode="auto">
              <a:xfrm>
                <a:off x="3275" y="3099"/>
                <a:ext cx="64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08" name="Line 24"/>
              <p:cNvSpPr>
                <a:spLocks noChangeShapeType="1"/>
              </p:cNvSpPr>
              <p:nvPr/>
            </p:nvSpPr>
            <p:spPr bwMode="auto">
              <a:xfrm>
                <a:off x="3544" y="2444"/>
                <a:ext cx="0" cy="34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09" name="Line 25"/>
              <p:cNvSpPr>
                <a:spLocks noChangeShapeType="1"/>
              </p:cNvSpPr>
              <p:nvPr/>
            </p:nvSpPr>
            <p:spPr bwMode="auto">
              <a:xfrm>
                <a:off x="3544" y="2795"/>
                <a:ext cx="0" cy="2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0" name="Oval 26"/>
              <p:cNvSpPr>
                <a:spLocks noChangeArrowheads="1"/>
              </p:cNvSpPr>
              <p:nvPr/>
            </p:nvSpPr>
            <p:spPr bwMode="auto">
              <a:xfrm>
                <a:off x="3533" y="2419"/>
                <a:ext cx="32" cy="3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1" name="Oval 27"/>
              <p:cNvSpPr>
                <a:spLocks noChangeArrowheads="1"/>
              </p:cNvSpPr>
              <p:nvPr/>
            </p:nvSpPr>
            <p:spPr bwMode="auto">
              <a:xfrm>
                <a:off x="3519" y="3083"/>
                <a:ext cx="48" cy="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413" name="Line 29"/>
            <p:cNvSpPr>
              <a:spLocks noChangeShapeType="1"/>
            </p:cNvSpPr>
            <p:nvPr/>
          </p:nvSpPr>
          <p:spPr bwMode="auto">
            <a:xfrm flipV="1">
              <a:off x="3873" y="2427"/>
              <a:ext cx="258" cy="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4" name="Line 30"/>
            <p:cNvSpPr>
              <a:spLocks noChangeShapeType="1"/>
            </p:cNvSpPr>
            <p:nvPr/>
          </p:nvSpPr>
          <p:spPr bwMode="auto">
            <a:xfrm>
              <a:off x="3866" y="3099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5" name="Line 31"/>
            <p:cNvSpPr>
              <a:spLocks noChangeShapeType="1"/>
            </p:cNvSpPr>
            <p:nvPr/>
          </p:nvSpPr>
          <p:spPr bwMode="auto">
            <a:xfrm>
              <a:off x="4135" y="2444"/>
              <a:ext cx="0" cy="3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6" name="Line 32"/>
            <p:cNvSpPr>
              <a:spLocks noChangeShapeType="1"/>
            </p:cNvSpPr>
            <p:nvPr/>
          </p:nvSpPr>
          <p:spPr bwMode="auto">
            <a:xfrm>
              <a:off x="4135" y="2795"/>
              <a:ext cx="0" cy="2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7" name="Oval 33"/>
            <p:cNvSpPr>
              <a:spLocks noChangeArrowheads="1"/>
            </p:cNvSpPr>
            <p:nvPr/>
          </p:nvSpPr>
          <p:spPr bwMode="auto">
            <a:xfrm>
              <a:off x="4110" y="3083"/>
              <a:ext cx="48" cy="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8" name="Line 34"/>
            <p:cNvSpPr>
              <a:spLocks noChangeShapeType="1"/>
            </p:cNvSpPr>
            <p:nvPr/>
          </p:nvSpPr>
          <p:spPr bwMode="auto">
            <a:xfrm>
              <a:off x="2885" y="2432"/>
              <a:ext cx="3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9" name="Line 35"/>
            <p:cNvSpPr>
              <a:spLocks noChangeShapeType="1"/>
            </p:cNvSpPr>
            <p:nvPr/>
          </p:nvSpPr>
          <p:spPr bwMode="auto">
            <a:xfrm>
              <a:off x="2898" y="3101"/>
              <a:ext cx="3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0" name="Rectangle 36"/>
            <p:cNvSpPr>
              <a:spLocks noChangeArrowheads="1"/>
            </p:cNvSpPr>
            <p:nvPr/>
          </p:nvSpPr>
          <p:spPr bwMode="auto">
            <a:xfrm flipH="1">
              <a:off x="1472" y="2157"/>
              <a:ext cx="2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z</a:t>
              </a:r>
              <a:r>
                <a:rPr lang="en-US" baseline="30000"/>
                <a:t>-1</a:t>
              </a:r>
            </a:p>
          </p:txBody>
        </p:sp>
        <p:sp>
          <p:nvSpPr>
            <p:cNvPr id="16421" name="Rectangle 37"/>
            <p:cNvSpPr>
              <a:spLocks noChangeArrowheads="1"/>
            </p:cNvSpPr>
            <p:nvPr/>
          </p:nvSpPr>
          <p:spPr bwMode="auto">
            <a:xfrm flipH="1">
              <a:off x="2094" y="2161"/>
              <a:ext cx="2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z</a:t>
              </a:r>
              <a:r>
                <a:rPr lang="en-US" baseline="30000"/>
                <a:t>-1</a:t>
              </a:r>
            </a:p>
          </p:txBody>
        </p:sp>
        <p:sp>
          <p:nvSpPr>
            <p:cNvPr id="16422" name="Rectangle 38"/>
            <p:cNvSpPr>
              <a:spLocks noChangeArrowheads="1"/>
            </p:cNvSpPr>
            <p:nvPr/>
          </p:nvSpPr>
          <p:spPr bwMode="auto">
            <a:xfrm flipH="1">
              <a:off x="3746" y="2152"/>
              <a:ext cx="2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z</a:t>
              </a:r>
              <a:r>
                <a:rPr lang="en-US" baseline="30000"/>
                <a:t>-1</a:t>
              </a:r>
            </a:p>
          </p:txBody>
        </p:sp>
        <p:sp>
          <p:nvSpPr>
            <p:cNvPr id="16423" name="Rectangle 39"/>
            <p:cNvSpPr>
              <a:spLocks noChangeArrowheads="1"/>
            </p:cNvSpPr>
            <p:nvPr/>
          </p:nvSpPr>
          <p:spPr bwMode="auto">
            <a:xfrm>
              <a:off x="680" y="2129"/>
              <a:ext cx="34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x</a:t>
              </a:r>
              <a:r>
                <a:rPr lang="en-US"/>
                <a:t>[</a:t>
              </a:r>
              <a:r>
                <a:rPr lang="en-US" i="1"/>
                <a:t>n</a:t>
              </a:r>
              <a:r>
                <a:rPr lang="en-US"/>
                <a:t>]</a:t>
              </a:r>
            </a:p>
          </p:txBody>
        </p:sp>
        <p:sp>
          <p:nvSpPr>
            <p:cNvPr id="16424" name="Rectangle 40"/>
            <p:cNvSpPr>
              <a:spLocks noChangeArrowheads="1"/>
            </p:cNvSpPr>
            <p:nvPr/>
          </p:nvSpPr>
          <p:spPr bwMode="auto">
            <a:xfrm>
              <a:off x="4576" y="2831"/>
              <a:ext cx="34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y</a:t>
              </a:r>
              <a:r>
                <a:rPr lang="en-US"/>
                <a:t>[</a:t>
              </a:r>
              <a:r>
                <a:rPr lang="en-US" i="1"/>
                <a:t>n</a:t>
              </a:r>
              <a:r>
                <a:rPr lang="en-US"/>
                <a:t>]</a:t>
              </a:r>
            </a:p>
          </p:txBody>
        </p:sp>
        <p:sp>
          <p:nvSpPr>
            <p:cNvPr id="16425" name="Oval 41"/>
            <p:cNvSpPr>
              <a:spLocks noChangeArrowheads="1"/>
            </p:cNvSpPr>
            <p:nvPr/>
          </p:nvSpPr>
          <p:spPr bwMode="auto">
            <a:xfrm>
              <a:off x="732" y="2434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6" name="Oval 42"/>
            <p:cNvSpPr>
              <a:spLocks noChangeArrowheads="1"/>
            </p:cNvSpPr>
            <p:nvPr/>
          </p:nvSpPr>
          <p:spPr bwMode="auto">
            <a:xfrm>
              <a:off x="4508" y="3080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7" name="Rectangle 43"/>
            <p:cNvSpPr>
              <a:spLocks noChangeArrowheads="1"/>
            </p:cNvSpPr>
            <p:nvPr/>
          </p:nvSpPr>
          <p:spPr bwMode="auto">
            <a:xfrm>
              <a:off x="1297" y="2660"/>
              <a:ext cx="325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baseline="-25000"/>
                <a:t>0</a:t>
              </a:r>
            </a:p>
          </p:txBody>
        </p:sp>
        <p:sp>
          <p:nvSpPr>
            <p:cNvPr id="16428" name="Rectangle 44"/>
            <p:cNvSpPr>
              <a:spLocks noChangeArrowheads="1"/>
            </p:cNvSpPr>
            <p:nvPr/>
          </p:nvSpPr>
          <p:spPr bwMode="auto">
            <a:xfrm>
              <a:off x="1901" y="2654"/>
              <a:ext cx="325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baseline="-25000"/>
                <a:t>1</a:t>
              </a:r>
            </a:p>
          </p:txBody>
        </p:sp>
        <p:sp>
          <p:nvSpPr>
            <p:cNvPr id="16429" name="Rectangle 45"/>
            <p:cNvSpPr>
              <a:spLocks noChangeArrowheads="1"/>
            </p:cNvSpPr>
            <p:nvPr/>
          </p:nvSpPr>
          <p:spPr bwMode="auto">
            <a:xfrm>
              <a:off x="2501" y="2626"/>
              <a:ext cx="325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baseline="-25000"/>
                <a:t>2</a:t>
              </a:r>
            </a:p>
          </p:txBody>
        </p:sp>
        <p:sp>
          <p:nvSpPr>
            <p:cNvPr id="16430" name="Rectangle 46"/>
            <p:cNvSpPr>
              <a:spLocks noChangeArrowheads="1"/>
            </p:cNvSpPr>
            <p:nvPr/>
          </p:nvSpPr>
          <p:spPr bwMode="auto">
            <a:xfrm>
              <a:off x="4125" y="2591"/>
              <a:ext cx="367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i="1" baseline="-25000"/>
                <a:t>M</a:t>
              </a:r>
            </a:p>
          </p:txBody>
        </p:sp>
      </p:grpSp>
      <p:sp>
        <p:nvSpPr>
          <p:cNvPr id="16432" name="Rectangle 48"/>
          <p:cNvSpPr>
            <a:spLocks noChangeArrowheads="1"/>
          </p:cNvSpPr>
          <p:nvPr/>
        </p:nvSpPr>
        <p:spPr bwMode="auto">
          <a:xfrm>
            <a:off x="617538" y="5099050"/>
            <a:ext cx="7772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</a:pPr>
            <a:r>
              <a:rPr lang="en-US" sz="3200"/>
              <a:t>In the implementation above, we get </a:t>
            </a:r>
            <a:r>
              <a:rPr lang="en-US" sz="2800" i="1"/>
              <a:t>b</a:t>
            </a:r>
            <a:r>
              <a:rPr lang="en-US" sz="2800" i="1" baseline="-25000"/>
              <a:t>M</a:t>
            </a:r>
            <a:r>
              <a:rPr lang="en-US" sz="2800" i="1"/>
              <a:t>=b</a:t>
            </a:r>
            <a:r>
              <a:rPr lang="en-US" sz="2800" baseline="-25000"/>
              <a:t>0</a:t>
            </a:r>
            <a:r>
              <a:rPr lang="en-US" sz="2800"/>
              <a:t>, </a:t>
            </a:r>
            <a:r>
              <a:rPr lang="en-US" sz="2800" i="1"/>
              <a:t>b</a:t>
            </a:r>
            <a:r>
              <a:rPr lang="en-US" sz="2800" i="1" baseline="-25000"/>
              <a:t>M</a:t>
            </a:r>
            <a:r>
              <a:rPr lang="en-US" sz="2800" baseline="-25000"/>
              <a:t>-1</a:t>
            </a:r>
            <a:r>
              <a:rPr lang="en-US" sz="2800" i="1"/>
              <a:t>=b</a:t>
            </a:r>
            <a:r>
              <a:rPr lang="en-US" sz="2800" baseline="-25000"/>
              <a:t>1</a:t>
            </a:r>
            <a:r>
              <a:rPr lang="en-US" sz="2800"/>
              <a:t>, </a:t>
            </a:r>
            <a:r>
              <a:rPr lang="en-US" sz="320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16169362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92100" y="415702"/>
            <a:ext cx="8547100" cy="781050"/>
          </a:xfrm>
        </p:spPr>
        <p:txBody>
          <a:bodyPr/>
          <a:lstStyle/>
          <a:p>
            <a:r>
              <a:rPr lang="en-US" dirty="0"/>
              <a:t>Linear Phase FIR Filters</a:t>
            </a: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endParaRPr lang="en-US" sz="2000" b="0" dirty="0"/>
          </a:p>
          <a:p>
            <a:pPr>
              <a:lnSpc>
                <a:spcPct val="90000"/>
              </a:lnSpc>
            </a:pPr>
            <a:r>
              <a:rPr lang="en-US" sz="2000" b="0" u="sng" dirty="0"/>
              <a:t>Non-causal</a:t>
            </a:r>
            <a:r>
              <a:rPr lang="en-US" sz="2000" b="0" dirty="0"/>
              <a:t> </a:t>
            </a:r>
            <a:r>
              <a:rPr lang="en-US" sz="2000" b="0" u="sng" dirty="0"/>
              <a:t>zero-phase</a:t>
            </a:r>
            <a:r>
              <a:rPr lang="en-US" sz="2000" b="0" dirty="0"/>
              <a:t> filters 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0" dirty="0"/>
              <a:t>    example: symmetric impulse response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0" dirty="0"/>
              <a:t>            h[-L],….h[-1],h[0],h[1],...,h[L]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0" dirty="0"/>
              <a:t>            h[k]=h[-k], k=1..L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0" dirty="0"/>
              <a:t>   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b="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0" dirty="0"/>
              <a:t>    frequency response is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b="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0" dirty="0"/>
              <a:t>    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b="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0" dirty="0"/>
              <a:t>  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	</a:t>
            </a:r>
            <a:r>
              <a:rPr lang="en-US" sz="2000" b="0" dirty="0"/>
              <a:t>i.e. real-valued (</a:t>
            </a:r>
            <a:r>
              <a:rPr lang="en-US" sz="2000" dirty="0"/>
              <a:t>=zero-phase</a:t>
            </a:r>
            <a:r>
              <a:rPr lang="en-US" sz="2000" b="0" dirty="0"/>
              <a:t>) transfer function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0" dirty="0"/>
              <a:t>       </a:t>
            </a:r>
            <a:endParaRPr lang="en-US" sz="2400" dirty="0"/>
          </a:p>
        </p:txBody>
      </p:sp>
      <p:graphicFrame>
        <p:nvGraphicFramePr>
          <p:cNvPr id="223232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002941"/>
              </p:ext>
            </p:extLst>
          </p:nvPr>
        </p:nvGraphicFramePr>
        <p:xfrm>
          <a:off x="1490663" y="4343400"/>
          <a:ext cx="5162550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88" name="Equation" r:id="rId3" imgW="2793960" imgH="431640" progId="Equation.3">
                  <p:embed/>
                </p:oleObj>
              </mc:Choice>
              <mc:Fallback>
                <p:oleObj name="Equation" r:id="rId3" imgW="27939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663" y="4343400"/>
                        <a:ext cx="5162550" cy="7953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5428" name="Group 20"/>
          <p:cNvGrpSpPr>
            <a:grpSpLocks/>
          </p:cNvGrpSpPr>
          <p:nvPr/>
        </p:nvGrpSpPr>
        <p:grpSpPr bwMode="auto">
          <a:xfrm>
            <a:off x="4738191" y="2276872"/>
            <a:ext cx="3578225" cy="1174750"/>
            <a:chOff x="1344" y="1776"/>
            <a:chExt cx="2254" cy="740"/>
          </a:xfrm>
          <a:noFill/>
        </p:grpSpPr>
        <p:grpSp>
          <p:nvGrpSpPr>
            <p:cNvPr id="145424" name="Group 16"/>
            <p:cNvGrpSpPr>
              <a:grpSpLocks/>
            </p:cNvGrpSpPr>
            <p:nvPr/>
          </p:nvGrpSpPr>
          <p:grpSpPr bwMode="auto">
            <a:xfrm>
              <a:off x="1344" y="1776"/>
              <a:ext cx="2064" cy="672"/>
              <a:chOff x="1440" y="2304"/>
              <a:chExt cx="2064" cy="672"/>
            </a:xfrm>
            <a:grpFill/>
          </p:grpSpPr>
          <p:sp>
            <p:nvSpPr>
              <p:cNvPr id="145412" name="Line 4"/>
              <p:cNvSpPr>
                <a:spLocks noChangeShapeType="1"/>
              </p:cNvSpPr>
              <p:nvPr/>
            </p:nvSpPr>
            <p:spPr bwMode="auto">
              <a:xfrm>
                <a:off x="1440" y="2784"/>
                <a:ext cx="2064" cy="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  <a:headEnd type="none" w="sm" len="sm"/>
                <a:tailEnd type="triangle" w="med" len="med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none" lIns="92075" tIns="46038" rIns="92075" bIns="46038" anchor="ctr">
                <a:spAutoFit/>
              </a:bodyPr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145413" name="Line 5"/>
              <p:cNvSpPr>
                <a:spLocks noChangeShapeType="1"/>
              </p:cNvSpPr>
              <p:nvPr/>
            </p:nvSpPr>
            <p:spPr bwMode="auto">
              <a:xfrm flipV="1">
                <a:off x="2448" y="2304"/>
                <a:ext cx="0" cy="672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  <a:headEnd type="none" w="sm" len="sm"/>
                <a:tailEnd type="triangle" w="sm" len="sm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none" lIns="92075" tIns="46038" rIns="92075" bIns="46038" anchor="ctr">
                <a:spAutoFit/>
              </a:bodyPr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145415" name="Line 7"/>
              <p:cNvSpPr>
                <a:spLocks noChangeShapeType="1"/>
              </p:cNvSpPr>
              <p:nvPr/>
            </p:nvSpPr>
            <p:spPr bwMode="auto">
              <a:xfrm>
                <a:off x="2448" y="2544"/>
                <a:ext cx="0" cy="24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  <a:headEnd type="none" w="sm" len="sm"/>
                <a:tailEnd type="none" w="sm" len="sm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none" lIns="92075" tIns="46038" rIns="92075" bIns="46038" anchor="ctr">
                <a:spAutoFit/>
              </a:bodyPr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145416" name="Line 8"/>
              <p:cNvSpPr>
                <a:spLocks noChangeShapeType="1"/>
              </p:cNvSpPr>
              <p:nvPr/>
            </p:nvSpPr>
            <p:spPr bwMode="auto">
              <a:xfrm>
                <a:off x="2592" y="2496"/>
                <a:ext cx="0" cy="2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  <a:headEnd type="none" w="sm" len="sm"/>
                <a:tailEnd type="none" w="sm" len="sm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92075" tIns="46038" rIns="92075" bIns="46038" anchor="ctr">
                <a:spAutoFit/>
              </a:bodyPr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145417" name="Line 9"/>
              <p:cNvSpPr>
                <a:spLocks noChangeShapeType="1"/>
              </p:cNvSpPr>
              <p:nvPr/>
            </p:nvSpPr>
            <p:spPr bwMode="auto">
              <a:xfrm>
                <a:off x="2304" y="2496"/>
                <a:ext cx="0" cy="28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  <a:headEnd type="none" w="sm" len="sm"/>
                <a:tailEnd type="none" w="sm" len="sm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92075" tIns="46038" rIns="92075" bIns="46038" anchor="ctr">
                <a:spAutoFit/>
              </a:bodyPr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145418" name="Line 10"/>
              <p:cNvSpPr>
                <a:spLocks noChangeShapeType="1"/>
              </p:cNvSpPr>
              <p:nvPr/>
            </p:nvSpPr>
            <p:spPr bwMode="auto">
              <a:xfrm>
                <a:off x="2736" y="2304"/>
                <a:ext cx="0" cy="48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  <a:headEnd type="none" w="sm" len="sm"/>
                <a:tailEnd type="none" w="sm" len="sm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92075" tIns="46038" rIns="92075" bIns="46038" anchor="ctr">
                <a:spAutoFit/>
              </a:bodyPr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145419" name="Line 11"/>
              <p:cNvSpPr>
                <a:spLocks noChangeShapeType="1"/>
              </p:cNvSpPr>
              <p:nvPr/>
            </p:nvSpPr>
            <p:spPr bwMode="auto">
              <a:xfrm>
                <a:off x="2160" y="2304"/>
                <a:ext cx="0" cy="48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  <a:headEnd type="none" w="sm" len="sm"/>
                <a:tailEnd type="none" w="sm" len="sm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92075" tIns="46038" rIns="92075" bIns="46038" anchor="ctr">
                <a:spAutoFit/>
              </a:bodyPr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145420" name="Line 12"/>
              <p:cNvSpPr>
                <a:spLocks noChangeShapeType="1"/>
              </p:cNvSpPr>
              <p:nvPr/>
            </p:nvSpPr>
            <p:spPr bwMode="auto">
              <a:xfrm>
                <a:off x="2880" y="2688"/>
                <a:ext cx="0" cy="96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  <a:headEnd type="none" w="sm" len="sm"/>
                <a:tailEnd type="none" w="sm" len="sm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92075" tIns="46038" rIns="92075" bIns="46038" anchor="ctr">
                <a:spAutoFit/>
              </a:bodyPr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145421" name="Line 13"/>
              <p:cNvSpPr>
                <a:spLocks noChangeShapeType="1"/>
              </p:cNvSpPr>
              <p:nvPr/>
            </p:nvSpPr>
            <p:spPr bwMode="auto">
              <a:xfrm>
                <a:off x="2016" y="2688"/>
                <a:ext cx="0" cy="96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  <a:headEnd type="none" w="sm" len="sm"/>
                <a:tailEnd type="none" w="sm" len="sm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92075" tIns="46038" rIns="92075" bIns="46038" anchor="ctr">
                <a:spAutoFit/>
              </a:bodyPr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145422" name="Line 14"/>
              <p:cNvSpPr>
                <a:spLocks noChangeShapeType="1"/>
              </p:cNvSpPr>
              <p:nvPr/>
            </p:nvSpPr>
            <p:spPr bwMode="auto">
              <a:xfrm>
                <a:off x="3024" y="2736"/>
                <a:ext cx="0" cy="4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  <a:headEnd type="none" w="sm" len="sm"/>
                <a:tailEnd type="none" w="sm" len="sm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92075" tIns="46038" rIns="92075" bIns="46038" anchor="ctr">
                <a:spAutoFit/>
              </a:bodyPr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145423" name="Line 15"/>
              <p:cNvSpPr>
                <a:spLocks noChangeShapeType="1"/>
              </p:cNvSpPr>
              <p:nvPr/>
            </p:nvSpPr>
            <p:spPr bwMode="auto">
              <a:xfrm>
                <a:off x="1872" y="2736"/>
                <a:ext cx="0" cy="48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  <a:headEnd type="none" w="sm" len="sm"/>
                <a:tailEnd type="none" w="sm" len="sm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92075" tIns="46038" rIns="92075" bIns="46038" anchor="ctr">
                <a:spAutoFit/>
              </a:bodyPr>
              <a:lstStyle/>
              <a:p>
                <a:endParaRPr lang="en-GB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5426" name="Text Box 18"/>
            <p:cNvSpPr txBox="1">
              <a:spLocks noChangeArrowheads="1"/>
            </p:cNvSpPr>
            <p:nvPr/>
          </p:nvSpPr>
          <p:spPr bwMode="auto">
            <a:xfrm>
              <a:off x="3408" y="2139"/>
              <a:ext cx="190" cy="233"/>
            </a:xfrm>
            <a:prstGeom prst="rect">
              <a:avLst/>
            </a:prstGeom>
            <a:grp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 lIns="92075" tIns="46038" rIns="92075" bIns="46038" anchor="ctr">
              <a:spAutoFit/>
            </a:bodyPr>
            <a:lstStyle/>
            <a:p>
              <a:r>
                <a:rPr lang="en-US" b="0">
                  <a:solidFill>
                    <a:schemeClr val="tx1"/>
                  </a:solidFill>
                </a:rPr>
                <a:t>k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5427" name="Text Box 19"/>
            <p:cNvSpPr txBox="1">
              <a:spLocks noChangeArrowheads="1"/>
            </p:cNvSpPr>
            <p:nvPr/>
          </p:nvSpPr>
          <p:spPr bwMode="auto">
            <a:xfrm>
              <a:off x="2837" y="2283"/>
              <a:ext cx="198" cy="233"/>
            </a:xfrm>
            <a:prstGeom prst="rect">
              <a:avLst/>
            </a:prstGeom>
            <a:grpFill/>
            <a:ln>
              <a:noFill/>
              <a:headEnd type="none" w="sm" len="sm"/>
              <a:tailEnd type="none" w="sm" len="sm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none" lIns="92075" tIns="46038" rIns="92075" bIns="46038" anchor="ctr">
              <a:spAutoFit/>
            </a:bodyPr>
            <a:lstStyle/>
            <a:p>
              <a:r>
                <a:rPr lang="en-US" b="0">
                  <a:solidFill>
                    <a:schemeClr val="tx1"/>
                  </a:solidFill>
                </a:rPr>
                <a:t>L</a:t>
              </a:r>
              <a:endParaRPr lang="en-US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223233" name="Object 102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48861199"/>
              </p:ext>
            </p:extLst>
          </p:nvPr>
        </p:nvGraphicFramePr>
        <p:xfrm>
          <a:off x="3419872" y="3717032"/>
          <a:ext cx="180022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89" name="Equation" r:id="rId5" imgW="1218960" imgH="203040" progId="Equation.3">
                  <p:embed/>
                </p:oleObj>
              </mc:Choice>
              <mc:Fallback>
                <p:oleObj name="Equation" r:id="rId5" imgW="12189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3717032"/>
                        <a:ext cx="1800225" cy="3000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31" name="Line 23"/>
          <p:cNvSpPr>
            <a:spLocks noChangeShapeType="1"/>
          </p:cNvSpPr>
          <p:nvPr/>
        </p:nvSpPr>
        <p:spPr bwMode="auto">
          <a:xfrm>
            <a:off x="4319588" y="4005064"/>
            <a:ext cx="0" cy="358775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 type="none" w="sm" len="sm"/>
            <a:tailEnd type="triangle" w="med" len="med"/>
          </a:ln>
          <a:effectLst/>
        </p:spPr>
        <p:txBody>
          <a:bodyPr wrap="none" lIns="92075" tIns="46038" rIns="92075" bIns="46038" anchor="ctr">
            <a:spAutoFit/>
          </a:bodyPr>
          <a:lstStyle/>
          <a:p>
            <a:endParaRPr lang="en-GB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03EBD6D-F88B-B04F-9997-420A783AD919}"/>
                  </a:ext>
                </a:extLst>
              </p14:cNvPr>
              <p14:cNvContentPartPr/>
              <p14:nvPr/>
            </p14:nvContentPartPr>
            <p14:xfrm>
              <a:off x="754920" y="1973160"/>
              <a:ext cx="5812200" cy="3860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03EBD6D-F88B-B04F-9997-420A783AD91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5560" y="1963800"/>
                <a:ext cx="5830920" cy="387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0043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35050"/>
            <a:ext cx="8686800" cy="5289550"/>
          </a:xfrm>
        </p:spPr>
        <p:txBody>
          <a:bodyPr/>
          <a:lstStyle/>
          <a:p>
            <a:r>
              <a:rPr lang="en-US" sz="2400" b="0" u="sng" dirty="0"/>
              <a:t>Causal</a:t>
            </a:r>
            <a:r>
              <a:rPr lang="en-US" sz="2400" b="0" dirty="0"/>
              <a:t> </a:t>
            </a:r>
            <a:r>
              <a:rPr lang="en-US" sz="2400" b="0" u="sng" dirty="0"/>
              <a:t>linear-phase</a:t>
            </a:r>
            <a:r>
              <a:rPr lang="en-US" sz="2400" b="0" dirty="0"/>
              <a:t> filters = non-causal zero-phase + delay</a:t>
            </a:r>
          </a:p>
          <a:p>
            <a:pPr>
              <a:buFontTx/>
              <a:buNone/>
            </a:pPr>
            <a:r>
              <a:rPr lang="en-US" sz="2400" b="0" dirty="0"/>
              <a:t>    example: symmetric impulse response &amp; N even </a:t>
            </a:r>
          </a:p>
          <a:p>
            <a:pPr>
              <a:buFontTx/>
              <a:buNone/>
            </a:pPr>
            <a:r>
              <a:rPr lang="en-US" sz="2400" b="0" dirty="0"/>
              <a:t>         h[0],h[1],….,h[N]</a:t>
            </a:r>
          </a:p>
          <a:p>
            <a:pPr>
              <a:buFontTx/>
              <a:buNone/>
            </a:pPr>
            <a:r>
              <a:rPr lang="en-US" sz="2400" b="0" dirty="0"/>
              <a:t>         M=2L (even)</a:t>
            </a:r>
          </a:p>
          <a:p>
            <a:pPr>
              <a:buFontTx/>
              <a:buNone/>
            </a:pPr>
            <a:r>
              <a:rPr lang="en-US" sz="2400" b="0" dirty="0"/>
              <a:t>         h[k]=h[M-k], k=0..L</a:t>
            </a:r>
          </a:p>
          <a:p>
            <a:pPr>
              <a:buFontTx/>
              <a:buNone/>
            </a:pPr>
            <a:r>
              <a:rPr lang="en-US" sz="2400" b="0" dirty="0"/>
              <a:t>  </a:t>
            </a:r>
          </a:p>
          <a:p>
            <a:pPr>
              <a:buFontTx/>
              <a:buNone/>
            </a:pPr>
            <a:r>
              <a:rPr lang="en-US" sz="2400" b="0" dirty="0"/>
              <a:t> frequency response is</a:t>
            </a:r>
          </a:p>
          <a:p>
            <a:pPr>
              <a:buFontTx/>
              <a:buNone/>
            </a:pPr>
            <a:endParaRPr lang="en-US" sz="2400" b="0" dirty="0"/>
          </a:p>
          <a:p>
            <a:pPr>
              <a:buFontTx/>
              <a:buNone/>
            </a:pPr>
            <a:r>
              <a:rPr lang="en-US" sz="2400" b="0" dirty="0"/>
              <a:t>     </a:t>
            </a:r>
          </a:p>
          <a:p>
            <a:pPr>
              <a:buFontTx/>
              <a:buNone/>
            </a:pPr>
            <a:r>
              <a:rPr lang="en-US" sz="2400" b="0" dirty="0"/>
              <a:t>          = i.e. causal implementation of zero-phase filter, by   </a:t>
            </a:r>
          </a:p>
          <a:p>
            <a:pPr>
              <a:buFontTx/>
              <a:buNone/>
            </a:pPr>
            <a:r>
              <a:rPr lang="en-US" sz="2400" b="0" dirty="0"/>
              <a:t>          introducing (group) delay</a:t>
            </a:r>
            <a:r>
              <a:rPr lang="en-US" dirty="0"/>
              <a:t>                       </a:t>
            </a:r>
          </a:p>
        </p:txBody>
      </p:sp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Phase FIR Filters</a:t>
            </a:r>
          </a:p>
        </p:txBody>
      </p:sp>
      <p:graphicFrame>
        <p:nvGraphicFramePr>
          <p:cNvPr id="224256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080514"/>
              </p:ext>
            </p:extLst>
          </p:nvPr>
        </p:nvGraphicFramePr>
        <p:xfrm>
          <a:off x="1141413" y="4114800"/>
          <a:ext cx="5657850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12" name="Equation" r:id="rId3" imgW="3060360" imgH="431640" progId="Equation.3">
                  <p:embed/>
                </p:oleObj>
              </mc:Choice>
              <mc:Fallback>
                <p:oleObj name="Equation" r:id="rId3" imgW="30603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413" y="4114800"/>
                        <a:ext cx="5657850" cy="7953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09" name="Line 5"/>
          <p:cNvSpPr>
            <a:spLocks noChangeShapeType="1"/>
          </p:cNvSpPr>
          <p:nvPr/>
        </p:nvSpPr>
        <p:spPr bwMode="auto">
          <a:xfrm>
            <a:off x="4267200" y="3581400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</p:spPr>
        <p:txBody>
          <a:bodyPr wrap="none" lIns="92075" tIns="46038" rIns="92075" bIns="46038" anchor="ctr">
            <a:spAutoFit/>
          </a:bodyPr>
          <a:lstStyle/>
          <a:p>
            <a:endParaRPr lang="en-GB"/>
          </a:p>
        </p:txBody>
      </p:sp>
      <p:sp>
        <p:nvSpPr>
          <p:cNvPr id="149510" name="Line 6"/>
          <p:cNvSpPr>
            <a:spLocks noChangeShapeType="1"/>
          </p:cNvSpPr>
          <p:nvPr/>
        </p:nvSpPr>
        <p:spPr bwMode="auto">
          <a:xfrm flipV="1">
            <a:off x="4953000" y="2819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 wrap="none" lIns="92075" tIns="46038" rIns="92075" bIns="46038" anchor="ctr">
            <a:spAutoFit/>
          </a:bodyPr>
          <a:lstStyle/>
          <a:p>
            <a:endParaRPr lang="en-GB"/>
          </a:p>
        </p:txBody>
      </p:sp>
      <p:sp>
        <p:nvSpPr>
          <p:cNvPr id="149511" name="Line 7"/>
          <p:cNvSpPr>
            <a:spLocks noChangeShapeType="1"/>
          </p:cNvSpPr>
          <p:nvPr/>
        </p:nvSpPr>
        <p:spPr bwMode="auto">
          <a:xfrm>
            <a:off x="5867400" y="3200400"/>
            <a:ext cx="0" cy="381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>
            <a:spAutoFit/>
          </a:bodyPr>
          <a:lstStyle/>
          <a:p>
            <a:endParaRPr lang="en-GB"/>
          </a:p>
        </p:txBody>
      </p:sp>
      <p:sp>
        <p:nvSpPr>
          <p:cNvPr id="149512" name="Line 8"/>
          <p:cNvSpPr>
            <a:spLocks noChangeShapeType="1"/>
          </p:cNvSpPr>
          <p:nvPr/>
        </p:nvSpPr>
        <p:spPr bwMode="auto">
          <a:xfrm>
            <a:off x="6096000" y="3124200"/>
            <a:ext cx="0" cy="457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75" tIns="46038" rIns="92075" bIns="46038" anchor="ctr">
            <a:spAutoFit/>
          </a:bodyPr>
          <a:lstStyle/>
          <a:p>
            <a:endParaRPr lang="en-GB"/>
          </a:p>
        </p:txBody>
      </p:sp>
      <p:sp>
        <p:nvSpPr>
          <p:cNvPr id="149513" name="Line 9"/>
          <p:cNvSpPr>
            <a:spLocks noChangeShapeType="1"/>
          </p:cNvSpPr>
          <p:nvPr/>
        </p:nvSpPr>
        <p:spPr bwMode="auto">
          <a:xfrm>
            <a:off x="5638800" y="3124200"/>
            <a:ext cx="0" cy="457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75" tIns="46038" rIns="92075" bIns="46038" anchor="ctr">
            <a:spAutoFit/>
          </a:bodyPr>
          <a:lstStyle/>
          <a:p>
            <a:endParaRPr lang="en-GB"/>
          </a:p>
        </p:txBody>
      </p:sp>
      <p:sp>
        <p:nvSpPr>
          <p:cNvPr id="149514" name="Line 10"/>
          <p:cNvSpPr>
            <a:spLocks noChangeShapeType="1"/>
          </p:cNvSpPr>
          <p:nvPr/>
        </p:nvSpPr>
        <p:spPr bwMode="auto">
          <a:xfrm>
            <a:off x="6324600" y="2819400"/>
            <a:ext cx="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75" tIns="46038" rIns="92075" bIns="46038" anchor="ctr">
            <a:spAutoFit/>
          </a:bodyPr>
          <a:lstStyle/>
          <a:p>
            <a:endParaRPr lang="en-GB"/>
          </a:p>
        </p:txBody>
      </p:sp>
      <p:sp>
        <p:nvSpPr>
          <p:cNvPr id="149515" name="Line 11"/>
          <p:cNvSpPr>
            <a:spLocks noChangeShapeType="1"/>
          </p:cNvSpPr>
          <p:nvPr/>
        </p:nvSpPr>
        <p:spPr bwMode="auto">
          <a:xfrm>
            <a:off x="5410200" y="2819400"/>
            <a:ext cx="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75" tIns="46038" rIns="92075" bIns="46038" anchor="ctr">
            <a:spAutoFit/>
          </a:bodyPr>
          <a:lstStyle/>
          <a:p>
            <a:endParaRPr lang="en-GB"/>
          </a:p>
        </p:txBody>
      </p:sp>
      <p:sp>
        <p:nvSpPr>
          <p:cNvPr id="149516" name="Line 12"/>
          <p:cNvSpPr>
            <a:spLocks noChangeShapeType="1"/>
          </p:cNvSpPr>
          <p:nvPr/>
        </p:nvSpPr>
        <p:spPr bwMode="auto">
          <a:xfrm>
            <a:off x="6553200" y="3429000"/>
            <a:ext cx="0" cy="152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75" tIns="46038" rIns="92075" bIns="46038" anchor="ctr">
            <a:spAutoFit/>
          </a:bodyPr>
          <a:lstStyle/>
          <a:p>
            <a:endParaRPr lang="en-GB"/>
          </a:p>
        </p:txBody>
      </p:sp>
      <p:sp>
        <p:nvSpPr>
          <p:cNvPr id="149517" name="Line 13"/>
          <p:cNvSpPr>
            <a:spLocks noChangeShapeType="1"/>
          </p:cNvSpPr>
          <p:nvPr/>
        </p:nvSpPr>
        <p:spPr bwMode="auto">
          <a:xfrm>
            <a:off x="5181600" y="3429000"/>
            <a:ext cx="0" cy="152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75" tIns="46038" rIns="92075" bIns="46038" anchor="ctr">
            <a:spAutoFit/>
          </a:bodyPr>
          <a:lstStyle/>
          <a:p>
            <a:endParaRPr lang="en-GB"/>
          </a:p>
        </p:txBody>
      </p:sp>
      <p:sp>
        <p:nvSpPr>
          <p:cNvPr id="149518" name="Line 14"/>
          <p:cNvSpPr>
            <a:spLocks noChangeShapeType="1"/>
          </p:cNvSpPr>
          <p:nvPr/>
        </p:nvSpPr>
        <p:spPr bwMode="auto">
          <a:xfrm>
            <a:off x="6781800" y="3505200"/>
            <a:ext cx="0" cy="76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75" tIns="46038" rIns="92075" bIns="46038" anchor="ctr">
            <a:spAutoFit/>
          </a:bodyPr>
          <a:lstStyle/>
          <a:p>
            <a:endParaRPr lang="en-GB"/>
          </a:p>
        </p:txBody>
      </p:sp>
      <p:sp>
        <p:nvSpPr>
          <p:cNvPr id="149519" name="Line 15"/>
          <p:cNvSpPr>
            <a:spLocks noChangeShapeType="1"/>
          </p:cNvSpPr>
          <p:nvPr/>
        </p:nvSpPr>
        <p:spPr bwMode="auto">
          <a:xfrm>
            <a:off x="4953000" y="3505200"/>
            <a:ext cx="0" cy="76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75" tIns="46038" rIns="92075" bIns="46038" anchor="ctr">
            <a:spAutoFit/>
          </a:bodyPr>
          <a:lstStyle/>
          <a:p>
            <a:endParaRPr lang="en-GB"/>
          </a:p>
        </p:txBody>
      </p:sp>
      <p:sp>
        <p:nvSpPr>
          <p:cNvPr id="149521" name="Text Box 17"/>
          <p:cNvSpPr txBox="1">
            <a:spLocks noChangeArrowheads="1"/>
          </p:cNvSpPr>
          <p:nvPr/>
        </p:nvSpPr>
        <p:spPr bwMode="auto">
          <a:xfrm>
            <a:off x="7543800" y="3396413"/>
            <a:ext cx="301365" cy="36997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>
            <a:spAutoFit/>
          </a:bodyPr>
          <a:lstStyle/>
          <a:p>
            <a:r>
              <a:rPr lang="en-US" b="0">
                <a:solidFill>
                  <a:sysClr val="windowText" lastClr="000000"/>
                </a:solidFill>
              </a:rPr>
              <a:t>k</a:t>
            </a:r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149522" name="Text Box 18"/>
          <p:cNvSpPr txBox="1">
            <a:spLocks noChangeArrowheads="1"/>
          </p:cNvSpPr>
          <p:nvPr/>
        </p:nvSpPr>
        <p:spPr bwMode="auto">
          <a:xfrm>
            <a:off x="6611938" y="3625013"/>
            <a:ext cx="378309" cy="36997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M</a:t>
            </a:r>
          </a:p>
        </p:txBody>
      </p:sp>
      <p:graphicFrame>
        <p:nvGraphicFramePr>
          <p:cNvPr id="224257" name="Object 10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61230"/>
              </p:ext>
            </p:extLst>
          </p:nvPr>
        </p:nvGraphicFramePr>
        <p:xfrm>
          <a:off x="4724400" y="5410200"/>
          <a:ext cx="196850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13" name="Equation" r:id="rId5" imgW="965160" imgH="291960" progId="Equation.3">
                  <p:embed/>
                </p:oleObj>
              </mc:Choice>
              <mc:Fallback>
                <p:oleObj name="Equation" r:id="rId5" imgW="96516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410200"/>
                        <a:ext cx="1968500" cy="5953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25" name="Text Box 21"/>
          <p:cNvSpPr txBox="1">
            <a:spLocks noChangeArrowheads="1"/>
          </p:cNvSpPr>
          <p:nvPr/>
        </p:nvSpPr>
        <p:spPr bwMode="auto">
          <a:xfrm>
            <a:off x="4648200" y="3625013"/>
            <a:ext cx="314189" cy="36997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>
            <a:spAutoFit/>
          </a:bodyPr>
          <a:lstStyle/>
          <a:p>
            <a:r>
              <a:rPr lang="en-US" b="0">
                <a:solidFill>
                  <a:sysClr val="windowText" lastClr="000000"/>
                </a:solidFill>
              </a:rPr>
              <a:t>0</a:t>
            </a:r>
            <a:endParaRPr lang="en-US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7915FB9-06B8-1A4F-9608-9E2498492D98}"/>
                  </a:ext>
                </a:extLst>
              </p14:cNvPr>
              <p14:cNvContentPartPr/>
              <p14:nvPr/>
            </p14:nvContentPartPr>
            <p14:xfrm>
              <a:off x="344880" y="1391040"/>
              <a:ext cx="8400600" cy="4572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7915FB9-06B8-1A4F-9608-9E2498492D9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5520" y="1381680"/>
                <a:ext cx="8419320" cy="459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7063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7010400" y="6625158"/>
            <a:ext cx="2133600" cy="476250"/>
          </a:xfrm>
        </p:spPr>
        <p:txBody>
          <a:bodyPr/>
          <a:lstStyle/>
          <a:p>
            <a:r>
              <a:rPr lang="en-US"/>
              <a:t>Lecture 16</a:t>
            </a:r>
          </a:p>
        </p:txBody>
      </p:sp>
      <p:sp>
        <p:nvSpPr>
          <p:cNvPr id="16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6553200" y="6491808"/>
            <a:ext cx="1905000" cy="457200"/>
          </a:xfrm>
          <a:prstGeom prst="rect">
            <a:avLst/>
          </a:prstGeom>
        </p:spPr>
        <p:txBody>
          <a:bodyPr/>
          <a:lstStyle/>
          <a:p>
            <a:fld id="{9086CBD3-F2FD-4C8B-9F56-3C21A427E9AB}" type="slidenum">
              <a:rPr lang="en-US"/>
              <a:pPr/>
              <a:t>15</a:t>
            </a:fld>
            <a:endParaRPr lang="en-US"/>
          </a:p>
        </p:txBody>
      </p:sp>
      <p:grpSp>
        <p:nvGrpSpPr>
          <p:cNvPr id="18513" name="Group 81"/>
          <p:cNvGrpSpPr>
            <a:grpSpLocks/>
          </p:cNvGrpSpPr>
          <p:nvPr/>
        </p:nvGrpSpPr>
        <p:grpSpPr bwMode="auto">
          <a:xfrm>
            <a:off x="465138" y="933971"/>
            <a:ext cx="7696199" cy="2501900"/>
            <a:chOff x="293" y="435"/>
            <a:chExt cx="4848" cy="1576"/>
          </a:xfrm>
        </p:grpSpPr>
        <p:sp>
          <p:nvSpPr>
            <p:cNvPr id="18434" name="Line 2"/>
            <p:cNvSpPr>
              <a:spLocks noChangeShapeType="1"/>
            </p:cNvSpPr>
            <p:nvPr/>
          </p:nvSpPr>
          <p:spPr bwMode="auto">
            <a:xfrm>
              <a:off x="845" y="725"/>
              <a:ext cx="9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35" name="Oval 3"/>
            <p:cNvSpPr>
              <a:spLocks noChangeArrowheads="1"/>
            </p:cNvSpPr>
            <p:nvPr/>
          </p:nvSpPr>
          <p:spPr bwMode="auto">
            <a:xfrm>
              <a:off x="1384" y="713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36" name="Line 4"/>
            <p:cNvSpPr>
              <a:spLocks noChangeShapeType="1"/>
            </p:cNvSpPr>
            <p:nvPr/>
          </p:nvSpPr>
          <p:spPr bwMode="auto">
            <a:xfrm>
              <a:off x="1726" y="720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37" name="Oval 5"/>
            <p:cNvSpPr>
              <a:spLocks noChangeArrowheads="1"/>
            </p:cNvSpPr>
            <p:nvPr/>
          </p:nvSpPr>
          <p:spPr bwMode="auto">
            <a:xfrm>
              <a:off x="1997" y="708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38" name="Line 6"/>
            <p:cNvSpPr>
              <a:spLocks noChangeShapeType="1"/>
            </p:cNvSpPr>
            <p:nvPr/>
          </p:nvSpPr>
          <p:spPr bwMode="auto">
            <a:xfrm>
              <a:off x="2330" y="714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39" name="Oval 7"/>
            <p:cNvSpPr>
              <a:spLocks noChangeArrowheads="1"/>
            </p:cNvSpPr>
            <p:nvPr/>
          </p:nvSpPr>
          <p:spPr bwMode="auto">
            <a:xfrm>
              <a:off x="2601" y="702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0" name="Line 8"/>
            <p:cNvSpPr>
              <a:spLocks noChangeShapeType="1"/>
            </p:cNvSpPr>
            <p:nvPr/>
          </p:nvSpPr>
          <p:spPr bwMode="auto">
            <a:xfrm>
              <a:off x="3345" y="714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1" name="Oval 9"/>
            <p:cNvSpPr>
              <a:spLocks noChangeArrowheads="1"/>
            </p:cNvSpPr>
            <p:nvPr/>
          </p:nvSpPr>
          <p:spPr bwMode="auto">
            <a:xfrm>
              <a:off x="3616" y="702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2" name="Line 10"/>
            <p:cNvSpPr>
              <a:spLocks noChangeShapeType="1"/>
            </p:cNvSpPr>
            <p:nvPr/>
          </p:nvSpPr>
          <p:spPr bwMode="auto">
            <a:xfrm>
              <a:off x="2968" y="715"/>
              <a:ext cx="3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 flipH="1">
              <a:off x="1555" y="440"/>
              <a:ext cx="2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z</a:t>
              </a:r>
              <a:r>
                <a:rPr lang="en-US" baseline="30000"/>
                <a:t>-1</a:t>
              </a:r>
            </a:p>
          </p:txBody>
        </p:sp>
        <p:sp>
          <p:nvSpPr>
            <p:cNvPr id="18444" name="Rectangle 12"/>
            <p:cNvSpPr>
              <a:spLocks noChangeArrowheads="1"/>
            </p:cNvSpPr>
            <p:nvPr/>
          </p:nvSpPr>
          <p:spPr bwMode="auto">
            <a:xfrm flipH="1">
              <a:off x="2177" y="444"/>
              <a:ext cx="2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z</a:t>
              </a:r>
              <a:r>
                <a:rPr lang="en-US" baseline="30000"/>
                <a:t>-1</a:t>
              </a:r>
            </a:p>
          </p:txBody>
        </p:sp>
        <p:sp>
          <p:nvSpPr>
            <p:cNvPr id="18445" name="Rectangle 13"/>
            <p:cNvSpPr>
              <a:spLocks noChangeArrowheads="1"/>
            </p:cNvSpPr>
            <p:nvPr/>
          </p:nvSpPr>
          <p:spPr bwMode="auto">
            <a:xfrm flipH="1">
              <a:off x="3829" y="435"/>
              <a:ext cx="2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z</a:t>
              </a:r>
              <a:r>
                <a:rPr lang="en-US" baseline="30000"/>
                <a:t>-1</a:t>
              </a:r>
            </a:p>
          </p:txBody>
        </p:sp>
        <p:sp>
          <p:nvSpPr>
            <p:cNvPr id="18446" name="Rectangle 14"/>
            <p:cNvSpPr>
              <a:spLocks noChangeArrowheads="1"/>
            </p:cNvSpPr>
            <p:nvPr/>
          </p:nvSpPr>
          <p:spPr bwMode="auto">
            <a:xfrm>
              <a:off x="355" y="459"/>
              <a:ext cx="34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x</a:t>
              </a:r>
              <a:r>
                <a:rPr lang="en-US"/>
                <a:t>[</a:t>
              </a:r>
              <a:r>
                <a:rPr lang="en-US" i="1"/>
                <a:t>n</a:t>
              </a:r>
              <a:r>
                <a:rPr lang="en-US"/>
                <a:t>]</a:t>
              </a:r>
            </a:p>
          </p:txBody>
        </p:sp>
        <p:sp>
          <p:nvSpPr>
            <p:cNvPr id="18447" name="Rectangle 15"/>
            <p:cNvSpPr>
              <a:spLocks noChangeArrowheads="1"/>
            </p:cNvSpPr>
            <p:nvPr/>
          </p:nvSpPr>
          <p:spPr bwMode="auto">
            <a:xfrm>
              <a:off x="293" y="1723"/>
              <a:ext cx="34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y</a:t>
              </a:r>
              <a:r>
                <a:rPr lang="en-US"/>
                <a:t>[</a:t>
              </a:r>
              <a:r>
                <a:rPr lang="en-US" i="1"/>
                <a:t>n</a:t>
              </a:r>
              <a:r>
                <a:rPr lang="en-US"/>
                <a:t>]</a:t>
              </a:r>
            </a:p>
          </p:txBody>
        </p:sp>
        <p:sp>
          <p:nvSpPr>
            <p:cNvPr id="18448" name="Oval 16"/>
            <p:cNvSpPr>
              <a:spLocks noChangeArrowheads="1"/>
            </p:cNvSpPr>
            <p:nvPr/>
          </p:nvSpPr>
          <p:spPr bwMode="auto">
            <a:xfrm>
              <a:off x="815" y="717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9" name="Line 17"/>
            <p:cNvSpPr>
              <a:spLocks noChangeShapeType="1"/>
            </p:cNvSpPr>
            <p:nvPr/>
          </p:nvSpPr>
          <p:spPr bwMode="auto">
            <a:xfrm>
              <a:off x="798" y="1985"/>
              <a:ext cx="685" cy="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0" name="Line 18"/>
            <p:cNvSpPr>
              <a:spLocks noChangeShapeType="1"/>
            </p:cNvSpPr>
            <p:nvPr/>
          </p:nvSpPr>
          <p:spPr bwMode="auto">
            <a:xfrm>
              <a:off x="1471" y="1988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1" name="Oval 19"/>
            <p:cNvSpPr>
              <a:spLocks noChangeArrowheads="1"/>
            </p:cNvSpPr>
            <p:nvPr/>
          </p:nvSpPr>
          <p:spPr bwMode="auto">
            <a:xfrm>
              <a:off x="1715" y="1972"/>
              <a:ext cx="48" cy="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2" name="Line 20"/>
            <p:cNvSpPr>
              <a:spLocks noChangeShapeType="1"/>
            </p:cNvSpPr>
            <p:nvPr/>
          </p:nvSpPr>
          <p:spPr bwMode="auto">
            <a:xfrm>
              <a:off x="2075" y="1982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3" name="Oval 21"/>
            <p:cNvSpPr>
              <a:spLocks noChangeArrowheads="1"/>
            </p:cNvSpPr>
            <p:nvPr/>
          </p:nvSpPr>
          <p:spPr bwMode="auto">
            <a:xfrm>
              <a:off x="2319" y="1966"/>
              <a:ext cx="48" cy="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4" name="Line 22"/>
            <p:cNvSpPr>
              <a:spLocks noChangeShapeType="1"/>
            </p:cNvSpPr>
            <p:nvPr/>
          </p:nvSpPr>
          <p:spPr bwMode="auto">
            <a:xfrm>
              <a:off x="3090" y="1982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5" name="Oval 23"/>
            <p:cNvSpPr>
              <a:spLocks noChangeArrowheads="1"/>
            </p:cNvSpPr>
            <p:nvPr/>
          </p:nvSpPr>
          <p:spPr bwMode="auto">
            <a:xfrm>
              <a:off x="3334" y="1966"/>
              <a:ext cx="48" cy="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6" name="Line 24"/>
            <p:cNvSpPr>
              <a:spLocks noChangeShapeType="1"/>
            </p:cNvSpPr>
            <p:nvPr/>
          </p:nvSpPr>
          <p:spPr bwMode="auto">
            <a:xfrm>
              <a:off x="3681" y="1982"/>
              <a:ext cx="266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7" name="Line 25"/>
            <p:cNvSpPr>
              <a:spLocks noChangeShapeType="1"/>
            </p:cNvSpPr>
            <p:nvPr/>
          </p:nvSpPr>
          <p:spPr bwMode="auto">
            <a:xfrm>
              <a:off x="1127" y="1124"/>
              <a:ext cx="0" cy="8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8" name="Line 26"/>
            <p:cNvSpPr>
              <a:spLocks noChangeShapeType="1"/>
            </p:cNvSpPr>
            <p:nvPr/>
          </p:nvSpPr>
          <p:spPr bwMode="auto">
            <a:xfrm>
              <a:off x="1740" y="1110"/>
              <a:ext cx="0" cy="8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9" name="Line 27"/>
            <p:cNvSpPr>
              <a:spLocks noChangeShapeType="1"/>
            </p:cNvSpPr>
            <p:nvPr/>
          </p:nvSpPr>
          <p:spPr bwMode="auto">
            <a:xfrm>
              <a:off x="2344" y="1093"/>
              <a:ext cx="0" cy="8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0" name="Line 28"/>
            <p:cNvSpPr>
              <a:spLocks noChangeShapeType="1"/>
            </p:cNvSpPr>
            <p:nvPr/>
          </p:nvSpPr>
          <p:spPr bwMode="auto">
            <a:xfrm>
              <a:off x="3359" y="1093"/>
              <a:ext cx="0" cy="8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1" name="Line 29"/>
            <p:cNvSpPr>
              <a:spLocks noChangeShapeType="1"/>
            </p:cNvSpPr>
            <p:nvPr/>
          </p:nvSpPr>
          <p:spPr bwMode="auto">
            <a:xfrm>
              <a:off x="3950" y="1093"/>
              <a:ext cx="0" cy="8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2" name="Oval 30"/>
            <p:cNvSpPr>
              <a:spLocks noChangeArrowheads="1"/>
            </p:cNvSpPr>
            <p:nvPr/>
          </p:nvSpPr>
          <p:spPr bwMode="auto">
            <a:xfrm>
              <a:off x="3925" y="1966"/>
              <a:ext cx="48" cy="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3" name="Line 31"/>
            <p:cNvSpPr>
              <a:spLocks noChangeShapeType="1"/>
            </p:cNvSpPr>
            <p:nvPr/>
          </p:nvSpPr>
          <p:spPr bwMode="auto">
            <a:xfrm>
              <a:off x="2713" y="1984"/>
              <a:ext cx="3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8466" name="Group 34"/>
            <p:cNvGrpSpPr>
              <a:grpSpLocks/>
            </p:cNvGrpSpPr>
            <p:nvPr/>
          </p:nvGrpSpPr>
          <p:grpSpPr bwMode="auto">
            <a:xfrm>
              <a:off x="1120" y="743"/>
              <a:ext cx="278" cy="355"/>
              <a:chOff x="1120" y="743"/>
              <a:chExt cx="278" cy="355"/>
            </a:xfrm>
          </p:grpSpPr>
          <p:sp>
            <p:nvSpPr>
              <p:cNvPr id="18464" name="Line 32"/>
              <p:cNvSpPr>
                <a:spLocks noChangeShapeType="1"/>
              </p:cNvSpPr>
              <p:nvPr/>
            </p:nvSpPr>
            <p:spPr bwMode="auto">
              <a:xfrm flipH="1">
                <a:off x="1141" y="743"/>
                <a:ext cx="257" cy="3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65" name="Oval 33"/>
              <p:cNvSpPr>
                <a:spLocks noChangeArrowheads="1"/>
              </p:cNvSpPr>
              <p:nvPr/>
            </p:nvSpPr>
            <p:spPr bwMode="auto">
              <a:xfrm>
                <a:off x="1120" y="1067"/>
                <a:ext cx="32" cy="3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8469" name="Group 37"/>
            <p:cNvGrpSpPr>
              <a:grpSpLocks/>
            </p:cNvGrpSpPr>
            <p:nvPr/>
          </p:nvGrpSpPr>
          <p:grpSpPr bwMode="auto">
            <a:xfrm>
              <a:off x="1733" y="747"/>
              <a:ext cx="278" cy="355"/>
              <a:chOff x="1733" y="747"/>
              <a:chExt cx="278" cy="355"/>
            </a:xfrm>
          </p:grpSpPr>
          <p:sp>
            <p:nvSpPr>
              <p:cNvPr id="18467" name="Line 35"/>
              <p:cNvSpPr>
                <a:spLocks noChangeShapeType="1"/>
              </p:cNvSpPr>
              <p:nvPr/>
            </p:nvSpPr>
            <p:spPr bwMode="auto">
              <a:xfrm flipH="1">
                <a:off x="1754" y="747"/>
                <a:ext cx="257" cy="3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68" name="Oval 36"/>
              <p:cNvSpPr>
                <a:spLocks noChangeArrowheads="1"/>
              </p:cNvSpPr>
              <p:nvPr/>
            </p:nvSpPr>
            <p:spPr bwMode="auto">
              <a:xfrm>
                <a:off x="1733" y="1071"/>
                <a:ext cx="32" cy="3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8472" name="Group 40"/>
            <p:cNvGrpSpPr>
              <a:grpSpLocks/>
            </p:cNvGrpSpPr>
            <p:nvPr/>
          </p:nvGrpSpPr>
          <p:grpSpPr bwMode="auto">
            <a:xfrm>
              <a:off x="2318" y="751"/>
              <a:ext cx="278" cy="355"/>
              <a:chOff x="2318" y="751"/>
              <a:chExt cx="278" cy="355"/>
            </a:xfrm>
          </p:grpSpPr>
          <p:sp>
            <p:nvSpPr>
              <p:cNvPr id="18470" name="Line 38"/>
              <p:cNvSpPr>
                <a:spLocks noChangeShapeType="1"/>
              </p:cNvSpPr>
              <p:nvPr/>
            </p:nvSpPr>
            <p:spPr bwMode="auto">
              <a:xfrm flipH="1">
                <a:off x="2339" y="751"/>
                <a:ext cx="257" cy="3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71" name="Oval 39"/>
              <p:cNvSpPr>
                <a:spLocks noChangeArrowheads="1"/>
              </p:cNvSpPr>
              <p:nvPr/>
            </p:nvSpPr>
            <p:spPr bwMode="auto">
              <a:xfrm>
                <a:off x="2318" y="1075"/>
                <a:ext cx="32" cy="3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8475" name="Group 43"/>
            <p:cNvGrpSpPr>
              <a:grpSpLocks/>
            </p:cNvGrpSpPr>
            <p:nvPr/>
          </p:nvGrpSpPr>
          <p:grpSpPr bwMode="auto">
            <a:xfrm>
              <a:off x="3365" y="764"/>
              <a:ext cx="278" cy="355"/>
              <a:chOff x="3365" y="764"/>
              <a:chExt cx="278" cy="355"/>
            </a:xfrm>
          </p:grpSpPr>
          <p:sp>
            <p:nvSpPr>
              <p:cNvPr id="18473" name="Line 41"/>
              <p:cNvSpPr>
                <a:spLocks noChangeShapeType="1"/>
              </p:cNvSpPr>
              <p:nvPr/>
            </p:nvSpPr>
            <p:spPr bwMode="auto">
              <a:xfrm flipH="1">
                <a:off x="3386" y="764"/>
                <a:ext cx="257" cy="3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74" name="Oval 42"/>
              <p:cNvSpPr>
                <a:spLocks noChangeArrowheads="1"/>
              </p:cNvSpPr>
              <p:nvPr/>
            </p:nvSpPr>
            <p:spPr bwMode="auto">
              <a:xfrm>
                <a:off x="3365" y="1088"/>
                <a:ext cx="32" cy="3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8478" name="Group 46"/>
            <p:cNvGrpSpPr>
              <a:grpSpLocks/>
            </p:cNvGrpSpPr>
            <p:nvPr/>
          </p:nvGrpSpPr>
          <p:grpSpPr bwMode="auto">
            <a:xfrm>
              <a:off x="3932" y="739"/>
              <a:ext cx="278" cy="355"/>
              <a:chOff x="3932" y="739"/>
              <a:chExt cx="278" cy="355"/>
            </a:xfrm>
          </p:grpSpPr>
          <p:sp>
            <p:nvSpPr>
              <p:cNvPr id="18476" name="Line 44"/>
              <p:cNvSpPr>
                <a:spLocks noChangeShapeType="1"/>
              </p:cNvSpPr>
              <p:nvPr/>
            </p:nvSpPr>
            <p:spPr bwMode="auto">
              <a:xfrm flipH="1">
                <a:off x="3953" y="739"/>
                <a:ext cx="257" cy="3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77" name="Oval 45"/>
              <p:cNvSpPr>
                <a:spLocks noChangeArrowheads="1"/>
              </p:cNvSpPr>
              <p:nvPr/>
            </p:nvSpPr>
            <p:spPr bwMode="auto">
              <a:xfrm>
                <a:off x="3932" y="1063"/>
                <a:ext cx="32" cy="3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479" name="Oval 47"/>
            <p:cNvSpPr>
              <a:spLocks noChangeArrowheads="1"/>
            </p:cNvSpPr>
            <p:nvPr/>
          </p:nvSpPr>
          <p:spPr bwMode="auto">
            <a:xfrm>
              <a:off x="4192" y="706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0" name="Line 48"/>
            <p:cNvSpPr>
              <a:spLocks noChangeShapeType="1"/>
            </p:cNvSpPr>
            <p:nvPr/>
          </p:nvSpPr>
          <p:spPr bwMode="auto">
            <a:xfrm>
              <a:off x="1417" y="1434"/>
              <a:ext cx="347" cy="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1" name="Oval 49"/>
            <p:cNvSpPr>
              <a:spLocks noChangeArrowheads="1"/>
            </p:cNvSpPr>
            <p:nvPr/>
          </p:nvSpPr>
          <p:spPr bwMode="auto">
            <a:xfrm>
              <a:off x="1388" y="1410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2" name="Line 50"/>
            <p:cNvSpPr>
              <a:spLocks noChangeShapeType="1"/>
            </p:cNvSpPr>
            <p:nvPr/>
          </p:nvSpPr>
          <p:spPr bwMode="auto">
            <a:xfrm>
              <a:off x="1730" y="1434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3" name="Oval 51"/>
            <p:cNvSpPr>
              <a:spLocks noChangeArrowheads="1"/>
            </p:cNvSpPr>
            <p:nvPr/>
          </p:nvSpPr>
          <p:spPr bwMode="auto">
            <a:xfrm>
              <a:off x="2001" y="1415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4" name="Line 52"/>
            <p:cNvSpPr>
              <a:spLocks noChangeShapeType="1"/>
            </p:cNvSpPr>
            <p:nvPr/>
          </p:nvSpPr>
          <p:spPr bwMode="auto">
            <a:xfrm>
              <a:off x="2334" y="1440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5" name="Oval 53"/>
            <p:cNvSpPr>
              <a:spLocks noChangeArrowheads="1"/>
            </p:cNvSpPr>
            <p:nvPr/>
          </p:nvSpPr>
          <p:spPr bwMode="auto">
            <a:xfrm>
              <a:off x="2605" y="1421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6" name="Line 54"/>
            <p:cNvSpPr>
              <a:spLocks noChangeShapeType="1"/>
            </p:cNvSpPr>
            <p:nvPr/>
          </p:nvSpPr>
          <p:spPr bwMode="auto">
            <a:xfrm>
              <a:off x="3349" y="1440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7" name="Oval 55"/>
            <p:cNvSpPr>
              <a:spLocks noChangeArrowheads="1"/>
            </p:cNvSpPr>
            <p:nvPr/>
          </p:nvSpPr>
          <p:spPr bwMode="auto">
            <a:xfrm>
              <a:off x="3620" y="1421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8" name="Line 56"/>
            <p:cNvSpPr>
              <a:spLocks noChangeShapeType="1"/>
            </p:cNvSpPr>
            <p:nvPr/>
          </p:nvSpPr>
          <p:spPr bwMode="auto">
            <a:xfrm>
              <a:off x="2972" y="1439"/>
              <a:ext cx="3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9" name="Line 57"/>
            <p:cNvSpPr>
              <a:spLocks noChangeShapeType="1"/>
            </p:cNvSpPr>
            <p:nvPr/>
          </p:nvSpPr>
          <p:spPr bwMode="auto">
            <a:xfrm flipH="1" flipV="1">
              <a:off x="1145" y="1088"/>
              <a:ext cx="257" cy="3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0" name="Line 58"/>
            <p:cNvSpPr>
              <a:spLocks noChangeShapeType="1"/>
            </p:cNvSpPr>
            <p:nvPr/>
          </p:nvSpPr>
          <p:spPr bwMode="auto">
            <a:xfrm flipH="1" flipV="1">
              <a:off x="1758" y="1084"/>
              <a:ext cx="257" cy="3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1" name="Line 59"/>
            <p:cNvSpPr>
              <a:spLocks noChangeShapeType="1"/>
            </p:cNvSpPr>
            <p:nvPr/>
          </p:nvSpPr>
          <p:spPr bwMode="auto">
            <a:xfrm flipH="1" flipV="1">
              <a:off x="2343" y="1080"/>
              <a:ext cx="257" cy="3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2" name="Line 60"/>
            <p:cNvSpPr>
              <a:spLocks noChangeShapeType="1"/>
            </p:cNvSpPr>
            <p:nvPr/>
          </p:nvSpPr>
          <p:spPr bwMode="auto">
            <a:xfrm flipH="1" flipV="1">
              <a:off x="3390" y="1067"/>
              <a:ext cx="257" cy="3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3" name="Line 61"/>
            <p:cNvSpPr>
              <a:spLocks noChangeShapeType="1"/>
            </p:cNvSpPr>
            <p:nvPr/>
          </p:nvSpPr>
          <p:spPr bwMode="auto">
            <a:xfrm flipH="1" flipV="1">
              <a:off x="3957" y="1092"/>
              <a:ext cx="257" cy="3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4" name="Oval 62"/>
            <p:cNvSpPr>
              <a:spLocks noChangeArrowheads="1"/>
            </p:cNvSpPr>
            <p:nvPr/>
          </p:nvSpPr>
          <p:spPr bwMode="auto">
            <a:xfrm>
              <a:off x="4196" y="1417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5" name="Oval 63"/>
            <p:cNvSpPr>
              <a:spLocks noChangeArrowheads="1"/>
            </p:cNvSpPr>
            <p:nvPr/>
          </p:nvSpPr>
          <p:spPr bwMode="auto">
            <a:xfrm>
              <a:off x="1100" y="1975"/>
              <a:ext cx="48" cy="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6" name="Oval 64"/>
            <p:cNvSpPr>
              <a:spLocks noChangeArrowheads="1"/>
            </p:cNvSpPr>
            <p:nvPr/>
          </p:nvSpPr>
          <p:spPr bwMode="auto">
            <a:xfrm>
              <a:off x="759" y="1967"/>
              <a:ext cx="48" cy="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8500" name="Group 68"/>
            <p:cNvGrpSpPr>
              <a:grpSpLocks/>
            </p:cNvGrpSpPr>
            <p:nvPr/>
          </p:nvGrpSpPr>
          <p:grpSpPr bwMode="auto">
            <a:xfrm>
              <a:off x="1475" y="1185"/>
              <a:ext cx="2548" cy="240"/>
              <a:chOff x="1475" y="1185"/>
              <a:chExt cx="2548" cy="240"/>
            </a:xfrm>
          </p:grpSpPr>
          <p:sp>
            <p:nvSpPr>
              <p:cNvPr id="18497" name="Rectangle 65"/>
              <p:cNvSpPr>
                <a:spLocks noChangeArrowheads="1"/>
              </p:cNvSpPr>
              <p:nvPr/>
            </p:nvSpPr>
            <p:spPr bwMode="auto">
              <a:xfrm flipH="1">
                <a:off x="1475" y="1190"/>
                <a:ext cx="27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i="1"/>
                  <a:t>z</a:t>
                </a:r>
                <a:r>
                  <a:rPr lang="en-US" baseline="30000"/>
                  <a:t>-1</a:t>
                </a:r>
              </a:p>
            </p:txBody>
          </p:sp>
          <p:sp>
            <p:nvSpPr>
              <p:cNvPr id="18498" name="Rectangle 66"/>
              <p:cNvSpPr>
                <a:spLocks noChangeArrowheads="1"/>
              </p:cNvSpPr>
              <p:nvPr/>
            </p:nvSpPr>
            <p:spPr bwMode="auto">
              <a:xfrm flipH="1">
                <a:off x="2097" y="1194"/>
                <a:ext cx="27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i="1"/>
                  <a:t>z</a:t>
                </a:r>
                <a:r>
                  <a:rPr lang="en-US" baseline="30000"/>
                  <a:t>-1</a:t>
                </a:r>
              </a:p>
            </p:txBody>
          </p:sp>
          <p:sp>
            <p:nvSpPr>
              <p:cNvPr id="18499" name="Rectangle 67"/>
              <p:cNvSpPr>
                <a:spLocks noChangeArrowheads="1"/>
              </p:cNvSpPr>
              <p:nvPr/>
            </p:nvSpPr>
            <p:spPr bwMode="auto">
              <a:xfrm flipH="1">
                <a:off x="3749" y="1185"/>
                <a:ext cx="27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i="1"/>
                  <a:t>z</a:t>
                </a:r>
                <a:r>
                  <a:rPr lang="en-US" baseline="30000"/>
                  <a:t>-1</a:t>
                </a:r>
              </a:p>
            </p:txBody>
          </p:sp>
        </p:grpSp>
        <p:grpSp>
          <p:nvGrpSpPr>
            <p:cNvPr id="18504" name="Group 72"/>
            <p:cNvGrpSpPr>
              <a:grpSpLocks/>
            </p:cNvGrpSpPr>
            <p:nvPr/>
          </p:nvGrpSpPr>
          <p:grpSpPr bwMode="auto">
            <a:xfrm>
              <a:off x="3956" y="707"/>
              <a:ext cx="716" cy="725"/>
              <a:chOff x="3956" y="707"/>
              <a:chExt cx="716" cy="725"/>
            </a:xfrm>
          </p:grpSpPr>
          <p:sp>
            <p:nvSpPr>
              <p:cNvPr id="18501" name="Line 69"/>
              <p:cNvSpPr>
                <a:spLocks noChangeShapeType="1"/>
              </p:cNvSpPr>
              <p:nvPr/>
            </p:nvSpPr>
            <p:spPr bwMode="auto">
              <a:xfrm flipV="1">
                <a:off x="3956" y="707"/>
                <a:ext cx="482" cy="1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02" name="Line 70"/>
              <p:cNvSpPr>
                <a:spLocks noChangeShapeType="1"/>
              </p:cNvSpPr>
              <p:nvPr/>
            </p:nvSpPr>
            <p:spPr bwMode="auto">
              <a:xfrm>
                <a:off x="3960" y="1430"/>
                <a:ext cx="512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03" name="Freeform 71"/>
              <p:cNvSpPr>
                <a:spLocks/>
              </p:cNvSpPr>
              <p:nvPr/>
            </p:nvSpPr>
            <p:spPr bwMode="auto">
              <a:xfrm>
                <a:off x="4425" y="711"/>
                <a:ext cx="247" cy="721"/>
              </a:xfrm>
              <a:custGeom>
                <a:avLst/>
                <a:gdLst>
                  <a:gd name="T0" fmla="*/ 0 w 247"/>
                  <a:gd name="T1" fmla="*/ 0 h 721"/>
                  <a:gd name="T2" fmla="*/ 246 w 247"/>
                  <a:gd name="T3" fmla="*/ 0 h 721"/>
                  <a:gd name="T4" fmla="*/ 246 w 247"/>
                  <a:gd name="T5" fmla="*/ 720 h 721"/>
                  <a:gd name="T6" fmla="*/ 16 w 247"/>
                  <a:gd name="T7" fmla="*/ 720 h 7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7" h="721">
                    <a:moveTo>
                      <a:pt x="0" y="0"/>
                    </a:moveTo>
                    <a:lnTo>
                      <a:pt x="246" y="0"/>
                    </a:lnTo>
                    <a:lnTo>
                      <a:pt x="246" y="720"/>
                    </a:lnTo>
                    <a:lnTo>
                      <a:pt x="16" y="720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505" name="Oval 73"/>
            <p:cNvSpPr>
              <a:spLocks noChangeArrowheads="1"/>
            </p:cNvSpPr>
            <p:nvPr/>
          </p:nvSpPr>
          <p:spPr bwMode="auto">
            <a:xfrm>
              <a:off x="4657" y="1406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06" name="Rectangle 74"/>
            <p:cNvSpPr>
              <a:spLocks noChangeArrowheads="1"/>
            </p:cNvSpPr>
            <p:nvPr/>
          </p:nvSpPr>
          <p:spPr bwMode="auto">
            <a:xfrm flipH="1">
              <a:off x="4313" y="438"/>
              <a:ext cx="2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z</a:t>
              </a:r>
              <a:r>
                <a:rPr lang="en-US" baseline="30000"/>
                <a:t>-1</a:t>
              </a:r>
            </a:p>
          </p:txBody>
        </p:sp>
        <p:sp>
          <p:nvSpPr>
            <p:cNvPr id="18507" name="Freeform 75"/>
            <p:cNvSpPr>
              <a:spLocks/>
            </p:cNvSpPr>
            <p:nvPr/>
          </p:nvSpPr>
          <p:spPr bwMode="auto">
            <a:xfrm>
              <a:off x="3960" y="1422"/>
              <a:ext cx="712" cy="573"/>
            </a:xfrm>
            <a:custGeom>
              <a:avLst/>
              <a:gdLst>
                <a:gd name="T0" fmla="*/ 711 w 712"/>
                <a:gd name="T1" fmla="*/ 0 h 573"/>
                <a:gd name="T2" fmla="*/ 711 w 712"/>
                <a:gd name="T3" fmla="*/ 572 h 573"/>
                <a:gd name="T4" fmla="*/ 0 w 712"/>
                <a:gd name="T5" fmla="*/ 572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2" h="573">
                  <a:moveTo>
                    <a:pt x="711" y="0"/>
                  </a:moveTo>
                  <a:lnTo>
                    <a:pt x="711" y="572"/>
                  </a:lnTo>
                  <a:lnTo>
                    <a:pt x="0" y="572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8" name="Rectangle 76"/>
            <p:cNvSpPr>
              <a:spLocks noChangeArrowheads="1"/>
            </p:cNvSpPr>
            <p:nvPr/>
          </p:nvSpPr>
          <p:spPr bwMode="auto">
            <a:xfrm>
              <a:off x="1158" y="1554"/>
              <a:ext cx="325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baseline="-25000"/>
                <a:t>0</a:t>
              </a:r>
            </a:p>
          </p:txBody>
        </p:sp>
        <p:sp>
          <p:nvSpPr>
            <p:cNvPr id="18509" name="Rectangle 77"/>
            <p:cNvSpPr>
              <a:spLocks noChangeArrowheads="1"/>
            </p:cNvSpPr>
            <p:nvPr/>
          </p:nvSpPr>
          <p:spPr bwMode="auto">
            <a:xfrm>
              <a:off x="1744" y="1557"/>
              <a:ext cx="325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baseline="-25000"/>
                <a:t>1</a:t>
              </a:r>
            </a:p>
          </p:txBody>
        </p:sp>
        <p:sp>
          <p:nvSpPr>
            <p:cNvPr id="18510" name="Rectangle 78"/>
            <p:cNvSpPr>
              <a:spLocks noChangeArrowheads="1"/>
            </p:cNvSpPr>
            <p:nvPr/>
          </p:nvSpPr>
          <p:spPr bwMode="auto">
            <a:xfrm>
              <a:off x="2344" y="1547"/>
              <a:ext cx="325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baseline="-25000"/>
                <a:t>2</a:t>
              </a:r>
            </a:p>
          </p:txBody>
        </p:sp>
        <p:sp>
          <p:nvSpPr>
            <p:cNvPr id="18511" name="Rectangle 79"/>
            <p:cNvSpPr>
              <a:spLocks noChangeArrowheads="1"/>
            </p:cNvSpPr>
            <p:nvPr/>
          </p:nvSpPr>
          <p:spPr bwMode="auto">
            <a:xfrm>
              <a:off x="3914" y="1530"/>
              <a:ext cx="626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i="1" baseline="-25000"/>
                <a:t>M</a:t>
              </a:r>
              <a:r>
                <a:rPr lang="en-US" sz="2800" baseline="-25000"/>
                <a:t>/2-1</a:t>
              </a:r>
            </a:p>
          </p:txBody>
        </p:sp>
        <p:sp>
          <p:nvSpPr>
            <p:cNvPr id="18512" name="Rectangle 80"/>
            <p:cNvSpPr>
              <a:spLocks noChangeArrowheads="1"/>
            </p:cNvSpPr>
            <p:nvPr/>
          </p:nvSpPr>
          <p:spPr bwMode="auto">
            <a:xfrm>
              <a:off x="4649" y="1540"/>
              <a:ext cx="492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i="1" baseline="-25000"/>
                <a:t>M</a:t>
              </a:r>
              <a:r>
                <a:rPr lang="en-US" sz="2800" baseline="-25000"/>
                <a:t>/2</a:t>
              </a:r>
            </a:p>
          </p:txBody>
        </p:sp>
      </p:grpSp>
      <p:sp>
        <p:nvSpPr>
          <p:cNvPr id="18514" name="Rectangle 82"/>
          <p:cNvSpPr>
            <a:spLocks noChangeArrowheads="1"/>
          </p:cNvSpPr>
          <p:nvPr/>
        </p:nvSpPr>
        <p:spPr bwMode="auto">
          <a:xfrm>
            <a:off x="323850" y="330721"/>
            <a:ext cx="7772400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</a:pPr>
            <a:r>
              <a:rPr lang="en-US" sz="3200" dirty="0"/>
              <a:t>If </a:t>
            </a:r>
            <a:r>
              <a:rPr lang="en-US" sz="3200" i="1" dirty="0"/>
              <a:t>M </a:t>
            </a:r>
            <a:r>
              <a:rPr lang="en-US" sz="3200" dirty="0"/>
              <a:t>is even</a:t>
            </a:r>
          </a:p>
        </p:txBody>
      </p:sp>
      <p:sp>
        <p:nvSpPr>
          <p:cNvPr id="18515" name="Rectangle 83"/>
          <p:cNvSpPr>
            <a:spLocks noChangeArrowheads="1"/>
          </p:cNvSpPr>
          <p:nvPr/>
        </p:nvSpPr>
        <p:spPr bwMode="auto">
          <a:xfrm>
            <a:off x="285750" y="3634308"/>
            <a:ext cx="7772400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</a:pPr>
            <a:r>
              <a:rPr lang="en-US" sz="3200"/>
              <a:t>If </a:t>
            </a:r>
            <a:r>
              <a:rPr lang="en-US" sz="3200" i="1"/>
              <a:t>M </a:t>
            </a:r>
            <a:r>
              <a:rPr lang="en-US" sz="3200"/>
              <a:t>is odd</a:t>
            </a:r>
          </a:p>
        </p:txBody>
      </p:sp>
      <p:grpSp>
        <p:nvGrpSpPr>
          <p:cNvPr id="18593" name="Group 161"/>
          <p:cNvGrpSpPr>
            <a:grpSpLocks/>
          </p:cNvGrpSpPr>
          <p:nvPr/>
        </p:nvGrpSpPr>
        <p:grpSpPr bwMode="auto">
          <a:xfrm>
            <a:off x="514350" y="4134371"/>
            <a:ext cx="6967538" cy="2501900"/>
            <a:chOff x="324" y="2451"/>
            <a:chExt cx="4389" cy="1576"/>
          </a:xfrm>
        </p:grpSpPr>
        <p:sp>
          <p:nvSpPr>
            <p:cNvPr id="18516" name="Line 84"/>
            <p:cNvSpPr>
              <a:spLocks noChangeShapeType="1"/>
            </p:cNvSpPr>
            <p:nvPr/>
          </p:nvSpPr>
          <p:spPr bwMode="auto">
            <a:xfrm>
              <a:off x="876" y="2741"/>
              <a:ext cx="9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17" name="Oval 85"/>
            <p:cNvSpPr>
              <a:spLocks noChangeArrowheads="1"/>
            </p:cNvSpPr>
            <p:nvPr/>
          </p:nvSpPr>
          <p:spPr bwMode="auto">
            <a:xfrm>
              <a:off x="1415" y="2729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18" name="Line 86"/>
            <p:cNvSpPr>
              <a:spLocks noChangeShapeType="1"/>
            </p:cNvSpPr>
            <p:nvPr/>
          </p:nvSpPr>
          <p:spPr bwMode="auto">
            <a:xfrm>
              <a:off x="1757" y="2736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19" name="Oval 87"/>
            <p:cNvSpPr>
              <a:spLocks noChangeArrowheads="1"/>
            </p:cNvSpPr>
            <p:nvPr/>
          </p:nvSpPr>
          <p:spPr bwMode="auto">
            <a:xfrm>
              <a:off x="2028" y="2724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20" name="Line 88"/>
            <p:cNvSpPr>
              <a:spLocks noChangeShapeType="1"/>
            </p:cNvSpPr>
            <p:nvPr/>
          </p:nvSpPr>
          <p:spPr bwMode="auto">
            <a:xfrm>
              <a:off x="2361" y="2730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21" name="Oval 89"/>
            <p:cNvSpPr>
              <a:spLocks noChangeArrowheads="1"/>
            </p:cNvSpPr>
            <p:nvPr/>
          </p:nvSpPr>
          <p:spPr bwMode="auto">
            <a:xfrm>
              <a:off x="2632" y="2718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22" name="Line 90"/>
            <p:cNvSpPr>
              <a:spLocks noChangeShapeType="1"/>
            </p:cNvSpPr>
            <p:nvPr/>
          </p:nvSpPr>
          <p:spPr bwMode="auto">
            <a:xfrm>
              <a:off x="3376" y="2730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23" name="Oval 91"/>
            <p:cNvSpPr>
              <a:spLocks noChangeArrowheads="1"/>
            </p:cNvSpPr>
            <p:nvPr/>
          </p:nvSpPr>
          <p:spPr bwMode="auto">
            <a:xfrm>
              <a:off x="3647" y="2718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24" name="Line 92"/>
            <p:cNvSpPr>
              <a:spLocks noChangeShapeType="1"/>
            </p:cNvSpPr>
            <p:nvPr/>
          </p:nvSpPr>
          <p:spPr bwMode="auto">
            <a:xfrm>
              <a:off x="2999" y="2731"/>
              <a:ext cx="3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25" name="Rectangle 93"/>
            <p:cNvSpPr>
              <a:spLocks noChangeArrowheads="1"/>
            </p:cNvSpPr>
            <p:nvPr/>
          </p:nvSpPr>
          <p:spPr bwMode="auto">
            <a:xfrm flipH="1">
              <a:off x="1586" y="2456"/>
              <a:ext cx="2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z</a:t>
              </a:r>
              <a:r>
                <a:rPr lang="en-US" baseline="30000"/>
                <a:t>-1</a:t>
              </a:r>
            </a:p>
          </p:txBody>
        </p:sp>
        <p:sp>
          <p:nvSpPr>
            <p:cNvPr id="18526" name="Rectangle 94"/>
            <p:cNvSpPr>
              <a:spLocks noChangeArrowheads="1"/>
            </p:cNvSpPr>
            <p:nvPr/>
          </p:nvSpPr>
          <p:spPr bwMode="auto">
            <a:xfrm flipH="1">
              <a:off x="2208" y="2460"/>
              <a:ext cx="2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z</a:t>
              </a:r>
              <a:r>
                <a:rPr lang="en-US" baseline="30000"/>
                <a:t>-1</a:t>
              </a:r>
            </a:p>
          </p:txBody>
        </p:sp>
        <p:sp>
          <p:nvSpPr>
            <p:cNvPr id="18527" name="Rectangle 95"/>
            <p:cNvSpPr>
              <a:spLocks noChangeArrowheads="1"/>
            </p:cNvSpPr>
            <p:nvPr/>
          </p:nvSpPr>
          <p:spPr bwMode="auto">
            <a:xfrm flipH="1">
              <a:off x="3860" y="2451"/>
              <a:ext cx="2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z</a:t>
              </a:r>
              <a:r>
                <a:rPr lang="en-US" baseline="30000"/>
                <a:t>-1</a:t>
              </a:r>
            </a:p>
          </p:txBody>
        </p:sp>
        <p:sp>
          <p:nvSpPr>
            <p:cNvPr id="18528" name="Rectangle 96"/>
            <p:cNvSpPr>
              <a:spLocks noChangeArrowheads="1"/>
            </p:cNvSpPr>
            <p:nvPr/>
          </p:nvSpPr>
          <p:spPr bwMode="auto">
            <a:xfrm>
              <a:off x="386" y="2475"/>
              <a:ext cx="34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x</a:t>
              </a:r>
              <a:r>
                <a:rPr lang="en-US"/>
                <a:t>[</a:t>
              </a:r>
              <a:r>
                <a:rPr lang="en-US" i="1"/>
                <a:t>n</a:t>
              </a:r>
              <a:r>
                <a:rPr lang="en-US"/>
                <a:t>]</a:t>
              </a:r>
            </a:p>
          </p:txBody>
        </p:sp>
        <p:sp>
          <p:nvSpPr>
            <p:cNvPr id="18529" name="Rectangle 97"/>
            <p:cNvSpPr>
              <a:spLocks noChangeArrowheads="1"/>
            </p:cNvSpPr>
            <p:nvPr/>
          </p:nvSpPr>
          <p:spPr bwMode="auto">
            <a:xfrm>
              <a:off x="324" y="3739"/>
              <a:ext cx="34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y</a:t>
              </a:r>
              <a:r>
                <a:rPr lang="en-US"/>
                <a:t>[</a:t>
              </a:r>
              <a:r>
                <a:rPr lang="en-US" i="1"/>
                <a:t>n</a:t>
              </a:r>
              <a:r>
                <a:rPr lang="en-US"/>
                <a:t>]</a:t>
              </a:r>
            </a:p>
          </p:txBody>
        </p:sp>
        <p:sp>
          <p:nvSpPr>
            <p:cNvPr id="18530" name="Oval 98"/>
            <p:cNvSpPr>
              <a:spLocks noChangeArrowheads="1"/>
            </p:cNvSpPr>
            <p:nvPr/>
          </p:nvSpPr>
          <p:spPr bwMode="auto">
            <a:xfrm>
              <a:off x="846" y="2733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31" name="Line 99"/>
            <p:cNvSpPr>
              <a:spLocks noChangeShapeType="1"/>
            </p:cNvSpPr>
            <p:nvPr/>
          </p:nvSpPr>
          <p:spPr bwMode="auto">
            <a:xfrm>
              <a:off x="829" y="4001"/>
              <a:ext cx="685" cy="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32" name="Line 100"/>
            <p:cNvSpPr>
              <a:spLocks noChangeShapeType="1"/>
            </p:cNvSpPr>
            <p:nvPr/>
          </p:nvSpPr>
          <p:spPr bwMode="auto">
            <a:xfrm>
              <a:off x="1502" y="4004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33" name="Oval 101"/>
            <p:cNvSpPr>
              <a:spLocks noChangeArrowheads="1"/>
            </p:cNvSpPr>
            <p:nvPr/>
          </p:nvSpPr>
          <p:spPr bwMode="auto">
            <a:xfrm>
              <a:off x="1746" y="3988"/>
              <a:ext cx="48" cy="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34" name="Line 102"/>
            <p:cNvSpPr>
              <a:spLocks noChangeShapeType="1"/>
            </p:cNvSpPr>
            <p:nvPr/>
          </p:nvSpPr>
          <p:spPr bwMode="auto">
            <a:xfrm>
              <a:off x="2106" y="3998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35" name="Oval 103"/>
            <p:cNvSpPr>
              <a:spLocks noChangeArrowheads="1"/>
            </p:cNvSpPr>
            <p:nvPr/>
          </p:nvSpPr>
          <p:spPr bwMode="auto">
            <a:xfrm>
              <a:off x="2350" y="3982"/>
              <a:ext cx="48" cy="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36" name="Line 104"/>
            <p:cNvSpPr>
              <a:spLocks noChangeShapeType="1"/>
            </p:cNvSpPr>
            <p:nvPr/>
          </p:nvSpPr>
          <p:spPr bwMode="auto">
            <a:xfrm>
              <a:off x="3121" y="3998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37" name="Oval 105"/>
            <p:cNvSpPr>
              <a:spLocks noChangeArrowheads="1"/>
            </p:cNvSpPr>
            <p:nvPr/>
          </p:nvSpPr>
          <p:spPr bwMode="auto">
            <a:xfrm>
              <a:off x="3365" y="3982"/>
              <a:ext cx="48" cy="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38" name="Line 106"/>
            <p:cNvSpPr>
              <a:spLocks noChangeShapeType="1"/>
            </p:cNvSpPr>
            <p:nvPr/>
          </p:nvSpPr>
          <p:spPr bwMode="auto">
            <a:xfrm>
              <a:off x="3712" y="3998"/>
              <a:ext cx="266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39" name="Line 107"/>
            <p:cNvSpPr>
              <a:spLocks noChangeShapeType="1"/>
            </p:cNvSpPr>
            <p:nvPr/>
          </p:nvSpPr>
          <p:spPr bwMode="auto">
            <a:xfrm>
              <a:off x="1158" y="3140"/>
              <a:ext cx="0" cy="8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40" name="Line 108"/>
            <p:cNvSpPr>
              <a:spLocks noChangeShapeType="1"/>
            </p:cNvSpPr>
            <p:nvPr/>
          </p:nvSpPr>
          <p:spPr bwMode="auto">
            <a:xfrm>
              <a:off x="1771" y="3126"/>
              <a:ext cx="0" cy="8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41" name="Line 109"/>
            <p:cNvSpPr>
              <a:spLocks noChangeShapeType="1"/>
            </p:cNvSpPr>
            <p:nvPr/>
          </p:nvSpPr>
          <p:spPr bwMode="auto">
            <a:xfrm>
              <a:off x="2375" y="3109"/>
              <a:ext cx="0" cy="8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42" name="Line 110"/>
            <p:cNvSpPr>
              <a:spLocks noChangeShapeType="1"/>
            </p:cNvSpPr>
            <p:nvPr/>
          </p:nvSpPr>
          <p:spPr bwMode="auto">
            <a:xfrm>
              <a:off x="3390" y="3109"/>
              <a:ext cx="0" cy="8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43" name="Line 111"/>
            <p:cNvSpPr>
              <a:spLocks noChangeShapeType="1"/>
            </p:cNvSpPr>
            <p:nvPr/>
          </p:nvSpPr>
          <p:spPr bwMode="auto">
            <a:xfrm>
              <a:off x="3981" y="3109"/>
              <a:ext cx="0" cy="8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44" name="Oval 112"/>
            <p:cNvSpPr>
              <a:spLocks noChangeArrowheads="1"/>
            </p:cNvSpPr>
            <p:nvPr/>
          </p:nvSpPr>
          <p:spPr bwMode="auto">
            <a:xfrm>
              <a:off x="3956" y="3982"/>
              <a:ext cx="48" cy="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45" name="Line 113"/>
            <p:cNvSpPr>
              <a:spLocks noChangeShapeType="1"/>
            </p:cNvSpPr>
            <p:nvPr/>
          </p:nvSpPr>
          <p:spPr bwMode="auto">
            <a:xfrm>
              <a:off x="2744" y="4000"/>
              <a:ext cx="3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8548" name="Group 116"/>
            <p:cNvGrpSpPr>
              <a:grpSpLocks/>
            </p:cNvGrpSpPr>
            <p:nvPr/>
          </p:nvGrpSpPr>
          <p:grpSpPr bwMode="auto">
            <a:xfrm>
              <a:off x="1151" y="2759"/>
              <a:ext cx="278" cy="355"/>
              <a:chOff x="1151" y="2759"/>
              <a:chExt cx="278" cy="355"/>
            </a:xfrm>
          </p:grpSpPr>
          <p:sp>
            <p:nvSpPr>
              <p:cNvPr id="18546" name="Line 114"/>
              <p:cNvSpPr>
                <a:spLocks noChangeShapeType="1"/>
              </p:cNvSpPr>
              <p:nvPr/>
            </p:nvSpPr>
            <p:spPr bwMode="auto">
              <a:xfrm flipH="1">
                <a:off x="1172" y="2759"/>
                <a:ext cx="257" cy="3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47" name="Oval 115"/>
              <p:cNvSpPr>
                <a:spLocks noChangeArrowheads="1"/>
              </p:cNvSpPr>
              <p:nvPr/>
            </p:nvSpPr>
            <p:spPr bwMode="auto">
              <a:xfrm>
                <a:off x="1151" y="3083"/>
                <a:ext cx="32" cy="3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8551" name="Group 119"/>
            <p:cNvGrpSpPr>
              <a:grpSpLocks/>
            </p:cNvGrpSpPr>
            <p:nvPr/>
          </p:nvGrpSpPr>
          <p:grpSpPr bwMode="auto">
            <a:xfrm>
              <a:off x="1764" y="2763"/>
              <a:ext cx="278" cy="355"/>
              <a:chOff x="1764" y="2763"/>
              <a:chExt cx="278" cy="355"/>
            </a:xfrm>
          </p:grpSpPr>
          <p:sp>
            <p:nvSpPr>
              <p:cNvPr id="18549" name="Line 117"/>
              <p:cNvSpPr>
                <a:spLocks noChangeShapeType="1"/>
              </p:cNvSpPr>
              <p:nvPr/>
            </p:nvSpPr>
            <p:spPr bwMode="auto">
              <a:xfrm flipH="1">
                <a:off x="1785" y="2763"/>
                <a:ext cx="257" cy="3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50" name="Oval 118"/>
              <p:cNvSpPr>
                <a:spLocks noChangeArrowheads="1"/>
              </p:cNvSpPr>
              <p:nvPr/>
            </p:nvSpPr>
            <p:spPr bwMode="auto">
              <a:xfrm>
                <a:off x="1764" y="3087"/>
                <a:ext cx="32" cy="3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8554" name="Group 122"/>
            <p:cNvGrpSpPr>
              <a:grpSpLocks/>
            </p:cNvGrpSpPr>
            <p:nvPr/>
          </p:nvGrpSpPr>
          <p:grpSpPr bwMode="auto">
            <a:xfrm>
              <a:off x="2349" y="2767"/>
              <a:ext cx="278" cy="355"/>
              <a:chOff x="2349" y="2767"/>
              <a:chExt cx="278" cy="355"/>
            </a:xfrm>
          </p:grpSpPr>
          <p:sp>
            <p:nvSpPr>
              <p:cNvPr id="18552" name="Line 120"/>
              <p:cNvSpPr>
                <a:spLocks noChangeShapeType="1"/>
              </p:cNvSpPr>
              <p:nvPr/>
            </p:nvSpPr>
            <p:spPr bwMode="auto">
              <a:xfrm flipH="1">
                <a:off x="2370" y="2767"/>
                <a:ext cx="257" cy="3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53" name="Oval 121"/>
              <p:cNvSpPr>
                <a:spLocks noChangeArrowheads="1"/>
              </p:cNvSpPr>
              <p:nvPr/>
            </p:nvSpPr>
            <p:spPr bwMode="auto">
              <a:xfrm>
                <a:off x="2349" y="3091"/>
                <a:ext cx="32" cy="3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8557" name="Group 125"/>
            <p:cNvGrpSpPr>
              <a:grpSpLocks/>
            </p:cNvGrpSpPr>
            <p:nvPr/>
          </p:nvGrpSpPr>
          <p:grpSpPr bwMode="auto">
            <a:xfrm>
              <a:off x="3396" y="2780"/>
              <a:ext cx="278" cy="355"/>
              <a:chOff x="3396" y="2780"/>
              <a:chExt cx="278" cy="355"/>
            </a:xfrm>
          </p:grpSpPr>
          <p:sp>
            <p:nvSpPr>
              <p:cNvPr id="18555" name="Line 123"/>
              <p:cNvSpPr>
                <a:spLocks noChangeShapeType="1"/>
              </p:cNvSpPr>
              <p:nvPr/>
            </p:nvSpPr>
            <p:spPr bwMode="auto">
              <a:xfrm flipH="1">
                <a:off x="3417" y="2780"/>
                <a:ext cx="257" cy="3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56" name="Oval 124"/>
              <p:cNvSpPr>
                <a:spLocks noChangeArrowheads="1"/>
              </p:cNvSpPr>
              <p:nvPr/>
            </p:nvSpPr>
            <p:spPr bwMode="auto">
              <a:xfrm>
                <a:off x="3396" y="3104"/>
                <a:ext cx="32" cy="3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8560" name="Group 128"/>
            <p:cNvGrpSpPr>
              <a:grpSpLocks/>
            </p:cNvGrpSpPr>
            <p:nvPr/>
          </p:nvGrpSpPr>
          <p:grpSpPr bwMode="auto">
            <a:xfrm>
              <a:off x="3963" y="2755"/>
              <a:ext cx="278" cy="355"/>
              <a:chOff x="3963" y="2755"/>
              <a:chExt cx="278" cy="355"/>
            </a:xfrm>
          </p:grpSpPr>
          <p:sp>
            <p:nvSpPr>
              <p:cNvPr id="18558" name="Line 126"/>
              <p:cNvSpPr>
                <a:spLocks noChangeShapeType="1"/>
              </p:cNvSpPr>
              <p:nvPr/>
            </p:nvSpPr>
            <p:spPr bwMode="auto">
              <a:xfrm flipH="1">
                <a:off x="3984" y="2755"/>
                <a:ext cx="257" cy="3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59" name="Oval 127"/>
              <p:cNvSpPr>
                <a:spLocks noChangeArrowheads="1"/>
              </p:cNvSpPr>
              <p:nvPr/>
            </p:nvSpPr>
            <p:spPr bwMode="auto">
              <a:xfrm>
                <a:off x="3963" y="3079"/>
                <a:ext cx="32" cy="31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561" name="Oval 129"/>
            <p:cNvSpPr>
              <a:spLocks noChangeArrowheads="1"/>
            </p:cNvSpPr>
            <p:nvPr/>
          </p:nvSpPr>
          <p:spPr bwMode="auto">
            <a:xfrm>
              <a:off x="4223" y="2722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62" name="Line 130"/>
            <p:cNvSpPr>
              <a:spLocks noChangeShapeType="1"/>
            </p:cNvSpPr>
            <p:nvPr/>
          </p:nvSpPr>
          <p:spPr bwMode="auto">
            <a:xfrm>
              <a:off x="1448" y="3450"/>
              <a:ext cx="347" cy="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63" name="Oval 131"/>
            <p:cNvSpPr>
              <a:spLocks noChangeArrowheads="1"/>
            </p:cNvSpPr>
            <p:nvPr/>
          </p:nvSpPr>
          <p:spPr bwMode="auto">
            <a:xfrm>
              <a:off x="1419" y="3426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64" name="Line 132"/>
            <p:cNvSpPr>
              <a:spLocks noChangeShapeType="1"/>
            </p:cNvSpPr>
            <p:nvPr/>
          </p:nvSpPr>
          <p:spPr bwMode="auto">
            <a:xfrm>
              <a:off x="1761" y="3450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65" name="Oval 133"/>
            <p:cNvSpPr>
              <a:spLocks noChangeArrowheads="1"/>
            </p:cNvSpPr>
            <p:nvPr/>
          </p:nvSpPr>
          <p:spPr bwMode="auto">
            <a:xfrm>
              <a:off x="2032" y="3431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66" name="Line 134"/>
            <p:cNvSpPr>
              <a:spLocks noChangeShapeType="1"/>
            </p:cNvSpPr>
            <p:nvPr/>
          </p:nvSpPr>
          <p:spPr bwMode="auto">
            <a:xfrm>
              <a:off x="2365" y="3456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67" name="Oval 135"/>
            <p:cNvSpPr>
              <a:spLocks noChangeArrowheads="1"/>
            </p:cNvSpPr>
            <p:nvPr/>
          </p:nvSpPr>
          <p:spPr bwMode="auto">
            <a:xfrm>
              <a:off x="2636" y="3437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68" name="Line 136"/>
            <p:cNvSpPr>
              <a:spLocks noChangeShapeType="1"/>
            </p:cNvSpPr>
            <p:nvPr/>
          </p:nvSpPr>
          <p:spPr bwMode="auto">
            <a:xfrm>
              <a:off x="3380" y="3456"/>
              <a:ext cx="6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69" name="Oval 137"/>
            <p:cNvSpPr>
              <a:spLocks noChangeArrowheads="1"/>
            </p:cNvSpPr>
            <p:nvPr/>
          </p:nvSpPr>
          <p:spPr bwMode="auto">
            <a:xfrm>
              <a:off x="3651" y="3437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70" name="Line 138"/>
            <p:cNvSpPr>
              <a:spLocks noChangeShapeType="1"/>
            </p:cNvSpPr>
            <p:nvPr/>
          </p:nvSpPr>
          <p:spPr bwMode="auto">
            <a:xfrm>
              <a:off x="3003" y="3455"/>
              <a:ext cx="3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71" name="Line 139"/>
            <p:cNvSpPr>
              <a:spLocks noChangeShapeType="1"/>
            </p:cNvSpPr>
            <p:nvPr/>
          </p:nvSpPr>
          <p:spPr bwMode="auto">
            <a:xfrm flipH="1" flipV="1">
              <a:off x="1176" y="3104"/>
              <a:ext cx="257" cy="3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72" name="Line 140"/>
            <p:cNvSpPr>
              <a:spLocks noChangeShapeType="1"/>
            </p:cNvSpPr>
            <p:nvPr/>
          </p:nvSpPr>
          <p:spPr bwMode="auto">
            <a:xfrm flipH="1" flipV="1">
              <a:off x="1789" y="3100"/>
              <a:ext cx="257" cy="3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73" name="Line 141"/>
            <p:cNvSpPr>
              <a:spLocks noChangeShapeType="1"/>
            </p:cNvSpPr>
            <p:nvPr/>
          </p:nvSpPr>
          <p:spPr bwMode="auto">
            <a:xfrm flipH="1" flipV="1">
              <a:off x="2374" y="3096"/>
              <a:ext cx="257" cy="3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74" name="Line 142"/>
            <p:cNvSpPr>
              <a:spLocks noChangeShapeType="1"/>
            </p:cNvSpPr>
            <p:nvPr/>
          </p:nvSpPr>
          <p:spPr bwMode="auto">
            <a:xfrm flipH="1" flipV="1">
              <a:off x="3421" y="3083"/>
              <a:ext cx="257" cy="3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75" name="Line 143"/>
            <p:cNvSpPr>
              <a:spLocks noChangeShapeType="1"/>
            </p:cNvSpPr>
            <p:nvPr/>
          </p:nvSpPr>
          <p:spPr bwMode="auto">
            <a:xfrm flipH="1" flipV="1">
              <a:off x="3988" y="3108"/>
              <a:ext cx="257" cy="3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76" name="Oval 144"/>
            <p:cNvSpPr>
              <a:spLocks noChangeArrowheads="1"/>
            </p:cNvSpPr>
            <p:nvPr/>
          </p:nvSpPr>
          <p:spPr bwMode="auto">
            <a:xfrm>
              <a:off x="4227" y="3433"/>
              <a:ext cx="32" cy="3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77" name="Oval 145"/>
            <p:cNvSpPr>
              <a:spLocks noChangeArrowheads="1"/>
            </p:cNvSpPr>
            <p:nvPr/>
          </p:nvSpPr>
          <p:spPr bwMode="auto">
            <a:xfrm>
              <a:off x="1131" y="3991"/>
              <a:ext cx="48" cy="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78" name="Oval 146"/>
            <p:cNvSpPr>
              <a:spLocks noChangeArrowheads="1"/>
            </p:cNvSpPr>
            <p:nvPr/>
          </p:nvSpPr>
          <p:spPr bwMode="auto">
            <a:xfrm>
              <a:off x="790" y="3983"/>
              <a:ext cx="48" cy="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8582" name="Group 150"/>
            <p:cNvGrpSpPr>
              <a:grpSpLocks/>
            </p:cNvGrpSpPr>
            <p:nvPr/>
          </p:nvGrpSpPr>
          <p:grpSpPr bwMode="auto">
            <a:xfrm>
              <a:off x="1506" y="3201"/>
              <a:ext cx="2548" cy="240"/>
              <a:chOff x="1506" y="3201"/>
              <a:chExt cx="2548" cy="240"/>
            </a:xfrm>
          </p:grpSpPr>
          <p:sp>
            <p:nvSpPr>
              <p:cNvPr id="18579" name="Rectangle 147"/>
              <p:cNvSpPr>
                <a:spLocks noChangeArrowheads="1"/>
              </p:cNvSpPr>
              <p:nvPr/>
            </p:nvSpPr>
            <p:spPr bwMode="auto">
              <a:xfrm flipH="1">
                <a:off x="1506" y="3206"/>
                <a:ext cx="27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i="1"/>
                  <a:t>z</a:t>
                </a:r>
                <a:r>
                  <a:rPr lang="en-US" baseline="30000"/>
                  <a:t>-1</a:t>
                </a:r>
              </a:p>
            </p:txBody>
          </p:sp>
          <p:sp>
            <p:nvSpPr>
              <p:cNvPr id="18580" name="Rectangle 148"/>
              <p:cNvSpPr>
                <a:spLocks noChangeArrowheads="1"/>
              </p:cNvSpPr>
              <p:nvPr/>
            </p:nvSpPr>
            <p:spPr bwMode="auto">
              <a:xfrm flipH="1">
                <a:off x="2128" y="3210"/>
                <a:ext cx="27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i="1"/>
                  <a:t>z</a:t>
                </a:r>
                <a:r>
                  <a:rPr lang="en-US" baseline="30000"/>
                  <a:t>-1</a:t>
                </a:r>
              </a:p>
            </p:txBody>
          </p:sp>
          <p:sp>
            <p:nvSpPr>
              <p:cNvPr id="18581" name="Rectangle 149"/>
              <p:cNvSpPr>
                <a:spLocks noChangeArrowheads="1"/>
              </p:cNvSpPr>
              <p:nvPr/>
            </p:nvSpPr>
            <p:spPr bwMode="auto">
              <a:xfrm flipH="1">
                <a:off x="3780" y="3201"/>
                <a:ext cx="27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i="1"/>
                  <a:t>z</a:t>
                </a:r>
                <a:r>
                  <a:rPr lang="en-US" baseline="30000"/>
                  <a:t>-1</a:t>
                </a:r>
              </a:p>
            </p:txBody>
          </p:sp>
        </p:grpSp>
        <p:sp>
          <p:nvSpPr>
            <p:cNvPr id="18583" name="Line 151"/>
            <p:cNvSpPr>
              <a:spLocks noChangeShapeType="1"/>
            </p:cNvSpPr>
            <p:nvPr/>
          </p:nvSpPr>
          <p:spPr bwMode="auto">
            <a:xfrm>
              <a:off x="3987" y="2731"/>
              <a:ext cx="227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84" name="Line 152"/>
            <p:cNvSpPr>
              <a:spLocks noChangeShapeType="1"/>
            </p:cNvSpPr>
            <p:nvPr/>
          </p:nvSpPr>
          <p:spPr bwMode="auto">
            <a:xfrm flipV="1">
              <a:off x="3991" y="3439"/>
              <a:ext cx="223" cy="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85" name="Rectangle 153"/>
            <p:cNvSpPr>
              <a:spLocks noChangeArrowheads="1"/>
            </p:cNvSpPr>
            <p:nvPr/>
          </p:nvSpPr>
          <p:spPr bwMode="auto">
            <a:xfrm flipH="1">
              <a:off x="4233" y="2952"/>
              <a:ext cx="27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z</a:t>
              </a:r>
              <a:r>
                <a:rPr lang="en-US" baseline="30000"/>
                <a:t>-1</a:t>
              </a:r>
            </a:p>
          </p:txBody>
        </p:sp>
        <p:sp>
          <p:nvSpPr>
            <p:cNvPr id="18586" name="Rectangle 154"/>
            <p:cNvSpPr>
              <a:spLocks noChangeArrowheads="1"/>
            </p:cNvSpPr>
            <p:nvPr/>
          </p:nvSpPr>
          <p:spPr bwMode="auto">
            <a:xfrm>
              <a:off x="1189" y="3570"/>
              <a:ext cx="325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baseline="-25000"/>
                <a:t>0</a:t>
              </a:r>
            </a:p>
          </p:txBody>
        </p:sp>
        <p:sp>
          <p:nvSpPr>
            <p:cNvPr id="18587" name="Rectangle 155"/>
            <p:cNvSpPr>
              <a:spLocks noChangeArrowheads="1"/>
            </p:cNvSpPr>
            <p:nvPr/>
          </p:nvSpPr>
          <p:spPr bwMode="auto">
            <a:xfrm>
              <a:off x="1775" y="3573"/>
              <a:ext cx="325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baseline="-25000"/>
                <a:t>1</a:t>
              </a:r>
            </a:p>
          </p:txBody>
        </p:sp>
        <p:sp>
          <p:nvSpPr>
            <p:cNvPr id="18588" name="Rectangle 156"/>
            <p:cNvSpPr>
              <a:spLocks noChangeArrowheads="1"/>
            </p:cNvSpPr>
            <p:nvPr/>
          </p:nvSpPr>
          <p:spPr bwMode="auto">
            <a:xfrm>
              <a:off x="2375" y="3563"/>
              <a:ext cx="325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baseline="-25000"/>
                <a:t>2</a:t>
              </a:r>
            </a:p>
          </p:txBody>
        </p:sp>
        <p:sp>
          <p:nvSpPr>
            <p:cNvPr id="18589" name="Rectangle 157"/>
            <p:cNvSpPr>
              <a:spLocks noChangeArrowheads="1"/>
            </p:cNvSpPr>
            <p:nvPr/>
          </p:nvSpPr>
          <p:spPr bwMode="auto">
            <a:xfrm>
              <a:off x="3945" y="3546"/>
              <a:ext cx="768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i="1"/>
                <a:t>b</a:t>
              </a:r>
              <a:r>
                <a:rPr lang="en-US" sz="2800" baseline="-25000"/>
                <a:t>(</a:t>
              </a:r>
              <a:r>
                <a:rPr lang="en-US" sz="2800" i="1" baseline="-25000"/>
                <a:t>M </a:t>
              </a:r>
              <a:r>
                <a:rPr lang="en-US" sz="2800" baseline="-25000"/>
                <a:t>-1)/2</a:t>
              </a:r>
            </a:p>
          </p:txBody>
        </p:sp>
        <p:sp>
          <p:nvSpPr>
            <p:cNvPr id="18590" name="Line 158"/>
            <p:cNvSpPr>
              <a:spLocks noChangeShapeType="1"/>
            </p:cNvSpPr>
            <p:nvPr/>
          </p:nvSpPr>
          <p:spPr bwMode="auto">
            <a:xfrm>
              <a:off x="4237" y="2764"/>
              <a:ext cx="0" cy="3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91" name="Line 159"/>
            <p:cNvSpPr>
              <a:spLocks noChangeShapeType="1"/>
            </p:cNvSpPr>
            <p:nvPr/>
          </p:nvSpPr>
          <p:spPr bwMode="auto">
            <a:xfrm>
              <a:off x="4240" y="3092"/>
              <a:ext cx="0" cy="3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92" name="Rectangle 160"/>
            <p:cNvSpPr>
              <a:spLocks noChangeArrowheads="1"/>
            </p:cNvSpPr>
            <p:nvPr/>
          </p:nvSpPr>
          <p:spPr bwMode="auto">
            <a:xfrm>
              <a:off x="3365" y="3582"/>
              <a:ext cx="53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i="1"/>
                <a:t>b</a:t>
              </a:r>
              <a:r>
                <a:rPr lang="en-US" baseline="-25000"/>
                <a:t>(</a:t>
              </a:r>
              <a:r>
                <a:rPr lang="en-US" i="1" baseline="-25000"/>
                <a:t>M </a:t>
              </a:r>
              <a:r>
                <a:rPr lang="en-US" baseline="-25000"/>
                <a:t>-3)/2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63D2D62-1788-CD45-B852-6D7E9BEEDA20}"/>
                  </a:ext>
                </a:extLst>
              </p14:cNvPr>
              <p14:cNvContentPartPr/>
              <p14:nvPr/>
            </p14:nvContentPartPr>
            <p14:xfrm>
              <a:off x="1110600" y="808560"/>
              <a:ext cx="2383560" cy="3871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63D2D62-1788-CD45-B852-6D7E9BEEDA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1240" y="799200"/>
                <a:ext cx="2402280" cy="389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8041450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228600"/>
            <a:ext cx="8534400" cy="6248400"/>
          </a:xfrm>
        </p:spPr>
        <p:txBody>
          <a:bodyPr/>
          <a:lstStyle/>
          <a:p>
            <a:pPr algn="l">
              <a:buFontTx/>
              <a:buNone/>
            </a:pPr>
            <a:r>
              <a:rPr lang="en-US"/>
              <a:t>  </a:t>
            </a: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536" y="620687"/>
            <a:ext cx="8496944" cy="6167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14296E2-4207-4E4E-BBB3-0ED6BFAFA206}"/>
                  </a:ext>
                </a:extLst>
              </p14:cNvPr>
              <p14:cNvContentPartPr/>
              <p14:nvPr/>
            </p14:nvContentPartPr>
            <p14:xfrm>
              <a:off x="7224480" y="1186200"/>
              <a:ext cx="572040" cy="1359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14296E2-4207-4E4E-BBB3-0ED6BFAFA20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15120" y="1176840"/>
                <a:ext cx="590760" cy="137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7650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 sz="2000"/>
              <a:t>Window Method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762000"/>
            <a:ext cx="8458200" cy="5791200"/>
          </a:xfrm>
        </p:spPr>
        <p:txBody>
          <a:bodyPr/>
          <a:lstStyle/>
          <a:p>
            <a:pPr algn="l">
              <a:buFontTx/>
              <a:buNone/>
            </a:pPr>
            <a:r>
              <a:rPr lang="en-US"/>
              <a:t>  </a:t>
            </a:r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6683" y="1294511"/>
            <a:ext cx="8255582" cy="4870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04141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228600"/>
            <a:ext cx="8610600" cy="6172200"/>
          </a:xfrm>
        </p:spPr>
        <p:txBody>
          <a:bodyPr/>
          <a:lstStyle/>
          <a:p>
            <a:pPr algn="l">
              <a:buFontTx/>
              <a:buNone/>
            </a:pPr>
            <a:r>
              <a:rPr lang="en-US"/>
              <a:t> </a:t>
            </a:r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5834" y="480646"/>
            <a:ext cx="76200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2795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 sz="2000"/>
              <a:t>Some common window functions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838200"/>
            <a:ext cx="8686800" cy="5638800"/>
          </a:xfrm>
        </p:spPr>
        <p:txBody>
          <a:bodyPr/>
          <a:lstStyle/>
          <a:p>
            <a:pPr algn="l">
              <a:buFontTx/>
              <a:buNone/>
            </a:pPr>
            <a:r>
              <a:rPr lang="en-US"/>
              <a:t> </a:t>
            </a:r>
          </a:p>
        </p:txBody>
      </p:sp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990600"/>
            <a:ext cx="79248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9E5A787-9686-A244-83EE-8F15FFB4C558}"/>
                  </a:ext>
                </a:extLst>
              </p14:cNvPr>
              <p14:cNvContentPartPr/>
              <p14:nvPr/>
            </p14:nvContentPartPr>
            <p14:xfrm>
              <a:off x="3817080" y="776520"/>
              <a:ext cx="4216680" cy="2937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9E5A787-9686-A244-83EE-8F15FFB4C5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07720" y="767160"/>
                <a:ext cx="4235400" cy="295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1900192"/>
      </p:ext>
    </p:extLst>
  </p:cSld>
  <p:clrMapOvr>
    <a:masterClrMapping/>
  </p:clrMapOvr>
</p:sld>
</file>

<file path=ppt/theme/theme1.xml><?xml version="1.0" encoding="utf-8"?>
<a:theme xmlns:a="http://schemas.openxmlformats.org/drawingml/2006/main" name="UBIPG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0000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0000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UBIPG</Template>
  <TotalTime>3921</TotalTime>
  <Words>970</Words>
  <Application>Microsoft Macintosh PowerPoint</Application>
  <PresentationFormat>On-screen Show (4:3)</PresentationFormat>
  <Paragraphs>268</Paragraphs>
  <Slides>19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 Unicode MS</vt:lpstr>
      <vt:lpstr>Arial</vt:lpstr>
      <vt:lpstr>Monotype Sorts</vt:lpstr>
      <vt:lpstr>Symbol</vt:lpstr>
      <vt:lpstr>Wingdings</vt:lpstr>
      <vt:lpstr>UBIPG</vt:lpstr>
      <vt:lpstr>Equation</vt:lpstr>
      <vt:lpstr>DSP: Filter design (FIR)</vt:lpstr>
      <vt:lpstr>Quick Review of LTI Systems</vt:lpstr>
      <vt:lpstr>Filters</vt:lpstr>
      <vt:lpstr>Filter design</vt:lpstr>
      <vt:lpstr>Ideal Low Pass Filter</vt:lpstr>
      <vt:lpstr>Ideal High-Pass Filter</vt:lpstr>
      <vt:lpstr>Phase Distortion and Delay</vt:lpstr>
      <vt:lpstr>Ideal Low-Pass with Linear Phase</vt:lpstr>
      <vt:lpstr>FIR systems</vt:lpstr>
      <vt:lpstr>PowerPoint Presentation</vt:lpstr>
      <vt:lpstr>PowerPoint Presentation</vt:lpstr>
      <vt:lpstr>PowerPoint Presentation</vt:lpstr>
      <vt:lpstr>Linear Phase FIR Filters</vt:lpstr>
      <vt:lpstr>Linear Phase FIR Filters</vt:lpstr>
      <vt:lpstr>PowerPoint Presentation</vt:lpstr>
      <vt:lpstr>PowerPoint Presentation</vt:lpstr>
      <vt:lpstr>Window Method</vt:lpstr>
      <vt:lpstr>PowerPoint Presentation</vt:lpstr>
      <vt:lpstr>Some common window functions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DSP: Systems</dc:title>
  <dc:creator>irwan gunawan</dc:creator>
  <cp:lastModifiedBy>Microsoft Office User</cp:lastModifiedBy>
  <cp:revision>63</cp:revision>
  <dcterms:created xsi:type="dcterms:W3CDTF">2012-10-08T07:04:23Z</dcterms:created>
  <dcterms:modified xsi:type="dcterms:W3CDTF">2021-07-06T08:53:36Z</dcterms:modified>
</cp:coreProperties>
</file>