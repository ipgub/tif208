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58"/>
  </p:notesMasterIdLst>
  <p:handoutMasterIdLst>
    <p:handoutMasterId r:id="rId59"/>
  </p:handoutMasterIdLst>
  <p:sldIdLst>
    <p:sldId id="292" r:id="rId2"/>
    <p:sldId id="456" r:id="rId3"/>
    <p:sldId id="457" r:id="rId4"/>
    <p:sldId id="468" r:id="rId5"/>
    <p:sldId id="469" r:id="rId6"/>
    <p:sldId id="458" r:id="rId7"/>
    <p:sldId id="470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480" r:id="rId16"/>
    <p:sldId id="482" r:id="rId17"/>
    <p:sldId id="483" r:id="rId18"/>
    <p:sldId id="484" r:id="rId19"/>
    <p:sldId id="481" r:id="rId20"/>
    <p:sldId id="459" r:id="rId21"/>
    <p:sldId id="460" r:id="rId22"/>
    <p:sldId id="461" r:id="rId23"/>
    <p:sldId id="479" r:id="rId24"/>
    <p:sldId id="478" r:id="rId25"/>
    <p:sldId id="463" r:id="rId26"/>
    <p:sldId id="464" r:id="rId27"/>
    <p:sldId id="465" r:id="rId28"/>
    <p:sldId id="466" r:id="rId29"/>
    <p:sldId id="467" r:id="rId30"/>
    <p:sldId id="494" r:id="rId31"/>
    <p:sldId id="495" r:id="rId32"/>
    <p:sldId id="462" r:id="rId33"/>
    <p:sldId id="485" r:id="rId34"/>
    <p:sldId id="486" r:id="rId35"/>
    <p:sldId id="487" r:id="rId36"/>
    <p:sldId id="488" r:id="rId37"/>
    <p:sldId id="489" r:id="rId38"/>
    <p:sldId id="490" r:id="rId39"/>
    <p:sldId id="491" r:id="rId40"/>
    <p:sldId id="492" r:id="rId41"/>
    <p:sldId id="493" r:id="rId42"/>
    <p:sldId id="496" r:id="rId43"/>
    <p:sldId id="497" r:id="rId44"/>
    <p:sldId id="498" r:id="rId45"/>
    <p:sldId id="499" r:id="rId46"/>
    <p:sldId id="500" r:id="rId47"/>
    <p:sldId id="501" r:id="rId48"/>
    <p:sldId id="502" r:id="rId49"/>
    <p:sldId id="503" r:id="rId50"/>
    <p:sldId id="504" r:id="rId51"/>
    <p:sldId id="505" r:id="rId52"/>
    <p:sldId id="506" r:id="rId53"/>
    <p:sldId id="507" r:id="rId54"/>
    <p:sldId id="508" r:id="rId55"/>
    <p:sldId id="509" r:id="rId56"/>
    <p:sldId id="510" r:id="rId5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0000"/>
    <a:srgbClr val="9494C9"/>
    <a:srgbClr val="0000FF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4660"/>
  </p:normalViewPr>
  <p:slideViewPr>
    <p:cSldViewPr>
      <p:cViewPr varScale="1">
        <p:scale>
          <a:sx n="131" d="100"/>
          <a:sy n="131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5" d="100"/>
        <a:sy n="11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33:09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11300 4925 5734,'44'2'0,"0"1"0,0 0 0,0 0 0,0 0 0,0-1 0,0 1 0,0 0 0,0 0 0,0 0 0,1-1 0,-7 0 0,0 0 0,8 0-298,-9 0 0,6 1 0,5 0 0,3 1 0,1-1 0,1 1 0,-1 0 0,-2-1 1,-4 0-1,-5 0 0,-6-1-497,13 0 1,-10 0-1,5 0 795,-5 0 0,4-1 0,2 1 0,1 0 0,-2 0 0,-4 0-19,3-1 1,-4 1 0,0-1 0,7 1 18,-6-1 0,5 1 0,3 0 0,2-1 0,-1 1 0,-1 0 0,-3-1 0,-6 1 0,1-1 0,-6 0 0,1 0 0,6 1 0,-4-1 0,5 1 0,4 0 0,3 1 0,0-1 0,-1 1 0,-2-1 0,-4 0 0,-7 0 0,12 1 0,-8-1 0,4 0 0,-4 1 0,5 0 0,3 0 0,-2-1 0,-4 1 0,-9-1 0,-1-1 0,-6 0 0,1 0 0,0 0 2,20 0-2,-6-2 0,0-1 0,0 0 0,2-1 0,-5 0 0,-22 1 0,8 0 1246,-21 3-1246,0 0 2851,-3 2-2851,1-1 1635,-8 10-1635,4-8 0,-6 7 0,5-7 0,1-1 0,0 0 0,0 2 0,4-2 0,-1 1 0,2-2 0,-1-1 0,-2-1 0,0-1 0,-3 0 0,-1 0 0,-1 1 0,-2-1 0,0 1 0,0 0 0</inkml:trace>
  <inkml:trace contextRef="#ctx0" brushRef="#br0" timeOffset="2916">17125 5218 5734,'-2'-3'0,"0"0"0,2 2 0,3-4 0,-1 1 0,3-3 0,9-4 0,-7 5 0,12-5 0,-9 8 0,11-3 0,-5 2 0,15-5 0,4 0 0,-4 1 0,0 0 0,2 1 0,8 0 0,-15 3-539,14 0 539,-21 4 0,2 1 0,19 4 0,-13-2 0,15 3 0,-1 1 0,1 1 0,-1-1-786,-4-1 1,6 1 0,-6-1 785,2-2 0,7 1 0,1-1-1209,-4-2 1209,-11 0 0,1-1-275,-7-1 1,-2 0 274,13 0-240,10 0 240,-15-2 0,7 0 0,1 0 0,2-1 0,1 0 0,10 0 0,-10-1 0,-2 1 334,5 0 0,-4 0-334,-19 1 0,2 1 1186,-1 1-1186,12 0 0,-7 1 1147,9 0-1147,-3 1 0,0-1 0,4 1-440,-3 0 1,-1 0 439,-5 1 0,0-1 1202,0 1-1202,13 2 0,-9-1 0,9 2 0,0 0-981,-9-2 981,9 4 0,2 1 0,-10-2 0,10 4 0,-21-5 0,0-1 0,12 5 0,-12-4 0,1 0 0,0 0 0,0 0 0,14 3 0,-14-4 0,1 0 0,7 0 0,-1 0 0,9 2 0,0-3 0,8 1 0,-7-1 0,-17-2 0,0-1 0,17 1 0,7 0 0,-8-1 0,0-2 0,-9-1 0,1 1 0,0-1 0,-2 1 0,10-2-166,3 2 1,2-1 165,-12 2 0,-1-1 0,1 1 0,-2-1 0,-1 1 0,-2 0 0,2 0 0,-2 0 0,10 0 0,-10 0 0,1 1 0,14 0 0,-10 0 0,-6 1 0,-1-1 0,5 1 1234,10 1-1234,-13 1 0,0-1 0,10 1-574,-8-1 1,-1 1 573,5-1 0,3 0 788,0 0-788,0 0 0,2 0 0,-15-2 0,1 1-595,10 0 0,6 1 0,-5 0 595,-12-1 0,-1 0 0,11 1 0,4 1 0,-6 0-971,11 3 971,-13-3 0,3 1 75,8-1 0,-3 0-75,1 0 0,-2-1 0,0 0 0,4-3 0,-15 0 110,13-1-110,-12-2 0,-8 1 1919,4 0-1919,4-3 0,-15 4 1357,9-3-1357,-18 4 1226,2 0-1226,-2 0 0,2-1 0,-2 1 0,0 0 0,-1 0 0,0 0 0,-1-1 0,0 1 0,1 0 0,-3 0 0,-3-2 0,-5 3 0,-3-4 0,-3 4 0,1 1 0,0-1 0,0-1 0</inkml:trace>
  <inkml:trace contextRef="#ctx0" brushRef="#br0" timeOffset="38324">2284 10561 5734,'2'-2'0,"-1"3"0,-1-6 0,0 4 0,0 1 0,3-1 0,-2 2 0,2-2 0,-2 1 0,0 0 0,-5 0 0,1-2 0,-3-1 0,2 0 0,0-1 0,0 2 0,0-1 0,0 1 0,2 0 0,0 0 0,2 2 0,4 3 0,-2-2 0,4 2 0,-4-2 0,1 0 0,-1-1 0,0 0 0,0 0 0,0 0 0,0 0 0,1 0 0,1 0 0,-1 0 0,1 0 0,1-1 0,-1 0 0,1 0 0,2 0 0,-3 0 0,3 1 0,-3-1 0,-1 1 0,1 0 0,4 0 0,-5-1 0,5 0 0,-6 0 0,2 0 0,-2 0 0,1-1 0,0 2 0,0-1 0,2 0 0,1 0 0,-2 0 0,2-1 0,-1 0 0,-1 2 0,5-3 0,-5 2 0,3-1 0,-3 1 0,0 0 0,0 0 0,-1 1 0,0 0 0,-1 0 0,-1 0 0,1 0 0,0 0 0,-1 0 0,1 0 0,-1 0 0,1 0 0,0 0 0,0 0 0,0 0 0,0 0 0,1 1 0,-1 0 0,3 0 0,-1 0 0,1 0 0,5-1 0,-4 0 0,6 0 0,3 2 0,-8-2 0,15 1 0,-15-1 0,4 0 0,-6-1 0,-1 0 0,1 0 0,0 0 0,0 1 0,1 0 0,0 1 0,0-1 0,4 0 0,-3 0 0,3-1 0,0 1 0,-3-1 0,3 1 0,-4 0 0,-1 0 0,0 0 0,0 0 0,-1 0 0,6 0 0,-5 0 0,4 0 0,-4 0 0,-2 0 0,1 0 0,2 0 0,-3 0 0,4 0 0,-3 0 0,2-3 0,-1 2 0,0-2 0,3 3 0,-3 1 0,3-1 0,0 0 0,5 0 0,-2 0 0,2 0 0,1 0 0,-5 0 0,4 0 0,-2 0 0,-3 0 0,3 0 0,0 0 0,-3 0 0,3-1 0,-1 1 0,-2 0 0,1 0 0,1 0 0,-4 0 0,4 0 0,1-1 0,-3 1 0,9-1 0,-8-1 0,12 0 0,-12 0 0,9-1 0,-9 2 0,6-1 0,-7 0 0,3 0 0,-3 1 0,0 0 0,3-1 0,-2 1 0,1-1 0,1 0 0,-3 1 0,3-1 0,8-1 0,-9 1 0,10 0 0,-12 0 0,2 1 0,3-1 0,-3 1 0,3-1 0,-5 1 0,5-2 0,-3 1 0,3-2 0,-5 2 0,1-1 0,0 1 0,6-2 0,-5 2 0,10-5 0,-11 4 0,12-4 0,-13 4 0,24-8 0,-21 8 0,14-5 0,-17 7 0,3-2 0,-2 1 0,10-4 0,-9 3 0,15-6 0,-14 6 0,20-7 0,-19 6 0,11-2 0,-13 3 0,5 0 0,-5 2 0,3-1 0,5-1 0,-5 2 0,16-3 0,-16 3 0,15-3 0,-16 3 0,13-3 0,-13 2 0,6 0 0,-3-1 0,-3 1 0,4 0 0,0 0 0,-4 0 0,4 0 0,9-1 0,-12 1 0,12-1 0,-15 2 0,-1 0 0,5-1 0,-4 1 0,3 0 0,0 1 0,-3 0 0,3 0 0,1-1 0,-3 0 0,3-1 0,11 0 0,-12 0 0,12 0 0,-15 1 0,0 0 0,5 0 0,-3 1 0,4-1 0,2-1 0,-5 2 0,6-2 0,0 2 0,-5 0 0,6 0 0,0 0 0,-5 0 0,5 0 0,-2-1 0,-3 1 0,3 0 0,-4 0 0,0 0 0,0 0 0,-1 1 0,8 1 0,-5-1 0,5 2 0,18 0 0,-13-1 0,14 1-258,-22-2 258,-4 0 0,-1 0 0,-1-1 0,13 0 0,-8 0 0,21-2 0,-20 1 0,30-1 0,-29 1 0,22 0 0,-25 1 0,3 0 0,0 0 0,-6 0 258,11 0-258,-11 0 0,4 1 0,4-1 0,-7 1 0,19-2 0,-17 1 0,22-2 0,-20 1 0,11 0 0,-3 0 0,-5-1 0,14 1 0,2-1 0,-7 1-472,2-1 1,-1 1 471,-12 0 0,7 1 0,-6 0 0,21 1 0,-21 1 0,11 0 0,-9 1 0,7 2 0,-4-2 0,2 1 0,3 0 0,-11-3 943,12 2-943,-5-1 0,-5-1 0,6 1 0,1 0 0,-6-1 0,7 1 0,-1 0 0,-5-1 0,6 0 0,-1-1 0,-5 0 0,1-1 0,0 0 0,1 0 0,6 0 0,-1-1 0,-3 0 0,16 0 0,-10 0 0,-7 1 0,7 0 0,1 1 0,-3-1-441,-2 0 0,-1 1 441,-9-1 0,2-1-491,9 0 491,-7 1 0,7-1-294,-10 0 294,1-1 0,-1 0 0,2 0 0,4 0 0,1 0 0,0 0-231,-1 0 1,-2 1 230,-9 1 764,12 3-764,-10 0 0,15 1 0,-17 0 0,5 0 0,0-1 0,-5 1 492,5-1-492,2 0 0,-8 0 321,10 1-321,-15-2 551,3 1-551,-2 0 0,-2-1 0,1 1 0,4-1 0,-6-1 0,5 0 0,-7 0 0,0 0 0,0 0 0,2 1 0,-1 0 0,6 0 0,-5 0 0,4 0 0,-2 0 0,-2 0 0,3 0 0,0 0 0,0 0 0,0-1 0,2 0 0,-4 0 0,3 0 0,0-2 0,-3 1 0,7-2 0,-7 1 0,3-1 0,-5-1 0,-1 1 0,3-7 0,-3 3 0,4-19 0,-6 10 0,2-12 0,-5 0 0,-1 5 0,-1-9 0,-5-2 0,1 7 0,-10-17 0,-1-2 0,2 9-705,-2-3 0,0 4 705,8 15 0,-6-5 0,4 7 0,-4-3 0,-3 3 0,3 6 0,-7-4 0,-7 5 0,3 4 0,-2 1 0,-17-4-673,15 6 0,0 1 673,-6 2 0,8 2 0,0 0 0,-17 0 0,16 0 0,0 0 0,-3 0 0,1 1 0,7-1 0,-1 1 0,-8 0 0,-1 1 0,-4 0 0,1 0 0,8 0 0,-1 0 0,-9 1 0,-2 1 0,-1 1 0,1 0 0,9-1 0,-1 1 0,-8 1 0,-3 0 0,-2 2 0,2-1 0,9-1 0,-1 0 0,-10 2 0,-2 1 0,14-3 0,0 0 0,2 1 0,-6 0 0,-1 0 0,7 0 0,-2 0 0,0-1 0,2 0 0,0 1 0,1-2 0,-5 2 0,0 0 0,-8 1 0,-2 0 0,3-1 0,1 0 0,11-2 0,-2 1 0,-6 2 0,-5 0 0,-1 1-560,-1 1 0,-1-1 0,2 0 560,5 0 0,0-1 0,0 0-155,-2 1 1,0 0-1,2-1 155,6-1 0,1 0 0,2-1 0,1 0 0,-1-1 0,-15 4 0,-1 0 0,14-3 0,3-1 0,-16 2 0,6-2 0,-8 0 0,8 0 0,13-3 0,2 1 0,-8 0 0,-4 0 0,4 0 0,5-2 0,3-1 801,-9 1-801,1 0 0,-1 0 2068,1-1-2068,-11 2 0,14-1 0,1 1 0,-9 0 0,-5 0 0,1 0 0,5-1 0,9 0 0,0 0 0,-12 1 0,9-1 0,0-2 0,1 0 0,-2 0 350,0-1 0,-2 0-350,-11-4 0,14 2 0,1 0 0,-10-3-507,7-1 507,16 4 0,1-1 9,-8-2-9,6 2 0,-5-2 0,1 1 0,5 2 0,-4-1 0,-23 0 0,21 4 998,-22-1-998,10 5 0,11-1 14,-12 2-14,9 0 0,6-1 569,-5 0-569,5 0 0,5-1 0,-11 1 0,15-2 248,-6 2-248,7-2 0,4 1 0,-3 0 0,1 0 0,2-1 0,-2 1 0,0-1 0,2 0 0,-6 1 0,7-1 0,-8 5 0,9-4 0,-3 3 0,5-2 0,-1 2 0,1 0 0,-1 0 0,1 0 0,2-2 0,-1 1 0,8 13 0,-2-7 0,6 13 0,-2-10 0,1 1 0,2 4-475,2 1 475,1 4 0,6 1 0,2 3 0,4 1 0</inkml:trace>
  <inkml:trace contextRef="#ctx0" brushRef="#br0" timeOffset="47914">15599 10614 5734,'7'-2'0,"0"1"0,-3-1 0,4-2 0,-3 3 0,5-4 0,-7 5 0,3-2 0,7 0 0,-6 0 0,9-2 0,3-1 0,-11 3 0,13-1 0,-15 3 0,4 0 0,-1 0 0,-2 0 0,11 0 0,-8 0 0,6 0 0,8-1 0,-12 1 0,17-2 0,-19 2 0,5-2 0,-6 2 0,20-2 0,-13 1 0,25 0 0,-27 1 0,8 0 0,-3 0 0,-4 1 0,5 0 0,-6-1 0,22 0 0,-18 0 0,18-1 0,-21 0 0,-3 1 0,2 0 0,1 0 0,-4-1 0,4 1 0,-4-1 0,27 1 0,-19 0 0,20 0 0,-19 0 0,-3 0 0,5 0 0,2 0 0,-7 0 0,6 1 0,-2 0 0,-5 0 0,15 0 0,-16 0 0,18 0 0,-20 1 0,9-1 0,2-1 0,-7 0 0,17 0 0,-16 0 0,6-1 0,5-1 0,-7 1 0,8-2 0,9-1 0,-14 2 0,22-1 0,-26 1 0,7 1 0,-1 1 0,-6 0 0,7 1 0,1-2 0,0 0 0,1 0-268,6-1 0,-2 0 268,-10 0 0,16-3 0,-18 2 0,7 0 0,8-2 0,-13 2 0,14-2 0,-7 2 0,-7-1 0,8 1 0,-5-1 0,-1 1 0,4-1-410,-3 1 0,-2 0 410,-2 1 0,-2 0 7,9 0-7,-8 1 0,7-1 0,0 0 0,-7 1 0,7-1 0,0 0 0,-7 1 0,6-1 0,-2 1 0,-8 1 0,6 0 0,-4 0 0,-6 0 821,5 0-821,7 0 0,-14 0 528,16 1-528,-22 0 0,3 2 0,-4-1 0,-2-1 0,1 2 0,3 4 0,-3-3 0,4 2 0,-6-3 0,2 0 0,-2-1 0,1 1 0,-2-2 0,1 0 0,-1-3 0,-2 1 0,0-2 0,-8 2 0,2-1 0,-4-1 0</inkml:trace>
  <inkml:trace contextRef="#ctx0" brushRef="#br0" timeOffset="52575">8792 10658 5734,'-24'-10'0,"-2"1"0,-2-1 0,-2 0 0,-3 1 0,-10-3-820,12 3 1,-7-1 0,-1 0 0,6 2-373,5 0 0,0 1 1192,-8-2 0,-3-1 0,5 1 593,0-2-593,-1 2 0,5-1 0,-1 0 0,-8-2-167,7 2 1,-10-4-1,-1 0 1,9 3 166,8 3 0,1 0 0,-8-1 0,-6-3 0,0 2 0,10 3 0,0 3 0,1 2 0,0 1 0,3 2 0,-1 1 0,0 0 0,-1 1 1206,-14 2-1206,20-3 0,-12 2 0,-2 0 0,3-1 0,-11 0 0,2 0 0,17-3 0,-13-1 0,10 0 0,1-1 0,-2 0 0,1 1 0,0-1 0,7 2 0,-9 0 0,7 0 490,-24 0-490,21 0 0,-13 1 3073,18 0-3073,-21 2 0,-3 0 0,6 0-648,-8 0 0,3 0 648,19-1 0,-2 0 505,-1 1-505,-4-1 0,-2 0 0,-3 0 118,4 0 1,0-1-119,6 1 0,3-1 0,-7 0 0,-16 2 0,16-2 0,7 1 0,-12 0 0,15 0 0,-4 0 0,8-1 0,-28 8 0,22-4 1519,-21 6-1519,21-4 0,5-2 0,-5 3 0,-4-1 0,6 0 0,-8 1 0,-2 1 0,7-2 0,-8 1 0,0-1 0,0-1 0,-1 1-650,-3 0 0,0-1 650,12-3 0,-7 1 0,-18-1 0,21-1 0,4-1 0,-2 1 0,0 1 0,2-1 0,-5 2 0,-19 1 0,19-1 0,7-1-219,-5 2 219,7-1 0,0 0 0,1 0 0,0 1 0,0 1 0,-5 2 0,5-1 0,-4 2 1268,8-2-1268,0-2 0,2 1 0,0-2 0,1 0 0,0 0 251,0 0-251,0 0 0,-4 1 0,4-1 0,-4 0 0,-21 10 0,18-7 0,-20 9 0,19-7 0,3-2 0,-6 3 0,-3 2 0,5-3 0,-7 4 0,0 0 0,5-2 0,1 2 0,1 0 0,-1 0-465,-9 9 465,16-9 0,0 0-200,0 2 200,1 0 0,-4 9 0,5-5 0,-1 6 0,3 0 0,4-5 0,1 24 0,6-20 0,3 15 0,10-9 0,-1-8 0,7 7 0,10-2-6,-5-6 6,10 6 0,-14-13 0,0-2 0,13 8 0,-12-8 0,2 0 0,3 0 0,0-2-1339,17 6 1339,-15-7 0,3 0 0,5-2 0,5 0 0,-4-1 0,-4-1 0,0 0 0,1 0 0,6 0 0,-1-1 0,-6 0 0,-1-2 0,-3 0-861,11 0 1,-1 0 860,-11-1 0,-1 0 0,0 0 0,0-1-258,-1 0 0,2 0 258,11-1 0,0 0 0,-9 0 0,-1 0 0,9-1 0,2 1 0,-5-1 0,1 0 0,-2 0 0,-1 1 0,2-1 0,-1-1 0,7 0 0,2 0 0,-1 0 0,-7 1-744,8-1 1,-2 0 743,-4 0 0,3-1 0,0 1 0,-5 0 0,1 0 0,-3 0 0,3 0 0,-1 0 0,1 0 0,0 0 0,0 1 0,0-1 0,1 1 0,0-1 0,0 1 0,0 0 0,-1-1 0,1 1 0,1 0 0,-1-1 0,0 0 0,0 0 0,-2 0 0,3 0 0,-5 0 0,3-1 0,-1 0 0,4-1 0,0 1 0,-6-1 0,1 1 0,0-1 0,-2 0 0,1-1 0,-3 1 0,7-1 0,-1-1 0,11-2 0,-2 0 0,-13 2 0,-3 1 0,1-1 0,-1-1 0,0 1 0,0 0 0,-1 0 0,0-1 0,-1 0 0,0 1 0,-1-1 0,0 0 0,-1 0 0,0-1 0,-2 1 0,3-1 0,12-9 0,6-4 0,-5 2 0,-8 3 0,-1 1 0,8-5 0,4-3 0,-7 3 0,0-7 0,-5 1 0,-1-1 0,-12 11 0,-1 0 0,9-10 0,-1 1 0,-6 1 55,-2 1-55,-4 1 0,-2 2 0,-5-22 0,-5 23 0,-5-16 1836,-12 23-1836,5 6 0,-15-4 0,13 8 0,-25 4 0,13 3 0,-17 4 0,10-1 0</inkml:trace>
  <inkml:trace contextRef="#ctx0" brushRef="#br0" timeOffset="56761">14696 13158 5734,'-11'-11'0,"-8"-3"0,-2 0 0,-1-2 0,0 2 0,-3-1 0,-5 1 0,1 2 0,-7-3-820,1 2 1,-11-4 0,-1 0 0,9 3 331,7 3 1,1 1 487,0 0 0,-5-3 0,-2 1 0,2 0-470,-13-2 1,-1 1-1,6 1 470,10 3 0,-1-1-19,0 1 1,-5-2 0,1 1 0,7 1 18,-15-5 0,23 7 0,-2 0 0,-10-5 0,-6-2 0,4 2 0,4 1 0,1 0 0,-3-1 0,-4-1 0,-1-1 0,2 1 0,-3 0 0,2 0 0,4 1 0,-2 1 0,-1-1 0,5 1 0,-4-2 0,-3 1 0,-2 1 0,-3 4 0,-4 1 0,0 2 0,2 0 0,6 1 0,-5-2 0,-1 1 0,5 1 0,-9-1 0,-2 0 0,5 1 0,12 1 493,-11 6-493,15 1 0,-7 2 0,0 0 0,5 0-43,-1-1 0,1 1 43,-11 2 0,-6 1 0,6 0 0,5 1 0,5 0-204,11-5 1,0 1 203,-11 4 0,-1 0 324,10-2 1,2 0-325,-12 6-324,13-4 1,0-1 323,-7 6 0,-9 11 0,0 1 0,19-14 0,-1 1 0,-12 10 0,-4 5 0,5-5 0,-3 4 0,9-7 0,-3 3 0,3-3 0,7-6 0,1 0 0,-10 7 0,-1 3 0,5-3 0,0 2 0,2-3 0,2-2 0,1 1 0,-3 1 0,-1 3 0,0 1 0,-1 3 0,2 1 0,1-3 0,2-2 0,1 0 97,-4 4 0,-2 3 0,3-3-97,7-7 0,1-3 0,-1 3 0,1 0 51,-1-1 0,1 1-51,0 1 0,0-1 0,1-1 0,-1 3-99,0 7 0,-3 6 0,1 2 1,2-5 98,1-1 0,-1 1 0,1-1 0,-1 6 0,0-2 0,4-6 0,2 13 0,3 2 0,0 2 0,3-11 0,1 0 0,-1-8 0,1 1 0,0 11 0,0 6 0,1-5 0,-1-7 0,1-1 0,-1 1 0,1 2 0,0-1 0,0 7 0,1-3 0,-1-9 0,1 1 0,0 8 0,0 2 0,1-2 0,-1 0 0,1-9 0,-1-1 0,1 9 0,1 1 0,0 0 0,0-1 0,-1-9 0,0 0 0,2 10 0,-1-1 0,0-12 0,-1 1 0,1 12 0,1 4 0,0-3 0,-1-6 0,0-1 0,0 6 0,1 3 0,0-6 0,2 10 0,-1-16 0,0 0 0,5 15 0,-4-16 0,0-1 0,6 9 0,-4-10 0,1-1 0,6 15 0,-6-14 0,1-1 0,5 12 0,-3-11 0,0 0 0,7 15 0,-6-14 0,1 4 0,0-3 0,-4-6 0,1 0 0,5 12 0,2 2 0,6 4 0,-1-3 0,-10-16 0,0 0 0,11 16 0,0-1 0,-2-9 0,1 0 0,-5-9 0,0 0 0,11 10 0,-9-11 0,1 0 0,0-1 0,1 0 0,14 9 0,-12-9 0,0-2 0,11 7 0,3-2 0,2-1 0,3-1 0,-22-10 0,1-1 0,10 4 0,1-1 0,-8-3 0,0 0 0,7 2 0,2 0 0,0-1 0,0-2 0,-9-1 0,1-1 0,8 2 0,0-1 0,1-1 0,-1-1 0,-8-1 0,0 0 0,9 1 0,-1-1 0,-10-1 0,0-1 0,11 1 0,0-1 0,-8 0 0,0 0 0,7-1 0,4 0 0,-5-1 0,5-1 0,0-1 0,-5 1 0,4 0 0,-1-1 0,-3 1 0,5-1 0,0 0 0,-3 0 0,-1-2 0,-1 0 0,-3 0 0,1 0 0,0-1 0,1 0 0,1 0 0,-1 0 0,5-4 0,-2 0 0,-8 2 0,0 0 0,7-2 0,3-2 0,-7 1 0,0-1 0,-1 1 0,-2 0 0,2 0 0,5-4 0,8-3 0,0 0 0,-8 3 0,-5 2 0,-1 0 0,7-4 0,3-1 0,-5 2 0,2-4 4,1-1-4,-11 5 0,0-1 0,14-10 719,-14 10 1,0-2-720,-1-1 0,-1 0-181,-5 4 0,-1 1 181,5-6 0,0-1 0,-1-1 0,-2 0 0,12-13 0,-13 11 0,0 1 0,7-11 0,-8 10 0,-1-2 0,10-12 0,-10 13 0,0-1 0,1 0 0,-1 1 0,-4 5 0,0 0 0,4-5 0,0-1 0,0 1 0,0 0 0,8-14 0,-9 15 0,0-1 804,-2 1 0,1-2-804,3-8 0,1-1 0,-4 6 0,0-1-601,6-12 0,-2 2 601,-3 1 0,-5 14 0,-1 0-131,4-9 131,-1 0 0,-1 0 0,-5 10 0,1 0 0,3-14 0,-5 15 0,0-1 0,5-21 0,-4 12 0,0-8 0,-3 14 0,-1-10 0,0-2 0,-1 1 0,1 0 0,0 2 0,-2 11 1146,3 1-1146,-1 0 0,0 1 0,2-8 0,-2 8 0,1 0 0,2-12 244,-2 8-244,-1-2 0,1-1 0,-1-1 893,-1 7 1,0 0-894,-1-15 978,0 11-978,0-3 0,-1 1 0,-1-1 0,0-4 0,-1 1 0,0 4 0,-2-16 0,-1 11 0,1 8 0,-1-1 0,0 0 0,0-1 0,-1-3 0,-1-7 0,2 6 0,-1-1-246,-1-7 1,1 3 245,3 23 0,0-2 211,-1 1-211,-2-10 0,1 7 0,-3-7 0,1 1 0,1 6 0,-3-7 0,-1-1 0,1 3-288,0 1 0,0 2 288,2 5 0,-1 1 409,0 0-409,0 0 0,0-1 0,-1 1 0,0 0 0,-1-1 0,0 1 0,0 0 0,-9-14 0,7 11 0,-12-17 0,13 20 0,-2-4 0,-1 3 0,5 4 0,-4-2 0,-3-1 0,5 7 0,-11-7 0,12 9 602,-5 0-602,0 1 68,3 3-68,-6 0 0,-16 14 0,13-1 0,-16 9 0</inkml:trace>
  <inkml:trace contextRef="#ctx0" brushRef="#br0" timeOffset="63507">4076 13383 5734,'-16'-5'0,"-2"1"0,-2-1 0,-6-1 0,-1 1 0,-12-3 0,10 2 0,-7-1 0,3 3 0,-7-1 0,-3 0 0,2 0 0,6 1-1639,-9 0 1,0 0 1161,7 0 0,-7-1 1,-1 1-1,3 0 0,8 2 1154,4 1 0,1 2-677,-6 1 0,-8 2 0,-3 1 0,1-1 0,7 0-693,-9 1 1,1 0 692,8 0 0,-6 0 0,-1 0 0,3 1 0,9-1-21,6 0 0,5 1 21,-24 5 0,14-2 0,-4 1 0,4 0 0,4-2 0,0 1 0,-8 2 0,-4 1 0,1 3 0,0 2 0,0 2 0,3-1 0,-1-1 0,1 1 0,1-1 0,-1 2 0,0 2 0,-2 6 0,1 2 0,3-2 0,8-7 0,0 1 0,-8 7 0,-5 3 0,6-3 0,9-4 0,4-3 0,-13 14 0,12-13 0,1 1 0,-6 8 0,6-4 0,-3 5 0,3-2 0,4-7 0,0 0 0,-4 6 0,-1 3 0,3-2 0,5-3 0,3-3 0,-7 17 0,7-14 0,0 0 0,-2 12 0,0 1 0,2 2 0,0 2 0,2-2 0,0 2 0,4-17 0,-1 1 0,0 13 0,0 4 0,1-5 0,2-12 0,0-2 0,0 13 0,2 4 0,4-6 0,2 2 0,-1-4 0,-1-7 0,1 1 0,1 5 0,1 5 0,1-4 0,2 2 0,0-4 0,3 12 0,-2-10 0,0-1 0,0 2 0,-2-11 0,0 0 0,4 12 0,-4-14 0,1 2 0,2 4 0,2 3 0,-1-4 0,-2-5 0,-1 0 0,3 5 0,2 3 0,-1-2 0,1 2 0,-1-2 0,6 10 0,-6-11 0,3 5 0,-3-4 0,7 14 0,-5-12 0,2 6 0,-2-5 0,-5-8 0,1 0 0,5 12 0,1 2 0,2 0 0,0-1 0,-7-14 0,1 1 0,8 9 0,7 7 0,1-1 0,-4-6 0,-5-7 0,2 0 0,1-1 0,5 5 0,2 1 0,-1-2 0,-6-6 0,-1-3 0,-1-3 0,4 3 0,1 2 0,-1-1 0,1-2 0,-3-2 0,15 10 0,-14-10 0,1-1 0,1-1 0,-1-1 0,15 7 0,-8-8 0,5 2 0,-4-2 0,-8-5 0,-1 0 105,20 7 0,-2-3-105,-5-3 0,0-3 156,0 1-156,1-3-122,2-4 0,9-1 0,-5 0 122,-12 0 0,1 0 0,11-1 0,5-1 0,-5-1 0,-8-3 0,-4 1 0,-6 0 0,0-1 0,8-1 0,2-1 0,-6-1 0,1 0 0,-2-1 0,-1 2 0,1-2 0,11-5 0,6-2 0,-6 2 0,-14 5 0,0-1 0,10-6 0,5-2 0,-6 3 0,-12 5 0,0-1 0,9-8 0,8-6 0,0 0 0,-7 4 0,-6 2 0,-1 1 0,10-8 0,4-3 0,-7 4 0,-1-5 0,1-2 0,-2-1 0,-9 9 0,1-1 0,-7 7 0,1-1 0,6-6 0,1-4 0,-1 3 0,-6 5 0,1 1 0,8-12 0,2-2 0,-9 9 0,0-1 0,-1 2 0,-3 3 0,0 0 0,2-4 0,2-1 0,-3 3 0,3-11 0,0 0 0,-4 1 0,2-8 0,-2 4 0,-3 7 0,-1 0 0,4-8 0,1-4 0,-2 2 0,-5 2 0,-2 4 0,-2 6 0,0 0 0,1-9 0,0-3 0,-3 5 0,-1-2 0,0 2 0,0 1 0,0-2 0,-1-3 0,0-6 0,-1-1 0,0 7 0,-1 0 0,-1 1 0,0 3 0,0-5 0,-1 0 0,-1 5 0,0-3 0,-2 3 0,2 6 0,-1-2 0,-3-3 0,-5-4 0,-4-6 0,-2-1 0,0 2 0,3 5 0,1 4 0,1 5 0,-2-5 0,-2-3 0,-3-7 0,0-2 0,0 5 0,2 8 0,-2 4 0,0 4 0,-6-5 0,-3-2 0,2 3 0,3 1 0,-3 1 0,1 2 0,-5-4 0,0 1 0,4 5 0,4 5 0,-1 1 0,-5-1 0,-6-1 0,-1 0 0,4 6 0,-2 6 0,0 3 0,1-3 0,-2-1 0,3 6 0,2 8 0,3 4 0,-15 8 0</inkml:trace>
  <inkml:trace contextRef="#ctx0" brushRef="#br0" timeOffset="67245">7914 12684 5734,'5'-23'0,"-2"9"0,3-11 0,-4 15 0,1 0 0,-1 1 0,0 2 0,-1 1 0,0 3 0,-1 0 0,0 3 0,-4 4 0,-18 35-1093,4-5 1,-2 7 0,0-3 1053,5-9 1,1-2 0,-2 3 38,0 3 0,-3 6 0,-1 1 0,2-2 0,2-7-973,-1 4 0,1-2 973,-1 2 0,-2 2 0,2-2-198,-1 6 0,2-4 198,3-8 0,0 0 0,-2 8 0,1-2 0,-4 9 0,5-4 0,0-1 0,0-1 0,3-6 0,1-4 0,5-14 0,1-4 1741,-1 1-1741,2-5 2143,1-2-2143,0-3 1850,1 1-1850,0 0 0,-2 0 0,1 0 0,0-1 0,0-4 0,0-1 0,0-1 0,1 0 0,-2 1 0,1 0 0,-1 1 0,1-2 0,0 1 0,1 1 0,1 0 0,-1 2 0,0-1 0,-1 2 0,-1 0 0,-2 0 0,1 0 0,0 0 0,-1 0 0,-4 4 0,3-2 0,-7 5 0,7-4 0,-3 2 0,2 0 0,-4 2 0,1 0 0,-15 10 0,9-8 0,-8 6 0,-3 3 0,11-8 0,-9 7 0,10-6 0,5-3 0,-16 18 0,14-15 0,-10 13 0,14-16 0,-1 1 0,-2 2 0,4-3 0,-8 9 0,8-9 0,-6 7 0,7-9 0,0 1 0,2-4 0,2-2 0,-1 2 0,2-2 0,2-7 0,0 1 0,2-6 0,1-4 0,1 3 0,4-8 0,3-7 0,-1 4 0,5-9 0,2-6 0,-4 7-740,-3 5 0,1-1 740,2-5 0,-4 6 0,0 1-663,1-4 663,1-6 0,-4 12 0,-2 1-429,2-8 429,-3 9 0,0-6-43,-4 11 43,-1 1 1288,0 1-1288,-2 1 0,-2-16 0,0 14 0,-2-11 730,2 19-730,1-1 540,-2-1-540,2 2 57,-2-1-57,3 5 0,-1 0 0,1 3 0,0 8 0,0-2 0,0 12 0,0-5 0,-2 6 0,-2 23 0,1-12-234,2-4 0,-1 1 234,1 1 0,1-1 0,-1 17 0,1-6 0,1 2-542,0-8 0,1-1 542,0 0 0,1-1 0,0-2 0,0-3 0,2 8-613,0-3 613,0-3-412,2 4 412,-2-10 0,1 2 367,-4-8-367,-1-12 0,-6-18 0,1-6 0,-3-16 0,0-5-203,3 7 203,2 11 0,-1-1 0,0 0 0,1 0 0,-2-14 297,2 15 0,1 0-297,-2-15 0,1 12 454,0-4-454,0 10 0,2 7 0,-1-1 0,1 8 1365,0 4-1365,1 3 0,0 13 0,0 0 0,-1 11 0,0 14 0,0-7 0,-1 15 0,2-4 0,0 1 0,0-19 0,0 0-791,1 20 1,0-1 790,1-8 0,0-1-720,1-1 720,-1-3-438,0-2 438,1-3 0,1 4 0,-1-10 0,1 2 0,-1-8 1370,-2-5-1370,0 0 804,-1-7-804,0-7 565,0-9-565,3-12 0,1-2 0,1-3 0,-2-10 0,0-2 0,0-2-916,0 0 1,0 1 915,-3 10 0,0 2-51,0 4 51,0 4 0,0-2 0,0 10 0,0-2 0,0 11 0,0 5 0,-2 26 0,0-5 0,0 7 0,0 1 0,-1 2 0,0 8 0,0-7 0,0 0 0,1 3 545,-1-5 1,0-1-546,2-8 0,0-3 57,0-2-57,1 1 0,0-6 0,-1-2 0,0-8 0,0-25 0,1 4 734,0-19-734,1 2 0,1 0 0,-1-5-856,0 3 1,1 2 855,-2 8 0,0 3-533,-1-5 533,0 12 0,0-2 0,1 13 0,0 6 0,0 4 0,-1 21 0,0 0 917,0 15-917,0-4 0,1 2 0,-1 2 0,1 1 0,0-11 0,0 1 0,1 12 0,-1 10 0,2-5 0,0-11 593,1 6-593,0-13 0,-1-1 0,1 1-271,1 16 271,-3-30 0,0-2 0,2 0 0,-1-5 713,6 0-713,0-5 0,5-4 0,8-9 0,-2 0 0,10-8 0,8-8-1314,-6 5 1314,-11 8 0,2-1 0,5-4 0,2-3 0,-3 3 0,-3 3 0,1-1-601,4-3 1,2-2 0,-3 3 600,8-7 0,0 2-414,-1 2 414,-2 1 0,-1 2-579,-4 1 579,-1 2 0,-5 3 0,0-1 0,-2 2 0,13-10 1086,-27 20-1086,-4 2 1825,-2 1-1825,-11 4 0,-1 2 0,-9 5 0,-14 9 0,4 0-43,10-6 0,-3 1 43,-4 4 0,-1 1-601,5-4 1,0 0 600,-7 5 0,-4 4 0,1-1 0,-5 4 0,1 1 0,5-4-1137,1-2 0,0 1 1137,0 0 0,-5 4 0,1-2 0,10-5 0,3-3-112,5-3 112,5-3 381,6-3-381,21-9 0,4-5 0,21-9 401,-1-4-401,-16 9 0,1-2 0,8-3 0,5-3 0,-3 1 0,-2 2 0,0-1 242,1 0 0,3-1 0,-4 3-242,14-5 0,-6 3 0,-3 2 0,-5 0 0</inkml:trace>
  <inkml:trace contextRef="#ctx0" brushRef="#br0" timeOffset="103578">23804 13728 5734,'-9'-5'0,"0"-1"0,-6-4 0,2 1 0,-6-3 0,4 3 0,-18-7 0,-4 0 0,1 1-712,6 3 0,-4-2 0,4 4 712,-6 0 0,-2 3 0,-9 1 0,6 1 0,14 1 0,-1 1 0,-13 0 0,-7 0 0,9 1 0,-1 1 0,14 1 0,0 1-571,0-1 1,0 1 570,-14 0 0,6 0 0,-6 1 0,5-1 0,-13 1 0,5 0 0,-4-1 0,-2 2 0,5 1 0,0 0-106,-2-1 0,1 1 106,4 3 889,10-2-889,-10 2 0,14-1 0,-8 5 0,-1 1 0,0 1 0,3-1 0,-2 1 0,12-1 0,2 0 0,-7 3 0,6-4 0,-1 3 0,-15 16 0,2 1 0,3-3 0,8-6 0,-3 5 0,5-5 0,6 0 0,2-2 0,0 0 1253,-3 6-1253,-7 8 0,0 0 0,0 0 0,1 0 0,-3 6 0,4-6 0,-2 6 0,10-10 0,-2 7 0,1 0 0,3-6 0,0 14-737,4-7 0,0 5 1,3-6 736,3 2 0,3 5 0,1 0-772,1-6 772,0-9 0,1 1 0,3 17 0,-1-10 219,-1-14 0,0 1-219,-1 1 0,0 0 0,2 13-420,-3-12 0,1-1 420,0 12 0,0-2 0,-1 8 0,0-4 0,0-12 0,-1 2 0,2 13 0,0 5 0,-1-7 0,1-3 0,2 9 0,1-1 0,-1-11 0,1 10 1821,0-15-1821,7 16 0,1 2 0,0-3 66,0 2 1,1-1-67,2-2 0,-4-10 0,4 10 0,1-1 0,-3-9 0,4 8 0,-5-15 0,0 0 0,3 8 0,3 2 0,1-1 0,-4-5 0,-3-8 0,-1-1-285,7 9 285,-5-9 0,4 6 0,1-2 0,-5-6 0,6 7 0,0-2 0,-4-5 0,4 5 0,9 6 0,-11-11 0,12 10 0,-7-12 0,1-2 0,0 1 0,9 4 0,0-2 0,-10-8 0,12 6 0,3-3 0,-14-4 0,14 3 0,-17-6 0,9 3 0,-7-3 0,2-1 0,1 0 0,2-1 0,15 2 0,-20-4 0,-1-2 769,1 1-769,-1-1 0,10 1 0,-9-1 0,7 1 0,-11-1 0,0 0-76,-1 0 76,-1 0 0,0 0 0,9-1 0,-7 0 1143,7 0-1143,0-2 0,-5 0 727,6-1-727,1-2 0,-7 1-68,8-3 68,-9 3 0,11-8 0,10-5 0,-6 1 0,-13 7 0,0 0-215,13-7 1,6-2-1,-8 2 215,3-7-994,-10 6 994,8-5 0,-2 1 0,-8 5 0,7-4 0,3-7 0,-16 12 0,-1-1 0,0 1 0,0 0-238,13-16 238,-15 14 0,7-10 0,-6 5 0,5-6 0,-1-2 0,-4 7 0,4-8 0,1-2 0,-5 8 0,5-8 0,-1-1 0,-5 9 0,4-8 0,0 1 0,-5 8 0,3-7 0,2-7 0,-8 14 0,0-8 0,1-10 0,-2 7 0,1-5 0,-4 9 0,1-4 0,-2 6 0,1-8 0,-3 9 0,0 4 0,-1 1 0,1-3 0,1-9 0,-1-7 0,-2 15 0,-1-3 0,0 0 0,0 4 0,0-15 0,-1 9 0,0 7 0,0-9 0,0-3 0,-1 8 0,0-1 0,-1-1 0,0-1 0,-2-3 0,0 0 0,-1 4 0,0 3 0,0-1 0,0 3 0,-2-9 0,1 1 0,1 8 0,-2-6 0,-1-10 0,3 16 0,-2-6 0,1 1 0,0 3 0,-2-8 0,1 0 0,1 8 0,1 3 0,0 1 0,1 6 0,0 0 638,-2 1-638,-2-11 0,1 11 0,-6-22 0,6 23 0,-6-23 0,7 22 0,-3-6 0,0 0 0,2 4 0,-9-21 0,9 25 1043,-2-5-1043,-3 0 0,3 4 0,-4-6 0,-2 1 0,3 5 0,-17-18 0,12 17 762,-10-9-762,4 8 0,5 5 0,-5-4 0,0 3 0,6 3 0,-6-1 0,2-1 0,5 4 0,-4-2 0,-13-7 0,17 10 0,-20-7 0,24 16 0,-7-1 0,3 2 0</inkml:trace>
  <inkml:trace contextRef="#ctx0" brushRef="#br0" timeOffset="113232">18620 12359 5734,'-4'-4'0,"1"0"0,0 4 0,2-1 0,-7 23 0,5-7 0,-2 15 0,0 3 0,1 2-1093,2-4 1,0 5 0,-1-3 1042,2-9 0,-1 3-249,1 6 1,-1 9-1,1 6 1,0 1 0,-1-4-1,1-8 299,0 6 0,0 0-92,0-5 0,0 8 0,0 1 0,0-3 1,1-7 91,1 0 0,0-7 0,-1 12-54,1-10 1,1-2 53,-1 0 0,0-1 0,-1 1 0,1 2 0,-1-5 0,0-1 914,0-8-914,0 12 0,0-15 0,0 9 2685,0-20-2685,0-1 807,0 1-807,0-3 1328,-1 1-1328,1-1 0,0 1 0,-1-1 0,0 1 0,-1-2 0,2 1 0,-1 0 0,-2-5 0,2 2 0,-4-6 0,-5-7 0,5 7 0,-6-10 0,6 9 0,0 1 0,0-3 0,-10-20 0,9 16 0,-9-18 0,6 17 0,2 4 0,-2-4 0,-1 0 0,3 4 0,-2-5 0,-1 1 0,-7-14 0,3 9 0,-4-8 0,5 11 0,4 5 0,-3-4 0,3 3 0,4 4 0,-2-1 0,3 3 0,0 3 0,1 0 0,0 0 0,2 3 0,-1-3 0,1 3 0,0 1 0,-1 0 0,2 0 0,-3 1 0,14 6 0,-8-2 0,10 4 0,10 18 0,-11-13 0,16 17 0,-7-5 0,-7-9 0,7 10-337,-10-10 337,0-1 0,-1 2 0,9 13 0,-8-10 0,7 11 0,-5-9 0,-3-5 0,9 16 0,-9-17 0,4 8 0,-9-13 0,1-3 0,-2 1 0,2 1 0,-3-4 337,1 1-337,-2-3 0,0 0 0,-1 0 0,1 0 0,0 0 0,0 0 0,2 5 0,-1-3 0,0 3 0,1-2 0,-2-2 0,1 0 0,-1-2 0,-2 1 0,1-2 0,-1 1 0,0-1 0,0-1 0,0 1 0,-1-6 0,0 3 0,-1-5 0,1 4 0,0-2 0,0 0 0,1-4 0,1 0 0,2-3 0,2-1 0,1-4 0,2-1 0,4-10 0,2-1 0,1-4-661,-1 2 1,0 0 660,-1 3 0,6-11-840,-6 11 840,4-8 0,0 1 0,-7 14 0,6-12 0,-10 20 0,0-1 0,-2 4 0,-1 3 1196,0-1-1196,-2 4 965,0-1-965,-2 2 0,-2 3 0,-1 3 0,-10 9 0,3-1 0,-6 8 0,1 0 0,0 1 0,-5 8 0,-5 8 0,0 2-872,2-3 872,6-7 0,0 0 0,5-6 0,2-1 0,-7 11 0,4-3 0,0 0 0,2-2 0,-4 9-167,10-20 167,2-7 0,0 1 0,20-23 0,-6 2 0,16-17 0,-3-6 0,-5 7-203,7-10 203,-1 1-95,-6 7 95,3-5-380,-6 8 380,-6 8 0,-12-1 0,-8 12 0,-11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35:46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19547 9505 24575,'0'0'0</inkml:trace>
  <inkml:trace contextRef="#ctx0" brushRef="#br0" timeOffset="120704">4117 9574 5734,'4'-28'0,"-1"9"0,1-13 0,-1 11-823,1-2 823,0-3 0,0-3 0,0-2 0,0-12 0,-2 12 0,0-9 0,-1-4 0,0 1 0,0 7 0,-1-4 0,0-1-820,0-1 1,1-6 0,-1 1 0,0 7 611,-1 8 1,0 4 207,1 0 0,0-4-244,0-7 0,2-10 0,-1-5 0,1 2 1,-1 9 243,0-5 0,1 0 0,-1 12 0,1-8 0,-1-3 0,1 1 0,0 6 0,-1 10 0,2-13 0,-1 16 0,0 1 0,2-7 0,0 1 0,0 5 0,1-1 0,1-6 0,1-3 0,0-3 0,-2 11 0,0 0 0,0 0 0,-1 0 410,1 1 1,-2 3-411,-1-4 0,-1-1 0,1-3 0,-1-9 656,1 7 1,-1 0-657,0-5 0,1 0 0,-1 7 0,1-1 0,0-7 0,0 11 0,-1 1 379,1-11-379,0 18 50,0-8-50,-1 16 795,-1 3-795,0 2 1570,0 3-1570,0 4 806,0 1-806,0 7 0,0-3 0,0 4 0,0-5 0,0-1 0,0 1 0,-1-7 0,1 4 0,-1-6 0,1 3 0,-1-6 0,1 3 0,0-6 0,0-2 0,0 6 0,0-4 0,1 3 0,-1 4 0,2-7 0,-2 8 0,0-5 0,0 5 0,1-2 0,-1-4 0,0 4 0,0-9 0,0 8 0,0-3 0,0 5 0,0 2 0,0 1 0,0 1 0,0-1 0,0-2 0,0 2 0,0-1 0,1 0 0,-1 1 0,1 0 0,-1 2 0,0-3 0,0 2 0,-1-1 0,1 2 0,-1 0 0,0-1 0,1 0 0,0-1 0,0 1 0,1-2 0,-1 1 0,0 0 0,2-2 0,-2 2 0,1-1 0,-1 2 0,0 0 0,0 0 0,0 0 0,0 1 0,0-1 0,0 0 0,0 1 0,-1-1 0,0 0 0,1 1 0,-2 0 0,-5 4 0,1 0 0,-5 3 0,3 0 0,0 2 0,-2 2 0,-6 9 0,2-3 0,-5 9 0,-4 8-1113,3-8 1113,-5 11 0,9-13 0,0-1 0,-3 6 0,3-7 0,2-1-146,2-2 146,2-4 0,1-2 0,3-3 0,1-2 0,1-1 1095,2-2-1095,-1-2 164,3-1-164,0-5 0,1-1 0,2-5 0,-1-2 0,5-16 0,-1 7 0,2-13 0,-1 1 0,-1 7 0,1-9 0,1-1-803,-2 9 803,2-8 0,3-9 0,-6 24-57,4-16 57,-6 30 0,3 3 0,0 3 0,4 6 0,0 2 0,9 12 0,-3-3 0,3 7 0,1 1 0,1 3-245,-3-5 0,-1 0 245,1 2 0,1 1-103,-1-2 103,1-1 0,7 8 0,-6-10 0,3 6 0,-5-8 0,-7-5 0,3-1 0,-7-4 0,-1-5 1273,-1 2-1273,-2-6 180,-2-1-180,-1-3 0,-1-5 0,-1 1 0,-1-3 0,0 1 0,1 4 0,-1-7 0,2 8 0,1-1 0,1 6 0,-1 9 0,1 1 0,-3 11 0,1 1 0,-2 3 0</inkml:trace>
  <inkml:trace contextRef="#ctx0" brushRef="#br0" timeOffset="124578">3382 9591 5734,'0'-4'0,"-1"-1"0,1 2 0,0-6 0,0 4 0,0-18 0,0 12 0,0-14 0,0 17 0,4-33 0,-3 23 0,3-21 0,-4 27 0,0-14 0,0 13 0,0-11 0,-2 10 0,2 7 0,-2-5 0,0 6 0,1 2 0,0-1 0,1 5 0,0 0 0,-1 4 0,1-1 0,0 3 0,0 5 0,0-3 0,1 10 0,1-8 0,-1 3 0,2-3 0,0 10 0,0-7 0,0 9 0,-1-12 0,0 7 0,0-8 0,1 3 0,-2-5 0,0-4 0,0 2 0,0-4 0,-1-1 0,2-2 0,-2-1 0,1-2 0,-1-1 0,0-1 0,1-2 0,-1-1 0,1-4 0,-1 2 0,0-3 0,0-2 0,0 7 0,0-6 0,0 12 0,0 0 0,0 3 0,0-1 0,0 0 0,0 0 0,0 1 0,0-1 0,0 0 0,1-1 0,-1 1 0,0-1 0,0 1 0,0 1 0,0-1 0,1 0 0,-1-1 0,1 0 0,-1 1 0,0-1 0,0 0 0,0 0 0,0 1 0,0-1 0,0 2 0,0 0 0,0-1 0,-2 5 0,1-3 0,-2 5 0,2-4 0,-4 4 0,1-1 0,-3 3 0,-1 2 0,2-3 0,-2 3 0,2-3 0,-5 4 0,3-3 0,-5 5 0,6-7 0,-1 1 0,1-1 0,2-2 0,0 1 0,1-1 0,2 0 0,-1-1 0,4-1 0,2-7 0,0 1 0,2-5 0,-2 3 0,0-1 0,1 1 0,0-1 0,0 1 0,0-3 0,0 4 0,0-2 0,-1 1 0,0 2 0,1-1 0,-2 3 0,0 0 0,-1 1 0,0-1 0,1 1 0,0 1 0,0-1 0,-1 1 0,0 0 0,1 2 0,-1-1 0,8 5 0,-3-2 0,14 8 0,-9-5 0,6 5 0,-3-2 0,-2-2 0,2 2 0,-1 0 0,-2-2 0,0 0 0,-1-2 0,-4-3 0,2 3 0,-3-1 0,-1 0 0,0 0 0,0-2 0,-3-1 0,-2-5 0,-1 0 0,-3-3 0,2 2 0,-5-7 0,2 3 0,-8-9 0,7 7 0,-5-2 0,5 2 0,-10-12 0,9 11 0,-7-10 0,12 18 0,-1-2 0,2 3 0,-1 0 0,2 1 0,0 3 0,3 2 0,0 4 0,4 0 0,-2 0 0,-1-1 0,0 1 0,0-2 0,1 2 0,-2-3 0,1 1 0,0 0 0,-2 1 0,-2 4 0,-4 0 0,0 4 0</inkml:trace>
  <inkml:trace contextRef="#ctx0" brushRef="#br0" timeOffset="126484">3455 9649 5734,'-3'2'0,"0"-1"0,3 1 0,-2 14 0,1-7 0,-1 12 0,2-11 0,0 3 0,0-3 0,1 2 0,-1-5 0,0-2 0,0 0 0,0-3 0,1-2 0,-1-5 0,0 1 0,-1-5 0,-2 0 0,1 1 0,-1-2 0,-1-1 0,1 3 0,0-3 0,-1 1 0,2 3 0,-1-2 0,0 4 0,1 2 0,0 1 0,1 2 0,-2 4 0,3 0 0,-5 13 0,2-7 0,-1 7 0,2 5 0,2-10 0,-1 7 0,1-14 0,0-1 0,0-1 0,0 0 0,0-2 0,0 2 0,0-2 0,-1 0 0,-1 0 0,1-5 0,-1 1 0,1-8 0,0 4 0,-1-5 0,0-2 0,1 3 0,-1-4 0,1 4 0,0-8 0,0 8 0,1-5 0,-2 12 0,2 1 0,0 1 0,-1 1 0,1 4 0,0 1 0,1 4 0,0 0 0,2 7 0,0-3 0,0 4 0,4 11 0,-4-15 0,2 12 0,-3-18 0,-1-2 0,2 0 0,-3-3 0,2-3 0,-1-2 0,-1-4 0,2 0 0,-2-9 0,0 2 0,-1-19 0,0 15 0,0-11 0,-1 15 0,1 2 0,0 1 0,-1 2 0,1-1 0,-1 3 0,1-1 0,0 3 0,1 3 0,0 0 0,-1 2 0,1 16 0,-1-7 0,1 13 0,0-9 0,0-4 0,0 2 0,1-1 0,-1-3 0,2 3 0,-1-6 0,0 1 0,-1-4 0,0-4 0,0-2 0,0-4 0,0-1 0,0-7 0,0 2 0,0-5 0,0 1 0,-1 6 0,0-3 0,0 5 0,1 4 0,-1-1 0,1 4 0,-1 2 0,1 0 0,1 11 0,0-1 0,1 9 0,0 3 0,-1-3 0,2 7 0,-1 3 0,0 0 0,0 1 0,1 2 0,-1-1 0,-1-12 0,1 3 0,-1-10 0,0 3 0,-1-7 0,0 3 0,0-9 0,-2-1 0,1-2 0,-1 1 0,2 1 0,-1 1 0,1-2 0,0 2 0,0-2 0,0 2 0,-2 0 0,1 0 0,-2-1 0,1 0 0,-2-1 0,-2-3 0,-3 0 0,0 0 0,-3 1 0,6 2 0,-2 1 0,3 1 0,-3 1 0,3 0 0,-2 0 0,3 0 0,2 0 0,-1 0 0,0 0 0,2 1 0,0 0 0,1 2 0,0-2 0,0 3 0,1 2 0,2 1 0,-1 4 0,0-1 0,5 9 0,-3-7 0,3 6 0,-1-4 0,-2-6 0,1 2 0,-3-7 0,-1 0 0,1-2 0,-2-7 0,0 1 0,0-8 0,-1 8 0,2-3 0,1 2 0,8-2 0,-1 1 0,6-1 0,-2 2 0,1-1 0,2 0 0,2 0 0,6-4 0,-6 2 0,3-1 0,-10 3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37:15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4950 17382 1660,'37'-13'0,"0"0"0,1 0 0,-1 0 0,0 0 0,-1 1 0,1-2 0,5-1-238,-2 0 1,4-1 0,3-2 0,1 0 0,0 0 0,-2 0 0,-3 2 237,0 0 0,-3 1 0,-1 0 0,3-1 0,5-2 0,-11 4 0,3-1 0,4-1 0,1-1 0,3 0 0,0-1 0,0 0 0,0 0 0,-2 1 0,-2 0 0,-3 2 0,-3 1 0,8-3 0,-6 2 0,-3 2 0,1-1 0,2-1 0,6-2 0,-9 4 0,4-2 0,2 0 0,3-2 0,2 0 0,0 0 0,1 0 0,-1 0 0,-1 0 0,-1 1 0,-2 0 0,-3 2 0,-3 1 0,8-3 0,-6 1 0,-2 2 0,0 0 0,4 0 0,9-3 0,-17 5 0,4 0 0,3-1 0,4-1 0,1 0 0,3-1 0,2 0 0,0 0 0,2-1 0,0 1 0,0-1 0,0 1 0,0-1 0,-2 2 0,-1-1 0,-3 1 0,-1 1 0,-3 0 0,-4 2 0,-2 0 0,14-4 0,-7 3 0,-3 0 0,-2 1 0,0 0 0,4-1 0,6-2 0,-10 4 0,3-2 0,4 0 0,1-1 0,2 0 0,2 0 0,0-1 0,1 1 0,-1-1 0,-1 1 0,-2 0 0,-1 1 0,-3 0 0,-2 2 0,-5 0 0,16-4 0,-4 2 0,-4 0 0,-3 1 0,-2 1 0,-4 1 0,6-2 0,-6 2 0,4-1 0,0-1 0,7-1 0,0 0 0,-4 0 0,-9 3 0,-5 0 0,-8 2 0,-1-1 468,9-3-468,-52 16 0,9-2 0,-16 6 0</inkml:trace>
  <inkml:trace contextRef="#ctx0" brushRef="#br0" timeOffset="1049">641 11324 5734,'7'30'0,"0"0"0,1 5 0,0 5 0,0-1-1093,-2-5 1,1 0 0,0 2 496,0 1 0,0 3 0,0 1 0,0-2 571,1 7 1,-1-1 0,1 0 24,-2-7 0,-1-1 0,1 2 0,0-1 0,0 3 0,0 1 0,1 0 0,-1 0 0,0 2 0,0 1 0,0 0 0,1 0 0,-1 2 0,0 0 0,1 1 0,-1-1 0,-1-7 0,0-1 0,0 1 0,0 0 0,0 0 0,0 0 0,0 1 0,0 0 0,0 0 0,0 0 0,1 1 0,-1 0 0,0 0 0,0 0 0,0-1 0,0 1 0,0-1 0,0 0 0,1 2 0,-1 1 0,0-4 0,1 2 0,-1 1 0,1 0 0,-1 1 0,1 0 0,0 0 0,0-1 0,0-1 0,-1 1 0,1-1 0,0 2 0,1 2 0,0 2 0,-1-5 0,1 2 0,0 2 0,1 2 0,-1 1 0,1 0 0,0-1 0,-1 0 0,0-2 0,0-2 0,0-2 0,0 4 0,0-2 0,0-3 0,-1 0 0,1-1 0,0 2 0,0 1 0,0 0 0,1 3 0,-1 0 0,1 0 0,0 0 0,0-1 0,0-2 0,-1-3 0,1 6 0,0-2 0,0-3 0,0-1 0,-1-3 0,1 6 0,0-3 0,1 2 0,-1 1 0,2 4 0,-1-1 0,-1-7 0,0 0 0,0-4 0,2 10 0,0-1 0,-3-14 0,1 1 0,-1 1 0,1 2 0,-1-5 0,2 11 0,-2-13 0,-2-3 0,-11-10 1382,-1-15-1382,-11-12 0,-1-18 0,-2-7 0</inkml:trace>
  <inkml:trace contextRef="#ctx0" brushRef="#br0" timeOffset="1688">400 12180 5734,'5'-15'0,"1"-3"0,2-6-1711,2-4 1711,2-6 0,2-5 0,1-4 0,-6 15 0,1 0-700,0-2 0,2-3 0,-2 4 700,-1 1 0,0 2 0,0-1 0,0 0 113,-1 1 1,1-2-114,3-9 0,0 0 0,-4 10 0,0 0 0,2-5 0,1 0 0,-4 7 0,-1 2 0,4-9 0,-1-1 0,-1 14 0,-4 14 0,9 28 0,-6 3 0,5 16 0,0 2 117,-5-21 1,2 2-118,3 5 0,4 6 0,2 1 0,-3-7 447,1-1 1,1-1-448,8 11 0,4 3 0,-3-6-612,-7-12 0,1-3 612,7 9 0,1-2 0,-6-8 0,-1-1 0,3 0 0,0 1 0,2-1 0,-1 0 0</inkml:trace>
  <inkml:trace contextRef="#ctx0" brushRef="#br0" timeOffset="2751">4730 14059 5734,'-21'6'0,"-14"6"0,15-4 0,-8 4 0,20-7 0,2-2 0,4-1 0,4 0 0,15 1 0,0-3 0,14 0 0,-5-4 0</inkml:trace>
  <inkml:trace contextRef="#ctx0" brushRef="#br0" timeOffset="2969">6460 12615 5734,'-5'8'0,"2"0"0,4-5 0,6-1 0,1-3 0,5-1 0</inkml:trace>
  <inkml:trace contextRef="#ctx0" brushRef="#br0" timeOffset="3274">7641 13861 5734,'-23'34'0,"-8"0"0,16-23 0,-8 0 0</inkml:trace>
  <inkml:trace contextRef="#ctx0" brushRef="#br0" timeOffset="3441">6390 12899 5734,'-27'-10'0,"0"0"0,3 1 0,2-2 0,-9-17 0,12 2 0,-1-11 0</inkml:trace>
  <inkml:trace contextRef="#ctx0" brushRef="#br0" timeOffset="3615">6789 11189 5734,'-11'-3'0,"-3"-1"0,6 2 0,5-3 0,6 0 0,6-1 0</inkml:trace>
  <inkml:trace contextRef="#ctx0" brushRef="#br0" timeOffset="4058">10459 12205 5734,'-22'12'0,"0"-3"0,5-8 0</inkml:trace>
  <inkml:trace contextRef="#ctx0" brushRef="#br0" timeOffset="4211">9819 12105 5734,'-33'-16'0,"0"-2"0,2-3 0,1-2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38:09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3914 4671 5734,'1'4'0,"1"0"0,-1-3 0,3 1 0,-2-1 0,12 2 0,-8-2 0,12 4 0,-14-4 0,3 1 0,-4 0 0,0-2 0,1 0 0,0 0 0,4 0 0,0 0 0,0 0 0,4-1 0,-4 0 0,3 0 0,7-1 0,-6 1 0,7 0 0,-8-1 0,15 0 0,-11 1 0,24-1 0,-23 2 0,9 0 0,2-3 0,-1-1 0,1 1 0,2-2 0,0 0 0,4 0 0,-7 1 0,17 1 0,1-1 0,-6 2-823,6 1 1,-1-1 822,-16 2 0,9 0 0,-5-1 0,-1 0 0,6 0 0,-6-1 0,3 1 0,0 1 0,-1 0 0,6 1 0,-5-1 0,1 1-1107,11 1 1107,-10 0 0,12-1 0,-23-1 0,1 0 0,13-1 0,-14 1 0,2-1 0,-1 0 0,0 0 0,14-2 0,-14 2 0,1 0 0,-1-1 0,0 1 0,13-1 0,-14 1 0,1 0 0,23-1 0,-11 0-221,9-1 221,0-1 0,-16 2 0,4-1 0,7 0 0,1 0-682,-6 1 1,-2 0 681,-2 0 0,0 0 0,3 2 0,-1 0 0,12-1 0,-10 1 0,0 0 0,6 0 46,3-1-46,2 1 0,-10-1 0,1-1 0,-7 1 0,-1 0 0,9 0 0,4-1 0,3 0 0,3 0 0,-4 0-631,-5 1 0,0-1 631,6 0 0,4 0 0,-6 1 0,-13 0 0,-4 0-44,1 0 0,2 1 44,3 0 0,3 0 0,-2 1 0,-3-1 0,1 1 0,11-1 0,5 2 0,-7-1 0,-15-1 0,0 1 0,8 0 0,3 1 0,-5 0 0,9 1 0,-11-1 0,-2 1 0,-1 0 0,-2 1 0,-2 0 0,15 4 0,-14-2 1063,10 3-1063,-13-2 0,-7-3 1031,2 2-1031,-12 6 0,-4-4 0,-6 7 0</inkml:trace>
  <inkml:trace contextRef="#ctx0" brushRef="#br0" timeOffset="11908">14860 4692 5734,'-1'-4'0,"0"0"0,1 3 0,6 0 0,-1 0 0,4 0 0,-3-1 0,6 0 0,-3-1 0,5 0 0,12-5 0,-11 4 0,11-3 0,-14 4 0,-1 1 0,16 1 0,-11 0 0,14 0 0,-16 2 0,27 1 0,2 3 0,-12-3 0,0 1-969,14 2 969,-9-2 0,-10-1 0,5 0 0,1 0 0,4-1 0,-5 1 0,2-1 0,7-1 0,-8 0 0,11 0 0,-12 0 0,15 0 0,-10 0-1102,12 0 1102,-14 0 0,7 0 0,1 1 0,6 0 0,-5 0 0,0 0 0,-13 2 0,-3-1 0,16 2 0,-3 0 0,8 1 0,-7 0-994,-11-2 0,-1 1 994,6 0 0,5 0 0,-3 1 0,5 2 0,-5 0 0,-11-2 0,-1 0-248,15 3 0,-1 0 248,2 2 0,-12-2 0,1 0 0,15 3 0,-18-3 0,4 1 0,5 0 0,4 2 0,-5-2 0,-6-1 0,1 0 0,4 0 0,7 2 0,-1 1 0,-7-3 0,-7-2 0,-2-1 0,7 2 0,3 1 0,-3-2 0,14 3 0,-15-3 0,1-1 0,1 0 0,0 0 0,-7-2 0,0 0 0,5 1 0,7 0 0,2 0 0,9 0 0,4 1 0,-2-1 0,-7-1-393,-8 0 0,-5 0 0,6 0 393,-1-1 0,7 2 0,2 0 0,0-1 0,-3 0 0,-6-1 0,15 0 0,-8-1 0,-7 0 0,0-1 0,3 0 0,4 0 0,-5-1 0,-3 0 0,-2-1 0,11 0 0,-2 0 0,-14 1 0,-1-1 0,-1 0 0,1 1 0,7-2 0,1 0 0,13-2 495,-18 2 0,0-1-495,4-1 0,-2 1 0,-4-1 0,1 0 0,0 0 0,-1 0 0,-2 0 0,-2 0 0,-10 2 819,8-2-819,-8 1 1577,13-3-1577,-18 5 1670,8-3-1670,-13 4 678,2-1-678,-3 1 0,-2 0 0,-2 0 0,0 0 0,-5-1 0,1 0 0,-8-1 0,2 1 0,-5-1 0</inkml:trace>
  <inkml:trace contextRef="#ctx0" brushRef="#br0" timeOffset="28119">1026 5101 5734,'2'-6'0,"-1"1"0,0 1 0,1 1 0,-1-2 0,1 3 0,-1 0 0,1 2 0,0 1 0,0 1 0,4 7 0,-2 1 0,3 14 0,1 3 0,0 4-707,-1-1 1,-1 1 706,1 3 0,-1 0 0,0 1 0,1 11 0,0-3 0,0 0 0,-1-3 0,0-8 0,0 5 0,-1-5 0,2 12 0,-2-9 0,2 7 0,-2-8 0,-1-7 0,-1-2 0,0-2 0,-2-12 0,1 1 0,-1-5 0,0-1 0,-2-4 0,0-3 1413,-2 0-1413,-2-4 0,2-1 0,-2-4 0</inkml:trace>
  <inkml:trace contextRef="#ctx0" brushRef="#br0" timeOffset="28634">1289 5223 5734,'2'1'0,"0"1"0,2 8 0,0 0 0,0 4 0,2 4 0,2 16 0,-2-4-411,3 14 411,-4-17 0,-1 0 0,4 17 0,-3-13 0,1 4 0,0-4 0,-1-5 0,0 0-784,3 14 0,0-2 784,1 1 0,1-3-769,-2-2 769,2-3 0,1 5 0,-3-12 0,2 2 0,-2-11 313,-2-9-313,3-2 0,5-20 0,-1-3 1182,5-13-1182,-7 7 0,-1-1-726,7-19 726,-6 14 0,0-2 0,0-6 0,-1 1 0,-1 7 0,-1-1 0,2-8 0,1-2 0,-2 1 0,0 3 0,-2 9 0,-1 1 0,2-6 0,0 0 0,-2 8 0,-1 2 0,2-8 0,2-9 0,-9 23 0,0 7 0,-3 14 0,-1 13 0,2 3 0,-1 3 0</inkml:trace>
  <inkml:trace contextRef="#ctx0" brushRef="#br0" timeOffset="29790">2102 4905 5734,'-32'-27'0,"8"9"0,3 4 0,-1 0-1990,-11-3 1990,-3-1 0,-4-1 0,13 7 0,-3-1 0,-3 0-767,-1 0 1,-2 0 0,-2 0 0,2 0 766,-5-2 0,1 1 0,-2 0-24,7 2 1,-3 1 0,2 0-1,2 3 24,0 1 0,2 3 0,1 1 0,-4-2 0,-3 3 0,2 2 0,-5 0 0,0 2 0,5 0-293,-4 2 1,1 1 292,-1 1 0,-2 0 0,2 2 0,8 1 0,1 2 0,2 0 0,-7 1 0,1 2 0,5-2 0,-1 1 0,0 1 0,1 2 0,0 1 0,2-1 0,-6 5 0,1 0 0,6-3 0,-2 1 0,1 3 0,-6 10 0,2 4 0,1-2 0,1 1 0,0 2 0,8-9 0,-1 2 0,0 1 0,3 0 0,0 7 0,2 0 0,2-1 0,2-7 0,2 0 0,0 2 0,-4 8 0,1 2 0,7-19 0</inkml:trace>
  <inkml:trace contextRef="#ctx0" brushRef="#br0" timeOffset="29790">0 6359 0,'1'3'0,"14"34"0,6-1 0,2-2 0,2-1 0,1-1 0,-2 1 0,-1 1 0,0 1 0,0 0 0,1-2 0,2-3 0,9 3 0,3-3 0,1-4 0,-2-4 0,-4-7 0,-1-4 0,1-1 0,2 0 0,0-2 0,3-2 0,3-1 0,3-3 0,2-1 0,-3 0 0,4-2 0,-1-1 0,2-2 0,-11 1 0,1 0 0,1-1 0,0-1 0,0-2 0,2-3 0,2-2 0,-2-1 0,1-1 0,-3 1 0,1 0 0,-3 1 0,1-2 0,5-4 0,-9 1 0,3-3 0,4-3 0,0-1 0,1-1 0,0-1 0,-3 2 0,-2 0 0,-5 3 0,9-7 0,-6 3 0,-1-1 0,3-3 0,-4 3 0,3-2 0,2-3 0,-1 0 0,-1 1 0,-5 0 0,-6 4 0,1-7 0,-7 1 0,-3 1 0,1-2 0,-2-1 0,-1 1 0,-3 0 0,-1-1 0,-2-2 0,-4 1 0,-1-2 0,-1-1 0,-1 2 0,-2-1 0,0 2 0,-2-2 0,-2-7 0,-1-3 0,-4 3 0,-5 5 0,-2 2 0,-1 3 0,-3-4 0,-2 1 0,3 7 0,-1 1 0,-1 2 0,-13-4 0,1 4 0,9 8 0,0 1 0,-7-2 0,2 1 0,-6-2 0</inkml:trace>
  <inkml:trace contextRef="#ctx0" brushRef="#br0" timeOffset="32486">2467 6489 5734,'5'-13'0,"1"1"0,0 1 0,0 1 0,19-12 0,-12 11 0,15-9 0,-2 11 0,-9 5 0,26-3 0,-22 5-292,11 2 292,-15 0 0,16 9 0,-14-1 0,11 7 0,-15 15 0,-7-6-858,3 16 858,-9-10 0,-3 7 0,1 1 0,-1 6 0,0-6 0,1 1 0,1-9 0,0-3 0,1 9 0,1-9 0,-1-2 0,2-1 0,9 17 0,-6-19-308,12 15 308,-10-28 0,6 2 257,-1-7-257,2-1 0,3-3 0,3-3 0,3-1 0,2-2 0,16-5-1128,-10 0 1128,12-2 0,-14 2 0,1 1 0,1 0 0,2-1 0,-5 2 0,-1 1 388,-2 1-388,-10 2 291,3 0-291,-7 2 0,-5 1 0,0 0 1226,-2-1-1226,-2 2 424,1-1-424,5 0 0,-5 1 0,5 0 0,-4 0 0,-2 0 0,1-1 0,-4 1 0,0-2 0,-1 1 0,-1-3 0,-3-2 0,1 1 0,-3-4 0,3 4 0,-2-1 0,1-1 0,-1 0 0,1-2 0</inkml:trace>
  <inkml:trace contextRef="#ctx0" brushRef="#br0" timeOffset="32951">3318 6690 5734,'-9'-2'0,"3"1"0,-3-1 0,6 1 0,1 0 0,1 0 0,5 1 0,0 0 0,1 0 0,-1 0 0,0 1 0,-1-1 0,2 1 0,1 0 0,0 1 0,1 0 0,-1-1 0,0 0 0,0 1 0,0 1 0,0 0 0,2 0 0,2 3 0,-2-3 0,6 3 0,-7-4 0,2 1 0,0 2 0,-3-1 0,3 1 0,-2 2 0,-1-1 0,0 4 0,-1 28 0,-5-17-660,-3 25 660,-4-24 0,-7 12 0,1-7 0,-5 9 0,6-13 0,-1 0 0,-2 5 0,-3 5 0,1-1 0,6-10 0,-9 17 0,15-31 0,-3 3 0,5-8 0,-2 1 0,-1-2 165,0-4 0,-4 1 0,2-3 0</inkml:trace>
  <inkml:trace contextRef="#ctx0" brushRef="#br0" timeOffset="35811">21434 4769 5734,'-5'19'0,"1"2"0,0 4 0,2 4 0,2 1 0,0 11-1093,2-10 1,1 5 0,0-4-21,3 13 1113,1-2 0,0-2 1200,0-3-1200,0 1 0,0 0 0,-2-6 0,-1 0 0,0-4 0,-1-16 0,0 3 0</inkml:trace>
  <inkml:trace contextRef="#ctx0" brushRef="#br0" timeOffset="36087">21689 4696 5734,'3'26'0,"-1"5"0,0 1 0,0 11-1093,-1-7 1,1 8 0,0-5 58,-1-11 0,1 2 1034,2 11 0,1 6 0,0-6-32,-1-14 0,1-2 32,3 14 0,1-3 998,2-6-998,20 6 0,-11-24 0,10-20 0,1-11 0,-6-13-578,-2-2 1,-3-2 577,-5-7 0,-6 8 0,-1-2 0,-2 9 0,-1 0 0,2-10 0,-1 1 0,-3 12 0,-1 0 0,1-18 0,-1 1 0,0-2 0,-1 9 0,-2 4 2086,-6 18-2086,0 8 362,-2 5 1,3 8 0,2 2-1</inkml:trace>
  <inkml:trace contextRef="#ctx0" brushRef="#br0" timeOffset="36575">21750 4310 5132,'-40'-4'0,"-1"0"0,1 2 0,-3 2 0,2 1-874,8-1 0,1 2 1,-2 1 873,-6 1 0,-4 1 0,-1 3 0,1 2-473,7 1 1,0 3-1,1 1 1,0 0-1,2 0 473,-4 0 0,1 0 0,1 0 0,0 3-37,-5 4 0,-1 2 0,3 2 0,5-2 37,8-1 0,4 1 0,2 0 0,-1 1 0,1 0 0,1 4 0,-3 12 0,1 4 0,3 0 0,4-10 0,3-1 0,0 2 0,1-2 0,1 1 0,1 2 0,4-1 0,4 12 0,6 0 0,1-2 0,0-10 0,1-1 0,3 0 0,1 9 0,4 1 0,8-2 0,1-15 0,7 0 0,4 0 0,1-2 0,-1-1 0,-3-2 0,-1 0 0,-3-4 0,1 0 0,4 2 0,3 0 0,3 3 0,3 0 0,1-1 0,-3-3 0,-3-4 0,7-1 0,-3-6 0,0-1 0,2 0 0,1-1 0,-1-1 0,2-2 0,-1-1 0,1-1 0,-1-2 0,0-1 0,0-2 0,0 0 0,0-3 0,-1 0 0,-1-1 0,0-2 0,2-2 0,-2-2 0,2-3 0,0-1 0,-3 0 0,1-1 0,-3-1 0,2-2 0,-4 2 0,1-2 0,-1-1 0,-2-3 0,-5-2 0,-3-3 0,-1 0 0,-2 1 0,1-3 0,-2 1 0,-1-3 0,-2 2 0,-1-1 0,0-2 0,-4 0 0,-4-1 0,-4-2 0,-1 1 0,-1 2 0,0-3 0,-2 2 0,-2-1 0,2-9 0,-3-1 0,-7-1 0,-6 11 0,-6 0 0,-2 1 0,0 4 0,2 2 0,0 4 0,-4-1 0,-4 1 0,-4-2 0,-3 1 0,0 2 0,2 6 0,-2 4 0,1 5 0,-1 1 0,-13-3 0,1 0 0,-1 0 0</inkml:trace>
  <inkml:trace contextRef="#ctx0" brushRef="#br0" timeOffset="38575">21026 6095 5734,'6'25'0,"1"0"0,0 2 0,0 0 0,0-1 0,-2-5 0,1 12 0,-2-7-711,1 7 711,-1-10 0,0 0 0,0-2 173,-1 1-173,1 7 0,0-9 0,-1 6 0,1-2 0,0-5 0,-2 8 0,-1-14 538,-5 2-538,-1-10 0,-4 2 0,-36-3 0,18-1 0,-8-2 0,-9 0 0,5 0-643,11 0 0,0-1 643,-13 1 0,-8 0 0,6 0-1173,9 1 1,1-1 1172,-11 1 0,-3 1 0,15-1 0,-1 1 0,1-1-807,-4 1 1,0 0 806,-10 1 0,0 0 0,5-1 0,3 1 0,10-2 0,0 1-245,-6 0 0,2 1 245,-5-1 68,5 0-68,5-1 1414,3-1-1414,4 1 1933,0-2-1933,7 1 1231,-1-1-1231,8 0 743,2-1-743,2 1 345,0-2-345,6 1 0,2 0 0,5 1 0,-4-1 0,1 1 0,-6 0 0,0 0 0,-4-3 0,-1 1 0</inkml:trace>
  <inkml:trace contextRef="#ctx0" brushRef="#br0" timeOffset="39424">20109 6413 5734,'3'-2'0,"0"-1"0,-2 1 0,0 0 0,0 0 0,0 0 0,-1 2 0,-2 2 0,-1 1 0,-20 17 0,10-7 0,-22 19 0,16-15 0,-15 15 0,13-13 0,-6 6 0,1-1-631,8-6 631,-5 4 0,5-4 0,5-5 0,-2 2 0,2-3 0,6-5 0,-4 2 0,8-6 0,0 0 631,-1-1-631,3-1 0,-1 1 0,2 0 0,-1-1 0,2 0 0,1 2 0,1-1 0,2 2 0,6 4 0,-1 1 0,7 4 0,9 8 0,-2-5 0,8 4 0,2 1-453,7 0 453,-8-5 0,5 2 0,-3-4-1005,-10-4 0,0 0 1005,16 4 0,0 1 0,-12-6 0,-1 0 0,0 0 0,0 1 0,7 4 0,0 0 0,6 5-463,-6 1 463,-26-8 0,-5-1 339,-7 0-339,-5 0 0,-5-4 0,-3-1 0</inkml:trace>
  <inkml:trace contextRef="#ctx0" brushRef="#br0" timeOffset="46322">16469 8396 5734,'0'-8'0,"0"3"0,0 0 0,2 6 0,-1 2 0,4 8 0,-3 0 0,2 6 0,2 15 0,-3-12 0,2 4 0,0 0 0,-1-3 0,4 7 0,1 0 0,-4-9 0,6 17 0,-10-30 0,0-1 0,1-5 0,2-1 0</inkml:trace>
  <inkml:trace contextRef="#ctx0" brushRef="#br0" timeOffset="46807">17011 8440 5734,'21'-13'0,"-1"0"0,15-9 0,-22 18 0,-4 2 0,1 0 0,-3 4 0,-3 2 0,-1 4 0,-10 17 0,0-5 0,-6 13-509,4-12 509,2 0 0,1 15 0,5-15 0,2 11 0,11-14 0,0-5 0,7 1 0,9-7 0,-4-4 0,3-4 0,1-1 0,1-2-703,15-4 703,-22 1 0,-1-1 0,1-1 0</inkml:trace>
  <inkml:trace contextRef="#ctx0" brushRef="#br0" timeOffset="47433">17677 8386 5734,'7'-7'0,"8"-3"0,-2 3 0,8-1 0,4-1 0,-4 2 0,5-1 0,-1 4 0,-7 2 0,2 1 0,-2 10 0,-11-2 0,2 9 0,-13-4 0,-2 1 0,-1 2 0,-1 1 0,0 0 0,0-1 0,2 9 0,4-9 0,21 17 0,-6-22 0,17 7 0,-8-14 0,-6-1 0,7 0 0,-2 1 0,-8-1 0,-3 6 0,-13-1 0,-16 11 0,2-5 0,-8 6 0,-1 3 0,7-5 0,-3 6 0,3 1 0,10-9 0,-1 3 0,12-13 0,3-2 0</inkml:trace>
  <inkml:trace contextRef="#ctx0" brushRef="#br0" timeOffset="47892">18742 8205 5734,'-15'12'0,"-1"2"0,6-2 0,-11 18 0,8-10 0,-5 11 0,8-5 0,4-7 0,3 17 0,5-20 0,11 12 0,-3-21 0,8 1 0,1-10 0,-4 0 0,18-4 0,-17 3 0,8-2 0,-10 8 0,-4 2 0,3 3 0,5 18 0,-6-12 0,6 15 0,-10-17 0,0 0 0,4 1 0,-1-6 0,3 0 0</inkml:trace>
  <inkml:trace contextRef="#ctx0" brushRef="#br0" timeOffset="48607">19256 8287 5734,'-24'10'0,"3"1"0,2-1 0,0 8 0,8-5 0,1 5 0,16 0 0,3-4 0,10 4 0,3-7 0,2-1 0,9 2-527,1-1 0,0-1 527,-1-2 0,-6-3 0,-2-1 0,2 0 0,4 1 158,-15-4-158,-2 1 0,-3-1 0,-3 0 0,-3-1 0,-13 0 792,-1 0-792,-24-2 0,7 1 0,-8-2 0,0-2 0,-4-4 0,8 1 0,0 1 0</inkml:trace>
  <inkml:trace contextRef="#ctx0" brushRef="#br0" timeOffset="49141">20943 8382 5734,'8'-12'0,"1"1"0,0 4 0,1-1 0,2-1 0</inkml:trace>
  <inkml:trace contextRef="#ctx0" brushRef="#br0" timeOffset="49717">19276 8262 5734,'7'-1'0,"13"-3"0,-5 1 0,8 0 0,2-1 0,4 1 0,10-2 0,1 1 0,-5-1 0,-5 1 0,0 0 0</inkml:trace>
  <inkml:trace contextRef="#ctx0" brushRef="#br0" timeOffset="49877">20414 8490 5734,'18'1'0,"0"-1"0,-8-3 0</inkml:trace>
  <inkml:trace contextRef="#ctx0" brushRef="#br0" timeOffset="77063">17710 5494 5734,'-6'-2'0,"1"0"0,0-3 0,0 1 0,-6-5 0,4 4 0,-9-8 0,8 6 0,-20-14 0,15 12 0,-15-11 0,17 13 0,-23-12 0,19 11 0,-14-8 0,18 11 0,-18-8 0,7 4 0,-8-5 0,13 7 0,1-1 0,4 2 0,-4-2 0,4 3 0,-17-8 0,15 7 0,-13-6 0,15 8 0,4 0 0,-3 0 0,2 0 0,1 0 0,-2 1 0,1 1 0,-1 1 0,0 0 0,0 0 0,-10 1 0,7 0 0,-8 1 0,5 0 0,3 1 0,-3 1 0,6-1 0,-19 7 0,14-5 0,-22 11 0,23-10 0,-6 4 0,9-3 0,-6 3 0,4-1 0,-5 3 0,4-3 0,-20 12 0,15-8 0,-14 8 0,14-8 0,6-3 0,-5 2 0,2 0 0,3-3 0,-4 3 0,-1 0 0,5-3 0,-5 4 0,8-3 0,-5 3 0,5-2 0,-3 3 0,0 2 0,3-3 0,-3 5 0,-4 21 0,7-15-612,-6 19 612,11-21 0,-1 0 0,-3 13 0,0 2 0,1-2 0,-1 6 0,1-2 0,5-16 0,0 6 0,4 0 0,5 12 0,-1-6-756,4 6 756,-1-17 0,3 10 0,-1-7 0,3 7 0,6 11 0,-6-16 0,3 4 0,0-1 0,0-4 0,1 3 0,1-1 0,-2-4 0,-2-2 0,1 0 0,-1-3 0,4 6 0,5 5 0,-7-11 0,1 0 0,-1-1 0,-1-3 0,7 7 0,-10-13 0,1-2 563,0 0-563,34 3 0,-22-6-314,0 0 0,0-1 314,-5-3 0,1 0 0,10 1 0,-8-1 0,9-1 0,-9 0 0,0-1 332,0-1-332,1-1 0,0 0 0,0-1 0,7-2-416,-6 1 1,-1 0 415,3-1 0,-2 0-418,0-1 418,0 0 424,8-2-424,-8 2 0,15-6 0,-17 6 381,6-3-381,0 0 0,-7 1 403,7-2-403,-9 1 0,10-5 0,-6 4 0,7-6 0,-10 5 0,0-1 0,0-1 0,0 0 0,-2 0 0,1-1 0,-1 0 0,7-6 0,-5 5 0,3-3 0,-8 5 0,16-16 0,-14 13 0,10-13 0,-18 17 0,0-1 0,3-8 0,0-2 0,0 2 0,3-12 0,-1 0 0,-7 13 0,5-16 0,-8 21 0,0 0 0,3-12 0,-3 9 0,1-9 429,-3 13-429,-1 0 158,1 0-158,-2 1 0,2-1 0,-2 0 497,0 0-497,0-11 0,-1 11 0,0-10 0,0 7 0,-1 4 58,1-4-58,-2 0 0,1 4 0,-1-3 0,-1 1 0,1 3 0,-14-31 0,9 26 0,-9-21 0,9 24 0,1 3 0,-3-6 0,3 8 0,-1-3 0,-3-1 0,0 0 0,-2-1 0,3 4 0,2 3 0,-5-3 0,4 3 0,-4-3 0,1 0 0,2 3 0,-3-3 0,0 2 0,3 2 0,-4-2 0,-6-3 0,7 4 0,-13-5 0,12 7 0,-4-1 0,1 0 0,3 2 0,-4 0 0,-18 16 0,-4 7 0,-2 2 0,10-4 0,1 0 0,0 0 0</inkml:trace>
  <inkml:trace contextRef="#ctx0" brushRef="#br0" timeOffset="84158">16618 1597 5734,'-1'-5'0,"0"0"0,1 1 0,-2-3 0,1 3 0,-4-6 0,2 5 0,0-2 0,0 0 0,1 0 0,-3-6 0,3 5 0,-7-11 0,5 12 0,-6-8 0,6 9 0,-4-5 0,4 5 0,-2-3 0,3 7 0,-3-3 0,1 3 0,-2 0 0,2 1 0,-14-3 0,9 2 0,-10-1 0,12 2 0,-7-1 0,4 2 0,-8 0 0,8 0 0,-1 2 0,-3 1 0,4-1 0,-3 1 0,-4 4 0,7-3 0,-6 3 0,4 1 0,5-2 0,-4 4 0,7-3 0,-4 19 0,6-12 0,2 29 0,7-26 0,17 24 0,-9-23 0,17 16-784,-14-18 784,5 3 0,-5-6-165,-1-1 165,0 0 0,18 10 0,-16-10 0,12 7 0,-21-14 0,0 2 0,-3-3 0,1 1 0,-5-3 770,-5 7-770,-1-2 0,-10 10 0,2-6 0,-6 4 0,-14 10 0,14-11 179,-13 9-179,9-9 0,9-7 0,-6 5 0,10-6 0,3-2 0,0-1 0,3-3 0,0 0 0,2-1 0,4-1 0,2-1 0,2-1 0,14-6 0,-8 4 0,11-4 0</inkml:trace>
  <inkml:trace contextRef="#ctx0" brushRef="#br0" timeOffset="85785">16660 1936 5734,'-2'-4'0,"0"3"0,2 1 0,-1 3 0,1-2 0,0 2 0,0-1 0,-1-1 0,0 1 0,0 0 0,1 1 0,0 2 0,0-2 0,0 2 0,0 2 0,0-3 0,0 4 0,0 0 0,0-2 0,0 3 0,0-2 0,0 2 0,0-2 0,0 3 0,0 0 0,0-1 0,0 1 0,0 1 0,0-2 0,2 3 0,-2 11 0,1-13 0,-1 10 0,0-17 0,0 1 0,1-2 0,-1 1 0,0-3 0,0-7 0,-1 1 0,1-6 0,0 1 0,-1 3 0,1-3 0,-2-3 0,2 4 0,-1-11 0,1 12 0,0-10 0,0 12 0,0-5 0,1-3 0,0 8 0,1-6 0,-2 10 0,0 1 0,0-1 0,0 0 0,0-4 0,1 2 0,5-10 0,-3 10 0,4-5 0,-5 8 0,1-1 0,1 0 0,-2 1 0,1 0 0,-2 0 0,1 1 0,-1 0 0,1-1 0,-1 2 0,0-2 0,0 1 0,2-1 0,-1 1 0,2 0 0,-1-1 0,1 2 0,-1 0 0,0 0 0,-1 0 0,0 0 0,4 4 0,-3-2 0,3 2 0,-5-3 0,0 1 0,1-1 0,0 1 0,0-1 0,-1 0 0,1-1 0,1 5 0,0-1 0,2 2 0,-2-1 0,2 4 0,-1-3 0,2 4 0,-2 0 0,-2-2 0,0 3 0,0 1 0,0-3 0,-1 4 0,1 1 0,-1-4 0,1 5 0,1 4 0,-2-7 0,3 14 0,-3-15 0,3 17 0,-2-20 0,0 7 0,-1-13 0,-1 1 0,0 0 0,0 1 0,-1 7 0,0-2 0,-4 20 0,2-17 0,-3 11 0,6-15 0,-1 0 0,-1 1 0,1-2 0,-1 0 0,1-4 0</inkml:trace>
  <inkml:trace contextRef="#ctx0" brushRef="#br0" timeOffset="86803">17594 1739 5734,'-5'-5'0,"-1"-2"0,1 2 0,-4-9 0,5 7 0,-3-7 0,5 9 0,-2-1 0,2 0 0,-1 2 0,0-5 0,2 4 0,-1 0 0,2 2 0,-1 2 0,1-1 0,2 0 0,-2 0 0,21-1 0,-10 2 0,15-2 0,-11 0 0,-1 1 0,3 0 0,1 0 0,16-1 0,-12 1 0,2 0 0,1 0 0,8-1 0,-1 0-237,-5 2 237,-15-1 0,3 1 0,-4-1 0,1 0 0,-3 0 0,-5 0 0,1-1 237,-5 2-237,-14 16 0,5-7 0,-10 13 0</inkml:trace>
  <inkml:trace contextRef="#ctx0" brushRef="#br0" timeOffset="87300">17638 1930 5734,'-3'-4'0,"0"1"0,2-1 0,1 2 0,1-2 0,3 3 0,-1-1 0,4-1 0,6-2 0,-1 2 0,7-3 0,5 3 0,1-1 0,1 0-387,1 1 0,-2 0 387,-5 1-368,7 0 368,-7 0 0,5 0-11,-10 1 11,-1 0 0,-1 0 0,-1-1 0,6 0 0,-7 2 742,4-1-742,-8 2 397,-1 0-397,0 1 14,-1 1-14,-3 1 0,-1 3 0,-1-1 0,-1 0 0,0 0 0</inkml:trace>
  <inkml:trace contextRef="#ctx0" brushRef="#br0" timeOffset="87621">17674 2184 5734,'16'-10'0,"1"2"0,-2 5 0,22-2 0,-11 2 0,16-3 0,-3 1-1838,-9 1 1838,10-2 0,-4 0 0,0-1 0,1 0-403,-1 0 0,-3 0 403,-13 1 0,-1 1 97,6-3 1,-10 2 0,5-3 0</inkml:trace>
  <inkml:trace contextRef="#ctx0" brushRef="#br0" timeOffset="88881">18996 1574 5734,'-1'-8'0,"-1"3"0,-1 0 0,-1 0 0,-1 2 0,0-2 0,-4 1 0,3 1 0,-10-2 0,4 2 0,-3-2 0,1 1 0,5 2 0,-1 0 0,-1 0 0,3 2 0,-3 0 0,-1 1 0,3 1 0,-3 0 0,-3 5 0,7-4 0,-6 4 0,10-5 0,0 1 0,-3 3 0,2-1 0,-2 2 0,1 1 0,1-3 0,-2 3 0,1-1 0,2-2 0,0 3 0,1 1 0,2-4 0,-1 4 0,2-6 0,1 3 0,2 0 0,0 0 0,1 1 0,3 1 0,-1-2 0,3 2 0,1 1 0,-1-2 0,6 5 0,-4-5 0,6 5 0,-5-6 0,1 2 0,-3-2 0,-2-1 0,0 1 0,2 1 0,-3-2 0,1 2 0,-2-1 0,-2-2 0,-1 0 0,-1-1 0,-1 2 0,-1-2 0,-1 3 0,-1-3 0,-1 0 0,-5 4 0,0 0 0,-3 1 0,2-3 0,-1 0 0,-1 0 0,-1 0 0,0-1 0,0-1 0,1 0 0,-1-1 0,0 0 0,-2 1 0,3-2 0,-2 1 0,4 0 0,2 0 0,0-1 0,2-1 0,2-1 0,0 0 0,0 3 0,4-2 0,0 3 0</inkml:trace>
  <inkml:trace contextRef="#ctx0" brushRef="#br0" timeOffset="89717">19093 1502 5734,'0'15'0,"0"-4"0,0 4 0,0 1 0,-1-4 0,0 6 0,-1-1 0,0-3 0,0 3 0,0 5 0,1-9 0,0 19 0,1-19 0,0 8 0,0-7 0,1-3 0,0 2 0,-1-5 0,1 12 0,-1-10 0,0 8 0,1-8 0,0-4 0,2 6 0,-1-7 0,1 1 0,0-3 0,-1 0 0,3-1 0,-3-1 0,4-1 0,-1 1 0,1 0 0,-1 1 0,2-2 0,-2 1 0,4 0 0,-5 0 0,3-1 0,-5 0 0,5-3 0,-2 1 0,2-2 0,1 0 0,-3 1 0,2-2 0,-2 1 0,-2 1 0,1 0 0,-8-5 0,0 4 0,-6-4 0,0 6 0,1-1 0,1 0 0</inkml:trace>
  <inkml:trace contextRef="#ctx0" brushRef="#br0" timeOffset="90017">19088 1522 5734,'9'-1'0,"2"0"0,-4 1 0,12-2 0,-10 1 0,12-3 0,-11 0 0,3 0 0,1 0 0,-4 1 0,2 0 0,-4 0 0,-1 0 0</inkml:trace>
  <inkml:trace contextRef="#ctx0" brushRef="#br0" timeOffset="90734">19252 1613 5734,'0'29'0,"0"-14"0,1 15 0,0-17 0,3 4 0,-2-4 0,2 2 0,-3-5 0,1-1 0,0-2 0,-1 0 0,-1-2 0,1 3 0,0-6 0,-1 2 0,2-5 0,-2-4 0,1 1 0,-1-5 0,0 2 0,0-1 0,0-1 0,0 0 0,1-7 0,-1 4 0,3-4 0,-2 5 0,0 0 0,0 0 0,0 2 0,2-4 0,0 3 0,1-3 0,4-3 0,-3 6 0,3-5 0,-2 6 0,-2 2 0,1 0 0,3 0 0,-4 4 0,4-1 0,-6 4 0,1 0 0,0 0 0,3 2 0,-3 0 0,2 1 0,2 9 0,-3-5 0,3 8 0,-5-5 0,1 0 0,0 13 0,-1-8 0,1 8 0,-1-6 0,0-6 0,-1 5 0,1-3 0,-1-4 0,1 3 0,-1 0 0,-1-4 0,-2 9 0,1-11 0,-1 3 0,0-3 0,2-3 0,-2 1 0,1-4 0,0 0 0</inkml:trace>
  <inkml:trace contextRef="#ctx0" brushRef="#br0" timeOffset="91698">19521 1491 5734,'-1'4'0,"2"0"0,1-2 0,4 3 0,-2-2 0,3 1 0,1-2 0,-1 0 0,3-1 0,-3 1 0,5-2 0,-4 1 0,12-2 0,-12 0 0,12 0 0,-14 1 0,4-1 0,-9 1 0,1-1 0,-3 4 0,1-2 0,-2 3 0,1-3 0,0 3 0,0-1 0,0 4 0,1 1 0,-1 0 0,1 4 0,0 2 0,0-2 0,0 3 0,0 7 0,0-8 0,0 18 0,2-7 0,0 7 0,0-9 0,0-5 0,-1-9 0,1 5 0,0-7 0,0 5 0,-2-6 0,1-1 0,-1 0 0,1-1 0,-1 5 0,1-4 0,0 4 0,-1-3 0,1-1 0,-1-1 0,-1 2 0,1-2 0,0 0 0,1-1 0,0 0 0,0-1 0,0 0 0,-2-1 0,0 1 0,0-1 0,-1-1 0,1 1 0,-2 0 0,-1 1 0,-1 0 0,-1 1 0,-3-1 0,1-1 0,-5 1 0,-23 5 0,17-3-206,-19 4 206,26-6 0,0 1 0,1-1 0,-1 0 0,4-1 0,0 1 0,1-1 0,3-1 206,-4 0-206,5 0 0,-2 2 0,5-1 0,1 0 0</inkml:trace>
  <inkml:trace contextRef="#ctx0" brushRef="#br0" timeOffset="93244">16285 2693 5734,'12'1'0,"31"-4"0,-9 0-515,-5 0 1,5 0 514,-1-1 0,5-1 0,0-1 0,-3 2-1639,10-2 1,1 0 1549,-6 1 1,5-1-1,1 0 1,-6 1-449,9 0 0,-3-1 537,-12 3 0,-1-1 0,4 0 0,3-1 0,4 1 0,1 0 0,-2 0 0,3-1 0,-1 1 0,6-1 0,-14 2 0,4-1 0,3 0 0,2 0 0,1 0 0,-2 0 0,-2 1 0,-4 0 0,12-1 0,-5 0 0,0 0 0,4 0 0,-10 1 0,2 0 0,2-1 0,1 1 0,1-1 0,-1 0 0,0 1 0,1-1 0,1 0 0,1 1 0,-1-1 0,-1 0 0,-2 1 0,-2 0 0,1-1 0,-3 1 0,-1 0 0,1 0 0,3 0 0,-1 0 0,3 0 0,3-1 0,0 0 0,-2 1 0,-2 0 0,-4 0 0,2 0 0,-3 0 0,-3 1 0,1 0 0,0 0 0,0-1 0,-1 1 0,0 0 0,9 0 0,0-1 0,1 1 0,-4 0 0,2-1 0,-1 1 0,-2 1 0,0-1 0,-3 0 0,2 1 0,7-1 0,2 0 0,-5 0 0,-3 1 0,-2 1 0,7-2 0,-1 1 0,-15 1 0,1-1 0,17 1 0,-3-1 0,-6 1 0,-13 0 0,-1 0 0,-3-1 0,-7 1 1731,0 0-1731,-7 0 2051,-3-2-2051,1 0 1952,-3 0-1952,-1 0 0,1 1 0,-2 2 0,-4 4 0,0-2 0,-4 2 0</inkml:trace>
  <inkml:trace contextRef="#ctx0" brushRef="#br0" timeOffset="93632">20863 2007 5734,'-11'8'0,"-1"2"0,-1 4-981,-5 4 981,0 4 0,2-3 0,-1 2 0,-9 14-355,8-12 1,-1 2 354,0 3 0,-1 2 0,3-2 0,-1 1 0,1-1 0,-5 7 0,1 0-726,-4 6 1,3-2 725,1 0 0,8-13 0,0 0-801,-5 10 801,7-13 0,1-1 52,-2 4-52,2-4 0,3-3 563,1-3-563,2 0 1797,2-6-1797,3-1 0,4-10 0,2-4 0</inkml:trace>
  <inkml:trace contextRef="#ctx0" brushRef="#br0" timeOffset="93869">21122 1909 5734,'-22'34'0,"1"0"0,-1 0 0,0 1 0,1-3 0,0 1 0,2-2 0,1-3-1009,-1 4 0,0 0 1009,0 1 0,0 3 0,0-2-1520,-3 7 1,0 0 1519,4-6 0,-1 2 0,0 1 0,2-2 0,0 1 0,1-2 0,-2 6 0,0-1 0,3-6 0,1 0 0,0-1-248,-2 10 1,2-3 247,4-11 0,0-1-91,-1 6 0,1-2 91,-6 11 0,3-17 0,-2 1 0</inkml:trace>
  <inkml:trace contextRef="#ctx0" brushRef="#br0" timeOffset="111091">2572 9928 5734,'0'-7'0,"0"3"0,1 0 0,15-15 0,-10 12 0,11-14 0,-11 16 0,-4 2 0,3-2 0,-5 4 0,3-3 0,-3 3 0,1-2 0,-1 0 0,0 1 0,-2-6 0,0 6 0,-1-6 0,0 6 0,2 2 0,-1-1 0,0 1 0,1 0 0,-1-1 0,0 1 0,-3-1 0,3 1 0,-1 0 0,2 0 0,0 0 0,0-1 0,-1 1 0,1 2 0,0-1 0,5 1 0,-1-1 0,8 0 0,-5-1 0,8 0 0,-5 0 0,20-1 0,-13 1 0,14-3 0,-6 1 0,-4-1 0,7-1 0,3-1 0,-7 1 0,9-2 0,0 0 0,-7 2 0,7-1 0,-9 1-412,0 0 412,0 0 0,1 1 0,0-1 0,10 0 0,-8 2 0,8-2 0,-3 2 0,-7 0-406,6 0 406,-9 1 0,8 1 0,-6 0 0,7 0 0,-9 0 0,22-2 0,-16 2-733,18-1 733,-21 0 0,1 1-32,0-2 32,0 1 0,12-2 0,-10 1 0,8-1 0,-12 1 0,1 1 0,-3 0 0,0-1 0,0 1 0,21 0 0,-18 0-17,17 0 17,-24 1 705,0 0-705,1 0 0,0 0 0,0 1 0,0 0 0,2 0 0,0 0 0,1-1 0,0 0 0,0 0 0,-1-1 0,1 0 0,-2 0 0,1-1 0,-1 1 0,0 0 0,-1 0 0,-1 0 428,-1 0-428,1 1 0,-1 0 0,1 0 0,1 0 0,-1 0 0,1 0 0,0-1 0,10 1 0,-7 0 0,16-1 0,2-1 0,-5 1 0,12-1 0,0 0-1020,-17 1 1020,17 0 0,-12 1 0,-9 0-141,10 0 141,-11 0 0,2 0 0,0 0 0,0 0 0,0 0 0,0 0 0,8 0-421,-8 0 1,0 0 420,2 0 0,-1 0 0,1 0 0,11 0 0,-9 0 0,1 1 0,1 0 0,1 0 361,-8 0 0,0 0-361,15 2-380,-9-1 380,9 2 0,3-1 0,-10 1 0,10-1 0,1 0 0,-11-1 0,10 1 0,-1 0 0,-10 0 0,-6-1 0,2 0 0,1 1 0,-1-1 0,19 1-85,-19-1 0,-2-1 85,0 1 0,1-1-455,-1 1 455,1-1 0,3 0 0,2 0 0,3 0 0,6-1 0,4 1 0,-12-2 0,-1 0 0,-4 1 0,1 0 0,9-1 0,-3 0 0,-11 2 0,11-1-35,-15 2 35,-6-1 834,3 1-834,-5 0 1118,-5 0-1118,1 0 572,-4 0-572,-1 0 263,-2-1-263,-10 1 0,0 0 0,-9 1 0,1 0 0,-4-1 0,-4 0 0</inkml:trace>
  <inkml:trace contextRef="#ctx0" brushRef="#br0" timeOffset="119944">8961 9935 5734,'-8'-7'0,"0"-1"0,0 0 0,-1 0 0,-1 0 0,-26-11 0,17 11 0,-19-7 0,16 9 0,5 2 0,-25-6 0,21 5 0,-10-2 0,0 0 0,7 2-638,-21-4 638,26 6 0,-7 0 0,-1 0 0,0 0 0,1 0 0,1 1 0,7 0 0,-10 1 0,-2-1 0,3 1 0,-6 0 0,1 1 0,14 3 0,-5 1-73,7-1 73,0 2 0,-12 3 0,12-3 0,-11 4 0,6-2 0,6-3 0,-5 3 0,9-3 0,-13 3 0,12-3 0,-11 2 633,10-2-633,2-1 78,-3 1-78,4-2 0,-15 4 0,11-1 0,-17 4 0,18-4 0,-4 2 0,4-3 0,1 1 0,-13 7 0,12-5 0,-10 4 0,15-6 0,-10 5 0,7-4 0,-9 8 0,9-4 0,1 1 0,-2 6 0,6-6 0,-3 5 0,1 8 0,3-7 0,-3 9 0,5-5 0,1-5 0,0 5 0,3 21 0,1-20 0,1 6 0,0-1 0,0-8 0,6 22 0,-5-23 0,7 20 0,-5-22 0,2 9 0,6 2 0,-6-11 0,9 10 0,-8-15 0,1-1 0,12 7 0,-7-6 0,9 6 0,-4-3 0,-4-3-253,7 3 253,-8-4 0,10 2 0,-4-3 0,13 1 0,4-1 0,-2-2-249,-1-1 0,1-2 249,10-5-1322,-9-1 1322,-12 0 0,0 0 0,2-2 0,0 0 0,15-4 0,-14 3 0,1-2 0,1 0 0,0-1 0,-8 2 0,2-1 0,8-4 0,4-2 0,-3 2 0,-7 1 0,0 0 0,15-7 0,0-1 0,-9 3 0,-3-1 0,-5 3 0,0 0 0,6-3 0,0-2 0,-2-2 0,-1 0 0,-7 6 0,-1-3 0,4-4 0,2-4 0,-3 0-233,1-12 1,-2-2 232,-3 2 0,-1-3 0,-2 2 0,-1-5 0,-3 0-600,-6 9 1,-2-1-1,-2 4 600,-2-13 0,0 16 0,-1 1-397,-6-19 397,0 13 0,-4-6 285,-5 8-285,1 11 505,-7-4-505,-9 11 0,-12 10 260,-3 5 0,21 3 0,1 2 0,-15 8 1</inkml:trace>
  <inkml:trace contextRef="#ctx0" brushRef="#br0" timeOffset="122689">4586 8280 5734,'7'-1'0,"1"1"0,30-6 0,-16 3 0,12-4 0,9-2 0,-5 1 0,-12 2 0,-1 0-1093,9-1 1,4-1 0,-4 1 656,-8 2 1,1 1 435,6 1 0,9 0 0,3 0 0,-1 1 0,-5 0-529,-1 0 0,-4 0 1,5 0 528,2 0 0,5 0 0,3 0 0,-2 1 0,-4-1 0,-3 1 0,-3 1 0,-2-1 0,0 1 0,5-1 0,-2 0 0,3 0 0,-5 0 0,2 1 0,3-2 0,5-1 0,-10 0 0,5-1 0,3-1 0,3-1 0,1 0 0,1 0 0,-1 0 0,-3 0 0,-2 0 0,-5 2 0,8-2 0,-7 1 0,-1 0 0,3 0 0,5-1 0,-7 1 0,5-1 0,3 0 0,3-1 0,2 0 0,0-1 0,-1 1 0,-3 0 0,-3 0 0,-4 1 0,-6 1 0,7-2 0,-8 1 0,-2 1 0,3-1 0,9-2 0,3 0 0,-2 0 0,-3 1 0,-3 0 0,-3 1 0,0-1 0,-2 2 0,0-1 0,2 0 0,4-1 0,4 0 0,0-1 0,-5 2 0,-4 1 0,-3 0 0,2 0 0,7-2 0,5 1 0,-2-1 0,-6 2 0,-5 2 0,-3 0 0,15-1 0,-2 3 0,-3 2 0,3 5 25,-23 4 1,-5 6-1,-2 3 1</inkml:trace>
  <inkml:trace contextRef="#ctx0" brushRef="#br0" timeOffset="123691">10374 11521 5734,'-5'-6'0,"1"1"0,3-1 0,1 3 0,0-1 0,4 1 0,2 2 0,5-1 0,31-3 0,-9-1-820,4 1 1,12-4 0,3 1 0,-8 1 761,1-1 1,0 1-511,-2 0 1,8-2 0,-1 1 0,-6 2 567,-1-1 0,-3 1-37,3 0 1,0 0 36,2 0 0,0 0 0,2-1 0,0 1 0,-16 1 0,0 1 0,2-1 0,14-2 0,2 1 0,-1-1 0,-11 2 0,-1 0 0,2 0 0,-5 0 0,2 1 0,1-1 0,3 0 0,1 1 0,4-1 0,1 0 0,1 0 0,-3 1 0,-5 0 0,6-1 0,-4 1 0,4 0 0,-7 0 0,6 0 0,1-1 0,0 1 0,-5 0 0,-6 1 0,4 0 0,-3 1 0,0 1 0,3-1 0,-4 1 0,-2 0 0,-1 0 0,13 1 0,-4-1 0,-10 3 0,-4-1 0,-5 0 0,4 2 0,-10-2 1895,6 1-1895,-15-2 3171,3 0-3171,-6-1 554,1-1-554,-2 1 114,-1-1-114,-8 3 0,1 0 0,-7 2 0,3 0 0</inkml:trace>
  <inkml:trace contextRef="#ctx0" brushRef="#br0" timeOffset="132298">5667 12097 5734,'-4'2'0,"1"-1"0,2 1 0,0-1 0,1 0 0,2 1 0,1-2 0,2 1 0,2 0 0,-1-1 0,6 1 0,-6-1 0,8 0 0,-6 0 0,14 0 0,-10 0 0,23-3 0,-18 1 0,28-3 0,-23 4-464,14-1 464,-16 1 0,20-1 0,-15 0 0,0 0 0,1 1 0,-2-1 0,22-3 0,-19 3-748,11-1 748,-11 1 0,2 0 0,0 1 0,10 0-631,-8 0 1,0 0 630,2 0 0,-2 0 0,1 0 0,8 0 0,-10-1 0,1 1 0,17-4 0,-11 1 0,-12 1 0,-1 0 0,12-3 0,1-1 0,6-1 0,1 0 0,-20 4 0,0 0 184,17-3 1,1 1-185,-7 3 0,-4 2 0,5-1 0,-6 1 0,-1 1 0,-4 0 0,-6 0 0,0 1 674,-9-1-674,-7 3 357,-5 0 1,-6 4-1,-3 0 1</inkml:trace>
  <inkml:trace contextRef="#ctx0" brushRef="#br0" timeOffset="134026">5746 12986 5734,'9'-2'0,"-1"-1"0,-4 2 0,0 0 0,5 1 0,-2 0 0,7 0 0,-6 0 0,4 0 0,0 0 0,-1 0 0,3-1 0,0 0 0,-4 0 0,3 0 0,-2 2 0,-1 0 0,0 1 0,2-1 0,-4 1 0,3-1 0,-1 0 0,-1-1 0,5 1 0,-4 0 0,1 2 0,-4-3 0,-2 0 0,0-1 0,4 3 0,-1 0 0,2 2 0,2 0 0,-3 0 0,4-1 0,8 1 0,-9-2 0,9 0 0,-13-1 0,1 0 0,0 1 0,12 3 0,-8-2 0,9 1 0,-6-3 0,-4 0 0,4-1 0,0 0 0,-3 0 0,12-1 0,-12 1 0,6-1 0,-4 2 0,-5 0 0,5 0 0,-2 0 0,-1 0 0,21 2 0,-18-3 0,14 2 0,-20-2 0,2 1 0,-1-1 0,11 2 0,-7-1 0,18 0 0,-18-2 0,9 1 0,-5-1 0,-4 1 0,3 0 0,0 0 0,-5 0 0,4 0 0,0 1 0,-4 0 0,4 0 0,1 1 0,-3-1 0,4 1 0,-4-2 0,-1 1 0,1 0 0,0-1 0,18 1 0,-14 0 0,13 1 0,-13-1 0,-4 1 0,5-1 0,6 2 0,-8-2 0,23 1 0,-22-1 0,19-1 0,-18 0 0,14 0 0,-13 0 0,11 0 0,-14 0 0,4 0 0,8-1 0,-10 1 0,17 0 0,-18 0 0,5 0 0,18-2 0,-20 2-284,19-2 284,-27 1 0,-1 0 0,0 1 0,-2-1 0,1 1 0,-1 0 0,0 0 0,-1-1 284,0 0-284,4-2 0,-3 1 0,4-2 0,2 2 0,-4 0 0,6 0 0,2-1 0,-4 0 0,6-1 0,1-2 0,-5 2 0,6-1 0,-1 0 0,-5 2 0,5-2 0,24-3 0,-23 4-593,23-4 593,-29 4 0,0 1-115,0 1 115,1-1 0,0 0 0,21-2 0,-13 3 0,4-1 0,-1 1 0,-2 0 0,4 0 0,-1-1 0,-1 1 0,3-2 0,2 1 0,-6 0 0,3-1 0,0 1 0,-6 0 0,12-2 0,-14 2 0,-6 2 0,12-1 0,-16 2 0,5 1 0,-9 1 0,-4-1 585,1 1-585,-3-1 123,0-1-123,-1 1 0,-1-1 0,-2 0 0,-13 2 0,-9 5 0,-8-1 0,-3 4 0</inkml:trace>
  <inkml:trace contextRef="#ctx0" brushRef="#br0" timeOffset="139163">16168 12968 5734,'7'0'0,"0"-1"0,-2 0 0,18-3 0,-11 2 0,27-5 0,-23 6 0,16-3 0,-14 3 0,4 1 0,2 1 0,-6 1 0,5-1 0,24 0 0,-23 0 0,4-1 0,0 1 0,-9-1 0,10-1 0,2 1 0,-5-1 0,0 0 0,0 0 0,11-1 0,-13 0-460,13 0 460,-17 0 0,-2 2 0,15-1 0,-12 1 0,10 0 0,1 1 0,-11-1 0,11 1 0,-14 0 0,0 0 0,10-1 0,-5 1 0,20 0 0,-16-1 0,-3 0 0,0 1 0,6-1-782,9 0 782,-12 1 0,13 0 0,-9 0 0,9 0 0,-12 1 0,-1-1 0,-1 0 0,8 0 0,-1 1 0,-2-1 0,0 0 0,8-1 0,-12 0 0,-1 1 0,9-1 0,2 0 0,-1 0 0,-1 0 0,1 0 0,9 0 0,-16-1-705,17 0 705,-23 0 0,23-2 0,-17 2 0,16-2 0,-20 2 0,-3 0 118,2 0-118,-2-1 0,-1 2 0,0-2 0,0 2 731,-2-1-731,5-1 0,1 0 0,0 0 0,7-2 0,-2 1 0,-9 1 0,12-3 0,-6 1 0,-5 1 778,8 0-778,0-1 0,-6 2 320,6-1-320,0 1 0,-6 1 0,6-1 0,-2 0 0,0 1 0,1-1-414,-1 1 0,0 0 414,-8 0 0,1 1 0,0-1 0,3 0 0,1-1 0,4 1 0,-6-1 0,3 1 0,21-2 0,-21 1-646,21-1 646,-27 2 0,0 0 538,1-1-538,-1 1 0,2-1 0,0 0 0,-1 1 0,1 0 0,0 0 0,0 0 0,9 0 0,-6 0 0,7 1 0,2 1 0,-8 0 0,9 1 0,0 0 0,-7-1 0,8 1 0,0 0-698,-9-1 698,8 1 0,-1 0 0,-8-1 0,7 1 0,-1 1 0,-8-1 260,0 0 1,1 0-261,8 0 0,6 1-219,-13-1 219,-8-1 0,-1 1 0,10 2 0,-7-2 0,7 2 0,-8-2 0,10 2 0,-6-1 722,7 0-722,10 4 0,-14-3-424,13 2 424,-19-2 276,0-1-276,1-1 0,0 1 0,11 1 0,-7-2 0,8 3 0,-2-2 0,-7 0 0,6 1 0,1-2 0,-8 1 560,8 1-560,-9-2 0,2 0-300,1 0 300,1 0 0,1-2 0,1 1 0,-1-1 0,1 0 0,-2 1 0,4-1 0,0 1 0,3 1 0,-3-1 0,-2 0 0,-4 0 0,0 0 0,0 0 0,23 0 0,-16-2 0,-6 1 0,0 0 0,18-2 0,-8 2 0,12-1 0,-20 1 0,-1 0 0,16 0 0,4 1 0,0 0 0,-21-1 0,-1 1-738,14 0 0,-1 0 738,3 1 0,0-1-1046,0 1 1046,0-1 0,0 1 0,-12-2 0,0 1 0,15 1 0,-15-1 0,0 0 0,9 0 0,-1 0 0,-1 0-155,0 1 155,12-1 0,-13 1-254,9-1 254,-18 1 0,-1-1 1060,-3 0-1060,-1-1 0,-3 1 0,-1-1 1140,-1 1-1140,0-1 197,3 0-197,-3-1 832,4 0-832,-6 0 0,9-2 0,-3-1 200,5-2-200,3-2 0,0-1 0,-4 2 0,2-2 0,-3 1 0,-13 5 0,-5 1 0,1 1 0,-3 0 0,-3 1 0,-1 0 0,-3 0 0,-4 1 0,-26 0 0,9-1 0,-22 0 0</inkml:trace>
  <inkml:trace contextRef="#ctx0" brushRef="#br0" timeOffset="144363">14222 10651 5734,'7'1'0,"1"-2"0,1-1 0,2 1 0,15-4 0,-9 2 0,7 1 0,0 0 0,-3 1 0,5 1 0,1-1 0,-5 2 0,5 1 0,0 0 0,-1 1 0,15 3 0,3 0 0,-16-2 0,18 2 0,-23-4 0,10 1 0,-8-2 0,11-1 0,1 0 0,-5-1-511,0 0 0,-2 1 511,-8 0 0,19 1 0,6 0 0,-12 1 0,1 0-654,-9-1 1,-1 1 653,2-1 0,-2 1 0,6 0 0,-7 0 0,0 0 0,14 0 0,-13 0 0,1-1 0,11 1 0,1-1 0,-2 0 0,1-1 0,-14 1 0,2-1-479,10 0 0,7 0 1,-6 0 478,-11-1 0,0 1 0,15-1 0,0 0-381,3 1 381,-12 0 0,0 0 0,-7 0 0,0 0 223,8 0 1,0 0-224,15 0 0,-13-1 0,9-1 0,1 0 0,-6 0-1018,2 1 1,0-1 1017,-1 0 0,6 0 0,-1 0 0,-8 0 0,-7 0 0,-4 0 220,2 0 1,-1 0-221,1 1 0,-1-1 0,-1 1 0,2-1 0,10 1 0,5 0 0,-4 1 0,-6-1 0,2 0 0,3 1 0,5 0 0,1 1 0,-8-1-221,-4 0 1,-3 1 220,17 0 0,1 0 0,-10 0 0,-2 0 0,-7-1 0,1 1 0,8-1 0,1 1 0,-11-1 0,1-1 0,14 1 0,1-1 0,-9 0 0,0 1 333,11-1 1,2 0-334,-15 0 0,1 1 0,-2-1-261,7 0 0,-1 1 261,-4-1 0,1 1 0,-3-1 0,4 1 0,-1 0 0,-2 0 0,3 1 0,-2-1 0,5 1 0,1-1-49,-6 1 1,2-1 0,-2 1 48,0-1 0,5 1 0,-5-2 0,7 1 0,5-1 0,2 0 0,0 0 0,-3 0 0,-6 0 0,10 0 0,-6 0 0,5-1 0,-8 1 0,6 0 0,4 0 0,0-1 0,-2 1 0,-4 0 0,-7-1 0,0 1 0,-6-1 0,1 0 0,2 1 0,0-1 0,0 1 0,0-1 0,0 1 0,4-1 0,-1 1 0,4 0 0,1 0 0,-1 0 0,-3 0 0,5 0 0,-4-1 0,8 1 0,-10 1 0,7-1 0,4 1 0,3-1 0,-1 1 0,-2-1 0,-4 1 0,-5 0 0,9-1 0,-8 1 0,6 0 0,-6 0 0,4 0 0,4 0 0,-2 1 0,-4-1 0,-7 0 0,5 1 0,-2 0 0,6 1 0,4 0 0,-5-1 0,-8 0 0,-2 1 0,5-1 0,2 2 0,-11-2 0,-15 1 0,-12 4 0,-21-1 0,-8 2 0</inkml:trace>
  <inkml:trace contextRef="#ctx0" brushRef="#br0" timeOffset="148857">14845 10628 5734,'-2'-4'0,"1"1"0,1 1 0,-1-12 0,0 7 0,-1-8 0,1 8 0,0 1 0,0-2 0,-1 2 0,0-1 0,0 0 0,2 2 0,-2-2 0,2 0 0,0 1 0,0-2 0,0-2 0,0 2 0,1-2 0,0-1 0,1 3 0,-1-3 0,0 4 0,-1-1 0,1 1 0,-1-1 0,0-5 0,0 3 0,1-4 0,2-14 0,0 14 0,-1-13 0,-1 18 0,-1-12 0,0 10 0,1-9 0,1 9 0,1-4 0,1 4 0,0-2 0,-2 7 0,0-3 0,0 4 0,-1-2 0,0 3 0,1 1 0,-1 1 0,1 0 0,0 0 0,2 0 0,3-1 0,-2 1 0,4-3 0,2-1 0,-2 1 0,3-3 0,1 1 0,-3 1 0,3-2 0,-2 1 0,-4 2 0,7-4 0,-9 6 0,4-1 0,-2 4 0,0 0 0,2 0 0,2-1 0,-3 0 0,3-1 0,6 1 0,-8 0 0,8 1 0,-11-2 0,0 1 0,4 1 0,-3 0 0,5 4 0,-6 0 0,2 1 0,1 1 0,-3-1 0,3 3 0,1 3 0,-4-3 0,8 12 0,-9-10 0,5 12 0,-6-11 0,1 4 0,2 9 0,-2-7 0,8 28 0,-8-27 0,5 14 0,-8-22 0,3 3 0,-3-2 0,2 1 0,0 5 0,-2-7 0,4 14 0,-5-14 0,2 5 0,-2-7 0,1 0 0,0-1 0,-1 1 0,2 1 0,-2-1 0,2 1 0,-1 1 0,0-2 0,1 2 0,1 2 0,-2-3 0,2 3 0,0 0 0,-1-3 0,0 2 0,0-3 0,-1 0 0,1 0 0,-1 0 0,1 1 0,-1 1 0,1-2 0,1 2 0,-1-3 0,2 14 0,-2-8 0,1 10 0,-2-11 0,1 0 0,-1 0 0,1 7 0,0-5 0,0 4 0,0 1 0,0-5 0,2 14 0,-3-14 0,2 8 0,-1-11 0,-1 0 0,1-1 0,-1 0 0,1 0 0,-1 1 0,-1 1 0,1 0 0,0 1 0,1 4 0,0-3 0,0 2 0,0-6 0,-1 0 0,1-1 0,0 1 0,0-1 0,4 6 0,-4-6 0,3 4 0,-3-4 0,0-2 0,1 2 0,1 1 0,-2-4 0,10 14 0,-7-13 0,6 9 0,-7-11 0,2 2 0,-1-1 0,0 1 0,1 0 0,-2-1 0,1 1 0,3 2 0,-3-3 0,3 4 0,-5-5 0,1 0 0,-1 0 0,2 0 0,0 0 0,0-1 0,1 1 0,-1 0 0,2 2 0,-1-1 0,1 1 0,-1-3 0,-1 0 0,1 0 0,3 0 0,-2-2 0,2 1 0,4-1 0,-5-1 0,12-1 0,-7-3 0,11-10 0,-9 1 0,3-5 0,-6-1 0,-3 4 0,2-5 0,-4 6 0,4-13 0,-4 10 0,3-10 0,7-18 0,-10 19-387,0 1 0,1 1 387,-4 2 0,5-22 0,-4 15 0,3-17 0,-3 6 0,-2 8-234,1-11 234,1-4-1183,-2 11 1183,1-11 0,0-1 0,-2 12 0,2-10 0,-2 2 0,0 11 530,1-9-530,-1 2 0,0 8 0,1-9 0,1-1-941,-1 9 941,2-8 0,-1-3-59,-1 15 1,1-3 58,0 0 0,0 1 0,0-1 0,0 2 396,3-12-396,-2 13 0,-1 1 0,1-1 0,2-12 0,-2 10 0,2-9 0,-1 1 0,-1 10 0,1-8 0,-1 13 0,7-17 0,-4 14 0,5-14 0,-5 20-146,0-2 146,1 2 0,4-6 0,-2 7 0,2-2 0,-4 6 0,16-13 0,-12 12 0,4 0 0,1 1 0,-5 6 0,21-11 0,-20 11 0,10-3 0,-13 7 957,1 1-957,0 1 0,13 2 0,-8 2 360,23 7-360,-9 9 0,8 6 500,-10 1-500,-9-4 0,-8-3 0,1 0 0,-2 1 0,4 8 0,-4-6 0,2 7 0,-4-7 326,2 8-326,4 12 0,-3-6 0,2 4 0,-1 0 0,-4-12 0,4 13 0,-3-9-607,-3-7 607,3 8 0,-4-9 0,2 10 0,-2-7 0,0 8 0,-3-8 0,-2 0 0,-1 0 0,0 2 0,-1 6 0,-1 1 0,-1 4 0,1-4 0,0 1 0,-1 10 0,1-10 0,0 11 0,2 0 0,-1-9 0,2-6 0,-1 1 0,1 3 0,1 0 0,-1-5 0,0-1-526,0 6 0,0-3 526,0 5 0,-1-1-231,2-1 231,-1-10 0,0 0 0,1 12 0,2 9 0,2-1 0,-3-17 0,1 1 0,-1-5 0,0-1-346,0 4 1,0-3 345,1 2 0,2 12 0,-2-9 0,3 8 0,0 1 0,-2-8 0,2 0 0,0 0 0,1 1 0,-2-7 0,1 0 0,5 10 0,-3-8 0,5 9 0,0-2 0,-1-8 0,4 7 0,2-3 0,-5-6 0,7 5 0,-4-7 0,2-1 0,-1-1 0,4 1 0,-2-3 0,-5-10 478,6 2-478,-7-5 0,0-2 1285,0 0-1285,1-2 0,13-13 0,3-5 0,-2-1-612,3-4 0,-2-1 612,-10-4 0,1-5 0,-7 6 0,0-1 0,-4 5 0,1 0 0,2-8 0,1-3 0,-2-5 0,-1 1 0,-3 6 0,0 0 0,2-11 0,-1-2 0,-3 11 0,-2-1 0,0 1-954,2-7 1,-2 0 953,0 5 0,0-2 0,0-1 0,-2 1 0,1-2 0,-1 0 0,0 4-398,0 2 1,0 3 0,-1-4 397,2-9 0,-1-5 0,1 0 0,-2 6-134,1-1 1,-2 3 133,1 7 0,-1-1 0,1-3 0,0-2 0,0-4 0,1 1 0,-1 4 0,1-8 0,0 0 0,-1 8 0,1-4 0,0 0 0,-1 6 0,2 3 0,-1 3 0,1-1 0,-1 0 0,1 1 0,0 0 0,-1 0 0,1 1 0,0 0 0,-1 0 0,1 2 0,0-2 0,0-3 0,0-3 0,0 3 0,0 2 0,1 0 0,1-10 0,2-5 0,0 7 0,-3 15 0,1 1 0,5-17 0,2 1 0,6 0 0,0 3 0,0 8 0,-5 12 0,0 3 674,1 2-674,10-1 0,-5 5 2566,10-2-2566,9 6 0,-7 1 1672,12 1-1672,3 5-799,-11 2 799,10 2 0,-2 6 0,-11-3 0,8 5 0,-5 5 0,-9-3-149,6 8 149,-6 7 0,-8-5-970,3 11 970,-9-8 0,-2 3 0,-1 3-101,-5-9 1,1 3 100,0 15 0,0 0 0,0-7 0,-2 1 83,2 7 0,-1 1-83,0-7 0,0-2-818,-1-7 1,1 0 817,0 8 0,2 4 0,-2-9 0,0 2 0,1 1 0,-1-4 0,1 7 0,0 0 0,1-1 0,0 5 0,0 1 0,1-3-442,-1 1 1,1-2 0,0-1 441,-2-6 0,1 0 0,-1 0 0,2 5 0,0 1 0,0-4 0,-2-6 0,0-2 0,0 0 0,0 1 0,3 10 0,0 1 0,-2-11 0,-1 0 0,1 2 0,1 3 0,-1-4 0,-2-2 0,1-3 0,0 8 0,1 1 0,0 4 0,0-3 0,2 10 0,-1-1 0,1-3 0,-3-13 0,0-4 0,-1-2 189,0-9-189,1 5 2326,1-3-2326,-3-7 1756,4 8-1756,-5-10 1439,2 2-1439,0-2 24,-1-1-24,3 2 0,-1-2 0,-1-1 0,0-1 0,-1-1 0,-1-1 0,1-1 0,1-1 0,2-2 0,-1-2 0,3-3 0,-3 0 0,1-2 0,1 0 0,6-12 0,-4 7 0,4-9 0,-4 9 0,15-25 0,-9 16 0,-3 2 0,1-1 0,4-11 0,-4 6 0,-2-6 0,0 0-1558,1-7 1558,-4 9 0,-1-1 0,-2 2 0,-1 1 0,2-17 0,-2 16 0,0-1 0,-1 1 0,0 2 0,3-15 0,-3 16 0,0 0-562,0 3 1,1 0 561,1-11 0,6-11 0,1 0 0,-2 8 0,0 1 0,1 3 0,-4 14-120,0 1 120,0 2 0,3-5 0,-4 7 0,3-5 0,-2 2 0,-2 5 0,4-11 0,-5 11 1335,2-4-1335,-4 9 1304,2-1-1304,-1 1 162,0-1-162,2-3 0,-3 6 0,2-3 0,-1 5 0,-2 1 0,2 0 0,2 0 0,-2 1 0,3-1 0,-5 1 0,0 1 0,-1 0 0,2 2 0,-2 0 0,2 2 0,-2-1 0,1 0 0,0 1 0,2 2 0,-2-1 0,3 4 0,-3-4 0,2 2 0,-1-1 0,0-2 0,3 8 0,-4-3 0,2 4 0,-3 2 0,1-3 0,0 6 0,-1 0 0,-1-3 0,0 5 0,2 0 0,-2-2 0,2 5 0,0 1 0,0-5 0,1 6 0,0 0 0,-1-6 0,1 6 0,0-1 0,1-7 0,0 5 0,6 13 0,-5-18 0,5 15 0,-7-23 0,0 0 0,0-1 0,-1-1 0,2 2 0,-2-4 0,1 1 0,0-3 0,-1-1 0,0-1 0,0-1 0,-1 0 0,2-4 0,0 2 0,3-6 0,-2 3 0,1-1 0,0-2 0,0 3 0,6-11 0,-5 8 0,6-14 0,-9 13 0,-1-4 0,-16 6 0,-2 3 0,-10-2 0</inkml:trace>
  <inkml:trace contextRef="#ctx0" brushRef="#br0" timeOffset="150429">16483 9412 5734,'6'26'0,"0"-1"0,-3-9 0,1 3 0,0 10 0,1 2 0,0 6 0,-1-5 0,0 5 0,-2 12 0,0-2-1639,-1-19 1,-1 1 1272,1 3 1,-1 3-1,0 0 366,-1 10 0,0-3 0,0-16 0,0 3 0,1 6 0,-1 7 0,1 0 0,-1-7 0,1-6 0,1-1 0,-1 7 0,0 4 0,0-7 464,1 0-464,0-1 786,0-2-786,0 11 0,-1-10-493,-1 8 493,-1-15 0,-2 24 0,1-23 1781,0 22-1781,2-35 721,1 2-721,0-10 29,0-2-29,-3-6 681,1-2-681,-2-8 0,1-1 0,0-2 0</inkml:trace>
  <inkml:trace contextRef="#ctx0" brushRef="#br0" timeOffset="150913">16350 9790 5734,'2'-19'0,"0"-4"0,1 9 0,9-19 0,-4 14 0,7-13 0,-2 5 0,-3 6 0,3-5 0,-2 3 0,-2 8 0,1-4 0,-3 7 0,-1 4 0,0 0 0,0 6 0,-1 4 0,3 4 0,9 17 0,-5-6 0,16 21 0,-10-16-674,0-3 1,1-1 673,9 3 0,-1-4 0,2-2 0,9 1 0,-11-6 0,0-1 0,13 0 0,2-1 0</inkml:trace>
  <inkml:trace contextRef="#ctx0" brushRef="#br0" timeOffset="151662">18318 9346 5734,'-4'-1'0,"1"2"0,0 4 0,2 8 0,-1 0 0,1 18 0,1-9 0,-1 11 0,1-3 0,0 2 0,0 11-1093,-1-5 1,0 7 0,1-4 1044,-1-10 0,0 2 48,1 4 0,-1 7 0,0 1 0,0-7 0,0 2 0,0-2 0,0 2 0,0 2 0,0-1-946,0 6 1,1-2 945,-1-12 0,0 3-118,1 3 1,1 7-1,0-1 1,0-6 117,0-7 0,0-2 0,1 10 0,-1 4 0,1-11 0,-1-15 0,1-1 456,-1-5-456,0 4 1886,-1-10-1886,0 2 3276,0-6-3160,-1-3-116,0-2 0,-1-3 0,-2-7 0,0 2 0,-2-8 0,1 1 0,-1-2 0</inkml:trace>
  <inkml:trace contextRef="#ctx0" brushRef="#br0" timeOffset="152217">18055 9585 5734,'4'-6'0,"3"0"0,-1-2 0,7-6 0,-3 2 0,5-7 0,-3 4 0,0-2 0,0 0-288,0-1 288,-1 0 0,13-20 0,-12 18 0,10-15 0,-15 23 0,5-5 0,-2 5 0,3-4 0,1 3 0,-1 4 71,3-1-71,4 8 0,-5 2 0,6 6 0,1 14 0,-5 1-352,5 13 352,-10-10 0,-1 2-1495,7 15 1495,-7-13 0,1 2 0,0 1 0,0-1 0,-3-7 0,1 2 0,7 14 0,0 0 0,-7-16 0,1 0 0,6 12 0,1 0 0,3 3 0,-5-9 0,0 0 0,1 1 0,3 8 0</inkml:trace>
  <inkml:trace contextRef="#ctx0" brushRef="#br0" timeOffset="168331">11978 14336 5734,'7'-2'0,"34"-21"0,-24 13 0,22-10 0,1 0 0,-17 11 0,0-1 0,2 0 0,15 0 0,-19 6-449,19-4 449,-25 7 0,14-1 0,-8 0 0,12 0 0,-11-1 0,1-2 0,3 0 0,13-6 0,-7 3-780,9-4 780,-14 3 0,6 1 0,0-1 0,0 1 0,-1 1 0,-2 0 0,-10 5-534,11-1 534,-7 2 0,3 0 0,1 0 0,3 1 0,-1 0 0,0 0 0,1-1 0,8 1 0,9 1 0,-17 0 289,14 3-289,-1 0 0,-16-1 204,15 2-204,-20-3 0,19 4 0,-16-3 565,14 3-565,-11 0 0,-7-1-303,5 2 303,-8-2 0,8 0 0,-6 0 0,6 1 0,-8-1 0,10 2 0,-7-3 0,9 1 0,3-3 0,3 0 0,-1 0 682,-3 0-682,10 5 0,-14-2-776,15 2 776,-20-2 0,6-2 0,0 0 0,5 1 150,-6-1 0,3-1-150,-4 0 0,-2-1 0,9 0-543,-7-1 0,0 1 543,3-1 0,-1 0 0,1 1 0,-4 1 0,0 0 0,7 0 79,-2 1 0,0 0-79,-3 0 0,9 1 0,-12-2 0,12 1 0,-9 0 0,9 0 0,0 1 0,-10-2 0,10 2 0,0-1 0,-9 0 0,9 0 0,-11-1 0,11 2 0,3-1 0,1 1 0,-8-1 0,6 1 0,-7 0 0,4 0 0,-8-1 0,0 1 0,16 0 0,-10-1 0,10 1 0,-14-2 0,-1 0 0,-1-2 0,0 0 0,9 1-63,-9-1 0,0 0 63,2-1 0,14 1 0,-10 0 0,3 0 0,-1 0 0,3 1 0,6 0 0,0 1 0,-6 1 0,7 1 0,0 1 0,-6-1 0,-9 0 0,1-1 0,-7 0 0,-2 0 0,15 1 0,-14-2 0,0 1 0,1-1 0,-1 0 0,15 0 0,-15 0 0,0 0 0,2 0 0,-2 0 0,14 0 0,-14 0 0,1 0 0,0 0 0,-2 0 0,14 1 0,1-1 0,1 1 0,-12-1 0,-1 1 0,7-1 0,-1 0 0,13 2 0,-14-3-675,-1 1 675,0-1 0,0 0 0,1 0 0,1-1 0,0 0 0,0 1 0,0 1 0,5 2 0,-3-1 0,-10-1 0,1 0-306,8 1 1,5 1-1,-7-1 306,0 1 0,1 0-907,14 1 907,-10-1 0,10 0 0,0 0 0,-11-1 0,11 0 0,0 0 0,-13 0 0,1-1 0,-1-1 0,1 2 0,-8-1 0,0-1 143,13 2-143,-8-2 0,10 0 0,0-1 0,-10 0 0,9 0 0,-2 0 0,-10-1 0,9 1 0,1 0 0,-9-1 102,1 0 0,2 0-102,12-1 0,-17 0 0,0 1 0,12-1 0,-11 1 0,-1 0 0,-2-1 0,1-1 0,8 1 0,-8 0 0,0-1 0,19 0 0,-10 1 0,11-1 0,-15 0 0,0 0 0,10-1 73,-10 1 1,1 0-74,2-1 0,1 0 200,1 0-200,-1 1 0,-2-1 0,5 1 0,-3-1 0,-8 1 0,1 1 0,5-1 0,7-1 0,0 0 0,-8 1 0,-7 0 0,-1 1 0,7 0 0,4-1 0,-5 0 0,15-1 0,-16 3 0,1-1 0,7-1 0,-2 1 0,-12 0 0,1 1 0,9-2 0,4 1 0,-4-1 0,12-1 0,-3 0 0,-1 0 0,-1-1 0,-16 2 0,3-1 0,18-3 0,0-1 0,-20 4 0,1-1-316,21-3 1,-2 0 315,-3 0 0,1 1-145,2-1 145,-12 3 0,2 0 0,-9 1 0,0 0 0,9-1 0,1 1 0,1-1 0,0 0 0,-10 1 0,3 0 0,9 0 0,6-2 0,-4 2 0,-8 0 0,1-1 0,8 1 0,7-2 0,1 1 0,-7 0-39,-4 1 0,-1 0 39,-1 0 0,7-1 0,-1 1 0,-7 0-387,-4 1 1,-2 1 386,10-2 0,1 0 0,-3 0 0,-1 1 0,-9 0 0,0 0 0,7-1 0,1 1-26,-2-1 0,-1 0 26,-9 1 0,1 0 41,6-1 0,0 0-41,-1 1 0,-1 0 0,15-1 0,-16 1 0,0 0 0,0 1 0,-2 0 0,15 0 0,-15 1 0,0 0 0,-1 1 0,-1 0 0,13 1 0,-14-1 0,1 1 0,-1 0 0,0 0 0,13 0 490,-13 0 0,1 0-490,13 0 0,0-1 0,5 1 674,-7-1 1,1 0-675,8 3 777,-12-2-777,11 2 0,-13 0 0,-1-1 0,4 2 0,-7-1 0,0 0-156,10 4 156,-16-5-178,12 4 178,-19-5 0,19 0 0,-13-1 0,5 0 0,0-1 0,-5 0 0,19-2 0,-21 2 0,5 0 0,-2 0 0,-6 1 427,4 0-427,0 0 1077,-9 0-1077,7 0 752,-13 0-752,1 0 230,-5 0-230,-13 0 0,-1 1 0,-15 0 0,-16 3 0,4-2 0,13-1 0,0 1 0</inkml:trace>
  <inkml:trace contextRef="#ctx0" brushRef="#br0" timeOffset="170356">19586 13162 5734,'-32'-11'0,"0"-1"0,6 4 0,-1 0 0,-10-2 0,-2 1-1639,8 3 1,-1 1 1182,-1 0 0,-4 1 456,2 2 0,-6 0 0,-2 1 0,5 0-515,2 0 0,2 1 0,-3 0 515,-3 0 0,-3-1 0,-2 2 0,-1 3 0,6 1 0,-2 1 0,-2 3 0,1-1 0,2 1 0,4-2 0,-12 3 0,5 0 0,-4 1 0,9-2 0,-3 1 0,-3 0 0,1 1 0,2 1 0,3 0 0,0 3 0,3 2 0,2-1 0,1 1 0,-2 1 0,1 0 0,0 1 0,3 0 0,-2 1 0,2 1 0,3-1 0,-10 9 0,5 5 0,11-4 0,0 6 0,2 0 0,2-2 0,3-4 0,2-1 0,1 3 0,-1 2 0,-1 4 0,3 0 0,6-2 0,9 6 0,6-1 0,2-2 0,-1-7 0,0-1 0,3 0 0,7 10 0,2 1 0,2-4 0,-2-10 0,2-4 0,4 1 0,4-2 0,5 1 0,1-2 0,-1-2 0,4 1 0,-1-3 0,4 0 0,-2-2 0,4 0 0,0-2 0,-2-3 0,2-1 0,-2-4 0,6-4 0,-13-3 0,5-2 0,3-1 0,2-2 0,1-1 0,-2 1 0,-2-1 0,-4 1 0,2 1 0,-5-1 0,-2 1 0,4-3 0,4-2 0,-8 1 0,3-3 0,4-1 0,3-1 0,1-1 0,0-1 0,1-1 0,-2 1 0,-2 0 0,-3 0 0,-3 1 0,-6 1 0,13-7 0,-8 1 0,-2-1 0,4-2 0,-4 3 0,3-1 0,3-2 0,-1 0 0,-2-1 0,-4 0 0,-6 1 0,5-11 0,-8 0 0,-3 1 0,2-5 0,-4 0 0,-6 5 0,-2-1 0,-4 3 0,-6-1 0,-9 0 0,-8 2 0,-9-3 0,-2 1 0,3 3 0,-5-4 0,-1 2 0,3 5 0,-3-3 0,-2 2 0,1 5 0,-6 6 0,-1 5 0,3 2 0,2-1 0,0 2 0,0 1 0,-2 1 0,4 3 0,-10 5 0</inkml:trace>
  <inkml:trace contextRef="#ctx0" brushRef="#br0" timeOffset="171507">19048 14763 5734,'-2'-8'0,"2"-2"0,0 7 0,0-2 0,0 6 0,5 10 0,0 1 0,3 11 0,4 12 0,-2-3-488,4 14 488,-7-19 0,0 1-1522,5 18 1522,-5-17 0,0 3 0,1 2 0,0 4 0,0-3 0,1 3 0,0 0 0,-1-2 0,1 1 0,-1-3 0,-1-5 0,0-5 0,1 9-717,3 5 717,-4-11 0,1 3-182,-2-9 182,-3-7 367,1 2-367,-1-2 1424,-2-7-1424,1 3 870,-2-9-870,0-2 248,-1-1-248,0-2 0,-1 0 0,-1 0 0,0-1 0,1 2 0,-2-1 0,1 2 0,0 0 0,-1-2 0,-4-4 0,2 2 0,-3-3 0,3 3 0,2 0 0,-1 0 0,-1-1 0,1-1 0,-5-5 0,4 3 0,-16-26 0,12 20-299,-10-17 299,11 21-92,-5-8 92,5 9 0,-4-6 0,7 10 0,3 1 0,-1 1 296,2 2-296,0 1 95,0 0-95,2 2 0,0 4 0,1 7 0,1 1 0,1 4 0,6 8 0,-1-5-471,6 9 471,-2-8 0,9 11 0,-5-6 0,6 7 0,-2-3 0,1-1 0,-5-8 0,0 0 0,2 2 0,4 1 0,-16-19 0,2-3 0,6-17 0,-3 2-429,7-13 429,-7 5 0,7-17 0,0-4 0,-1 5-502,0-5 1,0 4 501,-7 17-318,0-5 318,-2 8 0,0-1 0,-3 8 0,-2 2 368,-1 2-368,0 2 1461,-1 1-1461,-1 1 392,-2 2-392,0 1 0,-4 1 0,1 1 0,-2-1 0</inkml:trace>
  <inkml:trace contextRef="#ctx0" brushRef="#br0" timeOffset="173907">18379 16159 5734,'5'24'0,"0"4"0,2 7 0,1 4-1639,-3-14 1,1 1 1314,3 16 1,0 0 323,-3-16 0,-1-3-134,1 2 0,-1-1 134,0 0 0,-1 1 0,3 18 0,0 0 0,-2-17 0,-1 1 0,0 6 0,1 5 0,-2-7 0,1 6 67,-2-5 1,-1-2-68,-1-11 0,-6 2 0,2-21 1690,-4-7-1690,2-16 0,2 2 0,-1-11 0,7-10 0,1 8 0,4-2 0,2-2-145,0 13 1,1 1 144,1-6 0,2 1 0,9-7 231,-5 14-231,1 4 0,2 2 0,15 4 0,-13 7 0,11 5 0,-9 18 0,-12-3 0,-5 10 0,-3 1 0,-8-1 969,-7 19-969,-2-24 0,-2 1 0,-10 6 0,0 1 0,4-7 0,-4 4 0,3-5 0,19-17 727,0-2-727,11-2 0,0 0 0,4 1 0,3 1 0,-3 0 729,4 2-729,0 0 0,-3 0 0,4 1 0,27-2 0,-25-4-277,24-1 277,-32-4 0,-1 1 0,0-1 0,-1-1 0,2-7 0,-3 1 0,2-6 0,-2-4 0,-5 4 0,2-6 0,-8 0 0,-2 1 0,0 1-219,-1-1 0,0 3 219,-1 10 0,-10 2 0,7 7 265,-9 5-265,3 16 0,5-1 0,-4 10 0,6 8 0,4-7 0,0 9 0,9 0-708,0-10 708,4 6 0,6-7 0,-3-8 417,5 1-417,7-8 0,-7-7 0,20-11 0,-20-3 0,16-23 0,-19 15 0,4-11 0,-8 8 0,-3 6 0,2-4 0,-3 11 0,-2 7 741,-1 6-741,-4 18 0,1-8 0,1 9 0,2-4 0,-1-9 0,0 5 0,-10-26 0,4 2 0,-6-14 0,5-16 0,4 11 0,0-16 0,6 7-775,1 9 775,3-8 0,3 5 0,-2 8 0,3-3 0,3 3 0,-6 11 0,13-2 0,-12 13 0,6 4 0,-4 10 0,-4 0 0,1 6 0,-1 6 0,-2-6 775,0 7-775,5 13 0,-5-18-277,6 15 277,-6-25 0,1-3 0,-2-1 0,4-2 0,-2-3 0,1-4 0,2-8 277,-4 0-277,2-6 0,-2-4 0,-2 5 0,0-6 0,0-2 0,-2 9 0,1-3 0,-2 14 0,2 3 0,2 16 0,-1-5 0,3 11 0,2-4 0,0-5 0,5 3 0,4-7 0,-4-4 0,6-3 0,-1-10 0,-6-2 0,4-6 0,-4-8 0,-5 3 0,1-9 0,-8-18 0,-1 14-1066,-3-9 0,-2 0 1066,0 3 0,0 7 0,0 1 0,-2-10 0,-2 2 0,3 10 0,-2 11 0,4 22 0,0 7 0,0 7 0,2 23 0,0 5 0,2 0 1066,-2 1 0,4 2-1066,8-7 0,2-4 0,-1 0-555,1-2 1,1-4 554,-4-18 0,0-1 0,-3-6 0,0-2 0,-3-9 0,0-3 0,-1-4 0,0-11 0,-1 8 0,6-17 0,-3 19 0,14-11 0,-8 14 1109,8-3-1109,-7 8 0,4-2 0,-5 3 0,5 13 0,-12-1 0,0 12 0,-10 3 0,1-4-238,0 7 238,3-9 0,2 1 0,1-2 0,1-1 0,2-2 0,3 1 0,8-8 0,-1-4 0,4-9 0,4-26 0,-8 8-63,7-18 63,-9-4-1713,-3 6 1713,-3 12 0,-1-2 0,-1-7 0,-1 0 0,0 7 0,-1 0 0,1-9 0,-1-2 0,-2 3 0,0 2 0,-1 9 0,1 1 0,-2-5 0,0 1-324,-3-5 324,-4-2 0,3 14 0,-4 1 0,1 22 0,2 6 240,-2 10-240,6 18 0,3-5 1422,3 14-1422,3-19 0,0-1 0,5 14 0,-1-8 0,2 1 0,3-4 0,0-2 0,8 16-353,4-3 353,-15-25 0,-1-3 0,1-3 0,3-7 0,-2-3 0,4-7 0,-5-1 0,-1-2 0,0 0 0,-1-1 0,3-11 0,-5 10 0,3-6 262,-3 13-262,-3 4 767,2 2-767,0 5 0,8 6 0,0 1 0,7 6 0,-3 1 0,8 8 0,2 3 0,4 3-188,-3-2 0,2 1 188,-1-6 0,-2-2 0,9 5 0,3-4 0,-1-2 0,-9-10 0,10 0 0,-29-15 0,-5-3 0,-3-3 0</inkml:trace>
  <inkml:trace contextRef="#ctx0" brushRef="#br0" timeOffset="174167">18499 17456 5734,'26'-8'0,"1"-1"0,-3 1 0,3-1 0,11-5 0,6-2 0,-1 1-1093,-12 4 1,0 0 0,1 0 297,11-4 1,2 0-1,3-1 795,-9 4 0,2 0 0,2 1 0,-2-1 0,-2 2-25,6-3 1,-3 2 0,3-1 24,-7 2 0,4-1 0,1 0 0,-1 1 0,-2 0 0,-1 1 0,-1 1 0,-2 0 0,-2 1 0,3-2 0,-2 2 0,2-1 0,7-2 0,2 0 0,-4 0 0,-1 0 0,-3 1 0,-2-1 0,0 0 0,-3-1 0,0 1 0</inkml:trace>
  <inkml:trace contextRef="#ctx0" brushRef="#br0" timeOffset="174307">20967 17206 5734,'-14'15'0,"-6"-1"0,5-8 0,-4-7 0,9-9 0</inkml:trace>
  <inkml:trace contextRef="#ctx0" brushRef="#br0" timeOffset="177928">20395 9298 5734,'0'5'0,"1"-1"0,1 0 0,2 0 0,24 8 0,-11-8 0,10 0 0,2-1 0,-3-3 0,7-2 0,2 1 0,-1 0 0,2 0 0,7 0 0,-5 1 0,-13 0 0,0 0-849,7 0 1,4 0-1,-4 0 849,11-1 0,3 1-723,-8-1 1,5 0 0,-3 1 722,-4-1 0,0 1 0,6 0 0,4 0 0,-6 0-212,-9 1 1,-1 0 211,8 2 0,6-1 0,-3 1 0,0 0 0,0-1-200,1 1 1,4 0 0,-4 0 199,-4 0 0,-2-1 0,-1 0 0,5-1 0,0 0 0,8-2 0,3 1 0,-1-1 0,-7 0 0,0 0 0,-5 0 0,4 0 0,3 0 0,6-1 0,2 1 0,-4-1 0,-7 0 0,6-1 0,-3 0 0,-4 0 0,4-1 0,2 1 0,-2-1 0,-4 1 0,-1 1 0,0-1 0,1 0 0,-3 0 0,2-1 0,0 1 0,0 0 0,-3 0 0,1 0 0,-1 0 0,-2 0 0,2 0 0,1 0 0,1 0 0,-1 0 0,-2 0 0,4-1 0,-2 1 0,2 0 0,-3-1 0,3 1 0,0 0 0,-3 0 0,-1 0 0,-2 0 0,4 0 0,0 0 0,5-1 0,1 1 0,0 0 0,-4 0 0,6 0 0,-3 0 0,3 0 0,-6 1 0,4-1 0,0 0 0,-1 1 0,-5 0 0,0 0 0,-5 0 0,4 1 0,8 0 0,5 0 0,0 0 0,-5 0 0,-4 0 0,-2 0 0,1 1 0,4-1 0,4 1 0,-1-1 0,-6 1 0,2 0 0,0 1 0,-5-1 0,4 1 0,0 0 0,-5 0 0,5-1 0,-1 1 0,3 0 0,3 0 0,-7-1 0,-5 0 0</inkml:trace>
  <inkml:trace contextRef="#ctx0" brushRef="#br0" timeOffset="183333">20827 9331 5734,'-4'0'0,"-4"-2"0,5 1 0,-5-1 0,5 1 0,1-1 0,-1 1 0,1 0 0,-1 0 0,-6-3 0,1 0 0,-2 0 0,3-1 0,1 0 0,2 1 0,-1-2 0,1 1 0,-2-3 0,2 0 0,-2-3 0,2-4 0,1 1 0,-1-6 0,2 3 0,1-3-358,-1-3 358,2-2-630,-1-2 630,1-3 0,0-1-769,1-1 769,-1 0 0,1-13 0,-1 11 0,0-9 0,0 14 0,-1 1 0,0 2 0,0 1 0,-2-6 0,1 8 0,-2-6 0,3 16 307,-4 3-307,3 13 599,-2 8-599,1 26 0,3-10 0,0 3-647,-1 2 0,1 1 647,0 4 0,1 0 0,0-8 0,0 2 0,1 9 0,0 4 0,0-3-1288,1 0 0,-1 0 1288,1 1 0,-1 3 0,1-2 0,0-8 0,0-3 0,0-1-507,0 6 1,0-1 506,2 10 0,0-1 0,1-5 0,-1-3 0,-1-10 0,1 0 0,3 16 0,-1-1 0,0-7 0,2 11 0,-6-32 1486,-1-5-1486,0-4 1884,-1-6-1884,0-8 1734,1-17-1734,-2-1 0,1-15-742,-1 13 1,-1-2 741,0 6 0,-1 0 0,1-11 0,-1-2 0,-1-7 0,1 1 0,0 8 0,0-1-747,1 5 0,-1-2 1,1 1 746,-1-3 0,1 0 0,0 0 0,-1 0-208,1 2 0,0-2 208,-1-8 0,-1-4 0,1 10 0,-1-1 0,1 2 0,0-5 0,-1 2 0,0-12 0,0 9 0,1 25 0,1-2 0,2 33 0,0 5 0,4 18 424,-2 3-424,3 8 0,-3-21 0,0 2 0,2 17 0,1 1 0,-2-9 0,0 1-36,0-5 1,0 2-1,-1-2 36,1 5 0,-1 0 0,1-3 0,-1 2 0,0-1 0,1 4 0,0 0 0,-1-6 0,0 2 0,1-3-381,0 0 0,0-2 381,0-2 0,0 0-260,0-2 0,1-1 260,5 20 0,-4-20 0,0-1 0,4 9 313,1 0-313,-3-22 1957,3-12-1957,-3-8 1621,2-11-1621,-2-21 0,-3 4 334,-2 10 1,-2-1-335,0-18-696,-1 21 1,0-2 695,-1-1 0,1 0 0,-2-2 0,1-2 0,-1 0 0,0-3 0,1 1 0,-2-4 0,1-3 0,0 3 0,-1-8 0,0-1 0,1 1 0,0 7-1158,-1-5 0,1 2 1158,0 3 0,0-7 0,0 3 0,0 11 0,1 3 0,0 9 0,1 14 0,1 46 0,1-3 18,-1-4 1,1 5-19,0-4 0,0 3 0,1 1-173,-1 3 0,1 2 1,-1-1 172,1 1 0,-1 0 0,1-1 0,-1-3 0,1-1 0,-1-3 0,1 4 0,1-5 476,-2-9 1,0 0-477,1 5 0,1-1-525,2 12 525,-2-15 361,1 0-361,-2-17 2061,2-12-2061,0-6 0,5-27 0,-5 2 572,-1 10 0,0-4-572,-1-3 0,-2-4 0,1 2-68,-1-1 1,1-2 67,-1-5 0,0-7 0,0-2 0,0 8-1353,-1-2 0,1 2 1353,0-2 0,-1-3 0,1 3 0,0-1 0,-1 4-91,1 11 1,-1 0 90,0-10 0,0 2 0,-1 0 255,0 9-255,-1 21 0,0 26 0,0 13 0,-1 14-556,0-4 1,1 3 555,1-13 0,1 3 0,-1-1 0,1 4 0,1 1 0,-1-4-63,1 13 1,0 0 62,0-12 0,0 1 0,0 2 0,1 0 0,2 0 0,0 1 0,1-1 0,-1-5-182,1 7 1,0-2 181,1 5 0,1 3 0,-1-9 0,0-3 0,2-8 27,1-7-27,-1-13 2245,1-8-2245,1-27 0,-4 0 1402,2-17-1402,-3 5-695,-1-5 695,-3 20 0,0 0-700,0-3 1,0 0 699,-1-2 0,0-2 0,0 0 0,-1-3 0,1 1 0,-1-8 0,1 1-527,-1 4 0,0-2 1,0 2 526,-1-5 0,1 2 0,-1 1 0,1 1 0,0 1 0,0 2 0,0 4 0,0 0 0,-1-2 0,1 1 0,-2-6 193,-1 2-193,0 33 0,0 15 0,1 14 0,0 15 869,2-17 1,0 5-870,0 4 0,1 10 0,1 5 0,-1 2 0,1-3 0,-1-7-326,1 3 0,0-4 0,-1 4 326,1-1 0,0 6 0,0 3 0,0 0 0,0-5 0,1-9-301,2 6 0,0-6 301,0-1 0,1 0 0,1 7 0,0-1 0,-1-13 0,1-1-176,0 6 0,0-3 176,1-1 0,3-5 0,-3-15 2162,3-21-2162,-5-10 0,1-20 716,-4-1-716,-1 19 0,0-2 0,0-18 0,-1-2 0,0 9 0,1-1-510,-1 2 0,0-1 0,0 1 510,0-5 0,0-3 0,-1 3 0,1-7 0,0 1 0,-1 3 0,1 4 0,0 4 0,0-4 0,0-3 0,-1-3 0,1-1 0,0 4 0,0 4 0,0 3 0,0 3 0,0-4 0,-1 2 3,1-5 0,-1 4-3,-3 4 0,0 22 0,-1 16 0,-2 31 0,2 10 0,1-18 0,0 6-148,2-4 1,-2 8 0,1 6-1,0 3 1,0 2 0,0-3-1,0-4 1,1-7 147,-1 9 0,2-7 0,-1 6 65,0-8 1,-1 7 0,1 3-1,-1 1 1,1-3 0,1-4-1,1-8-65,1 9 0,2-7-317,-1-10 0,-1 0 317,2 4 0,0-2 0,2 6 0,-1-16 0,13-57 0,-10 7 273,1-8 1,-1-2-274,-4 16 0,-1-1 0,0-14 0,-1-6 0,1 3-274,-1-2 1,1 0 273,-1 10 0,0-4 0,0 0 0,0 4 0,0-11 0,1 3 0,-1-2 0,1 1 0,-1 3 0,1-3 0,0 4 0,-1-3 0,0 4 0,0 3 0,0 2 0,0 3 0,0-2 0,-1 7 0,1 1 0,-1 19 0,0 15 0,1 34 0,0-1 37,0-8 1,1 6-1,-1-4-37,1-5 0,-1 2 0,2 5 0,1 8 0,0 0 0,-1-8 0,0-7 0,0-1 0,0 5 0,2 4 0,-2-6 715,1 0-715,-2-9 1507,0 2-1507,-1-9 0,0 4 0,-1-7 2689,1 1-2689,1-14 632,2-6-632,-1-7 79,1-5-79,3-18 0,-1 5-432,2-14 432,-5 18 0,0 1-1416,1-17 1416,-2 15 0,0-1 0,-1-2 0,0 1 0,-1-17 0,0 16 0,0 2 0,-1-10 0,1 3-597,0 5 597,0 4-95,0 3 95,0 13 339,1 5-339,3 39 0,-2-5 117,1-2 1,-1 2-118,2 10 0,1 8 0,2 1 0,-4-21 0,1 1 0,1 6 0,1 4 0,-1-5 0,2 0 0,1 6 633,-4-16-633,1 0 0,-2-7 110,1 1-110,-2-7 0,-3-8 0,-1-7 1223,-3-7-1223,-1-27 0,2 14-1135,-1-21 1135,4 15 0,1-5 0,2-3-1364,0-4 1364,3 0 0,-2 14 0,1 0 0,3-13 0,-3 17 0,0 0-692,2-14 692,-1 13 0,0-3-57,0 13 57,-2 7 871,1 3-871,-1 9 0,7 39 0,-4-10 0,0 4 0,2 13 0,-1 2 0,-1-8-673,0-6 0,-1-1 673,0 2 0,1 6 0,0-1 0,-1-9 0,3 11-201,-3-17 1,0-1 200,3 10-287,-2-9 0,1-1 287,-1-5 0,7-1 0,-8-21 2323,4-10-2323,-6-5 0,1-3 0,0-5 0,0-3 0,2-10 328,-2 7 1,1-2-329,0 1 0,0 0-412,-1 6 0,0 0 412,2-9 0,0-2 0,0-1 0,1 1 0,-1 9 0,-1 0 0,2-9 0,1 1 0,3-10-1186,1 0 1186,-1 3 0,2 2 0,-1 1-351,0 2 351,0 1 0,0 2 0,0 1 0,-3 11 0,0 1 0,5-13 0,4-8 0,1 2 0,-6 16 0,1 0 0,0 0 0,0 1 0,0 1 0,-1 3 493,5-6-493,5-1 0,-11 13 1541,7-7-1541,-9 14 1493,-4 4-1493,3-1 552,0 4-552,-2 1 0,7 2 0,-5 2 0,4 0 0,-2 1 0,6 5 0,-3 0 0,3 3 0,-1 5 0,-5-4 0,4 7 0,0-1 0,-4-4 0,3 4 0,-3-7 0,0 0 0,0-2 0,0 0 0,0-1 0,5 5 0,-3-4 0,2 4 0,-4-5 0,-2 1 0,-1 0 0,0 1 0,2 7 0,2 13 0,0 4-791,-1-1 791,-3-9 0,-2-8 0,4 16 0,-2-12 0,1 12 0,-1-8 0,-2-7 0,2 8 0,-2-2 0,2 13 0,-1-7-573,0 4 573,-4-17 0,4 17 0,-3-14 0,3 13 0,-2-17 638,-1 0-638,2 1 0,3 14 0,-3-11 0,4 10 0,-2-10 0,-2-5 0,4 5 0,-1-2 0,-1-5 0,2 5 0,2 0 0,-3-6 0,4 7 0,0 0 0,-3-3 309,3 6-309,-5-7 0,2 1 97,4 17-97,-2-4 0,2 6 0,-6-12 0,3 21 0,-5-22 0,4 20 0,-3-21 0,-2-5 309,7 21-309,-4-11 0,2 7-387,-3-11 387,-2-8 0,6 13 0,-4-11 0,4 10 0,-3-8 0,-2-5 0,5 17 0,-5-14 0,3 8 0,-2-4 0,-1-5 0,1 4 0,0 1 0,-1-6 0,5 19 0,-4-17 0,6 19 0,-6-22 398,2 7-398,-3-8 0,0-3 0,2 6 0,2-2 0,-1-1 0,1 0 0,-4-7 0,0 0 0,7 4 0,-5-5 0,4 3 0,-6-5 0,3 0 0,1-1 0,-1 1 0,0-3 0,-1-1 0,-2 0 0,3 0 0,1-2 0,-3-1 0,4-1 0,3-4 0,-2 1 0,4-4 0,6-5 0,-8 6 0,17-15 0,-18 14 0,16-15 0,-16 14 0,8-17 0,-10 12 0,-1-8 0,-1-9 0,-2-2 0,-1-3-913,1-2 1,-2 1 912,-2 1 0,0-2-552,-2 7 1,1-2 551,-1 8 0,0-1 0,0-6 0,0-5 0,0 4 0,0-1 0,0 1-665,0 4 1,-1-2 0,1 1 664,1-4 0,-1 0 0,0 2 0,1-3 0,0 2-407,0-7 1,0 1 406,0 7 0,0-2 0,0-1 0,1-8 0,-1-3 0,1 4 0,0 1 0,0-1 0,-1 1 0,1-3 0,0 2 0,-1 10 0,0 3 0,-1 1 0,2-5 0,-1 0 0,1-9 0,0 2 42,-2 17 1,1-1-43,-1-14 0,-1 1 0,1 0 0,-2 6 0,-2 12 0,-1 24 0,-1 20 0,0 10 0,2-10 0,1 4-22,-1 9 1,1 9 0,-1 1 0,2-5 21,0 5 0,0 4 0,1-13 0,0 6 0,0 4 0,0 0 0,0-3 0,1-5 0,-1 5 0,1-4 0,0 2 0,0-4 0,0 2 0,0 2 0,0-1 0,0-2 0,0 10 0,1-1 0,0-4 0,-1-9 0,0-3 0,1 5 0,1 5 0,0 6 0,1 2 0,-1-3 0,0-8 0,0 0 0,1-3 0,0 14 0,2 4 0,1-26 0,-1-31 0,2-12 0,-2-6 0,1-24 0,-1 5 0,-4 8 0,0-6 0,-1-1 0,-1-3 0,0 0 0,0-1 0,0 1 0,1 1 0,-1-1 0,0 0 0,-1-1 0,1 2 0,1 2 0,-1 2 0,1 3 383,0 2 0,0 0-383,0-15 0,0 3-521,1 3 521,-1 17 667,0 6-667,-1 22 2684,0 14-2684,0 27 0,1-3 121,0-11 1,-1 2-122,1 7 0,1 0-608,0-7 1,-1-1 607,2 11 0,-1 1 0,2 0 0,0-2 0,-1-9 0,1-1 0,0 8 0,0 0-653,1-6 1,0-3 652,3 13 0,-4-16 0,2-3 0,22 3 0,-15-22 0,17-8 0,-19-23 0,-5-7 0,5-10-460,-2-2 0,-1-1 460,-4 21 0,-1 1 0,1-8 0,0 0 1465,0-11-1465,0 8 0,-1-1 0,0-6 260,0 11 1,-1 2-261,-1 5 0,0 4 0,0 4 0,1 1 2158,-1 10-2158,1 21 0,0 3 0,0 18 0,-1-8 369,1 1-369,0 2 0,1 0 0,2 13 0,1-13 0,1 8 0,2-9 0,-2-9 0,2 2 0,-2-12 0,7-5 0,-4-7 0,13-24 0,-15 1 0,-2-2 0,1 1 0,0-1-571,-2-5 0,-1 2 571,-1-6-20,-1 3 1,-1 0 19,0-6 0,0 10 0,-1 0 0,0 0 0,0 10 0,0-2 0,0 20 0,1 21 0,-1 2 0,3 15 0,0-2 0,2 0 0,1 0 0,2 7 0,0-3 0,0-19 0,8 12 0,-8-26 1137,4 0-1137,0-18 866,-3-1-866,6-18 0,2-13 0,-2 6 0,3-7-684,-3 5 0,2-6 0,-5 9 684,-5 13 0,0-4 0,-2 10 0,-2 6 0,1 1 0,2 27 0,-2-6 0,3 20-323,-4-11 323,1 0 0,1 9 0,0-8 0,2 5 0,0-6 0,-2-7 1970,1 2-1970,2-8 0,-2-4 0,4-4 0,11-15 0,-8 3 0,20-20 0,-19 18 0,5-7 0,-8 11 405,-2 4-405,3 0 0,4 6 0,-4 0 0,6 2 0,18 12 0,-17-7 0,3 3 0,0 0 0,-5-1-306,8 1 306,-6-2 0,18 2 0,-12-4-505,13 3 505,-17-6 0,1 0 0,2-1 0</inkml:trace>
  <inkml:trace contextRef="#ctx0" brushRef="#br0" timeOffset="184890">22015 8449 5734,'-16'-15'0,"3"3"0,-6-6 0,3 5 0,-2-1 0,-9-5 0,-1-1 0,-7-3 0,1 6 0,-10-5 0,-2 2 0,7 3-1225,6 4 0,1 2 1225,-1-1 0,-6-2 0,1 2 0,6 2 0,6 4 0,0 3 0,-18 0 0,-9 2 0,6 0-988,9 0 0,1 1 988,-8 0 0,-6 1 0,3 2 0,7 5 0,1 2 0,5-1 0,2-1 0,0 1 0,-4 1 0,-4 1 0,6 1-112,12-3 0,1 1 112,-18 14 0,0 2 0,15-9 0,0 1-209,0 1 1,-2 2-1,3 0 209,-4 9 0,2 1-191,7-6 0,-1 1 191,-5 8 0,0 3 0,2 5 0,1-1 0,5-8 0,1 1 0,3-5 0,-1 1 0,1 0 0,2 2 0,0 0 0,1-1 0,0 5 0,0 0 0,2-5 0,0 1 0,2 0 0,2 15 0,2-2 0,1-9 0,2-1 0,-1 8 0,6 5 0,6-11 0,5 5 0,3 2 0,0-3 0,-3-5 44,-1-3 1,0-5 0,2 4-45,1 3 0,3 7 0,2 1 0,0-4 0,1-7 0,6-6 0,1-7 0,-1-2-105,8 5 0,1-3 105,-5-2 0,2-1 0,1-2 0,4-4 0,1-2 0,-1-1 0,-8-2 0,-2-1 0,2 0 0,9 0 0,1 0 0,5-4 0,-12-2 0,4-4 0,2 0 0,-1-2 0,-1 1 0,-4 0 0,11-2 0,-5 1 0,5-2 0,-9 2 0,3-2 0,3 0 0,-1-1 0,-3 1 0,-5-1 0,3-2 0,-6-1 0,1 0 0,0-1 0,0 0 0,2-2 0,-1 0 0,1-3 0,1 0 0,-3 0 0,2 0 0,-2-1 0,0-1 0,-2 2 0,1-1 0,0-1 0,-3-1 0,7-9 0,-4-1 0,-1 0 0,-8 7 0,-2 1 0,0-2 0,5-5 0,0-3 0,-4-3 0,-8 1 0,-4-3 0,-1-1 0,-2 3 0,-1 4 0,-2 1 0,-1-2 0,1-3 0,-1-4 0,-2 0 0,-3 2 0,-8-4 0,-5 2 0,0 2 0,2 7 0,0 2 0,-2-1 0,-3-8 0,-3-1 0,-2 1 0,-4 4 0,-3 0 0,1 3 0,6 8 0,1 1 0,-2-1 0,-7-5 0,-1 0 0,0 3 0,-2 2 0,1 3 0,0 2 0,0 1 0,1 2 0,0 2 0,2 2 0,0 2 0,2 2 0,0 1 0,-6 2 0,2 3 0,-10 2 0,-6 5 0</inkml:trace>
  <inkml:trace contextRef="#ctx0" brushRef="#br0" timeOffset="186160">21663 9893 5734,'-2'-6'0,"1"0"0,2 5 0,1 7 0,2 4 0,2 7 0,3 13 0,-2-5 0,3 12 0,2 8-1499,-3-8 1499,-4-13 0,2 3 0,0 10 0,1 1 0,-4-14 0,0 2 0,2 10 0,0 6 0,0-6 0,-3-10 0,-1-2 0,2 13 0,0 1 0,-1 1 0,-1-3 0,0 3-449,0-6 0,-1-2 449,0-13 0,0-2 0,-1 0 0,0-6 1344,0 2-1344,0-8 0,-3 0 0,1-5 1053,-2-2-1053,1 0 0,0 0 0,-1-2 0,1 1 0,0-1 0,1 2 0,1 0 0,-1 0 0,-1-4 0,1 3 0,-4-6 0,3 5 0,-6-10 0,5 6 0,-3-4 0,2-2 0,1 4 0,-7-34 0,5 24 0,-2-21 0,2 18 0,2 7 0,-3-5 0,2 8 0,-2 0 0,0 1 0,-4-4 0,-3-3 0,3 4 0,-1 1 0,6 9 0,0 0 0,2 6 0,0 3 0,4 15 0,1 0 0,2 9 0,5 8 0,0-7 0,3 8 0,2 2-313,-3-11 313,4 8 0,-1-5 0,-4-9 0,3 3 0,-3-6 0,-3-6 0,1 1 0,4-8 0,-4-5 0,6-6 0,-5-6 0,2-4 0,1-3 313,1-3-313,4-11 0,-2 6 0,2-10 0,-4 5 0,-1 1 0,0-1-398,-1 2 0,-1 2 398,-6 14 0,0-3 0,-1 6 0,1-2 0,-2 8 0,0 0 0,0 2 796,0 0-796,-2 8 0,-1 5 0,0 5 0,-1 1 0,0 5 0,1-5 0,1 6 0,-1-1 0,2-6 0,-1 3 0</inkml:trace>
  <inkml:trace contextRef="#ctx0" brushRef="#br0" timeOffset="-175059.73">2518 14591 5734,'0'6'0,"0"-1"0,1-3 0,-1-1 0,2 1 0,-1-1 0,6 3 0,-4-3 0,5 3 0,-4-2 0,2 0 0,6 5 0,-4-3 0,5 3 0,2 1 0,-7-4 0,5 3 0,-7-5 0,5 3 0,-3-3 0,4 2 0,-1-1 0,-3-2 0,4 1 0,-6-1 0,3-1 0,-2 0 0,2 0 0,-3 0 0,10 0 0,-7 0 0,16-2 0,-15 2 0,8-1 0,2-1 0,-9 1 0,8-1 0,-12 1 0,2-1 0,-2 1 0,2-1 0,-4 0 0,4 1 0,-3 0 0,14-3 0,-11 3 0,10-3 0,-6 1 0,-2 0 0,4-1 0,0 1 0,-3 0 0,4-1 0,1 2 0,-6 0 0,6 0 0,-7 1 0,5-1 0,-3 1 0,4-1 0,0 0 0,-4 1 0,11-1 0,-11 0 0,6 0 0,-6 0 0,-1 0 0,0 0 0,10-1 0,-7 2 0,7-1 0,-11 0 0,6 0 0,-4 0 0,3-1 0,-1 0 0,4 0 0,-2 1 0,1 0 0,-7 0 0,6 1 0,-3-1 0,4 1 0,2-2 0,-4 1 0,7-1 0,2-2 0,-3 2 0,6-3 0,2 1 0,-8 1-306,8 0 306,-11 2 0,7 1 0,-5 0 0,5 1 0,-7-1 0,-1 1-17,1-1 17,-1 0 0,8 0 0,-5 0 0,6 0 0,0 1 0,-5 0-237,6-1 237,-9 1 0,22-2 0,-16 1 0,5-1 0,-1 1 0,-6 0 298,11 0-298,-8-1 0,-7 1 0,7-1 0,-9 0 0,1 1 16,0-2-16,8-2 0,-5-1-306,6-1 306,-8 1 0,1 0 0,0-1 0,-1 1 0,0 0 143,0 1-143,-1 0 0,15-1 0,-11 3 0,10-1 0,2 3 0,-12 0 0,27 0 0,-28 1 0,12-1 0,-9-1 0,-6 1 311,7-1-311,-2 1 0,-4-1 0,15 0 0,2-1 0,-5 2 0,2-1 0,1-1 0,-2 1 0,-6 0 98,8-1-98,2-2 0,-8 1 0,8-2 0,-7 2 0,-2 0 0,4-1-415,-3 1 1,-2-1 414,-4 3 0,-2-1-372,9 1 372,-7 0 0,6 2 0,0 0 0,-7 0 0,7 0 0,9 0 0,-12-1 0,4 1 0,1-1 0,-3-1 0,5 0 0,1 1 0,-5 0 0,6 0 0,-1 0 0,-3 1 0,4 0 0,-1 1 0,-3 0 0,11 1 0,0 0 0,-9 0 0,4 1 0,-2-2 0,-11 0 0,7 0 0,-9-1 0,16 1 0,-13 0 0,12 0 0,8 4 0,-19-2 0,4 0 0,-1-1 0,-3 0 0,4-1 0,1 0 0,2 0 289,-6-1 0,0 1-289,15-3 0,-9 1 0,8-1 0,-1 2 0,-9 0 0,-1 1 0,0 1 0,1 1 0,15 3 0,-11 0 0,-7-1 396,8 1-396,3-1 0,-8-2 0,11 0 0,2-2-372,-8 0 372,-4-1 0,0 0 0,6 0 0,-7 1 0,0-1 0,4 2 0,5 1 0,-5 0 0,-10 0 0,5 1 0,-13-1-98,9 3 98,-10-2 216,5 3-216,-10-4 0,0 0 0,-3 1 377,-1-2-377,-2-1 104,-1 0-104,0-1 0,-1 0 0,-4 0 0,-8-3 0,0 1 0,-23-7 0,18 5-210,-16-4 210,17 5 0,-1 0 0,-2-1 0,-10 2 0,5-1 0,-2 2 0,-4-1 0,3 1 0,-1-1-634,0 1 0,0 0 634,0-1 0,3 1 0,-5-1 0,0-1 0,-4 0 0,-2-1 0,-5 0-165,6 0 0,-2 0 165,11 2 0,1-1-1044,-15-1 1044,12 2 0,0 0 0,-2 0 0,0 1 0,-16 0 0,17 0 0,-1 0 0,-1 2 0,2 0 0,-15 0 0,15 0 0,0 0 0,3 1 0,0 0 0,-12 2 0,-9 2 0,14 1 0,-4 0 0,4 0 0,-13 2 0,14-2 0,-4 1 0,5-1 0,-8 2 803,9-3-803,-10 2 0,0 0 0,8-3 0,-9 3 0,3-2 0,0 0 0,-5 1-492,3 0 1,1-1 491,1 2 0,3-1 0,-2 0 0,-10 2 0,13-3 0,-4 2 0,5-2 0,-12 1 0,11-1 0,0 0-49,7-2 1,2-1 48,-12 2 0,-1-1 0,-1 1 0,-1 0 0,10-1 0,0 0 0,-15 2 187,10 0-187,-1-1 0,-2 0 0,0 1-156,8-2 0,-1-1 156,-17 3 291,11-2-291,-12 1 0,2-4 0,0-1 0,22 0 0,0 0-92,-23 0 1,3-1 91,11-2 0,-1 1 0,10 1 0,0 0 0,-14-1-413,14 2 1,-1-1 412,-8-1 0,8 2 0,0-1 0,-13-1 0,6 1 0,0-1 0,-5 0 0,5 0 0,1 0 0,-6-2 0,0 0 0,-1 0 0,-1-1 0,9 2 0,1-1 0,-16-2 0,12 1 0,-11-1 0,0-1 0,9 1 0,-10-1 0,18 4 0,0 0 0,-7 0 0,-2 0 0,0 1 0,8 2-23,-3 0 1,0 1 22,6 2 0,-22 2 0,25-3 0,-5 2 0,-14 0 0,21-1 804,-20 0-804,29-1 1313,-1 0-1313,5-1 1155,-4 1-1155,4 0 493,-2 0-493,-4 0 251,6-1-251,-5 0 0,7 0 0,2 0 0,-1 0 0,0 0 0,0-1 0,-1 1 0,1-1 0,-1 0 0,1 0 0,-2 0 0,2 1 0,-1-1 0,3 1 0,-1-1 0,2 0 0,0 0 0,-1 0 0,2 2 0,0 5 0,-3 0 0,2 3 0,-2-3 0,2-1 0</inkml:trace>
  <inkml:trace contextRef="#ctx0" brushRef="#br0" timeOffset="-169905.73">6902 15400 5734,'-4'3'0,"2"-1"0,3 0 0,1-2 0,1 0 0,-1 0 0,0 0 0,0 1 0,2 0 0,-1 0 0,12 3 0,-8-2 0,9 2 0,-7-2 0,-2-1 0,8 0 0,-6-2 0,7 1 0,-6-2 0,17-1 0,-15 2 0,14-1 0,-18 3 0,12 0 0,-4 1 0,4 1 0,-5-1 0,8-1 0,-8 0 0,10-1 0,-12-1 0,13 0 0,-10 0 0,9 1 0,-12 0 0,14 1 0,-9 0 0,10 1 0,1 0 0,-10-1 0,19-1 0,-20-2 0,12 0 0,-13 0 0,3-1 0,-6 3 0,31 1 0,-24 0-439,26 2 439,-32-1 0,1 0 0,3-2 0,0 0 0,21-3 0,-14 0 0,15-2 0,-2-2 0,-14 3-496,14-2 496,-21 3 0,9-1 0,-9 1 280,7 0-280,-9 1 0,22-2 0,-16 1 0,4 1 0,1-1 0,-5 0 0,12-2 0,-5 0 0,-6 1 0,7-2 0,-4 1 0,0 0 0,4-2-172,-3 2 0,-2 0 172,-3-1 0,0 2-136,-1 0 136,0-1 0,18-3 0,-15 2-452,14-1 452,-19 4 0,10-1 0,-8 2 0,8-1 0,-3 1 0,-1 0 0,4 0-23,-2 0 0,0-1 23,-3 1 0,1-2-157,-1 0 157,0 1 0,0 0 0,-1 1 0,-1-1 204,0 1-204,-2 0 0,0 1 0,7 0 0,-8 0 0,6 1 0,3 0 0,-10-1 0,9 1-58,-11-1 58,-3 1 846,2 0-846,-4 0 457,-3-1-457,1 1 272,-5-1-272,4 3 69,-4-1-69,3 2 0,-5-2 0,0 1 0,5 1 0,-6-2 0,4 1 0,-16-2 0,4 1 0,-9-1 0,1 2 0,2-2 0,-6 1 0,-5-2 0,3 1 0,-8-1 0,-8 1 0,7 1-938,-11 0 938,9 2 0,0 0 0,-1 1 0,-1 1 0,-13 1 0,10-1 0,-10 0 0,-1-1 0,12-2 0,-12 0 0,17-4 0,1-1 0,-10-1 0,2-2 0,0 1 0,4-1 0,-10-2 0,-3 1 0,-1 2 0,3 0-125,-2 0 0,0 1 125,17 5 0,3 1 0,-9 1 0,8-1 0,0 1 0,-13 0-854,10-1 854,-9 1 0,14-1 0,-1 0 0,-8 1 0,7 0 0,1-1 0,-3 2 0,-2 1 0,3 0 0,0 1 0,-8 0 0,-4 2 0,2-1 0,6-1 0,-3-2 0,0 0 0,6-1 0,-4-1 0,0-2 0,5 0 0,-4-1 0,0-1 0,3 0 0,-2-1 0,-1 1 0,3 1 0,-15-1 551,7 3-551,-3 1 0,-1 1 0,16 0 0,0-1 0,-4 1 0,0 1 0,0-1 0,1-1 241,-14 1-241,8 0 0,14-2 937,-21-1-937,24-1 313,-4-2-313,13 1 0,3 0 0,1-1 0,3 1 0,7-1 0,6 0 0,7-2 0,16-1 0,-4 0-575,15-2 575,-14 3 0,1 0-1018,-5 0 1,0 1 1017,11-1 0,3 0 0,-9 1 0,1 1 0,-1 0 0,7-1 0,1 1-768,-5 0 0,2 0 0,-2 0 768,4 1 0,0 0 0,-1 0 0,2 0 0,-2 1-410,8-1 0,0 0 410,-6 1 0,1-1 0,-1 1 0,4-1 0,-2 1 0,1-1 0,1 1 0,0-1 0,0 0 0,-3 0 0,5-1 0,-6 2 0,8-1 0,2 0 0,-1 0 0,-7 1 0,-2 0 0,-4 0 0,5 0 0,0 0 0,7 0 0,3 0 0,0 0 0,-5 0 0,-8 1 0,4 1 0,-4 0 0,1 0 0,2 0 0,-2 0 0,1 2 0,-3 0 0,-9-1 0,0 1 0,6 0 0,0 0 0,-5 0 0,0 0 0,-1-1 0,-1 1 0,-1 0 0,0-1 0,15 2 0,-16-2 0,-5 0 751,3 0-751,-8-1 2169,2 1-2169,-6-1 2140,-5-1-2140,0 0 579,-7-1-579,-4-1 95,0 0-95,-18-4 0,10 3 0,-15-3 0,4 3 0,3-1 0,-10 1 0,-6 1 0,6 3-1012,-11 1 1012,9 3 0,-7 0 0,-3 1 0,19-3 0,0 1-770,-20 1 1,1 1 769,2-2 0,-1 0-299,-3-1 299,0 0 0,-3-1 0,18 0 0,-3-1 0,-3 1 0,-7 1 0,-4-1 0,3 1 0,6-1-1202,-4 1 0,1 0 1202,2-1 0,-6 1 0,2 0 0,8 0 0,8-1 0,3 1-240,-20 5 0,2 2 240,-1 1 100,7-1 1,7 1-101,19-2 0,8 3 0,4-1 0</inkml:trace>
  <inkml:trace contextRef="#ctx0" brushRef="#br0" timeOffset="-117844.73">6740 16157 5734,'0'-3'0,"-1"0"0,0 4 0,-2 2 0,2 0 0,-1 1 0,2-2 0,0-1 0,0 0 0,-1 1 0,2-1 0,0 0 0,1-1 0,1 1 0,4-2 0,-1 1 0,13-1 0,-8 0 0,7 0 0,-3 2 0,-3 0 0,3 0 0,4 1 0,-6 0 0,7 0 0,0 3 0,-3-1 0,6 1 0,11 3 0,2-1 0,-3 1-170,3 0 1,1 0 169,-3-2-840,-6-1 840,9-1 0,4 0 0,-9-3 0,9 0 0,-1-3 0,0 0 0,1 0-667,0-1 1,-3 1 666,-10 0-373,-3 0 0,1 0 373,6 1 265,-8-1 1,0 1-266,12-1 0,-9 1 0,10-2 0,-1 0 0,-8 0 0,9-2 0,-10 2 0,-1-1 0,8 0 0,6-1 0,1 0 154,-5 2-154,-10 1 0,4 0 0,14-1 0,0 2 0,-3-1 0,2 0 0,-1 1 0,-10 1 562,-6 0-562,4 0-186,-9-1 186,-1 1 0,1-1 0,-2-1 0,8 1 0,1-1 0,0 0 263,-1 0 0,-1 1-263,-8-1 0,-1 2 203,13-1-203,-12 0 0,19 0 0,-22-1 0,5 0 344,-8 0-344,-4 0 0,0 1 0,-3 0 713,-3 1-713,-1 0 411,-12 1-411,4 0 0,-9 1 0,7-1 0,-1 0 0,-1-1 0,-10 0 0,3 0 0,-9 0 0,-8 1 0,7 0-961,-12 1 961,9 0 0,-16 1 0,9 0 0,13-2 0,-2 1 0,-10-1 0,0-1 0,13 1 0,-1-1-772,-14 1 0,0 0 772,-5-1 0,13 0 0,-1 1 0,7-1 0,1 1 0,-6 0 0,-2 1 0,-16 3 0,2 0 0,19-1 0,1-1 0,-18 3 0,0 0 0,18-1 0,3-1 0,-12 3 0,-10 2 0,18-3 0,1-1 0,-8 1 0,-5 1 0,1 0 0,6-2-85,7-1 1,-1 0 84,-13 1 4,10-1-4,-10 1 0,3-1 0,0 1 0,3-2 0,-1 1 0,3 0 0,18-3 1511,1 1-1511,2-1 0,2-1 0,0 1 203,3-1-203,-1 0 956,2 0-956,3 0 0,-1-1 0,7 0 0,24-1 0,-5-1-339,20 0 339,-17 1 0,-1-1 0,19-1 0,-8 1 0,5-1 0,-3 1-1383,-4-1 0,-1 1 1383,2 0 0,2 0 0,0 0 0,-4 1 0,0-1 0,-2 1 0,7 0 0,0 0 0,-5 0 0,1 0 0,1 0 0,0 1 0,-1 0 0,0 1 0,5-1 0,0 1 0,-6 0 0,1 0 0,-2 1 0,2 0 0,-2 0-713,0 0 0,-1 1 713,0 0 0,-1 1 0,-1-1 0,-1 0 0,-1 0 0,1 1 0,8 0 0,1 0 0,-11 0 0,1-1 0,13 1 0,2 0 0,-7-1 0,-1 0 0,-6-1 0,-1 0 0,1-1 0,-3 0-332,8-5 332,-12 3 0,4-2 183,-12 4-183,1-3 2156,-7 1-2156,-1-3 0,-30-11 0,8 7 1423,-20-8-1423,13 10 0,-3-1 0,-3 0-428,-6 1 428,-3-1-1341,-6 2 1341,-4-1 0,6 4 0,-1 0 0,7 1 0,-1 1-710,4 0 0,-2 1 1,1 0 709,-7 2 0,1 0 0,-3 1 0,0 0 0,-1 2 0,0 0 0,1 0 0,0 0 0,-1 1 0,1 1 0</inkml:trace>
  <inkml:trace contextRef="#ctx0" brushRef="#br0" timeOffset="-115950.73">12433 16516 5734,'9'1'0,"5"-1"0,10 0-1093,4-2 1,8-2 0,-2 1-28,4-1 1,2 0 1119,-6 0 0,5 0 0,3-1 0,-1 1 0,-4 0-73,5-1 0,-3 1 1,3-1 72,-3 1 0,3 0 0,2-1 0,5 1 0,-9 1 0,4-1 0,3 1 0,2-1 0,1 1 0,-2-1 0,-2 1 0,-4 0 0,5 0 0,-5 0 0,-1 0 0,1 0 0,6-1 0,-8 1 0,3 0 0,3 0 0,2 0 0,0-1 0,0 1 0,-3 0 0,-2 0 0,-4 0 0,13-1 0,-4 0 0,-3 1 0,1-1 0,-8 1 0,-2 0 0,2 0 0,1-1 0,3 1 0,-3-1 0,3 1 0,3-1 0,1 0 0,0 0 0,-1 0 0,-2 0 0,-3 0 0,6 0 0,-4 1 0,-1-1 0,1 1 0,3-1 0,-2 0 0,2 0 0,3 0 0,-1 0 0,1 0 0,-2 0 0,-2 1 0,7 0 0,-1 1 0,-2 0 0,-2 0 0,-3 1 0,5-1 0,-4 1 0,2 0 0,2 0 0,3 0 0,-1 1 0,-9 1 0,-7 0 0,-4 3 0,-3 2 0,-3 2 0,-1 5 0,-16 8 0,-27-4 0,-12 0 0,-6 0 0</inkml:trace>
  <inkml:trace contextRef="#ctx0" brushRef="#br0" timeOffset="-115167.73">14081 16540 5734,'-7'-40'0,"1"-5"0,2 18 0,2-2-1413,-1-3 0,1-4 1413,0-2 0,0-5 0,1 2-862,0 5 0,1 2 1,0-2 861,-1 0 0,1 0 0,0-3 0,1-3 0,0-1 0,2-4 0,-1-2 0,1-1 0,0 2 0,0 3-65,-1 4 0,1 4 1,-1-1-1,0-1 1,1-8 64,-2 11 0,2-6 0,-1-2 0,0-3 0,1-2 0,-1-2 0,1 1 0,-1 0 0,1 1 0,-1 3 0,0 2 0,-1 4 0,1-11 0,-1 6 0,1 2 0,-1 0 0,0-2 0,0-3 0,-1 7 0,1-2 0,0-2 0,0-2 0,0 0 0,0 0 0,-1 1 0,1 1 0,-1 3 0,-1 2 0,0-12 0,-1 3 0,0 3 0,-1 0 0,1-1 0,-1 0 0,-1-1 0,1 1 0,-1 0 0,0 0 0,0 1 0,-1 1 0,1 0 0,-2-2 0,0-1 0,0 6 0,-1-3 0,0 0 0,-1-1 0,0 0 0,0 2 0,1 2 0,-2-5 0,0 2 0,1 1 0,-1-1 0,-1-1 0,0 0 0,0-1 0,-1-2 0,0 1 0,0 2 0,0 3 0,-1-2 0,0 4 0,-1 0 0,0-2 0,-1 1 0,0-2 0,-1 0 0,0 0 0,0 3 0,1 2 0,1 2 0,0 0 0,-2-4 0,0-1 0,-2-4 0,-1-3 0,1 1 0,1 3 0,1 5 0,-1-5 0,3 6 0,-2-2 0,0-2 0,-1-2 0,0 0 0,3 0 0,5 2 0,2-1 0,1 2 0,0 5 0,0-2 0,1 1 0,-1-8 0,1-4 0,7 14 0,18 14 0,-5 17 0,12 11 0,-14 15 0,-3 5 0,-1-4 0,-2 4 0,1 9 0,0 9 0,0 3 0,-2-5 0,-1-2 0,-2-3 0,1 4 0,-1-3 0,1 2 0,-1 3 0,1 1 0,-2-1 0,-1-3 0,0 1 0,-1 1 0,0 0 0,0-1 0,0-1 0,0 2 0,0-1 0,0 0 0,1 1 0,-1 2 0,0-4 0,-1 2 0,1 0 0,0 2 0,0 0 0,0 1 0,0 0 0,0 0 0,0 1 0,0 0 0,1 1 0,-1 1 0,0-2 0,1 0 0,-1-2 0,0 0 0,1-2 0,-1-1 0,0 0 0,1 0 0,-1 2 0,1 1 0,0-2 0,-1 1 0,1 1 0,0 1 0,0 0 0,0 1 0,0-1 0,0 1 0,1-1 0,0 1 0,0 0 0,0 0 0,1 1 0,-1-1 0,1 0 0,0-1 0,-1-1 0,1-1 0,0 3 0,-1-2 0,1-1 0,0 0 0,0 0 0,0 1 0,0 1 0,0-3 0,0 0 0,0 2 0,1 0 0,-1 0 0,1 1 0,-1-1 0,1-1 0,0 0 0,1 2 0,-1 0 0,1-1 0,0 1 0,0-2 0,-1 0 0,1-1 0,0-1 0,0 3 0,0-2 0,0-1 0,-1-1 0,2 2 0,-1 0 0,0 1 0,0 0 0,1 0 0,0 2 0,0-1 0,0 0 0,0 0 0,1 0 0,1 1 0,0 0 0,0-1 0,0 0 0,-1-3 0,0-2 0,1 8 0,0-4 0,0-1 0,0 3 0,0-5 0,0 2 0,1 2 0,-1-1 0,0-3 0,0-3 0,2 7 0,-1-4 0,-1-3 0,1 4 0,-1-3 0,2 6 0,-2-4 0,-5-3 0,-4-14 0,-6-12 0,-3-9 0</inkml:trace>
  <inkml:trace contextRef="#ctx0" brushRef="#br0" timeOffset="-110943.73">21284 17581 5734,'-8'-2'0,"0"0"0,2 0 0,1 2 0,-5 1 0,6-1 0,1 4 0,9-1 0,6 1 0,7 0 0,7-1 0,4-2 0,2-2-447,-5 0 1,6-1 446,-3 0 0,9-2 0,6-1 0,2 0 0,0 0 0,-3 0 0,-6 1-774,2 1 0,-5 0 0,0-1 0,7 1 774,-2-1 0,7 0 0,4-1 0,1 1 0,1-1 0,-2 1 0,-4 0 0,-6 2-396,3-1 1,-6 2 0,0 0-1,5 0 396,-2 0 0,4 1 0,3-1 0,2 1 0,1 0 0,-1-1 0,-4 1 0,-4 0-33,1 0 0,-4 0 1,-1 1-1,0-1 1,4 0 32,0 1 0,3-1 0,3 0 0,-1 1 0,0-1 0,-3 1 0,-4-1 0,2 1 0,-5-1 0,0 1 0,4 0 0,-1 0 0,4 0 0,1 0 0,0 0 0,-2 1 0,-3-1 0,0 0 0,-3 0 0,0 0 0,3 0 0,3 1 0,3 0 0,2-1 0,-4 1 0,-6 0 0,8 1 0,-3 0 0,-3 1 0,2 0 0,-4 0 0,-3 0 0,-2 0 0,13 2 0,-4 0 0,-14-1 489,5 1-489,-15-3 0,3 0 1466,-15-2-1466,-3-3 3201,-4 0-3201,-3-1 562,-11 1-562,0-1 0,-11 2 0,2-3 0,-5 2 0</inkml:trace>
  <inkml:trace contextRef="#ctx0" brushRef="#br0" timeOffset="-109250.73">23140 17532 5734,'-2'-2'0,"0"-1"0,2 2 0,1-1 0,0-3 0,2-9 0,2-16 0,0-5-135,-2 13 1,1-4 134,0-11 0,0-5 0,0 2-598,-1 5 0,0-2 598,-1 1 0,1-6 0,-1-2 0,0 1 0,0 6-664,-1-8 0,-1 0 664,-1 5 0,1-7 0,0-3 0,0 3 0,-1 5-823,0 4 1,1 4 0,-1-2 822,0-5 0,0-3 0,1 0 0,-1 2 0,1-2 0,-1 2 0,1 2-237,0-6 0,-1 1 237,1 8 0,-1-2 0,1 4 0,-1 2 0,0 2 0,-1-7 0,0 1 0,0 12 0,0 0 0,-1-19 0,-1 2 0,1 9 0,1 8 0,-1 2 0,2 10 0,0 3 0,0 1 2069,1 2-2069,0-2 2843,0 5-2843,0-2 822,-1 5-822,1 1 0,-2 8 0,2-2 0,0 12 0,0-9 0,0 5 0,0 1 0,0-5 0,0 4 0,-1-3 0,1-3 0,0 1 0,0-1 0,0-4 0,0 2 0,0-2 0,0-2 0,-1 2 0,0-2 0,0 2 0,1-1 0,-1 1 0,2 2 0,-1 0 0,1 2 0,0 5 0,1 0 0,-1 18 0,0 4 0,-1 2-163,2-1 0,-2 6 163,-2-5 0,-1 2 0,0-3-1363,0-3 0,1 1 1363,-1 5 0,-1 4 0,0-2 0,1 3 0,-1-3 0,2-9 0,0 1-770,-1 9 1,1 0 769,1-14 0,1 1 0,0 12 0,0 4 0,1-3 0,-1-6 0,0 1 0,0-1 0,1 4 0,-1 1 0,0-7 0,-1-3 0,0-1-276,0 3 1,0 3 0,0-3 275,-1-3 0,1-2 0,-1 8 0,1 1 0,0-6 0,-1-2 0,2 14 0,-1-13 0,1 0 0,0-2 159,0 5-159,0-10 0,0-7 1889,0 3-1889,1 0 1872,-1-9-1872,3 6 1497,-3-12-1497,0 0 0,0-3 0,1-6 0,-1 3 0,6-8 0,-3 6 0,5-4 0,-3 3 0,2-2 0,-1 0 0,-1 1 0,4-8 0,-5 6 0,3-16 0,-4 15 0,0-7 0,-1 13 0,-2 0 0,1-1 0,-1 2 0,0-4 0,0 2 0,-2-10 0,1 4 0,-1-5 0,0 4 0,1-10 0,-1 2 0,-4-7 0,-8-3 0,-2 7 0,-11-9 0,3 7 0</inkml:trace>
  <inkml:trace contextRef="#ctx0" brushRef="#br0" timeOffset="-48558.73">9327 15419 5734,'-8'2'0,"1"0"0,2-2 0,-15-5 0,11 3 0,-14-3 0,10 3 0,2 0 0,-10-3 0,8 1 0,-33-6 0,26 6 0,-28-3 0,33 7 0,-23 0 0,19 1 0,-13 1 0,17-2 0,2 0 0,-10 0 0,7 0 0,-13 0 0,14 1 0,-25 2 0,19 0-334,-16 1 334,21-1 0,-1-1 0,-7 3 0,-1 0 0,3-1 0,-25 5 0,32-6 0,4-1 0,-3 0 0,4-1 0,-16 1 0,12-1 0,-14-1 0,11 1 0,3 0 0,-3 1 0,3-1 334,-5 1-334,5-1 0,-5 0 0,6 0 0,-16-1 0,11 0 0,-12 0 0,9 0 0,5 0 0,-13 0 0,1 0 0,4 0 0,-2 0 0,-15-2 0,19 1-405,-19-2 405,26 1-115,-6 1 115,4-1 0,-4 0 0,5 1 0,-14 1 0,10 0 0,-12 1 0,-6 3 0,16-2 0,-14 2 0,13 0 0,6-2 0,-6 2 0,-2-3 0,6-1 0,-6-1 0,8-1 0,-8 1 0,6 1 0,-5 0 0,8 0 0,-7 0 0,5 0 0,-4 0 0,2-1 0,4 1 399,-15-2-399,2-1 0,0-1 121,3 0-121,-2-1 0,10 1-246,-13-1 246,14 3 0,1-1 0,-1 1 0,1 0 0,0 1 0,-17-2 0,16 2 0,-14-2 0,20 2 0,0 1 0,1 0 246,-1-1-246,1 0 0,-1 0 0,-4 0 0,4 0 0,-4 1 0,5 1 0,0 0 0,0 1 0,0 0 0,0 0 0,-4 3 0,2-1 0,-2 2 0,0 1 0,2-1 0,-2 2 0,3-3 0,-4 4 0,2-2 0,-3 3 0,-1 0 0,4-2 0,-6 2 0,6-2 0,-8 4 0,-2 2 0,3-3-216,-1 3 1,1-2 215,10-4 0,1-1 0,1 1 0,-4 3 0,4-3 0,-3 4 0,2 1 431,2-2-431,-8 15 0,8-11 0,-5 8 0,3-5 0,3-4 0,-1 4 0,3-6 0,-2 23 0,4-17 0,-2 17 0,4-19 0,0-2 0,1 1 0,4 4 0,-1-7 0,8 13 0,-5-13 0,5 6 0,3 5 0,-5-7 0,7 7 0,0 0 0,-2-5 0,2 2 0,0-1 0,-4-7 0,3 4 0,-4-6 0,-1 0 0,1-1 0,5 5 0,-3-5 0,4 4 0,7 1 0,-9-5 0,10 4 0,1-4 0,-10-4 0,11 3 0,-5-2 0,-5-2-287,7 3 287,-6-2 0,1 0 0,1 0 0,0 1 0,0 1 0,5 2 0,1 0 0,4 2 0,-4-2 0,1 1 0,-2-2 0,-2-2 0,8 4 0,5-2 0,-1 1 0,-5-3 0,15 2 0,-13-2 0,-10-2 0,25 6 0,-8-2 0,-1 1-620,-4-2 620,-17-5 0,0 1 0,2-2 0,17-1 0,-12 0 268,13-2-268,-11 0 0,-1 0 0,4-1-95,-3 1 0,1 0 95,9-3-257,-9 1 257,10-3 0,-14 2 0,1 0 0,5-2 0,4-1 0,-1-1 0,-6 1 0,14-3 0,-13 2 0,-5 3 0,7-2 0,12-3 0,-14 4 0,6-4 0,1-1 0,-4 0-145,-6 2 0,1-1 145,15-5-908,-10 2 908,11-3 0,-14 5 83,0-1-83,-1 0-67,-2 2 0,3-2 67,0 0 0,0-1 0,0 1 0,1 0 0,8-5 0,-3 2 0,-5 0-262,-6 5 1,-1 0 261,0-2 391,7-5-391,-7 4 0,6-4 661,-11 6-661,3-3 0,1 0 0,1-2-239,-2 2 1,0 1 238,-5 1 0,0 1 0,-1 0 644,4-4-644,-5 4 0,3-4 684,-6 6-684,3-4 0,-6 4 0,3-3 723,-6 1-723,0 2 232,-1-2-232,-2 3 0,-1-4 0,-1 1 0,0-3 0,-4-11 0,1 11 0,-3-11 0,-4 4 0,3 9 0,-8-7 0,-2-1 0,2 5-610,-18-16 610,18 19 0,0 1 0,-11-5 0,6 3 0,-8-2 0,-1 3 0,7 4 0,-6-1 0,-2 2 0,13 3 0,-13 1 0,8 9 0,0 3 0,-2 6 0</inkml:trace>
  <inkml:trace contextRef="#ctx0" brushRef="#br0" timeOffset="-33679.73">9185 5765 5734,'-3'-3'0,"1"0"0,1 2 0,4-1 0,-2 1 0,12 1 0,-6 2 0,21 4 0,2 2 0,-9-2 0,6 2 0,0-1 0,1-1 0,-12-3 0,21 5 0,-20-3 0,8 1 0,2 0 0,1 1 0,-5-1 0,3 0 0,3 0 0,-1-1 0,6 1-580,-5-1 1,1 0 579,-3-1 0,1-1 0,1 0 0,9 0-658,-7 0 1,0-1 657,5-1 0,2-1 0,1 1 0,-14-1 0,2 0 0,6-1 0,5 1 0,-4-1 0,-7 0 0,0 0 0,4-1 0,4 1 0,-4 0 0,0-1 0,-1 1-818,10-1 0,0 0 818,-11 0 0,1 1 0,8-1 0,5 0 0,-3 1-812,1-1 0,-1 1 812,2-1 0,4 1 0,-5-1 0,-5 1 0,1 0 0,4 1 0,8-1 0,0 1 0,-4 0 0,-8 0 0,-4-1 0,5 1 0,-4 0 0,4-1 0,2 1 0,0 0 0,1 0 0,3 0 0,3 0 0,0 1 0,-2-1 0,-4 1 0,4-1 0,-4 0 0,4 0 0,0 1 0,4-1 0,2 1 0,-2-1 0,-7 1 0,-4-1 0,-5 1 0,6-1 0,-2 1 0,6-1 0,4 0 0,2 1 0,0-1 0,-2 1 0,-4-1 0,1 0 0,-3 1 0,-1-1 0,1 0 0,3 0 0,0 0 0,4 1 0,1-1 0,1 0 0,-2 1 0,-2-1 0,-6 0 0,2 0 0,-5 0 0,0 0 0,3 0 0,5 0 0,3 0 0,2 0 0,-2 0 0,-4 0 0,1 0 0,-3-1 0,3 1 0,-3 0 0,5 0 0,1-1 0,-1 1 0,-3-1 0,-2 0 0,0 0 0,-3 0 0,-3 0 0,-1 0 0,-4 0 0,3 0 0,2 0 0,3 0 0,-1 0 0,-5-1 0,1 1 0,-1 0 0,0 0 0,2 0 0,-4 0 0,-1 0 0,-2 0 0,13-1 0,-4 1 0,-10 4 538,-24 1 0,-11 4 1,-20-1-1</inkml:trace>
  <inkml:trace contextRef="#ctx0" brushRef="#br0" timeOffset="-25216.73">9644 5850 5734,'-4'0'0,"1"0"0,2 0 0,0 0 0,-1 0 0,0-1 0,0 0 0,1 0 0,-1 1 0,1-1 0,0 1 0,-2 0 0,1 0 0,0 0 0,7-1 0,-2 1 0,7 0 0,-6 0 0,3 0 0,-4 0 0,1 0 0,-1 0 0,0 0 0,0 0 0,1 0 0,-2 0 0,1 0 0,-1 1 0,1 0 0,0-1 0,1 0 0,-1 0 0,1 0 0,-2 0 0,0 0 0,0 0 0,0 0 0,-1 0 0,1 0 0,1 0 0,-2 0 0,2 0 0,-2 0 0,1 0 0,0 0 0,0 0 0,-1 0 0,0 0 0,1 0 0,0 0 0,0 0 0,0 0 0,-1 0 0,0 1 0,1 0 0,0 0 0,-1-1 0,1 0 0,0-1 0,1 0 0,0 1 0,0 0 0,0 0 0,0 0 0,-1 0 0,0 0 0,-1 0 0,0 0 0,1 0 0,-1 0 0,1 0 0,-1 0 0,1 0 0,-1 0 0,0 0 0,3 0 0,-1 0 0,0 0 0,-1 0 0,0 0 0,0 0 0,-1 0 0,1 0 0,1-1 0,-2 1 0,2-1 0,-1 2 0,-1-1 0,2 1 0,-2-1 0,1 0 0,-1 1 0,1 0 0,-1 0 0,1-1 0,0 1 0,-2 0 0,2-1 0,0 0 0,0 0 0,0-1 0,1 2 0,5 0 0,-5 0 0,5 1 0,-6-2 0,0 1 0,0-1 0,-1 1 0,1-1 0,0 1 0,0-1 0,-1 0 0,1 0 0,1-2 0,-1 2 0,2-1 0,0 1 0,-1 0 0,2 0 0,1 1 0,-2-1 0,1 1 0,0-1 0,0 1 0,0-1 0,0 0 0,-1 0 0,1 0 0,-1 0 0,0 0 0,-1 0 0,0 0 0,-2 0 0,0 0 0,1 0 0,1 0 0,-1 0 0,1 0 0,0 0 0,-1-1 0,3 1 0,-2-1 0,2 1 0,-3 0 0,2 0 0,-2 0 0,2 0 0,-2 0 0,0 0 0,0 0 0,0 0 0,0-1 0,2-2 0,-1 0 0,2 1 0,-1 3 0,-1 0 0,1 0 0,-2-1 0,1 0 0,-1 0 0,1 0 0,-1 0 0,1 0 0,-1 0 0,1 1 0,-1-1 0,2 1 0,-2-1 0,8-2 0,-6 2 0,6-1 0,-5 1 0,-1 0 0,1 0 0,-1 0 0,1 0 0,0-1 0,0 1 0,2-2 0,1 0 0,-1 0 0,1 1 0,-2-1 0,-2 1 0,3 0 0,-3 0 0,3-1 0,-2 1 0,3-1 0,-1 1 0,-1-1 0,1-1 0,-1 1 0,-1-1 0,2 1 0,-1-1 0,0 1 0,3-2 0,-2 1 0,2 0 0,0-1 0,-2 1 0,2-2 0,-2 1 0,0 1 0,2-2 0,-1 1 0,6-4 0,-3 2 0,1-2 0,-1 1 0,-6 3 0,1 0 0,-2 0 0,-1 1 0,0 0 0,1-1 0,-2 1 0,2 0 0,-1 0 0,1-1 0,2 1 0,-2-1 0,2 1 0,-3 1 0,1-1 0,-1 1 0,2-2 0,-3 1 0,2 0 0,-2 0 0,1 1 0,0-1 0,0 1 0,0-1 0,1 0 0,0 0 0,0 0 0,0 0 0,2-1 0,-2 1 0,0-2 0,1 1 0,-2 0 0,2-1 0,-1 1 0,1-1 0,-1 1 0,1-1 0,-1 3 0,-1-1 0,1 1 0,0-1 0,6-1 0,-5 1 0,5-1 0,-5 1 0,-2 1 0,2-2 0,-1 1 0,1 0 0,0-1 0,-1 2 0,2-2 0,0 0 0,0 0 0,-1 1 0,-1 0 0,1 0 0,0 0 0,1-1 0,2-2 0,-3 3 0,2-3 0,-2 2 0,-1 1 0,0-1 0,-1 1 0,0 0 0,1 0 0,-1 0 0,2-3 0,-1 2 0,2-3 0,-2 2 0,2-2 0,-2 1 0,2-2 0,0 1 0,-2 2 0,0-3 0,-1 4 0,4-7 0,-2 5 0,5-10 0,-6 10 0,2-3 0,-1 1 0,-2 3 0,3-2 0,-3 2 0,1-1 0,3-3 0,-4 3 0,3-4 0,3-8 0,-5 10 0,6-10 0,-7 10 0,0 2 0,1-2 0,1-2 0,0 2 0,0-4 0,2-2 0,-3 3 0,3-5 0,3-2 0,-2 4 0,7-17 0,-8 15 0,2-9 0,6-8 0,-8 17 0,7-15 0,-11 23 0,1-1 0,0 1 0,2-6 0,-2 5 0,7-15 0,-7 15 0,3-8 0,-5 12 0,1-3 0,0 3 0,0-1 0,-1 2 0,0-1 0,0 1 0,1-6 0,-2 4 0,3-4 0,-3 5 0,3-3 0,-3 4 0,2-1 0,-1 0 0,-1 1 0,1-1 0,-1-1 0,1 0 0,0-1 0,2-10 0,-2 9 0,2-9 0,0 5 0,-2 5 0,1-4 0,-1 4 0,0 1 0,1 0 0,2-5 0,-2 5 0,1-5 0,-1 4 0,-1 2 0,0-3 0,1-2 0,-1 3 0,4-10 0,-3 9 0,3-6 0,-4 7 0,2-2 0,-2 2 0,0-3 0,1 2 0,2-11 0,-3 9 0,2-10 0,-3 10 0,1-4 0,0-6 0,0 11 0,0-10 0,-1 11 0,-1 1 0,0-3 0,2-6 0,-1 5 0,4-19 0,-3 18 0,1-9 0,-1 12 0,0-8 0,-1 6 0,2-5 0,-1 3 0,-1 4 0,2-4 0,-2 1 0,1 3 0,-1-2 0,0 3 0,-1 0 0,1 1 0,-1 0 0,2 0 0,-1 0 0,0 1 0,0-1 0,0 1 0,1-4 0,0 2 0,-1-3 0,1 2 0,-1 1 0,2-11 0,-1 9 0,1-7 0,-2 9 0,1-5 0,0 4 0,0-3 0,0 2 0,-1 2 0,1-2 0,1-6 0,-1 8 0,1-6 0,-3 11 0,1-1 0,-1 1 0,0 0 0,1-1 0,-1 1 0,2-3 0,-1 2 0,1-2 0,1-8 0,-1 6 0,1-6 0,-2 8 0,0 0 0,0 1 0,1-1 0,-1-1 0,0 2 0,0 1 0,-1 3 0,0-1 0,1 1 0,0-5 0,0 3 0,1-3 0,-1 4 0,1-1 0,-1 1 0,0-1 0,0-1 0,-1 0 0,0-1 0,0 3 0,1-5 0,-1 4 0,1-3 0,0 1 0,1 2 0,1-7 0,-1 5 0,-1-3 0,0 2 0,-1 3 0,0-3 0,1 4 0,0-1 0,0 0 0,0 1 0,1-3 0,-1 1 0,2-4 0,-2 4 0,1-2 0,-1 3 0,-1 0 0,0-1 0,0 2 0,1-1 0,0 1 0,-1 0 0,1 1 0,-1 0 0,2-3 0,-2 2 0,2-2 0,-2 3 0,1 0 0,0 0 0,-1 0 0,1-1 0,1 0 0,-1 0 0,1 0 0,-1-2 0,0 1 0,1-1 0,-1 1 0,0-3 0,1 2 0,-1-2 0,2-2 0,-2 3 0,0-3 0,1 4 0,0-2 0,-1 0 0,1 0 0,-1 0 0,1-3 0,0 2 0,-1-2 0,5-17 0,-3 14 0,3-15 0,-5 18 0,1 0 0,-1 1 0,2-5 0,-1 3 0,0-2 0,0-1 0,1-5 0,-1 4 0,0-3 0,-1 9 0,1-5 0,0 2 0,-1-3 0,1 2 0,-1 0 0,0 0 0,0-1 0,1-7 0,0 4 0,-1-6 0,1 0 0,-1 4 0,1-6 0,0 8 0,-2 0 0,1 0 0,0 0 0,-1 1 0,1 0 0,0-1 0,1 0 0,-1 0 0,1-8 0,-1 6 0,2-7 0,-1-1 0,0 4 0,2-20 0,-2 15 0,0 10 0,2-20 0,-2 20 0,1-7 0,0 2 0,-1 4 0,1-2 0,-1 8 0,-1 5 0,0-1 0,-1 2 0,1-1 0,0-1 0,1 3 0,-1-3 0,0 0 0,1 1 0,-2-1 0,1 5 0,-1 0 0,0 0 0,1 1 0,-1-1 0,0 1 0,0 1 0,0-1 0,0 1 0,0-1 0,0 1 0,0-1 0,1 1 0,0-1 0,1 1 0,-2 0 0,2-1 0,0 0 0,2 0 0,-1-1 0,1 1 0,0-1 0,0 1 0,4-2 0,-1 1 0,2 0 0,-3 0 0,6-4 0,-6 4 0,3-4 0,-6 5 0,1 1 0,-2 0 0,0 0 0,0 0 0,-2 0 0,2 0 0,-2-1 0,0 0 0,1 2 0,0-1 0,1 1 0,-1 1 0,0-1 0,1 1 0,-1 0 0,1-1 0,-1 0 0,3 0 0,-2 0 0,1 0 0,-2 0 0,3 2 0,-1 0 0,1 1 0,0 2 0,-1-1 0,1 1 0,1 0 0,0 3 0,0-2 0,-1 2 0,-1-4 0,0 3 0,-1-3 0,0 3 0,0-1 0,0 0 0,1 3 0,0-4 0,0 2 0,-2-3 0,0 0 0,0 0 0,0-1 0,0 0 0,0 0 0,0 0 0,0 1 0,-1-1 0,0 0 0,0-1 0,0 2 0,0-2 0,2 1 0,-2 0 0,3 4 0,-2-2 0,0 1 0,-1-3 0,0 0 0,0 0 0,0 0 0,0 4 0,0-2 0,0 3 0,0-1 0,0-2 0,1 1 0,0-2 0,-1 2 0,2 0 0,-2 0 0,1-1 0,-1-1 0,0-1 0,0 0 0,0-1 0,0 1 0,0 1 0,0-1 0,-1 2 0,1-1 0,0 1 0,0 3 0,-1-2 0,0 3 0,0 1 0,0-2 0,0 3 0,0-5 0,0 1 0,0-1 0,1 0 0,0 0 0,-1-1 0,0 0 0,-1 0 0,1 0 0,-1 2 0,1-2 0,0 3 0,-1 14 0,1-10 0,-2 13 0,2-16 0,0 2 0,-1 0 0,1 1 0,-1 13 0,1-9 0,0 10 0,1 1 0,-1-9 0,1 10 0,-1-13 0,0 1 0,1-1 0,-1 10 0,-1-6 0,0 24 0,0-18 0,-1 15 0,0-4-878,0-8 878,-1 10 0,-1 2 0,1-8-993,-1 10 993,1-10 0,-1 0 0,0 3 0,-1 0 0,1 3 0,-1 1 0,0 0 0,0 0 0,2 1 0,1 4 0,0 1 0,2-19 0,0-1-706,-1 21 0,1-2 706,0-4 0,1-11 0,0 1 0,-2 16 0,2 1 0,0 1 0,0-23 0,-1 0 0,0 12 0,1 4 0,-1-5 0,0-10 0,1-2 0,-2 16 0,1-2 0,0 3 160,0-12 0,0 3-160,1 10 0,1 0 0,-2-7 0,1 0 0,1 4 0,1 1 0,0 0 0,0-3 0,-1-13 0,1 1-153,0 13 1,1-1 152,-1 1 0,1 2 0,1 2 0,0 4 0,0-13 0,0 5 0,0-6 0,1 3 0,1 2 0,0-1 0,-1-7 0,1 3 0,-1-2 0,0-4 0,3 12 0,1-4 0,-3-14 0,1 5 0,0 0 0,-3-7 0,5 20 0,-6-25 0,1 4 1415,-2-6-1415,1 0 381,-1 1-381,1 4 1472,-1-2-1472,0 3 0,2 1 0,-3-4 0,2 4 0,1 6 0,0-3 0,0 4 0,-2-6 0,0-7 0,0 1 0,0-1 0,1 1 0,-1-1 0,1 1 0,-1-1 0,5 20 0,-2-15 0,3 15 0,-2-12 0,-2-5 0,1 4 0,1-1 0,-1-4 0,2 4 0,0 0 0,-1-4 0,2 5 0,4 7 0,-5-9 0,4 7 0,0 1 0,-2-7-221,7 17 221,-11-25 0,0 0 0,2 4 0,-1-3 0,1 2 0,-2-4 0,8 19 0,-6-15 0,6 14 0,-10-19 221,1-1-221,2 5 0,-2-5 0,1 3 0,-2-6 0,-1-1 0,1 0 0,-1 0 0,1 0 0,-1 0 0,-1 0 0,1-1 0,0 0 0,-1 1 0,1-1 0,-1 2 0,1-1 0,-1 1 0,3 0 0,-1 1 0,1-1 0,0 0 0,-2-2 0,1 0 0,-1-1 0,1 0 0,-1-1 0,0 1 0,1-1 0,-1 0 0,1 0 0,-1 0 0,5-2 0,-2-1 0,3 0 0,-3-1 0,6-5 0,-5 3 0,10-10 0,-11 8 0,5-4 0,-1-1 0,-2 3 0,3-4 0,-1 0 0,-2 3 0,2-4 0,-1 0 0,-2 3 0,2-4 0,-2-1 0,-1 6 0,1-6 0,0 2 0,-1 4 0,4-9 0,-2 4 0,0 1 0,-1 2 0,-2 4 0,-1 0 0,1 1 0,-1-1 0,1 0 0,-1 0 0,0 1 0,-1-1 0,1 0 0,-1 1 0,1 0 0,-1 0 0,1 1 0,1-9 0,-2 6 0,1-7 0,1-6 0,-2 9 0,3-22 0,-4 20 0,2-14 0,-2 15 0,1-3 0,1-4 0,-2 8 0,1-7 0,0 8 0,-2 2 0,2-2 0,-2 5 0,2 0 0,0 0 0,0 1 0,2-6 0,-3 5 0,3-6 0,-2 8 0,1-1 0,0 1 0,1-2 0,-1 2 0,1-1 0,0 2 0,-1-1 0,1 1 0,-1-1 0,9-15 0,-7 11 0,6-11 0,-8 16 0,2-3 0,-2 2 0,1-1 0,-1 1 0,-1 3 0,1-3 0,0 2 0,1-1 0,0-1 0,3 0 0,-2 0 0,2-1 0,1 0 0,-4 2 0,3-2 0,-3 3 0,-1 1 0,1 0 0,0 1 0,-2-1 0,1 1 0,0-1 0,0 1 0,1-1 0,0 1 0,1-1 0,1 0 0,5-2 0,-3 2 0,7-1 0,-10 4 0,5-1 0,-3 1 0,-1 0 0,2 0 0,12 3 0,-10-2 0,11 2 0,-14-1 0,5 0 0,-4-1 0,5 2 0,-5-1 0,-1 0 0,1-1 0,-1 0 0,1 0 0,3 1 0,-3-1 0,3 0 0,-4-1 0,0 0 0,1 1 0,-1-1 0,2 1 0,-2-1 0,3 1 0,7-1 0,-6 1 0,6 0 0,-6 0 0,-2 0 0,5 0 0,-6-1 0,6 0 0,-6 0 0,6 0 0,-6 0 0,2 0 0,-1 2 0,-2-2 0,2 2 0,-2-2 0,-1 2 0,0-2 0,6-1 0,-4 1 0,4-1 0,8 3 0,-9-1 0,10 1 0,-8-2 0,-4 0 0,4 0 0,-2 0 0,-1 0 0,3 0 0,4-2 0,-4 1 0,7-1 0,5 0 0,-5 0 0,26-2 0,-20 0 0,13 0 0,2 0 0,-9 0-205,0 1 1,-1-1 204,-7 2 0,0-1 0,11 0 0,-8 0 0,10-1 0,-2-2 0,-7 3 0,9-3 0,-2 1 0,-8 1 0,6-1 0,-3 0 0,-8 2 0,6 0 0,-5 1 0,-5 1 0,3 1 0,-3 0 0,-4 1 0,2 0 0,-5 0 409,2 1-409,-5 0 0,2 0 0,-7 2 0,-2 0 0,-1 1 0</inkml:trace>
  <inkml:trace contextRef="#ctx0" brushRef="#br0" timeOffset="-23176.73">9985 6205 5734,'0'10'0,"0"2"0,2 20 0,2 9 0,-2-8 0,1 1 0,-1 3-820,1-2 1,0 2 0,0 1 0,0-1 24,1 4 1,-1-1-1,1 4 795,-1-2 0,1 5 0,0 2 0,0-4 0,0-5-25,-2-6 1,1-5 0,-1 4 24,2 5 0,-1 7 0,1 1 0,-1-3 0,0-8 0,-1-5 0,0-3 0,1 6 0,0 3 0,0-4 0,2 12 0,0-7 0,1-2 716,3-11-716,4 1 0,3-15 0,9-7 0,4-3 0</inkml:trace>
  <inkml:trace contextRef="#ctx0" brushRef="#br0" timeOffset="-22784.73">13033 6251 5734,'-9'44'0,"5"-12"0,1 2 0,0 2-1639,3-10 1,-1 0 1498,1 2 1,-1 4 139,0 11 0,1 6 0,-1-4-1089,1 1 0,0 1 1089,-1-12 0,1 3 0,0 0 0,0-1 0,0 2 0,1-1 0,0-2 0,0 5 0,0 1 0,0-6 0,0 5 0,-1 0 0,1-6 0,0 2 0,-1-1 0,1-2 0,-1 2 0,0-3 0,-3-1 0,0-4 0,-4 13 0,2-16 0,-2-3 0,-7 2 0,-3-5 0,-4-5 0,-3-5 0,-1-3 0</inkml:trace>
  <inkml:trace contextRef="#ctx0" brushRef="#br0" timeOffset="-22219.73">8834 7652 5734,'20'1'0,"-5"-2"0,27-1-1639,-16-1 1,1 0 1529,19-2 109,-15 2 0,3-1 0,5 0 0,4-1 0,-4 0 0,-6 1 0,1 0-435,5 0 0,4 0 1,-7 0 434,9 0 0,-4 2 28,-16 0 0,0 2-28,10-1-6,4 1 6,-7 2 0,-7-1 0,8 1 0,-7-2 0</inkml:trace>
  <inkml:trace contextRef="#ctx0" brushRef="#br0" timeOffset="-21706.73">13531 7586 5734,'26'-3'0,"-1"-1"0,2 1 0,-1 0 0,17-2-876,-19 3 0,2-1 876,12-1 0,2 0-1056,-9 1 1,0 0 1055,9-1 0,1 0 0,-2 0 0,-1 1 0,-11 0 0,1 1 259,5-2 0,0 1-259,15-1 0,-18 1 0,-2 0 0,-27 1 0,-11 2 0,-11-2 0</inkml:trace>
  <inkml:trace contextRef="#ctx0" brushRef="#br0" timeOffset="-20892.73">11503 7604 5734,'4'6'0,"-2"2"0,-2 1 0,0 2 0,0 2 0,1 11 0,0-4 0,1 13 0,0 1 0,0-4-445,0 1 0,0-2 445,0-11-244,2 11 244,-3-13 0,1 6 0,-2-14 0,0-2 0,-4-6 0,0-4 216,-4-6 1,2-3 0,1-1-1</inkml:trace>
  <inkml:trace contextRef="#ctx0" brushRef="#br0" timeOffset="-20690.73">11270 7554 5734,'14'-3'0,"3"0"0,15-6 0,-4 1 0,5-2 0,1-1 0,3 0-398,-7 2 1,-1 0 397,15-2 0,-12 3 0,8-1 0,-7 3 0,-10 2 0,1 2 64,-13 3 1,-4 2-1,-2 2 1</inkml:trace>
  <inkml:trace contextRef="#ctx0" brushRef="#br0" timeOffset="-20173.73">10425 7890 5734,'-13'-1'0,"-4"0"0,6 0 0,-2-1 0,5 1 0,3 0 0,1 1 0,12 1 0,4 0 0,26-2 0,-4-1-395,-9 0 0,4-1 395,7-2 0,1-1 0,-7 2 0,2-1 0,12-2 0,5-2 0,-2 2-1025,-14 1 0,-2 1 0,1 0 1025,6-2 0,2 0 0,-4 1 0,2 0 0,-4 1-7,8-2 7,-10 3 0,-1 0 0,6-1 0,-11 2 0,0 0 0,11 0 0,-15 2 78,11 1 0,-15 1 1,0-1-1</inkml:trace>
  <inkml:trace contextRef="#ctx0" brushRef="#br0" timeOffset="-19675.73">12131 7785 5734,'-12'0'0,"-1"-2"0,3 1 0,6-6 0,10 4 0,8-4 0,8 3 0,7 0 0,-2 1 0,2 1-908,-5 0 1,1 0 907,8 0 0,4-1 0,-2 2 0,3 0 0,-2 0 0,-1 0 0,3 0 0,-1 0 0,7 0 0,-1 0 0,-6 0-1000,-2 0 1,-3 0 999,1 0 0,1 0 0,-2-1 0,-3 1 0,-3-1-137,10 0 137,4 0 0,-22 1 0,-5-1 0,-5 0 0,-8-3 1355,-3 2-1355,-7-3 0,-16-1 0,9 1 0,-17-4 0,20 4 0,-4-2 0</inkml:trace>
  <inkml:trace contextRef="#ctx0" brushRef="#br0" timeOffset="-19455.73">12754 7540 5734,'15'10'0,"-7"-3"0,18 10 0,-13-6 0,3 1 0,-1 1 0,9 8 0,-7-4 0,5 22 0,-16-16 0,-12 4 0,-4-1 0,-11 0 0,-14 1 0,-4-3 0,-5-5 0,8-6 0,0 0 0</inkml:trace>
  <inkml:trace contextRef="#ctx0" brushRef="#br0" timeOffset="-18873.73">10531 7530 5734,'-24'40'0,"1"-4"0,6-16 0,-10 10-1836,6-6 1836,-5 7 572,1 10-572,17-18 0,1 0 0,-1 0 0,1 1 301,7 16-301,13-8 0,2-9 0,8 6 0,13-4-1137,-6-7 1137,13 2 0,2-7 0,-10-5 0,10-1 0</inkml:trace>
  <inkml:trace contextRef="#ctx0" brushRef="#br0" timeOffset="-13611.73">13309 18164 5734,'7'-3'0,"6"0"0,9 3 0,11-3-1639,3-3 1,4-2 845,-7 1 0,4-2 793,-3 0 0,6-2 0,1 0 0,-3 0 0,-3 1 0,-3 0 0,10-2 0,-10 4 0,6-1 0,4-1 0,4-1 0,2 0 0,1 0 0,-1 0 0,-2 1 0,-3 0 0,-4 2-175,7-2 1,-5 1 0,-1 1 0,1-1 0,6 0 174,-10 1 0,4 0 0,1-1 0,3 0 0,0 0 0,1 0 0,1 0 0,-2 0 0,0 1 0,-1 1 0,5-1 0,0 1 0,1 0 0,-1 1 0,-1 0 0,-1 0 0,-2 0 0,-1 1 0,0-1 0,-3 1 0,-2 0 0,1 0 0,2 0 0,4-1 0,-7 2 0,3-1 0,3-1 0,1 1 0,2-1 0,0 1 0,0-1 0,-2 1 0,-2 0 0,-2 0 0,-4 1 0,12-1 0,-6 0 0,-2 1 0,0 0 0,5 0 0,-6 0 0,3 0 0,3 0 0,-1 0 0,1 1 0,-2-1 0,-2 1 0,-4 0 0,10-1 0,-6 1 0,0 1 0,6 0 0,-11 2 0,5 0 0,2 1 0,2-1 0,-1 2 0,-2-1 0,-3 0 0,-6 1 0,14 1 0,-8 0 0,4 2 0,-4-1 0,4 0 0,0 2 0,-3-1 0,-9 2 0,-4 1 0,-5 3 0,12 11 0,-2 0 0,2 0 0,-8-2 0,-9-3 0,-19-11 0,-5-5 412,-12-3 0,-2-7 0,-2 1 0</inkml:trace>
  <inkml:trace contextRef="#ctx0" brushRef="#br0" timeOffset="-10709.73">15533 17760 5734,'0'-12'0,"0"-1"0,0-3 0,0-3 0,0-28 0,0 24 0,0-3-1093,-1-5 1,1-4 0,1 1 1001,-1 1 1,0 0 90,1-10 0,-1 1 174,1 17 1,0-1-175,0-6 0,0-4 0,0 2 0,0 0 0,0-1-208,-1 2 1,1-4 0,0 0 207,-1-3 0,0 0 0,0 2 0,0 1 0,-1-1 0,0-2 0,0-7 0,0 1 0,-1 6-915,0 2 1,0 1 914,-1 0 0,0-3 0,0 2 0,-3-8 0,0 3 0,1 9 0,0 0 456,-2-10 1,-1-2-457,1 0 0,-1 1 0,2 10 0,1 0 0,-2-9 0,0-3 0,3 8 0,0-1 0,0 3-544,1 0 1,0 0 543,0 1 0,0-2 0,1 1 0,0-3 0,0 2 0,1 9 0,0-1 0,0-7 0,0 0 244,1 13 1,-1-1-245,2-6 0,-1 0 0,1-13 0,-1 18 0,0 0 0,0-11 0,0 12 0,0-2 698,0 14-698,0 2 2065,0 3-2065,0 1 1922,0 2-1922,0-2 560,-1 5-560,0-2 0,1 9 0,0-1 0,-1 11 0,1-7 0,0 5 0,0-6 0,0 3 0,0-2 0,-1 2 0,-1 16 0,-1-11 0,0 9 0,1 2 0,-1-1 0,2 7 0,0 1 0,1 0-157,1-7 1,-1 1 156,3 17-1319,0-8 1319,-1-14 0,0 4-713,3 10 0,0 7 0,1 2 1,-1-6 712,0 0 0,0 0-313,0 2 0,1 7 0,0 0 1,-1-9 312,-2-6 0,0-4 0,0 3 0,1 0 0,-1 2 0,0-1 0,0 1 0,0 1 0,0-2 0,-1 2 0,1-1 0,0 5 0,0 0 0,0-5 0,-1 0 0,0 1 0,0-2 0,-1 1 0,1 0 0,-1 1 0,-1 1 0,1 1 0,-1-1 0,1-1 0,-1 1 0,0-2 0,-1 0 0,1-3 0,-2 4 0,1-1 0,0-1 0,1 2 0,-2 13 0,1 1 0,1-14 0,0 1 0,0 2 0,0 2 0,0-3 0,0-6 0,0-1 0,1 7 0,-1 0 0,1-8 0,0-2 0,0 11 0,2 4 1336,-2-23-1336,-1-2 1626,1-6-1626,-1-5 1569,1-8-1569,0-8 0,1-19 0,-2 2 44,0-1 1,0-2-45,-2-10 0,1 15 0,-1-5 0,0-11 0,-2-7 0,1 5-1255,0 9 0,1-2 1255,-1-9 0,0-5 0,0 6 0,3 15 0,-1 2-594,0-1 0,0-1 594,1 0 0,-1-1 0,0 2 0,0-4 0,-1-2 0,1-6 0,-1-1 0,0 5 0,0-6 0,-1-3 0,0 7 0,0-8 0,-2-5 0,1 1 0,0 3 0,0 8-461,-1-10 0,0 2 461,0 4 0,0-5 0,-1 0 0,1 5 0,0-7 0,0 6 0,1 8 0,0 0 0,-1-4 0,1-3 0,0 3 0,0 3 0,1 2 0,-1-11 0,0 0 0,1 0 0,0 3 0,1 10 0,0 0 0,-1-9 0,1 1 0,0 15 0,0 0 0,-1-5 0,1 0 0,-2-13 0,2 19 0,0 1 0,0-1 1563,-2-10-1563,3 18 1620,-2-8-1620,3 19 1485,-2 1-1485,2 0 1066,0 3-1066,1-3 0,0 3 0,2-2 0,-2 3 0,0 0 0,1 3 0,-1 8 0,2 0 0,-1 6 0,0 5 0,0-2 0,1 5 0,0 2 0,2 6-244,-1-6 0,0 1 244,1 0 0,0 0-1553,3 17 1553,-2-14 0,0 1 0,1 5 0,-1-1 0,-2-7 0,1 1 0,0 7 0,1 4 0,-1-3 0,-1 2 0,0-2 0,0-1 0,0 3 0,0 1 0,1 8 0,0-1 0,-1-6-1211,1-1 0,-1-1 1211,0 0 0,1 3 0,-1-2 0,2 5 0,-1-3-636,0-9 1,-1-1 635,2 10 0,-1-1 0,-1-13 0,0-1 0,0 0 0,-1 0 0,1-1 0,0 2 0,3 17 0,1 4 0,-2-16 0,0-1 0,0 0 338,0 1 0,-1-1 1,1 0-339,1 2 0,-1-1 0,0-4 0,2 14 301,-4-16 0,0 1-301,2 8 324,-2-3 1,0 1-325,0 7 107,-1-4 0,0 2-107,-2-8 0,0-2 0,0-4 0,0 0 420,0 4 1,-1-1-421,-1 13 0,1-11 1328,-1 7-1328,0-7 0,1-9 0,0 3 0,0-11 1007,0-1-1007,-1-1 78,1 0-78,0-3 0,0 3 0,0-5 0,0 1 0,0-3 0,0 0 0,0-1 0,0 0 0,0-1 0,0-1 0,-1-6 0,-2-1 0,1-9 0,-2-14 0,1 2 0,-1-14 0,2 8 0,-1 0 0,-1-9 0,1 9 0,1-1 0,-1 7 0,1 2 0,-1-6-752,-2-14 752,2 25 0,-1 1-416,0-8 416,3 5 0,0-6 0,1 6 0,0-1 0,0-4 0,0-2-575,1-2 575,-1 6 0,1-1-1188,-1-16 1188,0 13 0,0 0 0,-2-16 0,0 9 0,1-1 0,-1 8 0,-1-1-570,1-11 0,-1 0 570,0 10 0,-1 2 0,1-2 0,-1 1-467,0-1 0,0 1 467,-1 0 0,1 0 0,-1 1 0,1 0 0,-2-10 0,-1 0 0,3 10 0,-1 0 0,-1-4 0,-1-4 0,0-1 0,0-3 0,0 5 0,2 7 0,-1 0 0,0-6 0,-1-4 0,1 5 0,-2-13-312,3 12 312,-1-7 251,2 6-251,2 11 1227,-2-5-1227,3 13 1485,-1-3-1485,0 6 1066,0-6-1066,1 12 952,0-2-952,1 7 332,-1 1-332,1 1 0,3 30 0,-1-14 4,2 23-4,0-11 0,-1-4 0,3 9 0,-1-5 0,0 1 0,2 10-992,-2-5 1,2 6 0,-1-4 991,-2-7 0,0 0 0,3 17 0,1 2-1000,-3-5 1,1-1 999,-2-9 0,1 2-223,0 9 0,1 6 0,0-1 223,-2-6 0,0-1 0,1 1-31,-1 0 0,0 0 1,0-1 30,0-3 0,-1 0 0,0-4 0,0-5 0,-1-1 0,0 0 0,0 1 0,0-1 0,0 1 0,-1 0 0,1-1 0,0 2 0,-1-1 0,0 1 0,1 0 0,-1-2 0,0 4 0,1 12 0,0 5 0,0-4 0,0-7 0,1 0 0,-1 4 0,0 5 0,0-8 0,2 5 0,-1-7 124,-1-6-124,1-6 985,-2-4-985,0-5 2782,0-1-2782,-1-8 1153,-3-2-1153,0-8 690,-2-2-690,1-4 0,1 2 0,-1-5 0,0-4 0,1 1 0,0-6 0,-1-9 0,2 5-1093,-1-7 1,-2-9 0,2 5 1034,0 9 1,1-1 57,-2-8 0,0-5 0,0 5-568,2 10 1,-1 3 567,1-3 0,-1 0 0,0 0 0,1-3-302,-2-10 0,0-8 0,1-2 1,-1 6 301,1-3 0,-1-3 0,1 11 0,0-7 0,0-6 0,0-1 0,-1 2 0,1 4 0,1 8 0,-1 1 0,1 6 0,-1-4 0,1-2 0,-1-6 0,0-1 0,1 3 0,-1 8 0,0 2 0,-1 2 0,-1-3 0,0-3 0,1 2 0,-1 2 0,1 0 0,-3-14 0,0-1 0,2 14 0,0 3 634,-2-16-634,2 18 0,1-1 0,-1 3 0,1 2 1976,-2-10-1976,0-7 0,2 9 0,2 13 355,0-8-355,1 20 665,1 0-665,0 18 0,-1 26 0,1 1 0,0-10 0,-1 0 0</inkml:trace>
  <inkml:trace contextRef="#ctx0" brushRef="#br0" timeOffset="39977.27">3888 16847 5734,'1'-4'0,"-1"0"0,0 2 0,0 0 0,0 1 0,3 4 0,0-2 0,3 4 0,1-4 0,16 1 0,3 1 0,-4-1 0,11 1 0,-1 1 0,-10 0 0,15 4 0,2 1 0,-1 0-121,-2 0 1,2 0 120,-6-1 0,-1 0-681,11 1 681,2 0 0,1-1 0,-21-5 0,1 0 0,7-2 0,8-1 0,0 0 0,-5-1-1419,3 0 1,0 0 1418,5-2 0,4 1 0,2-1 0,-9 0 0,3 0 0,-1 0 0,-4 0-988,9 1 1,1-1 987,-7 1 0,5 0 0,-1 0 0,-5 0 0,1 3 0,-3 0 0,0 0 0,4 0 0,-6 1 0,3 0 0,2 0 0,-4 0 0,-3 0 0,-3 0 0,3 1 0,2-1 0,3 1 0,1 0 0,-1 0 0,0 1 0,0 0 0,-1 0 0,-3 0 0,-1-1 0,-4 0 0,3 1 0,3-1 0,4 1 0,-1 0 0,-5-1 0,5 1 0,-3-1 0,-1 0 0,3 0 0,-3-1 0,4 0 0,1 1 0,-4-2 0,5 1 0,0 0 0,3 0 0,4 0 0,-2-2 0,-10-1 0,-2-1 0,-3 1 0,-4-1 0,0 1 0,18-2 0,-4 1 1077,-15 0-1077,6-1 0,-14 2 0,4 0 331,-12 0-331,-6 0 2580,-4 0-2580,-5 2 436,-6 0 1,-1 3-1,-1 1 1</inkml:trace>
  <inkml:trace contextRef="#ctx0" brushRef="#br0" timeOffset="41994.27">3796 17797 5734,'21'-9'0,"-4"1"0,4-1 0,-6 2 0,0 1 0,7-4 0,-5 4 0,6-2 0,-7 4 0,1 1 0,-1 0 0,1 1 0,1 0 0,-1 1 0,9-1 0,-7 1 0,13-1 0,-14 2 0,5 0 0,-8 0 0,-1 0 0,1 1 0,-2 0 0,7 1 0,7 2 0,4 1 0,-3-1 0,1 0 0,0 1 0,17 3 0,-21-3 0,-6 0 0,7 1 0,-8-1 0,0 0 0,0 0 0,10 2 0,-8-2 0,17 3 0,-15-3 0,7 1 0,0 1 0,-5-2 0,18 3 0,-15-3 0,8-1 0,-1-3 0,1-1 0,4-1-393,-2 0 0,-2-1 393,-1-3 0,-9 2 0,1-1 0,14-1 0,-15 2 0,1-1 0,0 2 0,-2 0 0,14-2 0,-5 2 0,0 0 0,6 0 0,-13 1 0,0 0 0,11 0 0,-2-1 0,7 0 0,-4-1 0,-8 1 0,1 0-508,13-2 1,7 0 0,-8 1 507,-17 0 0,-3 0 0,9 0 0,-1-1 0,10 0-1023,1-1 1023,-2 2 0,-1 1 0,0 0 0,0 2 0,1 0 0,-11 0 0,1-1 0,17 0 0,-9 0 0,6-1 0,-4 0 0,-10 1 0,0 0 0,4-1 0,5-1 0,-6 1 0,13-1 0,-11 0 0,0 1 0,-8 0 0,1 1 0,8-1 0,1 0 0,2 1 0,0 0 0,-8 0 0,1 0 0,8 0 0,4 0 0,-4-1 0,3 0 0,-3-1 0,0 1 0,0 0-684,2-1 1,3 0-1,-4 0 684,-6 1 0,-2 0 0,1-1 0,1 0-118,-4 1 1,3 0 0,-2-1 117,4 0 0,1 1 0,3-1 0,3 0 0,-3 1 0,-3 0 0,-2 0 0,11 0 0,-1 0 0,-12 1 0,-3 0 0,1 0 0,0 1 0,-1-1 0,0 1 0,-1 0 0,1 0 0,9 1 0,0-1 0,-9 0 0,-1 1 0,8 0 0,0 0 40,-1 0 1,-1 0-41,-9-1 0,1 0 0,17 1 0,0-1 0,-18 0 0,-2-1 77,9 0 1,-1 0-78,12-1 0,0 0 603,-14 0 0,1-1-603,1 1 0,0-1 0,0 1 0,-2 0 671,-3-1 0,0 1-671,7 0 0,-1-1 0,3 0 0,-7 1 0,-1-1 0,-3 0 969,-7 0-969,6 1 1488,-8 1-1488,-4 1 493,-2 0-493,-8 0 0,1 0 0,-2 0 0,-4 1 0,2-1 0,-5 2 0,2-6 0,0 3 0,-3-2 0,2 1 0,-1 1 0,0 0 0,-3-1 0,2 1 0,-1-1 0,-2-2 0,6 3 0,-2-2 0,5 3 0,0 0 0,-4-3 0,-1 2 0,-7-4 0,-23-3 0,2 0 0,7 3 0,0-1 0</inkml:trace>
  <inkml:trace contextRef="#ctx0" brushRef="#br0" timeOffset="71043.27">3177 8651 5734,'-7'-4'0,"-1"0"0,-30-7 0,15 5-758,-1-1 1,0 1 757,1 2 51,-17-2-51,9 2 0,-13-2 0,12 4 0,0 1 0,-11-1 0,10 3 0,-5 1 0,4 0 0,10 0 0,-2 2 0,-9 3 0,-9 2 0,0 1 0,8-1 0,3-1 0,2 1-618,-10 3 0,-4 1 0,7-1 618,-4 3 0,-2 2 0,-1 2 0,21-9 0,-1 0 0,-7 4 0,-3 1 0,5-1 0,-6 5 0,7-2 0,-5 4 0,5-2 0,-11 6-343,3 1 0,1-1 343,13-8 0,-6 9 0,0 0 0,-2 1 0,3-1 0,0 1-127,8-7 0,3-2 127,-7 7 0,6-5 0,1 0 1900,-1 0-1900,-11 16 0,10-14 0,3-1 0,0 0 0,1-1 0,1 1 0,0 0 0,-1 1 0,-7 12 0,12-17 0,-5 9 0,5-6 1185,-3 7-1185,4-6 0,-1 6 0,-1 2 0,-1 5 0,1-4 0,0 2 0,2-7 0,1-2 0,-6 15 0,2-5 0,-1 2-587,2-6 0,1 0 587,0 0 0,-1 0 0,2-1 0,0-2-895,-3 12 895,0 0 0,0 6 0,0 1 0,6-19 0,-1 0-650,-5 19 0,1 0 650,2-5 0,3-12 0,0 2 0,-4 15 0,4-15 0,1-1 0,-3 14 0,2-2 0,0 1 0,2-15 0,0 0 0,-1 15 0,1-1 0,-1 4 0,3-14 0,0 0 0,-1 17 0,2-17 0,0-1 0,0 12 0,1-14 0,1 1 0,1 15-308,-1-17 1,0 1 307,2 10 501,0-1-501,2 1 0,-1-1 0,2 1 0,-2-11 0,1 0 0,3 15-116,-3-14 0,0-1 116,4 12 0,2 5 0,0 1 0,-4-20 0,0 1 0,3 8 0,2 6 0,0 1 0,-1-8 0,-3-8 0,1-1 0,2 7 0,1 3 0,-2-6 0,2 3 0,1-3 0,0 0 0,3 8 0,-3-8 0,0 0 0,-1-5 0,-1-2 0,7 13 289,3 2 0,2 1-289,-6-11 0,0 0 0,4 5 0,-1-1 60,-3-7 1,-2-2-61,8 8 0,1 0 48,-1-3-48,1 0 0,0-2 474,0-3-474,0 0 0,0-2 0,7-1 0,2-1 0,3 3 0,-3-4 0,1-1 0,9 2 0,-10-5 0,11 5 0,0-1 0,-9-3 0,3-1 0,-1 1 0,3 0 356,-11-4 1,5 1-357,1-1 0,5 0 0,-5 0 0,-9-3 0,0 0 84,10 3 1,5 0-1,-8-2-84,-1 0 0,0-1 0,0 1 0,-3-2 0,0 0 0,8 1 0,-5-1 0,6 0 0,-6 0 0,7 1-107,-3-1 0,-1 0 107,-9 0 0,0-2 0,-1 1 0,2 0 0,8 1 0,1-1 0,1 0 0,2-1 0,-13 0 0,2-2 0,2 1 0,-1-1 0,18 1-399,-15-1 0,0 0 399,15 0 0,1 0 0,-24-1 0,0 1 0,1-1 0,0 0 0,10 1 0,1 0 0,-9 0 0,0 0 0,8 0 0,-1 0-329,11 0 329,-14 1 0,0-1 0,15 2 0,-18-1 0,2 0 0,-4 0 0,-1 0 0,14 1 0,-10 0 0,2 1 0,5 2 0,-1 0 0,-10-2 0,1 0 0,15 3 0,-2 1 680,-5-2-680,-4-2 0,5 1 0,-4-1 0,-6-1 0,0 0-205,20 2 1,-1-1 204,0-2 0,-12 0 0,6-1 0,-3 0 0,-5 0 0,0 0-51,5 0 1,2 1 0,-4-1 50,11 1 0,-1 1 0,-13-2 0,2 1 0,15 1 22,-16-1 0,2 0-22,0 0 0,-1-1 0,-7 0 0,2 1 0,9-1 0,4 0 0,-3 0-730,-7-1 0,0-1 730,17 2 0,2-1 0,-10-2 0,-2 1 0,-8-1 0,1 1 0,8-1 0,1 1 0,1-1 0,-1 1 0,-9 0 0,0 0 0,9 1 0,1-1 0,0 1 0,0 0 0,-10 1 0,2-1 0,1 1 0,4 0 0,0 0-132,4 1 0,0 0 0,-1 0 132,-6-1 0,0 1 0,0-1 0,6 1 0,0 0 0,0 0 0,9 0 0,-2 0 0,-10 0 0,-1 0 0,-5 0 0,1-1 0,3 1 0,2 1 0,4-1 0,0 1 0,-4 0 0,8 0 0,0 0 0,-10-1 0,5 1 0,0 0 0,0 0 0,0-1 0,0 0 0,-1 1 0,-4-1 0,9 0 0,0 0 0,-8 0 0,5 0 0,-1 0 0,-6-1 0,-1 0 0,-4 0 0,0 0 0,2-1 0,11 0 0,0 0 0,-11 0 0,2-1 0,8 0 0,6 0 0,-5 0 0,-8-1 0,-2 1 0,2-1 0,2 1 0,-4-1 0,-5 0 0,-3 1 0,1-1 0,0 1 0,-1 0 0,1-1 0,22-1 0,-1 0 0,-14 1 0,0 0 841,15-1-841,-16 2 0,4-1 0,-4 0 0,-6 1 0,0 0 499,12-1 1,1 0-500,-10 1 0,-1-1 759,15 0-759,-15 1 0,0 0 0,12-1 0,0 0 0,0 0 0,1-1 400,-12 2 1,2-1-401,9-1 0,1-1 0,-8 2 0,1 0-112,3-2 0,0 1 112,-9 0 0,-2 0-547,16-2 547,-15 2 0,0-1 0,10-2 0,-10 0 0,1 1 0,13-5 0,-5 0 0,6-2 0,-4 0 0,-12 4 0,0-1-138,6-1 1,3-3 0,-4 3 137,3-5 0,1 0 14,-1-1-14,-10 3 0,0 0 0,11-7-264,-12 6 1,0 1 263,7-7 0,-2 0 228,0-1-228,-3 0 0,8-13 0,-10 7 0,6-9 0,-11 10 0,-2 0 0,0 0 0,-2 0 0,-1 0 0,-1 4 0,-1 0 0,2-6 0,6-12 0,-2 9 0,-5 13 0,17-14 0,3 1 0,-4 9 0,3-4 0,0 2 0,-6 9 0,1 1 0,2-2 0,14-5 0,-7 6 703,-14 5 0,4 0-703,6 0 0,4 0 0,-3 0 0,-6 3 0,0-1-166,7-1 0,3-1 1,-5 2 165,7 0 0,-3 2 0,1 0 0,11-2 0,-12 2 0,6 0 0,-5 1 0,-9 2 0,-1-1 0,15-1 0,1 1 0,-6 0 0,-3 0 0,-6 1 0,0 1 0,8-2 0,1 0 0,0 1 0,0 0 0,-8 1 0,0 0 0,7-1 0,2 1 0,-3 0 0,-1 0 0,-7 0 0,-1 0 0,7 1 0,-1-2 0,-1 1 0,-2 1 0,14-3 0,-15 3 0,1-1 0,-1 0 0,-1 0 0,14-1 0,-7 1 0,2-1 0,-1-1 0,1 0 0,-6 1 0,-1-1 45,5 0 0,-3-1-45,3-2 0,-1-1-83,2 0 83,3-2 0,-7 1 0,5-1 0,-3 0 0,-4 2 0,1 0 0,3-2 0,4 0 0,-2 0 0,8-3 0,-4 1 0,-12 5 0,-1-1-562,14-4 0,-2 0 562,-1 0 0,-3-1 519,-1 0-519,10-9 0,-10 4 0,9-9 0,-20 11 0,0-1 0,10-11-112,-10 9 0,-1-1 112,8-9 0,-3-2-156,-1-1 156,-3-2 0,-1-1 0,-7 9 0,-1-1 0,5-14-6,-6 14 1,-1 0 5,1-12 0,-2 0-713,0-1 713,0-1 0,-1 1 0,-2 11 0,1 0 0,2-15 0,-2 15 0,-1-1 0,0 1 0,0 0 0,4-16 0,-4 7 0,0 1 0,0-7 0,-4 17 0,0 0 0,-2-10 0,-3 1 756,-1-1-756,-1 11 0,0 0 0,-5-15-132,2 14 0,1 1 132,-7-13 0,3 10 0,-1 0 0,3 6 0,-1 1 0,-3-7 0,-2-1 0,-1 0 0,-1 2 0,5 6 0,-2 0 0,-10-14 0,0 1 0,10 15 0,0 1 0,-4-6 0,-1 0 0,-5-6 0,0 1 0,9 11 0,0 0 0,-7-7 0,-3-3 0,3 3 0,-9-7 0,8 9 0,-1 0 0,-2 0 0,0 2 394,-1 0-394,1 0 0,7 7 0,0 0 0,-11-8 0,11 7 0,-1 1 0,-8-5 0,7 5 0,0 0 0,-13-7 0,13 8 0,-2-1 0,-1 1 0,0 1 0,-14-9 0,12 8 0,0 0 0,-11-5 0,-2-1-167,0 0 167,-1 0 0,-1 0 0,2 1 0,-1 0 0,15 7 0,-1 0-546,-15-7 1,1 0 545,18 10 0,0-1 0,-10-4 0,0 1 0,7 3 0,0 0 0,-6-3 0,-2-1 0,0 2 0,1 1 0,7 2 0,1 0 0,-8-2 0,-1 0 0,-1 1 0,2 0 0,7 2 0,0 1 0,-8-4 0,0 2 304,10 2 1,1 0-305,-9-2 0,0 0 0,-1 0 0,-1 0 0,-6-3 0,-1 1 0,10 3 0,2 0-106,1 1 0,2 0 106,-9-1 0,10 2 0,-1 1 0,-11-3 0,12 3 0,1 0 0,-9-2 0,2 2 0,0 0 0,-8-2 0,9 2 0,-1-1 0,-14-1 0,10 1 0,-11 0 0,-1 0 0,10 2 0,-10-1 0,12 2 0,1 1 0,-11-2 0,0 1 0,0 0 0,-2-1 0,16 2 0,0-1 0,-2 0 0,1 0 0,7 1 0,0-1 505,-5 0 0,-5 0-505,-8-3 0,-7 0 0,6 0-316,11 1 0,1 1 316,-12-2 0,-5 0 0,6 0 0,12 1 0,3 1 203,-18-3-203,15 3 0,-5-1 0,4 1 0,6 2 0,0-1 0,-13-1 0,-4-1 0,8 3 0,-1-1 0,3 1 0,3 0 0,0 0-320,-11 0 1,-4-1 0,6 1 319,13 1 0,2 0 0,-9 0 0,1 0-694,-12 0 694,1-1 0,0 1 0,14 0 0,0 1 0,-13-2 0,15 2 0,-1-1 0,-4 1 0,1 0 0,-10 0 0,11 0 0,-1 0 0,-12 1 1470,10 0-1470,-9 0 0,-1-2 0,10 0 0,-10-1 0,2 0 0,9 0-391,-10 0 391,14 0 0,-14 1 0,-2 0 0,-3 0 0,13 0 0,-5 0 0,5 1 0,-8 0 0,17-1 0,-3 1 0,-11-1 0,1 1 0,13 0 0,-1-1 0,-13 1 0,-4 0 0,3 0 0,-4 1 0,5-1 0,3 1 0,1-1-10,-7 1 1,-5 0-1,7 0 10,11-1 0,2 1 0,0-1 0,0 1-327,-12-1 1,-1 1 326,10-1 0,0 0 0,-9 1 0,-1-1-130,12 0 0,-1 0 130,-12 0 0,-2 0 0,11-1 0,1 0 0,-10 0 0,0 0 0,1-1 0,3 0-115,8 1 0,1-1 115,-8 1 0,-1-1 0,3 0 0,2-1 0,7 2 0,0-1 0,-7 0 0,2-1 567,-12 0-567,2-1 0,2 0 0,0-1 0,2 1 0,11 1 0,1-1 0,-12-2 0,-9-1 0,5 0 0,1 1 0,1-1 0,0 1 0,2 0 0,17 2 0,0 1 1355,-7-2-1355,8 2 0,-5-1 668,9 1-668,-7-1 0,1 0 0,-1-1 0,2 1 0,5 1 1703,0 1-1703,0-1 1170,0 1-1170,0 0 271,-6-2-271,5 1 0,-5-1 0,-7 0 0,8 1 0,-9-2 0,0 3 0,6 0-405,-8 0 405,9 0 0,-9-1 0,7 1 0,-8 0 0,9 1 0,1 0 0,-2 0 0,0 1 0,-20 0 0,-3 0 0,5 0 0,-4 1 0,1-2 0,13 0 0,7 1 0,-5-2 0,0 1 0,8 1 0,-7-1 0,-12 0 0,17 0 0,-17 1 0,24-1 0,-15 1 0,12-1 0,-25-2 0,25 2 0,-10-1 0,-2 2 0,11 0 0,-21-1 0,19 2 0,-5-1 0,-13 4 0,15-1 0,-13 3 0,-2-1 0,10-1 77,0 1 0,2-1-77,9-2 0,-1 0 0,2 0 0,0 1 0,-1-1 0,2 0 0,-8 0 0,7-1 0,-17 2 0,19-1 0,-8 0 0,8-1 0,6 0 0,-3 0 0,4-1 0,3 0 0,-1 0 251,3 0-251,0 0 0,-1 0 0,1 0 0,-1 0 0,0 0 0,1 0 0,0 0 0,0 1 0,-8 2 0,6-2 0,-12 5 0,10-3 0,-5 2 0,1-2 0,2 0 0,-15 3 0,14-3 0,-9 1 0,14-2 0,1-1 0,0 0 0,0 0 0,0 1 0,0-1 0,0 1 0,-2 1 0,-4-1 0,2 1 0,-3-1 0,6 0 0,-13 2 0,10-3 0,-10 4 0,14-3 0,1-1 0,0 1 0,2-2 0,-2 1 0,3-1 0,-2 0 0,1 2 0,-1-1 0,1 0 0,-1 1 0,-1 0 0,0-1 0,-1 1 0,-11 5 0,8-3 0,-7 4 0,7-6 0,3 0 0,-2 1 0,0 0 0,3 0 0,-2 0 0,-2 3 0,4-3 0,-4 3 0,6-4 0,0-1 0,-1 0 0,1 0 0,1 1 0,0-1 0,1 0 0,-2 0 0,0 2 0,0-3 0,-3 3 0,3-3 0,-1 2 0,2-1 0,1 0 0,-2-1 0,1 1 0,-1-1 0,1 2 0,0-1 0,0 0 0,-1 1 0,1-1 0,-1 1 0,1-1 0,-1 0 0,7 9 0,-3 0 0,3 9 0,-5-2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46:41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8827 4543 5734,'-1'12'0,"1"2"0,-2 3 0,0 3 0,-3 14 0,1-7 0,3 14 0,3 1 0,4-10-572,-1 1 0,4-4 572,9-19 0,22-5 0,-3-6 0,-3-9 0,11-6 0,4-4 0,0 1 0,-9 3-944,-8 3 1,-5 1 0,5-2 943,7-4 0,8-2 0,2-2 0,-5 1 0,-8 4-18,-7 0 1,-2 1 17,11-7 0,4-3 0,-5 3-687,-9 6 0,-2 0 687,7-3 0,2-2 0,-9 5 0,-14 8 0,-3 2 0</inkml:trace>
  <inkml:trace contextRef="#ctx0" brushRef="#br0" timeOffset="574">8480 5540 5734,'-5'11'0,"-2"12"0,0-2 0,0 9 0,-1 7 0,5-8 0,1-1 0,2 0 0,3 1 0,8-3 0,4-1 0,8-9-676,20 3 676,-11-18 0,1-5 0,-7 2 0,4-3 0,3-3 0,9-4 0,4-2 0,-2 0 0,-7 2-1020,-5 1 1,-3 2 0,2-3 1019,4 0 0,4-2 0,2-1 0,-3 1 0,-7 1-716,2-1 1,-4 0 715,1 0 0,0 0 0,11-6 0,-1-1 0,-11 6 0,0 0 0,6-4 0,0 1 0,-8 5 0,-1 1-114,9-4 1,5 1-1,-18 9 1</inkml:trace>
  <inkml:trace contextRef="#ctx0" brushRef="#br0" timeOffset="7887">15049 5790 2174,'-48'-4'0,"0"0"0,0 0 0,11 2 0,0-1 0,-1 0 0,1 1-544,-2-1 1,0 1-1,-1-1 1,1 1 543,-2-1 0,0 1 0,-1 0 0,1-1 0,0 1 0,2 0 0,-3 0 0,-7 0 0,14 1 0,-5 0 0,-4-1 0,-2 1 0,-2-1 0,-1 1 0,0-1 0,1 1 0,2 0 0,3 0 0,4-1 0,-7 1 0,5 0 0,2 0 0,0 0 0,-2 0 0,-6 0 0,7 0 0,-5 0 0,-2 0 0,-3 0 0,-2 0 0,0 0 0,0 0 0,1 0 0,3 1 0,2-1 0,4 0 0,5 1 0,-14-1 0,8 1 0,0 0 0,-6 0 0,7 0 0,-4 0 0,-4 0 0,-2 0 0,-1 0 0,1 0 0,2 0 0,3 0 0,6 0 0,-2 0 0,6 0 0,2 0 0,-3 0 0,-6 0 0,8 0 0,-6 1 0,-2-1 0,-4 0 0,-1 0 0,-2 0 0,1 0 0,1 1 0,2-1 0,4 0 0,3 0 0,5 1 0,-12-1 0,9 1 0,1-1 0,-6 1 0,4-1 0,-4 0 0,-2 1 0,-2-1 0,2 1 0,0 0 0,4 1 0,-5 1 0,1 1 0,2 1 0,2-1 0,4 0 0,1 0 0,4 0 0,-4 0 0,-9 1 0,-7 1 0,2 0 0,10 0 0,13-1 0,5-1 0,-24 5 0,5-1 0,-6 3 0,5-2 0,13-3 0,0 1 0,-11 1 0,-5 2 0,9-2 0,8-2 0,3 0 239,1-1-239,-22 6 0,24-6 2350,-15 5-2350,25-7 0,4 0 1265,-3 1-1265,3-2 0,-17 6 0,12-5 1880,-14 4-1880,13-3 0,3-2 0,-20 7 0,17-5 0,-13 3 0,17-4 0,-12 5 0,8-2 0,-22 9 0,20-8 0,-8 5 0,9-4 0,4-3 0,-2 2 0,3-1 0,-9 8 0,-1 1 0,-3 3-432,-6 6 0,-1 1 432,3-2 0,8-7 0,-2 2 0,-13 8 0,-1 0 0,12-9 0,-2 1 0,-4 2 0,-5 3 0,0 0 0,3-3 0,0 0 0,-1 0 0,-2 1 0,-6 4 0,0 0 0,6-4 0,2-1 0,0-1 0,1 1 0,-5 2 0,1 1 0,6-5 0,2-1 0,3-1 0,-11 8 0,0 1 0,12-8 0,2 0 0,-9 8 0,11-8 0,1-1 0,-3 6 0,2 0 0,6-3 0,0 4 0,1 14 0,0 3 0,1-12 0,2 1-890,0 19 0,4-3 890,4-8 0,1-11 0,0-1-259,1 12 259,0-8 0,1-1 0,0 17 67,-1-16 1,0 1-68,0 0 0,0 1 0,0 2 0,0 1 0,0 0 0,1 0-631,-1-1 1,1-1 630,1 14 0,0-15 0,1 4 0,0-3 0,0-1 0,1 3 0,0 1 0,2 7 0,0 0 0,-1-6 0,2 0 0,-1-1 0,2 9 0,2 5 0,-2-5 0,-1-11 0,0-2 0,2 10 0,1 1 0,1-8 0,0 1 0,0-3 0,0-1 0,2 1 0,1 0 0,4 4 0,-1 0 0,-1-6 0,0-2 0,2-1 0,1 0 0,4 4 0,1-1 0,-3-4 0,-1-3 0,2-1 0,12 8 0,5 2 0,-4-4 0,-10-10 0,1-2 0,12 6 0,6 3 0,-6-4 0,-11-7 0,0-1 0,13 7 0,4 0 0,-9-5 0,2-1 0,-4-1-253,-3-1 0,0-1 253,5 3 0,3 0 0,-5-2 0,-8-4 0,-2-1-554,13 3 0,1-1 554,-8-3 0,0 1 0,10 1 0,0-1 0,4 0 0,-2-1 0,-8-1 0,0-1 0,8 1 0,5 1 0,-10-3 0,5 0 0,0 0 0,-4 0-46,8 0 1,1 0 45,-7-1 0,4 1 0,1-1 0,-7 0 0,2 0 0,-1-1 0,-3 1 0,6-1 0,-1 0 0,-2 1 0,-4-1 0,-2 0 0,2 0 0,4 0 0,3 0 0,0 1 0,-1-1 0,5-1 0,-2 1 0,-1-1 0,-7 0 0,-2 0 0,2 0 0,10 0 0,1-1 0,2 1 0,-11-1 0,1 0 0,-1 0 0,0 0 0,2 0 0,-1-1 0,2 1 0,-2 0 0,1-1 0,2 1 0,-1-1 0,2 0 0,1-1 0,0 1 0,-3 0 0,5-1 0,-2 0 0,2 1 0,-3-1 0,2 0 0,0 0 0,1 0 0,1 0 0,1 0 0,-1 0 0,-2 0 0,3 0 0,-1 0 0,1 0 0,-2 0 0,1 0 0,1 0 0,0 0 0,0 0 0,0 1 0,-1-1 0,-1 1 0,-9 0 0,-1 1 0,-1-1 0,3 0 0,7 0 0,3 0 0,0 0 0,0 1 0,0-1 0,1 1 0,-2-1 0,-1 1 0,-9 0 0,-1 0 0,-1 1 0,2-1 0,7 0 0,1 0 0,3 0 0,6 0 0,-14 0 0,5 1 0,3-1 0,2 0 0,1 0 0,0 0 0,-3 0 0,-2 0 0,-6 1 0,4-1 0,-5 0 0,-2 0 0,2 1 0,4-1 0,-2 0 0,5 0 0,4 0 0,1 0 0,1 0 0,-2 0 0,-3 0 0,-4 0 0,-7 1 0,10-2 0,-8 1 0,3 0 0,1 0 0,4-1 0,-1 1 0,-2 0 0,2 0 0,-2 0 0,2 0 0,-4 0 0,2 0 0,0-1 0,-1 1 0,-1 1 0,-1-1 0,0 0 0,-3 1 0,4-1 0,-3 0 0,2 0 0,-5 1 0,2-1 0,0 0 0,1 0 0,4 1 0,1-1 0,-1 0 0,-3 0 0,-4 0 0,-2 0 0,1 0 0,3 0 0,1 1 0,1-1 0,-4-1 0,15 0 0,-6-1 0,-11 2 0,2-2 0,4 1 0,4-2 0,-6 2 0,-8-1 0,-2 1 0,21-2 0,-3 0 0,-9 0 0,7 0 0,0-4 0,-18 2 570,16-7-570,-26 7 0,4-3 2514,-5 0-2514,-4 2 1449,1-3-1449,-2-6 1166,-5 4-1166,1-31 0,-5 16-1093,-1-12 1,-2-12 0,2 6 1052,-1 11 0,1 1 40,-1-12 0,-1-5 0,2 6-372,0 11 0,1-1 372,-1 0 0,1-5 0,0-2 0,0 4-369,-1 3 0,1 2 0,0-6 369,0 1 0,0-7 0,0-4 0,0 1 0,1 2 0,-1 6-164,0-4 0,0 5 1,0-3 163,0-4 0,0-3 0,-1-2 0,1 1 0,-1 3 0,0-1 0,0 2 0,0 3 0,0 3 0,0 3 0,-1-2 0,1-4 0,0-3 0,-1 1 0,1 5 0,-1-4 0,0 4 0,1 0 0,-1 0 0,0 1 0,0-1 0,0 5 0,-1-2 0,1 2 0,-1-5 0,0 1 0,1 6 0,-1-1 0,-1 1 0,-2-12 0,0 3 0,2 10 0,-1 0 0,-1-6 0,-2-3 0,2 4 0,1 10 0,0 1 0,-5-23 0,1 2 0,3 16 0,-3-12 496,6 25-496,1 7 1808,-1-2-1808,2 7 2250,-2 3-2250,1 1 234,-2 3 1,1 2 0,-1 0-1</inkml:trace>
  <inkml:trace contextRef="#ctx0" brushRef="#br0" timeOffset="23873">13816 2768 5734,'5'41'0,"-1"7"0,-2-18 0,-1 2-1639,1 6 1,-1 1 724,-1 6 1,0 2 913,0-14 0,0 0 0,-1 7 0,0-4 0,-1 6 0,0 5 0,0 3 0,-1 0 0,1-1 0,0-3 0,0-5-158,0 9 1,0-7-1,0 1 1,0 5 157,1-7 0,-2 5 0,1 3 0,0 1 0,-1-1 0,1-2 0,0-4 0,0-6 6,1 5 1,-1-7-1,2 7-6,0-4 0,0 7 0,0 5 0,1 0 0,-1 0 0,1-4 0,0-6-7,-1 8 1,1-6 0,0 6 6,0-5 0,0 7 0,0 3 0,0-2 0,1-4 0,0-9 0,2 6 0,-1-9 0,1 11 0,-1-11 0,-1-3 0,-3-12 0,-1 0 0</inkml:trace>
  <inkml:trace contextRef="#ctx0" brushRef="#br0" timeOffset="24494">11860 4006 5734,'46'10'0,"-6"-5"0,7-1 0,-4-3 0,3-1 0,1 0-820,-9 0 1,0 0 0,1 0 0,1-1 342,-1 0 0,1 0 1,1-1-1,-1 1 0,0-1 458,3 0 1,-2 0 0,2 0 0,6-1 18,-10 1 0,5 0 0,4 0 0,1-1 0,2 1 0,0-1 0,-2 1 0,-1 0 0,-3-1 0,-1 1 0,-2 1 0,-2-1 0,-1 0 0,2 1 0,1-1 0,3 0 0,-5 0 0,2 0 0,1 1 0,1-1 0,1 0 0,1 0 0,0 0 0,0 0 0,-1 0 0,0 1 0,-2 0 0,7-1 0,-1 1 0,0 0 0,0 0 0,-1 0 0,0 1 0,-1-1 0,-1 0 0,0 1 0,-3-1 0,-1 0 0,-2 0 0,0 1 0,0-1 0,2 1 0,3-1 0,3 1 0,-9 0 0,2-1 0,2 1 0,2 0 0,2 0 0,1 0 0,1 0 0,0 0 0,1 1 0,-1-1 0,-1 0 0,-1 0 0,-1 0 0,-2 0 0,-2 1 0,-2-1 0,12 0 0,-3 0 0,-4 1 0,0-1 0,-1 0 0,0 1 0,3-1 0,3 1 0,-6-1 0,2 1 0,2-1 0,1 1 0,1-1 0,0 1 0,0 0 0,0-1 0,-1 1 0,-1 0 0,-1-1 0,-3 1 0,3 0 0,-1 0 0,-1 0 0,-1 0 0,0 0 0,-2 0 0,0 0 0,-1 0 0,-1 0 0,10 1 0,-3-1 0,-1 0 0,0 0 0,1 1 0,1-1 0,-6 0 0,1 0 0,1 1 0,0-1 0,1 0 0,-1 0 0,-2 1 0,0-1 0,7 1 0,-1 0 0,-1 0 0,-1 0 0,-2-1 0,-1 1 0,7 0 0,-3 0 0,0 0 0,1 0 0,-5 0 0,2 0 0,0 0 0,-1 1 0,-2-1 0,-2 0 0,-2 0 0,-2 0 0,-1 0 0,14 1 0,-2 0 0,-13-1 0,1 0 0,-4-1 0,-4 1 0,-4-1 0,2 0 0,-9-2 0,-20-2 0</inkml:trace>
  <inkml:trace contextRef="#ctx0" brushRef="#br0" timeOffset="28576">13801 3944 5734,'-2'-5'0,"0"-1"0,3-4 0,0 2 0,1-6 0,5-6 0,-1 3 0,4-8 0,8-16 0,1-2 0,-3 2-611,-3 12 1,1-4 0,-3 5 610,-1 0 0,0 0 0,0 2 0,4-8 0,1 0 0,0 0-142,0 2 0,2 0 142,4 2-643,-5 7 643,8-5 1112,7-7-1112,-10 14 0,10-7 0,1 0 0,-9 9 0,0 1 0,1 0 0,11-1 0,-16 9 0,5-1 0,-1 1 0,-5 5 300,12-3-300,-5 2 0,12 0 0,-7 0 0,1 3 0,-2 1 0,-5 1 0,1 2 0,-1 0 0,-7 2 0,5 3 0,-8-2 0,6 4 0,-6-1 0,6 3 0,-2 2 0,-4-3 0,4 4 764,-1 2-764,-3-2 0,16 16 0,-14-14 0,6 11 0,0 0 0,-6-4-129,0 0 1,-1 0 128,-5-3 0,0 1 0,0 1 0,2 9 0,0 2 0,0 0 0,-1-1 0,1 1 0,-3-6 0,0-2 0,1 5-396,-2-5 0,1 0 396,-2-2 769,1 0-769,3 11 0,-3-8 0,3 7 0,0 0 0,-3-7 0,0 0 0,0 2 0,-1-1 0,5 17 0,-3-11 0,-2-7 0,0 1 0,0 1 0,1 0 0,0 3 0,0 0 0,-1-5 862,3 14-862,-3-10 0,-1-7 0,1 7 0,1 1 0,0 0 0,-1-1 0,1 1 0,0-1 0,0-2-393,-2-6 393,3 5 0,-1 0 0,-1-7-174,3 5 174,-4-8 0,7 12 0,-4-10 0,5 9 0,-7-13 0,1 0 0,4 5 0,-3-3 0,4 4 0,-4-7 0,0 1 0,1-1 0,10 11 0,-7-9 0,18 15 0,-16-17 0,8 5 0,-4-7 0,-4-2 0,5 1 0,-1-3 0,-4 0 0,18 1 0,-15-4 386,11 0-386,2-3 0,0 0 0,-2-1-530,9-2 0,-2-1 530,-14-3 0,8-3-682,0-5 682,-7 3 0,6-5 0,-3-1 0,8-8 0,-6 4 0,3-4 0,-2-6 0,-10 10 0,9-14 0,-7 6 337,-5 6-337,5-8 0,-1-1 0,-6 7 0,5-8 0,0 0 0,-5 8 0,5-9 0,-1-1 0,-4 7 0,3-7 0,-2 0 0,-2 9 0,2-9 0,2 1 0,-5 8 0,5-7 710,-2-1-710,-5 12 0,0-3 0,2-7 0,0 0-701,-3 5 1,0 1 700,-1-1 0,-1 2 0,0-4-671,1-1 671,-1-1 0,1-1 0,0 0 0,0-1 0,3-13 0,-3 11 0,1 1 0,-1 0 0,0 0 0,-2 8 0,0 2 0,1 0 184,2-7-184,-2 7 0,3-5-250,-3 10 250,1 1 0,1 0 0,5-6 0,-3 5 0,4-4 0,-3 8 0,7-6 0,-4 6 1174,16-12-1174,-14 14 0,22-14 0,-21 15 0,3 0 0,-1 0 0,-1 1 0,5 0 0,0 1 0,-1 2 0,10 0 0,1 1 0,-5 4 38,-4 0 1,0 1-39,-4 3 0,-2 1 564,0 2-564,13 7 0,-11-4 313,10 6-313,-8 0 0,-6-2 0,16 15 0,-17-10-293,9 10 293,-13-10 0,0 1 0,-1 2 0,-1 2 0,5 12 0,-5-6-73,4 10 73,-5-10 0,0 1 0,0 0 0,3 13 0,-3-9 0,1 10 0,-3-15 0,-2-1 0,3 8 0,0 3 0,1 0 0,-1-5-392,-2-8 0,0 0 392,0 0 0,1 0 364,0 0-364,8 20 0,-5-14 780,4 15-780,-2-10 0,-1 0 0,0 1 0,0-1 0,0 0 0,-3-8 0,0-2-1003,3 8 1003,-3-7 0,2 0 0,7 14 0,-4-10 0,4 10 0,-4-9 0,0 0 0,1 3 0,0-3 0,-1-2 0,-1-6 0,12 18 0,-9-16 0,9 12 0,-5-11 0,-3-7 797,5 5-797,2 0 0,-5-7 0,6 6 0,0-1 0,-5-6 0,7 5 0,1-3 0,-7-4 0,8 3 0,-1-3 0,-5-5 0,16 3 0,-16-7 0,18 1 0,-16-4 0,16-2 351,-16-1-351,7-2 0,0-4 0,-1-1 0,2-1 0,-3 1 0,2-3 0,-6-3 0,-4 0 0,5-3-421,-3 0 1,-2 0 420,-6 0 0,14-21 0,-12 13 0,-3 5 0,0 0 0,6-11 0,-4 6 0,3-7 0,4-1 0,-8 6 0,7-8 0,0-5 0,-6 7 0,-6 10 0,1-1 0,-2-4 0,0 0 0,4-18 0,-5 16 0,0-3 0,-1-2 0,0 1 0,-2 7 0,0-1 0,1-7 0,1-1 0,-1 0 0,0 3 0,-1 7 0,-1 0 0,2-4 0,1-4 0,1 0 0,0-3 0,1 4 0,-3 7 0,2 0-271,0-6 0,2-3 1,-1 6 270,2 0 0,1 1-536,0 2 536,2 0 0,1 1 0,8-11 0,-3 8 0,6-10 0,-6 12 0,0-1 0,6-7 0,4-3 0,0 1 0,-2 7 0,-3 4 0,0 0 0,2 5 710,7-6-710,-10 10 0,0 1 0,8-4 0,5 1 0,-1 0-257,-3 5 257,-2 3 0,-1 2 740,-1 4-740,9 2 0,-13 10 0,0 1 0,6 7 0,4 12 0,-1 3 0,-5 6 0,-9-5 0,2 6 0,-3-4 0,-6-8 0,0 0 0,4 13 0,2 6 0,-1-5 0,-2-2 0,0-3-158,2 9 1,1-1 157,0-3 0,-1-5 0,4 7 0,-3-9 0,0 1 0,3 4 0,-7-11 0,1 4 0,-1-3 0,-3-4 0,-1 1 0,4 12 0,2 5 0,-2 0 0,-5-10 0,-2-1 0,1 0 0,1 1 0,-1 0 0,0-1-639,2 11 1,-2-5 638,0-3 0,3 7-301,-5-14 301,4 3 407,-3-11-407,-2-7 805,2-1-805,0-10 0,-3-2 0,2-3 0</inkml:trace>
  <inkml:trace contextRef="#ctx0" brushRef="#br0" timeOffset="29344">18623 4110 5734,'2'4'0,"-1"-1"0,4 0 0,1-1 0,7 1 0,18 0 0,0-1-1093,2-1 1,8 0 0,-3 0 1034,0 0 1,0 0 57,4 0 0,3 0 0,1 0-568,-10 0 1,1 0 0,0 0 0,-1 0 567,5 0 0,-1 1 0,3-1-19,-1 1 1,2-1 0,1 1 0,2-1 18,-5 1 0,3-1 0,-1 0 0,0 1 0,-1-1 0,2 0 0,-1 0 0,0 0 0,2 0 0,-7 0 0,0 0 0,2 0 0,1-1 0,0 1 0,0 0 0,2-1 0,1 1 0,0-1 0,1 0 0,-2 0 0,-2 0 0,1 1 0,-2-1 0,-1 0 0,1 1 0,1-1 0,2 0 0,0 0 0,2 0 0,0 1 0,0-1 0,0 0 0,-3 0 0,1 1 0,-1-1 0,0 0 0,-1 1 0,-2-1 0,9 1 0,-3-1 0,-1 0 0,3 1 0,-4-1 0,1 1 0,1-1 0,1 0 0,0 1 0,-3 0 0,1-1 0,1 1 0,-1 0 0,-2 0 0,-4-1 0,8 1 0,-4 0 0,3 0 0,-5-1 0,6 1 0,0 0 0,-4 0 0,-9-1 0,-2 1 0,-6 0 0,-1-1 0,-2 1 0,17 0 0,-9-1 0,-6 0 664,-8 0-664,-2-3 1169,-10-1-1169,-6-1 0,-21-2 0,-1 2 0,-13-2 0</inkml:trace>
  <inkml:trace contextRef="#ctx0" brushRef="#br0" timeOffset="31340">13572 2975 5734,'11'5'0,"-1"0"0,8-1 0,-5-1 0,7 2 0,-8-3 0,-1-1 0</inkml:trace>
  <inkml:trace contextRef="#ctx0" brushRef="#br0" timeOffset="32069">12853 2875 5734,'6'13'0,"-1"-1"0,1 18 0,-3-15 0,4 17 0,-4-21 0,0 1 0,-1-2 0,0 1 0,0-2 0,0 2 0,-1-3 0,0 1 0,3 0 0,-1-4 0,4 0 0</inkml:trace>
  <inkml:trace contextRef="#ctx0" brushRef="#br0" timeOffset="32342">13156 2917 5734,'-5'32'0,"0"-1"0,1 15 0,3-15 0,0 16 0,6-14-852,0-11 852,4 4 0,16-9 0,-9-11 0,14-2 275,-15-13-275,7-18 0,-9 8 141,3-13-141,-17 6 0,-3 8 0,-11-7 0,1 14 0,-7 1 0,-11 13 0,13 1 0,-10 9 0,19-3 0,1 1 0</inkml:trace>
  <inkml:trace contextRef="#ctx0" brushRef="#br0" timeOffset="53478">16698 4190 5734,'9'34'0,"-1"-5"0,-6-17 0,0 1 0,0 0 0,-2 1 0,1 0 0,-1 19 0,0-16 0,0 14 0,0-17 0,-1-5 0,1 4 0,-1-7 0,1 3 0,0-5 0,0 3 0,-1-7 0,1-6 0,0 1 0,0-5 0,1-14 0,0 11 0,0-14 0</inkml:trace>
  <inkml:trace contextRef="#ctx0" brushRef="#br0" timeOffset="54212">16693 4140 5734,'-3'2'0,"0"0"0,2 1 0,0-3 0,4 3 0,-2-3 0,3 1 0,1 2 0,-1-2 0,2 2 0,3-1 0,-1-1 0,4 0 0,15 1 0,-13-2 0,12 2 0,-18-2 0,3 1 0,-5 0 0,3-1 0,-3 0 0,-2 0 0,1 0 0,-1 0 0,-1 0 0,0 1 0,-3-1 0,-3-1 0,0 0 0,0-1 0,2 3 0,0 2 0,-1 2 0,0 2 0,-3 15 0,2-6 0,-1 13-275,3-10 275,1 1 0,3 16 0,-1-16 0,8 21 0,-4-27 0,12 13 0,-7-17 0,12 0 0,-12-11 0,5-3 0,-7-3 0</inkml:trace>
  <inkml:trace contextRef="#ctx0" brushRef="#br0" timeOffset="55693">19343 4361 5734,'2'3'0,"0"-1"0,0-2 0,1-1 0,6 0 0,14-4 0,1 0 0,3-1 0,-9 3 0,-2 3 0,-8 1 0,2 4 0,-13 6 0,-2 0 0,-3 5 0,-9 7 0,5-5 0,-6 6 0,3-1 0,6-6 0,-1 3 0,5-3 0,3-5 0,1 2 0,4-3 0,0-3 0,3 1 0,10-3 0,-4-4 0,15-4 0,-12-2 0,8-3 0,9-8 0,-11 6-354,11-7 354,-18 7 0,-1 1 0,-2 0 0,2-6 0,-7 5 0,1-4 0,-6 6 0</inkml:trace>
  <inkml:trace contextRef="#ctx0" brushRef="#br0" timeOffset="55899">19626 4381 5734,'-2'6'0,"-1"0"0,3 5 0,-2-2 0,2 6 0,0 0 0,0-2 0,-1 3 0,0-1 0,0-5 0,0 3 0,0-3 0,1-4 0,-10 0 0,5-6 0,-7-3 0,6-3 0,0-2 0,0 0 0</inkml:trace>
  <inkml:trace contextRef="#ctx0" brushRef="#br0" timeOffset="56199">19573 4403 5734,'10'1'0,"6"0"0,-4 0 0,4-1 0,2-1 0,-5 0 0,6-1 0,1-1 0,-4 0 0,21-4 0,-21 3 0,12-3 0,-22 7 0,-1-1 0,2 5 0,-4 0 0,2 9 0,-4-2 0,1 6 0,-2 13 0,2-9 0,-1 10 0,3-6 0,-2-7 0,1 5 0,0-3 0,-1-6 0,6 10 0,-5-15 0,8 1 0,-4-11 0,4-5 0</inkml:trace>
  <inkml:trace contextRef="#ctx0" brushRef="#br0" timeOffset="59926">13271 2991 5734,'-6'-6'0,"0"2"0,3 0 0,-1 0 0,1 2 0,0-2 0,0 2 0,1 0 0,-8-2 0,5 4 0,-5-3 0,7 3 0,-4 2 0,3-1 0,-6 4 0,5-2 0,-4 3 0,4-3 0,-3 3 0,5-4 0,-5 4 0,4-2 0,-3 2 0,2 2 0,1-2 0,-2 3 0,4-2 0,1-1 0,-1 7 0,3-3 0,-2 5 0,4 2 0,-3-6 0,2 7 0,-2-8 0,4 15 0,-2-10 0,3 12 0,7 0 0,-5-13 0,8 5 0,2-1 0,-4-9 0,17 8 0,-18-17 0,3-4 0,-3-1 0,4-13 0,0-3 0,0 1 0,1-10 0,-2-1 0,-11 9 0,2-22 0,-6 24 0,0-6 0,-6-1 0,2 11 0,-3-6 0,-2 11 0,1 3 0,-4-1 0,3 5 0,-2 0 0,-1 1 0,0 1 0,0 1 0,-19 6 0,17-2 0,-14 6 0,22-5 0,0 1 0,1 0 0,0 1 0,1 0 0,1 0 0,0 0 0,0 3 0,1-3 0,-1 2 0,1-5 0,1 1 0,1-2 0,1-1 0,1 0 0,0-1 0,6 1 0,-4-1 0,7 2 0,-8-3 0,2 0 0</inkml:trace>
  <inkml:trace contextRef="#ctx0" brushRef="#br0" timeOffset="60952">12911 3056 5734,'1'29'0,"-1"-4"0,3-1 0,-2-7 0,2 5 0,-2-8 0,1-1 0,-1-1 0,0-1 0,0-1 0,-1 4 0,0-7 0,1 3 0,-1-7 0,0-2 0,-2-5 0,1-1 0,-4-10 0,3 4 0,-2-6 0,2-3 0,0 4 0,0-6 0,1-6 0,0 9 0,1-16 0,0 19 0,0-4 0,0 4 0,0 2 0,0 3 0,0 2 0,0 8 0,0 0 0,1 8 0,0 0 0,0 5 0,2 6 0,-2-6 0,3 15 0,-2-19 0,1 6 0,-2-11 0,-1-1 0,2 0 0,-2-1 0,1 0 0,1-4 0,0 0 0,1-4 0,1-4 0,-2 2 0,2-4 0,-2-1 0,0 5 0,0-3 0,-1 6 0,0 3 0,-2 2 0,-1 6 0,0 2 0,0 6 0,1-1 0,-1 15 0,2-10 0,-1 12 0,3-9 0,-1-5 0,1 2 0,-2 0 0,2-8 0,-2 7 0,1-10 0,-1 0 0,0-2 0,1-1 0,1-1 0</inkml:trace>
  <inkml:trace contextRef="#ctx0" brushRef="#br0" timeOffset="61637">13225 3056 5734,'-10'3'0,"-4"1"0,5 0 0,-7 4 0,10-3 0,-4 4 0,2-1 0,2 1 0,-2 2 0,2 5 0,2-2 0,-1 17 0,5-13 0,0 8 0,3-5 0,1-6 0,3 6 0,10 7 0,-6-13 0,11 8 0,-10-20 0,2-2 0,2-3 0,0-3 0,0-2 0,-1-3 0,6-9 0,-7 3 0,3-6 0,-11-3 0,-3-1 0,-1-1-345,0 1 0,-2 1 345,-6 7-147,-3-4 147,1 7 0,-3-2 0,3 7 0,-1 1 0,2 1 0,-2 3 679,-3 1-679,3 4 39,-3 4 1,5 0-1,0 2 1</inkml:trace>
  <inkml:trace contextRef="#ctx0" brushRef="#br0" timeOffset="62385">13651 3017 5734,'-8'0'0,"2"-2"0,0 1 0,5 0 0,0 0 0,8 2 0,-2-1 0,6 2 0,-4 0 0,6 0 0,-3 0 0,4 1 0,0-2 0,-4 1 0,2-1 0,-5 1 0,-1-1 0,-1 0 0,1 2 0,-3-3 0,0 4 0,-3-3 0,0 1 0,0-1 0,1 1 0,0-1 0,1 0 0</inkml:trace>
  <inkml:trace contextRef="#ctx0" brushRef="#br0" timeOffset="63599">13682 5012 5734,'7'-4'0,"1"1"0,-3 1 0,15-3 0,-6 1 0,14-2 0,0-1 0,-5 2-189,9-2 1,-8 1-1,1 1 1</inkml:trace>
  <inkml:trace contextRef="#ctx0" brushRef="#br0" timeOffset="69392">2925 6105 5734,'1'-9'0,"0"2"0,2 5 0,9 28 0,-1 1-656,-5 4 1,2 13-1,1 7 1,-2-1 0,0-7 330,-2-2 0,0-4 0,0 9 325,-2-13 0,0 6 0,0 4 0,0 4 0,1 2 0,-1 1 0,0 0 0,0-2 0,0-2 0,-1-3 0,0-6-282,0 9 0,-1-6 1,0-3-1,0 2 0,0 5 282,0-2 0,0 5 0,0 3 0,0 1 0,0 0 0,0-2 0,0-4 0,0-4-19,-1 3 1,0-6 0,0 0 0,1 9 18,-1-12 0,1 4 0,0 5 0,-1 2 0,1 3 0,0 0 0,0 1 0,0 0 0,0-3 0,0-2 0,-1-3 0,1-5 0,0 11 0,-1-7 0,1-2 0,0 3 0,-1 7 0,1-12 0,0 5 0,0 4 0,0 4 0,0 2 0,0 0 0,0 0 0,0-1 0,0-2 0,0-4 0,0-5 0,0-5 0,-1-7 0,1 14 0,0-6 0,0 13 0,1 4 0,-2-17 0,-2-24 0,2-11 0,-2-7 0</inkml:trace>
  <inkml:trace contextRef="#ctx0" brushRef="#br0" timeOffset="70092">1160 7930 5734,'-7'-2'0,"5"2"0,24 2 0,3 0-1354,22-1 1354,1-1-1297,-19-1 0,2 1 1297,5-1 0,1 0 0,4 0 0,6 0 0,-7 0 0,7 0 0,3-1 0,-1 1 0,-3-1-385,-4 1 0,-2 0 0,0-1 0,4 1 385,-1 0 0,3-1 0,2 1 0,1-1 0,1 0 0,-2 0-41,0 0 0,0 0 0,1 0 0,-1 0 0,0-1 0,-2 1 41,2 0 0,-1-1 0,-1 1 0,2-1 0,2 0 0,-6 1 0,2-1 0,2 1 0,0-1 0,1 0 0,0 0 0,0 0 0,-3 0 0,1 0 0,1 0 0,1-1 0,-1 1 0,-1-1 0,0 1 0,-2-1 0,-1 1 0,-1 0 0,-2 0 0,0 0 0,1-1 0,1 1 0,1 0 0,-2 0 0,1-1 0,0 1 0,1 0 0,1-1 0,0 1 0,0-1 0,0 1 0,-1 0 0,0-1 0,1 1 0,-1-1 0,1 1 0,0 0 0,-1-1 0,-1 1 0,0 0 0,-2 0 0,3 0 0,-1 0 0,-2 0 0,0 0 0,0 0 0,2 0 0,0 0 0,2 0 0,1 0 0,1-1 0,1 1 0,-1 0 0,1 0 0,-1 0 0,-2 0 0,4 0 0,-1 0 0,0 1 0,-1-1 0,-1 1 0,-1-1 0,-1 1 0,5 0 0,-3-1 0,-1 1 0,0 0 0,3 0 0,-3 0 0,1 0 0,1 0 0,0 0 0,0 0 0,-1 1 0,-2 0 0,1 0 0,-1 1 0,-1 0 0,-1 0 0,-4 0 0,1-1 0,-3 1 0,-1 0 0,3 0 0,6 1 0,4 0 0,0 0 0,-3 0 0,-7 0 0,-1 0 0,-4 1 0,6 0 0,-2 1 0,3 1 0,-19 0 0,-5 0 0,-20 0 0,-5 0 0</inkml:trace>
  <inkml:trace contextRef="#ctx0" brushRef="#br0" timeOffset="75027">3029 6826 5734,'-5'2'0,"1"0"0,1-2 0,2 0 0,-1 0 0,6-1 0,-4 0 0,4-1 0,-3-5 0,-2 4 0,2-4 0,-2 5 0,1 0 0,0 1 0,0-5 0,0 3 0,0-9 0,1 6 0,0-5 0,4-13 0,-2 12 0,7-32 0,-6 28 0,5-13 0,-1 4 0,-3 9 0,4-10 0,-4 13 0,8-23 0,-5 14 0,6-17 0,1 9 0,-3 4-303,6-10 303,-6 14 0,0-1-1440,8-14 1440,-7 12 0,2-3 0,1-3 0,0-1 0,-3 6 0,-1 0-944,6-10 1,0 0 943,-4 8 0,-1 0 0,1 0 0,1-3 0,-1 2 0,2-6 0,1-1 0,-4 7 0,1-2 0,2-4 0,0-4 0,2-7 0,1-2 0,-1 1 0,-2 6-702,-1 1 1,-1 3 0,2-4 701,-3 7 0,1-3 0,1-3 0,1-1 0,-1-1 0,0 1 0,1-4 0,1-2 0,-1-1 0,0 1 0,0 3 0,-2 3 0,-2 4 0,0 4 0,-1 1 0,2-6 0,2-3 0,2-7 0,0-2 0,1 1 0,-2 4 0,-3 7 0,0 4 0,-3 6 0,2-2 0,3-10 0,2-2 0,-1 2 0,-4 10 0,-1 1 0,1-2 0,3-5 0,0-1 0,1-1 0,2-5 0,0-1 0,-1 3 0,0 2 0,0-1 0,-1 3 0,2-7 0,1 1 0,-4 7 0,-1 4 0,-1 3 0,-1-1 0,1-2 0,-1 5 0,4-11 0,-3 5 489,-2 5-489,1-3 0,-5 10 2474,2-1-2474,-5 13 856,-2 3-856,-2 5 1915,-3 6-1915,-2 7 0,-3 6 0,-3 6 0,-1 4 0</inkml:trace>
  <inkml:trace contextRef="#ctx0" brushRef="#br0" timeOffset="76610">3023 6815 5734,'-5'17'0,"1"-3"0,-4 5 0,3-4 0,-1 0 0,-1 0 0,-8 23 0,6-15-602,-7 17 602,9-21 0,-2 1 0,1 0 0,-5 12 0,2-8-651,-5 9 651,4-10 0,-3 5 0,0 1 0,-3 3 0,2-3 0,0 0 0,-4 7 0,5-7 0,-5 8 0,0 1 0,5-9 0,-5 8 0,2-1-353,5-8 353,-4 6 0,6-10 0,-1-1 0,-2 7 0,0 1 0,-3 6 0,3-4 0,-5 7-760,2 1 0,1-1 760,4-12 0,0 0-239,-5 9 239,5-10 0,-5 8-475,6-12 475,0 1 0,0-1 672,0 0-672,0 1 0,-2 2 0,-1 1 0,0 4 755,1-5 1,0 2-756,4-4 0,0-2 0,-2 8 354,2-6 0,0 0-354,-4 15 0,1-9 0,-2 9-114,5-12 114,-1-2 0,1-1 0,-6 16 0,6-15 0,-5 12 0,3-10 0,2-6 7,-3 7-7,0 0 0,2-6 0,-3 7 0,0 0 0,-8 13 0,8-20 0,0 1-417,1 0 0,-1-2 417,-9 14 0,0-1 0,-1 0 0,0 0 0,6-7 0,-3 3 0,4-5 0,2-3 36,1 0 1,1-1-37,3-6-122,-6 14 122,10-20 0,-1 5 0,6-7 1059,3-3-1059,3 0 0,7-5 0,4-3 0</inkml:trace>
  <inkml:trace contextRef="#ctx0" brushRef="#br0" timeOffset="78710">2560 6690 5734,'-7'-6'0,"1"1"0,4 3 0,2 0 0,-1 0 0,3-3 0,0 2 0,3-4 0,0 1 0,0-1 0,11-7 0,-9 6 0,12-5 0,-13 9 0,3 1 0,-4 1 0,1 1 0,-2 1 0,6 5 0,-4 0 0,3 6 0,-5-1 0,-1 16 0,-1 4 0,0 11-701,-1-7 1,0-1 700,-2 4 0,0-12 0,-1-2 0,2 7 0,-1-9 0,1 5 0,-2-11 0,1 2 0,0-4 0,-1 0 0,1-5 1401,-1 1-1401,1-5 0,-2 0 0,1-7 0,-1-1 0,0-6 0,0 1 0,0-4 0</inkml:trace>
  <inkml:trace contextRef="#ctx0" brushRef="#br0" timeOffset="79015">2509 6887 5734,'-5'2'0,"2"0"0,2-2 0,9 1 0,12-3 0,-1 0 0,7-2 0,-10-1 0,1 1 0,12-4 0,-10 5 0,14-5 0,-20 7 0,2-2 0,-5 5 0,-3 1 0,0 1 0</inkml:trace>
  <inkml:trace contextRef="#ctx0" brushRef="#br0" timeOffset="82540">2576 7911 5734,'-3'3'0,"0"2"0,3-5 0,-1 2 0</inkml:trace>
  <inkml:trace contextRef="#ctx0" brushRef="#br0" timeOffset="84035">5538 6423 5734,'12'-20'0,"1"-1"0,2 0-1053,2 0 1053,-1 1 316,11-4-316,1 5 0,2 3 0,4 11 0,-14 9 0,3 6 0,-10 4 179,-1 3-179,-4 5 0,-3 2 0,-8 8 0,-4 2 0,1 3 0,-2-4 0,-2 0 0,-11 6 0,8-17 540,-14 11-540,15-24 0,-3-1 18,4-8-18,5-3 0,1-4 0,6-2 0,6-7 0,1 4 0,6-5 0,1 7 0,9 0 0,3 2 0,5-1-151,-3 2 0,1 0 151,11 2-955,-10 2 955,7-1 0,2 0 0,-16 2 0,9-1 0,-19 0 0,-1-1 0</inkml:trace>
  <inkml:trace contextRef="#ctx0" brushRef="#br0" timeOffset="84259">6174 6097 5734,'-5'28'0,"2"-6"0,-1 18-1541,4-15 1,0-1 1540,1 16 0,0-11 0,1-1 0,0 15 0,2 1 0,1-2 0,2-6 0,0 0 0,4 6 0,2-2 0,1-3 0,-1-13 0,9 8 907,-11-22-907,0-5 496,-1-2-496,5-14 0,-6 0 0,3-11 0,-9 4 0</inkml:trace>
  <inkml:trace contextRef="#ctx0" brushRef="#br0" timeOffset="84428">6110 6479 5734,'0'7'0,"1"-1"0,7-2 0,1-1 0,6-1 0,2-3 0,2-2-465,4-2 465,4-2 0,-1-4 0,1 0 0,7-3 0,-2 0 0,-1-1 0,-4 0 0,8-4 0</inkml:trace>
  <inkml:trace contextRef="#ctx0" brushRef="#br0" timeOffset="84658">6571 6454 5734,'5'2'0,"3"0"0,17-2 0,-6-1 0,6-1 0,1 0 0,0-2 0,15-2 0,-11-3 0,-8 2 0,4-3 0,-11 3 0,-4 1 0,-2 2 0,-3 0 0,-2 0 0,-2 1 0</inkml:trace>
  <inkml:trace contextRef="#ctx0" brushRef="#br0" timeOffset="84859">6662 6256 5734,'-8'9'0,"3"0"0,2 14 0,2 3 0,0 0-792,0 1 1,1-1 791,-1-3 0,-1 18 0,2-16-238,1 22 238,2-31 105,4 8 1,-1-19-1,2 1 1</inkml:trace>
  <inkml:trace contextRef="#ctx0" brushRef="#br0" timeOffset="85210">6881 6222 5734,'19'-9'0,"-4"3"0,22-7 0,-17 7 0,11-2 0,-8 5 0,-5 2 0,4 1 0,-4 4 0,-6 1 0,8 14 0,-11-5 0,1 12 0,-9 4 0,-1-5 0,-2 11 0,-4 3-362,1-8 362,-3 8 0,1 6 0,0-7 0,1 0 0,3-16 0,1-15 0,1-3 0,-2-1 0,0-2 0,-1-1 0,-1-4 0,0-1 0</inkml:trace>
  <inkml:trace contextRef="#ctx0" brushRef="#br0" timeOffset="85382">6968 6440 5734,'15'-1'0,"-1"1"0,22-3 0,-13 0 0,15-2 0,2-2 0,-8 1-938,0 0 1,-2-1 937,-11 2 0,-2-1 0,-1-1 0</inkml:trace>
  <inkml:trace contextRef="#ctx0" brushRef="#br0" timeOffset="85592">7403 6325 5734,'7'2'0,"0"0"0,5 1 0,-2 0 0,4 0 0,1-1 0,-2 0 0,2-1 0,1-1 0,-5-1 0,9 0 0,-13 1 0,2 1 0,-10-1 0</inkml:trace>
  <inkml:trace contextRef="#ctx0" brushRef="#br0" timeOffset="85789">7379 6452 5734,'2'4'0,"1"-1"0,1-1 0,1 0 0,3 0 0,4-1 0,-2-1 0,5 1 0,3-2 0,-4 0 0,6-2 0,-2-2 0,-4 1 0,6-1 0,-10 1 0,2 1 0</inkml:trace>
  <inkml:trace contextRef="#ctx0" brushRef="#br0" timeOffset="86072">7788 6265 5734,'-15'19'0,"4"-4"0,-1 9 0,-1 2 0,2 0 0,1 5 0,2 0 0,4-5 0,7 22 0,3-33 0,39-12 0,-23-13-865,3-2 0,-2-3 865,-5-6 0,-2-1 0,1-13 0,-6 8 0,-1-7-218,-9 3 218,-3 10 449,-5-4-449,-11 14 0,-12 9 0,-3 4 0,-3 5 0</inkml:trace>
  <inkml:trace contextRef="#ctx0" brushRef="#br0" timeOffset="86684">6199 6839 5734,'-1'5'0,"-1"1"0,-1 26 0,0-7 0,-1 11 0,0 2-550,-1 6 550,3-12 0,1 6 0,0-6-662,3 11 662,-1-10 0,3-1 0,7 6 0,-1-12 0,16 13 0,-11-25 0,11 2 135,-9-16-135,1-4 0,2-3 0,-1-3 0,5-8 0,-7 2 0,2-6 0,-9 6 0</inkml:trace>
  <inkml:trace contextRef="#ctx0" brushRef="#br0" timeOffset="86841">6132 7206 5734,'14'-10'0,"16"-9"0,-10 9 0,24-11 0,-22 10 0,8-2 0</inkml:trace>
  <inkml:trace contextRef="#ctx0" brushRef="#br0" timeOffset="87138">6560 7106 5734,'11'-3'0,"-2"0"0,2-1 0,4-2 0,-2 2 0,4-1 0,2-2 0,-4 3 0,5-3 0,-3 2 0,-6 1 0,2 1 0,-7 1 0,0 0 0</inkml:trace>
  <inkml:trace contextRef="#ctx0" brushRef="#br0" timeOffset="87311">6589 7267 5734,'2'4'0,"0"-2"0,3 0 0,5-3 0,-1 0 0,16-4 0,-12 1 0,10-3 0,-8 1 0,-3 0 0,2-2 0</inkml:trace>
  <inkml:trace contextRef="#ctx0" brushRef="#br0" timeOffset="88059">6858 7105 5734,'-4'6'0,"3"-2"0,0 1 0,17-4 0,-6-1 0,13 0 0,-11-2 0,17-4 0,-9 1 0,25-10 0,-26 7 0,21-12 0,-29 13 0,7-5 0,-19 9 0,0 0 0,-1 0 0</inkml:trace>
  <inkml:trace contextRef="#ctx0" brushRef="#br0" timeOffset="88343">7143 6740 5734,'9'-4'0,"5"-1"0,-4 2 0,9 2 0,-3 9 0,-2 0 0,-1 4 0,-3 11 0,-3-8 0,1 10 0,-4-3 0,-3-4 0,-1 4 0,-3 0 0,-1-6 0,-3 3 0,-4-4 0,1-4 0,-4 0 0,4-7 0,1-2 0</inkml:trace>
  <inkml:trace contextRef="#ctx0" brushRef="#br0" timeOffset="88508">7156 6941 5734,'28'-6'0,"0"-1"0,-9 2 0,20-6 0,-15 5 0,14-5 0,-18 7 0,-7 1 0,0 2 0,-8 1 0,-1 0 0</inkml:trace>
  <inkml:trace contextRef="#ctx0" brushRef="#br0" timeOffset="88678">7192 7172 5734,'12'-2'0,"2"-1"0,1-2 0,3-1 0,15-5 0,-13 4 0,11-3 0,-19 5 0</inkml:trace>
  <inkml:trace contextRef="#ctx0" brushRef="#br0" timeOffset="88902">7236 7294 5734,'17'6'0,"18"3"0,-18-5-412,15 3 412,-17-3 0,0 0 0,14 6 0,-9-5 0,4 1 0,0-1 0,-1-3 0,14-1 0,-14-5 0,2-6 0,3-2 0</inkml:trace>
  <inkml:trace contextRef="#ctx0" brushRef="#br0" timeOffset="90265">2517 7852 5734,'-3'4'0,"0"0"0,3-3 0,-1-1 0,-1-2 0,1 0 0,-1-1 0,1 1 0,1 0 0,-1 0 0,3 6 0,-1-3 0,1 4 0,-1-3 0,-1 0 0,2 0 0,-1 1 0,1-3 0,0 2 0,0-4 0,-1 2 0,1-1 0,-1 1 0</inkml:trace>
  <inkml:trace contextRef="#ctx0" brushRef="#br0" timeOffset="91275">2516 8208 5734,'13'0'0,"-1"0"0,5-3 0,-7 2 0,10-3 0,-14 2 0,4-2 0,-7 1 0,1-1 0</inkml:trace>
  <inkml:trace contextRef="#ctx0" brushRef="#br0" timeOffset="91769">2616 8082 5734,'2'-4'0,"6"-2"0,-4 3 0,3-1 0,-3 2 0,-1 1 0,-1 1 0,1 0 0,-3 3 0,0-1 0,-1 3 0,-1 1 0,0 0 0,-2 8 0,2-7 0,0 2 0,2-6 0,0-1 0,0 0 0,0-1 0,0 1 0,0-1 0,1 1 0,2 0 0,-1 0 0,2 0 0,10 10 0,-8-7 0,8 6 0,-10-7 0,-2-2 0,-1 5 0,-2-3 0,-2 3 0,-3 0 0,1-2 0,-1 3 0</inkml:trace>
  <inkml:trace contextRef="#ctx0" brushRef="#br0" timeOffset="92149">2855 8077 5734,'-2'7'0,"0"7"0,3-4 0,4 12 0,0-12 0,3 4 0,-3-5 0,0-4 0,0 2 0,-1-3 0,-3-1 0,0-2 0,-4-2 0</inkml:trace>
  <inkml:trace contextRef="#ctx0" brushRef="#br0" timeOffset="92276">2797 8117 5734,'19'-7'0,"-5"1"0,11-6 0,-12 3 0,3-4 0</inkml:trace>
  <inkml:trace contextRef="#ctx0" brushRef="#br0" timeOffset="97296">20060 6092 4960,'1'45'0,"0"-1"0,-1-11 0,1 0 0,-1 1-1024,0 1 0,0 2 1,0 8 1023,0-10 0,-1 5 0,0 6 0,0 3 0,0 3 0,0 0 0,-1 0 0,1-2 0,0-3 0,0-5-315,0 3 0,0-4 0,0-2 0,0 0 0,0 2 1,0 6 314,0-7 0,0 3 0,0 3 0,0 1 0,-1 2 0,1 1 0,0 0 0,0-1 0,-1-1 0,1-1 0,0-2 0,-1 2 0,1 0 0,0-1 0,-1 0 0,1-2 0,0 0 0,0-1 0,-1-2 0,1-1 0,0 4 0,0-2 0,0-3 0,0 1 0,0 2 0,0 4 0,0-4 0,0 4 0,0 2 0,0 2 0,0 1 0,0 0 0,0-1 0,1-3 0,-1-3 0,0-4 0,1 5 0,0-6 0,0-1 0,0 1 0,0 5 0,1-5 0,-1 3 0,2 4 0,-1 2 0,0 0 0,1 1 0,-1-1 0,0-3 0,1-3 0,-1-4 0,0 5 0,1-5 0,-1-2 0,1 0 0,-1 5 0,1 2 0,0 5 0,1 3 0,-1-1 0,0-1 0,1-5 0,-1-6 0,0 3 0,0-6 0,0 0 0,0-3 0,0 1 0,-1 2 0,1 8 0,0 5 0,0-1 0,-1-6 0,1 0 0,0-1 0,0 6 0,-1 4 0,1-15 0,-1-19 0</inkml:trace>
  <inkml:trace contextRef="#ctx0" brushRef="#br0" timeOffset="98027">16390 8378 3037,'44'4'0,"-1"0"0,0-1 0,1 0 0,1 1 0,7-2 0,-15 0 0,5-1 0,4 1 0,1-1 0,1 0 0,0 0 0,-2 0 0,-3 0-507,0 0 1,-4 0 0,-1 0 0,2 0 0,2 0 0,7-1 506,-13 1 0,3-1 0,4 1 0,2-1 0,2 0 0,1 1 0,2-1 0,-1 1 0,1-1 0,0 0 0,-2 0 0,-1 1 0,-3-1 0,-1 0 0,-4 0 0,8 1 0,-4-1 0,-3 0 0,-1 0 0,0 0 0,1 0 0,5 0 0,4 0 0,-11 0 0,4 0 0,2 1 0,2-1 0,2 0 0,2 0 0,0 0 0,2 0 0,0 0 0,0 0 0,0 0 0,0 0 0,-2 0 0,-1 0 0,-2 1 0,-1-1 0,-4 0 0,-1 0 0,9 0 0,-3 0 0,-2 0 0,-3 0 0,-1 0 0,1 1 0,1-1 0,2 0 0,3 0 0,-8 0 0,2 0 0,0 0 0,1 0 0,1 0 0,1 0 0,0 0 0,1 1 0,1-1 0,0 0 0,1 0 0,0 1 0,1-1 0,1 1 0,-8 0 0,3 0 0,0 0 0,2 0 0,0 0 0,1 1 0,1-1 0,0 0 0,0 1 0,1-1 0,-1 1 0,0 0 0,-1-1 0,0 1 0,-2-1 0,0 1 0,-2-1 0,-1 1 0,-2-1 0,-2 0 0,14 1 0,-4 0 0,-4-1 0,-1 1 0,-1-1 0,0 1 0,1-1 0,2 1 0,2 0 0,4 0 0,-11-1 0,2 1 0,3 0 0,1-1 0,2 1 0,1 0 0,2 0 0,-1 0 0,1 0 0,0 0 0,-1 0 0,0 0 0,-2 1 0,-1-1 0,-3 0 0,-1 0 0,-3 0 0,-3 0 0,-3 0 0,19 1 0,-8 1 0,-3-1 0,-3 0 0,1 1 0,4 0 0,2 0 0,1 1 0,1 0 0,1 1 0,-1-1 0,-2 0 0,-2 0 0,4 1 0,-4-1 0,-1 0 0,2 0 0,3 2 0,-5-1 0,3 1 0,2 0 0,1 1 0,0 0 0,-3-1 0,-2 0 0,-6 0 0,3 0 0,-5-1 0,-1 1 0,2 0 0,2 0 0,2 1 0,1 1 0,-3-1 0,-4-1 0,1 0 0,-5 0 0,-4-1 0,14 2 0,-11-2 0,-11-4 0,-27-6 0,-6-3 0,-6-1 0,-1-2 0</inkml:trace>
  <inkml:trace contextRef="#ctx0" brushRef="#br0" timeOffset="100787">24514 9032 5734,'-4'-5'0,"0"1"0,-1 3 0,-2 3 0,-1 5 0,-3 4 0,-6 22 0,0 6 0,1 0-167,-1 2 1,3 3 166,10-9 0,3-3 0,0 10 0,4 2 0,4-1 0,3-10 0,22-1 0,5-5 0,-10-16 0,7 0 0,-2-7 0,-13-34 0,-13 12 0,1-16 0</inkml:trace>
  <inkml:trace contextRef="#ctx0" brushRef="#br0" timeOffset="100895">24406 9447 5734,'29'4'0,"-1"0"0,-1 0 0,-2-3 0,19-9 0,-16 0 0,13-4 0,-22 3 0</inkml:trace>
  <inkml:trace contextRef="#ctx0" brushRef="#br0" timeOffset="103580">20011 8429 5734,'-4'1'0,"-1"0"0,2-1 0,0 0 0,0 0 0,-1 0 0,3 0 0,0-1 0,0 0 0,1-1 0,0-1 0,0 2 0,0-3 0,0 3 0,0-2 0,0 1 0,4-5 0,-2 3 0,5-5 0,8-5 0,-5 5 0,8-6 0,-6 7 0,-1 1 0,-1-1 0,0 0 0,4-2 0,-2 2 0,2-2 0,17-16 0,-14 11 0,16-14 0,-9 6 0,-8 7 0,16-14 0,-18 16 0,5-5 0,-1-2 0,-4 5 0,5-5 0,-1-2 0,-4 6 0,5-7 0,0 0 0,0 0 0,-1 2-344,1-2 1,-1 2 343,-6 12 0,-1-1 0,0 1 0,15-14 0,-10 11 0,11-11 0,-8 8 0,8-9 0,-4 4 0,3-4 0,3 1 0,-11 8 0,4-2 0,0 0 0,-2 2 0,12-11 0,-4 8 687,-5 3-687,3-2 0,1 0 0,1-3-208,-5 5 1,1-1 207,13-11-1325,-8 7 1325,9-8 0,0 0 0,-10 7 0,8-7-837,-12 9 837,-1 0-592,-1 0 592,1 0 0,10-9 0,-7 6 0,-1 1 0,7-4 0,-5 3 0,-7 7 0,-1 0-352,7-5 0,2-3 0,-3 4 352,5-4 0,-3 1 0,1 0 0,7-6 0,-9 7 0,0-1 96,8-8-96,-9 8 0,6-6 0,-2 1 0,-7 7 667,7-6-667,-7 8 0,-1 0 0,9-7-287,-7 5 1,1 1 286,6-5 0,0-1 1005,2-1-1005,-9 8 0,0-1 0,13-11-182,-13 11 0,0 0 182,9-8 0,-1 0-953,1 1 953,-2-1 0,2 1 0,-2-1 0,0 1 0,0-1 0,0 0 0,0-1 0,0 0 0,-1 1 0,0 0 0,-8 8 0,1 1 0,10-11 0,-11 11 0,2 0 0,-2 1 0,1 1 0,11-9 0,-13 10 0,2-1 0,9-5 0,5-4 0,-4 4 0,-8 4 0,0 1-142,10-7 0,3-2 0,-5 4 142,2-1 0,3-1-40,0 1 40,-11 7 0,1 0 0,13-9 0,-15 10 0,0-1 0,-2 1 0,-2 1 0,12-8 1075,5-4-1075,-17 10 0,-1 1 0,1 0 875,10-9-875,-23 18 2034,-1 1-2034,-2 1 588,-1 1-588,-1 0 0,-1 1 0,0 0 241,1-1-241,-2 2 0,1 0 0,-1-1 0,-1 1 0,-3 5 0,-2 0 0,-3 10 0,-1 1 0,-1 5 0</inkml:trace>
  <inkml:trace contextRef="#ctx0" brushRef="#br0" timeOffset="107322">19881 8487 5734,'-13'-6'0,"3"1"0,3 1 0,-1 0 0,1 2 0,-4-4 0,4 4 0,-6-3 0,5 3 0,-14-2 0,10 3 0,-22 3 0,20-1 0,-11 3 0,17-2 0,-4-1 0,4 1 0,-6-1 0,6 0 0,-15-2 0,11 0 0,-10 0 0,12 1 0,-17 2 0,11-1 0,-11 1 0,10-2 0,5 0 0,-8 0 0,9 0 0,-15-3 0,15 2 0,-10-1 0,3 0 0,6 1 0,-17 0 0,14 1 0,-7-1 0,10 1 0,-18-2 0,12 1 0,-15-1 0,11 0 0,5 1 0,-5-1 0,-15-1 0,18 1 0,-15 0 0,21 1 0,1 1 0,-29-2 0,22 2 0,-22-2 0,16 0 0,7 1 0,-23-3 0,7 0 0,0-2 0,3 2 0,-3-1 0,12 2 0,-12-2 0,7 2 0,6 0-266,-6 1 266,8 1 0,0 0 0,-1 0 0,0 0 0,0 1 0,-7-2 0,-1 0 0,-2 1 0,-8-1 0,0-1 0,12 1 0,-4-1 0,0 1 0,5-1 0,-3 1 0,1 0 0,5 1 0,-24 0 0,16-1 0,-13-1 0,14 1 0,3-1 0,13 2 0,1 0 0,-6-1 266,4 0-266,-4 1 0,-1 0 0,5 0 0,-4 1 0,5 0 0,-22-1 0,15 0-401,-18 0 401,20 1 0,-1-1 0,-1 0 0,-6 2 0,-1 0 0,-4 0 0,3 1 0,0 0 0,-7 4 0,9-3 0,-9 2 0,2-1 0,7-1 0,-6 0 0,1 0 0,8-2 0,-5 1 0,2-1 0,7 0 401,-6 0-401,-13 1 0,16 0 0,-25 3 0,28-2 0,-16 2 0,14-1 0,-8 1 0,-13 1 0,12-2-329,-18 2 329,20-3-765,-2 0 765,0 0 0,-13-2 0,-2 0 0,1 1-691,-1-1 1,4 0 690,14-1 0,1 0-56,-7-1 56,10 0 0,-11 1 0,21-1 256,-3 1-256,15 0 665,2 0-665,12 0 1536,0 0-1536,7 0 0,-1 0 0,3 0 0,2 0-556,3 0 556,2-2 0,3 2-999,3-2 999,3 1 0,-7 0 0,2 0 0,-7 0 0,0 0 0,10 0 0,1 0 0,5 0 0,-1 0 0,-9 0 0,0 1-531,11-1 1,-1 1 530,-13-1 0,1 1 0,4 0 0,3 1 0,-2 0 0,-2 0 0,1 0 0,6 0 0,4 1 0,-5-1 0,-11 1 0,-1-1 0,19 0 0,-1 1 0,-19-2 0,0 0 0,8 1 0,4-1 0,-3 0 0,-8 0 0,1-1 0,12 1 0,6-1 0,-6 1 0,-12-1 0,-1 0 0,16 0 0,0 0 0,-12 0 0,-1 0 0,15 0 0,-13 1 0,4 0 0,-4 1 0,14-1 0,-7 2 0,-1-1 0,-8 0-506,0 0 506,-1-1 0,13 0 0,-11 0 0,10 0 0,-14 0 0,1 0 0,-1 1 0,-1 0 0,0 0 0,1 0 0,-1 1 0,2 0 0,-1 1 0,1 0 0,-2 1 0,3 0 0,-1 1 0,17 0 0,-9-2 230,-14-1 1,4 0-231,6 1 0,3-1 0,-3 0 0,-6 0 0,0 0-418,16 0 0,6 1 0,-7-1 418,1 0 0,-10-1 0,2 1 0,11 1 0,-2 0 0,3 0-176,-2 1 1,-2-1 175,-10 0 279,-2-1-279,2 1 0,-2-1 0,-1 2 0,10-1 0,-12 0 0,7 1 0,-8-1 0,-8 0 0,2 1 2101,-4-2-2101,-8 0 1726,3 0-1726,-9-2 234,1 1-234,-1-1 0,0 0 0,0 0 0,1 0 0,-1 0 0,-1 0 0,1 0 0,-1 0 0,-5 2 0,-1 0 0,-9 0 0,2-2 0</inkml:trace>
  <inkml:trace contextRef="#ctx0" brushRef="#br0" timeOffset="108863">24217 9332 5734,'-3'-2'0,"3"-1"0,9 0 0,9-2 0,-2 0-312,9-2 312,-5 2 0,13-2 0,-6 1 77,10-1-77,-3 2 0,0 0 0,4-1-582,-4 2 0,-2-1 582,-9 3 0,-2 0-19,0-1 19,-7 3 207,0-2-207,-10 2 0,-7 1 0,-4 0 1188,-8 0-1188,-2 0 0,-18 2 0,-4-1 0,-1 1-749,7 0 1,-7 1-1,7-1 749,-1 0-416,2 2 1,3-1 415,10-2 0,-5 2 0,16-2 0,3 0 0,3 0 0,41-2 0,-16 0 582,4-1 0,0 0-582,1 0 0,11 0 0,-12 1 155,6 1 0,-16 0 0,-1-1 0</inkml:trace>
  <inkml:trace contextRef="#ctx0" brushRef="#br0" timeOffset="110550">20071 6196 5734,'-8'-22'0,"4"7"0,-4-9 0,3 1 0,-2-18 0,2 7-330,0-12 330,7 4 82,0 9-82,3-4 0,1 0 0,1-1 0,2-4 0,-1 0-1221,0 7 1221,-2 8 0,-1 0 0,2-7-472,-3 10 472,1-4 111,-2 8-111,-1 7 0,1-2 0,-1 3 1171,-1 7-1171,0-3 545,-2 8-545,1 1 114,0 3-114,0-1 0,0 3 0,1-3 0,0 0 0,0 0 0,-1 0 0,-1-2 0,0 0 0,0 0 0,-1-1 0,1 1 0,-1-1 0,1 0 0,-1 0 0,1 0 0,-2 0 0,-1 0 0,-1 0 0,-2 0 0,-1 0 0,1 0 0,-1 0 0,1 0 0,1 0 0,1 0 0,1 0 0,-2 0 0,3 1 0,-2-1 0,-1 3 0,1 0 0,-1 0 0,1 0 0,0 0 0,-2 2 0,2-1 0,-1 1 0,0-2 0,2 0 0,-1 1 0,2-1 0,0-1 0,1-1 0,0 1 0,1-2 0,0 1 0,-2-1 0,0 0 0,-1 1 0,-1-1 0,-2 1 0,-2-1 0,-1 2 0,-5 0 0,3-1 0,-2 0 0,5 1 0,1-1 0,2 0 0,0 0 0,1-1 0,-1 1 0,2-1 0,0 1 0,2-1 0,0-1 0,3-1 0,2-1 0,3-2 0,0 0 0,3 0 0,0-2 0,2 1 0,0-1 0,1-1 0,0 0 0,5-3 0,-5 2 0,4-3 0,-5 3 0,20-15 0,-14 11 0,15-12 0,-16 13 0,-3 3 0,10-4 0,-12 8 0,13 2 0,-13 7 0,19 27 0,-16-11 0,2 4 0,-1 1 0,-1 1 0,4 9 0,1-1-899,-6-8 899,6 5 0,-2-3 0,-4-10-126,2 4 126,-5-10 0,-1-3 0,-3 0 0,0-3 0,-1-2 0,1-5 0,-1-3 0</inkml:trace>
  <inkml:trace contextRef="#ctx0" brushRef="#br0" timeOffset="111232">19249 5271 5734,'1'10'0,"1"14"0,-1 3 0,0 0-871,0 2 1,1 0 870,1-7 10,3 8-10,0-9 0,2 4 182,2-5-182,-2-6 0,5 1 0,3-9 0,-2-3 848,6-4-848,5-8 0,-7-1 447,6-6-447,-4-7 0,-7 4 254,2-7-254,-5 0 0,-4 9 0,0-3 0,-2 7 0,-1 8 0,0 8 0,-1 8 0,2 23 0,0-7 0,0 2 0,0-6 0,-1 1-615,3 8 0,-1-2 615,0 4 0,1-1 0,-2-6 0,-2 1 0,1 6-428,-3-6 0,-3-1 428,-3-7 0,-7 3 0,-27-11 0,16-8 0,-3-5 0,1-3-340,5-6 340,-4-6 1067,8-2-1067,8 2 0,4-10 0,12 10 99,10-6 1,9 7 0,3-1 0</inkml:trace>
  <inkml:trace contextRef="#ctx0" brushRef="#br0" timeOffset="151055">2669 10261 5734,'3'-3'0,"1"0"0,13-2 0,-3 1 0,13-6 0,-8 2 0,8-3 0,1-3 0,-1-1 0,2-1-606,3-1 1,-2 1 605,-10 7-660,21-11 660,-22 13-189,15-7 189,-22 10 0,24 0 0,-19 3 0,17 0 0,-20 1 0,14 0 0,-10 1 1096,10 0-1096,-4 2 0,-8-2 0,19 3 0,-20-3 0,21 3 0,-19-3 0,10 2 0,-11-1 0,9 4 0,1 0 0,2 0 0,10 5 0,0-1 0,-10-1 733,15 4-733,3 0 0,-18-4-557,17 3 557,-21-6 0,3-1 0,1 0 0,3-1 0,1 1 0,0 0 0,-7-3 0,6 2 0,-9-1 0,2 0 0,0 0 0,5 0-392,-4 0 1,-1 0 391,-1-1 0,0 0 0,12-1 0,-9 0 0,10 0 0,-6-3 0,1 0 0,4 0-207,-3-1 1,0 0 206,-5 0 0,2-1-526,0 3 526,0-1 0,3 0 0,2 1 0,5 0 0,-6-1 0,1 2 0,9 1 0,-10-1 0,11 2 0,-1 0 0,-9-1 0,10 1 0,-14 0 0,0-1 0,10 0 0,-2 1 0,0 0 0,-1 1 0,-14-2 0,3 1 0,10 1 0,-1-1 0,13 1 0,-13 0 0,5 0 0,-1-1 0,4 1 0,-4-1-313,-7 0 1,0 1 312,9-1 0,4 1 0,-6 0 0,-15-1 0,1 0 0,8 0 0,7 1 0,2-1 0,-5 0-1173,4 1 1,1-1 1172,-5 0 0,5 1 0,1-1 0,-2 0 0,7-1 0,-1 0 0,-1-1-85,-1 0 0,-1-1 1,2 0 84,-6 0 0,2 1 0,0-1 0,-2 0 0,6-1 0,-3-1 0,-1 0 0,-10 1 0,-1-1 0,3 0 0,10-2 0,5 0 0,1-1 0,-4 1 0,-4 0 0,-3 0 0,3 0 0,3 0 0,4-1 0,0 0 0,-3 0 0,2 0 0,-2 0 0,-2 0 0,-10 1 0,-1 2 0,2-2 0,6 0 0,3 0 0,-2 0 0,-5 1 0,0 1 0,-3 0 0,5-1 0,0 1 0,8-1 0,-2 1 0,-18 1 0,-3 1 0,21-1 0,-7 1 0,5 2 0,-22 1 1182,-13 15-1182,-22-4 0,-17 9 0,4-6 0</inkml:trace>
  <inkml:trace contextRef="#ctx0" brushRef="#br0" timeOffset="156193">8114 10769 5734,'13'-4'0,"0"1"0,23 5 0,-2 0 0,-2-1 0,2 0-1885,13 0 1885,-22 0 0,0-2 0,7 0 0,-2 0 0,-6 0 0,3-1 0,8-1 0,9-1 0,0 0 0,-6 0 0,-2 0 0,-1 0-597,12-2 1,4 1 0,-8-1 596,1-1-725,-4-1 1,0-1 724,0 0-269,-3 0 0,-4 1 269,-18 6 755,-8 7-755,-12-1 451,-10 5 1,1-8-1,-1 1 1</inkml:trace>
  <inkml:trace contextRef="#ctx0" brushRef="#br0" timeOffset="156394">8914 10575 5734,'44'-10'0,"-3"2"0,1 7-1712,-12 3 1712,6 4-121,-13 12 121,-11-1 0,-3 10 0,-13-4 0,-4 2 0,-9 19 0,3-13 0,1 0 0,-6 7 0,3 0 0,10-17 0,0 5 106,7-11 0,3-2 1,1-1-1</inkml:trace>
  <inkml:trace contextRef="#ctx0" brushRef="#br0" timeOffset="163438">10397 9866 5734,'3'25'0,"-1"2"0,2 18 0,-1-9 0,-1-5 0,1 5 0,-1-5 0,2 10 0,0 5 0,0-4 0,-1-22 0,9-5 0,-7-20 0,9-25 0,-8 5 0,2-7 0,4-8 0,-2 4 0,-4 13 0,1 0 0,7-19 0,3-6 0,-2 11 0,-1 12 0,11-14 0,-6 50 0,-8-2 0,7 15 0,-12-7 0,-1 7 0,-1 2 0,1 3 0,-2-4 0,1 3 0,-4 10 0,0-2 0,0-1-106,-1 2 1,0-1 105,-1-8 0,0-7 0,1 2 0,2-8 0</inkml:trace>
  <inkml:trace contextRef="#ctx0" brushRef="#br0" timeOffset="163939">10982 10139 5734,'-10'0'0,"2"0"0,4 0 0,2-1 0,1 0 0,10 0 0,-2-1 0,20 0 0,4 0 0,-6 0-478,6-1 1,-2 1 477,-6 0 0,-1-1 0,1 0 0,8-4 0,-8 2 0,5-2 0,-5 0 0,-7 3 0,4-3 0,-12 4 955,0-1-955,-8 3 0,-7 6 0,1 1 0,-5 4 0</inkml:trace>
  <inkml:trace contextRef="#ctx0" brushRef="#br0" timeOffset="164171">11071 10325 5734,'10'-4'0,"0"-1"0,5 0 0,-2 1 0,7-2 0,15-1 0,-3 1-742,7-1 742,-11 1 0,-10 4 0,7-2 0,-10 3 0,7 1 0,-16 1 0,0 3 0,-4 1 0,-1 2 0,0 1 0</inkml:trace>
  <inkml:trace contextRef="#ctx0" brushRef="#br0" timeOffset="166877">11891 10257 5734,'16'-5'0,"-1"1"0,-1 0 0,-2 1 0,-2 1 0,1 7 0,-8-1 0,1 5 0</inkml:trace>
  <inkml:trace contextRef="#ctx0" brushRef="#br0" timeOffset="167862">12084 10391 5734,'12'-14'0,"-3"5"0,5-2 0,1 4 0,-1 1 0,3-2 0,0 1 0,-4 2 0,8-4 0,-12 6 0,1-2 0,-9 5 0,0 1 0,-1 1 0</inkml:trace>
  <inkml:trace contextRef="#ctx0" brushRef="#br0" timeOffset="168824">12383 10420 5734,'7'1'0,"2"-1"0,-2-1 0,1-1 0,8-1 0,12-3 0,-8 1 0,6-1 0,-19 3 0,0 0 0,-1-1 0,-4 3 0,1-2 0,-4 3 0</inkml:trace>
  <inkml:trace contextRef="#ctx0" brushRef="#br0" timeOffset="169450">12721 10360 5734,'7'4'0,"4"7"0,-7-2 0,4 17 0,-5-12 0,-4 11 0,-2 2 0,-1-7 0,-8 21 0,-6-16 0,5-9 0,-6 7 0,8-12 0,2-2 0,-1 0 0</inkml:trace>
  <inkml:trace contextRef="#ctx0" brushRef="#br0" timeOffset="175995">12882 9964 5734,'-4'-2'0,"-4"-4"0,6 4 0,-4-4 0,5 4 0,0 0 0,-1 0 0,1 0 0,-2 1 0,2 1 0,-3-2 0,3 1 0,1-2 0,4 1 0,5-2 0,0 0 0,16-6 0,-7 2-323,11-4 323,-11 4 0,-1 1 0,0 1 0,15-4 0,-15 5 0,18-3 0,-28 7 0,4 0 0,-11 1 323,-2 2-323,0 0 0,-3 2 0,2 0 0,0-1 0</inkml:trace>
  <inkml:trace contextRef="#ctx0" brushRef="#br0" timeOffset="176368">13229 9840 5734,'12'-19'0,"-2"3"0,0 8 0,7 3 0,-3 2 0,4 3 0,-7 4 0,3 5 0,-4-1 0,2 6 0,-3 21 0,-6-13 0,-4 7 0,-2 0 0,-3-5 0,-4 3 0,0-1 0,2-5 0,-4 10 0,7-13 0,4-6 0,1 1 0,24-8 0,-9-4 0,17-3 0,-10-7 0,-5 2 0,15-3 0,-18 7 0,6 0 0,-13 4 0,0 0 0</inkml:trace>
  <inkml:trace contextRef="#ctx0" brushRef="#br0" timeOffset="176543">13648 10173 5734,'-7'15'0,"-7"13"0,8-13 0,-5 10 0,6-14 0,1 1 0,0-1 0,-2 4 0,2-4 0,-1 2 0</inkml:trace>
  <inkml:trace contextRef="#ctx0" brushRef="#br0" timeOffset="176875">13761 10085 5734,'-7'0'0,"3"0"0,5-1 0,3-1 0,1 1 0,12-3 0,-6 1 0,21-5 0,-17 4 0,17-2 0,-18 5 0,9 4 0,-14-1 0,2 3 0</inkml:trace>
  <inkml:trace contextRef="#ctx0" brushRef="#br0" timeOffset="177090">14060 9851 5734,'-2'-6'0,"2"1"0,0 5 0,1 10 0,0 3 0,0 11 0,0 2 0,-1 2 0,0 8 0,1 1 0,-2-9 0,0 3 0,0-1 0,0-7 0,-1 12 0</inkml:trace>
  <inkml:trace contextRef="#ctx0" brushRef="#br0" timeOffset="177304">14251 10275 5734,'-3'14'0,"0"-3"0,-1 1 0,2-1 0,0 0 0,2 0 0,-1 0 0,1 5 0,-1-5 0,1 5 0,1-10 0,1 1 0</inkml:trace>
  <inkml:trace contextRef="#ctx0" brushRef="#br0" timeOffset="177604">14495 9996 5734,'-5'-5'0,"-4"3"0,3 4 0,-7 18 0,7-5 0,0 31 0,7-23 0,9 23 0,-1-30 0,6 6 0,2-17 0,-4-3 0,5-4 0,-2-8 0,-4-1 0,1-7 0,-6-5 0,-4 3 0,-3-5 0,-6 1 0,0 8 0,-9-6 0,-13 20 0,9 0 0,-10 13 0</inkml:trace>
  <inkml:trace contextRef="#ctx0" brushRef="#br0" timeOffset="177816">14823 10221 5734,'-1'7'0,"-2"4"0,1-1 0,-3 15 0,3-11 0,0 16 0,2-19 0,0 7 0,0-13 0,1-1 0</inkml:trace>
  <inkml:trace contextRef="#ctx0" brushRef="#br0" timeOffset="178278">15066 9940 5734,'5'24'0,"-1"1"0,0 0 0,-1 0-1076,4 20 1076,-5-27 0,0 0 110,-4 6-110,2-6 0,-3 3 0,1-9 0</inkml:trace>
  <inkml:trace contextRef="#ctx0" brushRef="#br0" timeOffset="178503">15246 10261 5734,'0'31'0,"-1"-16"0,1 15 0,0-20 0,-3 4 0,1-5 0,-2 2 0,3-5 0,-1-2 0</inkml:trace>
  <inkml:trace contextRef="#ctx0" brushRef="#br0" timeOffset="178821">15324 9981 5734,'10'-11'0,"8"-6"0,-3 3 0,7-3 0,4 2 0,-6 5 0,7-1 0,-2 8 0,4 9 0,-7 1 0,-2 8 0,-16-2 0,-2 10 0,-3-5 0,-2 8 0,-3 0 0,3-6 0,-2 6 0,4-3 0,2-7 0,1 4 0,4-5 0,0-6 0,3 2 0,1-6 0,-3-2 0,3 0 0,-3-3 0,2 1 0</inkml:trace>
  <inkml:trace contextRef="#ctx0" brushRef="#br0" timeOffset="178994">15767 10194 5734,'-4'17'0,"1"0"0,2-6 0,1 5 0,0-4 0,1 3 0,-1-6 0,-2 4 0,1-6 0,-2 2 0,3-8 0,1-1 0</inkml:trace>
  <inkml:trace contextRef="#ctx0" brushRef="#br0" timeOffset="179734">15975 10157 5734,'-2'7'0,"0"-2"0,3-2 0,1-2 0,1 1 0,8-3 0,-3 0 0,5-3 0,-5 1 0,0 0 0,-1-1 0,-1 1 0,-2 0 0,-1-1 0,0 1 0</inkml:trace>
  <inkml:trace contextRef="#ctx0" brushRef="#br0" timeOffset="180760">16860 9612 5734,'3'-9'0,"-1"1"0,1 4 0,4 1 0,-2 3 0,5 9 0,-6 1 0,-1 9 0,-3-2 0,-1 2 0,-1 2 0,-1 1-361,0 2 361,-1-1 0,-1 14 0,3-15-3,6 10 3,2-25 0,14-7 0,-5-7 0,7-6 0,0 0 0,-4 5 0,3 1 0,3 18 0,-10 1 0,-2 11 0,-2 6 0,-6 5 0,-3 3-1256,2 7 1,-1 1 1255,-2-4 0,0-1 0,0-10 0,0-2-440,1 9 440,0-3 0,0-3-488,-1 6 488,-1-13 0,-4 3 0,-2-12 0,0-7 2194,-6-6-2194,7-6 885,-1-6-885,8 0 0,12-9 0,-4 6 0,7-5 0</inkml:trace>
  <inkml:trace contextRef="#ctx0" brushRef="#br0" timeOffset="181718">11736 9771 5734,'-19'27'0,"-2"12"0,1 2 0,4-7 0,-1 3 0,4-3 0,15-20 0,-1-5 0,7 6 0,-3-7 0,13 20 0,-10-15 0,6 13 0,-7-15 0,-1 1 0,2 0 0,1 0 0,0 2 0,3 1 0,7 9 0,-3-4 0,1 4 0,1 0 0,0 2 0,1 6 0,-2 1 0,-6-3 0,-3-7 0,-3 1 0,-6 10 0,-1-9 0,-4 3 0,1-11 0</inkml:trace>
  <inkml:trace contextRef="#ctx0" brushRef="#br0" timeOffset="197310">424 14062 5734,'-1'10'0,"1"2"0,-2 1 0,2 15 0,-1 10 0,1-5 0,-1 5-606,1-5 1,-1 6 0,2-11 605,1-14 422,-1-3-422,3 0 0,-3-7 0,2-18 0,-3-1 0,0-17 0,0 9 0,1-10 0,1-2 0,2-4-21,0 3 0,0 1 21,4 5 0,5-3 0,0 0 0,-2 4 0,0-1 0,2 8 0,-3 22 0,-1 10 0,6 14 0,-6 2 0,-3 0 0,1 0 0,-2 4 0,-1-7 0,1 1 0,2 10 0,0-2 0,0 0-368,1-2 0,0-1 368,-2-13 1093,9 9-1093,-7-12 0,6 7 0,-8-13 0,1-2 0,1-1 0</inkml:trace>
  <inkml:trace contextRef="#ctx0" brushRef="#br0" timeOffset="198095">-1 13783 5734,'17'-1'0,"10"0"0,16-3-2837,-6 0 2837,-12 2 0,4-1 0,15-2 0,1-2 0,-16 3 0,2 0 0,2-1 0,7 0 0,-1-1 0,-4 1 0,-2 0 0,2 1 0,2-1 0,7 0 0,1 0 0,-6 1-1193,0 0 1,0 1 1192,-1 0 0,4-1 0,3 0 0,-1 0 0,4 0 0,2 0 0,-1-1 0,-6 2-171,1-2 0,-4 2 1,5-2 170,-6 2 0,4-1 0,3-1 0,0 1 0,-3 0 0,-6 0 0,2 0 0,-5 0 0,3 0 0,2-1 0,4 0 0,1-1 0,-3 1 0,3-1 0,-2 1 0,3 0 0,-3-1 0,2 1 0,1-1 0,-1 0 0,2 1 0,0 0 0,0 0 0,-2 0 0,4 0 0,-2 1 0,3-1 0,-6 1 0,2-1 0,2 1 0,5 0 0,-11 1 0,5 1 0,3 0 0,1-1 0,0 1 0,-1 0 0,-4 0 0,-3 1 0,0-1 0,-5 0 0,-1 1 0,1-1 0,5 0 0,0 1 0,5-1 0,3 0 0,2 0 0,-1 0 0,-2 1 0,-5-1 0,-5 1 0,10 0 0,-7 0 0,3 0 0,-8 0 0,3-1 0,1 1 0,0 0 0,-2 0 0,0-1 0,-2 1 0,1 0 0,1 0 0,0 0 0,1-1 0,1 1 0,0 0 0,0-1 0,1 0 0,1 1 0,0-1 0,-1 1 0,-2-1 0,1 0 0,-2 1 0,1-1 0,6 0 0,-7 1 0,5-1 0,3 0 0,2 0 0,0 0 0,-1-1 0,-3 1 0,-5 1 0,2-1 0,-6 0 0,-1 1 0,3-1 0,5 0 0,-6 1 0,5-1 0,4 0 0,1-1 0,2 1 0,-1 0 0,-1 0 0,-1-1 0,-4 1 0,-5 0 0,16 0 0,-8-1 0,0 1 0,4-1 0,-10 1 0,3 0 0,1 0 0,1-1 0,0 1 0,-2-1 0,-2 1 0,4-1 0,-1 0 0,-2 0 0,-1 0 0,-2 0 0,2 0 0,-3 0 0,0 0 0,2-1 0,7 1 0,1-1 0,1 0 0,-1-1 0,-5 1 0,-1 0 0,0 0 0,-3 0 0,1 0 0,-3 1 0,5-2 0,-4-1 0,6-1 0,2-1 0,0 1 0,-4-1 0,-7 2 0,8-3 0,-3 1 0,0 0 0,6-2 0,-6 1 0,-17-1 0,-20 0 0,-11-2 0,-6 1 0</inkml:trace>
  <inkml:trace contextRef="#ctx0" brushRef="#br0" timeOffset="198766">37 14855 5734,'29'1'0,"3"-1"0,12-2 0,4-1-1639,-15 0 1,2 0 990,1-1 1,4 0 0,1 0 647,1-1 0,1 0 0,-2 0-172,-4 0 0,-2 1 1,3-1 171,-2 1 0,3-1 0,1 1 0,1-1 0,-2 1 0,1 0 0,2 0 0,-2 0 0,0 0 0,2 0 0,-1 1 0,1 0 0,1-1 0,2 1 0,2-1 0,1 0 0,1 0 0,0 1 0,-3 1 0,1-1 0,1 1 0,-1 0 0,0 0 0,-2 0 0,2 0 0,-3 0 0,1 0 0,0 0 0,2 0 0,-5 1 0,3-1 0,1 0 0,0 0 0,-1 1 0,0-1 0,-2 0 0,6 1 0,-2-1 0,0 0 0,-1 1 0,1-1 0,-6 1 0,1-1 0,0 1 0,-1-1 0,1 1 0,1-1 0,0 0 0,1 1 0,0-1 0,1 0 0,-1 1 0,1-1 0,0 0 0,0 0 0,0 0 0,1 1 0,1-2 0,3 1 0,-6 0 0,2 0 0,2-1 0,2 1 0,-1-1 0,1 1 0,-1-1 0,-1 1 0,-2-1 0,-3 1 0,-2-1 0,-1 1 0,-1 0 0,1 0 0,2-1 0,3 1 0,3-1 0,-10 0 0,3 1 0,3-1 0,1 0 0,3 0 0,0 0 0,1 0 0,1 0 0,-1 0 0,1 0 0,-2-1 0,0 1 0,-2 0 0,-1 1 0,-3-1 0,-2 0 0,12 0 0,-4 0 0,-4 0 0,-1 0 0,1 0 0,2 0 0,4 0 0,7 0 0,-21 1 0,3 0 0,3 0 0,1 0 0,3-1 0,2 1 0,1 0 0,1-1 0,1 1 0,1 0 0,0-1 0,1 1 0,-1-1 0,0 1 0,-1 0 0,-1 0 0,-1 0 0,-1 0 0,-2 0 0,-2 0 0,-3 0 0,-1 1 0,-4-1 0,15 0 0,-5 1 0,-3-1 0,-3 1 0,-1 0 0,0 0 0,2 0 0,2 0 0,5-1 0,-8 1 0,3 0 0,3 0 0,2 0 0,1-1 0,1 1 0,1 0 0,0-1 0,0 1 0,-2 0 0,0 0 0,-3 0 0,-2 0 0,-4 1 0,-2-1 0,-5 1 0,16 0 0,-7 1 0,-4-1 0,-2 1 0,2 0 0,7 0 0,0 1 0,0-1 0,1 1 0,-4-1 0,1 1 0,1 0 0,-2 0 0,-3 0 0,10 1 0,-3 0 0,1 0 0,-8-1 0,2 1 0,-2 0 0,-3-1 0,13 2 0,-7 0 0,-16-2 0,-4 0 0,16 2 0,-56-5 0,-13-2 0,-4-1 0,0 1 0</inkml:trace>
  <inkml:trace contextRef="#ctx0" brushRef="#br0" timeOffset="199828">7480 13350 5734,'36'1'0,"5"-1"0,6 0-1248,-7 0 0,7 0 1248,-12 0 0,4 1 0,1-1 0,-2 0-925,6 1 1,-1-1 0,2 0 924,-4 1 0,4-1 0,-2 1 0,-3 0-88,-5-1 0,-3 1 0,2 0 88,2-1 0,2 1 0,1 0 0,-2 0-67,2 0 0,-1 0 0,2 0 67,-3 0 0,2-1 0,0 1 0,-2 0 0,-1 0 0,-2-1 0,0 1 0,-1-1 0,1 0 0,-1 0 0,12 1 0,5-2 0,-5 0 0,6-1 0,0 0 0,-6-1 0,1 1 0,-1 0 0,-5-1 0,4 1 0,-2-1 0,-11 0 0,-3-1 11,-11-1-11,-14 0 0,-15-1 0,-13-1 0,-11-1 0</inkml:trace>
  <inkml:trace contextRef="#ctx0" brushRef="#br0" timeOffset="200610">1251 13787 5734,'3'34'0,"1"0"0,-1 1 0,1 6 0,-2-5 0,0 7 0,1 2 0,-1 1 0,0-4-820,0-3 1,-1-3 0,1 1 0,-1 3 421,1 0 1,-1 3 0,1 1 0,0 2 0,0-1-1,0-1 385,-1-2 1,1-1 0,-1 0 0,1 1 0,0 1 0,0 5 12,1-7 0,0 4 0,0 2 0,0 1 0,1 2 0,0 0 0,0 0 0,0-2 0,-1-1 0,1-2 0,-1 0 0,0-2 0,0-1 0,0-1 0,0 0 0,0 1 0,0 0 0,1 3 0,-1-1 0,1 3 0,0 1 0,1 1 0,-1 0 0,1 0 0,-1-2 0,0-2 0,0-3 0,0-4 0,2 15 0,-1-7 0,0-3 0,1 2 0,-1 1 0,0-1 0,0 0 0,0 0 0,0-2 0,0-1 0,0 1 0,0 5 0,-2-8 0,1 4 0,0 2 0,0 1 0,-1 0 0,1-2 0,-1-4 0,0-1 0,0-3 0,0-1 0,-1 2 0,0 5 0,-2-5 0,1 5 0,-1 3 0,0 2 0,-1 2 0,1-1 0,-1-2 0,0-2 0,-1-4 0,1-5 0,-2 8 0,1-8 0,-2 0 0,0 3 0,0 2 0,-1 4 0,0 2 0,-1-2 0,0-5 0,0-7 0,-5 1 0,0-6 0,-1-2 0,0 0 0</inkml:trace>
  <inkml:trace contextRef="#ctx0" brushRef="#br0" timeOffset="205213">1987 14191 5734,'-1'-4'0,"0"1"0,3 2 0,-2-1 0,7 0 0,-3-1 0,8-1 0,-1-1 0,-3 1 0,5-2 0,-5 3 0,19-7 0,-13 5 0,13-4 0,-9 6 0,-6 0 0,6 1 0,-10 1 0,8 4 0,-8-2 0,6 1 0,-6 1 0,-3-2 0,3 2 0,-4-2 0,0 2 0,8 11 0,-5-5 0,5 8 0</inkml:trace>
  <inkml:trace contextRef="#ctx0" brushRef="#br0" timeOffset="207167">2481 13899 5734,'-2'-4'0,"0"2"0,0 10 0,0 1 0,0 17 0,-1 12 0,1-5 0,1 8 0,-1-8 0,1 5 0,1-5 0,6-6 0,1-4 0,2 7 0,7 0 0,1-2 0,-3-12 0,11 9 0,-16-24 0,-2-2 0</inkml:trace>
  <inkml:trace contextRef="#ctx0" brushRef="#br0" timeOffset="207935">3641 13926 5734,'-17'3'0,"1"2"0,-2 26 0,7-9 0,0 9 0,1 0 0,5-2 0,17 5 0,7-3 0,3-16-943,4 0 1,1-6 942,2-19 0,-3-7 0,-1-2 0,7-6 0,-9 5 0,-2-2 0,-3-13 0,-8 8 0,-10 1 0,-2 1 0,-5 2 586,-11-9-586,-6 23 0,3 6 308,-8 4-308,2 10 0,8-1 0,-3 5 0</inkml:trace>
  <inkml:trace contextRef="#ctx0" brushRef="#br0" timeOffset="208484">5006 13827 5734,'-1'-6'0,"0"2"0,0 11 0,0 1 0,-2 16 0,1-5 0,-4 27 0,4-21 0,0 15 0,4-12 0,0-5 0,3 11 0,0-16 0,2 3 0</inkml:trace>
  <inkml:trace contextRef="#ctx0" brushRef="#br0" timeOffset="209195">6267 13749 5734,'14'-13'0,"1"1"0,2-1 0,3 1 0,11-4 0,-5 5 0,9-2 0,-4 8 0,-9 3 0,3 3 0,-10 10 0,-9 2 0,-4 9 0,-14 14 0,-4 3 0,3 0-783,-2 2 1,1-2 782,11-11-986,28 11 986,2-21 0,14-7 0,5-7 0,-13-7 0,1-3 0,-4 0 0,3-1 0,2-1 0,6-4 0,5-2 0,0 0 0,-5 1-255,-8 2 0,-4 2 0,3-1 1,7-3-1,5-1 0,-2 0 1,-7 3-1,-9 2 0,1 0 1</inkml:trace>
  <inkml:trace contextRef="#ctx0" brushRef="#br0" timeOffset="210585">162 15281 5734,'5'5'0,"0"0"0,0 1 0,6 5 0,-1-2 0,5 5 0,4 2 0,4 4 0,1-1 0,7 8-765,-12-11 765,4 6 0,-2-5 0,-1 1 0,1-1 0,-2 0 0,0-1-40,-5-4 40,-3-4 0,1 2 0,-5-5 0,-1-2 0,1 1 0,-3-2 0,0 0 190,-3-2 1,-6-2 0,-2-2-1</inkml:trace>
  <inkml:trace contextRef="#ctx0" brushRef="#br0" timeOffset="210833">339 15576 5734,'15'-43'0,"-1"3"0,5-4 0,-4 10 0,1 3 0,5-7 0,-3 6 0,3-8-948,3-1 1,-1 4 947,-14 21 438,2 0-438,-5 6 0,1 0 0,-3 7 0,-1 1 0,0 2 0</inkml:trace>
  <inkml:trace contextRef="#ctx0" brushRef="#br0" timeOffset="211148">666 15445 5734,'2'18'0,"1"8"0,1-7 0,1 5 0,7 1 0,-4-9 0,12 10 0,-11-18 0,5 1 0,1-12 0,-6 1 0,9-13 0,-12 6 0,1-8 0,-5 5 0,-2-1 0</inkml:trace>
  <inkml:trace contextRef="#ctx0" brushRef="#br0" timeOffset="211644">826 15534 5734,'7'23'0,"-1"1"0,4 5 0,-3-7 0,2 2 0,1-3 0,-5-10 0,3 3 0,-4-12 0,-1-2 0,1-3 0,0-9 0,-1 0 0,1-7 0,-1 1 0,2-12 0,0 4 0,1-8 0,1 0 0,-1 9 0,5-18 0,-5 24 0,3-6 0,5 29 0,-7 3 0,8 13 0,-10-2 0,4 21 0,-3-14 0,0 2 0,-1 1 0,-1-7 0,0 12 0,-4-10 0,-2-9 0,-1 4 0,2-10 0</inkml:trace>
  <inkml:trace contextRef="#ctx0" brushRef="#br0" timeOffset="212083">614 15513 5734,'-1'-24'0,"1"3"0,1 9 0,3-7 0,-1 3 0,2-5 0,1 1 0,-2 6 0,1-2 0,10-5 0,-7 11 0,8-8 0,-8 15 0</inkml:trace>
  <inkml:trace contextRef="#ctx0" brushRef="#br0" timeOffset="212519">1136 15189 5734,'10'-5'0,"0"1"0,4-2 0,-3 1 0,14-6 0,-12 6 0,7-4 0,-8 4 0,-4 3 0,2-1 0,-4 2 0,-2 1 0,1 2 0,-1 4 0,0 2 0,0 5 0,6 24 0,-1 5 0,-1-3-299,2 6 1,-1 0 298,-3-3-962,-2-11 962,1 8 0,-1-4 0,-2-9 0,0 6 0,-2-5 0,-1-2 0,0-2 0,-2-6 0,-2-9 0,0-2 134,-1-2 0,1-3 1,0-1-1</inkml:trace>
  <inkml:trace contextRef="#ctx0" brushRef="#br0" timeOffset="-208702.73">2336 15260 5734,'2'-17'0,"1"3"0,-1 4 0,-1 3 0,3-8 0,-2 8 0,1-4 0,0 3 0,3-14 0,-4 12 0,4-11 0,-5 17 0,0 1 0,-1 1 0,0 2 0,0 6 0,0 17 0,0-1 0,0 21 0,0 2 0,0-3-348,1 0 0,-1 1 348,0-17 0,0-3-997,0 14 997,-1 11 0,1-17 0,-1-3 0,1 1 0,0 0 0,1 17-228,1-27 228,-2-11 0,0 4 0,-6-13 0,1-1 0,-4-4 0</inkml:trace>
  <inkml:trace contextRef="#ctx0" brushRef="#br0" timeOffset="-203751.73">3625 14982 5734,'-5'3'0,"-6"2"0,7-3 0,-3 2 0,8-4 0,22-8 0,-9 3 0,9-3 0,1-2 0,-4 3 0,13-2 0,2 1 0,-11 5 0,2-3 0,-3 6 0,-18 41 0,-5-20-395,-3 6 0,-2-1 395,-6-4 0,-3 7 0,-1 1 0,3-4 0,-1 1 0,2-2 0,10-16 0,13 2 0,-3-6 0,35-3 0,-18-6-848,19-4 848,-17 4 0,1 1 0,1 6 0,1 2 0,2 1 0,-5 0 0,-1 3-344,-7 9 344,-9-2 0,-1 6 0,-11-4 0,-4 2 0,-22 12 0,-6 2 0,-1 1 0,9-14 0,-7 5 0,0-1 0,6-6 0,-14 5-243,5-3 0,4-2 243,12-10 0,5-1 0,11-8 0,9-3 0,9-6 0</inkml:trace>
  <inkml:trace contextRef="#ctx0" brushRef="#br0" timeOffset="-199764.73">5146 15142 5734,'-3'9'0,"0"0"0,0 1 0,-9 33 0,7-20 0,-3 6 0,1 1 0,5-12 0,2 17 0,2-23 0,27 8 0,-12-16 0,26-1 0,-22-5 0,3-1 0,2 0 0,5 4 0,16 3 0,-25 4 0,-4 11 0,-11-4 0,0 15 0,-5-11 0,-7 10 0,-2 2 0,0-5-444,-1 1 1,-1-3 443,1-9 0,-2-1 0,-29 11 0,20-16 0,-23 7 0,28-19 162,-2-4-162,0-3 0,-1-3 0,2-5 0,-1-1 0</inkml:trace>
  <inkml:trace contextRef="#ctx0" brushRef="#br0" timeOffset="-199585.73">5071 15116 5734,'21'-9'0,"-4"2"0,7-1 0,0 1 0,1 1 0,5 0-929,-3 1 0,0-1 929,-2 1 0,1 1 183,13-5-183,-10 4 0,8-4 0,0-7 0,-17 5 0,8-8 0</inkml:trace>
  <inkml:trace contextRef="#ctx0" brushRef="#br0" timeOffset="-195525.73">6435 14844 5734,'-4'2'0,"1"0"0,0 0 0,2-1 0,3 3 0,0-3 0,12 3 0,-3-3 0,25-2 0,-15-1 0,12-2 0,2-1 0,-5 2 0,-4-1 0,1 1 0,10 4 0,-16 2 0,19 13 0,-29-2 0,4 22 0,-15-10 0,-4 7 0,-4 10 0,0-5 0,3-10 0,-2 2-1093,-3 14 1,-2 8 0,2-8 1034,3-17 1,1 0 57,-2 7 0,-1 4 0,1-5-71,3-7 0,-1-1 71,0 6 0,-1 4 0,2-4 0,1-6 0,0-2 0,-2 21 0,1-19 0,2-22 0,-8-11 0,2 0 0,-5-9 0</inkml:trace>
  <inkml:trace contextRef="#ctx0" brushRef="#br0" timeOffset="-195327.73">6398 15391 5734,'37'-10'0,"-3"2"0,2-1 0,-6 2 0,-1 0-945,8-2 1,-1 0 944,-5 1 0,-3 1 0,12-3 0,-2 1 0,8-3 0,-16 6 0,2-1 0,-18 6 0,-4 2 0</inkml:trace>
  <inkml:trace contextRef="#ctx0" brushRef="#br0" timeOffset="-188668.73">19053 13175 5734,'-3'1'0,"1"0"0,2 4 0,0 0 0,0 6 0,0 3 0,1 0 0,5 26 0,-3-18-489,3 18 489,-5-20 0,2 1 0,-2 0 0,2 9 0,0 8 0,0-5 0,0 13 0,0-14 0,0 5 0,0-1 0,-2 13 0,-1-5 0,0 2-853,0 1 0,0-2 853,-1-15 0,1 1 0,1 8 0,-1-5 0,1-8 0,-1 1-521,1 8 0,0 6 0,0-7 521,1 5 0,-1-8 0,0 6 0,1-4 0,-1-5 0,0 2 0,0 5 0,1 5 0,-1 1 0,-1-7 0,1-3 0,-1-1 0,1 18 0,-1-1 0,0-21 0,-1 2-483,1 8 1,-1 8 0,0 1-1,1-5 483,-1 4 0,0 1 0,0-10 0,0 7 0,0 3 0,0-1 0,0-2 0,0-7-23,-1 12 0,0-2 23,0-3 0,-1 6 0,0 1 0,0-7 0,0 2 0,-1 2 0,0-6 0,-1 6 0,0 3 0,-1-1 0,2-7 0,-1-5 0,2-3 0,-2 2 0,0 7 0,-1 4 0,0 1 0,2-1 0,3-4 0,0 1 0,1-2 0,0-5 0,1 4 0,0-2 0,0 10 0,1 4 0,2-10 0,4-8 0,2-10 0,1-1 0,1 5 352,7 7-352,-13-18 0,-4-6 0,-2 0 0,-2-6 0</inkml:trace>
  <inkml:trace contextRef="#ctx0" brushRef="#br0" timeOffset="-186981.73">16469 15267 5734,'20'-4'0,"1"1"0,17-1 0,-11 2-1900,20-3 1900,-18 0 0,2 0 0,2-1 0,3 0 0,7-2 0,-4 2 0,-11 1 0,0 1-556,11-2 0,5-1 0,-8 3 556,0 2 0,-11 2 0,1 1 410,15 0-410,-5 1 0,-1 0 0,10 1 0,-17-1 0,2-1 0,14 1 0,0 0 0,-16-1 0,2 0-345,15 1 1,2-1 344,-9 0 0,-2 1-356,-7-1 1,-1 0 355,10 0 0,-2 1 0,-12 0 0,2 0 0,9 1 0,5 1 0,-3 0 0,-6-1 0,1 0 0,3 1 0,3 0 0,-1-1 0,9-1 0,-4 0 0,-15-1 0,2 0 0,12 0 0,6 0 0,-6 0 0,-12-1 0,-2 0 0,16 0 0,1 0 0,-11 1 0,-3-1 680,-6 0 0,1 1-680,18 0 0,8 1 0,-7-1-776,-13 0 1,0 0 775,8 0 0,4 0 0,-7 0 0,8 0-292,-1-1 292,2-1 0,-11-1 0,4 0 0,-2 0 0,-6 0 0,1 0 0,3 0 0,3-1 0,0 1 0,-1-1 0,-2 1 0,-2 0 0,-4 1 0,1-1 0,8 1 0,5-1 0,-6 1 0,8 2 0,-16 0 0,1-1 0,2 0 0,-1 0 0,17-1 0,-15 0 0,0 0 0,2-2 0,-1 1 0,-8 0 0,1 0 0,7-1 0,5 0 0,-5 0 0,-6 1 0,-1-1 0,14-1 0,-1 1 0,-10 0 0,-3 1 0,15-1 0,-16 2 0,1 0 0,-1 1 0,-1 1 0,14 0 502,-14 1 0,1-1-502,2 2 0,-2-1 0,16 2-182,-15-1 1,2 0 181,2-1 0,0 0 697,17 1-697,-16-2 0,1 0 0,2-1 0,0 0 0,3 0 0,-1-1 0,2 0 0,-1 0 0,-3 0 0,1 1 0,2-1 0,4 0 0,-5 1 0,-3-1 0,0 1 0,4 0 0,4-1 0,-3 1 0,0 0 0,-2 0 0,-7 0 0,0 0 0,9-1 0,1 1 0,2-1 0,-1-1 0,4 0 0,0 0 0,1 1 0,0-1-303,-3 0 1,-2 1 302,-10 0 0,-2 0 0,0 0 0,1-1 0,13 0 0,-1 0 0,-9 0 0,-1 0 0,10 0 0,0 0 0,-12 0 0,-2 1-402,1-1 1,1 1 401,-1-1 0,0 1 0,0 0 0,0-1 0,0 1 0,0-1 0,13 0 0,0 0 0,-10 1 0,1-1 0,6 1 0,6-1 0,-5 1 0,5-1 0,1 1 0,-6 0-312,5-1 1,0 1 311,-4-1 0,5 1 0,0-1 0,-5 1 0,8-1 0,-6 0 0,-9 1 0,0 0 0,9 0 0,1-1 0,-3 1 0,-2 0 0,-9 1 0,-1-1 0,8 0 0,0 0 0,-5 0 0,-2 0 0,16 1 0,-6-1 0,-1 1 0,9 1 0,-19 0 0,-2 0 0,7 0 0,-10 1 0,-2-1 0,2-1 0,-1 0 0,0 0 1893,-3-2-1893,-2 0 1971,-2-1-1971,-18-10 0,-8 5 0,-20-9 0,-2 9 0</inkml:trace>
  <inkml:trace contextRef="#ctx0" brushRef="#br0" timeOffset="-185889.73">19964 15190 5734,'-5'2'0,"0"1"0,2 2 0,-1 1 0,0 2 0,-2 1 0,2 2 0,0 0 0,0 2 0,1 0 0,1 0 0,0-1 0,0-1 0,1 8 0,1-11 0,0 4 0,0-13 0,1-9 0,0 1 0,3-6 0,-1 1 0,4-7 0,-3 3 0,5-11 0,-4 12 0,1-3 0,-3 8 0,-1 2 0,0-2 0,-2 9 0,-4 14 0,1 3 0,-3 14 0,3-8 0,1 1-216,1 0 216,1 0 0,2 6 0,0-8 0,2 4 0,1-7 0,-1-5 0,1-2 0,-1-7 0,2-5 0,1-1 0</inkml:trace>
  <inkml:trace contextRef="#ctx0" brushRef="#br0" timeOffset="-184968.73">20943 15191 5734,'-8'4'0,"-2"4"0,3-2 0,-2 2 0,2 3 0,2-2 0,0 4 0,-6 29 0,6-21-517,-5 25 517,8-29 0,0-1 0,0 3 0,1-5 0,1 0 0,1-4 0,0-5 0,2-1 517,4-12-517,-2 1 0,5-8 0,-5 2 0,1-3 0,-2-1 0,6-16 0,-5 12 0,4-18 0,-7 23 0,1-4 0,-1 6 0,-1 5 0,1-1 0,0 3 0,-1 2 0,0-1 0,0 4 0,0 2 0,2 6 0,-2 0 0,3 13 0,-4-4 0,2 2 0,-1-4 0,0-2 0,0-3 0,1 2 0,2 1 0,0-6 0,3 3 0</inkml:trace>
  <inkml:trace contextRef="#ctx0" brushRef="#br0" timeOffset="-184054.73">22018 15177 5734,'-11'12'0,"2"0"0,-2 26 0,7-19-526,-4 21 526,7-27 0,1-3 173,1 2-173,0-5 87,1 0-87,-1-4 0,-1-3 0,1-4 266,1-16-266,0 7 0,1-13 0,-2 11 0,3-19 0,0 13 0,1-13 0,-2 12 0,-1 8 0,0-8 0,-2 15 0,-4 4 0,-1 9 0,-2 7 0,-2 10 0,4-4 0,-1 22 0,6-19 0,1 9 0,6-15 0,1-6 0,5-1 0</inkml:trace>
  <inkml:trace contextRef="#ctx0" brushRef="#br0" timeOffset="-183194.73">23024 15176 5734,'-2'6'0,"-1"1"0,-4 10 0,3-5 0,-2 8 0,2 3 0,2-8 0,0 13 0,1-18 0,1 2 0,0-7 0,1-3 0,0-1 0,1-7 0,0 0 0,1-7 0,1-6 0,1 3 0,0-7 0,-1 7 0,0 0 0,0 0 0,2-10 0,-3 11 0,2-10 0,-3 18 0,-1 17 0,-1-1 0,-1 15 0,3-11 0,1 0 0,3-1 0,1 0 0</inkml:trace>
  <inkml:trace contextRef="#ctx0" brushRef="#br0" timeOffset="-181620.73">24361 15715 5734,'-3'12'0,"2"-3"0,0 4 0,2 3 0,2 2 0,0 0 0,1-2 0,-1-7 0,1 5 0,-1-4 0,1 4 0,1 1 0,-2-6 0,1 4 0,-1-7 0,-1-2 0,-1-1 0,0-2 0,-1-4 0,1-1 0,-3-17 0,3 11 0,0-17 0,2 15 0,8-20 0,-4 16 0,8-18 0,-7 20 0,2-2 0,4-2 0,-5 8 0,6-4 0,0 4 0,-6 4 0,5-1 0,-6 5 0,-1 0 0,4 1 0,-1 2 0,13 15 0,-12-4 0,9 15 0,-7 15 0,-6-12-129,-1-5 0,0 0 129,1 17-1058,-1-10 1058,3 8 0,8 3 0,-5-19 0,8 9-75,-4-26 75,-3-6 0,2-8 0,-3-4 0</inkml:trace>
  <inkml:trace contextRef="#ctx0" brushRef="#br0" timeOffset="-180020.73">18757 15548 5734,'-9'6'0,"1"1"0,4 0 0,-1 2 0,0 2 0,0 2 0,-2 10 0,2-3 0,-1 16 0,12-12 0,4 0 0,1 5 0,26-15 0,5-9 0,-7-15-976,8-7 0,-1-4 976,-14-3 0,6-9 0,-17 10 0,-16-11 0,-4 0 0,-1 3 0,-14-5 0,-6 5 0,0 21 0,-15-1 0,12 15 0,7 0 0,-3 4 0,6 3 0,8-2 0,-1 4 0</inkml:trace>
  <inkml:trace contextRef="#ctx0" brushRef="#br0" timeOffset="-179072.73">18131 15135 5734,'-3'6'0,"1"0"0,-3 11 0,2-5 0,-2 8 0,-4 12 0,6-17 0,-4 13 0,6-20 0,1-6 0,0 0 0,1-10 0,-1-1 0,3-13 0,0-4 0,0-2 0,0-11 0,-2 16 0,-2-20 0,0 24 0,-2-13 0,3 25 0,-2-2 0,0 20 0,-2 13 0,1-1 0,1 5 0,3-8 0,2-6 0,0 2 0,2-7 0,1-2 0</inkml:trace>
  <inkml:trace contextRef="#ctx0" brushRef="#br0" timeOffset="-178708.73">17787 15696 5734,'3'-6'0,"1"-1"0,4-3 0,-1 2 0,13-5 0,2 0 0,-3 3-610,23-10 610,-27 16 0,14 1 0,-11 1 0,18-2 0,-22 3 0,5-2 0,-10 2 0</inkml:trace>
  <inkml:trace contextRef="#ctx0" brushRef="#br0" timeOffset="-178561.73">18266 15661 5734,'-1'16'0,"-1"-1"0</inkml:trace>
  <inkml:trace contextRef="#ctx0" brushRef="#br0" timeOffset="-177704.73">17190 15252 5734,'1'-13'0,"1"2"0,1-2 0,-1 0 0,0 4 0,-1-3 0,0 8 0,-2-1 0,1 4 0,-3 5 0,0 1 0,0 8 0,1-3 0,2 4 0</inkml:trace>
  <inkml:trace contextRef="#ctx0" brushRef="#br0" timeOffset="-177064.73">18272 15563 5734,'-4'18'0,"0"-4"0,0 14 0,0 3 0,0-3-883,0 2 1,0-2 882,1-6 0,0-1 178,1 5-178,1-7 0,0 2 372,0-10-372,3 1 0,-1-6 0,0-1 0,-1-12 0,-1-4 0</inkml:trace>
  <inkml:trace contextRef="#ctx0" brushRef="#br0" timeOffset="-176471.73">16927 15710 5734,'7'1'0,"5"1"0,-2 0 0,19-2 0,-12-1 0,11-3 0,-8-3 0,-4 2 0,9-4 0,-11 3 0,3-2 0,-7 3 0,-2 1 0,0 0 0,-2 2 0,0-1 0</inkml:trace>
  <inkml:trace contextRef="#ctx0" brushRef="#br0" timeOffset="-176057.73">17230 15636 5734,'7'3'0,"1"-1"0,2-2 0,-1 0 0,3 0 0,4 0 0,-7 1 0,7 2 0,-12 1 0,0 4 0,-6 2 0,-6 11 0,-1-1 0,-2 2 0,-1 1 0,0 2 0,2 9 0,3 0 0,7-15 0,5 20 0,13-40 0,-2-2 0,6-5 0,-5-1 0,1-3 0,1-2 0</inkml:trace>
  <inkml:trace contextRef="#ctx0" brushRef="#br0" timeOffset="-170536.73">19029 13194 5734,'1'-7'0,"0"-1"0,0-5 0,1 1 0,-2-4 0,1-29 0,0 21 0,-2-11 0,1-1 0,-1 7 0,-1-7 0,0-1 0,-1 1-820,1-3 1,0-13 0,0-3 0,0 10 761,1 7 1,-1-1-16,1 0 1,0-7 0,0-1-1,-2 1 73,0 2 0,-2-1 0,0 3 0,0 4-550,1-2 0,-1 0 550,-1-4 0,-1-8 0,-1 2 0,2 9 0,1 14 0,0 1 0,-2-8 0,-2-7 0,0 0 0,2 6-476,0 3 0,0 0 476,-1-7 0,-2-5 0,2 4 0,2 5 0,2 5 812,-2-11-812,2 10 0,1 1 0,2 0 235,1 1-235,2-2 0,0-1 0,1-1 560,0 3 0,-1 2-560,2 2 0,-1 12 2219,4-4-2219,-1 14 1348,10 7-1348,-7 2 0,5 6 0,-2 12 0,-8-5-253,1 10 253,-9-9 0,-3 1 0,-4 1 0,-2 1 0</inkml:trace>
  <inkml:trace contextRef="#ctx0" brushRef="#br0" timeOffset="-169151.73">19052 14448 5734,'-6'0'0,"2"0"0,2 0 0,1-1 0,4 0 0,0-1 0,9-1 0,12-1 0,-6 0 0,18-1 0,-21 3 0,8 0 0,-11 1 0,16-6 0,-14 2 0,12-3 0,-14-3 0,-7 6 0,-1-4 0,-9 3 0,-1 0 0</inkml:trace>
  <inkml:trace contextRef="#ctx0" brushRef="#br0" timeOffset="-167217.73">19096 14880 5734,'9'-3'0,"0"1"0,-1 1 0,2 0 0,-1-1 0,1 1 0,2 0 0,-1 1 0,7-1 0,-5 0 0,3 1 0,-4-1 0,-2-1 0,14-6 0,-14 4 0,-1-9 0,-16 9 0,-11-4 0,2 4 0</inkml:trace>
  <inkml:trace contextRef="#ctx0" brushRef="#br0" timeOffset="-166162.73">18989 13990 5734,'5'-3'0,"1"0"0,5-4 0,-3 1 0,17-8 0,-10 7 0,9-2 0,1 1 0,-5 3-339,20-3 339,-28 7 0,-1 1 83,1-2-83,-3 1 0,-1-1 0,-4 0 0,-3 2 0,-7-1 0,-1 1 0,-4-1 0</inkml:trace>
  <inkml:trace contextRef="#ctx0" brushRef="#br0" timeOffset="-165803.73">18946 13464 5734,'5'-4'0,"9"-2"0,-4 3 0,8-2 0,-7 2 0,0 0 0,1-1 0,11-4 0,-6 1 0,5-2 0,-9 2 0,-6 2 0,4-6 0,-6 4 0,0-6 0,-8 8 0,-3-1 0,0 1 0,1 0 0</inkml:trace>
  <inkml:trace contextRef="#ctx0" brushRef="#br0" timeOffset="-165395.73">18871 12890 5734,'40'-8'0,"-4"1"0,-9 3 0,-6 2 0,6-2 0,4-1 0,-12 2 0,8-2 0,-10 0 0,-9 2 0,1-1 0,-10 2 0,-4 0 0,-1 0 0,-2-2 0,0 0 0</inkml:trace>
  <inkml:trace contextRef="#ctx0" brushRef="#br0" timeOffset="-165111.73">18873 12319 5734,'4'-5'0,"5"-1"0,-1 1 0,5-1 0,5 1 0,-3 0 0,5-1 0,2-1 0,-5 1 0,4-1 0,-3 0 0,-7 3 0,1-2 0,-7 3 0,-2 0 0,1-1 0</inkml:trace>
  <inkml:trace contextRef="#ctx0" brushRef="#br0" timeOffset="-164912.73">18924 12182 5734,'23'-1'0,"-6"-1"0,24-2 0,-15 1 0,10-3 0,2 0-1896,-8 1 1896,9 0 0,-13 4 0,1 1 0</inkml:trace>
  <inkml:trace contextRef="#ctx0" brushRef="#br0" timeOffset="-163662.73">18871 11796 5734,'4'-4'0,"0"-1"0,10-4 0,1-2 0,5-4 0,2-2 0,2-1-497,-3 1 0,0 1 497,-7 6 239,-2 1-239,8 13 0,-15 4 0,6 12 0,-15 1 0,1 1 0</inkml:trace>
  <inkml:trace contextRef="#ctx0" brushRef="#br0" timeOffset="-160627.73">18262 15202 5734,'0'-8'0,"0"-1"0,1-33 0,-2 20 0,1-10 0,-1-1 0,-1 11 0,-1-26 0,1 30 0,0-16 0,2 28 0,1-2 0,5 47 0,-3-19 0,1 5 0,-1 1 0,-1-9 0,0 18 0,0-21 0,-1 13 0,-1-22 0,0 3 0,0-7 0,0-1 0,-3-7 0,2 1 0,-3-6 0,2 0 0,0 2 0,0-4 0,1 2 0,-1-29 0,1 22 0,0-22 0,1 29 0,0 3 0,0 1 0,1 7 0,0 16 0,1-1 0,0 14 0,1 5 0,-1-6-670,3 8 670,-3-10 0,3 2 0,0-1 0,-2-2 0,6 19 0,-7-33 0,-1-5 0,-1-1 0,-2-10 0,0-1 0,-3-11 670,1 6-670,-1-5 0,-2-7 0,2 9 0,-2-8 0,3 6 0,1 6 0,-1-5 0,2 9 0,2-1 0,1 6 0,1 3 0,-2 11 0,1-3 0,0 13 0,0-10 0,-1 3 0,-1-4 0,-1 0 0,1-3 0,0 1 0</inkml:trace>
  <inkml:trace contextRef="#ctx0" brushRef="#br0" timeOffset="-158265.73">18230 14864 5734,'0'5'0,"1"-1"0,-2-3 0,1 0 0,-2 0 0,0-1 0,-3 0 0,-1-1 0,0 0 0,1-2 0,1 0 0,0-2 0,1 0 0,2-7 0,1 6 0,3-4 0,0 6 0,1-1 0,0 2 0,6 1 0,-3 2 0,8 6 0,-8-1 0,7 7 0,-9-5 0,2 2 0,-5-2 0,-1-1 0,-4 3 0,-6 1 0,2-2 0,-5 0 0,-2-5 0,7-3 0,-7-2 0,9-3 0,1-1 0,0-1 0,6-12 0,1 8 0,3-9 0,-1 12 0,1 0 0,2-1 0,-1 4 0,2-1 0,-3 5 0,12 6 0,-10-1 0,11 9 0,-15-6 0,0 9 0,-5-8 0,-4 4 0,-2-5 0,1-2 0,-9 2 0,8-6 0,-5-1 0,5-3 0,2-1 0,-2-6 0,5-1 0,0-2 0,6 0 0,1 3 0,2 0 0,0 0 0,14-8 0,-12 9 0,10-5 0,-11 14 0,-3 1 0,3 3 0,-6-1 0,1 1 0,-3 3 0,0-1 0,-3 3 0,-1 1 0,-1-3 0,-2 2 0,-4-2 0,3-3 0,-2 0 0,1-3 0,3-2 0,-1 0 0,1-7 0,2 3 0,1-6 0,3 4 0,1 0 0,2-1 0,0 1 0,5-3 0,2 0 0,-1 1 0,1 3 0,-3 3 0,-1 2 0,0-1 0,0 2 0,1 2 0,3 7 0,-5-2 0,2 14 0,-7-12 0,-7 18 0,3-19 0,-3 9 0,5-15 0,1-1 0,0 1 0,-1-2 0,0 1 0,1-1 0,-3-2 0,2 1 0,1-1 0,0 0 0,2 1 0,-1-1 0,2 1 0,0 0 0,1 1 0,-1 0 0,2 1 0,-2 1 0,2-1 0,-2 1 0,0 0 0,-1-1 0,0 1 0,0-1 0,-7 5 0,1-3 0,-5 2 0,4-2 0,-1-2 0,-1 1 0,0-1 0,0 0 0,-3-1 0,4 0 0,-1-1 0,1-3 0,3 1 0,0-2 0,4 1 0,1 0 0,0 1 0,2-2 0,0 2 0,1 0 0,1 2 0,-1 0 0,2 0 0,-2 2 0,0-1 0,-1 1 0,0 0 0,-1 1 0,0 0 0,-1-1 0,0 3 0,-1-1 0,0 0 0,0 2 0,-1-1 0,-4 8 0,2-7 0,-3 6 0,3-8 0,1-2 0,-2 1 0,2-4 0,-2 0 0,3-4 0,1 1 0,1-5 0,0 4 0,2-1 0,1 2 0,-3 3 0,6-2 0,-4 4 0,3 1 0,-3 0 0,1 3 0,-2 0 0,1 6 0,-3-1 0,-1 3 0,-2 2 0,0-5 0,-1 3 0,2-6 0,-1 2 0,2-4 0,-2 1 0,3-5 0,-3-2 0,-8 3 0,-2 1 0,-7 3 0,3 1 0</inkml:trace>
  <inkml:trace contextRef="#ctx0" brushRef="#br0" timeOffset="-152584.73">19070 13974 5734,'-7'-7'0,"2"1"0,-1-2 0,-3-10 0,5 6 0,-5-17 0,8 17 0,0-7 0,2 9 0,1 4 0,1-2 0,15 11 0,-10-1 0,12 7 0,-13-2 0,6 27 0,-8-18 0,2 23 0,-10-29 0,-21 13 0,11-14 0,-34 1 0,32-13 0,-15-6 0,23 1 0,4-23 0,3 14 0,7-17 0,8 15 0,-2 5 0,9-5 0,-8 9 0,19 1 0,-18 7 0,11 3 0,-13 10 0,-4-1 0,4 16 0,-9-11 0,0 21 0,-5-19 0,-2 6 0,-7-3 0,2-8 0,-4 4 0,4-11 0,-10-4 0,9-3 0,-8-4 0,9-12 0,3 5 0,0-8 0,5 3 0,2 5 0,2-4 0,1 6 0,19-13 0,-13 13 0,15-8 0,-12 19 0,-4 2 0,10 10 0,-12-3 0,8 14 0,-12-11 0,1 5 0,-15 5 0,3-11 0,-9 8 0,0-14 0,6-3 0,-10-6 0,13-2 0,-3-6 0,9-16 0,2 11 0,3-14 0,1 16 0,1 3 0,1 0 0,15-5 0,-9 10 0,12-4 0,-8 12 0,-4 1 0,14 8 0,-14-3 0,5 6 0,-13 0 0,-4 0 0,-3 4 0,-9 6 0,2-6 0,-7 5 0,-1-3 0,4-6 0,-5 2 0,-7-12 0,12-4 0,-9-6 0,16-3 0,1-1 0,2-2 0,10-20 0,-2 14 0,9-15 0,14 8 0,-12 12-282,14-9 282,-17 18 0,0 1 0,2 3 0,-4 2 0,0 4 0,-6 9 0,-4 0 0,-3 6 0,-10 15 0,3-13-266,-6 13 266,4-17 0,2 0 0,-1-2 0,1-3 0,0-1 0,1-3 0,0-1 0,-2-3 548,3-4-548,-1-3 0,6-4 0,6-38 0,-2 25 0,6-26 0,-4 36 0,7 1 0,-5 5 0,12 4 0,-11 3 0,7 8 0,-9-7 0,1 4 0,-5-3 0,-1-2 0,-3 3 0,0-3 0,-1 0 0,0-2 0,1-1 0,-2 0 0,-2-3 0,3 1 0,-4-1 0,-1 0 0,2 1 0,-2-1 0,4 1 0,-3-1 0,3 2 0,-1-1 0,0 7 0,4-3 0,-3 5 0,5-5 0,0 1 0,0-1 0,2 0 0,0 0 0</inkml:trace>
  <inkml:trace contextRef="#ctx0" brushRef="#br0" timeOffset="-150681.73">19049 14028 5734,'2'-5'0,"1"-1"0,-1 2 0,-1 2 0,4-1 0,-3 2 0,2 2 0,-1 2 0,0 1 0,-1 2 0,1 2 0,-1 3 0,0 1 0,1 3 0,-1 12 0,0-5 0,0 5 0,-1 1 0,1 6 0,0 9 0,0 2 0,0 0-411,0-9 1,0 2 410,0-8 0,0 2 0,0 12 0,0 3 0,1 0 0,-1-1 0,1-1 0,-1 0 0,0 2 0,0-4 0,0 0 0,-1-1 0,0-2 0,-2-10 0,1 1 0,-1-2 0,-1-11 0,0 13 0,2-25 0,0-2 0,0-2 0,1-9 0,0 0 0,7-26 0,-4 12 0,4-16 0,-1-3-531,-2 6 531,-1 10 0,-1-1 0,3-13 0,1-4 0,0-1 0,0-2 0,-2 12 0,-1-1 0,-1 9 0,0-1-676,1-8 0,-1 1 676,1-12 0,-2 15 0,0-1 0,-1-14 0,0 17 0,0 1 0,-3-20 0,-1 20 0,1 0 0,-3-16 0,-1 3 0,1 20 0,2 7 1147,-1 0-1147,3 7 1557,-2 3-1557,2 4 0,-2 13 0,2 2 0,-1 25 0,1-9-1353,0 16 1353,1-7 0,0 1 0,0-8 0,0 0 0,0-8 0,0 0-739,0 9 1,0-1 738,0-10 0,-1 1 0,1 10 0,-1 6 0,0-4 0,0-5 0,0 0 0,0 4 0,0 3 0,0-3 0,0-1 0,-1-4 0,1-6 0,-1-1 0,0 7 0,0 0-525,-1-2 0,0-3 525,0 13-76,-2 8 76,2-14 0,1-10 956,0-1-956,1-13 1444,0-7-1444,3-22 0,0 2 0,1-5 0,0-3 0,1-7-247,-1 0 0,1-2 247,0-12 0,-1 13 0,-1 0 0,0 6 0,-1 1 0,1-2 0,0-3 0,-1 1 0,1-3 0,-1 2 0,1-7 0,0 0-694,-1 5 0,0-2 1,0 3 693,1-3 0,0 1 0,-1-10 0,0 1 0,-1 12 0,1 1-454,-1-6 1,0 1 453,-1-3-311,-1 13 1,0 1 310,0-4 1078,-2-9-1078,1 26 2020,2 8-2020,-3 21 1338,3 1-1338,0 14 0,1 4 0,0 4-636,0 4 1,0 3 635,1-21 0,-1 0 0,1 9 0,-1 1-317,1-10 1,0 0 316,0 13 0,1 1 0,-1-11 0,0 1 0,1 9 0,1 4 0,-1-4 0,-1-10 0,2 0 0,0 6 0,2 5 0,0 1 0,-1-9 0,2 14 0,1-1 0,0-5 0,-5-22 0,-1-7 0,-1 1 0,-5-7 0,1-3 2290,-3-2-2290,-1-15 0,3 3 0,-2-11 0,3 5 403,1-5-403,0-3 0,0-22 0,1 8-387,0 12 0,1-2 387,1-6 0,0 0 0,0 8 0,0-2 0,0-13 0,1-7 0,0 5-1287,0 7 1,0 1 1286,0-1 0,0-3 0,0 3 0,-1-5 0,1 3-644,-1 10 1,0 0 643,1-6 0,-2 0-241,1 8 0,-1 2 241,0-10 122,-1-2-122,1 19 1916,0 5-1916,-1 4 1673,0 4-1673,-2 6 0,-3 38 0,3-8-174,1 1 0,0 1 174,3 14 0,0-20 0,1 0 0,-1 2 0,1 1 0,0 2 0,-1 0 0,1 0 0,-1 1 0,2 16 0,-1 1 0,0-12 0,1 0 0,-1-6 0,0 2 0,1-1 0,0 16 0,1-3 0,-1-10 0,0-1-635,0 9 0,1-1 635,-1-14 0,0-2 0,1 22-16,0-5 16,-1-14 0,0-1 0,1 5-272,0 8 272,-2-30 1309,-3-27-1309,0 3 0,-1-24 1635,2 7-1635,0 3 0,0-2-846,0 5 1,0-1 845,1-9 0,-1-2 0,0 7 0,1 1 0,0-2 0,0-1 0,0 1 0,0-2 0,0-13 0,0 0 0,-1 12 0,1 0 0,0-8 0,-1-1 0,-2 0 0,1 3 0,-2-7 16,-1 10 1,0 4-17,1 20 0,-8 26 0,7 11-645,2 8 1,0 13 0,1 2 0,0-7 644,1-4 0,0 0 0,0 2 0,0 6 0,0-1 0,0-5-241,1 1 0,0-4 241,0-9 0,-1 1 0,-1 4 0,-1 4 0,-1-5 0,-7 13 0,2-12 0,-1-3 0,-8-5 0</inkml:trace>
  <inkml:trace contextRef="#ctx0" brushRef="#br0" timeOffset="-149573.73">18276 14966 5734,'-4'15'0,"1"-3"0,1 8 0,-1 16 0,1-10 0,0 0 0,-1-1-765,2 1 765,-1 7 0,3-4 0,0-7 0,2 4 186,-1-10-186,1 14 0,-1-16 0,1 10 0,-3-21 0,0 0 0,-1-3 0,-1-4 579,-1-2-579,-1-3 0,0-16 0,1 7 0,-1-12 0,4-1 0,0 7 0,0-8 0,1-2 0,-1 9 0,-1-21 0,0 25 0,-3-14 0,3 25 0,-1-2 0,0 9 0,1 3 0,0 3 0,-1 8 0,0 1 0,1 6 0,-1 9 0,1-4 0,0 9 0,1 8 0,2-1 0,-1-2 0,0 1 0,0-1 0,2-17 0,-2-7 0,1 0 0,0-8 0,1-4 0,-1-4 0,3-34 0,-3 15-395,0-2 0,0 0 395,-3 0 0,0-2 0,-1-13 0,-1 8 0,0-9 0,0 13-271,-2-21 271,2 27 0,-3-9 0,4 34 0,-2 7 0,-1 20 0,3-9 0,-1 5 0,1 0 0,1-2 0,1 0 0,0 0 0,1-6 0,1 20 0,-1-30 766,0 6-766,-1-20 295,0-1-295,-2-12 0,1 7 0,-3-18 0,3 18 0,0-8 0,0 15 0,-1-1 0,0 3 0,-1-1 0,2 3 0</inkml:trace>
  <inkml:trace contextRef="#ctx0" brushRef="#br0" timeOffset="-148366.73">18242 15036 5734,'-19'-5'0,"9"2"0,-10-6 0,13 2 0,-2-12 0,5 6 0,-1-9 0,6 2 0,2 4 0,2-5 0,4 0 0,0 5 0,2-4 0,0 6 0,-2 4 0,2 1 0,0 7 0,-3 3 0,2 4 0,-1 7 0,0 12 0,-3 9 0,-2-5 0,-6-3 0,-1-13 0,0-2 0,-4 4 0,2-5 0,-3 1 0,-4-4 0,1-2 0,-9-2 0,9-3 0,-5-2 0,6-1 0,-2-6 0,4 1 0,-1-5 0,5 4 0,2-2 0,0 0 0,3 1 0,3-8 0,0 6 0,4-5 0,0 7 0,4-3 0,-1 5 0,3-2 0,-4 6 0,11 7 0,-10 1 0,8 6 0,-13 11 0,-4-6 0,-7 11 0,-2 0 0,-1-9 0,-10 21 0,10-34 0,1 1 0,0-2 0,-3-6 0,4 1 0,-3-26 0,7 16 0,0-16 0,5 20 0,5-4 0,-3 7 0,5-2 0,-3 8 0,-1 1 0,1 5 0,-4 0 0,-2 4 0,-4 8 0,-2-5 0,-9 14 0,5-14 0,-5 3 0</inkml:trace>
  <inkml:trace contextRef="#ctx0" brushRef="#br0" timeOffset="-144500.73">13642 12413 5734,'-8'-4'0,"-2"0"0,-2 0 0,-3 1 0,0 0 0,-3 1 0,0-1 0,-1 2 0,-8 5 0,-1 1 0,0 1 0,-6 4 0,2 2 0,14 0 0,-9 13 0,19-10 0,2 4 0,17 22 0,-2-19 0,13 20 0,-6-23 0,1 0 0,7 11 0,1 2 0,-6-3 0,3 0 0,-6 3 0,-28 7 0,3-17-493,-12 16 493,9-25 0,-25 4 0,21-11 0,-18 1 0,27-16 0,3 0 0,3-4 0,4 0 0,1-1 0</inkml:trace>
  <inkml:trace contextRef="#ctx0" brushRef="#br0" timeOffset="-144218.73">13633 12231 5734,'-2'-5'0,"0"2"0,3 9 0,0 3 0,0 7 0,2 10 0,-1 3 0,0 6-1038,1 8 0,0-1 1038,0 1 0,-1-6 0,0-1 0,2 7-533,-2-15 1,0-1 532,1 6-723,4 9 723,-2-13-274,2 4 274,-3-16 1551,1 4-1551,-3-13 1148,0 2-1148,-11-20 0,2 1 0,-6-6 0</inkml:trace>
  <inkml:trace contextRef="#ctx0" brushRef="#br0" timeOffset="-144051.73">13579 12606 5734,'7'-18'0,"2"1"0,19-9 0,-7 9 0,15-10 0,0 7 0,-9 5 0,4 5 0,-1 2 0,-7 5 0,17 2 0</inkml:trace>
  <inkml:trace contextRef="#ctx0" brushRef="#br0" timeOffset="-143218.73">13856 12865 5734,'8'-8'0,"6"-10"0,-3 2 0,1-5 0,0-1 0,0-2 0,-3-5 0,-1 0 0,-4 4 0,-8-8 0,-3 1 0,-1 13 0,-11-17 0,9 35 0,-2 8 0,3 1 0,-3 5 0,3 8 0,2-4 0,3 11 0,1 2 0,3-3-321,0 0 0,1-1 321,4-9-293,10 6 293,-5-10 0,10 5 0,0-14 0,-3-2 0,7-4 0,8-13 0,-12 4 0,17-16 0,-22 13 0,3-6 0,-5 0 0,-4 5 0,1-5 0,-3-17 0,-4 15 0,1-17 0,-5 22 0,0 2 623,-1-2-623,0 5 312,1 1-312,-2 6 0,1 5 0,-2 11 0,1 1 0,-1 8 0,1-1 0,1 20 0,1-13 0,1 14 0,7 0 0,-2-20 0,5 13 0,0-24 0,-3-6 0,8-6 0,-8-4 0,2-5 0,1-14 0,-4 7 0,1-6 0,-1-1 0,-1 0-629,3-15 629,-4 19 0,-1 1 0,0 2 0,1-16 0,-3 21 0,2-10 0,-5 70 0,3-23 0,-2 5 0,2 3 0,5 9 0,-2-15-311,4 10 311,-2-20 0,-1-4 608,7-2-608,-3-6 0,16-17 0,-13 1 0,3-8 0,0-2 0,-3 2 0,0-1 0,-1 1 0,-3 6 0,3-5 0,-6 14 0,0 4 0,1 4 0,2 14 0,-2 2 332,2 13-332,-1 9 0,-1 3 0,-2-19 0,1 1-388,0 9 1,2 4-1,-1-6 388,5 7 0,4 6 0,-2-18 0</inkml:trace>
  <inkml:trace contextRef="#ctx0" brushRef="#br0" timeOffset="-141434.73">15015 12699 5734,'5'20'0,"5"20"0,-1-4-1564,-3-9 1,1 1 1563,2 17 0,-4-21 0,0 0 0,0 1 0,0 0 0,0 0 0,1 1-272,-2-2 1,1 1 271,4 21 0,-1-1 0,-2-12 0,0-1 0,1 6 385,-2-10 1,-2-6-386,-4-18 0,-13-49 0,4 7-715,1 2 1,-1-7-1,2 5 715,3 9 0,1 1 0,-2-18 0,0 0 402,5 21 1,1-1-403,3-19 0,2 1 0,-2 18 0,2-1 0,7-9 0,4-3 0,0 7 0,6 5 0,7 6 0,0 10 0,-11 20 0,8 13 893,-17 6-893,-5-4 0,-5 9 0,-12 2 0,-1-9-560,-7 7 560,3-12 0,-15 1 0,-1-2 0,8-5 0,-6 2 0,4-7 0,23-17 2613,2-7-2613,4 1 0,5-7 0,4 2 0,3-1 0,2-2 0</inkml:trace>
  <inkml:trace contextRef="#ctx0" brushRef="#br0" timeOffset="-140963.73">15398 12309 5734,'4'-23'0,"0"-2"0,-4 14 0,-3-4 0,0 11 0,-5 14 0,4 5 0,1 13 0,2 9 0,0-3 0,0-9 0,2 0-375,-1 9 0,1 5 1,-1-6 374,3 12 0,2-1 0,-1-15 0,0 1 0,4 13 0,-3-17 0,0 0 0,7 16 0,-3-13 0,3 3 0,13-9 0,-12-14 0,13 0 0,-16-15 0,4-7 0,-3 2 0,3-6 0,-2-2 0,-3 2 0,3-4 0,-5 5 0,-1 1 1124,1 1-1124,-2 2 0,1 0 0,-2 5 0,0 2 0,-1 10 0,-2 2 0,0 8 0,-2 9 0,0-3 0,0 8 0,2 0 0,1-8 0,13 13 0,-6-25 0,9 1 0,-10-19 0,1-3 0,-2-4 0,-3-13 0,-2 6 0,-4-9-482,-2 10 482,-2 0 0,-10-11 0,5 15 0,-8-5 0,10 18 0,-1 2 0,-5 9 0,8-3 0,-1 4 0,11-6 0</inkml:trace>
  <inkml:trace contextRef="#ctx0" brushRef="#br0" timeOffset="-140750.73">15797 12349 5734,'-1'-6'0,"1"9"0,0 27 0,1 2 0,2 9 0,1 2 0,-2-19 0,1 1 0,2 7 0,1 7 0,0 0 0,0-6-1639,-1-6 1,0-1 1471,1 7 0,1 4 0,-1-8 167,0-4 541,0 10-541,-5-17 174,-1 5 1,-5-19-1,0-3 1</inkml:trace>
  <inkml:trace contextRef="#ctx0" brushRef="#br0" timeOffset="-140634.73">15951 12731 5734,'24'-3'0,"-1"0"0</inkml:trace>
  <inkml:trace contextRef="#ctx0" brushRef="#br0" timeOffset="-140230.73">13755 13330 5734,'43'-5'0,"-4"2"0,3-2 0,-8 2 0,5-1-656,-4 0 1,6 0-1,3 0 1,0 0 0,-6 0-140,4 0 1,-4 0-1,3 0 780,-3 1 0,2-1 1,1 0-1,1 0 1,-3 1 14,6-1 0,-2 1 0,-1-1 0,-1 1 0,4 0 0,-2-1 0,2 1 0,-5 0 0,2 0 0,2 0 0,3-1 0,-8 2 0,3-1 0,3 0 0,0 0 0,-1 0 0,-2 1 0,-5-1 0,2 0 0,-5 1 0,0-1 0,4 1 0,4-1 0,6-1 0,1 1 0,0 0 0,-4-1 0,-9 1 0,2-1 0,0-1 0</inkml:trace>
  <inkml:trace contextRef="#ctx0" brushRef="#br0" timeOffset="-140068.73">16812 13134 5734,'-14'4'0,"-4"-1"0,5-1 0,-2-2 0,10 0 0,2-2 0,2 3 0,0 1 0</inkml:trace>
  <inkml:trace contextRef="#ctx0" brushRef="#br0" timeOffset="-130920.73">19994 15675 5734,'-1'3'0,"0"1"0,4 8 0,-2-3 0,0 39 0,-1-23 0,0 11 0,0 0 0,1-6 0,3 9 0,1-3 0,-4-21 0,5 17 0</inkml:trace>
  <inkml:trace contextRef="#ctx0" brushRef="#br0" timeOffset="-126616.73">19841 12836 5734,'-3'7'0,"0"-2"0,2 0 0,1-3 0,-2 5 0,2-5 0,0 4 0,0-4 0,2 5 0,-1-4 0,1 4 0,0-4 0,-1 1 0,3 2 0,-2-3 0,4 2 0,-3-3 0,1 2 0,-3-1 0,-1 2 0,-3-1 0,0 1 0,-1 1 0,-4 3 0,3-3 0,-3 2 0</inkml:trace>
  <inkml:trace contextRef="#ctx0" brushRef="#br0" timeOffset="-126273.73">19860 13156 5734,'0'9'0,"0"2"0,-1-4 0,1 4 0,-2 5 0,0 0 0,1 10 0,0-7 0,1-1 0,1 5 0,1-9 0,-1 9 0,2-8 0,-2-4 0,1 6 0,-1-10 0,2 7 0,-2-9 0,1 2 0,0-3 0,0-2 0,2 5 0,-2-2 0,2 3 0,-2 1 0,-1-1 0,2 3 0,0-4 0,0-1 0</inkml:trace>
  <inkml:trace contextRef="#ctx0" brushRef="#br0" timeOffset="-125515.73">19909 13676 5734,'-1'13'0,"1"-5"0,-1 16 0,1-14 0,0 9 0,0-12 0,0 0 0,0 1 0,0-3 0,2 4 0,-1-7 0,1 3 0,1 1 0,-3 0 0,2 5 0,-2 4 0,1-3 0,-1 5 0,1 1 0,-1-4 0,2 4 0,-2 16 0,0-15 0,0 15 0,0-20 0,0 13 0,1-9 0,-1 10 0,3 1 0,-1-8 0,1 5 0,-2-12 0,1-5 0,-1 1 0,1-1 0,-1 1 0,2 3 0,0-3 0,1 4 0,1 8 0,-2-7 0,0 12 0,-3-14 0,0 2 0,0 3 0,0-5 0,0 6 0,0-1 0,-2-3 0,1 3 0,-2 9 0,2-10 0,-1 9 0,0 1 0,1-8 0,-2 19 0,2-28 0,0 0 0,0 0 0,-1 5 0,1-3 0,-2 4 0,1 0 0,-1 5 0,1-4 0,0 2 0,0-1 0,1-6 0,0 7 0,1-9 0,0 8 0,0-3 0,-2 12 0,1-10 0,-1 6 0,0-2 0,0-5 0,0 3 0,0-4 0,1-5 0,0 3 0,1-3 0,0-2 0,0 2 0,0 2 0,0-3 0,-1 4 0,-3 28 0,2-22-205,-2 24 205,4-32 0,0-1 0,1 1 0,0-3 0,1 2 0,-1-4 0,0-2 205,0-1-205,1-10 0,-2 2 0,0-9 0,-2 3 0,-1-4 0,-2-2 0,0-2 0</inkml:trace>
  <inkml:trace contextRef="#ctx0" brushRef="#br0" timeOffset="-124244.73">19878 12975 5734,'6'-6'0,"-2"1"0,0 1 0,4 0 0,-3 2 0,11 3 0,-11 1 0,5 4 0,-8-4 0,-1 3 0,-2-1 0,-1 2 0,-2 0 0,-6 4 0,3-2 0,-15 9 0,12-10 0,-8 4 0,9-6 0,0-2 0,1-1 0,-1-1 0,-2-5 0,3-1 0,-2-3 0,4-1 0,1-2 0,2-3 0,2-2 0,1-2 0,7-26 0,-2 19 0,6-16 0,2 18 0,-5 11 0,21-8 0,-17 17 0,13 1 0,-17 7 0,2 8 0,-7-3 0,1 5 0,-5-2 0,-1 0 0,-2 1 0,-8 9 0,3-9 0,-14 10 0,10-17 0,-6 1 0,4-10 0,3-2 0,-3-4 0,6 0 0,0-2 0,2-1 0,1-1 0,2-1 0,1 1 0,2-1 0,1 1 0,3-1 0,14-14 0,-8 14 0,12-9 0,-8 17 0,-3 4 0,14 14 0,-16-4 0,5 21 0,-16-13 0,-8 15 0,1-13 0,-5 4 0,-2-4 0,4-6 0,-10 3 0,11-12 0,-4-2 0,5-17 0,6 3 0,0-10 0,7 5 0,1-1 0,2 0 0,1 0 0,6-2 0,-2 6 0,3 0 0,-3 8 0,10 10 0,-9 1 0,7 9 0,-14 4 0,-3-2 0,-1 6 0,-5 0 0,0-6 0,0 4 0,-6-6 0,3-7 0,-6 0 0,3-8 0</inkml:trace>
  <inkml:trace contextRef="#ctx0" brushRef="#br0" timeOffset="-118967.73">20841 15751 5734,'1'-7'0,"0"1"0,1-2 0,8-6 0,-2 5 0,6-5 0,7 4 0,-7 5 0,18 0 0,-18 8-1639,-4 38 1,-6 11 1523,-3-16 115,-2-3 0,-1 5 0,-1-5-494,-4 5 494,5-19 0,7 9 0,3-26 0,22-17 0,-12-2 0,0-3 0,1 1 0,-1 0 0,1-6 0,-4 0 0,2-6 0</inkml:trace>
  <inkml:trace contextRef="#ctx0" brushRef="#br0" timeOffset="-115964.73">20961 15051 5734,'-8'-30'0,"0"4"0,5 11 0,-1-9 0,1-2 0,-1 5 0,-1-27 0,7 20 0,0 14 0,4-14 0,-3 18 0,-1 0 0,3-11 0,-2 9 0,0-9 0,-2 14 0,-2 1 0,0-1 0,-1-5 0,1 4 0,-1-4 0,1 7 0,-2-3 0,0 1 0,-1-2 0</inkml:trace>
  <inkml:trace contextRef="#ctx0" brushRef="#br0" timeOffset="-115013.73">20760 12834 5734,'-7'-33'0,"-1"2"0,0-2 0,2 7 0,-2-9 0,1-2-1883,2 7 1883,0-10 0,3-4 0,1 10 0,2-11 0,2 0 0,-1 12 0,1-7 0,0 8 99,-2 10-99,-1-4 414,-2 8-414,-1 1 0,-1 1 0,0 4 949,-5-6-949,5 7 421,-4-8-421,2 3 0,4 3 0,-6-20 0,1 2 0,0-2-411,0 4 411,4 14 0,-1-8 0,1 3 0,0-5 0,2-3 0,1 6 0,-1-7 0,1-1 0,0 8 0,0-7 0,0 2 0,0 6 0,0-6 0,0 0 0,0 6 0,0-6 0,0 2 0,-1 7 0,0-5 0,-1 4 0,2 4 0,-1-4 0,1 5 0,0-14 0,0-1 0,0 7 0,0-6 0,0 2 0,0 16 411,0 3-411,0-1 0,-1 3 0,-1 2 0,0 0 0,-2 8 0,3-3 0,-3 6 0,1 0 0,0-2 0,0 3 0</inkml:trace>
  <inkml:trace contextRef="#ctx0" brushRef="#br0" timeOffset="-114081.73">20673 11611 5734,'-25'-36'0,"6"4"0,18 16 0,5-8 0,2 6 0,3-7 0,3 4 0,0 6 0,18-9 0,-16 17 0,10-1 0,-17 13 0,-2 2 0,0 6 0,-2-1 0,-2 5 0,-7 3 0,-1-4 0,-6 5 0,-6-2 0,2-5 0,-7 4 0,-2-5 0,6-5 0,-6-1 0,3-7 0,7-2 0,-4-4 0,7-9 0,4 2 0,1-5 0,9-9 0,3 10 0,14-5 0,4 0 0,-2 9-224,2 0 1,-1 3 223,-5 10 0,20 16 0,-19-6 0,14 14 0,-26-2 0,-14 13 0,1-6-632,-12 6 632,5-18 0,-16 5 0,11-9 0,-11 2-75,16-13 75,1-3 415,2-4-415,-1-9 0,5 1 0,2-9 0,14-18 0,0 13 0,5-4 0,3 1 0,0 5 0,11-10 0,-6 19 0,-5 7 0,16 3 0,-17 8 655,9 4-655,-11 11 0,-6 16 0,-1-6 0,-8 9-315,-3-18 315,-4 2 0,0-2 0,-1 0 0,-10 3 0,7-9 0,-5 1 0,5-13 0,4-3 0,-1-2 0,4-9 399,3 2-399,6-21 0,10 8 0,3-8 0,12 12 0,4 2 0,-4 6 0,1-1 0,0 5 0,-9 20 0,-8 3 0,-2 22 0,-9-8 0,-3 11 0</inkml:trace>
  <inkml:trace contextRef="#ctx0" brushRef="#br0" timeOffset="-112764.73">20834 11629 5734,'-6'11'0,"2"1"0,-2 19 0,2-12 0,-3 22 0,4-23 0,-1 5 0,2-7 0,0-2 0,0 0 0,0 3 0,1-6 0,-1 2 0,0-5 0,0-2 0,0 0 0,0-4 0,0 0 0,0-6 0,1-1 0,-3-13 0,1 5 0,-1-8 0,0 2 0,1 5 0,-1-7 0,0 0 0,0 4 0,0-5 0,0-1 0,1 5 0,-1-3 0,2 5 0,0 5 0,0 1 0,1 7 0,0 4 0,-2 6 0,1 10 0,0 1 0,0 17 0,2 0 0,1 1-808,1-1 808,2-9 0,1-1 0,1 1 0,5 13 0,-2-8-206,4 10 206,0 1-1139,-3-10 1139,2 12 0,-5-14 0,-1 0 0,3 9 0,-3-7 0,0-1 0,0 2 0,1 7 0,0 1 0,0 4 0,-1-5 0,0 1 0,-1 6 0,-1-11 0,0 11 0,0-4 0,-1-9 0,1 8 250,-2-1-250,0-10 0,0 9 0,-1 0 0,0-9 0,0 10 0,-1 2 0,-1-11 0,1-5 0,-1 1 0,1 3 0,0-6 0,0 0 0,1 4 0,0 8 0,1-12 0,-1 0 0,1-1 0,0 1 0,0 7 0,-1-7 0,1 1 0,-2 16 0,1-10 0,-1 10 0,0-15 0,0 0 0,1 6-267,0-8 0,-1-1 267,2-1 0,0-1 913,-1-1-913,2 0 0,0 6 0,0 1 0,0 2 0,0 8 0,0-1 0,-2-11 0,1 4 0,0 1 0,0-5 0,-1 5 0,1-1 0,-2-4 463,1 15-463,-2-11 0,1-7 0,-1 6 0,-1-3 0,0-6 0,0 18 0,0-18 847,0 17-847,0-5 0,1-5 214,-2 3-214,1-15 0,0 2 0,-1-1 0,0 1 0,-4 24 0,2-18 0,-2 18 0,4-15 0,0 7 0,0-6-229,1 2 229,1-15 0,1 4 0,0-5 0,0 2 0,0-1 0,0-3 0,0 3 229,-1 1-229,1-4 0,0 5 0,0 0 0,0-3 0,0 3 0,1 2 0,0-4 0,0 5 0,1 1 0,-1-5 0,1 4 0,-1-6 0,0 0 0,0-1 0,1 0 0,0 13 0,0-12 0,1 11 0,-2-17 0,2 8 0,-1-6 0,1 6 0,-1-6 0,1 0 0,0-1 0,-1 0 0,1 1 0,-1 1 0,0-2 0,2 5 0,-2-7 0,0 2 0,1-4 0,-2-1 0,0 0 0,0-3 0,4-2 0,0-1 0,2-5 0,-1-6 0,-2-1 0,1-7 0</inkml:trace>
  <inkml:trace contextRef="#ctx0" brushRef="#br0" timeOffset="-109630.73">17899 14653 5734,'1'-3'0,"-1"-1"0,6-1 0,-3 0 0,8-9 0,-6 7 0,2-4 0,-4 5 0,-1 2 0,2-1 0,-3 4 0,1 12 0,-2-3 0,-1 11 0,-2 8 0,1-9 0,-2 18 0,3-21 0,-1 10 0,2-15 0,0 4 0,0-11 0,-4 0 0,1-3 0,-3-2 0,4-2 0,0-2 0</inkml:trace>
  <inkml:trace contextRef="#ctx0" brushRef="#br0" timeOffset="-108458.73">18829 13636 5734,'0'-5'0,"1"0"0,4-2 0,-1 4 0,3-4 0,-3 4 0,4-1 0,-1 1 0,2-1 0,-1 1 0,-1 1 0,0-1 0,-1 0 0,0 0 0,9-1 0,-8 2 0,6 0 0,-9 3 0,-1 1 0,1 0 0,-4 5 0,0-2 0,-2 4 0,-4-1 0,0-3 0,-1 3 0,-1-1 0,3-1 0,-1 0 0,1 0 0,1-3 0,-1 3 0,3-4 0,2 0 0,1-1 0,2-1 0,6 1 0,-2 0 0,4 2 0,-1-1 0,10 3 0,-7-2 0,8 3 0,-11-2 0,-1-1 0,0 1 0,-3-1 0,-1 0 0,-7 2 0,-1-1 0,-5 2 0,-6 3 0,1-3 0,-6 3 0,-4 2 0,3-2 0,-2 1 0,9-7 0,8-4 0,6-6 0,4 0 0</inkml:trace>
  <inkml:trace contextRef="#ctx0" brushRef="#br0" timeOffset="-107585.73">19818 12531 5734,'-7'2'0,"-3"0"0,4 1 0,-4 4 0,7-2 0,0 2 0,2-1 0,1 1 0,3 5 0,0-2 0,4 3 0,26 9 0,-16-11 0,20 9 0,-24-15 0,2 1 0,-6-2 0,2 2 0,-6-2 0,-2-2 0,0 0 0,-1-2 0,-7-1 0,1 0 0,-6-1 0,-6 0 0,4 1 0,-5-2 0,7 0 0</inkml:trace>
  <inkml:trace contextRef="#ctx0" brushRef="#br0" timeOffset="-107448.73">19811 12598 5734,'16'-8'0,"-6"3"0,8-4 0,-6 4 0,-1 1 0,3-2 0,-2 3 0,2 0 0</inkml:trace>
  <inkml:trace contextRef="#ctx0" brushRef="#br0" timeOffset="-106665.73">20707 11187 5734,'7'-1'0,"0"1"0,11 7 0,-7-1 0,7 6 0,-11-3 0,0 2 0,4 15 0,-6-11 0,-4 10 0,-2 0 0,-4-9 0,-6 17 0,3-25 0,-1-1 0,-1 0 0,0-1 0,1 0 0</inkml:trace>
  <inkml:trace contextRef="#ctx0" brushRef="#br0" timeOffset="-106541.73">20771 11395 5734,'22'1'0,"6"-1"0,-9 0 0,5-1 0</inkml:trace>
  <inkml:trace contextRef="#ctx0" brushRef="#br0" timeOffset="-104334.73">20824 11776 5734,'-5'32'0,"0"0"0,0 11 0,1-9 0,0-1-2256,2 6 2256,1 2 0,1-12 0,1 5-971,1 5 1,0 3 0,0-1 970,0 4 0,0-1 0,0-3 0,1 3 0,-1-6 468,-1-11 1,1 1-469,1 13 0,0 10 0,1 2 0,-1-9-752,-1-1 0,0 0 752,1 0 0,0 8 0,1-1 0,-3-9 0,-1-3 0,-1-6 0,0-5 0,0 0 0,-1 8 0,0 0 0,-2 1 0,0-1 0,1-9 0,1 1 0,-2 8 0,0 0 0,1-1 0,0-2 0,1-7 0,0 0 0,-1 5 0,1 1 337,1-4 1,1-1-338,-1 11 0,1-3 0,1-1 0,2-1 31,1 14-31,2-17 0,1-1 0,-1 2 0,1-1 0,-1-1 0,0 1 0,-1-7 0,0 14 0,-1-16 2582,-1 6-2582,-1 2 0,0 0 0,-1-1 570,1 1 0,-1 0-570,-1-12 0,0 0 329,0 9-329,0-7 0,0 8 0,-1-2 0,0-4 0,0 4 0,-1 11 0,0-12 0,-1 4 0,0 0 0,0-2 0,-3 22 0,3-24 0,0 8 0,2-10 0,2 5 0,0 0 0,0 4-406,0-3 1,1-1 405,-2-3 0,2-1-526,2 11 526,0-9 0,0 1 0,0 1 0,-1 0 0,2 14 0,-3-11 0,-2-7 0,0 5 0,0 12 0,0-17 0,0 16 0,0-19 458,0-1-458,0 2 0,0 1 0,-1 6 0,0 2 0,0 2 0,0-4 0,0 1 0,1 2 0,0-9 237,1 6-237,3 2 0,-2-11 0,4 14 0,-3-18 0,1 2 827,-2-6-827,2 1 627,-2-4-627,4-2 165,-4-6-165,3-3 0,-4-1 0,0 1 0,1-2 0,-1 0 0,0 0 0,2 0 0,-2-1 0,0 2 0,-1-3 0,1-1 0,-1 1 0,3-5 0,-2 4 0,5-31 0,-3 17 0,3-23 0,-4 12-886,-1 6 886,2-10 0,0-5 0,0 9 0,0-12 0,-1 12 0,1 0 0,0-11 0,1 1 0,0 1 0,1 0 0,-3 17 0,1-1 0,0 0 0,0 1 0,0-2 0,0-1 0,-1 1 0,1 0-628,0 0 0,-1 2 628,0-13 0,1-1 0,-1 6 0,1-10 0,0-2 0,0 7 0,0 3 0,-1-2-671,1-5 1,1-9-1,0 1 1,-1 11 670,-1 13 0,-1 3 0,1-7 0,0-2-455,0-7 0,-1 0 455,0 16 0,0-1 21,-1-12 0,1-2-21,0-4 0,-1 2 0,1-7-21,-1 6 0,1 1 21,0 6 0,0 2 0,-1-1 0,1-9 0,-1 11 0,0-4 0,0 4 0,-1-12 0,1 11 0,-1-1 544,0 8 1,0 3-545,0-15 1352,0-9-1352,2 15 0,0 0-555,0 0 555,0 1 0,0-14 0,0 9 516,-1-10-516,0 13 204,0 3 1,-1-7 0,1 1-205,-2-9 0,0-2 0,1 2 0,0-3 0,-1 4-626,0 1 0,0 4 626,0 8 0,0 4 0,0-8 18,-1 1-18,1 5 0,-2-10 0,0 12 0,0-6 350,1 4-350,0 8 0,-1-27 0,2 23 0,0-14 0,2 19 0,0 0 0,-3-15 0,2 16 420,-2-11-420,-1 18 1806,1 5-1806,0-2 770,-1 2-770,2 1 606,-2-1-606,1-1 0,0 3 0,1-3 0,-1 1 0,2 1 0,-2-1 0,2 4 0,-2 0 0,0 22 0,-1-8 0,-1 17 0,1-8 0,1-5 0,-1 5 0,-2-2 0,1-5 0,-2 3 0,2-6 0,-1-2 0</inkml:trace>
  <inkml:trace contextRef="#ctx0" brushRef="#br0" timeOffset="-103774.73">20786 11991 5734,'1'33'0,"-1"0"0,1 8 0,0 7 0,0 2 0,0-7-1639,1 1 1,-1 1 1042,1-3 0,-1 7 0,1 0 0,-1-8 559,1-1 1,0-5 36,0 2 0,0 2 0,0-2 0,-1 1 0,1-1 0,0 7 0,0-1 0,0-6 0,0 1 0,0 0 0,0 1 0,0 0 0,0-2 0,1 7 0,-1 0 0,1-7 0,-1 1 0,1 2 0,-1-2 0,1 1 0,-1 0 0,1-3 0,-1-2 0,0-3 0,0 3 0,0 2 0,0 5 0,0-2 0,0-4 0,0 7 0,-1-4 0,0 1 0,0 1 0,0-2 0,-1 2 0,0-4 0,0 2 0,0-2 0,-1 6 0,0 0 0,0-8 0,0 3 0,0-2 0,-1-1 0,1-1 0,-1 0 0,0 1 0,0-1 0,-1 1 0,1-1 0,0 1 0,0-2 0,-1 13 0,0-4 0,0-12 0,1-2 0,1 0 0,-1 0 0,-1 8 0,1 1 0,1-11 0,-1 1 0,0 5 0,1 0 0,1-5 0,0-2 0,-1 11 355,2 4-355,0-17 0,0-5 0,-1-1 0</inkml:trace>
  <inkml:trace contextRef="#ctx0" brushRef="#br0" timeOffset="-102987.73">19894 13119 5734,'1'31'0,"0"-7"0,2 10 0</inkml:trace>
  <inkml:trace contextRef="#ctx0" brushRef="#br0" timeOffset="-102442.73">19956 13569 5734,'4'33'0,"-1"0"0,0-3 0,0-1 0,-1 2 0,-1-2 0,0 1 0,-1 8-376,0-9 1,-1 1 375,-1 13 0,0-10 0,0 0 0,1 0 0,-1 1-575,1-7 1,0-2 574,0 3 0,0-1-87,-1 0 87,1 1 0,0-1 0,0 1 0,-1 1 0,1 1 0,-1 13 0,1-9 0,0 0 0,-1 1 0,1 0 0,0-8 0,-1-1 0,0 12 0,0-9 0,1 0 0,-1 0 0,0 1 0,0 15 0,-1-12-251,2-9 251,-1 9 570,1-11-570,0 0 0,1 1 0,-1 0 0,1 0 0,-2 11 0,1-7 0,-3 19 0,3-18 0,-3 0 0,1 0 0,0 0 0,0 0 0,-1-1 0,3-7 0,-2 8 529,4-12-529,0-5 0,1 12 0,0-11 650,0 7-650,-1-8 0,5 24 0,-4-18 470,3 16-470,-3-22 19,0-5-19,1-4 0,-2-6 0,1-13 0,-2 6 0,1-8 0,0 6 0,0 3 0,0-2 0,-1 3 0,0 3 0,0-2 0,-2 2 0,2 2 0,-4-10 0,1 7 0,-1-8 0,1 6 0,1-2 0,0-3 0,-1-2 0,1-2 0</inkml:trace>
  <inkml:trace contextRef="#ctx0" brushRef="#br0" timeOffset="-73539.73">18390 11193 5734,'-45'1'0,"4"2"0,11 0-1597,-1 3 1597,0 0 0,-2 3 0,8-2 0,0 1 0,-14 5 0,13-4 0,0 1 0,-1 2 0,1 1 0,-16 7 0,15-4 0,-3 3 0,3-1 0,6-3 0,0 1 0,-6 5 0,-2 3 0,4-2 0,7-5 0,0 2 0,-7 11 0,-2 5 0,3-3 0,8-9 0,1 1 0,-4 8 0,0 4 0,4-6 502,3 9-502,6 8 0,3 1 0,4-2-727,1-5 1,1 0 726,4-5 0,3-3 0,2 6 0,-1-4 0,-3-7 0,1-1-536,3 8 0,1 4 1,-1-6 535,4 5 0,1-1 0,1-4 0,2 0 0,-7-13 0,1 1 0,13 16 0,2-2 509,1-5-509,-5-10 0,5 2 0,-4-2 0,13 6-88,-5-4 1,2 0 87,-6-9 0,-3-3 465,8 5-465,-7-5 0,0-2 0,0-1 0,6-5 0,2-3 0,6 0 0,-6-2 0,1-2 0,-11-2 0,-1-2 0,14-5 0,-13 4 0,-1 0 0,10-5 0,-3 0 0,-4 0 0,3-4 0,-4 2 0,12-7 200,1-3 0,-2 2-200,-20 8 0,0-2 33,1-2-33,3-9 0,1-2 0,3-4 0,-6 5 0,2-6 0,-3 5-1085,1-10 1085,-4 10 0,-1-2 0,-6 9 0,-1 1 128,3-14-128,-5 14 0,0 1 0,-1-9 0,-1-8 0,-1-2 0,-1-2 0,0 2 0,-1 1 0,-4-3 0,0 11 0,-2-9 0,-3-3 0,0 9 619,3 14 0,-2-4-619,-5-12 0,-3-6 0,1 5 0,4 12 0,0-1-505,-4-11 1,-3-5-1,3 9 505,0 5 0,-10-4 0,-2 1 0,-2 0 0,3 3 0,-6 2 0,-8 14 0,0 7 0,15 2 0,0 1 0,-21-3 0,-1 3 0,21 5 0,1 2 12,-2 0 1,0 0 0,-1 1 0,0 1 0,0-1 0,-1 0 0</inkml:trace>
  <inkml:trace contextRef="#ctx0" brushRef="#br0" timeOffset="-71892.73">7957 11160 5734,'-46'11'0,"16"-2"0,1 0 0,-7 5-1363,11-4 1,1 1 1362,-12 5 0,0 4 0,1 0 0,-1 2 0,2 0 0,0 1 0,2 0-512,1 2 512,2 0-96,3 0 96,1 0 0,4 1 0,6-6 0,2 0 0,-7 12 0,8-11 0,1 1 0,0 10 0,0 2 0,1 8 0,0 2 0,4-19 0,1-1 0,-5 21 0,0-1 0,3-7 0,1 4 0,2 0 0,0 6 0,0-8 0,3 2 0,5-10 0,2-2 0,2 9-446,0-8 0,1-2 446,4 1 0,2 0 865,2-1-865,12 10 0,-6-8 0,-7-12 0,0 1 0,1-2 0,0 0 111,10 9-111,-9-9 0,1-1 0,19 11 0,-7-7 0,11 2 0,-11-9 0,2-3 0,1-2 0,3-1 0,0-3 0,-9-4 0,0 0 0,16-2-234,-14-1 1,-1 0 233,13-4-505,-6-4 1,5-3-1,-4 2 505,-8 1 0,0 0 0,12-6 0,5-4 0,-8 2-504,1-8 504,-15 9 0,0-3 0,6-11 0,-1-1 0,-10 11 0,-1-2 0,5-7 0,0-4 0,-2 3 0,-6 5 0,-3 1 0,6-10 0,-2-2 0,-3-2 0,-3 0 0,-1 8 0,-2 0 0,2-7 0,-3-6 0,-6 3 0,-4-7 0,-2 0 0,1 6 0,1 1 0,-1-1 0,0 2 0,-2-6 0,0 0 0,-2 7 0,-8-4 0,0 8 0,6 11 0,-1 1 0,-6-13 0,-1 2 0,-4 2 0,-1 1 442,-4 3-442,6 11 0,-2 0 0,-14-6 0,13 10 0,0 1 0,-10-3 0</inkml:trace>
  <inkml:trace contextRef="#ctx0" brushRef="#br0" timeOffset="-69750.73">7883 12408 5734,'-10'2'0,"-1"0"0</inkml:trace>
  <inkml:trace contextRef="#ctx0" brushRef="#br0" timeOffset="-61659.73">3135 18085 5734,'11'-7'0,"1"-1"0,-1 1 0,18-6 0,-13 8 0,19-4 0,-19 9 0,3 1 0,-3 0 0,0 0 0,0 0 0,7 1 0,-6-1 0,26 0 0,-27-1 0,16 0 0,-16 0 0,-7 1 0,26 2 0,-21-1 0,14 1 0,16-2 0,-21-1-519,24-1 519,-30 1 0,-1 0 0,1 1 0,-1 0 0,13 4 0,-10-3 0,8 2 0,-5-3 0,-6 0 0,6 0 0,-8-1 0,21 0 0,-16 0 0,16 1 519,-12 2-519,-5-1 0,23 3 0,-19-4 0,13 1 0,-17-2 0,23 0 0,-19-1 0,17 1 0,-17 1 0,-4-1 0,5 1 0,14-1 0,-15 0 0,24-5 0,-27 2 0,9-3 0,0 1 0,-4 1 0,6 1 0,0 1 0,-6 1 0,6 0 0,-9 1 0,27 0 0,-22 0 0,8-1 0,-1 0 0,-8-1 0,0 0 0,-1 0 0,1-2 0,6-1 0,11-1 0,-15 3-677,15-2 677,-20 3 0,2 2-313,-2-1 313,1 1 0,20 1 0,-16-1 0,16 1 0,0-1 0,-17 1 0,16 0 0,-21 0 0,0 0 0,11 1 0,-8-1 0,9 1 0,2 0 0,-7-1 0,-4-1 0,0 0-635,4 0 635,10-2 0,-3 0 0,-8 0 0,8 0 0,-13 2 369,0-1-369,-1 1 0,1 1 0,-2-1 0,1 2 0,-1-1 0,0 0 0,0 0 0,18 2 0,-12-2 0,13 1 0,-15-1 0,-1-2 0,1 0 0,12-1 0,-9 1 304,8-1-304,0 0 0,-9 1 0,8-1-485,-10 0 485,-1 1 0,7-1 0,-6 0 340,4 0-340,-9 1 0,0 0 0,25-1 0,-18 1 245,20 0-245,-16-1 0,-5 1 0,17-1 0,-16 0 0,8 1 0,1-1 0,-7 0 0,19-2-424,-20 1 424,8-2 0,-1 1 0,-9 0 302,8 1-302,-12 1 0,1 0 0,-1 1 0,7 1 0,0 0 0,2 0 0,-2 1 0,1-1 0,2 2 0,-7 0 0,3-1 0,1 0 0,2-1 0,13 0 0,2-2 0,-6 0-662,-4 0 1,-1 0 661,-2-1 0,0 0 302,15-3-302,-10 2 0,-5 1 0,1-1 0,6-1 0,-14 2 0,2 0 0,2 0 0,-1 0 0,17-2 0,-4 2 0,0 0 0,-15 1 0,0 1 0,7-2 0,2 1 0,1 1 0,0-1 0,-8 1 0,-1 1 0,9-1 0,0 0 0,0 1 0,-2 1-725,-8 0 0,1 0 725,6 0 0,2 0 0,8 1 0,0-1 0,-16 0 0,1 0 0,15 0 0,-1 0 0,3 1 0,-13-1 0,1 0 0,-8-1 0,0 1 0,7 0 0,1 0 0,-1 1 0,-1-1 0,-7 1 0,1-1 0,7 1 0,4-1 0,-3 0-308,-6 0 0,0-1 308,5 0 0,4 0 0,-1 0 0,13-3 0,-2 1 0,-8-1 0,1 1 0,3 0 0,4 0 0,-6 0 0,-13 2 0,-1-1 0,15 1 0,1-1 0,-11 2 0,-3-1 0,19 1 0,-8-2 0,0 1 0,7-1 0,-16 0 0,1 0 0,0 0 0,0 0 0,-7 1 0,0-1-53,9 1 1,-2 0 52,14 1 0,0 0 0,0 2 0,-2 0-494,1 2 494,-3 1 0,0-1 0,-1 1 0,2 1 0,1 0 0,5 1 0,-9-2 0,2 0 271,-5-3 1,-4-1-272,0 1 267,0-1 0,-4 0-267,-17-1 1243,2 2-1243,-8-2 1255,2 1-1255,1 0 969,-5 0-969,3 0 116,-4-2-116,-2 1 0,-8 2 0,2-4 0,-7 0 0,6-6 0</inkml:trace>
  <inkml:trace contextRef="#ctx0" brushRef="#br0" timeOffset="-59896.73">22041 12936 5734,'-3'-8'0,"-1"0"0,2 3 0,-1 1 0,1-1 0,-1 2 0,1 0 0,2 2 0,3 7 0,3 2 0,4 7 0,1-1 0,2 2 0,10 11 0,-3-6 0,7 9 0,-4-5 0,-1-1 0,1 4-536,-1-4 0,-2-1 536,-7-6 0,0-3-107,1 4 107,-3-7 0,0 2 0,1-3 0,-5-6 0,3 2 1059,-2-7-1059,-4 0 120,1-2-120,-7 0 0,-1 1 0,-2-2 0,1 1 0</inkml:trace>
  <inkml:trace contextRef="#ctx0" brushRef="#br0" timeOffset="-59656.73">22089 13331 5734,'7'-39'0,"0"3"0,2 13 0,0-1 0,12-15-1204,-3 8 1204,-6 11 0,3-2 0,1 1 0,1 0 0,9-11 0,0 3 0,-2 0 0,-1 3 385,9-9-385,-18 18 0,-5 7 198,-2-1-198,-5 7 0,-3 3 0,-2 1 0</inkml:trace>
  <inkml:trace contextRef="#ctx0" brushRef="#br0" timeOffset="-59320.73">22467 13048 5734,'-3'-4'0,"1"0"0,1 2 0,-1 0 0,1 1 0,0 1 0,-1 4 0,1 1 0,-1 4 0,0 8 0,1-1 0,0 7 0,7 21 0,-1-19-528,5 19 528,-3-27 0,3-2-270,8 3 270,-3-6 0,6 0 0,9-11 0,-9-3 0,18-15 0,-25 4 0,2-9 0,-14 8 0,-3 0 0,-3-1 0,-1-1 0,-2 0 0</inkml:trace>
  <inkml:trace contextRef="#ctx0" brushRef="#br0" timeOffset="-59141.73">22476 13040 5734,'8'-7'0,"2"0"0,7-5 0,-2 3 0,5-4 0,9-4 0,-14 9 0,11-6 0,-18 11 0,0 1 0,0 0 0</inkml:trace>
  <inkml:trace contextRef="#ctx0" brushRef="#br0" timeOffset="-58797.73">22713 13077 5734,'6'39'0,"-3"-12"0,3 12 0,-3-21 0,0 4 0,0-11 0,-1-2 0,1 1 0,-1-4 0,-1 1 0,-1-4 0,-2-4 0,-3-12 0,2 2 0,-1-11 0,6-2 0,0 4 0,2-8 0,8-11 0,-3 14 0,2 2 0,0 2-262,1 3 262,3-1 0,-6 10 0,1 3 0,-2 3 0,0 5 0,1 8 0,-3 1 0,0 7 0,-2 9 0,-1-4-173,1 7 173,0-7 0,-1-1 0,0 0 0,-1-1 0,1 22 0,-3-25 0,-2 17 0,-1-32 0,-1-3 0,0 0 0</inkml:trace>
  <inkml:trace contextRef="#ctx0" brushRef="#br0" timeOffset="-58425.73">22960 12987 5734,'23'1'0,"20"-11"0,-24 2-684,16-7 684,-22 6 0,-1 0 223,-2 1-223,-1-5 113,-5 5-113,-1-3 0,-3 6 0,-1 0 348,-3 2-348,-8 11 0,7-1 0,-7 10 0,10-3 0,2 19 0,1-10 0,3 15 0,-1-5 0,1-7 0,-2 0 0,-1 2 0,0-1 0,-2 15 0,-5-15 0,1-7 0,-2 5 0,1-10 0,2-2 0,-2-1 0,2-3 0,-1 0 0,0-4 0,0-3 0,0-7 0,3-4 0,0-5 0</inkml:trace>
  <inkml:trace contextRef="#ctx0" brushRef="#br0" timeOffset="-58125.73">23393 13095 5734,'2'-9'0,"2"1"0,10-1 0,-4 4 0,18-3 0,2 1 0,-5 2-504,3-1 1,-1 0 503,-9 3-56,8-2 56,-7 1 0,12-1 0,-17 3 0,4-1 0,-15 5 0,-4 0 0,-5 3 0,-3 0 0,-1 0 0</inkml:trace>
  <inkml:trace contextRef="#ctx0" brushRef="#br0" timeOffset="-57927.73">23357 13226 5734,'12'0'0,"2"-1"0,13-2 0,-4 1 0,6-2 0,1 0 0,4 0 0,-9 1 0,3-1 0,8 0 0,-3 0 0,-1 0-304,0 0 0,-5 2 304,-17 2 0,-3 1 0,-5-1 0,-2 1 0</inkml:trace>
  <inkml:trace contextRef="#ctx0" brushRef="#br0" timeOffset="-57047.73">22276 13787 5734,'0'-6'0,"3"-5"0,1 2 0,10-16 0,-4 12 0,14-8 0,3 2 0,-4 5-425,1 1 0,0 2 425,-5 8 206,7 8-206,-11 0 0,3 12 0,-17-4 0,-5 7 0,-21 14 0,6-12 0,-5 5 0,-1-1 0,4-4 77,-11 10-77,21-19 0,2-3 0,3-1 0,2-2 0,6 1 0,3-3 0,25-3 0,-8-4 0,11-4 0,2-1 0,0-3 114,-8 3 0,2-1-114,12-6-988,-10 5 988,7-3-598,-8 3 598,-10 4 0,2-3 0,-10 5 0,-7-1 0,0 1 0</inkml:trace>
  <inkml:trace contextRef="#ctx0" brushRef="#br0" timeOffset="-56678.73">22776 13651 5734,'-1'17'0,"1"6"0,0-6 0,0 23 0,0-17 0,-1 3 0,0-1 0,0-3 0,-4 21 0,3-31 0,-3 4 0,3-19 0,-1-3 0,0-2 0,1-2 0,0-3 0,2-9 0,0 3 0,3-6 0,3-2 0,0 7 0,9-17 0,-6 21 0,3-7 0,-4 13 0,-1 5 0,1 1 0,1 7 0,-2 1 0,3 4 0,-1 9 0,-2-3 0,2 6 0,-1 4 0,-2-4 0,0 6 0,-2-1 0,-1-6 0,1 13 0,-3-17 0,-1 6 0,0-13 0,1-3 0,1 0 0</inkml:trace>
  <inkml:trace contextRef="#ctx0" brushRef="#br0" timeOffset="-56410.73">23160 13656 5734,'-3'5'0,"-1"6"0,2-2 0,-1 7 0,-1 6 0,1-2 0,0 4 0,0 1 0,0 3 0,-2 16 0,3-11-641,1-10 641,1 6 40,0-9-40,0-7 0,0 0 0,-2-8 0,1-4 0,-3-1 0,-16-13 0,9 4 0,-12-7 0</inkml:trace>
  <inkml:trace contextRef="#ctx0" brushRef="#br0" timeOffset="-56246.73">23001 13860 5734,'16'-5'0,"1"0"0,8 0 0,-5 1 0,10-2 0,4-2 0,-6 1 0,10-3 0,-2 0-930,-10 3 930,5-2 0,-15 5 0,-1 0 0,-2 1 0</inkml:trace>
  <inkml:trace contextRef="#ctx0" brushRef="#br0" timeOffset="-55755.73">23356 13710 5734,'2'-10'0,"1"2"0,7-3 0,0 4 0,3-2 0,-2 4 0,1 0 0,8-1 0,-4 0 0,13-1 0,-12 3 0,5-1 0,6 1 0,-15 4 0,7 2 0,-20 5 0,-11 15 0,1-7 0,-9 13 0,5-11-310,-1 0 310,1 1 0,-5 6 0,5-7 0,-2 4-39,9-2 39,4-8 0,9 3 0,3-11 0,8 0 0,7-5 0,-4 2 0,6-1 0,-7 2 0,5 3 0,-7 1 309,-11 26-309,-14-14 0,-16 21-1080,-3-18 1080,-3 0 0,7-7 0,-1 0 0,-11 7 0,3-5 0,1-1 0,4-3 0,-10 2 0,21-14 0,9-4 0,1-4 0</inkml:trace>
  <inkml:trace contextRef="#ctx0" brushRef="#br0" timeOffset="-48819.73">6902 17975 5734,'-3'-3'0,"0"0"0,1 4 0,1 1 0,-2 8 0,2-2 0,-2 15 0,2-9 0,1 29 0,1-24 0,1 16 0,-2-26 0,1-2 0,-1 4 0,0-6 0,-1 0 0,0-6 0,-2-8 0,1-4 0,-1-2 0,2-11 0,1 13 0,0-7 0,1 12 0,2 1 0,-3 6 0,4 3 0,-2 11 0,0-1 0,1 8 0,-2-3 0,3 24 0,-2-18 0,0 3 0,1-2 0,-3-13 0,0 6 0,-6-19 0,0 0 0,-3-2 0</inkml:trace>
  <inkml:trace contextRef="#ctx0" brushRef="#br0" timeOffset="-46456.73">6873 17930 5734,'0'-18'0,"0"2"0,0 11 0,0 0 0,2-6 0,0 3 0,1-5 0,0 4 0,-1-6 0,0 3 0,0-5 0,-1 4 0,0 0 0,0-1 0,-1-6 0,0 6 0,0-5 0,1 0 0,0 6 0,0-11 0,0 10 0,0-4 0,-1 6 0,1-1 0,-1 1 0,0-2 0,-1 2 0,1-2 0,-2 1 0,1-1 0,0 0 0,-1 1 0,1-1 0,-1 0 0,1 0 0,0-7 0,0 5 0,1-5 0,0 8 0,0-1 0,1 2 0,-1-1 0,1-3 0,-1 2 0,0-6 0,-1 8 0,0-4 0,-1-3 0,1 3 0,0-20 0,0 18 0,1-10 0,0 16 0,2-16 0,-2 13 0,1-13 0,-2 13 0,1 4 0,-2-3 0,1 1 0,0 4 0,0-4 0,1 1 0,0 2 0,0-2 0,0-1 0,0 4 0,0-5 0,0-4 0,0 6 0,-1-6 0,-1 5 0,0 4 0,-2-8 0,2 8 0,-3-10 0,3 8 0,-2-23 0,2 18 0,0-14 0,2 16 0,0 2 0,0-2 0,2-12 0,-1 13 0,0-12 0,-1 12 0,0 3 0,0-2 0,0-1 0,0 3 0,2-11 0,-2 9 0,2-8 0,0 3 0,-1 3 0,0-5 0,0 1 0,-1 4 0,0-4 0,-1-6 0,0 9 0,0-19 0,0 20 0,0-9 0,1 6 0,0 3 0,0-4 0,3-25 0,-2 22-422,2-23 422,-2 29 0,-1-1 0,0 0 0,0 0 0,0-7 0,0 5 0,0-4 0,-3-14 0,1 17 0,-1-14 0,3 22 0,0 1 0,0-3 0,0 3 0,0-2 422,1-4-422,0 6 0,0-7 0,1 3 0,-1 3 0,0-5 0,-1-7 0,0 9 0,-1-17 0,1 18 0,-1-6 0,1 5 0,0 2 0,0-3 0,0-1 0,0 4 0,0-8 0,0 4 0,0 3 0,-1 2 0,1 9 0,-1 0 0,1 0 0,0-1 0,0 0 0,0-2 0,0 3 0,-1 1 0,0-1 0,0-1 0,1 1 0,0-2 0,0 1 0,-1-1 0,0 2 0,1-1 0,-1 2 0,1 5 0,-1 0 0,2 5 0,0 1 0,-1-3 0,1 1 0,-3-4 0,-2 3 0,1-1 0,-2 3 0,-1 2 0,0-2 0,-2 4 0,-5 9 0,0 1 0,0 0 0,4-5 0,6-12 0,0 0 0,1-2 0,-1 0 0,3-2 0,-1-2 0,1-4 0,0-3 0,1-1 0,-1 0 0,1 0 0,0 2 0,2-3 0,0-3 0,1 2 0,2-4 0,3-7 0,-3 7 0,8-17 0,-8 17 0,8-13 0,-9 17 0,2-2 0,-3 9 0,-1 3 0,1 1 0,0 2 0,6 11 0,-3-3 0,5 8 0,1 7 0,-1 1 0,1 2-161,1 0 0,-1 1 161,4 6-937,-4-9 937,6 8 0,-1-2 0,-4-9 0,4 6-323,-7-12 323,-3 0 0,-2 1 0,-4 0 0,-3 1 0,-3 1 0</inkml:trace>
  <inkml:trace contextRef="#ctx0" brushRef="#br0" timeOffset="-45321.73">6944 18237 5734,'-11'-9'0,"2"1"0,4 3 0,-1 0 0,-2-2 0,0 3 0,-1-2 0,1 3 0,1 1 0,0 1 0,1 1 0,0 1 0,0 1 0,-3 1 0,3-1 0,-2 0 0,0 0 0,3-1 0,-3 0 0,-1-1 0,4 0 0,-3 0 0,7 0 0,-1 0 0,1 0 0,0 0 0,-2 3 0,-1 4 0,-2 2 0,-3 5 0,0-2 0</inkml:trace>
  <inkml:trace contextRef="#ctx0" brushRef="#br0" timeOffset="-44543.73">6629 18253 5734,'-2'-6'0,"-2"0"0,3 4 0,-3-1 0,3 3 0,0 2 0,0-1 0,1 3 0,-1-4 0,-2 1 0,0-1 0,-1 1 0,0 0 0,2-1 0,-1 1 0,1 0 0,-2 4 0,1-1 0,-2 8 0,2-4 0,-1 2 0,2 0 0,0-3 0,0 13 0,2-9 0,2 13 0,0-12 0,5 6 0,-1-8 0,6 4 0,-4-8 0,3 1 0,-3-5 0,2-2 0,1-2 0,1-3 0,12-14 0,-8 4 0,0-6 0,-1-2 0,-6 3 0,3-14 0,-15 16 0,-2 4 0,-7-5 0,3 10 0,-3-1 0,1 4 0,4 2 0,-1-1 0,0 2 0,2 2 0,-3 3 0,4 1 0,-1 3 0,3-2 0</inkml:trace>
  <inkml:trace contextRef="#ctx0" brushRef="#br0" timeOffset="-43608.73">6887 18151 5734,'-4'0'0,"2"-1"0,1 0 0,1-1 0,0 1 0,0-1 0,3 10 0,-1-3 0,2 9 0,-1 2 0,0-2 0,1 14 0,-1-8 0,-2 8 0,-1 5 0,0-7 0,-1 6 0,0 1 0,0 2 0,0 0 0,0 0-305,0-3 305,0 8 0,0-5 0,1-9 0,1 9 0,-1 0 0,1-5 0,1 4 0,1-1 0,0-13 0,3 20 0,-2-25 0,0 13 0,-3-23 0,-1 4 0,1-7 0,0 1 0,-1-2 305,1 1-305,1-3 0,-1 0 0,1-2 0,-3 1 0,0 1 0,3 0 0,-2-2 0,3-4 0,-4 0 0,1-5 0,0 3 0,2-1 0</inkml:trace>
  <inkml:trace contextRef="#ctx0" brushRef="#br0" timeOffset="-39689.73">6827 17480 5734,'5'-3'0,"1"0"0,9 5 0,-4 0 0,18 6 0,-16-4 0,15 4 0,-16-5 0,3-1 0,-7-7 0,-8 0 0,-4-6 0</inkml:trace>
  <inkml:trace contextRef="#ctx0" brushRef="#br0" timeOffset="-39285.73">6799 16924 5734,'12'0'0,"3"2"0,-3 0 0,3 0 0,4-1 0,-7-1 0,14 2 0,-17-1 0,9 2 0,-12-2 0,4 0 0,-11-7 0,0 0 0,-4-4 0</inkml:trace>
  <inkml:trace contextRef="#ctx0" brushRef="#br0" timeOffset="-38961.73">6820 16479 5734,'10'0'0,"2"-1"0,1 0 0,3 0 0,1-1 0,19-5 0,-13 3-413,13-4 413,-18 2 0,-2 1-170,6-9 170,-10 5 0,3-6 0,-12 7 0,-2-1 0,-2 0 0</inkml:trace>
  <inkml:trace contextRef="#ctx0" brushRef="#br0" timeOffset="-38625.73">6786 15974 5734,'11'-3'0,"-1"2"0,1-1 0,9 1 0,-8 0 0,12-4 0,-14 3 0,2-2 0,-5 1 0,3-5 0,-5 3 0,1-4 0,-7 5 0</inkml:trace>
  <inkml:trace contextRef="#ctx0" brushRef="#br0" timeOffset="-37793.73">6863 16076 5734,'-7'-2'0,"0"0"0,-3-2 0,3 0 0,-10-10 0,8 6 0,-5-7 0,6 3 0,4 3 0,-2-2 0,4 2 0,1 2 0,2-2 0,5 3 0,-1 3 0,4-1 0,2 5 0,-2 0 0,2 3 0,6 15 0,-10-9 0,6 11 0,-13-13 0,-2 0 0,-2 2 0,0-2 0,-4 1 0,-1-3 0,0-3 0,-2 0 0,-4-7 0,0-6 0,0 0 0,4-4 0,7-6 0,2 7 0,1-6 0,2 7 0,1 5 0,2-2 0,2 3 0,-1 2 0,3-1 0,-3 3 0,3 0 0,-3 2 0,5 3 0,-6 0 0,2 3 0,-6 3 0,0-1 0,-3 4 0,0-1 0,-1 0 0,0 1 0</inkml:trace>
  <inkml:trace contextRef="#ctx0" brushRef="#br0" timeOffset="-34078.73">6811 16049 5734,'-4'6'0,"1"1"0,3 18 0,1-11 0,1 16 0,-1-17 0,1 8 0,-1-4 0,1 6 0,1 1 0,-1-6 0,1 6 0,2 11 0,-2-15-366,1 14 366,-2-18 0,1 2 0,-1 16 0,0-11 0,0 4 0,-1 0 0,1-1 0,-1 5 0,1-1 0,0-1 0,1 15 0,0-10 0,0-7 90,0 8-90,2 13 0,-3-18 0,1 4 0,0 0 0,-2-4 0,0 14 0,-1-13-468,1-9 468,-1 7 0,2 11 0,-2-16 0,3 15 0,-3-22 0,2 1 0,-1 0 0,0 7 0,0 1 0,0 4 0,0 14 0,0 1 0,0-12-373,-1-2 1,0-2 372,0-4 0,0-1 0,-1 7 0,0-9 431,-1 13-431,0-17 0,-3 22 0,3-18 0,-3 20 0,4-21 0,-1 7 0,1 1 0,0-7 1058,1 6-1058,0-1 0,0-7 0,0 5 0,0-9 0,0 0 0,-2 6 0,1-6 0,-2 11 0,2-14 0,-1 4 0,2-9 0,0-3 0,0 0 0,0-12 0,0-3 0,0-6 0,1-2 0,0 2 0,2-12 0,0-3 0,0-5-337,0 2 1,0-3 336,-1 8 0,-1 1 0,1-17 0,0 6 0,0 0 0,1-6 0,-2 16 0,1 0 0,0 2 0,0 1 0,0-15 0,0 15 0,1 0 0,-1-1 0,0 2 0,3-15 0,-2 15 0,-1 0 0,1 0 0,-1 0 0,1-12 0,-1 14 0,-1-2 0,2-16 0,0 1 0,-1 0-592,0 1 0,0 4 592,-1 13 0,-1 2-90,-1 1 90,0 0 0,-6-27 0,3 19-95,-1 2 1,1 1 94,0-1 0,-1-4 0,-1-2 0,-1-3-452,1 3 0,0 1 452,2 4 352,-2-11-352,3 9 0,-2-7 0,2 13-78,1 2 78,1 1 0,0 1 0,2-11 0,0 9 0,2-4 0,1-1 0,1 5 0,5-22 0,-5 26 0,0-4 713,-2 8-713,0-4 1028,-1 5-1028,0-2 811,-1 5-811,-1 0 214,0 1-214,-1-1 0,0 1 0,-3-29 0,2 21 0,-3-21 0,4 27 0,1 3 0,0-3 0,0 5 0,0-1 0,-1 4 0,1 1 0,-3 8 0,2 1 0,-2 7 0,2 0 0,0 25 0,0 6 0,1-1-1093,-1-2 1,0 9 0,1-8 1087,0-19 1,0-1 4,-1 16 0,1 0-679,-1-8 1,1-3 678,-1-5 0,1-1-155,-1 7 0,0 1 155,1-1 0,0-1 0,-1 16 0,1-17 0,0 1 0,0 0 0,0-2-725,0 15 725,0-15 0,0 1 0,0 0 0,0-1 0,0 16 0,0-17 0,0 4-19,0 8 0,0 5 1,-1-4 18,1-8 0,0 0 0,-1 8 0,1 5 0,0-5 22,-2-8 0,1-3-22,0 16-22,0-17 0,-1 0 22,0 5 230,-1-2-230,0-1 0,-1-1 0,0 0 0,-1 4 0,1-5 0,-1-1 2346,2-3-2346,-3 10 0,2-8 0,-1 8 0,2-12 0,1-1 0,0-2 1606,1-3-1606,0 4 1341,1-7-1341,0 2 211,0-8-211,0 0 0,0-2 0,0-1 0,-1 7 0,0-5 0,0 9 0,3-9 0,-1 0 0,1-5 0,0-6 0,-1-3 0,1-3 0,0-5 0,1-3 0,-2-6 0,2-3 0,-2-5-1093,2 0 1,1-7 0,-1 3 1034,0 3 1,0 0 57,1-7 0,0-5 0,0 5-814,-1 6 0,0 3 814,0-1 0,1-1-293,-1 1 1,1-2 292,1-12 0,1 0 0,-2 12 0,0 0 0,1-8 0,0-1 0,0 5 0,-1 1 0,-1 9 0,0 1 0,0-7 0,-1-1 0,1-6 0,-1 1 0,-1 15 0,0-1 0,0-10 0,1-6 0,-1 6 0,-1 10 0,1 2 0,0-13 0,1-3 0,0-3 0,0 1 0,0 16 0,-1-1 0,1-12 0,0-4 0,0 5 0,-1 14 0,1 0 0,-1-11 0,0 1 0,0-6 0,-2 3 0,1 2 0,-1 13 2295,-1 14-2295,0 11 2162,0 4-2162,0 8 1148,1 0-1148,-1 8 0,0 0 0,0 4 0,0 8 0,0 1-1034,0 0 0,0 0 1034,0 3 0,1-2 0,0 7 0,0-11 0,1 0 0,0-8 0,0 1-248,0 6 1,1 2 247,1 11 0,0 0 0,0-15 0,-1 0 0,1 9 0,0 3 0,-1-3-882,0-7 1,0-1 881,0 10 0,-1 2 0,0 4 0,-1 0 0,0-10 0,0 1 0,-1-5 0,1 1 0,-1 0-360,1 0 0,-1 1 0,1-1 360,-1 5 0,1 0 0,-1-6 0,1 2 0,-1-3 0,1 2 0,-1-3 0,1 0 0,-1 0 0,1-2 0,-1-1 611,1-3 1,-1 2-612,1 17 0,0 1 0,-1 0 195,2-8 0,0-2-195,-2-7 0,1-19 1923,0 0-1923,1-30 0,0-1 0,0-12 1437,0 2-1437,0-4 0,0-5 0,-1 3 0,0-7 0,0 3-1587,0 5 1,0-1 1586,0-7 0,-1-5 0,1 6 0,0 10 0,1 3-690,-1-2 1,1 1 689,0 0 0,0 1 0,0 1 0,0 1-375,1 1 1,-1 0 374,1 2 0,0 1 0,0 1 0,1 0 0,-1-8 0,1 0 0,1-14 448,-1 18 1,-1 0-449,1-8 0,0 2 772,0 1-772,-1 2 0,-1 0 0,1-5 0,-1-1 0,0 3 0,2-8 0,-1 4 0,-1 24 1296,2-11-1296,-3 22 435,-2 1-435,1 2 1363,1 2-1363,-1 3 971,1 2-971,0 3 0,-1 4 0,1 5 0,0 18 0,-1-3 0,1 8 0,1 10 0,0-5-1613,-1-10 0,1-1 1613,0 11 0,0 6 0,0-6 0,0-12 0,0-4-404,0 3 0,0 1 404,0-2 0,0 2 0,1-1 0,-1 4 0,0 1 0,1 9 0,0 2 0,0-3 0,1-2 0,-1-11 0,0 0 0,1 7 0,0 2 0,-1-8 0,-1 1 0,1-4 0,0-5 0,0 0 0,0 17 0,0-4 0,-1-14 0,-1-12 2855,-2-10-2855,-3-30 0,-3-19 0,4 19 0,0-1-301,1-1 0,1-1 301,0 4 0,0-1 0,1-2 0,0-2 0,-1-1 0,0-4 0,1 2 0,-1-7 0,1 0-875,-1 3 0,1-1 1,0 2 874,-1-3 0,1-3 0,1 3 0,0-6 0,0-4 0,0 2 0,0 6-443,1 3 0,0 4 0,-1-4 443,1-1 0,-1-5 0,1-2 0,0 3 0,0 7 0,2-9 0,0 7 0,0 9 0,0 0 0,0-5 0,0 0 0,-1 8 0,1 2 0,0-10 327,1-3-327,-2 12 0,0 10 2394,0-1-2394,0 16 0,-2 43 0,2-10 677,-2-1 1,-1 5-678,1 7 0,0 0-545,0-14 0,0 1 545,1 1 0,-1 2 0,1 0 0,0 15 0,0-2 0,0-9 0,1 2 0,-1-4 0,0 1 0,1 0 0,-1 5 0,1-2 0,0 2 0,0 3 0,0-4 0,0 3 0,0-2 0,1 5 0,0 1 0,0-6 0,-1 5 0,1 0 0,0-7 0,0 1 0,0-3 0,0 0 0,-1 1 0,1-4 0,0-6 0,0-4-43,0 9 43,0 1 0,-4-19 0,0-10 0,-3-26 0,0-11 0,0-4-569,1 0 0,1-11 1,-1-2-1,1 7 569,2 2 0,-1-2 0,1 2 0,-1-7 0,0-3 0,1 2 0,0 7-311,0-8 1,0 4 310,0 10 0,0-3 0,0 0 0,0 2-16,0 0 0,1 1 1,0 3 15,0-6 0,-1 1 0,1-8 0,-1 1 0,1 17 0,-1 3 0,-1-19 0,-1 6 0,0 6 0,-1 6 558,-1-1-558,1 9 2111,-2 0-2111,3 10 1834,-7 11-1834,5 3 954,-5 12-954,6 6 0,2 3 0,-2 12-623,2-7 0,0 10 0,1 5 0,-1-1 0,0-8 623,1 8 0,0-1-226,0-9 1,0 5 0,0 2 0,0-2 0,0-4 225,2 1 0,-1-4 0,1-1 0,1 6 0,-1 0 0,0-6 0,0 1 0,1-1 0,1 10 0,0-4 0,-1-11 0,0 0 0,2 15 0,-1-2-530,0-8 530,2 8 0,-4-28 0,-1-4 2572,1-3-2572,-1-2 1528,-1-3-1528,1-8 948,-1-3-948,0-9 0,1-3 0,0-6 0,1-3 0,0-7 0,0 2 0,0 4 0,0-1-456,0-5 1,1-5 0,-1 0 455,1 0 0,-1 0 0,0 3-1401,0-2 0,-1 0 1401,1 2 0,-1-5 0,0-3 0,-1 4 0,0-5 0,-1-1 0,1 2 0,-1 6-522,1 4 0,0 5 0,0-5 522,-1-3 0,1-8 0,-1-1 0,0 5 0,1 9 0,-1 8 0,1 5 0,-1-20 0,-1 6 0,1 5 522,-1-5-522,1 16 2491,3 25-2491,0 14 0,1 4 0,0 3 40,2 15-40,-1 6 0,0-15 0,0 6 0,0-3-270,0 0 1,0 1 269,0-2 0,0 6 0,-1 0 0,1-5-869,-1 5 1,1 0 868,-2-6 0,1 3 0,-1 1 0,0 3 0,-1 2 0,0-3-259,0-7 0,-1-2 0,1 3 259,-1 6 0,1 5 0,-1-1 0,0-4 0,0 9 0,-1-2 0,1-8 0,0 2 0,0-1 0,-1-4 0,1-2 0,0-2 0,0 4 0,0-1 0,0 8 0,0-3 0,0 5 0,0-7 0,-1-9 521,1-5-521,-1-8 2109,-2-7-2109,1-6 1870,-4-19-1870,2-10 0,1-6 0,1 7 0,-1-3-576,2-6 0,0-7 0,1-1 1,0 4 575,1-5 0,-1 0-325,1 9 1,0-3 0,0-1 0,0 1 324,1-6 0,0 1 0,0 1-300,0 8 0,0 1 0,0-1 300,0-7 0,1-2 0,0-1 0,-1 6 0,1-1 0,-1 0 0,1 0 0,-1 1 0,0-1 0,0 1 0,0-1 0,0 0 0,0 0 0,0 0 0,0 2 0,-1-5 0,0 1 0,0 5 0,-1 9 0,0 1 0,-1-8 0,0 0 0,-1-13 0,2 18 0,-1 1 0,-2-13 0,2 16 0,-2-1 1690,1 20-1690,-1 8 2035,0 9-2035,-1 10 0,2 2 0,1 2-52,-3 20 52,2-13 0,1 2 0,0-7 0,0 1 0,0 18 0,1 2-663,0-10 0,0 1 663,0-6 0,0 2 0,0 3 0,1 0 0,-1 4 0,0 2 0,1-2 0,-1-4-680,1 2 1,1-3 0,-1 3 679,-1-1 0,1 5 0,0 0 0,-1 0 0,2-5 0,0 4 0,0-4 0,0 0-103,1 8 0,1 0 0,-1-1 103,0-8 0,-1-1 0,1-1 0,0 1 0,0 0 0,1-7 0,-1 8 0,1-7 0,-2-6 460,0-6-460,-1-4 2101,-1-4-2101,-2-4 2460,0-6-2460,-5-15 0,2-4 0,0-7 0,0-2-150,0-17 150,1-2 0,1-4 0,1 17 0,2-3 0,-1 0 0,1-8 0,0-3 0,1 1 0,-1 7-719,1 2 1,-1 4-1,2-5 719,-1-3 0,0-8 0,1-1 0,0 2 0,0 8-1111,2-6 1,-1 3 1110,1 6 0,0-1 0,0 1 0,0 3 0,1 0 0,-1 3-247,1-5 0,0 1 247,1-6 0,0-1 0,-1 4 0,0 2 0,0-5 4,-2 12 1,0 5-5,1 13 2006,-1 11-2006,3 12 0,-1 18 0,-2 6 0,1-12 0,-1 2 241,2 5 0,-1 6 0,2 1 0,-1-1-241,1 2 0,1 0 0,0 0-376,1 6 1,-1 1 0,1-2 375,-2-10 0,1-2 0,-1-4 0,2 18 0,-5-26 0</inkml:trace>
  <inkml:trace contextRef="#ctx0" brushRef="#br0" timeOffset="-32933.73">6809 16084 5734,'-5'3'0,"0"2"0,-4 1 0,3 0 0,-9 3 0,7-5 0,-4 0 0,3-6 0,2-2 0,-2-2 0,1-6 0,1 1 0,-1-6 0,2-3 0,1 4 0,0-6 0,3 7 0,1 1 0,1 0 0,2 0 0,21-10 0,-10 14 0,17-7 0,-17 17 0,1 2 0,-1 2 0,0 2 0,-1 1 0,3 5 0,-5-1 0,2 3 0,-3 11 0,-6-10 0,0 10 0,-7-15 0,0 0 0,-9 5 0,4-6 0,-16 6 0,13-11 0,-8 0 0,1-13 0,8 1 0,-7-8 0,7-4 0,4 4 0,-1-7 0,6-1 0,3 5 0,2-4 0,3 7 0,10-9 0,-4 10 0,7-6 0,-7 12 0,1 3 0,6 2 0,-3 2 0,3 3 0,4 9 0,-9-2 0,9 19 0,-17-12 0,0 11 0,-11-3 0,-1-5 0,-18 18 0,8-18 0,-18 13 0,16-19 0,-29-2 0,28-10 0,-23-19 0,35 4 0,-3-11 0,12 0 0,3 5 0,4-7 0,8-3 0,0 8 0,7-6 0,3 4-627,-7 9 627,6-2 0,3 12 0,-11 5-279,14 15 279,-23-1 0,1 12 0,-16 2 0,-4 1 0,0-1-357,-1 2 1,-1-3 356,2-11 0,1-2 0,-10 1 0,11-9 562,-7 0-562,13-9 275,1-4-275,2 2 782,0-3-782,1 3 0,1 1 0,0 0 0</inkml:trace>
  <inkml:trace contextRef="#ctx0" brushRef="#br0" timeOffset="-28924.73">6022 18186 5734,'-2'-7'0,"1"-1"0,0-2 0,0-2 0,2-34 0,-1 20 0,1-6 0,0-1-347,-1 5 347,0-11 0,0-5 0,0 9 0,1-4 0,1-10 0,0 7 0,-1 16 0,1-1 0,0-11 0,2-9 0,-1 1 0,0 10 0,1-6-650,0 1 1,-1 3 649,-2 14 0,-1-6 0,0-2 0,0 3 0,0 0 0,0 1-424,0-1 424,0 11 0,0-8 0,1 14 0,0-16 0,0 11 0,0-15 0,0 17 0,0-23 0,-1 19 0,1-26 0,-1 33 214,0-10-214,0 12 0,0-20 0,0 16 0,0-29 0,0 29 1350,-1-10-1350,0 11 506,0 7-506,-2-3 0,1 10 0,0 1 0,2 1 0,-2 9 0,1-4 0,-1 7 0,1 1 0,1-1 0,0 6 0,0 19 0,1-13 0,1 19 0,1-4-1274,0-9 1274,0 13 0,0-12 0,-1 9 0,1 2 0,-2-20 0,0 1 0,1 14 0,0 5 0,0-4-243,-1-8 0,0-2 243,1 14 0,0 0 0,-1-17 0,0-2 0,0 19 0,1-17 0,-1-3 0,0-3 0,0-2 0,-1 13 0,0-15 0,-1 13 0,0-23 1205,1 2-1205,0-7 555,0 0-555,-2-8 0,-1-10 0,-1-5 0,0-9 0,-2-14 0,1 5-389,1 12 1,0-2 388,0-6 0,-1-1-996,2 8 0,0-1 996,-1-10 0,0-1 0,0-1 0,1 1 0,1 9 0,0 0 0,-1-8 0,1 0 0,-1-10 0,1 14 0,0-4 0,0 4 0,-1-14 0,1-1 0,-1 6-135,1 28 135,0-1 0,1 4 0,1 6 602,0-1-602,0 6 2116,0 2-2116,1 12 0,0-1 0,1 13 186,-1-2-186,0 17 0,1 4 0,-1-17 0,0 0-273,0 5 0,0 4 1,0-2 272,0 11 0,0-2-1263,-1-8 1,1 0 1262,0 12 0,0 2 0,-1-16 0,1 1 0,-1-2 0,1 6 0,0 0 0,-1-5 0,1 1 0,0-3-613,-1 1 0,1-1 613,0-2 0,-1-1-95,0-3 0,1-1 95,-1 3 0,0-1 0,0 8 476,0 2-476,0-27 2181,0-8-2181,-2-27 0,1-2 0,-1-5 0,-1-9 0,1 4 0,1 7 0,-1 0 146,0-6 0,0-5 0,0 2-146,2-4 0,-1 4-915,1 7 1,-1 0 914,1-10 0,-1 0 0,1 15 0,0 0 0,1-20 0,0 1 0,0 17 0,0 2 0,0-15 0,1 2 0,0 6 0,-1 4 0,0 0 0,0 0-173,1 5 1,-1 3 172,0 11 986,2 1-986,-2 8 2328,2 4-2328,-2 20 0,0 0-757,0 15 757,0-4 0,-1 7 0,1 5-219,-1-20 1,0 1 218,-1 3 0,1 0-852,-1 2 0,1 0 852,-1 3 0,0 0 0,-1-1 0,1 4 0,-1 1 0,-1 6 0,1 1 0,0-6 0,0 1 0,0-2 0,0 0 0,0 5 0,-1-3 0,1-10-76,-2-6 76,-2-4 0,-11-34 0,5-12 0,3 5 0,-1 0 0</inkml:trace>
  <inkml:trace contextRef="#ctx0" brushRef="#br0" timeOffset="-26718.73">5299 18028 5734,'2'-28'0,"-1"1"0,1 1 0,-1 3 0,-1-4 0,0-1-1310,0 0 1310,-1-2 0,1-1 0,-2-15 0,2 9 0,0-10 0,-1 13 0,0 0 0,0 1 0,-1-1 0,2 1 0,-1-2 0,1-1 0,-2-1 208,2 5 1,-1 2-209,-2 7 0,4 8 215,-2-1-215,2 10 0,1 0 0,0 4 678,0 1-678,3 18 0,-2-3 0,1 13 0,-3-6 0,0 1 0,0 4 0,1 8 0,-1 2 0,1 5-467,1 3 1,-1-2 466,1-10 0,1 8-520,-3-12 520,1-9 0,0 5 0,-1-15 0,-1 1 0,-5-6 881,2-5-881,-5-5 572,3-3-572,0-4 0,2 0 0,1-1 0,-1-2 0,2-2 0,-2-23 0,2 12-851,0-17 851,0 21 0,1 0 0,0-5 0,0 10 0,0-4 0,0 16 0,0 3 0,1 15 851,-1 1-851,2 11 0,1 10 0,0-4 0,0 11 0,-1 2 0,-1 1 0,0-17 0,-1-1-363,1 21 0,-1 0 363,-1-15 0,0-3 0,-1 13 0,0-3 0,-1-2 0,0-9 0,0 12 0,1-32 0,-1-4 0,0-4 0,-1-2 0,0-4 0,0-4 0,1-4 0,1-4 726,0-3-726,1-17 0,1 8-315,0 3 1,1 0 314,0-4 0,0-9 0,-1 7 0,0 11 0,0-3 0,0 13 0,0 3 0,0 2 629,0 0-629,1 5 0,-1 1 0,2 11 0,-2 2 0,-1 20 0,0-6 0,-1 12 0,0-5 0,1 1 0,0 0-410,0-2 1,-1-2 409,2-11 0,0-3 0,-1-2 0,-1-4 0,1-7 0,-2-5 0,2-8 0,1-27 0,0 12-95,0-21 95,0 21 0,0-11 0,0 11 0,-2-5-123,2 15 123,-1 2 0,1 4 0,0 3 0,-1 24 0,1-3 0,0 33 0,-2-17 901,-1 11-901,-1-7 0,2-15 0,0-1 0</inkml:trace>
  <inkml:trace contextRef="#ctx0" brushRef="#br0" timeOffset="-21247.73">4765 17826 5734,'2'-4'0,"0"-1"0,-1 0 0,0 3 0,0-1 0,0 10 0,0-2 0,1 19 0,0 2 0,0-7 0,1 9 0,0-1 0,-1-16 0,0 7 0,-2-11 0,1 3 0,-1-7 0,0 0 0,-4-8 0,1 1 0,-2-7 0,3 2 0,-2-22 0,2 13 0,-1-17 0,-1 13 0,1 5 0,-1-3 0,2 7 0,-2-5 0,2 9 0,-1-3 0,2 10 0,1 4 0,0 2 0,0 4 0,-1 29 0,-1-14 0,0 15 0,-1 0 0,1-9-308,-1-3 0,1-2 308,1-7 0,0 6 0,1-10 0,0 8 0,-1-18 0,-1-4 0,0-5 616,-2-12-616,2 4 0,2-26 0,0 15 0,2 0 0,0 0-505,1 1 505,0-7 0,-1 12 0,-1 4 0,0 1 0,0 4 0,-1 3 0,0 1 0,0 7 505,-2 9-505,0 4 0,0 7 0,-1-3 0,2 3 0,-1 2 0,0 2 0,-1 14 0,1 3 0,0-1-668,-1 0 0,1-2 668,1-18 0,0-4 0,-1-2 0,2-5 0,-1-2 0,1-6 0,0-12 0,-2-20 0,0 5 0,0-17 0,2 24 1336,0-1-1336,0 9 0,-1 7 0,2 0 0,2 4 0,5-4 0,2 0 0</inkml:trace>
  <inkml:trace contextRef="#ctx0" brushRef="#br0" timeOffset="-17726.73">5390 11339 5734,'-4'2'0,"1"1"0,8-3 0,-3 1 0,2-1 0,-1 1 0,-1-1 0,3 0 0,2-1 0,0 0 0,18 0 0,-15 1 0,10 0 0,-16 1 0,-2 0 0,2 1 0,-2-1 0,6 2 0,-4-1 0,7 0 0,-5-2 0,6 2 0,-6-2 0,3 1 0,-4-1 0,-4-1 0,2-1 0,-6 0 0,0-1 0,-2 0 0</inkml:trace>
  <inkml:trace contextRef="#ctx0" brushRef="#br0" timeOffset="-16910.73">6782 11380 5734,'5'-7'0,"1"0"0,5 1 0,-2 1 0,18-3 0,-10 3 0,10-2 0,-4 3 0,-5 0 0,19-2 0,-19 3 0,8-3 0,-12 3 0,-5 0 0,-1 0 0,-5 1 0,-3 0 0,1-1 0,-1 1 0</inkml:trace>
  <inkml:trace contextRef="#ctx0" brushRef="#br0" timeOffset="-16699.73">7179 11195 5734,'7'27'0,"2"6"0,-5-14 0,2 17 0,-3-20 0,0 8 0,-2-15 0,-1 0 0</inkml:trace>
  <inkml:trace contextRef="#ctx0" brushRef="#br0" timeOffset="-16065.73">6117 11422 5734,'5'2'0,"2"-1"0,0-2 0,3-1 0,9-3 0,-3 1 0,6-3 0,1-2 0,-5 2 0,5-2 0,2-2 0,-10 5 0,5-4 0,-12 6 0,-2 0 0,-1 0 0,-1 1 0,-2-1 0,0 0 0</inkml:trace>
  <inkml:trace contextRef="#ctx0" brushRef="#br0" timeOffset="-15784.73">6391 11150 5734,'8'2'0,"2"20"0,-7-8 0,-1 17 0,-3-15 0,-1 7 0,1-6 0,1 4 0,2-9 0,2-2 0,2-2 0,2-1 0,8-5 0,-1-3 0,7-3 0,4-9 0,-4 2 0,6-7 0,-9 5 0</inkml:trace>
  <inkml:trace contextRef="#ctx0" brushRef="#br0" timeOffset="-15092.73">5721 11296 5734,'9'1'0,"2"4"0,-4-1 0,1 5 0,-5-2 0,4 11 0,-2-8 0,3 8 0,-4-11 0,1 0 0,4 2 0,-1-3 0,4 1 0,3-3 0,-2-1 0,4 1 0,-1 1 0,-5 0 0,3 4 0,-8 7 0,-3 0 0,-2 8 0,-7 10 0,0-5 0,-4 11 0,-2 3 0,5-11 0,-3 9 0</inkml:trace>
  <inkml:trace contextRef="#ctx0" brushRef="#br0" timeOffset="-13171.73">8681 11054 5734,'0'-4'0,"0"0"0,-1 3 0,1 13 0,-1-4 0,0 25 0,-1-14 0,1 22 0,0-19 0,1 22 0,0-24 0,0 11 0,0-9 0,0-8 0,0 7 0,-4-4 0,1-8 0,-3 4 0</inkml:trace>
  <inkml:trace contextRef="#ctx0" brushRef="#br0" timeOffset="-12415.73">9333 11147 5734,'19'-16'0,"-1"-1"0,16-12 0,-9 13-713,-6 4 713,4-1 101,-4 7-101,-7 3 150,2 3-150,-11 33 0,-4-15-471,-5 25 471,-1-23 0,-2 9 0,2-10 0,1 6 341,3-7-341,3-6 98,1 2-98,5-4 0,1-4 0,3 1 494,6-3-494,-2-1 0,6-2 0,4-3 0,-5-1 0,7-1 0,1-2 0,-8 1 0,19-7 0,-23 6 0,9-4 0</inkml:trace>
  <inkml:trace contextRef="#ctx0" brushRef="#br0" timeOffset="-11757.73">10014 11062 5734,'4'-9'0,"0"1"0,11-1 0,-5 4 0,5-2 0,1 5 0,-6 1 0,7 2 0,-10 0 0,0 1 0,-2 0 0,-2 0 0,0 1 0,-2 1 0,-5 7 0,-2 1 0,-7 6 0,-20 14 0,11-11 0,1-1 0,1-1 0,5-5 0,-2 3 0,11-6 0,6-6 0,33-7 0,-11-1 0,11 0 0,9-1 0,-5 2 0,6 4-622,2-2 1,-5 2 621,-22 3 0,-13 6 0,-6-3 0,-7 6 0,-4-2 0,-9 2 0,0 1 0,-5 3 0,3-3 0,0 0 0,-7 3 0,7-6 0,-7 2 0</inkml:trace>
  <inkml:trace contextRef="#ctx0" brushRef="#br0" timeOffset="-9193.73">7542 16832 5734,'0'-7'0,"0"0"0,0 1 0,0 1 0,-4-19 0,2 13 0,-2-13 0,4 19 0,0 2 0,0 3 0,3 6 0,-1-1 0,12 19 0,-9-16 0,6 12 0,-10-16 0,-1 1 0,-1-4 0,-4-2 0,2 0 0,-3-1 0,4 2 0,-1 3 0,2 0 0,0 1 0,4 11 0,-2-8 0,4 12 0,-3-14 0,0 2 0,0-3 0</inkml:trace>
  <inkml:trace contextRef="#ctx0" brushRef="#br0" timeOffset="-7767.73">7613 16853 5734,'-1'3'0,"1"-2"0,-2 9 0,1-4 0,-1 11 0,1-5 0,-1 24 0,3-16 0,0 14 0,1 9 0,1-13-958,1 17 958,0-19 0,0 1-114,0 1 114,1 15 0,-1-10 0,1 10 0,-1-7 0,-1-1 0,0 7-164,0-5 0,0 1 164,-2-12 0,-1-3 912,1 17-912,0 1 0,0 0 0,0 1 0,1-11 0,0 6 0,0-6 0,0 3-394,1-3 1,0-2 393,-1-13-21,0-1 21,0 0 0,-1 7 0,1-5 332,0 5-332,-1 19 0,-1-20 0,-1 20 0,0-26 940,0 5-940,-1-7 24,1 3-24,0-5 0,1-4 0,0 1 0,0-4 0,0-2 0,0-1 0,0 0 0,0-3 0,1-6 0,0-3 0,2-17 0,-1 6 0,1-21 0,-2 14 0,0 0 0,0-18 0,-1 13 0,1-5 0,-1 5 0,1-14-438,0 6 0,0-2 438,0 10 0,0 3 0,0-19 0,1 6 0,0 1 0,0-6 0,0 8 0,0 1 0,-1-4-647,0 14 1,0 2 646,-1-9 0,0 1-698,0 1 698,-1-1 0,0 6 0,1-2 0,-1-6 0,1 8 0,-1 1 0,3-9 0,-2 10-264,2-6 264,-1 14 0,1 2 665,-1 2-665,0 2 1245,1 1-1245,-1-1 855,0 4-855,-1-1 366,0 4-366,-2-8 0,1 6 0,-3-10 0,3 12 0,-1-5 0,1 7 0,0 1 0,-2 9 0,1-1 0,1 4 0,-1 24 0,2-15-380,0 20 380,0-22 0,0 0 0,1 12 0,-1-12-14,2 13 14,-2-21 0,1 3 0,-1-7 0,0-2 0,0 0 380,0-1-380,0-1 14,-1 4-14,0-2 0,-1 9 0,-1-3 0,0 8 0,0 6 0,2-2 0,-2 6 0,3 11 0,0-14-493,0 14 493,2-18-158,-1 0 158,1 0 0,0 1 0,1 1 0,3 13 0,-2-5 0,2 12 0,-4-17 0,0 2-218,0 2 1,-1 3 217,0 8 0,0 0-205,-1-7 0,1-2 205,-2-1 0,0-3 0,0 8 0,0-5-176,0-4 176,-1-5 0,-2 7 0,2-14 0,-4 6 407,-1-14-407,1-3 0,-2-2 0,2-4 0</inkml:trace>
  <inkml:trace contextRef="#ctx0" brushRef="#br0" timeOffset="-4241.73">9069 17244 5734,'-4'20'0,"0"6"0,2-12 0,-3 23 0,1-15 0,0 14 0,1 2 0,2-3 0,0 4 0,1-1 0,4-6 0,-3 3 0,0 0 0,2-4-310,-3-6 1,0-1 309,1-8-317,-1 14 317,0-14 0,-2 12 0,0-16 0,-1-1 0,0 4 0,0-4 598,0 3-598,0-8 338,0 0-338,1-6 0,-1-1 0,-1-2 0,-1-4 0,0 1 0,-3-3 0,4 4 0,-2-1 0,3 4 0,-1-1 0,2 2 0,-6-15 0,5 5 0,-6-22 0,6 13 0,-1-10 0,1 5 0,1-1 0,-1-7 0,0 6 0,1 1 0,-3-14 0,1 12 0,-2-7 0,-2-3 0,3 21 0,-3-12 0,6 26 0,0 0 0,-1 3 0,2 0 0,-3 0 0,2 0 0,-1-2 0,0 1 0,-2 0 0,-4-1 0,0 1 0,-3-1 0</inkml:trace>
  <inkml:trace contextRef="#ctx0" brushRef="#br0" timeOffset="-2233.73">8594 17442 5734,'2'25'0,"-1"0"0,0 2 0,1 11 0,0-9 0,0 8 0,2-6 0,-2-11 0,1 16 0,-2-21 0,1 6 0,-1-10 0,-1-5 0,-1 0 0,-1-4 0,0-2 0,-2-2 0,-1-3 0,0-3 0,0-3 0,-2-11 0,2 1 0,-1-9 0,3-6 0,1 7 0,2 5 0,0-1-604,1-4 604,1-6-368,-1 10 368,0 8 0,0-1 0,-2 11 0,0 7 0,0 6 0,-1 35 0,0-11-124,1 3 1,-1 2 123,2 3 0,-1-6 0,1 6 0,-1-5 0,2 9 0,-1 3 0,0-4 358,0-23-358,0 5 0,-2-16 0,0 0 0,-2-13 0,2-3 861,0-9-861,0-16 0,1 4 0,1-1 0,0-6 0,1 3 0,-1 8 0,0 1-165,1-22 1,0 0 164,-1 19 0,1 4 0,0-11 0,-1 9 0,0 2 0,0 1 0,0-3 0,-4 11 0,2 12 0,-3 5 329,2 15-329,-1 6 0,1 0 0,1 2-654,-2 17 654,2-1 0,0 1-458,1-15 0,0 1 458,-1 19 0,1 1-879,1-20 1,0-1 878,-1 9 0,1-2 0,0 8-230,0-13 1,1-1 229,-1 4 0,2 6 440,-1-41-440,1-6 0,-1-16 0,-1-2 0,0-6 0,-1 5 0,0-1 93,-2-18-93,1 15 0,-1-1 0,0-2 0,-1 0 0,0 9 0,0-2 0,-2-12 0,-2-7 0,1 7 0,2 12 0,-1 0 256,-3-20 1,0 4-257,2 16 0,2 6 534,-1 4-534,-1 1 0,2 12 0,0 3 0,4 42 0,1-8 0,0-5 0,2 4 0,1 8 0,0 0-419,0-14 0,0 0 419,0 13 0,2 1 0,-2-12 0,0-4 1212,2 13-1212,-1-9 0,0-1 0,-1-5 0,1 5 0,-4-23 0,-4-12 0,0-5 0,-2-10 0,-1-15 0,2 7 0,-1-15 0,3 22 0,0 0 1832,-1-14-1832,0-5 0,0 1 0,0 5 0,1 0 0,-2 11 0,2 28 0,-2 21 0,4 18-907,1-11 1,0 0 906,1-5 0,0 0 0,0 1 0,1 1-613,0-1 0,0 0 613,3 23 0,0-4 0,1-5 0,-1-5 0,2 2 0,2-10 0,9-24 1549,-7-10-1549,5-28 0,-12 12 0,-2 0 923,2-17-923,-2 2 0,-1 0-863,-1 14 0,1 0 863,-1-8 0,0 0 0,0 2 0,0 1 0,0-12-120,0 17 1,0 1 119,0 1 0,0 6 0,0 7 0,2 11 452,-2 6-452,1 10 0,-1 16 0,0-3 0,0-2 0,1 4 0,0 9 0,1 1-502,0 3 1,1 1 501,-1 0 0,1 0 0,-1-12 0,0 1 0,0-5-680,2 15 680,-2-13 0,1-2-121,0-3 121,-1-15 0,1-2 0,-13-38 0,4 10 0,-9-20 0,6 18 0</inkml:trace>
  <inkml:trace contextRef="#ctx0" brushRef="#br0" timeOffset="2987.27">4716 17731 5734,'-11'4'0,"-4"1"0,6-2 0,-8-2 0,12-4 0,-2-5 0,9-1 0,17-12 0,-10 12 0,13-8 0,-11 15 0,2-2 0</inkml:trace>
  <inkml:trace contextRef="#ctx0" brushRef="#br0" timeOffset="3873.27">4322 18422 5734,'13'0'0,"-2"0"0,11-5 0,-6 2 0,6-2 0,2-1 0,-6 2 0,10-3 0,-9 1 0,-1 0 0,-4 1 0,-8 2 0,-2 1 0,-1 0 0,-1 0 0</inkml:trace>
  <inkml:trace contextRef="#ctx0" brushRef="#br0" timeOffset="4922.27">4658 18325 5734,'7'0'0,"1"-1"0,2-7 0,-2 3 0,5-5 0,-5 3 0,1 0 0,0 0 0,-1 2 0,7-1 0,-7 2 0,5 1 0,-8 3 0,0 2 0,-1 1 0,1 3 0,-2 4 0,-2-1 0,-1 4 0,-1 1 0,-1-3 0,-1 2 0,0-5 0,2-2 0,-1-1 0,1-1 0,-1-1 0,2 0 0,-1-1 0,2 0 0,1-1 0,2-2 0,1 0 0,2-1 0,7 0 0,-4 0 0,5-1 0,-6 2 0,0 1 0,-2 0 0,0 0 0,-2 1 0,-2 0 0,0 1 0,-5 6 0,-1-2 0,-4 5 0,-8 4 0,5-6 0,-14 7 0,13-10 0,-8 2 0,10-7 0,-1-1 0</inkml:trace>
  <inkml:trace contextRef="#ctx0" brushRef="#br0" timeOffset="5538.27">5204 18266 5734,'8'-2'0,"-1"-1"0,1 1 0,-1-1 0,0 1 0,0 0 0,-2 1 0,-1-1 0,-1 0 0,-1 2 0,-1 0 0,-3 2 0,0 2 0</inkml:trace>
  <inkml:trace contextRef="#ctx0" brushRef="#br0" timeOffset="5924.27">5404 18215 5734,'7'7'0,"-1"1"0,0 1 0,-2 21 0,-2-12 0,-3 14 0,-4-8 0,1-10 0,-1 5 0,4-13 0,1-1 0,1-1 0,6-2 0,-1-1 0,14-5 0,-6 0 0,7-3 0,3-1 0,-5 1 0,6-3 0</inkml:trace>
  <inkml:trace contextRef="#ctx0" brushRef="#br0" timeOffset="6324.27">6091 18170 5734,'-3'18'0,"0"1"0,2 3 0,0 2 0,3 9 0,-1-7 0,2 6 0,2-1 0,-1-10 0,4 8 0,-2-18 0,3 0 0</inkml:trace>
  <inkml:trace contextRef="#ctx0" brushRef="#br0" timeOffset="7621.27">8237 18091 5734,'12'-14'0,"-2"3"0,2-1 0,0 7 0,-5 4 0,0 7 0,-6 4 0,-2 5 0,0-2 0,-2 1 0,0-1 0,1 5 0,0-5 0,-1 2 0,2-2 0,0-5 0,1 3 0,19-2 0,-7-7 0,23-4 0,-17-6 0,6-2 0,-8 1 0,0 1 0,0-2 0</inkml:trace>
  <inkml:trace contextRef="#ctx0" brushRef="#br0" timeOffset="8188.27">9062 18042 5734,'5'4'0,"0"5"0,-3 1 0,-3 14 0,-2-6 0,-3 8 0,1 4 0,0-8 0,1 6 0,2-10 0,1-2 0,2-2 0,1 3 0,0-6 0,2 1 0,1-5 0,-1-4 0,1 2 0,-4-4 0,-2 1 0,-1-4 0,-1-1 0</inkml:trace>
  <inkml:trace contextRef="#ctx0" brushRef="#br0" timeOffset="9372.27">9107 17611 5734,'2'18'0,"0"1"0,-1 3 0,0 12 0,-1-7 0,2 9-1039,-1-12 1039,0-2 334,0-1-334,1 3 171,0-9-171,-2 4 0,0-16 0,-1-3 534,-1-10-534,1-11 0,-1 3 0,1-20 0,0 14 0,1-10 0,0 0 0,0 10 0,-1-18 0,2 24 0,-2-6 0,1 18 0,0 3 0,-1 10 0,-1 2 0,-1 7 0,0 10 0,1-3 0,0 9 0,1-4 0,1 0 0,0 2 0,0-3 0,1-2 0,0-4 0,1-8 0,-1 1 0,0-14 0,-1-9 0,0-5 0,0-7 0,0-10 0,-1 6 0,0-21-839,-1 19 839,1-6 0,-1 14 0,1 3 0,0 4 0,1 3 0,0 5 0,-1 5 0,0 7 0,-1 24 0,0-10 0,-1 16 0,1-8 0,1-9 0,0 4 0,-1-11 839,2-3-839,-1-2 0,0-2 0,-1-4 0,-7-4 0,2-5 0,-4-5 0,4-2 0,0-3 0</inkml:trace>
  <inkml:trace contextRef="#ctx0" brushRef="#br0" timeOffset="9923.27">8979 17580 5734,'13'-6'0,"5"-2"0,-5 4 0,9 0 0,-11 5 0,2 2 0,-4 2 0,-3 0 0,0 2 0,-6-2 0,-6 9 0,0-6 0,-12 9 0,7-9 0,-11 2 0,6-7 0,0 0 0,3-3 0,6-2 0,3-1 0,3-7 0,4 2 0,7-14 0,0 7 0,6-5 0,3 2 0,-4 7 0,15 0 0,-16 11 0,7 5 0,-14 4 0,-2 3 0,-2 3 0,-2 7 0,-2-5 0,-4 9 0,0-14 0,-2 1 0,-4-9 0,2-4 0,-2-4 0,-2-9 0,5 0 0,-2-5 0,5-5 0,3 1 0,2-1 0,3 4 0,3 8 0,1 2 0,1 2 0,2 2 0,6 2 0,-3 3 0,3 2 0,-1 5 0,-5-1 0,2 3 0,-6-1 0,-3 0 0,-4 6 0,-3-6 0,-3 3 0</inkml:trace>
  <inkml:trace contextRef="#ctx0" brushRef="#br0" timeOffset="12417.27">2867 16701 5734,'-2'24'0,"2"-10"0,1 16 0,2-15 0,1-1 0,1 0 0,5 3 0,-1-5 0,9 5 0,-6-9 0,25-1 0,-21-8 0,27-12 0,-30 2 0,16-18 0,-16 18 0,5-4 0,-9 13 0,7 12 0,-5-1 0,14 17 0,-10-7 0,7 16 0,1 2 0,-5-4-801,2 6 1,-2-1 800,-11-13 0,-4 21 0,-18-15 0,1 0-303,-11-13 303,7-13 0,-8-6 0,6-1 0,-19-13 0,20 5 0,-8-9 0,16 6-25,-1-5 25,4 7 0,1-4 0,5 7 0</inkml:trace>
  <inkml:trace contextRef="#ctx0" brushRef="#br0" timeOffset="12907.27">3272 16782 5734,'-3'10'0,"2"5"0,1-6 0,1 13 0,-1-9 0,0 8 0,0 2 0,1-3-303,1 6 303,1-8 0,3 8 0,0-7 0,9 18 0,-5-19 75,6 7-75,-1-12 0,-4-4 0,4-1 0,0-5 0,-3-3 0,4-3 228,-5-3-228,3-6 0,-4 1 0,2-5 0,-6 5 0,-1-3 0,-3 1 0,-2 1 0,-2-1 0,-4-2 0,-1 3 0,-2-2 0</inkml:trace>
  <inkml:trace contextRef="#ctx0" brushRef="#br0" timeOffset="13095.27">3273 16770 5734,'7'-2'0,"0"-1"0,1 0 0,-1 1 0,-1 0 0,4 0 0,1 1 0,1 1 0,-1 3 0,-5 0 0</inkml:trace>
  <inkml:trace contextRef="#ctx0" brushRef="#br0" timeOffset="13490.27">3522 16860 5734,'7'25'0,"-2"-7"0,2 19 0,-3-17 0,-1 4 0,-1-9 0,0 4 0,0-7 0,1 8 0,-2-16 0,1 2 0,-3-21 0,0 2 0,0-10 0,4-11 0,0 12 0,1-3 0,0 1 0,0 5 0,3-9 0,-1 14 0,-2 4 0,2 1 0,5 5 0,-4 4 0,15 9 0,-13 0 0,13 18 0,-13-12 0,3 9 0,-4-6 0,-3-4 0,1 3 0,-2-4 0,0-5 0,-1-1 0,-2-7 0,-1-4 0,0-2 0,1-2 0</inkml:trace>
  <inkml:trace contextRef="#ctx0" brushRef="#br0" timeOffset="13872.27">3833 16692 5734,'11'-4'0,"0"0"0,-6 2 0,2-1 0,-3 2 0,0 1 0,-1 1 0,1 2 0,-1 1 0,0 2 0,2 22 0,-3-12-212,2 19 212,-3-19 0,2 19 0,0-11 0,2 14 0,1-7 0,-1-6 0,3 7 0,1 8 0,-3-15 0,2 13 0,-3-13 0,-2-7 0,-2 12 0,-3-17 212,-4 8-212,0-14 0,-4 1 0,-3-4 0,3-2 0,-4-1 0,-1-4 0,1-2 0,-5-3 0,-8-1 0,8 2 0,-7-1 0</inkml:trace>
  <inkml:trace contextRef="#ctx0" brushRef="#br0" timeOffset="25355.27">15001 17041 4081,'0'35'0,"0"0"0,0-1 0,-1 3 0,0 5 0,-1 5 0,0 1 0,0 1 0,0-3 0,1-5-667,-1 6 0,0-6 0,1 2 0,-2 9 667,1-15 0,0 6 0,-1 4 0,0 3 0,0 3 0,0 0 0,0 1 0,0-2 0,0-2 0,0-3 0,1-4 0,0-6-210,-1 13 1,0-9-1,1 0 1,-1 6 209,1-5 0,-1 7 0,0 3 0,0 2 0,0-2 0,0-3 0,1-7 0,1-8 0,0 3 0,0-5 0,1 13 0,0-4 0,0-13 0,1-4 0</inkml:trace>
  <inkml:trace contextRef="#ctx0" brushRef="#br0" timeOffset="27069.27">14990 17155 5734,'0'-27'0,"0"-15"0,0 9-2147,0-13 2147,0 12 0,-1 8 0,0-1 0,-1-15-592,1 13 1,-1 0 591,-2-14 0,0 11 0,0-1 0,0 8 0,1 0 0,-1-8 0,-1 0 0,-1-12 239,0-1-239,2 14 0,-1 1 0,3 7 0,-1 0-479,0-7 1,0 1 478,0-10 0,1 1 0,1 2 0,2-2 0,0 0 0,0-4 0,0 6 0,1 2 0,-1 10 85,0-23-85,-1 23 0,0-15 1059,0 21-1059,0 8 487,0-1-487,0 7 1210,0 2-1210,0-1 990,0 2-990,0 0 217,0 0-217,0 1 0,0-1 0,0 1 0,0-1 0,0 1 0,0-1 0,0 1 0,0-1 0,-2 7 0,0-2 0,-4 7 0,-14 12 0,3-4 0,-11 14 0</inkml:trace>
  <inkml:trace contextRef="#ctx0" brushRef="#br0" timeOffset="28205.27">11474 17961 5734,'33'-9'0,"0"-1"0,3 0 0,1-1 0,0 1-842,-4 2 842,3-1 0,1-1 0,-10 4 0,2 0 0,16-4 0,-17 4 0,2 0 0,10-1 0,0 0 0,-14 2 0,-1 1-948,16-4 0,-1 2 948,4-2 0,-1 2-140,-11 1 1,-1 1 139,-6 0 0,-1 1 0,18-3 0,0 1 0,-16 1 0,-1 1 0,7-1 0,1 1 0,2-1 0,-2 1 0,-8 1 0,0-1 0,18-1 0,1 0 0,-18 1 0,-2 0 0,9-1 0,1 1 0,1-2 0,-2 0 0,-6 2 0,0-1 0,8-1 0,1-1 0,-4 2 0,2 0 0,-2 0 0,-1 1 0,1 0 0,0 0 0,3 0 0,-4 1 0,-5 2 0,-2 0-519,1 1 0,0 1 519,0 0 0,0 1 0,-1 0 0,0 1 0,-1 1 0,2 0 0,9 2 0,1 1 0,-8-2 0,0 0 0,8 2 0,1-1 0,2-1 0,0-2 0,-8 0 0,0-1 0,9 0 0,3-1-560,-4-2 0,3 0 1,-3 0 559,0-1 0,1 1 0,1-1 0,3 0 0,-4 1 0,-4-1 0,-3 2 0,2-1 0,-1 1 0,1 0 0,0 0 0,-2 1 0,3 0 0,6 2 0,5-1 0,-3 1 0,0 0 0,-1 0 0,1 0 0,3 0 0,-1 0 0,-7 0 0,-1-1 0,-2 0 0,8 1 0,3 0 0,-11-2 0,5 1 0,3 0 0,-2-1 0,-4 0 0,0 0 0,-4 0 0,4 0 0,2 0 0,6 0 0,1 0 0,-2-1 0,-5 0 0,0 1 0,-5-2 0,2 1 0,0 0 0,1 0 0,1-1 0,-3 1 0,3-1 0,-3 0 0,1 0 0,1 0 0,1 0 0,0 0 0,-2 0 0,1 0 0,6 0 0,-7 0 0,5 1 0,4-1 0,1 1 0,0-1 0,-3 1 0,-3-1 0,5 1 0,-4 0 0,0-1 0,5 1 0,-5-1 0,4 1 0,2 0 0,1 0 0,-1 0 0,-3 0 0,-5-1 0,1 1 0,-4 0 0,-2 0 0,2 0 0,1 1 0,1-1 0,-1 0 0,1 0 0,-1 0 0,-1 0 0,3 0 0,5 0 0,-8-1 0,5 1 0,4 0 0,2 0 0,1-1 0,-1 1 0,0 0 0,-3 0 0,-4-1 0,8 1 0,-5 0 0,-1 0 0,3 0 0,7 0 0,-13-1 0,6 1 0,3 0 0,3 0 0,1 0 0,2 0 0,-1 0 0,0 0 0,-2 0 0,-3 0 0,-4 0 0,-4 0 0,12 1 0,-7-1 0,-3 0 0,1 0 0,4 1 0,-5-1 0,3 0 0,2 1 0,0-1 0,1 1 0,-2-1 0,-3 0 0,-3 1 0,3-1 0,-4 1 0,-1-1 0,-2 1 0,2-1 0,1 0 0,0 1 0,0-1 0,0 1 0,0-1 0,0 0 0,0 1 0,0-1 0,0 0 0,0 0 0,0 0 0,0 0 0,-1-1 0,1 1 0,0 0 0,0-1 0,-1 0 0,1 1 0,0-1 0,-1 0 0,9 0 0,0-1 0,0 1 0,3-1 0,-7 0 0,2 0 0,2-1 0,-1 1 0,0-1 0,-3 0 0,-1 0 0,-2 0 0,0 0 0,-1 0 0,3 0 0,-1 0 0,2-1 0,1 1 0,0-1 0,-1 1 0,-1-2 0,5 0 0,-1 0 0,0-1 0,-2 0 0,-1 1 0,-2-1 0,-2 0 0,0 0 0,1-1 0,7 0 0,2-1 0,-1 0 0,-4 0 0,-7-1 0,0 0 0,0 1 0</inkml:trace>
  <inkml:trace contextRef="#ctx0" brushRef="#br0" timeOffset="31501.27">12939 17726 5734,'0'35'0,"1"0"0,2-2-1565,0-1 1565,3-2 0,-2-2 0,2-4 0,-1-2 0,2 13 0,-4-19 91,0 9 1,-5-24 0,-1-2 0</inkml:trace>
  <inkml:trace contextRef="#ctx0" brushRef="#br0" timeOffset="31747.27">12044 17895 5734,'-11'34'0,"0"1"0,0-2 0,1 4 0,0-5 0,3-6 0,0 0 0,-4 14 0,1-1 0</inkml:trace>
  <inkml:trace contextRef="#ctx0" brushRef="#br0" timeOffset="32613.27">13660 17608 5734,'-8'31'0,"2"2"0,3 8 0,2 3 0,1-19 0,0-1 0,1 19 0,2 1 0,4-14 0,1-4 0,4 3 0,7 14 0</inkml:trace>
  <inkml:trace contextRef="#ctx0" brushRef="#br0" timeOffset="40395.27">14978 17865 5734,'-1'-4'0,"0"0"0,1 2 0,-1 9 0,1-3 0,-1 6 0,0-3 0,0-2 0,-1 1 0,2-4 0,0-1 0,0 1 0,0 0 0,-3-6 0,1 1 0,-4-23 0,2 11 0,-2-15 0,-1-2 0,-2 0 0,1-2 0,0 4 0,-1-5 0,2 5 0,-2-3 0,2 7 0,0 0 0,-2-14-367,3 10 367,-1-10 0,3 13 0,2 3 0,0-1 0,-1-5 0,-1-15 0,1 16 0,0-1-475,0 1 475,0 4 0,2 10 0,-3-21 0,2 18 0,-1-14 338,2 18-338,1 4 0,0-2 0,0 5 0,0 0 0,0-1 493,0 4-493,1-3 11,-1 6-11,1-2 0,0 3 0,4-6 0,-3 3 0,2-4 0,0 2 0,-2 3 0,0-2 0,-1 1 0,-1 2 0,2-3 0,-1 1 0,1 0 0,-1-1 0,5-6 0,-4 4 0,2-4 0,-1 0 0,-2 4 0,3-7 0,-3 6 0,2-9 0,-1 8 0,0-6 0,0 4 0,-1 2 0,0-2 0,0 1 0,1 2 0,-1-1 0,0 3 0,1-1 0,-1 1 0,0 0 0,-1 1 0,6-20 0,-3 14 0,4-13 0,-6 19 0,1 0 0,0 0 0,-1 0 0,1 0 0,-1 1 0,0 2 0,-2 6 0,0 1 0,1 6 0,-1 1 0,0 17 0,0-4 0,0 13 0,-1-5 0,1-1-1873,-2 14 1873,1-9 0,0 1 0,-1-3 0,0-1 0,1-7 0,0 1 0,0 8 0,-1 6 0,1-6 0,1-7 0,-1-1-297,1 4 1,0 4-1,1-6 297,-1 8 0,2 5 0,-1-21 0,2-5 0,-1-3 0,-1-1 0,1-6 1674,2-19-1674,-2-1 0,3-19 0,-2 6 0,0-5 0,0-4 0,0 4 0,-1-5 0,1 2-631,-2 4 0,1 0 631,0-4 0,1-3 0,-1-1 0,-1 1 0,0 0 0,1 4 0,-1 3 0,0 0 0,0-4 0,0-2 0,-1 5-656,0-6 656,-2 4 0,-1-14 0,2 19 0,-1-8 0,2 20 0,-1 7 0,0 2 0,0 12 2155,1 5-2155,-1 10 0,2 5-440,-1-1 1,1 3 439,0-4 0,0 0 0,1 11 0,-1 3 0,0-5 0,0 1 0,0 0 0,0 7 0,0 1 0,0-5 0,0 2 0,0 3 0,1 4 0,0 4 0,0-1 0,0-5 0,-1-9 0,1-4 0,1 4 0,0 7 0,0 7 0,1 1 0,0-4 0,-1-10 0,0-10 0,1-3 0,1 23 0,1-15 0,-4-31 0,0-20 0,0-3 0,-2-18-574,0 8 1,1-1 573,-1 6 0,0-3 0,1-4 0,0-6 0,0 0 0,0 3 0,-1-5 0,1-1 0,1 8 0,0-5 0,0-3 0,0 3 0,0 7 0,-1-6 0,1 2 0,1-6 0,0-5 0,-1 10 0,0 2 0,0-6 0,-1 44 0,0 9 1498,0 12-1498,0 22 0,0-5-572,1 1 1,0 0 571,0-13 0,0-1 0,0 8 0,0 2 0,1 0 0,-1-2 0,0-8 0,0 0 0,0 6 0,-1 1 0,0-6 0,0-1 0,-1 12 0,-2 5 189,-12-15 0,6-18 1,-9 0-1</inkml:trace>
  <inkml:trace contextRef="#ctx0" brushRef="#br0" timeOffset="40815.27">14855 16864 5734,'4'-7'0,"0"1"0,11-6 0,-6 6 0,9-5 0,-11 7 0,2 0 0,-5 4 0,2-1 0,-10 12 0,-2-2 0,-5 9 0,-6 3 0,4-5 0,-6 5 0,3-3 0,4-7 0,-3 1 0,4-10 0,3-3 0,0-4 0,5-9 0,3 1 0,2-9 0,7-17 0,-2 15 0,8-4 0,1 3 0,-2 15 0,15-5 0,-14 36 0,-4-3 0,6 10 0,-4-7 0</inkml:trace>
  <inkml:trace contextRef="#ctx0" brushRef="#br0" timeOffset="41876.27">15841 16859 5734,'-4'-2'0,"0"2"0,2-2 0,-1 1 0,1 0 0,0 1 0,0 2 0,1 2 0,0 2 0,2 14 0,0-4 0,2 11 0,-1 1 0,1 0 0,1 6-772,0-2 0,-1 1 772,1 3 0,-1 4 0,1 4 0,-3-20 0,0 1 0,0 0 0,0 1-574,0 13 1,0 1 573,0-10 0,-1 1 0,0 8 0,0 5 0,-1-5 0,1-8 0,0-1 0,-1 4 0,-1 4 0,2-5 0,-1 7 0,0 7-419,1-23 419,-1-5 0,1-4 0,-2-4 1265,0-4-1265,0-2 1276,-1-4-1276,1-5 569,-2-1-569,-1-10 0,1 3 0,0-5 0,1-9 0,1 4 0,0-12 0,2 5-929,1-3 929,0-4 0,-1-2 0,0-3 0,-1-2 0,1 17 0,-1-1 0,0-6 0,0-3 0,0 4 0,-1-12 0,0 11 0,0 1 0,-1-2 0,0 5 0,0 2 0,1 4 0,-2-8 0,2 18 0,0 7 0,1 1 0,0 15 0,1 1 0,0 12 0,1 17 0,0-4-312,0-9 0,-1-1 312,2 18 0,-2-10 0,2 4 0,-1-3 0,0-5 0,0 0 0,1 11 0,0 7 0,0-10 0,2 1-461,-1-7 1,-1-3 460,1-9 0,0 2 0,-1-8 0,-1-6 0,-1 0 1388,-1-7-1388,-1-2 1086,-1-3-1086,-5-7 0,1-1 0,-4-8 0,4 0 0</inkml:trace>
  <inkml:trace contextRef="#ctx0" brushRef="#br0" timeOffset="42434.27">15849 16921 5734,'5'2'0,"-1"1"0,-1 3 0,0 0 0,0 3 0,-3-2 0,-5 17 0,0-11 0,-4 10 0,4-13 0,0-2 0,-6 1 0,4-6 0,-5 0 0,3-9 0,2-1 0,-1-6 0,0-16 0,4 7 0,2-4 0,0-1 0,3 3 0,4-20 0,-2 32 0,3-5 0,0 15 0,-1 2 0,1 3 0,8 21 0,-6-12 0,6 15 0,-6-16 0,-1-1 0,21 6 0,-15-13 0,15 4 0</inkml:trace>
  <inkml:trace contextRef="#ctx0" brushRef="#br0" timeOffset="43433.27">16762 16978 5734,'-4'12'0,"1"-2"0,3 7 0,2 4 0,-1-4 0,3 9 0,1 7 0,-1-5-311,0-2 1,-1 2 310,2 8 0,-2-12 0,0 1 0,0 2 0,0-1 0,1 16 0,1-8 0,-1 1 0,1 4 0,-2-15 0,0 1 0,3 17 0,-1-12 0,-2 3 0,0-1 0,-1-7 0,-1 18 0,-3-33 0,-3 2 0,1-5 0,-1 0 0,1-5 0,0-2 621,-1-3-621,-3-19 0,3 4 0,-1-16-354,4 5 354,1-5 0,-1 4 0,0-2-918,1 6 1,-1-1 917,0-9 0,-1-1 0,1 9 0,0 2 0,0 0 0,0-1 0,-1-8 0,0-3 0,0 3 0,1 7 0,-1 0 0,-1-20 0,0 1 0,0-1 0,2 20 0,-3-18 0,3 32 0,0-2 0,2 17 0,5 24 0,-1-4 288,3 22-288,-4-13 0,-1 5 0,1-3 0,-1-3 0,0 1-125,1 5 1,0 5-1,0-5 125,-2-8 0,1-3 0,0 1 0,0 0 0,0 21 0,1-2 0,0-1 0,-1 3 0,-1-10 0,0 5 0,0-6 0,-1 1-497,0-3 1,-1-1 496,1-3 0,0 0-532,0 8 532,1-11 1563,0 10-1563,0-22 0,-1 0 0,-1-14 1140,-1-4-1140,-6-19 0,0 1 0,-2-15 0,2 4 0</inkml:trace>
  <inkml:trace contextRef="#ctx0" brushRef="#br0" timeOffset="44060.27">16743 16932 5734,'-1'9'0,"0"0"0,-5 5 0,2-6 0,-3 5 0,2-7 0,0-1 0,-1-1 0,0-2 0,-4-1 0,2-3 0,-2-1 0,-1-6 0,3 1 0,-2-5 0,1-5 0,4 3 0,0-6 0,5-9 0,1 11 0,5-16 0,-2 24 0,3-4 0,1 13 0,-1 2 0,7 5 0,-6 2 0,5 7 0,-6-3 0,1 3 0,-3-3 0,-2 0 0,0 0 0,-1 0 0,-1 13 0,-1-13 0,-1 10 0,0-19 0,0-1 0,1-7 0,1 1 0,3-5 0,2 4 0,3-2 0</inkml:trace>
  <inkml:trace contextRef="#ctx0" brushRef="#br0" timeOffset="45084.27">17911 16850 5734,'-17'7'0,"-1"8"0,8-2 0,1 7 0,4 6 0,3-4 0,1 9 0,3 10 0,0-6 0,1 10 0,1 3-753,-2-21 0,-1 1 753,2 9 0,0 4 0,-1-4-956,0-7 0,0-1 956,1 8 0,0 2 0,-1-2 0,1-3 0,-2-7 0,1-1 0,0 7 0,0-1 729,-1 8-729,-1-8 0,1-1 0,-1 0-201,-1 14 201,0-38 609,-2-5-609,0-5 2008,-3-8-2008,2 0 0,-2-4 0,-3-12 0,5 11 273,-3-13-273,6 12 0,1-13 0,1 5 0,0 0 0,2-2-1074,-1-7 1074,0 11 0,0-3 0,0-9 0,-1-1 0,1-8 0,-2-1 0,0 1 0,-1 13 0,-1-10-64,2 25 64,-1 7 0,1 3 0,0 8 0,-1 5 0,1 6 0,0 19 0,0 4 0,1 7 351,0-2 1,1 4-352,1 2 0,1-3-1068,-1-15 0,0 1 1068,1 15 0,1-1 0,-1-16 0,-1-2 0,3 10 0,5 7 0,-8-36 0,2-7 0,-6-22 0,-2-5 0,-2-6-803,-3-5 803,-2-6 0,2 12 0,-1-8 0,-1-2 0,1 6 0,1-1 0,-1 0 0,0-5 0,-2-7 0,0 1 0,3 11 0,1-4 0,2 13 0,1 3 1976,1 11-1976,0 11 0,2 6 0,0 23 0,1-1-241,0 14 241,0-7 472,0 2-472,1-1 0,0-2 0,0-2 0,-1-3 0,-2 4 0,-1-12 0,-2 3 0</inkml:trace>
  <inkml:trace contextRef="#ctx0" brushRef="#br0" timeOffset="45612.27">17856 16853 5734,'9'-4'0,"0"4"0,-9 12 0,-1-1 0,-3 8 0,-1-6 0,-4 6 0,1-4 0,-2 3 0,-2-4 0,4-4 0,-4 0 0,-6-7 0,7-3 0,-13-13 0,14 3 0,-2-9 0,7 1 0,3 3 0,2-4 0,4 0 0,1 5 0,4-3 0,0 7 0,7-2 0,-3 3 0,32 6 0,-28 4 0,20 7 0,-33 2 0,-4-1 0,-3 4 0,-16 7 0,4-8 0,-15 4 0,-2-2 0,9-6 0,-3 1 0,2-5 0,11-10 0,8 1 0,2-6 0,19-3 0,-1 4 0,11-5 0,4 0 0,-2 2 0,8-6 0</inkml:trace>
  <inkml:trace contextRef="#ctx0" brushRef="#br0" timeOffset="46572.27">18845 16935 5734,'3'4'0,"1"-1"0,1 8 0,-1-3 0,3 8 0,-1 7 0,-1-3 0,2 10 0,-2 14 0,0 3 0,-3-21 0,0-1-202,2 8 1,-1 4 0,0-2 201,-1 0 0,0-3-842,-1-6 0,1 0 842,0 9 0,0-1 0,0 13-1151,0-3 1151,-1-2-315,0-9 0,0-1 315,1 6 45,-1-6 0,0-2-45,-1-7 0,0 3 1326,0-10-1326,0-3 1283,-1-1-1283,-1 0 905,0-4-905,-4-4 465,2-6-465,-7-15 0,5 2 0,-4-11 0,0-12 0,1 5-716,4 9 0,-1-1 716,-1-15 0,0-3 0,3-3 0,1-1 0,2 0 0,1 2 0,1 15 0,0 1 0,1-13 0,0 18 0,0 0-782,2-20 782,-2 18-414,3-18 414,-5 30 0,2-4 0,-2 11 1238,1 6-1238,1 6 0,1 17 0,0 5 0,3 10 20,-3-4 1,1 4-21,-2-2 0,0-1-619,0-7 1,0 0 618,-1 9 0,1-1 0,1 12-1036,1-3 1036,-1-4 0,1-6 0,0 4 0,-1-14 610,0 2-610,-2-20 1625,-1-6-1625,-1-10 1387,0-6-1387,0-5 0,1-4 0,0-3 0,0-9 0,2-1 0,-1-2 0,0-1 0,0 3 0,0 15 0,-3-1 0,-9 12 0,3 6 0,-7 0 0</inkml:trace>
  <inkml:trace contextRef="#ctx0" brushRef="#br0" timeOffset="47127.27">18769 16769 5734,'17'-6'0,"3"6"0,-12 3 0,5 5 0,-8 0 0,-1-1 0,-3 2 0,-7 8 0,1-5 0,-24 22 0,16-22 0,-15 9 0,20-19 0,0-1 0,0-6 0,3 0 0,1-3 0,4-8 0,2 4 0,8-17 0,-2 15 0,5-9 0,1 8 0,-4 4 0,4-1 0,-1 5 0,-5 5 0,2 2 0,-5 9 0,-3 0 0,-2 7 0,-10 17 0,3-12 0,-1 5 0,0 0 0,6-4 0,3 7 0,8-19 0</inkml:trace>
  <inkml:trace contextRef="#ctx0" brushRef="#br0" timeOffset="47988.27">19459 17345 5734,'1'-4'0,"1"1"0,-2 1 0,2 0 0,0 0 0,1-1 0,0 0 0,0-2 0,4-5 0,-1 2 0,4-8 0,-7 11 0,1-1 0,-5 8 0,-2 4 0,2-4 0,-2 4 0,3-5 0,4-13 0,-2 5 0,4-11 0,-6 14 0,1 0 0,-1 3 0,-1 6 0,0-2 0,-1 6 0,1-4 0,-1 2 0,1-1 0,2-2 0,3-1 0,3-3 0</inkml:trace>
  <inkml:trace contextRef="#ctx0" brushRef="#br0" timeOffset="48396.27">19769 17355 5734,'0'-12'0,"0"1"0,0 1 0,0 1 0,0 0 0,0 3 0,0 3 0,0-1 0,1 3 0,0-1 0,0 1 0,1-2 0,1-1 0,1-1 0,4-7 0,-2 4 0,1-3 0,-1 4 0,1 0 0,3 6 0,-4 1 0,1 5 0,-3-2 0,0-1 0</inkml:trace>
  <inkml:trace contextRef="#ctx0" brushRef="#br0" timeOffset="48777.27">20091 17307 5734,'-3'7'0,"0"-1"0,1-1 0,1-1 0,1-3 0,0 0 0,1 1 0,0-1 0,2-1 0,-2 0 0,4-2 0,-1 1 0,7-2 0,-4 2 0,4-1 0,1-2 0,-1 0 0,4-3 0,1-5 0,-5 2 0,5-4 0,-9 7 0,0 1 0,-4 5 0,-2 2 0,-1 4 0,0 1 0,0 2 0,0 2 0,0-1 0,0 0 0,1-3 0,0-1 0</inkml:trace>
  <inkml:trace contextRef="#ctx0" brushRef="#br0" timeOffset="49654.27">21575 17678 5734,'-10'-8'0,"-1"0"0,2-2 0,-3-6 0,5 4 0,-2-3 0,5 6 0,2 2 0,1 0 0,1 1 0,11-2 0,-1 2 0,12-1 0,-4 4 0,3 0 0,12 2 0,-7 2 0,15 8 0,-20 0 0,4 8 0,-13 13 0,-6-2 0,-5 13 0,-7-14 0,-2 0-431,-7 18 431,0-3 0,-1-1-526,6-15 1,-1-1 525,-2 6 0,-1 3 0,-3 7 0,1-3 0,0-4 0,3-3 0,-2-8 0,6-25 0,-3-3 0</inkml:trace>
  <inkml:trace contextRef="#ctx0" brushRef="#br0" timeOffset="51076.27">14736 18013 5734,'-9'-3'0,"1"3"0,0 1 0,2 3 0,-1 1 0,-3 10 0,2 0 0,-1 9 0,4 9 0,3-7 0,3 19-804,2-19 804,4 5-364,2-7 364,1-8-72,8 1 72,-4-12 0,5-4 0,4-14 0,-6-1 0,5-8 0,-6-7 0,-6 7 0,-1-16 0,-7 18 766,-4-6-766,-7 6 0,-13 5 0,3 3 392,-8 7-392,-1 18 0,15-4 0,-7 11 0,22-9 0,2 0 0</inkml:trace>
  <inkml:trace contextRef="#ctx0" brushRef="#br0" timeOffset="51744.27">15691 18094 5734,'3'-14'0,"-1"3"0,1-1 0,-2 4 0,0 0 0,0 1 0,-1 1 0,0 2 0,2 2 0,-2 28 0,1-6 0,-2 7 0,0 2 0,-1 2 0,0 9 0,2-4 0,0-10 0,1 9 0,0-19 0,1 0 0,-2-14 0,1-4 0</inkml:trace>
  <inkml:trace contextRef="#ctx0" brushRef="#br0" timeOffset="52495.27">16648 18288 5734,'0'-8'0,"3"-5"0,2 2 0,4-4 0,1 4 0,5-3 0,-2 4 0,3-1 0,-5 5 0,5 6 0,-8 2 0,2 12 0,-10 0 0,-4 7 0,-1-3 0,-3 1 0,0 0 0,-1-1 0,1 0 0,0-2 0,0-1 0,0 3 0,3-6 0,2 2 0,4-8 0,4-2 0,11-6 0,-1-3 0,12-4 0,9-3 0,-4 1 0,-9 3 0,0 0 0,11-4 0,1 0 0,-1 0 0</inkml:trace>
  <inkml:trace contextRef="#ctx0" brushRef="#br0" timeOffset="53243.27">17750 18225 5734,'-2'-6'0,"2"-1"0,3-1 0,3 0 0,5-2 0,10-6 0,-1 3 0,7-3-348,-8 8 348,0 2 0,-3 4 0,0 9 0,-8 3 0,-11 21 0,-7-6 0,-10 14 0,7-18 0,-1-1-907,-6 11 907,-5 8 315,9-10-315,6-4 0,11 3 0,6-14 0,11-4 0,-1-8 0,11-1 0,-4 1 0,8-1 0,-10 1 0,-2 1 0,-2 1 0,0 17 0,-12-4 0,-4 14 0,-15-5 507,-4 4-507,-4 2-1243,-3 1 1243,0-1 0,1-2 0,2-2 0,1 3 0,12-20 0,3 1 0</inkml:trace>
  <inkml:trace contextRef="#ctx0" brushRef="#br0" timeOffset="53877.27">18857 18239 5734,'-10'13'0,"-2"3"0,-4 5 0,-2 3 0,-1 2 0,4-7 0,-1 1 0,-6 10 0,-6 7 0,7-5 0,8-9 0,0 7 0,9-15 0,4 0 0,32-9 0,-12-6 0,24-5 0,-9-7 0,-8 3-621,9-1 621,-13 6 0,-1 3 0,-4 4 0,14 24 0,-16-9-625,9 19 625,-18-15 0,0 8 0,-2-8 0,1 4 0,-2-14 580,-2-4-580,1-7 0,-3-3 0,1-8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08:20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7942 12440 9242,'0'4'1349,"0"0"450,0 2-1529,0-4 719,-2 5-629,0-7 450,0 0-1,0 0 1,0 0-361,0 0 811,0 2-811,1-1-179,1 3 180,0 0-90,0-2 269,1 2-359,0-1 90,0-1 629,-3 4-719,1-1 450,-1 10-3752,2-4 3302,0 5 359,0 3-2537,1-3 2267,0 6-1516,2-3 1517,0 1 0,1 0 359,4 15-359,-3-5-180,1-1 0,0 2 90,-1-3 0,0 0-180,1 1 0,0 0 0,0-1 0,-1-2 89,2 11-448,1-2 269,-2-1 1339,1-4-1339,0 5 0,0 1 0,-1-5 0,2 5 0,-2-5 0,-4-23 0,1 6 0,-3-12 1940,0 3-1940,0 0 795,0-1-795,-3-11 0,-2-10-2245,-3-6 2245,-1-4 1353,2 5-1353,-2-3 0,0-4 0,-2-2-1908,0-4 1908,-2-4 0,1-2-373,-1-4 373,5 7 0,-3-10 0,1 0 0,1 7 367,1 6 0,1 0-367,-2-4 0,0-7 0,-1 1 0,4 13 0,1 7 658,1 8-658,1-9 2475,3 20-2475,5 10 0,0 11-1959,5 26 1959,0 0-933,2 3 933,-4-13 0,1-1-1517,2 9 1517,-4-13 0,0 0 0,3 12 0,0-1 0,-4-11 0,1 1 0,-1 0 0,0 0 0,0-1 0,0-1 0,5 18 0,-5-19 0,1 4 0,-2-10 0,-1 1 0,-1-10 0,-1-3 0,-2-1-578,-4-2-1131,-4-2 1405,-4-5-2215,0-2-284,-9-12-76,4 3-398,-17-17 0,15 11 2715,-8-7 1,14 9 0,0 1 0</inkml:trace>
  <inkml:trace contextRef="#ctx0" brushRef="#br0" timeOffset="1560">7660 12633 7013,'5'12'3058,"-1"-4"-2698,-1 2-1169,0-5 1348,-1 2-2751,0-2 2481,-1 4 1,-1-3 869,0 2-239,0 6-512,0-4 2888,-6 37-4477,5-32 1650,-5 24 1,6-34 1211,-1 0-851,1 2-451,-1-2 271,1 1-360,0-3 360,-1-2 629,0 0 2017,0 1-897,5-6-1750,1-1-449,2-3-1291,9-11 0,1-2 931,-2 5 225,4-5 0,-2 1-45,-4 6-2179,10-14 2179,-7 9-981,10-15 981,-16 20 1828,1-2-1828,-5 8 180,0-1-90,-1 4 2868,-1-1-2958,-2 5 3025,-1 1-3025,-1-2 0,1 0 0,0-1 0,2 0 0,-1-1 0,1 1 0,-1-4 0,2 0 0,0-2 0,0 2 0,-2 1 0,-1 4 0,0 1 0,0 0 0,0-2 0,-1 3 0,-2-2 0,0 2 0,-2 0 0,3 0 0,0 0 0,1-5 0,0 2 0,-2-7 0,1 5-2150,-3-5 2150,3 5 0,-2-2 0,0-1 0,0 4 0,0-2-742,0 2 742,2 2 0,0-2 0,1 3 0,3 3 0,0 1 0,4 4 0,20 17 1952,-10-8-1952,7 4 0,2 1-2452,-4-2 2452,1 0 0,-1 1-2269,-1 1 2269,-4-3 0,1 0-1517,7 7 1517,0-1-1014,-2-3 1014,-12-10 985,1 0-985,-6-5 1502,-2-2-1502,0 0 0,-2-1 0,0-1 2246,-2 0-2246,-5-9 0,0 1 0,-4-7 0,0 2-89,0-2 89,-1 1 0,0-1 0,-13-16 0,-4-3 0,5 5 0,-5-6 0,1 3 0,12 15 0,-5-5 0,1 4 2634,0 0-2634,0 2 0,8 5 0,0 1 217,3 2-217,4 4 0,1-2 0,1 2 0,1 0 0,5 5 0,-1 2 0,6 2 0,-1 2 0,2 1 0,16 14 697,-8-7-697,10 7 0,9 7 0,-7-7-2693,-6-7 2063,16 16 0,-12-11-1439,-39-30-1208,-10-7 0,-5-3 0,-3 0 0,-2 3 0,2 7 2457,-4 5 1,0 1 0,-1 3 0</inkml:trace>
  <inkml:trace contextRef="#ctx0" brushRef="#br0" timeOffset="21643">15962 12190 6993,'-5'1'2968,"0"1"-2338,0-2-1041,0 0 951,-3-3-3535,-2 1 3175,1-2 359,-4 1 521,5 2-970,-2 0 90,3 0 90,-4-3-1522,4 1 1432,-4 1-90,5-1 90,-3 2 270,-7-3-91,-5 1-179,-4-1 418,-3-1-329,1 1 1,-1 0-90,-11-3-115,6 3 0,-1-1 160,-1 1 0,1 1-983,7 0 0,-2 0 938,-6 0 0,-3 0 0,3 0-362,-1 0 1,1 1 271,4 0 0,-2 0 0,1-1-462,-6 1 0,2 1 462,-2-2 0,-1 1 34,0-1 0,0 1-124,-1 0 0,1 0 0,0-1 0,-2 1 0,4 0 0,-2-1 0,2 1 90,-6-2 0,-1 1-90,-1-1 0,-5 0 0,5 0 45,5 0 0,2 0-15,5 1 0,-1 0 0,2 0-65,0 0 1,2 0 34,0 0 0,0 1 213,1 0 0,1-1-168,1 1 0,1-1 545,3 0 1,-5 1-538,-10 0 1,-12 0 0,-4 1 0,2-1 0,9 1-9,-5-2 0,0 1-27,5 0 0,-9 1 0,-2 0 0,5-1 0,11 1 27,11 0 0,5 0 0,-2-1 0,-1 1 45,-10-1 0,0-1 443,10 1 1,-1 0-489,-17-2 0,0-1-699,9 0 0,1-1 699,1 1 0,-2 1 497,-4 0 1,1 2-453,-5 1-30,9 1 0,-6 1 0,5-1-60,5 1 0,2 0-405,-16-1 0,2 0 405,6 0 0,14 0 89,-8 1-773,6 0 684,-7 3 947,-6 3-857,8 0-534,-11 3 533,12-2 1129,-1 1-1128,2 0 1894,0 1-1939,-1-1 0,0 2-45,-4 1 0,4-1 0,1 0-1062,0 5 1062,3 5-90,-3 7 180,5 2-1588,0 0 1588,0 0-1136,5-7 1046,-4 7 698,9-11-698,-5 6 1437,5-6-1437,-6 10 0,4-6 90,-1 9 90,2 2 914,2 6-914,0 1-173,4 0 173,3-13-1773,1 1 1953,1 14 1402,1-11-1627,1-6 0,0 2 118,4 15-73,0-16 0,0 1-1286,6 15 1331,-3-15 0,1-2-45,2 7 90,4 8-1202,-3-12 1202,6 10-427,-4-8 247,5 7 418,-5-11-418,2-4 1065,0 1-1065,2-1 1750,0-1-1705,11 8 0,2 3 1262,-7-12 1,-1 0-1398,11 11 0,2 1 90,1-5 0,-1-3-714,-8-7 0,1 0 654,-1-1 0,2 1 0,0-1-975,10 4 1,0-3 989,3 2 0,-1-2-537,-6-4 0,-1-1 492,-2 0 0,0-1 45,2 0 0,-1-1 0,-10-2 0,4 0 27,7 1 0,8 3 0,4 0 0,-1 0 0,-8-3-72,6 2 0,-1-1 18,-8-2 0,6 2 0,2 0 0,-2-1 0,-6-1-18,12-2 0,-5-1 0,-8-2 0,1 0 0,0 0 0,-2 0 0,1 0 0,2-1 0,8 1 0,1-1 0,0 1-178,-6-2 0,-2 1 0,1 0 178,1-1 0,0 1 0,0-1-338,-2 1 0,-1-1 0,1 1 338,1-1 0,0 0 0,-1 1 507,6 0 0,0-1-507,-8 1 0,1 0 0,7-1 0,-6-3 0,6 0 0,5-1 0,2-1 0,0 1 0,-1-1 0,-4 0 0,-7 1 0,3 1 0,-7-1 0,0 1 0,7-2 0,-2 1 0,7-1 0,4 0 0,1 0 0,-1 0 0,-2-1 0,-7 1 0,-8 0 0,8-2 0,-5 0 0,-2 0 0,2-1 0,-1 0 0,4 0 0,1 0 0,-7 0 0,1 0 0,-2 0 0,2-1 0,-1 0-507,12-4 0,0-1 507,-11 3 0,0 0 0,10-4 0,-1-1 0,-14 5 0,-2 0 256,1-1 1,0 0-257,-1-1 0,0 0 523,-2 2 0,4-3-523,5-6 0,8-6 0,4-3 0,-1 0 0,-8 4 0,-3 2 0,-5 1 0,3-1 0,5-3 0,7-2 0,0-2 0,-4 2 0,-9 3 201,-7 2 1,-3-1-202,0-5 0,3-6 0,-1 0 0,-3 5 0,-1 0 0,1 1 0,1-5 0,3-6 0,0 2 0,-6 7-804,0-6 804,-4 7 0,-1 0-930,1-6 930,-4 7 0,-1-1 0,-1-17 0,-1 0 786,-8 5-786,-4 12 1135,-7-9-1135,1 8 2079,-6-7-2079,-3 3 0,0 1 3109,-2-2-3109,-2-3 0,0 1-2523,6 13 2523,3 4 0,-1 0 0,-15-11-1855,0 1 1855,-3 3-1659,7 9 1659,4 4 0,0 0-1109,-14-6 1109,3 3 0,-1 0-191,-8-2 191,15 6 0,-1 1 702,-12-3-702,1 1 1068,-2 0-1724,6 10 1,-11 1-1,-6 1 1,2 1 0,7 0-438,7 0 1,5 0 0,-6 0 545,0 1 1,-7 1 0,-3-1 0,0 1 0,5 1 0,6 0-1093,-13 3 1,6 2 1310,10-2 0,0 1 0,-1 0 1,-2-1-1,1 1 0,-1 0 1,-1 0-1,1 1 0,-1 0 1</inkml:trace>
  <inkml:trace contextRef="#ctx0" brushRef="#br0" timeOffset="39630">20890 9153 7353,'-6'-5'3058,"0"-2"-2518,-2 2-91,1-1 1,-1 1 180,0-2 89,-1-2-818,-1 0 729,1 1-90,1 4-360,3 1 359,1 1-269,1 0-90,-1 1 90,2 1 0,-1 0 179,-2 1-179,1 1-2690,-6 2 2600,3 0-2017,-4 4 1927,3-1-1146,1 3 1326,-1 2-1309,1 0 1489,-2 9-285,2-3 15,0 9 1162,2-5-1072,0 10-180,2-7 90,2 15-165,3-17-15,1 4 90,5-5 0,0-6-952,4 1 862,7-7 0,-2-6 0,7-2 90,4-7-90,-5-2 1091,15-12-1091,-15 3 459,2-12 0,3-11 1,-4 6-460,1-7 149,-3 4 1,2-6 0,-10 8 390,-16 7-270,-1-4 0,-17 12-180,4 11-615,-9 0 525,6 4-90,-1 3-810,-17-2 271,14 2 629,-24 0 0,-1 0 0,21 0 0,-9 1 0,1 1 0</inkml:trace>
  <inkml:trace contextRef="#ctx0" brushRef="#br0" timeOffset="48547">12723 10943 7839,'-1'-19'3058,"-1"-1"-2762,0 13 244,-1-7-270,4 8-141,-1-2-39,1 4 19,2 3-19,-3 0 329,2-1 1560,-2 2-720,-3-1-1079,1 1 180,-5 1-271,3-1 1081,-17 12-1080,11-8 270,-14 11-1,13-6-967,0 0 608,-3 7 449,1 1-3310,-1 3 3041,0 3 90,3-2 0,1 3-90,3 2-2004,2 3 2094,2 0 352,6 1-442,-1 0 180,7 13-180,2 2-1064,1-1 974,-4-20 0,2-1-90,6 10-90,0-2-270,2-3-1194,-8-16 115,7 5 269,-6-13 91,5 1-550,-3-8-620,-7 0 1368,-1-4-2396,-13-3 3174,-6-2 0,-6-1 1,-1 2-1</inkml:trace>
  <inkml:trace contextRef="#ctx0" brushRef="#br0" timeOffset="54058">12786 11193 8432,'-4'-3'2699,"0"1"-1800,2-4-539,1 1 90,-1-2-180,2 2 179,0 0-179,2 1-90,-2 2 2698,1 1-2698,1 4 90,2-1-90,5 1 0,-1-1-90,1-2 0,0 0-90,0 0 90,2 0-90,0 0 90,7 0-90,2-3 0,-1 2 0,5-4-90,-7 2 90,1 1-90,-5 1 0,-4-1-180,-2 2-629,1-1-1190,-3 0 1189,0 1-269,-3-3-1889,-2 1 1528,-2-1 91,-4 0 180,-1 1 1259,3 1 0,1 1 0,3 0 0</inkml:trace>
  <inkml:trace contextRef="#ctx0" brushRef="#br0" timeOffset="54755">13128 10963 7533,'2'-4'3276,"1"-1"-975,-1 1-1672,0-1 1,-1 2-1,-1 1-449,2 2 270,-1 0-270,2 0-90,-1 0 90,3 0-90,-1 0-2251,5-2 2161,-2 0 90,4-1-90,-2 0 0,1 1 89,0-1-89,3 2-477,-3 1 477,2 1 90,-6 2-1,1 0 1,-4 1 360,1 4 1984,-4 0-2164,0 4-90,-4-1 0,1 0 135,-5 12 0,1 1-1626,2-6 1311,-3 26 0,12-39 0,2 1 0,2 1 0,3 1-252,-1 1 252,4 2-1857,-2 0 1857,0 4 1526,-4-2-1526,-5 1 0,-13 10 0,0-8-1449,-18 13 1,-3 0 459,6-9 1475,-1 2 1,0-5-3764,3-18 0,14 0 0,-6-3 3059,12 3 0,6 2 0,-1 0 0</inkml:trace>
  <inkml:trace contextRef="#ctx0" brushRef="#br0" timeOffset="55013">13481 11327 7713,'5'-2'3276,"-1"0"-1515,-2 0-1132,-9 8-359,0 1-3498,-7 7 3588,-1 7-181,4-4-89,-3 8-90,4-6 728,1 1-2367,-3 7 1,1 0-1639,1-9 2457,-9 21 1,18-46 0,3-2 0</inkml:trace>
  <inkml:trace contextRef="#ctx0" brushRef="#br0" timeOffset="55968">13804 11000 7533,'2'-5'3276,"1"0"-706,1-3-2300,-2 5 0,2 0 0,-4 8 0,-1 3 59,-1 18 1,0 12 0,1-6-3607,-1 2 3148,0-1 1,0 6 0,1-11-142,1-16-89,0-2-2918,0-13 2457,1 1 1,1-11 0,0 5 0</inkml:trace>
  <inkml:trace contextRef="#ctx0" brushRef="#br0" timeOffset="56290">14006 10773 6993,'20'-7'1638,"15"20"0,2 9 1638,-6 15-2774,4-10 0,-3 8-345,-24 0 0,-6 7 1,-4 1-1,0-7-1796,-1 0 1,-3 0 1253,3 11 0,-1 5 1,-3-10 1153,-13-6-2408,-8-8 1,-2-3-1639,3-7 2621,-1 3 1,3-5-1,17-18 1,9-1 0</inkml:trace>
  <inkml:trace contextRef="#ctx0" brushRef="#br0" timeOffset="57160">14874 10773 4789,'4'-10'3276,"-1"1"-1335,-3-3-1402,-2 6 1063,-3-1-1152,-1 8 510,-2 4 119,-6 10-539,1 2 6,6 10 0,-1 16 0,0 8 0,1 3 0,1-5 0,1-10-1724,1 0 0,0 0 1028,0-1 0,-3 11 0,0 4 0,2-3 0,2-9 1,6-16-615,11-15 764,12-18 0,9-12 0,-4 1 0,-9 6 0,0-1 0,13-10 0,0 0 0,0 0 0</inkml:trace>
  <inkml:trace contextRef="#ctx0" brushRef="#br0" timeOffset="58574">15244 11098 9871,'4'-6'3239,"-1"2"-1081,11 2-2158,-5 1-1639,25-1 1,5 1-775,-11-2 2008,8 0 0,-3 0-637,-17-4 1042,11-9 0,-17 9 0,7-6 0</inkml:trace>
  <inkml:trace contextRef="#ctx0" brushRef="#br0" timeOffset="59196">15637 10908 12210,'0'-7'989,"1"2"-629,7-3-180,-2 3 90,8-2 180,-1 5-3727,6 0 1523,-6 3 1888,1 2 226,-5 1 1031,1 1-492,7 9-539,-7-5 404,-9 34 1,-6 5 1947,-2-16-2712,-4 8 0,-4 9 0,3-11 1634,4-16-1634,-3 5 0,6-5 0,12-17-900,18-6 1,5-3-2378,-3-2 1638,10-2 1,0-3-1639,-3-4 0,3-5 2655,-9 5 1,-11 5 0,-5 4 0</inkml:trace>
  <inkml:trace contextRef="#ctx0" brushRef="#br0" timeOffset="59463">16174 11167 7533,'-1'-6'3276,"-7"9"0,0 3-2273,-10 18-733,8-6 90,-9 19-2958,3-6 2239,-1 12-1880,6-7 530,7-6 360,4-11-91,2-9-1258,-1-11 1529,1-2 1169,0-2 0,1 1 0,-1 2 0</inkml:trace>
  <inkml:trace contextRef="#ctx0" brushRef="#br0" timeOffset="61221">16334 10885 9602,'-4'-3'2068,"0"0"-1528,0 2 0,0-2-270,0 2-91,3-2 1,-1 2 810,8-6-720,0 2-180,7-1 89,-2 3 1,0 3 270,6-1-921,-3 2 921,9 1-3177,-5 5 2907,-1 1-1806,-3 4 1986,-5 2-1706,-3-3 1436,-1 5 180,-5 1 29,-2-2-209,0 4 90,-2 3 1145,1-6-1055,-4 10-90,3-6-90,-2-2-90,3-2 0,2-3 1516,2-3-1336,10 5 2902,-2-9-4175,23-10 1,16-9 0,-8 0-2185,-5 0 2730,4-1 1,7-3 0,-18 3 0,-25 7 0,0 0 0</inkml:trace>
  <inkml:trace contextRef="#ctx0" brushRef="#br0" timeOffset="61703">16857 10623 8972,'33'23'1092,"-10"3"0,1 8 0,-5-2 546,-8-5 0,-1 1-546,5 3 0,2 3 0,-6 1-830,-13 8 0,-9 1 0,1-5-307,3-12 0,-1-1-495,-6 8 0,-4 7 1,-2-1-1,3-9-629,-10 6 404,2-5 1,1-4-2513,2-9 0,-4-4 0,4-6 2565,-4-5 1,12-6 0,1-3-1</inkml:trace>
  <inkml:trace contextRef="#ctx0" brushRef="#br0" timeOffset="62791">17614 10527 7200,'-8'3'3276,"-2"1"-2115,-2 2 728,-17 18-3159,10-3 1810,-13 15 681,16-7-501,1 2-1224,3 4 1088,4-9 1,1 2-225,2 3 0,0 1-360,1-1 0,0 1 179,2 7 1,4 0-954,2-8 1,2-2 773,-2 0 0,3 0-180,4 2 0,2-1-2690,12 7 1971,1-2-2378,11-9 1052,-18-14 426,7-1 90,-12-6 179,-4-1 1265,2-3 265,-3-1 0,1-3 0,-1 0 0</inkml:trace>
  <inkml:trace contextRef="#ctx0" brushRef="#br0" timeOffset="64315">17720 10923 9961,'17'-6'3276,"7"4"-2234,-15 3-1972,28 1 1,17-1-1,-9-2-2347,-2-6 2184,0 6 1,8 0 0,-19-5-370,-25-6 1462,-6 4 0,-3 1 0,1 1 0</inkml:trace>
  <inkml:trace contextRef="#ctx0" brushRef="#br0" timeOffset="64765">18307 10635 8612,'5'-6'3276,"0"2"-2774,-3 5-52,-1 2-1632,-4 22 1,-1 7 1361,0 0 249,0 2 1,0-1-430,0-8-1978,2 21 808,-1-25-2107,-9 24 2814,8-40 1,-7 3 0,11-8-1</inkml:trace>
  <inkml:trace contextRef="#ctx0" brushRef="#br0" timeOffset="65119">18532 10910 9062,'5'19'1638,"-1"12"0,-2 0-498,-1-11-1185,-1 9 0,0-1 153,-4-13-288,-1-2-3097,-7 13 0,8-16 0,-8 1 2189,12-17 1088,-2-5 0,3 1 0,0 2 0</inkml:trace>
  <inkml:trace contextRef="#ctx0" brushRef="#br0" timeOffset="65954">18712 10713 12030,'24'-12'1709,"-5"2"-1619,-2 3 0,1-3 90,2 1-90,-2-1-3367,-1 3 1838,-4 2 1529,-2 2 1309,1-1-1309,-3 4 862,1 0-772,-4 2-586,-10 25 1,-8 8 585,5-13 836,-7 13 0,0-2-746,4-20-2178,-7 11 1908,9-13 0,-5 9 0,30-28 2268,-8 5-2313,21-4 0,4 2 45,-9 8-45,1-4 0,-2 4 45,-13 13 3276,-8-6-3218,-14 22 0,-6 3-3335,2-10 3129,-8 10 1,-1-1-393,0-17-269,-6 2 179,8-6-2647,-2-5 1228,13-7-830,-7-5-398,7-8 3178,0-2 1,8-3-1,6 2 1</inkml:trace>
  <inkml:trace contextRef="#ctx0" brushRef="#br0" timeOffset="66426">19022 10375 7083,'16'-16'3276,"-2"2"-4281,12 15 0,2 6 1544,5 12 135,-2-8 0,1 7-135,-10 11 1,-1 10 0,-3 3 0,-2-6-1014,-2 2 1,0 1 495,0-4 1,4 6-1,-2-1 1,-6-7-46,-5-5 0,-7-1-270,-9 5 1,-6 6 0,-3 0 0,4-6 67,2-2 0,-1-1 45,-3 4 0,-3 5 0,0-1 0,3-11-672,-6-2-497,0-6 1349,-8-10 0,-1-4 0,1 1 0,1-4 0,0 1 0</inkml:trace>
  <inkml:trace contextRef="#ctx0" brushRef="#br0" timeOffset="66977">19697 11143 7982,'16'-1'3276,"-7"1"-435,3-2-6118,-4-1 1589,0 0 624,8-5 884,16-4 90,-1 2-2,7-3 0,3 0-358,-19 6 1,2 0-644,17-6 1,8-2 0,-8 2 545,-15 6 1,-2 0 0,24-6 0,-3 1 0,-15 6 0</inkml:trace>
  <inkml:trace contextRef="#ctx0" brushRef="#br0" timeOffset="67091">20560 11065 7623,'12'8'2428,"-1"-2"-1978,1 2-720,-3-3-359,1 1-1081,-6-5 721,-2 0 180,-1-2 809,3-2 0,2 0 0,3-2 0</inkml:trace>
  <inkml:trace contextRef="#ctx0" brushRef="#br0" timeOffset="67270">21283 11053 7083,'39'0'539,"1"0"1,-1 0 0,-2 1 0,-2 0-1,-9-3-539,-7-12 0,-13 6 0,-2-8 0</inkml:trace>
  <inkml:trace contextRef="#ctx0" brushRef="#br0" timeOffset="67869">12063 10850 7713,'28'-24'1638,"0"0"0,13 6 0,-42 39 0,-6 11-2291,2-3 0,0 4 0,0 1 953,0 10 0,-1 3 0,1-1-570,1-5 1,1-1 0,0 1 389,2 2 0,1 0 0,2-2-295,1 5 1,2-1 174,2 1 0,1 1-468,2-3 1,2 3 137,0-6 1,1 2-1,2 0-720,2-2 1,0 0 0,2 2 229,1-1 1,1 3 0,1-1 0,-2-3-274,0-2 1,-2-3 0,1-1 831,1 3 0,1-1 0,-3-5 261,-6-7 0,-1-2 0,8 19 0,-2-2 0</inkml:trace>
  <inkml:trace contextRef="#ctx0" brushRef="#br0" timeOffset="84721">6009 16855 9691,'17'0'3149,"-2"-1"-2879,-17 0-181,0-2 181,-4 2-90,6 0 90,3 1 0,3 0 0,0 1-90,-5 1 0,-1 1-91,0-1 91,0 0 540,7-5-720,-5 3-90,5 1 0,-6 2 0,-1 3-1439,0-4-1169,-3-8 1168,-1-2-1258,-8-9 2788,4 2 0,-3-5 0,4 2 0</inkml:trace>
  <inkml:trace contextRef="#ctx0" brushRef="#br0" timeOffset="87129">6812 15583 8972,'1'5'1799,"6"14"-5076,-3-12 1410,5 12 1867,-6-16 859,1 1-859,-2-1 967,-1 0-877,1 1-90,-2 0 90,0 1-90,1-3-90,-1 2 2365,3-1-2994,-2-2 41,-19 4 1,5 2 0,-16 5-1</inkml:trace>
  <inkml:trace contextRef="#ctx0" brushRef="#br0" timeOffset="87569">7467 17380 7803,'12'-8'3276,"0"0"-3224,-8 5-52,6-14 0,-6 11 0,4-9 0</inkml:trace>
  <inkml:trace contextRef="#ctx0" brushRef="#br0" timeOffset="93321">4704 17815 8882,'0'5'1439,"-2"1"-1259,1-3 0,-1-1 2698,11-4-2518,-6 2 2916,3 2-2144,-7 1-593,-3 3-179,0-3 360,1-2-91,1 0 2647,1-3-615,0 1-1762,-1 1-1258,1 1-188,5-22 1,4-8 0,-1 11 0,1-11 0,1 1 0</inkml:trace>
  <inkml:trace contextRef="#ctx0" brushRef="#br0" timeOffset="94000">5129 17380 7353,'18'24'3276,"-3"-7"0,-6-18-2093,-4-1-103,-3 0 2196,-2 1 0,2 2-6553,11-41 0,-11 27 0,6-30 0,-17 37 2457,-1 4 1,0 3 0,0 1 0</inkml:trace>
  <inkml:trace contextRef="#ctx0" brushRef="#br0" timeOffset="94720">5994 16895 7892,'13'5'3276,"-7"8"0,-4-10 0,-7 7 0,3-8 0,-4 3 0,5-2-2243,-2 1-1033,4-4-3277,-16-28 0,9 7 2457,-10-18 1,15 12 0,2 7 0</inkml:trace>
  <inkml:trace contextRef="#ctx0" brushRef="#br0" timeOffset="95353">6787 15940 7713,'-5'13'3276,"-9"16"0,9-22 0,-6 12 0,12-19 0,9-4-1037,-6 2-5516,6-2 0,-17 0 0,-3-2 0,-6-4 2457,2 0 1,6 1 0,3 3 0</inkml:trace>
  <inkml:trace contextRef="#ctx0" brushRef="#br0" timeOffset="96307">7690 16930 7173,'5'-2'3238,"0"-2"-180,20-23-2878,-14 17 270,13 0 0,1 4-360,-14 11 539,20 18-359,-28-17 854,-19 18 1,-8 0-4402,9-16 3309,-10 12 1,2-6 57,14-21-2359,3-3 2269,0-3-850,3-2 940,3 1-90,2 1 360,7-19 1623,-4 15 175,12 27-2068,-14 2 2116,4 28-2385,-12-28 1614,2-7-2244,0 0-1890,0-6-578,-4-4 0,4-3 0,-4-6 3193,8 5 1,0-1 0,4 4 0</inkml:trace>
  <inkml:trace contextRef="#ctx0" brushRef="#br0" timeOffset="97074">8305 17288 7173,'3'1'3276,"-1"0"-885,-2-1 757,31 19-2968,-23-12 180,22 13-181,-32-16 631,0 4-630,2-4 1979,36-2-4132,-24-3 2063,26-3-90,-34 3 630,-6 11-630,1-4-588,-4 11 588,2-5 0,-1 1-3277,-8 22 2959,6-20-1840,-4 13 1535,29-54 1,-5 12 0,2-4 0,0 0 0</inkml:trace>
  <inkml:trace contextRef="#ctx0" brushRef="#br0" timeOffset="97670">9248 17528 7533,'-37'0'3276,"6"1"0,25-2 0,17-16 0,-13 12-2798,14-13-298,-19 16 0,4 1 90,0 3-180,1 0-3367,-19 3 0,11-9 2457,-18-11 1,19 1 0,-3-7 0</inkml:trace>
  <inkml:trace contextRef="#ctx0" brushRef="#br0" timeOffset="97821">9408 17515 7263,'16'-1'3276,"1"-6"-705,-10-3-2571,0-16 0,0-4 0,1 4 0,-3-3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55:50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23212 6379 5734,'-6'-3'0,"7"-3"0,3 3 0,21-4 0,-8 5 0,12 0 0,1 0 0,-9 0 0,6 0 0,-1 1 0,-15 0 0,21-7 0,-23 5 0,5-3 0,-19 9 0,-4 2 0,0 4 0,2-1 0,0 2 0</inkml:trace>
  <inkml:trace contextRef="#ctx0" brushRef="#br0" timeOffset="250">23758 6457 5734,'17'-7'0,"-1"0"0,0 1 0,-2 1 0,17-6 0,-14 5 0,8-2 0,-13 4 0,9-1 0,-10 1 0,9 2 0,-13 4 0,2 6 0,-3 0 0,1 3 0</inkml:trace>
  <inkml:trace contextRef="#ctx0" brushRef="#br0" timeOffset="449">24415 6552 5734,'13'-1'0,"9"-2"0,-10 1 0,9-2 0,-10 2 0,3-1 0,-2 1 0,1-1 0,0 0 0,5-2 0,-6 1 0,7 1 0,-10 4 0,-1 1 0,-3 0 0,-2 1 0</inkml:trace>
  <inkml:trace contextRef="#ctx0" brushRef="#br0" timeOffset="3750">2228 10270 5734,'-3'-3'0,"2"0"0,2 1 0,0 2 0,1-1 0,0 0 0,0 1 0,2-3 0,-2 2 0,13-5 0,-8 3 0,18-3 0,-15 4 0,8 0 0,6 1 0,3 1 0,15-2 0,-8 1 0,1-1 0,9-2-1404,-8 1 1404,-13 0 0,3 0 0,15-2 0,1-1 0,-15 2 0,3 0 0,3-1 0,6 0 0,1-1 0,-5 1 0,1 1 0,1-1 0,4 1 0,7 0 0,1 0 0,-8 0 0,1 1 0,0 1 0,-6 2 0,6-1 0,4 1 0,0 0 0,-3 1 0,-7 0-820,11 0 0,0 2 820,-10-1 0,6 0 0,2 1 0,-4 0 0,-8 0 0,-3 1 0,-3 0 0,16 3 0,-2 0 0,2 1 0,3 0 0,-1 0 0,-9-3 0,-5 0 0,-1-1-302,-3-2 302,-11-2 0,11 1 0,-17-1 1096,6 0-1096,-7 0 1821,4 0-1821,-5 0 429,0 0-429,0 0 0,-3-1 0,4 1 0,-6-2 0,3 1 0,-3 0 0,3-1 0,-1 1 0,5-1 0,-3 1 0,1 0 0,-3 1 0,0-1 0,-1 1 0,1-2 0,-2 2 0,0-2 0,0 1 0,-1-1 0,0 1 0,-2-1 0,-1 0 0,-5-1 0,0 1 0,-5-3 0,-2 1 0,-1-3 0,-2 0 0</inkml:trace>
  <inkml:trace contextRef="#ctx0" brushRef="#br0" timeOffset="16096">4220 5015 5734,'-29'-3'0,"1"0"0,-3 1 0,-4 1 0,4 1 0,-15 2 0,9 1 0,-10 1 0,0 1 0,7-1-1639,5 1 1,2 0 1094,-8 0 1,-5 2 0,-1 1 543,10 1 0,-1 2 0,2 1 0,4-2 0,-1 0 0,-1 1 0,-1 3 0,-8 3 0,-2 2 0,3 0 0,9-4 0,6 0 0,3 0 0,-7 3 0,-3 2 0,1 2-146,2 3 1,2 3-1,3-4 146,3-4 0,1 0 0,-4 5 0,-3 5 0,-1-1 0,7-4 0,5-6 0,1 0 0,-7 13 0,-3 6 0,4-4 0,10-12 0,1 0 0,-3 8 0,-1 4 0,4-3 0,3 9 0,7 7 0,3 1 0,0-23 0,3 2 0,6 10 0,5 8 0,2 0 0,-2-7 0,1-6 0,1 0 0,3 1 0,4 6 0,0-1 0,-1-7 0,-2-9 0,3-2 0,11 7 0,6 2 0,-2-4 0,-7-5 0,3-2 0,0-1 0,9 1 0,2 1 0,-1-1 0,-6-4-115,-6-3 0,-4-2 1,4 0 114,5 1 0,6 1 0,2 0 0,-3-1 0,-5-2 0,7-1 0,-1-2 0,-7-2 0,3-1 0,1 0 0,-5-1 0,11-1 0,-1-2 0,-8 0 0,4-2 0,0-1 0,-3 0 0,-6 0 0,-2-2 0,1 0 0,9-2 0,2-1 0,-1-2-16,2-4 1,-1-2 0,-2 0 15,-9 4 0,-1 0 0,2-4 0,4-3 0,4-5 0,1-1 0,-1-1 0,-6 4 0,-1-1 0,-4 1 0,2-4 0,-1-1 0,5-4 0,0-3 0,-3 2 0,-5 2 0,-4 3 0,-5 2 0,0-6 0,-2-2 0,1-5 0,0-4 0,-1-2 0,-1 0 0,-4 4 0,-3 0 0,-3 1 0,-2 0 0,0 0 0,1-1 0,2 2 0,0 0 0,1-2 0,-1 1 0,-1 2 0,-3 1 0,-3-8 0,-2 2 0,-2 2 0,-1 6 0,-2-5 0,-3 5 0,1 1 0,-3 0 0,-2 2 0,-2-2 0,-3 2 0,-2 5 0,-2 2 0,0 0 0,1-1 0,1 0 0,-2 3 0,-12-1 0,2 9 0,-6 9 0,-1 3 0</inkml:trace>
  <inkml:trace contextRef="#ctx0" brushRef="#br0" timeOffset="18576">5274 11070 5734,'-25'-9'0,"-7"0"0,0-1-1600,-4 2 1600,9 2 0,-3-1 0,0 0 0,6 1 0,-1 0 0,-14-4 0,12 4 0,0 0 0,-11-3 0,1 2 0,-1-1 0,14 4 0,0-1 0,-12-1 0,-1-1 0,0 1 0,3 1 0,-11-2 0,3 3 0,0 0 0,2 2-508,14 2 0,1 0 508,-10 0 0,0 1 0,9-1 0,1 1 0,-13 1 0,6-1 0,0 0 0,-5 0 0,6 0 0,1 1 0,-5 0 0,6 1 0,0 0 372,-5 1-372,4 1 0,1-1 0,-5 2 0,-2 1 0,0 0 0,-1 1 0,-3 1 0,1 0 0,7-1-346,8-1 1,1 0 345,1 0 201,-7 5-201,7-3 0,-11 6 0,15-7 0,-15 9 0,17-7 0,-9 4 1096,13-5-1096,-8 5 0,6-2 0,-12 11 0,10-9-99,-5 7 99,6-6 0,-4 8 0,4-5 0,-8 15 0,10-13 0,-1 8 0,4-7 0,-3 13 0,4-8 0,-2 10 181,4-11-181,2 0 0,2 5 0,0 2 0,0 4-317,1-3 0,0-2 317,3-2 0,0 0-570,0 0 570,0 0 0,0 1 0,0 0 0,0 13 0,1-10 0,0 5 0,2 2 0,0-4 0,-1-5 0,2 0 0,3 5 0,-1-8 0,2 8 0,-2-11 0,7 12 0,-3-9 0,0-3 0,0 0 0,2 4 0,6 9 0,-6-12 0,8 11 0,-4-11 0,-2-3 0,0-2 0,4 4 0,6 6 287,3 1-287,2-4 0,3 2 0,-13-11 0,0 0-307,13 9 0,-2-3 307,-6-6 0,1 0 319,1-1-319,0 1 0,0-1 0,1-2 0,-1 1 0,1-2 0,-1-1 0,-1-3 0,1 0 0,8 1-189,-8-2 1,0 0 188,2-1 0,2-1-617,0 1 617,1 0 0,0-1 0,2 0 0,1-1 237,1 0-237,2-1 0,2-1 0,-10-3 0,1 0 0,-7-1 0,0 0 0,19-1 0,1 0 0,-18-1 0,0 0-312,9-1 1,0 0 311,-10-1 0,-2 1 0,2-2 0,-1 1-95,1-1 0,-1 0 95,1-1 0,-1 0 0,0-1 0,1 0 0,10-3 0,1-1 0,-8 3 0,-1-2-323,9-2 1,0 0 322,-10 2 0,-2 0 0,1 0 0,-1 0 256,-1 0 1,3-3-257,4-4 0,6-5 0,1-2 0,-5 4 0,2-4 0,0 1-255,-2 0 1,4-2 0,-1-1-1,-6 4 255,-6-2 0,-3 2 0,2-2 0,-1 0 108,-1 0 0,1-2-108,7-12 0,0-1 0,-7 9 0,1-2 125,-1-1 0,3-5 1,-1 0-126,-2-2 0,0-1 0,-1-3 0,-3 4 0,-1-2 0,0-1 0,-1 2-280,3-5 1,-1 1 0,-4-2 279,-4 7 0,-3-2 0,-1 2 0,-2 4 0,-2-2 0,-4 1 0,-2-2 0,-2-4 0,-1 5 0,-2 3 0,-2 3 217,-4-10 0,-2 2-217,2 13 0,-1 2 0,-12-9 0,-2 2 0,7 8 0,-2 1 0,-8-6 0,-2 2 0,9 10 0,1 1-213,-1 1 1,0 0 212,0 2 0,0 0 0,1 1 0,0 1 0,0 1 0,0 1-5,0 0 1,1 2 4,0 0 0,0 1 0,0 2 0,0 1 0,-23 2 0,24 2 0,-1 1 0</inkml:trace>
  <inkml:trace contextRef="#ctx0" brushRef="#br0" timeOffset="29232">1587 14548 5734,'-2'11'0,"-1"18"0,1 5 0,2-6 0,2 9 0,1 10 0,1-9 0,4 2 0,1-6 0,2 5 0,0-8 0,2-3 0,-2-5 0,3-1 0,8-5 0,-8-12 0,8-13 0,-1-6 0,-3-7 0,6-20 0,-1-3 0,-10 8 0,-5 5 0,1-4 0,-3 6 0,-4 0 0,0 0 0,-2 2 0,0 17 0,0-2 0,5 31 0,1-4 0,2 13-385,-2-8 385,1 0 0,6 17 0,-5-14 0,9 22 0,-9-29-47,5 12 47,-8-20 0,1 3 0,-6-9 0,-2 0 0,0-2 0,0-2 0</inkml:trace>
  <inkml:trace contextRef="#ctx0" brushRef="#br0" timeOffset="29864">2073 14580 5734,'-2'9'0,"1"1"0,0-2 0,1 2 0,0 8 0,2 5 0,-2 2-303,2 1 303,0-7 0,0 0 0,0 0 0,2 10 0,-2-7 0,3 6 0,-2-9 0,2 8 0,-1-7-208,2 6 208,-1-9 0,2 5 0,-1-7 0,3 6 0,-4-11 297,3 0-297,-2-5 0,1 0 0,0-1 214,2-1-214,4-1 0,-3-2 0,1 0 0,-5-2 0,-1 0 0,-1 0 0,1-2 0,-2 1 0,-1 0 0,-1-1 0,-2-1 0,0 0 0,-1 0 0,-1-1 0</inkml:trace>
  <inkml:trace contextRef="#ctx0" brushRef="#br0" timeOffset="30101">1980 14590 5734,'18'-8'0,"1"1"0,-6 3 0,1 1 0,2-1 0,0 0 0,0-1 0,0 0 0,-1 0 0,0 0 0,0 2 0,-1 0 0,-1 0 0</inkml:trace>
  <inkml:trace contextRef="#ctx0" brushRef="#br0" timeOffset="30554">2396 14752 5734,'0'31'0,"0"-2"0,1-5-719,0-2 719,0 1 0,1-1 0,0-1 95,0-2-95,0-2 152,0-2-152,-1-4 0,2-1 0,-2-3 362,1-2-362,-1-1 110,0-1-110,0-3 0,-2-12 0,0-4 0,-1-7 0,0 1 0,1 4 0,0-1 0,1-1 0,2-14 0,1 9-441,0-7 441,2 11 0,-1 3-162,7-7 162,-5 12 0,6-3 0,-1 17 0,-2 3 0,7 9 0,-7-1 0,6 10 0,-8-5 0,3 4 0,-5-5 0,0 1 434,-1-1-434,1 6 0,-3-5 0,1 3 169,-2-7-169,-2 3 0,0-6 0,-1 3 0,-1-8 0,1 0 0</inkml:trace>
  <inkml:trace contextRef="#ctx0" brushRef="#br0" timeOffset="30927">2732 14844 5734,'7'0'0,"0"0"0,3-1 0,-2 0 0,8-1 0,-6 1 0,5 0 0,7-1 0,-7 1 0,7-1 0,-9-1 0,-2 1 0,0-1 0,0 1 0,1 0 0,-3 0 0,3-1 0,-8 1 0,1 1 0,-3 1 0,0 1 0,-1 0 0,-1 1 0,-1 1 0,1 0 0</inkml:trace>
  <inkml:trace contextRef="#ctx0" brushRef="#br0" timeOffset="33846">3107 14484 5734,'-4'1'0,"0"1"0,4-2 0,0 1 0,-1 1 0,4 1 0,-3 0 0,6 4 0,-5-2 0,2 2 0,-2-3 0,0-1 0,1 0 0,-1 0 0,0-1 0,0 0 0,0 0 0,2 0 0,-2 2 0,2 1 0,-2 1 0,2-1 0,-1-1 0,0 0 0,2 0 0,-2 1 0,2 1 0,-2 2 0,3 2 0,-2-2 0,1 3 0,-1-3 0,1 5 0,-1-2 0,1 10 0,4 13 0,-3-9-402,2 10 402,-3-19 0,0 0 0,0 0 0,-1 0 0,1 0 0,1 6 0,-1-7 0,1 4 0,1 1 0,-3-9 402,1 6-402,-2-11 0,0-2 0,-1 0 0,0-1 0,0-1 0,-1 1 0,1-3 0,-1 2 0,1-1 0,-1 1 0,0 0 0,0 0 0,0-6 0,0 3 0,-1-6 0,1 5 0,-1-1 0,1-3 0,1 1 0,0-3 0,0 0 0,1 0 0,5-21 0,-3 13 0,5-14 0,-5 18 0,0 1 0,3-5 0,-1 5 0,4-6 0,-5 9 0,4-4 0,-5 6 0,1 1 0,-1 1 0,0 0 0,-1 1 0,0-2 0,1 3 0,0 0 0,-1-1 0,3 0 0,-2 1 0,0-2 0,-3 3 0,1 0 0,-1 0 0,0 0 0,0 0 0,-4 3 0,-1-1 0,-1 2 0,0 0 0,2-1 0,-1 0 0,-1 2 0,1 1 0,-1 1 0,2-1 0,-1 3 0,1-2 0,-3 4 0,4-6 0,-1 2 0,3-3 0,0-2 0,0 1 0,0 0 0,0-1 0,2-3 0,-1 2 0,3-4 0,-3 2 0,0 1 0,1-1 0,-1 0 0,1 0 0,-1 0 0,-1 1 0,-3 1 0,0 0 0,-1 2 0,1 0 0,0 0 0,0 1 0,-1 0 0,1 0 0,-1 0 0,1 1 0,-1-1 0,2 1 0,-1-2 0,1 1 0,-1 0 0,1 1 0,-1-1 0,1 1 0,0-1 0,2 0 0,0-2 0,2 4 0,-1-2 0,3 1 0,-1-3 0,0 1 0,4 3 0,-1-1 0,7 5 0,-5-2 0,9 7 0,3 3 0,-3-4 0,9 7 0,-14-12 0,8 4 0,-8-5 0,2 1 0,-4-4 0,0 1 0,-1-1 0,-1-1 0,-2-1 0,-3-1 0,0 0 0,-1 0 0,-1-2 0,-4-4 0,-1 0 0,-2-4 0,-1 2 0,1-1 0,-1-1 0,1 0 0</inkml:trace>
  <inkml:trace contextRef="#ctx0" brushRef="#br0" timeOffset="34847">3493 14414 5734,'14'9'0,"-2"-1"0,-2-4 0,7-1 0,-2-1 0,5 0 0,-4-2 0,28-1 0,-22 1 0,19-1 0,-23 1 0,-4 0 0,2 0 0,-6-1 0,3-1 0,-3 1 0,2-1 0,-6 1 0,0 0 0,-1 0 0,0 1 0,-1 0 0,-1 0 0,-1 1 0,1 0 0,-2 0 0,1 1 0,-2 0 0,0 0 0,0-1 0,0 0 0,0 1 0,0 1 0,0 1 0,0 0 0,-1 0 0,1 0 0,-2 8 0,1-4 0,-2 7 0,2-8 0,0 1 0,-1 5 0,0-2 0,1 4 0,0-3 0,1 1 0,0 7 0,0-4 0,0 6 0,0-5 0,0 10 0,0-6 0,2 16 0,0-14-463,1 7 463,-1-8 0,0 2 0,1 2 0,-1 12 0,0-12 0,0 0 0,0 3 0,0-4 0,-1-8 0,1 3 0,-1-9 0,2 4 0,-1-5 0,3 6 0,0-2 463,-1-2-463,1 0 0,-4-4 0,2 0 0,0 5 0,0-5 0,-1 3 0,-1-7 0,-2-1 0,0 0 0,-3-2 0,-4-1 0,0-1 0,-6-2 0,2 0 0,-2-2 0,-2 0 0,-2 0 0,-12-1 0,6 3 0,-20 0 0,18 2-478,-6 1 478,11 0 0,-3 0 0,-5 1 0,7 1 0,0 2 0</inkml:trace>
  <inkml:trace contextRef="#ctx0" brushRef="#br0" timeOffset="37324">5036 4239 5734,'-3'4'0,"1"0"0,0-1 0,1-2 0,0 0 0,0 1 0,1-1 0,1 4 0,0-4 0,2 2 0,1-3 0,9-2 0,-1 2 0,8-2 0,12 2 0,-1 2 0,3 0 0,-6-1 0,0 1-343,11 1 0,1 1 343,3 1 0,-2 0-1316,-6-2 0,0 1 1316,-4 0 0,2 0 0,1-1 0,3 0 0,1 1 0,-1-2 0,7 2 0,2-1 0,-9-1 0,5-1 0,1 1 0,-5 0 0,-4-1 0,-4 0 0,4-1 0,6 1 0,5-1 0,-1 1 0,-4-1 0,-6 0 0,-3 1 0,3-1 0,4 0 0,4 0 0,0-1 0,-5 1 0,7 0 0,-1 0 0,1-1 0,3 1 0,-5-1 0,-6 1 0,-2-1 0,8 0 0,-2 0-969,7-1 969,-5 0 0,4-1 0,-3 0 0,-13 3 428,-11 2-428,-31 9 0,0 1 0,-9 7 0</inkml:trace>
  <inkml:trace contextRef="#ctx0" brushRef="#br0" timeOffset="46243">4316 14739 5734,'14'1'0,"0"0"0,29-2 0,-23 0 0,27-1 0,-15-7 0,-14 5 0,12-6 0,-10 2 0,-11 5 0,5-2 0,-21 12 0,1 1 0,-7 6 0</inkml:trace>
  <inkml:trace contextRef="#ctx0" brushRef="#br0" timeOffset="46460">4378 14955 5734,'4'-6'0,"9"-5"0,-3 3 0,20-9 0,-14 9 0,8-4 0,0 3 0,-10 5 0,14-4 0,-19 6 0,5 1 0,-12 1 0,0 0 0</inkml:trace>
  <inkml:trace contextRef="#ctx0" brushRef="#br0" timeOffset="46893">4936 14827 5734,'7'2'0,"5"-1"0,-2-3 0,5-4 0,-3-2 0,-1-3 0,2-3 0,0-2 0,-1-3 0,-1-1 0,0-3-595,-1-2 595,-1-1 0,-2-4 0,0-1 0,-3 6 0,0-1 0,2-15-759,-2 13 0,-1 0 759,1-13 0,-3 11 0,1 1 0,-1-16 0,-1 16 0,-1 0 0,-1-8 0,-4-5 0,0 0 0,0 1-437,0 2 0,1 4 437,2 18 0,2 3 448,1 3-448,1 4 1438,2 4-1438,-1 4 0,1 4 0,1 4 0,-2 5 0,0 2 0</inkml:trace>
  <inkml:trace contextRef="#ctx0" brushRef="#br0" timeOffset="47256">4991 15039 5734,'10'-11'0,"2"1"0,0-1 0,1 3 0,6-1 0,-5 5 0,5 3 0,-7 7 0,-2 19 0,-4 1-1116,-6 7 1,-2 4 1115,0-9 0,-2 0 0,-3 13 0,0 2 0,0-9 0,0 2 0,1-3 0,-1 3 0,0 2 0,1-2 0,0 5 0,2-2 0,0 1-864,-3 8 1,1 2 0,2-4 863,2 2 0,4-6 0,1-16 0,1-2-377,6 5 0,1-2 377,9 7-159,12 1 159,-4-26 0,5-9 0,1-9 0,2-8 44,-1-9-44,0-5 0,-19 13 0,0-1 0,1 0 0,-1 0 0</inkml:trace>
  <inkml:trace contextRef="#ctx0" brushRef="#br0" timeOffset="48543">6263 13847 5734,'3'10'0,"-1"1"0,6 24 0,-4-15 0,4 19 0,-5-21 0,1 1 0,3 15 0,-3-13-314,2 11 314,-3-17 78,-1 3-78,0-7 0,0 2 0,-2-9 0,0 0 0,0 0 236,0-2-236,0 1 0,0-2 0,-2 1 0,1-1 0,-1 0 0,1-3 0,-2 0 0,2-2 0,0-1 0,0-1 0,0-2 0,0-5 0,0 1 0,2-6 0,0 4 0,1-10 0,0 4 0,3-8 0,1-3 0,-1 6 0,2-1 0,0-3 0,0 1-398,1 2 0,0 4 398,1 4-20,4-4 20,-4 14 0,6 4 0,-6 8 0,10 18 0,-9-6-362,5 13 362,-8-9 0,0 0 0,-2 2 0,1 0 0,-2 0 0,1 0 0,-1-1 0,-1 0 0,0 0 0,2 7 0,-3-9 719,2 5-719,-3-10 21,-1 2-21,0-6 0,0 0 0,-1-5 0</inkml:trace>
  <inkml:trace contextRef="#ctx0" brushRef="#br0" timeOffset="49235">6711 13999 5734,'4'3'0,"1"0"0,4 0 0,-1-1 0,13 0 0,-6-2 0,15-1 0,-11 0 0,9 0-236,-10 0 236,2-1 0,6 0 0,-6 1 0,12-3 0,-15 1 0,3-2 0,-8 1 0,-3 1 0,-1 1 0,-2-1 0,-1 1 0,0-1 0,-1 1 0</inkml:trace>
  <inkml:trace contextRef="#ctx0" brushRef="#br0" timeOffset="49728">7129 13581 5734,'1'9'0,"1"5"0,1-1 0,5 15 0,-3-7 0,2 11-912,-2-7 912,1 3 0,-2 1 0,0 1 0,1 17 0,-2-11 0,-1-8 0,0 1 0,1 2 0,1 6 0,-2-16 220,1-3-220,-1-2 0,1-5 0,0 3 0,-1-8 0,1 2 692,1-11-692,0-1 0,2-4 0,0-1 0,3-6 0,0 1 0,3-4 0,-2 3 0,0-2 0,13-15 0,-9 12-367,7-11 367,-11 17 0,-3 3 0,-1 2 0,-1 3 0,-2 2 0,-3 5 0,-2 3 0,-2 6 367,-1 2-367,-1 2 0,-2 2 0,-1 2 0,-2 8 0,4-5 0,3 12 0,6-15 0,4 2 0,2-10 0,2-3 0,2-3 0,1-2 0,3-7 0,-4-2 0,2-5 0,-6-1 0</inkml:trace>
  <inkml:trace contextRef="#ctx0" brushRef="#br0" timeOffset="50472">5194 13770 5734,'5'-2'0,"0"1"0,1 3 0,-1 1 0,13 19 0,-10-10 0,8 14 0,-8-5 0,-2-5 0,1 7 0,-3-6 0,0 2 0,0 0 0,-1 1 0,-2 0 0,1 0 0,-1 0 0,2 5 0,-2-7 0,2 7 0,-2-14 0,2 1 0,-3-8 0,1-3 0,-2-6 0,-2-9 0,0-1 0,-1-15 0,1 9-461,-1-9 461,2 6 0,-1-1 0,0-13 0,0 11 0,-1-7 0,2 14 0,-1-5 0,3 16 0,-1-2 0,3 27 0,-2-1 0,2 10-392,-2-3 392,0 1 0,0 11 0,1-10 0,-2 17 0,0-21 0,-3 4 0,1-12 0,-1-2 0</inkml:trace>
  <inkml:trace contextRef="#ctx0" brushRef="#br0" timeOffset="51600">5623 14151 5734,'-10'22'0,"0"1"0,-4 5 0,4-2 0,1-1 0,0-2 0,-4 17 0,7-16-763,-2 8 763,3-9 0,-1-1 0,2-2 0,-2-2 0</inkml:trace>
  <inkml:trace contextRef="#ctx0" brushRef="#br0" timeOffset="53151">7676 13749 5734,'-3'-4'0,"0"1"0,-1-1 0,2 1 0,-2-1 0,1 2 0,0 0 0,-1-2 0,1 3 0,-3-3 0,3 3 0,-1-1 0,2 1 0,-1 1 0,2 0 0,0-1 0,1-1 0,0 0 0,0 1 0,4 3 0,2 1 0,3 2 0,2-1 0,0 0 0,10 3 0,-3-2 0,18 4 0,-13-3 0,19 3-751,-18-4 751,8 2 0,-11-3-419,8 1 419,-8 0 0,11 3 0,-15-3 0,3 3 0,-9-2 0,0 5 0,-4-2 0,-4 12 0,-6-5 0,-6 7 241,-2-3-241,-4 2 0,-12 12 0,6-6-605,-10 7 605,11-11 0,-1-1-571,2-2 571,1-2 0,2-1-160,1-3 160,2-2 407,3-3-407,1-1 998,2-2-998,2-2 658,2-6-658,2-1 202,2-4-202,2-1 0,1-1 0,1-1 0,1-1 0,0 0 0</inkml:trace>
  <inkml:trace contextRef="#ctx0" brushRef="#br0" timeOffset="53498">7950 14469 5734,'12'-12'0,"6"-11"0,-5 4 0,7-11-1687,-4 6 1687,1-3 0,0 1 0,2-2 0,-1 1 0,-1 1 0,0 1 0,-2 1 0,0 1 0,0 2 0,8-16 529,-18 31-529,-2 1 277,0 0-277,-2 3 0,0 1 0,-3 6 0,0-1 0,0 4 0</inkml:trace>
  <inkml:trace contextRef="#ctx0" brushRef="#br0" timeOffset="53868">8613 13925 5734,'-8'4'0,"-5"6"0,3 0 0,-8 17 0,7-5-1027,-4 10 1027,6-4 0,0 2 0,2 3-683,1 1 683,2 1 0,3-1 0,4-2-600,3-2 600,4-4 0,2-4 0,3-5 0,12-4 0,-4-8 181,8-6-181,-7-10 0,0-4 0,-1-6 0,0-4 0,-9 4 0,-2 0 0,5-12 362,-9-6 0,-7-2-362,-11 16 0,-2 1 0,2-6 0,-3 2-77,-26 2 77,10 23 0,-2 5 0,7 4 0,0 2 0,-13 6 0,14-3 0,-1 1 0</inkml:trace>
  <inkml:trace contextRef="#ctx0" brushRef="#br0" timeOffset="55268">5481 15827 5734,'-10'9'0,"2"1"0,2-1 0,0 4 0,0 3 0,-5 26 0,4-12-669,2 0 1,2 1 668,2 0 0,3 9-631,3-14 631,2-1 0,10 4 0,-2-11 0,9 2-283,-5-12 283,2-4 0,6-10 0,1-3 0,4-4-491,-4 0 1,-1-3 490,-5-6 0,-3-2 466,-2-2-466,-4-1 0,-4-1 0,-4-13 0,-6 10 570,-4-9-570,-16-2 0,6 18-167,-12-9 167,11 23 0,-12 5 0,7 6 0,-10 2 0,11 5 0,1-1 0</inkml:trace>
  <inkml:trace contextRef="#ctx0" brushRef="#br0" timeOffset="56478">6771 15567 5734,'-3'5'0,"2"12"0,3-4 0,5 20 0,4 7 0,-3-14 0,-1 0 0,6 19 0,-7-20 0,0-3 0,-1-3 0,0 4 0,-2-11 0,-1-2 0,0-2 0,-1-3 0,1 0 0,-2-4 0,-1-9 0,-1 0 0,-2-17 0,4 7 0,2-10 0,2-2 0,1 0 0,1-1 0,1 0 0,0 10 0,5-8 0,-5 16 0,7-1 0,-4 10 0,9 4 0,-5 4 0,24 21 0,-19-10-583,15 13 583,-20-15 0,0 1 0,-1 0 0,4 6 0,-5-5 0,2 4 0,-6-7 0,-2 0 0,-2 0 0,0-1 0,-3-1 145,0 0 1,-1-1 0,1-1 0</inkml:trace>
  <inkml:trace contextRef="#ctx0" brushRef="#br0" timeOffset="56806">7387 15813 5734,'5'4'0,"0"0"0,0-2 0,6 1 0,-1-1 0,4 1 0,7 0 0,2-2 0,2 0 0,-3-3 0,-10-2 0,0 1 0,0 0 0,-1-1 0,-1 1 0,0-1 0,-4 1 0,1 0 0,-2 0 0,1 0 0</inkml:trace>
  <inkml:trace contextRef="#ctx0" brushRef="#br0" timeOffset="57380">7826 15391 5734,'-14'-14'0,"1"1"0,5 7 0,3 4 0,-2 1 0,5 5 0,0 3 0,2 11 0,1-2 0,1 10-488,1-3 488,1 2 0,3 15 0,-1-8-1008,3 12 1008,-3-13 0,5 7 0,0 1 0,0-1-534,0-2 1,0-2 533,-4-15 0,0-3 0,-2-2 0,-1-3 384,0-2-384,0-2 929,0-2-929,0-1 1250,1-2-1250,6-2 0,-3 0 0,4-4 0,-5 1 0,1-2 0,2-5 0,-2 2 0,4-8 0,-5 5 0,2-7 0,-5 7 0,1-8 0,-3 8 0,-1-1 0,-1 5 0,0 1 0,-1 4 0,-1 2 0,1 4 0,-2 3 0,2 0 0,1 2 0,-1 1 0,2 1 0,-1 0 0,3 4 0,0-3 0,13 12 0,-7-15 0,9 5 0,-10-12 0,1-1 0,-1-2 0,1-3 0,-1-2 0,2-2 0</inkml:trace>
  <inkml:trace contextRef="#ctx0" brushRef="#br0" timeOffset="57965">8569 15570 5734,'-8'17'0,"-5"7"0,2-7-977,-5 9 977,1-6 0,0 1 0,-1 1 0,-4 6-389,4-7 0,1 0 389,1-2 0,1-1 145,-1 5-145,5-8-64,-3 9 64,7-13 441,1 6-441,4-9 856,3 2-856,1-5 302,8 2-302,-1-3 0,14 0 0,-6-3 0,17-1 0,-13-1 0,16-2 0,-16 2-229,7 0 229,-11 0 0,-2 1-63,4 1 63,-6 0 0,11 4 0,-18-1 0,4 3 0,-14-1 0,-2 1 0,1 0 0</inkml:trace>
  <inkml:trace contextRef="#ctx0" brushRef="#br0" timeOffset="58388">8878 15674 5734,'-11'12'0,"-4"11"0,5-4 0,-6 19 0,9-13-1201,-1 9 1201,6-9 0,2-1 0,3 0-27,1-1 27,3-2 0,8 4 0,-4-8 0,16 3 0,-10-14 0,9-4 0,-5-7 0,11-14 0,-7 1-634,8-11 634,-11 4 0,-3-2 0,-2-1 0,-4 0-5,-3-1 5,-5-8 0,-16 10 0,-5 0 0,0 6 0,-2 2-185,-4-2 1,-1 3 184,-17 9 0,15 9-5,1 1 1,1 3 0,2 0 0</inkml:trace>
  <inkml:trace contextRef="#ctx0" brushRef="#br0" timeOffset="60331">4174 17969 5734,'39'1'0,"-14"-1"0,-1-1 0,4-2 0,-2 0 0,-1 0 0,4-2 0,-3 1 0,-1 1 0,-5-1 0,2 5 0,-24 2 0,-8 6 0,-1-1 0</inkml:trace>
  <inkml:trace contextRef="#ctx0" brushRef="#br0" timeOffset="60499">4280 18272 5734,'5'5'0,"5"-2"0,0-4 0,15-3 0,-7 1 0,9-3 0,-7 1 0,7 0 0,-8 1 0,5 0 0,-7 1 0</inkml:trace>
  <inkml:trace contextRef="#ctx0" brushRef="#br0" timeOffset="60922">5030 17980 5734,'10'-8'0,"3"-8"0,-5 3 0,2-9 0,-5 2 0,-2-13 0,-1 5-1212,-3-11 1212,0 8 0,-2-1 0,0-2 0,-1-2 0,1-2 0,0-1 0,2-3 0,1 0 0,2 12 0,0 0 0,2-16-562,0 17 1,0 0 561,4-8 0,1 2-734,2 2 734,1 3 0,2 2-440,0 3 440,1 3 0,0 3 666,19-1-666,-12 15 0,11 1 0,-18 17 0,-6 3 0,0 0 0</inkml:trace>
  <inkml:trace contextRef="#ctx0" brushRef="#br0" timeOffset="61354">4957 18195 5734,'17'-15'0,"1"2"0,-4 4 0,1 3 0,0 2 0,8 20 0,-11 0-283,5 18 283,-15-3-1147,1 6 1147,-1 6 0,2 3-973,2-10 0,2 6 0,0-3 973,0-7 0,1 1 0,0 4 0,2 3 0,3-5-281,5-7 0,2-6 281,14 7 0,-1-14 0,1-7 0,10-11-392,-15-4 0,-1-4 392,7-15 0,-4-6 0,-3-3 0</inkml:trace>
  <inkml:trace contextRef="#ctx0" brushRef="#br0" timeOffset="62989">5474 17036 5734,'3'-8'0,"4"-12"0,-2 7 0,6-17 0,-4 14 0,7-15 0,-7 15 0,5-9 0,-8 17 0,1 1 0,-3 7 0,1 3 0,2 22 0,-2-4 0,0 2 0,1 5 0,2 11 0,0 0 0,-2-11 0,0 0-697,3 12 1,0-2 696,-1-7 0,0-1-242,1 9 242,-3-13 0,0 9 0,-4-18 0,-1 0 0</inkml:trace>
  <inkml:trace contextRef="#ctx0" brushRef="#br0" timeOffset="63389">5991 17451 5734,'-9'37'0,"1"-12"0,0-3 0,-2-4 0,-7 7 0,7-18 0</inkml:trace>
  <inkml:trace contextRef="#ctx0" brushRef="#br0" timeOffset="66435">7310 16898 5734,'1'9'0,"4"17"0,2 13 0,0-6 0,1 8 0,-1-8 0,0 8 0,1 0 0,-3-10 0,1-2 0,-2 2 0,-3-7 0,-3-23 0,-3-31 0,3 7 0,3-17 0,1-2 0,2 10 0,9-11 0,2 2 0,-1 21 0,13 7 0,2 7 0,-9 17 0,9 16 0,-2 5 0,-10-4 0,-1 9 0,0 1 0,-6 1-1347,0 7 1347,-6-15 0,-3-15 79,-3-2 1,1-5 0,-2-3 0</inkml:trace>
  <inkml:trace contextRef="#ctx0" brushRef="#br0" timeOffset="66968">7804 16791 5734,'7'6'0,"6"2"0,-3-3 0,6 1 0,-1-1 0,1 0 0,12 1 0,-5-1 0,18 2 0,-15-3-755,7 1 755,-10-2 0,7 0 0,-7-1 0,5 0 183,-12-1-183,5 5 0,-9 0 0,-4 17 0,-26 16 0,-1-2-319,4-12 1,-2-1 318,-4 6-561,0 1 561,0 0 0,7-9 0,1 0 0,-7 10 0,-2 7-255,5-7 255,7-10 0,-3 6 0,7-14 0,0 1 580,1-7-580,0 0 0,0-6 0,0-1 0</inkml:trace>
  <inkml:trace contextRef="#ctx0" brushRef="#br0" timeOffset="67295">8185 17481 5734,'19'-31'0,"-5"9"0,0 1 0,5-9-2266,8-10 2266,-8 12 0,6-10 0,-6 10 0,-5 7 0,-1 1 693,0-1-693,7-15 0,-12 21 369,1-6-369,-8 16 0,-2 3 0,-4 0 1204,-1 5-1204,-1 1 0,0-1 0,1 1 0</inkml:trace>
  <inkml:trace contextRef="#ctx0" brushRef="#br0" timeOffset="68033">8696 17288 5734,'16'-23'0,"-2"0"0,0-1 0,3-5-979,-4 5 1,-1 0 978,-2 1-215,0-10 215,-3 9 0,0-19 0,-5 19 0,-1-9 0,-2 10 227,0 0-227,-2 1 0,0 1 0,-2 1 0,-1-3 0,0 6 0,-2-1 0,1 7 0,-10-5 0,7 8 928,-7-6-928,11 11 695,0 0-695,0 3 322,1 0-322,1 3 0,0 2 0,2 8 0,-2 15 0,2-4 0,1 10 0,1 0 0,1-5-716,0-2 0,1 1 716,1 8 0,0-11 0,0 1 0,1 12 0,1-11 0,-1 2 0,3 15 0,-3-16 0,1-1-799,1 9 799,0-2 0,0-4-392,-2-3 392,0-5 0,-1-4 0,-2-4 1238,1-5-1238,-2-3 883,0-4-883,-1-10 502,1-1-502,8-38 0,-1 20-457,-1 2 1,1 0 456,3 2 0,0 1-251,0 2 251,0 2 0,0 2 0,-1 2 0,1 2 0,1-1 0,-2 3 887,0 1-887,-3 5 277,-3 5-277,-1 2 0,-3 3 0,-2 5 0,-4 4 0,-2 5 0,-3 4 0,-1 3-887,1 3 887,-1 0 0,2 0 0,3-1 0,2-3 0,4-2 0,6-6 0,7-4 0,6-8 0,26-15 0,-4-4-642,-1-4 1,0-1 641,-13 5 0,-2 0 382,7-4 1,0 0-383,-1 2 0,-4-1 0,5-6 0,2 0 0,-27 11 0</inkml:trace>
  <inkml:trace contextRef="#ctx0" brushRef="#br0" timeOffset="69155">5750 18506 5734,'-24'23'0,"9"-5"0,-8 16-1606,14-7 1606,2 2 0,3 0 0,3 0 0,4-1 505,4-4-505,4-3 0,6-6 264,2-5-264,4-7 0,0-7 0,13-16 0,-10-1 0,-4-8 0,-2-4 0,-5-5 0,-6 2 0,-5 1-226,-12 4 226,-9-5 113,-3 17-113,-2 5 0,-4 4 0,1 4 0,-10 4 0,12 3 0,-4 2 0</inkml:trace>
  <inkml:trace contextRef="#ctx0" brushRef="#br0" timeOffset="70279">7584 18480 5734,'5'14'0,"1"2"0,0 1 0,5 22 0,-5-13 0,0-1 0,-1-1 0,-1-3 0,-1 3 0,-1-11 0,-1-1 0,0-4 0,-1-3 0,-1-19 0,1 1 0,1-16 0,1 4 0,6-17-342,-2 8 342,1 6 0,1 0-752,1-2 752,3-6 0,-5 17 0,1 4 0,0 6 0,6 6 0,-3 5 315,3 6-315,-4 5 0,0 2 0,0 3 0,4 12 0,-3-7 389,-2 2 1,1 0-390,8 15 0,-2-1-98,1-13 0,-7-21 1,3-2-1</inkml:trace>
  <inkml:trace contextRef="#ctx0" brushRef="#br0" timeOffset="70766">8386 18381 5734,'-28'35'0,"9"-11"0,0 1 0,-6 8 0,5-6 0,-3 6 0,3-4 0,6-8 0,0-1-1255,-11 17 0,3-2 1255,10-10 0,2-3 759,5-5-759,3-2 408,4-3-408,5-2 0,3-1 0,16-2 0,-3-3 0,12-2 0,-8-3 1343,2-2-1343,12-2 0,-10 0 0,7-2 0,-14 3 0,-1-2 0,5-1 0,-9 3 0,3-1 0,-12 5 0,-2 1 0,-3 3 0,-2-1 0</inkml:trace>
  <inkml:trace contextRef="#ctx0" brushRef="#br0" timeOffset="71893">8889 18421 5734,'2'-26'0,"-2"-6"0,-4 15 0,-6-10 0,1 12 0,-2-2 0,2 7 0,0 1 0,1 2 0,-10-3 0,10 6 0,-7 0 0,11 5 0,1 3 0,-1 0 0,1 3 0,1 2 0,-3 11 0,3-1 0,0 20 0,5 3 0,0 2-1247,2 1 1247,-1-12 0,0 1 0,-1-9 0,1 0 0,0 12 0,2 9-664,-3-19 664,1-4-216,0 3 216,-1-10 0,0 1 0,0-9 1125,-2-5-1125,0-4 735,-1-5-735,0-2 267,0-9-267,1 4 0,0-7 0,1 5 0,1 1 0,2-2 0,6-5 0,-1 4 0,5-3 0,3 0 0,-2 2-392,15-12 392,-19 23 0,0 2 0,3 3 0,-4 3 0,2 3 0,-6 3 0,0 1 0,-3 13 0,-3-6 0,-3 9 392,-4-10-392,-2-1 0,-2-1 0,-2-1 0,-7 3 0,3-4 0,-9 4 0,13-7 0,-2-1 0,7-2 0,4-1 0,5 3 0,5-3 0,8 3 0,3-2 0,17 1 0,-5-1-994,12 1 994,-10-2 0,-2-2-307,11 1 307,-12-2 0,5 0 0,-14-2-70,1-3 70,-8 0 0,-1-7 0,-11 7 0,-4-3 0</inkml:trace>
  <inkml:trace contextRef="#ctx0" brushRef="#br0" timeOffset="73467">4938 18189 5734,'-9'17'0,"1"0"0,1-3 0,-1 1 0,3-5 0,-1 3 0,3-8 0,2 0 0,2-5 0,4-3 0,0-4 0,2-3 0,-1 1 0,12-11 0,-8 11 0,9-8 0,-10 13 0,-3 0 0,2-1 0</inkml:trace>
  <inkml:trace contextRef="#ctx0" brushRef="#br0" timeOffset="74315">805 14152 1993,'6'46'0,"0"0"0,1-1 0,-1 1 0,0-1 0,0-1 0,0 0 0,0-1 0,0 1 0,0 1-333,-1-4 1,1 1 0,-1-1 0,1 2 0,0 2 0,-1 1 332,0-5 0,1 3 0,-1 1 0,0 1 0,0 1 0,1 0 0,-1 0 0,0-1 0,0-2 0,0 0 0,0-1 0,0-1 0,-1 0 0,1 1 0,-1-1 0,1 1 0,0 2 0,-1 0 0,1 2 0,0 0 0,0 1 0,0 0 0,-1-1 0,1 1 0,-1-1 0,0-2 0,0 2 0,-1-1 0,1 0 0,-1-1 0,0 0 0,0-1 0,0-1 0,0-1 0,0 7 0,0-3 0,1-1 0,-1 1 0,0 0 0,1 3 0,-1-5 0,0 2 0,0 2 0,0 0 0,1 0 0,-1-1 0,0-2 0,0-2 0,1 2 0,-1-2 0,0-2 0,0-1 0,0 1 0,1 0 0,-1 6 0,1 1 0,0-1 0,0-1 0,0 0 0,0-2 0,0-2 0,0 0 0,0 1 0,1 0 0,-1-1 0,1 0 0,0 2 0,1-2 0,-1 0 0,0-3 0,1 5 0,-1-2 0,1-1 0,1 1 0,0 6 0,0 2 0,1-2 0,0-5 0,1 6 0,1-5 0,-1-6 0,-1-3 0,-1-8 0,-1-2 0,5 6 0,-3-21 0,-1-25 0,-1-12 0</inkml:trace>
  <inkml:trace contextRef="#ctx0" brushRef="#br0" timeOffset="75487">1033 13365 5734,'29'0'0,"0"0"0,17-2 0,0 0 0,-9 0 0,0 0-1093,-4 0 1,3-1 0,-2 0 1037,4-1 1,2 0 54,1-1 0,3 0 0,-2 0-454,-8 1 1,-2 1-1,4-1 454,8-1 0,6-1 0,0 1 0,-5 0-329,-4 1 0,-4 0 0,3 0 329,-1 0 0,2 0 0,0 0 0,-3 0 0,2 0 0,-2 1 0,1-1 0,0 0 0,2 0 0,-1 1 0,1-1 0,0 0 0,0 0 0,0 1 0,0-1 0,3 1 0,0-1 0,4 1 0,1-1 0,-3 1 0,-10 1 0,-1 0 0,0 0 0,4-1 0,0 1 0,4 0 0,1-1 0,1 1 0,-2-1 0,-4 1 0,0 0 0,-4 1 0,1-1 0,5 0 0,-1 0 0,5-1 0,4 0 0,0-1 0,0 1 0,-3 0 0,-5 0 0,4 0 0,-5 1 0,-1-1 0,4 0 0,-2 0 0,3-1 0,2 1 0,0-1 0,-3 1 0,-4 0 0,9-2 0,-4 1 0,-1 0 0,3 0 0,-1 0 0,0-1 0,0 1 0,0-1 0,0 0 0,0 1 0,0-1 0,-1 0 0,1 0 0,0 1 0,0-1 0,1 0 0,-1 0 0,1 1 0,-2-1 0,1 0 0,3 0 0,-10 2 0,2-1 0,1 0 0,-1 0 0,-1 0 0,-2 0 0,-1 1 0,0-1 0,5 0 0,-2 1 0,4-1 0,3 1 0,1-1 0,0 0 0,-4 1 0,-4-1 0,3 1 0,-5 0 0,-1 0 0,4 0 0,5 0 0,5 0 0,0-1 0,-2 1 0,-5 0 0,1 0 0,-5 0 0,-1 1 0,3-1 0,-1 1 0,0-1 0,0 1 0,1-1 0,-1 0 0,-1 0 0,1 1 0,2-2 0,1 1 0,4-1 0,-1 1 0,-2-1 0,2 0 0,-1 0 0,3 0 0,-4 0 0,5-1 0,1 1 0,-2-1 0,-4 1 0,3 0 0,-4 0 0,2 0 0,-3 0 0,2 0 0,0 0 0,-3 0 0,-2 1 0,-3 0 0,2 1 0,-1 0 0,3 0 0,-1 0 0,-1 0 0,1 0 0,-2 1 0,3 0 0,5 0 0,5 0 0,0 0 0,-6 1 0,-6 0 0,-4 0 0,2 1 0,7 0 0,3 0 0,0 1 0,-4 0 0,-7-1 0,-3 1 0,1 0 0,9 0 0,2 1 0,-3 0 0,1 0 0,1 0 0,-8-1 0,3 0 0,2 0 0,-2 0 0,5 1 0,-1-1 0,2 0 0,1 0 0,3 0 0,0 0 0,-5 0 0,-3 0 0,-4 0 0,0-1 0,-2 1 0,-1-1 0,-1 1 0,1 0 0,-1-1 0,0 1 0,0 0 0,-1 0 0,0 0 0,-1 1 0,1-1 0,12 2 0,0 0 0,-11-1 0,2-1 0,3 1 0,3-1 0,-4-1 0,-1 1 0,-2-1 0,11 0 0,0-1 0,-14 1 0,-1-1 0,0 0 0,0 0 0,-1 0 0,-1-1 0,-1 1 0,0 0 0,-2-1 0,1 0 0,7 0 0,-2 0 0,14 0 0,-12 0 0,-1 0 0,-2 1 0,3 0 1350,-17 1-1350,-3 4 1478,-6-1-1478,-6 6 2110,-6-2-2110,-6 4 796,-2-1-796,-9 7 0,4-4 0,-12 12 0,13-11-376,-4 5 376,8-6 0,-3 6 0,-2 1 0,1 0-304,2 0 304,6-6 0,0 1 0,-4 15 0,4-4 0,2 5 0,0 2-1035,3-8 0,1 0 1035,-2 11 0,1 4 0,0-5 0,1 2 0,1 0 0,-1-6 0,2-1 0,-1 3-764,-2 11 1,1 4-1,0-2 764,1-8 0,1-1 0,-1 4 0,1-5 0,0 3 0,0 2 0,1 0 0,-1-2-174,0 2 1,1-2 0,0 1 0,0 2 173,0 1 0,0 3 0,0 0 0,0 1 0,1-4 0,0 2 0,1-2 0,0-1 0,0 0 0,0 4 0,1-1 0,0 1 0,0 0 0,0-8 0,0 0 0,0 0 0,1 0 0,-1 1 0,1 1 0,0-1 0,0 2 0,0-1 0,1 0 0,-1 1 0,0-1 0,0 1 0,1 2 0,0 1 0,0-1 0,0 2 0,0 1 0,0 1 0,1 0 0,-1-1 0,0-2 0,0 0 0,0-3 0,-1 0 0,1 0 0,0 1 0,-1 2 0,1-4 0,0 1 0,-1 2 0,1 1 0,0-1 0,0 0 0,-1-2 0,1-1 0,-1 2 0,1-1 0,-1-1 0,0 0 0,1-1 0,-1 1 0,0 1 0,0 0 0,0-1 0,1 1 0,-1 0 0,0 0 0,0-1 0,0 1 0,0 0 0,0 0 0,0-1 0,-1 1 0,1-2 0,0 1 0,-1-1 0,1 0 0,-1 0 0,0 0 0,1 6 0,-1 1 0,0-2 0,1 1 0,-1-1 0,-1-3 0,1-1 0,0 1 0,-1-1 0,0 2 0,-1-3 0,-1 2 0,1 1 0,-1-1 0,0-2 0,0-2 0,-1 5 0,0-3 0,0-1 0,-1 2 0,-2 5 0,1 1 0,0 0 0,-1 0 0</inkml:trace>
  <inkml:trace contextRef="#ctx0" brushRef="#br0" timeOffset="77919">23274 11489 3407,'-36'-12'0,"0"0"0,0-1 0,0 1 0,-1 0 0,-2 0 0,-3-1 0,-3-1 0,0 0 0,1 1-820,9 2 1,2 1 0,-1-1 0,-4 0 797,0 0 0,-4-2 1,-2 1-1,0-1 0,1 1 1,4 0 21,-1 1 0,3 0 0,0 1 0,-1-1 0,-2 0 0,-1 0 0,-1-1 0,1 1 0,3 0 0,0 1 0,3 0 0,0 0 0,0 0 0,-1 0 0,0 0 0,0-1 0,0 1 0,2 0 0,1 1 0,-2-2 0,-6-1 0,5 1 0,-5-2 0,-4-2 0,-3 0 0,-1-1 0,-1-1 0,1 1 0,2 1 0,3 1 0,5 1 0,-8-2 0,6 2 0,2 1 0,-2-1 0,-5-2 0,7 2 0,-5-1 0,-2-1 0,-3-1 0,0 0 0,0 0 0,2 0 0,3 2 0,4 1 0,6 2 0,-16-5 0,9 3 0,1 0 0,-4 0 0,1-1 0,-1 0 0,1 1 0,1 0 0,-1-1 0,1 1 0,0 0 0,0 1 0,1-1 0,1 1 0,-2-1 0,0 1 0,-2 0 0,0-1 0,1 1 0,0 0 0,2 1 0,-6-2 0,7 2 0,-6 0 0,-2-2 0,0 1 0,2 0 0,5 2 0,-8-2 0,5 1 0,-3-1 0,6 3 0,-2-2 0,-2 0 0,1 1 0,3 0 0,-1-1 0,2 1 0,1 0 0,1 1 0,-4-2 0,3 2 0,-3-2 0,3 2 0,-2-1 0,0 0 0,3 1 0,-2 0 0,3 0 0,-1 1 0,-1 0 0,1 0 0,-2 1 0,1 0 0,-1-1 0,1 2 0,-1-1 0,0 0 0,0 1 0,1 0 0,-1 1 0,-1-1 0,0 1 0,-3 0 0,0 0 0,3 0 0,-4 1 0,3-1 0,-2 1 0,3 0 0,-2 0 0,0 0 0,3 1 0,0 0 0,2 1 0,1 0 0,0 0 0,-1 0 0,1-1 0,0 2 0,1-1 0,-1 0 0,2 0 0,-1 1 0,-1-1 0,0 0 0,-2 0 0,-1 1 0,2-1 0,-1 0 0,1 0 0,-4 0 0,6 1 0,-2-1 0,-3 0 0,-1 0 0,-3 0 0,6 1 0,-3 0 0,-2 0 0,-2 0 0,1 0 0,1 0 0,1 0 0,4 0 0,-5 0 0,5 0 0,0 0 0,-1 0 0,-3 0 0,-1 0 0,-4 1 0,-3-1 0,0 0 0,3 1 0,5 0 0,6 0 0,-12 1 0,6 0 0,-2 1 0,0-1 0,1 1 0,0 0 0,1 0 0,0 1 0,0-1 0,1 0 0,0 0 0,0 1 0,3-1 0,-5 1 0,8-1 0,-5 1 0,-2-1 0,0 0 0,5 1 0,-2-1 0,4 0 0,-5 0 0,2 1 0,-4-1 0,-2 0 0,2 1 0,6-1 0,-12 1 0,4-1 0,-3 1 0,1-1 0,14 0 0,1 0 0,0 0 0,0-1 0,-1 1 0,0 0 0,1 0 0,0 0 0,-2 1 0,-12 1 0,-3 0 0,2 0 0,10-1 0,2 0 0,-2 1 0,-9 0 0,-3 2 0,4-1 0,-4 1 0,4 0 0,-2 0 0,1 1 0,0 1 0,0-1 0,1 1 0,-1-1 0,1 1 0,-1 1 0,0-1 0,0 1 0,0 0 0,-1 1 0,1 0 0,-1 0 0,0 0 0,0 1 0,1 0 0,-1-1 0,1 1 0,-1 0 0,1 1 0,0 0 0,2-1 0,-2 1 0,6-2 0,-2 2 0,-2 2 0,5-2 0,-2 2 0,0 1 0,1-1 0,-5 2 0,2-1 0,-1 1 0,8-1 0,-1 0 0,2 0 0,4-1 0,-4 5 0,5-1 0,-1 1 0,1 1 0,2 1 0,0 1 0,1 0 0,1 1 0,1-1 0,1 2 0,-8 10 0,1 1 0,9-10 0,0 2 0,-4 7 0,-3 5 0,5-4 0,5-7 0,1 0 0,1 0 0,-2 3 0,4-4 0,3-3 0,2 0 0,-3 14 0,2 0 0,1-6 0,2 1 0,-2 12 0,1 2 0,3-10 0,1 2 0,1 3 0,0 5 0,0-3 0,1-6 0,0-2 0,-1 2 0,1 0 0,0 2 0,0 1 0,0-3 0,0 4 0,0-1 0,0-1 0,0 3 0,1-1 0,-1 4 0,0-8 0,1 2 0,-1 1 0,0 0 0,1-2 0,-1 0 0,1-2 0,0 0 0,-1 4 0,1 0 0,-1 3 0,1 3 0,-1-1 0,0-2 0,1-3 0,0-1 0,0-3 0,0 0 0,0 1 0,0 0 0,0 3 0,-1-1 0,1 0 0,1-3 0,-2 9 0,2-3 0,-2 3 0,1-10 0,0 4 0,0 0 0,0-1 0,-1-1 0,1-1 0,0-1 0,0 0 0,0 5 0,-2 0 0,1 5 0,-1 3 0,-1 1 0,1 0 0,-1-4 0,2-4 0,-2 4 0,1-6 0,0 1 0,-1 5 0,1-8 0,-1 5 0,-1 2 0,1 3 0,-1 0 0,0 0 0,0-3 0,1-2 0,0-6 0,-1 11 0,0-7 0,0-1 0,0 4 0,0-2 0,0 3 0,-1 2 0,1 0 0,-1-3 0,2-4 0,-2 7 0,1-5 0,0 2 0,0 1 0,0 2 0,0 1 0,1-3 0,-1 1 0,1-2 0,0 3 0,1-5 0,-1 5 0,1 1 0,1-2 0,-1-5 0,1 3 0,1-5 0,0 5 0,1-6 0,1 5 0,0 2 0,0 0 0,1-3 0,-1-4 0,1 7 0,0-6 0,1 4 0,0 3 0,1 4 0,0 0 0,0-7 0,2 4 0,1-2 0,1-5 0,2 1 0,0-1 0,1 5 0,2 0 0,-2-11 0,2 4 0,1-2 0,-1-2 0,4 5 0,1-1 0,-3-6 0,2 2 0,0-4 0,2 2 0,0-2 0,1 0 0,2-2 0,0 0 0,0-1 0,1-1 0,3 1 0,-1-4 0,3 1 0,-1-1 0,5 3 0,2 0 0,-5-6 0,3 2 0,1 0 0,-2-3 0,9 5 0,0-2 0,-5-3 0,1 0 0,2 0 0,2-1 0,0-1 0,-1-1 0,-7-3 0,-2-1 0,4 0 0,7 2 0,5 1 0,0-1 0,-4-1 0,-4-3 0,-2-1 0,1 0 0,0 0 0,2-1 0,0 0 0,-3-1 0,2 0 0,-2-1 0,2-1 0,2 1 0,3-1 0,0 0 0,2 0 0,2 0 0,0-1 0,2 0 0,-1 0 0,1 0 0,0 0 0,0 0 0,-1 0 0,1-1 0,0 0 0,-1 0 0,-2-1 0,2 0 0,-2 0 0,0 0 0,3 0 0,0 0 0,0 0 0,-11-1 0,0 1 0,0-1 0,1 1 0,0-1 0,1 1 0,-1-1 0,1 1 0,1 0 0,0-1 0,0 1 0,0 0 0,1 0 0,0 0 0,0 0 0,0 0 0,1 0 0,0 0 0,0 1 0,0-1 0,-1 1 0,0-1 0,1 1 0,5 1 0,-5-1 0,4 0 0,3 1 0,1 0 0,0 0 0,0 0 0,-2 0 0,-4 0 0,0-1 0,-2 1 0,1 0 0,0-1 0,1 1 0,1 0 0,0-1 0,1 1 0,1 0 0,0 0 0,0 0 0,0 0 0,-2 0 0,-1-1 0,4 1 0,0 0 0,-1 0 0,-2 0 0,-1 0 0,-1-1 0,-2 0 0,-2 0 0,-1 0 0,0 0 0,0 0 0,2 0 0,-1 0 0,0 0 0,0 0 0,1 0 0,-1-1 0,1 1 0,-1 0 0,1 0 0,-1 0 0,1 0 0,0 0 0,-1-1 0,1 1 0,0 0 0,0 0 0,0 0 0,0 0 0,0 0 0,0 0 0,0 1 0,-1-1 0,0 0 0,2 0 0,1 1 0,-2 0 0,1 0 0,2 0 0,0 0 0,1 0 0,-2 1 0,-2-1 0,6 1 0,-1-1 0,-2 1 0,1-1 0,3 2 0,-7-2 0,2 1 0,1 0 0,0-1 0,0 1 0,-2 0 0,-1 0 0,2 0 0,-2-1 0,-1 1 0,0 0 0,0 0 0,0-1 0,1 1 0,-1 0 0,1 0 0,-1-1 0,0 1 0,1-1 0,-1 1 0,-1-1 0,1 0 0,0 1 0,-1-1 0,1 0 0,-1 0 0,1-1 0,8 2 0,1 0 0,-1-1 0,0 0 0,0 0 0,0 0 0,0 0 0,0 0 0,0 0 0,-1-1 0,0 1 0,0-1 0,0 1 0,-1-1 0,0 0 0,4 0 0,-9-1 0,4 0 0,0 1 0,1-1 0,-2 0 0,-2 0 0,-1 0 0,-2 0 0,-1 0 0,2-1 0,2 1 0,1-1 0,2 1 0,2 0 0,1-1 0,0 0 0,2 0 0,-1 0 0,-6-1 0,0 1 0,1-2 0,1 1 0,0 0 0,0-1 0,-1 1 0,0-1 0,-1 1 0,2 0 0,-1-1 0,-1 1 0,1 0 0,-1 0 0,0-1 0,1 1 0,0-1 0,3 1 0,1-1 0,1 0 0,0 0 0,-1 0 0,-1 1 0,-3-1 0,-3 0 0,4 0 0,-3 0 0,-3 1 0,-1-1 0,-2 1 0,9-1 0,-3 1 0,-1-1 0,-1 1 0,-1 0 0,1-1 0,-3 1 0,0 0 0,0-1 0,-3 1 0,1-1 0,-2 0 0,14 0 0,1 0 0,-12 0 0,3-1 0,0 0 0,-3 0 0,9-1 0,0 0 0,-2 0 0,3 0 0,-6-1 0,-10 1 0,-4-1 0,1 0 0,-1 0 0,22-6 856,-3 1-856,-15 3 0,0-1 0,14-1-184,-16 2 1,-1 1 183,8-2 0,11-3 0,-12 2 1427,8-6-1427,-14 0 0,-1-5 0,0-5 0,-7 2 0,-1-3 0,-4 6 0,0-2 0,10-19 0,-1-2 0,-9 16 0,0-1 0,4-9 0,1-1 0,0-3 0,-1 2 0,-4 8 0,0 0-323,5-10 0,-1 1 323,-5 11 0,-1 1 0,6-13 0,0-1 0,-4 10 0,-1-2 0,3-4 0,1-5 0,-2 4 0,-1 1 0,1-2 0,-4 6 0,3-5 0,0-2 0,0-3 0,-1 2 0,-2 3 0,0-1 0,0 0 0,-1-1 0,0 0 0,1 1-212,0 0 0,0 0 1,0 0-1,-1 0 0,1 0 1,-1-1 211,0-3 0,1-1 0,-1-1 0,-1 2 0,0 0 0,-1 4 0,1-3 0,-2 3 0,0 0 0,0-3 0,-1 3 0,1-4 0,0-1 0,0-1 0,0 1 0,0 2 0,-1 0 0,0 2 0,0 0 0,1-1 0,-1-2 0,1-2 0,-1-1 0,1-2 0,0 0 0,0 1 0,-1 3 0,0 3 0,-1 1 0,0 2 0,0-2 0,1-1 0,0-4 0,0-3 0,0-1 0,1 0 0,-1 1 0,0 2 0,-1 2 0,1 2 0,-1 2 0,0-3 0,1-2 0,-1 6 0,0-3 0,0-2 0,0-1 0,1 0 0,-1 2 0,0 2 0,-1 3 0,2-10 0,-2 5 0,1 1 0,0-2 0,-1 1 0,0-1 0,1 0 0,-1 1 0,-2 4 0,1-4 0,-2 4 0,0 1 0,0 2 0,-2 1 0,0 0 0,-4-11 0,-1 1 0,-1 4 0,-2 0 0,-1 4 0,-1-1 0</inkml:trace>
  <inkml:trace contextRef="#ctx0" brushRef="#br0" timeOffset="86102">3156 10466 5734,'-1'13'0,"3"12"0,1 1 0,-1-8 0,34 8 0,-20-36 0,12-13 0,0-3 0,-12 4 0,12-17 0,-11 6 0,-8 16 0,7-16 0,-14 26 0,4-1 0,-3 10 0,11 22 0,-6-9 0,7 16 0,-5-10 0,-2-5 0,2 4 0,0 4 0,1 1 0,-1-3 0,4 8 0,0-3 0,-5-14 0,8 9 0,-11-15 0,2 2 0,-7-7 0,-1-1 0,-3-5 0,-1-1 0</inkml:trace>
  <inkml:trace contextRef="#ctx0" brushRef="#br0" timeOffset="86778">3608 10221 5734,'0'11'0,"0"1"0,0 1 0,3 12 0,0-2-843,1 10 843,1-5 0,2 13 0,-1-9-693,3 10 693,-3-13 0,1 0-576,0-1 576,1-1 0,1 0 0,5 6 0,-3-10 0,11 9 0,-8-19 0,7 1 0,7-21 0,1-6 0,-3 2-111,3-4 0,-2-2 111,-15 1 0,-1 2 814,-4 0-814,-3 0 154,-4 0 1,-3-1-1,-3 0 1</inkml:trace>
  <inkml:trace contextRef="#ctx0" brushRef="#br0" timeOffset="86940">3692 10130 5734,'33'-9'0,"-2"2"0</inkml:trace>
  <inkml:trace contextRef="#ctx0" brushRef="#br0" timeOffset="87331">4078 10518 5734,'4'20'0,"0"7"0,-2-7 0,1 3 0,-2-9 0,-1-3 0,0-3 0,0-1 0,-1-3 0,0-3 0,-2-4 0,1-3 0,-7-19 0,5 10 0,-3-14 0,6 14 0,0-7 0,1 6 0,1-5 0,1 8 0,6-5 0,-1 5 0,9-7 0,-6 11 0,10 0 0,-8 9 0,4 4 0,-7 6 0,0 4 0,-1 3 0,-2 3 0,1 13 0,-1-7-610,0 9 610,-2-12 0,0-1 0,0 4 0,1-4 0,0-3 0,1-8 0</inkml:trace>
  <inkml:trace contextRef="#ctx0" brushRef="#br0" timeOffset="87580">4354 10543 5734,'20'-3'0,"4"-2"0,-3 0 0,14-4 0,-13 2 0,14-3 0,-16 5 0,3 0 0,-9 3 0,-3 0 0,0 2 0,-2 0 0</inkml:trace>
  <inkml:trace contextRef="#ctx0" brushRef="#br0" timeOffset="87974">4794 10341 5734,'-4'27'0,"0"-1"0,-1 5 0,1-2 0,1 3 0,1-6 0,0-1-1098,2 3 1098,0 5 0,3-15 352,-1-2-352,2-3 181,0-4-181,4-1 0,0-5 0,3-3 565,-1-5-565,0-4 0,2-1 0,0-3 0,0 0 0,4-5 0,-5 6 0,3-1 0,-7 7 0,0 3 0,-1 3 0,0 2 0,0 7 0,-1 1 0,0 5 0,0 6 0,-1-5 0,2 6 0,-2-7 0,0 0 0,0 0 0,-1-3 0,0 3 0,-1-6 0,2-2 0,-1-5 0</inkml:trace>
  <inkml:trace contextRef="#ctx0" brushRef="#br0" timeOffset="88453">5155 10095 5734,'5'-2'0,"-1"0"0,-2 2 0,-1 1 0,0 2 0,-1 1 0,0 10 0,1-2 0,1 18 0,0-9 0,5 24-1190,-2-15 1190,4 13 0,-1-11-318,-2-8 0,1 0 318,4 15 0,-1-4 0,1 6 0,-1-5 0,-3-11 0,-1-1-441,2 7 0,1 3 1,-2-5 440,-2 1 0,-1-2 0,-3-1 0,-5 7 0,-2-10 932,-9 12-932,-11-12 0,-3-3 113,-2-7-113,7-11 1317,2-5-1317,6 0 0,-7-4 0,12 2 0,-1-1 0,6 1 574,0-1-574,1 1 212,0-6-212,3 2 0,1-7 0,3 1 0</inkml:trace>
  <inkml:trace contextRef="#ctx0" brushRef="#br0" timeOffset="88616">5050 10270 5734,'21'1'0,"-1"-1"0</inkml:trace>
  <inkml:trace contextRef="#ctx0" brushRef="#br0" timeOffset="91100">19045 16146 5734,'4'3'0,"1"-1"0,-3 1 0,-1-1 0,-1 1 0,-2-1 0,-3 1 0,-2 0 0,0 1 0,-13 5 0,11-3 0,-9 3 0,7-2 0,3-1 0,-4 3 0,3 0 0,3-3 0,2 0 0,2-6 0,2 0 0,0-3 0,2-1 0,6-6 0,-1 2 0,5-4 0,1 0 0,-2 4 0,7-5 0,-7 6 0,2-2 0,-4 4 0,-2 1 0,3-2 0,-1 0 0,0 1 0,-1-2 0,-5 4 0,2 0 0,-2 2 0,-1 1 0,0 0 0,0 1 0,-1 0 0,0 4 0,0-1 0,-1 2 0,0-2 0,-3 3 0,2-1 0,-5 12 0,1-3 0,-10 20 0,3-8-780,-1-1 1,-1 1 779,-4 8 0,6-12 0,-1 0-802,-4 9 802,0-1 0,1-1 0,3-3 0,1-4 0,0 3 0,5-10 0,-1 1 0,6-11 0,6-7 1415,1-5-1415,11-19 0,3-7 0,1-4 0,-6 12 0,0-1-430,8-14 1,0 1 429,-3 3 0,0 0 0,-2 3 0,-5 8 0,0 1 0,1-3 0,3-8 0,-12 28 0,-2 4 0,-5 18 0,-2 3 0,-5 15-1096,-1 1 1096,-2 5 0,-1 3 0,1 2 0,4-17 0,1 1-65,-5 16 0,1-2 65,3-1 0,5-17 0,0-1 0,0 9 0,4 7 0,2-26 0,5-2 0,0-14 0,4-6 0,9-20 0,-2 0-308,-1-2 0,1-2 308,-6 10 0,-1 0 0,4-8 0,1 0 480,-5 6 1,1 1-481,4-10 0,0 0 0,-5 10 0,2-1-111,9-18 1,-1 5 110,-5 19 0,5-5 0,-23 45 0,-6 6 0,-3 5 681,-2 5-681,-2 3 0,0 1 0,-1 1 0,6-13 0,0 0 0,-3 14 0,2-4 0,2-1 0,0-3 0,4-11 0,1-2 157,0-6 1,3-5 0,0-3 0</inkml:trace>
  <inkml:trace contextRef="#ctx0" brushRef="#br0" timeOffset="91753">19282 16915 5734,'-9'7'0,"0"2"0,0-1 0,-8 8 0,2-2 0,-18 15 0,9-9 0,-1 2 0,-5 5 0,3-2 0,9-8 0,1 0-661,-7 5 0,-2 3 1,5-4 660,4 1 0,4-3 456,3-3-456,4 2 0,7-7 0,14 1 0,14-10 0,3-2-742,7-4 742,-10-1 0,1 0 0,13-4 0,-10 1 0,-6 1 0,-1-2 0,3-2 0,-6 0 0,0 0 0,0-2 0,6-5 1141,-13 6-1141,-3 2 0,-1 0 0,-3 1 0,-2 1 0,-1 2 848,-3 0-848,0 1 279,-2 0-279,-1 0 0,-2-5 0,0 0 0,-4-11 0,2 5 0,-3-8 0,0-1 0,1 4-206,-6-19 206,7 32 0,1 2 0,-1 2 0,0 5 0,1 3 0,-2 13 0,4 1 0,2 24 0,3-9-212,-1-9 1,1 1 211,3 16-1589,0 4 1589,-2-20 0,0-1 0,0 2 0,0-1 0,0 1 0,1 1 0,0 11 0,0-1 0,-1-9 0,-1 0 0,2 6 0,-1-1 0,-1 6-523,0-8 523,-2-7 0,-3-7 0,-1-7 122,-2-10 1,-2-7 0,-1-6 0</inkml:trace>
  <inkml:trace contextRef="#ctx0" brushRef="#br0" timeOffset="91898">19718 17484 5734,'3'17'0,"-3"-1"0,1-17 0,-6-13 0,1-9 0</inkml:trace>
  <inkml:trace contextRef="#ctx0" brushRef="#br0" timeOffset="23412.27">17091 4346 4077,'-26'23'0,"0"-1"0,1 1 0,7 1 0,-2 6 0,-2 6 0,-1 4 0,-1 3 0,-2 4 0,1 1 0,-1 1 0,1 0 0,0-1 0,1-1 0,2-3 0,1-3 0,3-5-469,-3 6 1,2-5 0,2-2 0,1-1 0,0 2 0,-2 2 0,-2 6 418,4-11 0,-1 2 0,-3 2 0,-1 2 0,-1 1 0,0 2 0,-1 0 0,1 1 0,-1 1 0,2 1 0,1 0 0,2 0 0,1 0 0,2 0 0,3-1 0,3 0 50,3 3 0,2 1 0,3 2 0,2 1 0,2 0 0,2 0 0,1 0 0,0 0 0,2-1 0,0-1 0,-1-1 0,1-2 0,-1-2 0,-1-2 0,-1-3 0,0 11 0,-1-7 0,0-2 0,0-2 0,2 1 0,4 3 0,3 6 0,-2-14 0,3 4 0,1 3 0,2 2 0,2 3 0,0 2 0,2 0 0,1 1 0,1-1 0,0 0 0,0-1 0,1-2 0,-1-3 0,0-2 0,0-4 0,-1-4 0,-1-4 0,0-6 0,18 14 0,-2-13 0,3-8 0,10-1 0,-15-6 0,6-2 0,5 0 0,3-2 0,3-1 0,1-1 0,0-1 0,-1-2 0,-2-1 0,-4-1 0,-4-2 0,-6-1 0,13-7 0,-9-4 0,-2-4 0,5-6 0,-12 8 0,4-5 0,2-2 0,2-3 0,0-1 0,1-1 0,-2 0 0,-1-1 0,-4 2 0,-4 1 0,-5 2 0,6-11 0,-7 3 0,-5-2 0,1-10 0,-7 11 0,0-5 0,1-5 0,-1-3 0,-1-3 0,1-1 0,-2-1 0,0 1 0,-1 1 0,0 3 0,-2 4 0,-1 5 0,0-12 0,-1 7 0,-3 3 0,0-3 0,-1-6 0,0 10 0,0-5 0,0-3 0,-1-3 0,0-1 0,0 0 0,-1 1 0,0 2 0,-1 3 0,0 4 0,-1 7 0,-3-9 0,0 9 0,-2 1 0,-2-5 0,-2-3 0,-2-5 0,-3-3 0,1 2 0,0 2 0,1 8 0,1 0 0,0 5 0,-2-2 0,-2 1 0,-3-5 0,-1 0 0,1 4 0,3 9 0,-12-6 0,9 14 0,-1 0 0</inkml:trace>
  <inkml:trace contextRef="#ctx0" brushRef="#br0" timeOffset="24217.27">17280 4152 5734,'-6'4'0,"0"-2"0,2-3 0,-1-9 0,1-2 0,-3-19 0,2 6-1022,-1-14 1022,2 3 0,1-5 0,-1-7 0,2 22 0,0-3-986,0-2 1,1-3-1,-1 1 986,1-9 0,-1 0 0,1 3 0,0-1 0,0 0 0,1-6 0,1 0 0,-1 0 0,2-3-585,-1 5 0,1-2 0,0 2 585,0 10 0,0 2 0,-1-2 0,2-7 0,-1-2 0,1 4 0,-1 1 0,0 3 0,-1 1 0,1 1 0,-1 4 0,0-2 0,-2-10 0,-1-6 0,0 6 0,1 11 0,0 2 0,-1-9 0,0-3 0,0 10 0,-1 12 1064,1-1-1064,0 8 2263,0-3-2263,2 9 954,0 2-954,3 21 0,-2-5 0,2 14 0,-4-11 0,0 1 0</inkml:trace>
  <inkml:trace contextRef="#ctx0" brushRef="#br0" timeOffset="24419.27">17208 2545 5734,'-2'-27'0,"1"4"0,5 16 0,1 1 0,9-2 0,-1 3 0,17 1 0,-10 5 0,10 4 0,-7 8 0,0 2 0,2 3-450,-2-1 1,-3 0 449,-4-1 0,-1 1-406,0 8 406,-5-6 0,-2 5 0,-5-9 0</inkml:trace>
  <inkml:trace contextRef="#ctx0" brushRef="#br0" timeOffset="25252.27">17111 1997 5734,'-11'2'0,"-8"7"0,4 0 0,-6 8 0,1 10 0,5-3-1015,-2 10 1015,7-8 0,0 11 0,6-9 0,1 14 0,5-21 244,4 2-244,1-14 0,4-3 0,1-6 0,3-6 0,1-5 0,6-18 0,-6 2-348,2-14 348,-11 7 0,-6 7 0,-3-1 0,-3-16 0,-3 14 0,-2-5 0,-2 1-1007,-3 0 0,-1-1 0,0 2 1007,2 2 0,1 1 0,-1 1 0,-9-16 0,3 6-458,7 11 458,5 5-283,5-7 283,6 8 0,15-13 0,1 15 657,9-5-657,-4 11 0,1 3 0,6-5 1023,-5 6 0,-1 1-1023,1 4 0,0 1 0,-1 2 0</inkml:trace>
  <inkml:trace contextRef="#ctx0" brushRef="#br0" timeOffset="25544.27">17337 1663 5734,'-14'21'0,"0"11"0,8-11 0,-1 24 0,10-12 0,1 1 0,-2-10 0,1 1-1300,5 14 1,2-3 1299,1-9 0,2 5 442,-2-15-442,-1-2 0,8 3 0,-7-8 492,7 1-492,-10-11 0,-1-3 0,-1-2 1352,-2-4-1352,-2-2 78,-2-2 0,-2-4 0,0 0 1</inkml:trace>
  <inkml:trace contextRef="#ctx0" brushRef="#br0" timeOffset="25703.27">17299 1657 5734,'6'-14'0,"0"1"0,4-1 0,-2 3 0,4-2 0,7 0 0,-7 7 0,7-3 0,-10 12 0,0 1 0,-1 4 0,-1 1 0</inkml:trace>
  <inkml:trace contextRef="#ctx0" brushRef="#br0" timeOffset="26089.27">17551 1816 5734,'-4'-2'0,"0"3"0,-2 16 0,1-1 0,-2 10 0,5-8 0,-2 1 0,2 0 0,-1 6 0,1-6 0,0 8 0,2-14 0,0 4 0,0-10 0,0-1 0,0-3 0,0-3 0,0-6 0,1-7 0,1-3 0,5-15 0,0 8 0,6-21 0,-4 16 0,7-16 0,-7 21 0,14-8 0,-13 23 0,8 3 0,-11 14 0,-1 5 0,0 3 0,0 1 0,0 1 0,-1 1 0,-1 0 0,2-2 0,-1-1 0,0-1 0,1 2 0,-2-6 0,2 0 0,-4-8 0,2-4 0,-1-2 0</inkml:trace>
  <inkml:trace contextRef="#ctx0" brushRef="#br0" timeOffset="26376.27">17760 1655 5734,'4'-4'0,"0"0"0,-1 3 0,3 0 0,0 1 0,5-2 0,-3 0 0,22 5 0,-15 0 0,14 7 0,-14 12 0,-3-2 0,5 24-406,-7-13 406,-2-2 0,0 0-1031,-1 6 1031,3 11 0,-5-15 0,0 11 0,-2-10 0,2 6-709,-1-5 709,1-10-45,-1 5 0,1-13 1,-2-2-1</inkml:trace>
  <inkml:trace contextRef="#ctx0" brushRef="#br0" timeOffset="27261.27">19222 5516 5734,'7'-39'0,"-1"5"0,0-3 0,-2 6 0,1 0-1513,1-14 0,0-3 1513,-3 10 0,1-2 0,-1 1-825,-1 7 1,0 1 0,-1-3 824,2-8 0,-1-3 0,-1-4 0,-1 8 0,0-4 0,-1-2 0,0 2 0,1 3-59,-1 4 0,0 3 0,0-1 1,0-4 58,-1 2 0,1-5 0,-1-3 0,0-1 0,-1 1 0,1 3 0,0 4 0,-1-2 0,0 5 0,0 0 0,0-2 0,0 0 0,-1-2 0,0 0 0,0 0 0,0 3 0,-1-8 0,-1 3 0,1-1 0,-1 2 0,-1 1 0,0-3 0,-1 2 0,-1-1 0,0-1 0,-1 3 0,1-1 0,0 2 0,-2-2 0,1 4 0,-1-2 0,-1-1 0,1 1 0,0 5 0,0-1 0,0 3 0,0-2 0,-2-3 0,-1-3 0,1 0 0,0 4 0,-1-4 0,0 2 0,3 7 0,-1-1 0,2 2 0,1 3 0,0 2 0,-6-20 0,3 7 0,1 7 0,2-2 0,3 13 2016,3 0-2016,4 15 2003,6 10-2003,0 3 0,6 15 0,-5-7 0,1 12 0,-1 1 0,-2-4 551,0 0 0,-1 0-551,-3-4 0,0-7 0,2 3 0</inkml:trace>
  <inkml:trace contextRef="#ctx0" brushRef="#br0" timeOffset="27423.27">18926 2742 5734,'-5'-4'0,"1"-1"0,2 2 0,-1-1 0,3 0 0,-1-4 0,2 1 0,0-4 0,3 0 0,3-2 0,1-1 0,4-2 0,2 0 0,7-3 0,-5 7 0,14-3 0,-13 10 0,6 1 0,-9 7 0,-1 1 0,0 1 0,-1 0 0</inkml:trace>
  <inkml:trace contextRef="#ctx0" brushRef="#br0" timeOffset="27985.27">18889 2317 5734,'15'30'0,"1"-5"0,1-17 0,-2-5 0,7-16 0,0-4 0,-4-3-931,1-3 0,-4-1 931,-10-2 0,-4-3 392,-3-2-392,-6 1 0,-1-3 0,-5-9-643,3 8 1,-2 2 642,-3-6 0,4 9 0,-3-5 0,3 5 0,3 6 0,0 0 0,-9-20 0,3 3-265,10 20 265,2 3 762,1 3-762,3 1 128,2 2-128,3 1 1767,8 1-1767,-1 2 0,6 3 0,-3 2 0,2 2 0</inkml:trace>
  <inkml:trace contextRef="#ctx0" brushRef="#br0" timeOffset="28216.27">19187 1706 5734,'-5'27'0,"0"0"0,0 9 0,2-5 0,0 6 0,1 0-1079,2 5 1079,1-2 0,0 0-1165,4-3 1165,3 9 0,3-5 0,-2-12 0,3 5 188,-3-14-188,1-5-58,5 1 58,-3-8 465,3-1-465,-6-7 1191,-2-3-1191,1-9 0,-3 0 0,0-6 0</inkml:trace>
  <inkml:trace contextRef="#ctx0" brushRef="#br0" timeOffset="29057.27">19315 1960 5734,'3'-8'0,"1"3"0,-1 3 0,-1 2 0,2 6 0,-2 3 0,3 25 0,-4-11 0,-1 2 0,-1 1-676,-1 1 676,-2 8 0,2-11-393,-1 5 393,2-9 0,-1 2 0,2-12 0,0 1 0,0-6 649,2-13-649,1-9 0,2-8 0,1-12 0,-1 12-188,1-10 188,-1 11 0,2 1-368,1-4 368,-1 9 0,3-3 0,-4 15 0,1 2 0,0 8 585,0 3-585,3 10 0,-2-3 0,3 14 0,-4-11 0,3 13 0,-4-13 0,6 27 0,-7-29 0,3 15 0</inkml:trace>
  <inkml:trace contextRef="#ctx0" brushRef="#br0" timeOffset="29201.27">19635 2076 5734,'19'-3'0,"6"-3"0,-10 3 0,4-1 0,-6 1 0,-1 1 0,0-1 0,0-2 0,-1 0 0</inkml:trace>
  <inkml:trace contextRef="#ctx0" brushRef="#br0" timeOffset="29333.27">19829 1946 5734,'-5'11'0,"0"6"0,2-5 0,-3 18 0,4-15 0,-3 9 0,4-13 0,0 8 0,1-8 0,-2 4 0,3-9 0,-1-2 0</inkml:trace>
  <inkml:trace contextRef="#ctx0" brushRef="#br0" timeOffset="29601.27">19936 1696 5734,'10'9'0,"0"2"0,5 7 0,-4-1 0,6 16 0,-8-10-1042,1 8 1042,-6-7 0,-1 0 0,-2-2 0,0 0 0</inkml:trace>
  <inkml:trace contextRef="#ctx0" brushRef="#br0" timeOffset="30374.27">20670 5460 5734,'3'-36'0,"-1"1"0,1 1 0,0-1 0,4-5 0,1 0-1451,-2 7 1,1-1 1450,1-8 0,1-4 0,-1 2-1272,1 1 1,-1 1 1271,-1 3 0,0-2 0,0 2-145,-1-6 0,1 2 145,-1-1 0,0-4 0,-2 13 0,1-6 0,-1-2 0,1 2 0,-1 4 0,-1 0 0,1 4 0,-1-4 0,2-7 0,-1-5 0,0 2 0,0 8 0,-2 7 0,-1 4 0,0-8 0,-1 1 0,1 9 0,-1 1 0,0-10 0,-1 2 0,1 1 121,-2-2-121,0 17 2292,1 5-2292,-6 5 1635,2 7-1635,-5 6 1277,3 5-1277,0 3 409,0 1-409,-2 8 0,3-5 0,-1 4 0</inkml:trace>
  <inkml:trace contextRef="#ctx0" brushRef="#br0" timeOffset="30517.27">20791 3905 5734,'0'0'0</inkml:trace>
  <inkml:trace contextRef="#ctx0" brushRef="#br0" timeOffset="31109.27">20231 3328 5734,'-27'24'0,"0"1"0,2-3 0,5-2 0,10 1 0,3 0 0,2 8 0,4-8 0,5 12 0,2-17 0,19 4 0,-11-18 0,13-2 0,-15-10 0,-1-4 0,-2-3 0,-2-3-566,-4-3 566,-2-2 0,-4-3 0,-8-17 0,0 10-593,3 11 1,-1 0 592,-6-10 0,-1 0 0,0 0-228,2 1 228,6 10 0,0 0 0,-1-11 0,5 6 0,2 1 0,4-3-593,6-8 593,3 14 0,2 3 334,10-5-334,13 3 0,-7 6 838,6 6-838,-20 11 0,0 4 61,-3 4 0,0 1 0,-2 1 0</inkml:trace>
  <inkml:trace contextRef="#ctx0" brushRef="#br0" timeOffset="31363.27">20437 3170 5734,'-9'7'0,"0"2"0,-3 11 0,5-2 0,-4 17 0,6 1 0,3 10 0,1-10 0,4-2 0,3-7 0,-1-7 0,3 3 0,-4-10 0,2-3 0,1-1 0,-1-6 0,9-15 0,-9 3 0,5-14 0,-10 8 0,-1-3 0,-1-3 0,-1-1 0</inkml:trace>
  <inkml:trace contextRef="#ctx0" brushRef="#br0" timeOffset="31818.27">20631 3343 5734,'0'10'0,"-1"-1"0,1 1 0,-1 3 0,0-3 0,1 0 0,0-4 0,1-5 0,1-6 0,3-8 0,0-3 0,3-3 0,0 2 0,0 0 0,1-2 0,-1 3 0,4-9 0,0 11 0,-1 0 0,-2 18 0,-4 7 0,2 16 0,-3-6-464,1 9 464,-1-8 0,0 1 0,-1-2-136,1-1 136,0-3 0,2 4 0,-2-7 0,1 1 0,-2-8 0,1 0 0,1-5 0,1-3 0,0-4 0</inkml:trace>
  <inkml:trace contextRef="#ctx0" brushRef="#br0" timeOffset="31957.27">20899 3391 5734,'12'1'0,"4"-1"0,-9-1 0,4-1 0,-4 0 0,0 1 0,-1 0 0,-1-1 0,0 1 0</inkml:trace>
  <inkml:trace contextRef="#ctx0" brushRef="#br0" timeOffset="32229.27">21044 3288 5734,'13'3'0,"-4"0"0,4 1 0,1 1 0,-2-1 0,7 3 0,-9-1 0,6 4 0,-8-2 0,2 1 0,-4-1 0,2 1 0,-1-1 0,5 2 0,-6-5 0,3 0 0,-3-4 0,0-2 0,1-1 0</inkml:trace>
  <inkml:trace contextRef="#ctx0" brushRef="#br0" timeOffset="32457.27">21331 3067 5734,'33'21'0,"-12"-5"0,-2 0 0,0 8-1926,6 11 1926,-11-6 0,-2 4 0,-6-8 0,-2 1 0,1 14 0,-4-5 0,-1 1 0,-3 5 0,-1-14 0,0 0 0,-2 9 0,-1-2 0,2-3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11:02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12601 1520 7173,'8'-3'2698,"-2"0"-2248,1-3-270,-5 2-90,0 0 90,-2 2 719,-2-4-809,0 3 0,-1-1 0,2 4 1080,-2 17-991,2-9-417,-3 16 418,2-13-90,-1 3 90,-2 10 0,-1 3-91,1 2-89,-1 1 0,1 0-3193,3-4 3463,0 15-2376,1-9 2196,1 11 68,0-11-23,1-1 0,-1 2-1318,2 11 1228,-1-10 0,1 2 90,1-3 0,1-1-46,-1-6 1,0 1 503,2 5 0,0 3 1,-1-2-549,1-4 0,0 6 114,0-4 1,0 8 0,2 7 0,-1 4 0,1 3 0,0-1 0,0-2 0,-1-5 0,-1-6-489,0 2 1,0-8-1,-1 2 1,1 11 391,-2-14 0,-1 6 1,2 5-1,-1 3 1,0 4-1,1 3 1,-1 2-1,0 1 1,1 1-1,-1-1 1,0 0-1,0-2 1,0-3-1,-1-2 1,0-5-1,0-4 1,-1-5-64,1 12 0,-1-8 0,0-5 0,-1 3 0,1 7 0,-1-4 0,0 5 0,1 4 0,-1 4 0,1 1 0,-1 0 0,0-1 0,0-3 0,1-5 0,-1-5 0,0-7 0,0 5 0,0-9 0,0 5 30,0 6 0,0 7 0,0 4 0,0 1 0,0-3 0,0-4-284,0-3 0,1-3 1,0-1-1,-1 4 254,1 0 0,-1 6 0,0 1 0,0-1 0,1-3 0,0-8 135,1 14 0,1-8-135,0-13 0,0-1 455,0-2 0,0 2-515,3 4 0,2 3 0,-1-1-75,1-2 0,0 1-135,3 12 1,-1-1-1350,2-2 270,-6-24 677,-5-2-1127,-6-14 1799,-17-10 0,-5-4 0,-7-2 0,1 0 0,0-1 0</inkml:trace>
  <inkml:trace contextRef="#ctx0" brushRef="#br0" timeOffset="1410">9625 4353 9512,'0'-7'2788,"1"0"-2608,2 6 0,2-1 270,8 2-2135,-1 3 2045,17 3-180,-7 0 0,9 3 0,-4-1 90,1-1 341,2 1-431,3-1 89,0-1 1,8 1 0,-5 0-1684,-6-2 1,0-1 1473,9 2 0,5 1 0,-6-1-15,-12-4 0,-2-1-1021,3 1 1,0 0 1020,0-1 0,1-1 320,1 1 0,-1-2-320,0 1 0,5-2 9,5-2 0,11-1 0,5-1 0,-3 0 0,-6 1-560,-8 1 1,-4 0-1,5 0 506,-1 0 0,5-1 0,3-1 0,-1 1 0,-4 0 0,-7 2 363,3-2 0,-4 2-363,2-1 0,0 1 605,-2-1 1,5-1-594,-4 1 1,7-1 0,6-1 0,2 0 0,0 0 0,-3 0 0,-5 1-405,3 0 1,-4 0-1,-1 0 1,5 0 391,-2-1 0,5 1 0,2-2 0,1 1 0,-2 0 0,-4 1 0,-6 1 0,2 0 0,-7 1 0,6 0 0,1 1 0,6 0 0,4 0 0,0 0 0,-3 0 0,-6 1 0,2-1 0,-5 1 0,5 0-107,-2-1 0,7 1 0,3-1 0,-1 0 1,-6 1-1,-7 0 107,1-1 0,-6 1 180,3 0 0,-1 0-180,-3-1 0,6 1-18,2-1 0,8 0 0,5-1 0,-3 0 0,-6 1-12,-6-1 0,-4 2 0,4-2 30,6 1 0,6-1 0,3 0 0,-5 0 0,-8 1 240,-4-1 1,-4 1-286,3-1 0,0 1-45,-2-1 0,4 2-36,1-1 0,8 1 0,4 0 0,-1 1 0,-5-1 66,4 0 0,-4 1 0,4-1-193,-3 1 0,4-1 1,2 1-1,-4-1 1,-5 1 222,-4 0 0,-4 1 0,-2-1 572,4 0 0,-1 0-542,-2 1 0,6 0-15,-4-3 0,7 0 0,5-2 0,0 1 0,-1 0 0,-5 0-146,9 0 1,-4 0 0,5-1 160,-6 1 0,7-2 0,1 1 0,0-1 0,-3 1 0,-8 0 268,-2 1 0,-6 0 1,2-1-269,8-1 0,1-1 0,-3 0 0,-3 1 0,0 0-45,9-2 0,1 0-686,-1 1 1,0 0 640,0 0 0,0 1 90,0 1 0,-1-1-45,-4 2 0,-3 1 98,-13 0 1,2 1-77,8 0 1,8 1 0,1-1-1,-5 1 23,1-2 0,1 0 0,-5 1 0,5 1 0,-1 0 0,-9-1 0,6-1 1245,-18 2-4522,-11 3 0,-12-2 1674,-9 3 1991,-9-4 0,-1 1 0,-1 0 1</inkml:trace>
  <inkml:trace contextRef="#ctx0" brushRef="#br0" timeOffset="4125">10888 4473 7533,'1'3'2338,"0"3"-2158,-2-2 0,2 1-90,-2-2 630,-3-5-450,0-1-270,-3-1 89,3 2 91,2 0-90,-1 1 450,3-8-450,3 5 0,0-5-90,1 5 450,2-3-360,-2 3 90,3-1-91,-5 6 1,2 0 360,0 5-360,-3-3-90,2 3 90,-5-5 0,2 1 630,-4-2-630,3 0-1,-3 0 1,3-2 0,0 1-90,-2-1 180,2-8-90,1 7-90,1-6 0,2 8 0,5-9 0,-5 4 0,4-3 0,-6 7 90,-1 4-90,-1-1 0,-2 4 90,0-2-90,0 4 0,1-3 90,0 6-90,-4 0 0,4-4 0,-3 2 0,5-8 0,0 1-90,0 3 0,0-1-180,0 0 270,-18-39 0,11 25 0,-15-27 0</inkml:trace>
  <inkml:trace contextRef="#ctx0" brushRef="#br0" timeOffset="8654">11611 4445 6723,'-3'15'1034,"8"11"1,2 1-4312,-2-5 2098,3 4 1,0-4 1529,-6-17-351,1-3 0,-1-3 0,1 0 0</inkml:trace>
  <inkml:trace contextRef="#ctx0" brushRef="#br0" timeOffset="9257">12298 4325 6903,'5'-4'2878,"0"1"-2248,-1-2-872,0 0 1231,1-3-3029,-2 4 2220,1-2 852,-1 4-852,-1-1 0,0 2-90,-1 0 809,-3 31-899,1-13-2288,-1 27 2288,2-20-862,0 2 772,1 0-90,0 2-1799,4 13-797,-4-14 77,-3 14 2699,-2-26 0,-1-1 0,3-10 0</inkml:trace>
  <inkml:trace contextRef="#ctx0" brushRef="#br0" timeOffset="10109">13174 4208 9062,'-2'-7'1259,"2"1"-1079,0 2 630,0 2-631,-1 1 1,-1 1-90,0 0 90,-1 0 180,0 0-270,-1 1 180,2 0 629,-11 22-809,8-12 0,-7 19-90,8-15 90,3 14 0,1 2-3367,0-4 3174,0 4 1,1-3-2256,3-15 2178,-1-2-270,4-2 450,17-25 0,-12 7 0,13-19 0</inkml:trace>
  <inkml:trace contextRef="#ctx0" brushRef="#br0" timeOffset="10555">13891 4113 6993,'-19'17'3276,"4"-1"-615,13 21-2661,2-17-1639,1 5 1,0 0-926,2-6 3703,2 7-1408,-1-10-1890,10 6-90,-2-13 2119,4 4 130,-5-13 0,-7 1 0,1 0 0</inkml:trace>
  <inkml:trace contextRef="#ctx0" brushRef="#br0" timeOffset="10749">14426 4065 7623,'5'36'819,"0"-1"0,0 1 0,2 12 0,0-4 466,-3-12 0,0-3-4562,2 9 1770,0-11 1,-1 1-1730,0 3 1887,-4-10 939,-4 3-849,-8-10 1027,0-5 1,-3-1 0,1-3 0</inkml:trace>
  <inkml:trace contextRef="#ctx0" brushRef="#br0" timeOffset="12587">10828 3873 7803,'4'2'2248,"-2"1"-1798,-1-5 270,-12 4-541,6-1 361,-6 3-360,12-4 450,5-4-360,-1 0-91,4-3-89,-4 3-90,0 0 90,2 0 0,-2 2-625,2-2 715,-2 0 0,0 1 0,-2 0-90,-1 1 180,-2 2 180,4 5-270,-1-1-551,2 5 731,-3-4-180,-1 0-1,-2-1 1,1-3 990,-6-5-990,4-2-90,-4-4 678,3 2-678,2 0-90,0 1 450,8-24-3255,-5 20 2894,6-17-89,-6 25 0,-1 2 450,7 9-450,-6-2 90,6 9 90,-8-7-90,0 1 1349,-9 20 1837,6-18-2890,-6 14-206,9-24-90,0-1 360,-3-24-450,2 12 0,-2-17 0,3 18 0,0 4-3149,7-9 1171,-6 10-451,3-4 90,-10 8-938,-10 1 3107,0-3 0,0 2 0,5 0 0</inkml:trace>
  <inkml:trace contextRef="#ctx0" brushRef="#br0" timeOffset="13857">11433 3065 7803,'2'7'2248,"-1"0"-1888,0-5 1529,3 0-1349,-2-4-270,1 0-1,-5-3 1,1 2 1709,0-13-1799,1 11 90,-1-10-90,1 13 0,0-1 0,0 1 269,9-3-359,-5 4 90,8 0 0,-7 5 0,-1 1 989,6 17-1169,-7-14 0,5 12 0,-8-19 0,0 1 0,4-14-270,1-1-3007,1-7 1633,-1 2 565,-3 6-180,1-1 691,-5-16 1,4 17 0,-2-12 0</inkml:trace>
  <inkml:trace contextRef="#ctx0" brushRef="#br0" timeOffset="14610">12138 2405 11041,'6'-15'2428,"-2"3"-2248,-4 9 0,0 1 0,0-1 1079,-2-2-989,0 4-90,-1 0 90,-1 4-90,1 1 1169,1 9-989,2-7-180,1 5 359,2-7-269,-2-3-270,0 2 450,1-18-450,-1 9 0,1-11 0,-2 13 0,0 1-3277,14-10 0,-7 0 0,9-11 335,-10 8 2942,-3 2 0,2 9 0,2 2 0</inkml:trace>
  <inkml:trace contextRef="#ctx0" brushRef="#br0" timeOffset="15407">12546 1932 10591,'5'-24'2788,"0"5"-2608,-5 15 90,0 2 540,1-1-720,0 2 0,2 0-1,-1 2 1,1 0 0,-1 2 1350,3 11-1171,-3-6-2178,1 10 2179,-3-11 90,0 1-91,0-1 1081,0 4-1170,1-7 89,3-2-89,0-9-180,3-4 90,0 0-1140,4-11 0,1 0 1140,-3 6 1291,13-22-1291,-19 37-90,2-2 270,17 9-360,-11 0-180,11 4-90,-17-2-2917,-11-1 0,1-6 2457,-4 1 1,6-2 0,4 2 0</inkml:trace>
  <inkml:trace contextRef="#ctx0" brushRef="#br0" timeOffset="17453">13008 2368 6723,'3'5'2429,"-1"0"-1530,1 0-629,-1-2 270,5 1-450,-3-3 0,3 1 180,-3-2-91,-2 0 1,2 0 900,2 0-810,-4 0 179,7 1 1,-2-1-180,1 1 0,-1 0 1169,3 11-1169,-6-7-1601,7 8 1690,-9-10 1,1-1 90,-1 0 1259,3-7-1619,-3 3-90,2-4 180,-2 4-180,-1-1 180,5-3 90,-4 4-180,3-2 89,-5 5 1962,1 0-2051,0 2 1079,7 9-1079,-5-8 0,4 7-90,-6-11 90,0 0-180,0-2-180,-3 1-179,-1-2-361,-4 1-269,-1-1 179,-1-1-899,-2-1 1799,-15-9 0,-3 0 0,5 4 0,-5-4 0,1 1 0</inkml:trace>
  <inkml:trace contextRef="#ctx0" brushRef="#br0" timeOffset="18752">13679 2913 7083,'9'1'3276,"-4"0"-1875,3-1-1221,-6 0 0,0 0 90,-1 0-90,2 0 2788,4 9-2608,-4-7 1439,13 1-1529,-10-6 449,9-8-539,-10 6-180,3-2 360,-3 2-90,0 1 1349,1-7-1529,-3 8 0,0-4 0,-3 7-90,0 1-3277,-7 0 0,1-3 0,-7-1 0,2-2 626,-1 3 2651,2 4 0,3 4 0,1 1 0</inkml:trace>
  <inkml:trace contextRef="#ctx0" brushRef="#br0" timeOffset="19601">14346 3433 7803,'4'-4'3276,"-1"3"-1245,-2 1-1852,-1 3 91,0 0 1349,8 16-1349,-5-14 0,6 12-90,-7-17 1889,11 1-1350,-6 2-1406,6-1 1047,-7 2-91,-3-1-89,0-1 90,0 1 360,7-2-630,-5 0-180,5-1-180,-9 0 508,-1-1-148,-19-16 0,-10-3 0,4 6 0,-7-6 0,1 0 0</inkml:trace>
  <inkml:trace contextRef="#ctx0" brushRef="#br0" timeOffset="42111">10843 3830 7263,'2'3'1529,"1"-1"-90,-1 0-1439,0-1 0,-1 1 0,1-2 0,1 0 0,1 0 0,-3-2 0,0 1 0,-4 3 0,2 2 0,-1 3 0,2-3 0,0 0 0,0-2 0,0 1 0,0-1 0,0-1 360,0 2-360,-3-5 360,1 2-270,3 2 809,2 1-629,2 1-180,-2-2 360,2-5-450,-4 2 0,5-3 90,-6 0-90,1 3 359,5-8-359,-4 6 90,5-5-90,-5 6 90,1 2 0,1 2-90,-2 2 90,3-8-90,-2 0-1108,2-10 1108,-1 5 0,-1 0 360,10-14-270,-8 14 0,5-13 0,-9 18 0,-1 1-90,0 0 269,1-2-269,-1 3 0,2-1 1199,-1 3-1199,0 0 180,4-2-180,-3 0 0,1-1 89,-3 0-89,1 1 90,4-5-90,-2 1 0,3-2 0,-3 4 0,1-2 90,-1 1-90,1-1 0,-3 0 0,-1 3 0,2-3 0,1 3 0,2-1 0,3-4 0,-3 4-710,3-4 710,-4 4 0,0-1 0,0 1 0,5-6 0,-5 5 0,5-5 0,-6 7 0,-1 0 0,2 1 980,12-12-890,-8 5 0,8-7 0,-12 7 360,8-23-1841,-7 20 1391,8-19 0,-11 26 0,1 0 90,2-3-90,-2 4 0,2-1-874,-3 5 874,1-2 1333,1 1-1333,0-1 0,10-17 0,-6 10 0,5-11 0,-7 13 180,1-13-180,-4 13 0,2-11 0,-4 15 1112,2 1-1112,7-9 0,-4 7 0,4-6 0,-7 7 0,-1 1 0,11-12 0,-7 6 0,6-6 0,-8 10 0,5-6 0,-5 6 0,6-5 0,-8 7 0,1-2 0,-1 0 0,4-2 0,-4 2 0,3-2 0,-3 0 0,-1 0 0,3-2-3277,6-13 3162,-4 11 115,4-10 0,-6 16 0,-1 0 0,4-5 0,-3 4 0,5-5 0,-4 7 0,0 0 90,9-3-90,-7 3 3276,6-3-3160,-10 4-116,2-7 0,-2 7 0,2-5 0,-3 7 0,2-1 0,0 0 0,1-2 0,0 1 0,-1-1 0,0 1 0,0-1 0,0 1 0,0-2 0,-2 0 0,4-3-3115,1 1 3115,-1-1 0,0 2 0,-3 0 0,-1 0 0,1 1 0,-1 1 0,1 0 0,0-1 0,6-4 0,-4 3 2051,6-4-2051,-5 5 0,0 0 0,0 1 0,-3 0 0,9-6 0,-7 2-1795,7-3 1795,-9 5 0,1 1 856,-3 2-856,1-2 0,1 0 0,0 1 0,0 1 0,0 2 0,0-2 0,0 0 0,1 0 0,-1-3 0,0 3-477,2-4 477,0 1 1887,-1 1-1887,1-2 0,-3 2 90,6-10-90,-4 7-627,5-6 537,-4 9 734,1 1-644,0 0-90,-1-1 90,-1 0-1267,0-2 1267,-1 2 0,2-1 0,1 1 90,-1 2 488,3-3-668,4-12 90,-5 8 0,5-9 90,-8 13 1175,-1 0-1176,8-10-3366,-2 4 3162,2-5-269,-4 8 384,-4 3 0,0 0 0,11-12-1646,-8 9 1646,9-8 2386,-11 12-2386,1 2 428,-2-1-428,8-6 0,-7 6 0,7-6 0,-9 6 2608,1 1-2608,-1-3 90,11-8 0,-7 6-3367,10-9 3342,-12 10 25,2-1-90,-2 2 0,0-1 0,11-13-2268,-8 10 2268,7-8 0,-10 13 0,-2 2 0,10-14 0,-8 9 2268,8-9-2268,-10 12 90,11-10-90,-8 9 0,7-8 0,-9 9 3276,-1 0-3160,12-17-116,-8 13 0,9-13 0,-11 16 0,0 0 0,6-9 0,-5 7 0,8-9 0,-8 11 0,8-7 0,-7 8 0,4-5-760,-7 6 760,0 1 0,0-1 0,10-6 90,-6 4 0,5-4 0,-8 6-90,-1 2-2600,8-14 2600,-6 8 508,6-8-418,-8 12-90,-1-1 90,13-14-2359,-8 9 2269,8-10 284,-12 14-284,1 0 0,-1 1 0,5-4 0,-4 3 0,4-1 0,-5 2 0,0 3 0,10-9 0,-7 5 2410,7-5-2410,-10 8 2967,-1-1-2967,5-6 0,-3 5 0,3-7 0,-5 8 0,1-2 0,-1 0 0,1 0 0,0 1 0,8-8 0,-5 8 0,4-6 0,-9 7 0,0 2 0,-1 0 0,3-1 0,-3 1 0,7-1 0,-5 0 0,3 1 0,-4 0 0,-1 1 0,8-7 0,-5 4 0,6-4 0,-7 5 0,1 0 0,3-3 90,-4 3-90,2-1 89,-4 3 271,0 0-270,1-4-90,0 2 0,1-2 0,-1 2 0,1 0 0,0 1 360,0-1-360,1 1 90,1 1 90,-3 0-180,0 0 450,2 0-450,-2 0 0,3-1-480,-2 1 480,1-2 0,-2 2 0,5 0 90,-5 2-90,3-1 0,-4 2 90,0-1-90,0 1 270,6 7-270,-4-6 569,5 5-569,-5-7 90,-1-2-90,3 7 0,-3-4 0,4 5-1107,-5-5 1107,1-2 0,0 2 90,9 6-90,-6-5 0,6 6 0,-7-7 0,1 1 0,10 7 0,-7-6 0,6 6 0,-10-8 1107,-1-1-1107,8 8 0,-5-4 0,5 4 0,-5-5 0,0-1 0,-1 1 90,1 0-180,10 11 90,-8-8 0,7 8 0,-11-11 0,-1 0 180,-1 3-180,3-2-90,-2 1 90,4-4 0,-1-2 0,17 2 0,-13-1 0,12 2 0,-16-2 0,0 0 0,10 4 0,-5-1 0,6 4 0,-9-6 0,-2 2 0,0-2-3277,18 13 3162,-15-10-1549,15 11 1664,-20-12 0,2 0 0,15 11 0,-11-10 0,9 9 0,-15-12 0,18 8 0,-13-6 2568,12 6-2568,-8-6 0,-7-2 614,9 4-614,-8-4 0,4 2 0,-3-3 0,3-1-2771,20 6 2771,-17-4 0,17 2 0,-23-3 0,-1-2 1253,16 2-1253,-13-1-2358,12 3 2358,-15-1 0,0-1 2268,2 1-2268,15 1-725,-13-2 725,12 3 0,-17-4 0,0 2 0,0-1 2409,0-1-2409,0 0 90,0 1-90,2-2 1011,1 2-1011,2 0 0,0 0 0,-3 0 0,-2 0 0,5-1 0,-7 0-1042,8 2 1042,-9-1 0,3 3 0,-1-1-2816,17 17 2816,-12-13 0,11 13 0,-15-16 0,0 1 1163,11 13-1163,-6-8-684,7 8 684,-8-9 3053,-3-5-3053,8 10 0,-8-8-3053,9 7 3053,-9-10 0,3 2 0,-4-2 684,0 1-684,15 12 0,-11-10 0,12 9 3276,-16-13-3160,0-1-116,12 7 0,-7-2 0,10 6 0,-11-8 0,-1 1 0,11 7 0,-8-7 0,9 6 0,-13-8 0,-1-1 0,7 6 0,-7-5-1697,5 5 1697,-7-6 0,-1-1 0,0 0 0,9 8 0,-7-5 0,7 4 0,-7-5 0,-2-1 0,8 7 0,-7-6 0,7 6 0,-9-7 1697,1 1-1697,7 12 0,-6-8 0,7 9 0,-9-12 0,1 0-3277,8 16 3162,-6-13 115,6 13 0,-8-15 0,-1 1 0,11 12 0,-8-9-2268,7 8 2268,-8-13 0,0 0 2268,0 0-2268,-1 0-2268,12 12 2268,-8-10 0,8 10 0,-13-13 2268,-1 1-2268,0 3 0,1-2 0,1 5-1671,0-6 1671,1 3 0,2-1 0,-3-2 0,3 3 2564,-3-5-2564,10 13-555,-7-10 555,7 9 0,-11-13 0,1 2 2320,8 6-2320,-5-4 0,6 4 0,-9-7 734,0-1-734,7 9 0,-6-6 0,7 7 0,-8-10 0,0 2 0,5 5 0,-4-3 0,4 6 0,-4-7 0,0 0 0,1 0 0,1-1-90,3 9 90,-3-6 0,3 6 0,-4-10 0,1 2 90,-2-2-90,0 2 0,5 5 0,-4-4-90,5 7 90,-6-9 0,1 3 0,-1-3 0,-1 1 90,13 18-90,-1-5 0,5 9 0,-8-13-3277,5 8 3252,-9-12-2243,8 11 2268,-11-18 0,0 2 0,0-1 0,21 19 0,-15-14 0,16 14 2268,-21-18-2268,23 12 3276,-17-9-3160,15 10-116,-23-15 0,-1 1 0,4-7 0,-1 5 0,3-3-1464,-4 6 1464,-3 0 90,-2 1-90,-1-2 90,-1 1-90,2-3-90,8 7 90,-3-5 0,3 4 0,-7-5 90,-1-3 90,3 4 1284,-2-1-1374,2 5-90,-3-3 360,0-6-360,0-1 90,0-4 89,-4 0-89,2 4-90,-4 0 90,3 2 360,2 0-450,2-3 90,0 1-90,1-3 0,-2 3 0,-2-1-90,0 1-180,-3 0-90,2 0-359,0-1-920,-25-9 1,-6-2-1639,5 6 2621,-10-5 1,-1 4-1,5 13 1,-3 2 0</inkml:trace>
  <inkml:trace contextRef="#ctx0" brushRef="#br0" timeOffset="44703">10823 3900 7263,'2'7'1799,"1"-1"-1439,-1-4-91,0 1-89,-1 0 360,0 0-90,-1-1 89,0-10-449,0 3-90,-1-7 90,1 9-90,0 0 0,0 1 360,-2-1-360,1 2 630,-1 0-540,2 4 0,0 0 359,-4 16-269,0-10-90,-2 7 0,1-14 90,3-2 540,-12 0-720,8 1 90,-7 1 0,8 0 0,-1 2 0,-12 8-1,7-4 1,-6 6 0,10-9 0,2-2-90,0 2 90,0-1 270,-13 21-3637,9-12 3162,-14 21 115,14-20 0,-2 3 90,-4 6 0,-2 0-226,5-5 136,-4 5 0,1-3 90,9-15-90,0-1 3276,-23 15-2958,14-10-3595,-22 17 3230,23-16 183,-4 5-136,0-1 0,0 3-2269,0 0 2269,-2 5 0,7-2-418,-1-2 418,3-1 2061,3-7-1252,-18 17-629,14-13 0,-15 12-90,20-18 0,-1-1 989,-20 16-899,16-14 446,-13 12-536,23-19-90,2-1 0,-8 3 0,5-4 0,-6 3 3276,7-3-3430,0 0-385,7 1-361,-2-1-449,8-1-540,-6-3-90,2-6 90,-2-4 1889,13-23 0,-5 9 0,-1 7 0,0 0 0</inkml:trace>
  <inkml:trace contextRef="#ctx0" brushRef="#br0" timeOffset="46351">14484 3630 8072,'4'-3'2429,"-2"1"-1979,-1 1-180,-1-2-1,1 0 1,1-1 0,0-1 1259,10 1-1259,-8 1 0,8 1 0,-10 3 0,3 1 1978,18 6-4830,-8-1 2852,11 3 90,-15-3-222,-3-2 1391,17 17-3274,-10-9 1925,12 11-1298,-17-13 1298,-2-3 1463,-1 0-744,24 23-629,-10-11-859,0-1 0,0 0 679,-1-3 1604,0-2-1514,-1 0 0,1 0-264,9 5 129,-9-5 0,2 1-39,8 1 84,-14-6 2182,8-1-2137,4 2 0,0-1-296,-5-1 206,5 0 0,-3 1 3229,-18-5-3184,-2 0-2300,20 12 2300,-13-6-90,13 6 0,-20-9 90,7 4 0,-9-3-1577,7 4 1577,-8-7 89,-1-4-89,1 1 450,5 3-540,-3-2 2263,3 3-2173,-3-3-90,-3-3 90,1 3 2256,-2-3-2076,3 2-270,-2-2 0,3 0 527,-2-1-527,1 0 90,7 2-90,-5-1 90,6 1-90,-8-2 89,4 0-89,-5 1 0,2-1 0,-2 2-179,-1-2 358,4 2-358,-3-2 179,1 3 0,-3-3-3277,-67-6 1638,33 7 1,-2 1 545,1-3 1,-3 0 0,1 1 623,-11 3 1,2 1 0,8-1 0,1 0 0,-3 0 0,1 1 0</inkml:trace>
  <inkml:trace contextRef="#ctx0" brushRef="#br0" timeOffset="50903">10400 4485 7443,'-6'7'1889,"-1"-3"-1709,4-1-1,-1-2-179,1 2 90,-1 0-90,-1 0 0,-5 3 0,2-4-2072,-1 1 2072,3-3 0,3-1 0,0 1 270,-2-8-180,4 4-174,-2-4 264,3 3-90,0 3 0,0-1 2028,0 2-1579,-3-6-449,2 4 0,-2-2 0,2 5 308,-1 1-308,0-1 900,-3 7-630,4-5-181,-1 5 1,5-4 0,-1-1 0,1-1 720,-1 1-541,2-2-179,-1 1 1529,-1-7-1439,-1 5-640,-1-7 729,3 2 1,2-3-180,0 0 0,2-1 899,19-19-1415,-15 17 516,15-17 0,-20 21 521,0 1 288,21-20-4110,-15 15 3211,14-15-720,-15 17 720,-2 2 138,1-3 312,15-13-2285,-10 9 1925,10-10 0,-15 14-90,-2 5 644,-1-2-284,14-8-1739,-10 7 1379,10-8 90,-10 7 1427,-3 2-1427,2-2 359,18-9-449,-16 10 0,16-10 0,-20 13 0,-1-1 2718,17-17-2808,-14 15-2178,13-15 2178,-17 19 2268,1-3-2178,1 3-90,-1-2 90,4-3-90,-2 2-965,1-3 1055,1 0 0,0 2-90,-1-1 90,-1 3-90,-4 2-1649,14-15 1739,-10 11-90,10-9 795,-14 13-795,0 2 2449,8-11-2359,-6 8 89,7-10-179,-9 10 270,12-21-270,-9 16 3276,7-14-3070,-10 20-116,10-17 0,-5 9-652,7-11 562,-10 15 90,-2 2 0,-1-3 0,0 3-1290,3-3 1290,0 2 0,-2 2 0,5-4-90,-5 3 90,18-27-294,-14 20 204,12-18 0,-16 25 0,0 0 1171,13-17-1171,-10 14-2626,11-13 2626,-11 13 698,-1 3-698,8-12 0,2-4 0,-2 2 0,1 0 0,-2 0 0,-5 7-2430,15-19 2430,-15 19 0,14-17 1941,-18 24-1941,0-1 0,17-18 0,-11 11-1003,10-11 1003,-15 17 2895,-3 4-2895,-1-1 0,10-7 0,-7 6 0,8-6 0,-8 7 0,0 0 0,0-2 0,5-6 0,-4 5-242,3-5 242,-2 3-2184,-1 2 2184,1-1 0,-2 3 0,0 0 0,0 1 0,20-22-1226,-13 16 1226,15-16 1470,-17 21-1470,-1-2 0,1 0 0,23-24-2173,-15 14 2173,15-15 2173,-22 23-2173,-4 3-1979,23-25 1979,-16 19-981,17-20 981,-22 25 1782,0-1-1782,-2 0 0,14-18 0,-8 9-1782,10-13 1782,-14 18 0,-2 2 1782,-2 5-1782,23-31 569,-16 23-569,18-22 0,-23 28 0,1 0 0,10-10 0,2-2 1669,-3 5-1669,3-5 0,0 2 0,-10 11 0,-1 0 0,17-21-1754,-14 15 1754,18-18-1942,-22 22 1942,4 0 657,-4 2-657,-2 1 0,10-15 0,-6 7-1517,6-8 1517,-9 13 0,-2 2 1517,-1 1-1517,15-22 2269,-13 18-2269,12-16 0,-15 24 0,22-24 0,-12 17 0,24-19 0,-21 23 0,4-10 0,-11 9-2269,1-6 2269,-6 9 0,-1 1 0,0 0 0,6-6 0,-5 5 2269,5-5-2269,-5 6 0,-1 0 0,0 1 0,3-4 0,-4 4 3276,3-2-3160,-5 4-116,1 0 0,3 0 0,-2-2 0,1 2 0,-2-1 0,-1 1 0,4 0 0,-2 0 0,2 1 0,1 2 0,-1-1 0,3 4 0,-1-2-3277,26 29 3162,-18-19 115,18 19 0,-23-24 0,-2-1-2269,24 23 2269,-16-16 0,16 19 0,-23-26 0,0 1 0,9 7 0,2 0 0,-4-2 0,21 16 0,-28-22 0,-1-3 0,12 12 0,-8-8-1091,9 9 1091,-5-8 0,-4-2 0,5 1 1727,-5-3-1727,1 1-864,10 7 1,0 2 863,-2-1 0,6 3 0,-2 0 0,-12-6 1091,5 2-1091,-7-4 0,9 5 0,1 1-1517,-3-2 1517,3 1 0,-1 0 1487,-5-4-1487,-2-3 2254,2 3-2254,22 11-2254,-20-12 2254,20 12 2019,-28-16-2019,1 0 44,0 1-44,12 5 0,-10-6 0,13 9 0,-17-12 0,4 4 0,-5-4 3275,1 2-3275,20 11 0,-12-6 0,14 8 353,-18-11-353,-4-3-3277,24 15 3162,-18-11 115,17 11 0,-23-14 0,-1 0 0,15 14-548,-12-10 548,12 11 3120,-16-15-3120,7 6 0,-2-2-1519,3 3 1519,-4-3 0,-1-3 0,0 0 0,-1-1 0,11 7-2157,-9-7 2157,9 6 0,-13-6 0,0-1 0,0 1-1165,11 13 1165,-8-10-452,8 11 452,-11-14 2044,1 0-2044,3 2 0,7 8 0,-6-4 0,5 6 0,-5-7 0,-2-1 0,12 10 0,-10-9 0,5 5 0,-7-4-364,-2-4 364,5 7 0,-5-5 0,4 2-1924,18 19 1924,-17-16 1924,15 17-1924,-21-24 0,0 1 1041,0-2-1041,18 13-2269,-14-11 2269,14 10 2269,-18-14-2269,0 1 0,1 0 0,1 0-2269,4 2 2269,-2-2 0,8 5 0,-2 0 0,7 6 0,-5-4 0,16 14 2269,-20-18-2269,16 10-577,-21-13 577,3 2 3107,-4 1-3107,1 0 0,13 11 0,-12-9-3107,12 8 3107,-16-12 0,1 2 0,-1-1 0,0 2 0,15 7 0,-11-7 0,11 6 0,-7-6 0,-5-2 0,7 4-150,-4 0 150,1 0-1905,-1 0 1905,-3-3 0,-2-3 2088,-1 1-2088,1 0-2088,10 15 2088,-7-10-740,7 10 740,-8-11 1571,-3-2-1571,2 1 0,-1-4 0,20 26 0,-15-20 0,14 18 2499,-20-25-2499,0-1 0,27 27 0,-20-20 0,20 22 0,-13-18-698,-8-5 698,8 6 0,-6-6 0,-4-3 0,1 1 0,1 0 0,-2-1-2269,5 4 2269,-6-3-1043,4 2 1043,1 0 0,-2-3 0,4 2 0,-5-2 0,0-1 0,9 4 295,-7-3-295,11 6-404,-12-7 404,6 5 0,-7-5 1698,0 1-1698,-3-2 0,-1-1 0,0-1-708,3 2 708,-2-2 1681,1 1-1681,0 0 2728,-1-2-2728,11 1 0,-10-2 0,5 0-1163,-11 0 1163,1 0 1227,-3 1-1227,3 4 0,-1-4 0,0 3 0,1-5 0,-3 1 0,-6 0 0,1 0-719,-9 1-720,0 2-1317,-4 1 417,-4 1-209,2-2 2548,-22-2 0,-3-1 0,9-1 0,-6-1 0,-1 1 0</inkml:trace>
  <inkml:trace contextRef="#ctx0" brushRef="#br0" timeOffset="89581">5174 4383 8162,'-12'-24'3276,"-11"-11"-4418,15 29 1322,-8-13-1,12 19-89,0-3 90,0 2 482,0 0-482,3 0 180,0 1-315,17-7 0,23-8 0,6-2 0,-9 4 245,-9 5 1,1-1-291,2-1 0,8-3 0,2-1 0,0 0 0,-3 4-908,5 1 1,-3 3-1,-2 0 908,7-2 0,-1 0 0,-5 2 0,2-1 0,-5 2-1072,10-2 1072,-15 4 0,1 0 155,14 0-155,-18 2 0,2 0-45,12 3 0,-2 2-1472,-3-3 1517,-2 2 0,-4 0 599,-17-3-599,-5 1 1768,0 0-1048,-12 6-630,0-3 90,-9 3 224,-28-5 1,-5-2-315,4 1-60,10 0 0,-5 0 0,5 0 1568,-6 1-1598,-2 2-1044,10 0 0,-3 1 1089,-4 1 0,0 0-759,-1 1 1,0-1 803,1 1 0,1 0 713,9-3 1,1 0-715,1 1 1,-2-1 45,-18 3 0,-1-1-45,19-2 0,-2 0 685,-5 1 1,-4 0 0,5 0-597,-13 1-134,19-3 0,3 1 45,-1 0-2288,12-3 2198,3 0-927,3-1 927,1 0 112,1 0-112,4 2 0,2 1 0,5 1 1237,2 0-1237,13-1 1022,-2 0-1022,10 1 469,-3-3-469,13 1 0,10 0 0,-5-1-1052,-15 0 0,2-2 1052,9 2 0,8-1 0,0 1 0,-11-2-389,10-2 389,-8 1 0,6 0 0,-7-1 0,5 0 0,-2 1 0,-4 1-670,-18 0 670,-3 1 544,-4-2-544,-2 1 1849,-1-1-1759,-3 0 0,-4 1-90,-5 0 0,-6 0 339,-4-2-249,-4 1 2798,-2-1-2888,-2 1-2798,-1-1 2888,-4-1-1931,-3 1 1931,-4-1-837,-1-1 837,-2 1-275,0 0 365,-2 1 1243,2-1-1334,0 0 1998,2-1-1907,1 1 0,4 1-90,3 1-1144,4 1 1144,3 1 269,-2 0-122,9 0-57,-1-1-90,8 0 90,2-1-180,3 1 45,24-2 0,10 2 989,-1-1-1034,5 0 0,3 1 0,-11 2 0,-1 2 1390,5-1 1,0 1-1391,-3-1 0,4 0 0,0 1 0,5 1 0,0 0 0,-8-1-522,-6-2 0,-2 1 522,14 2 0,4 0 0,-14 0 0,-19-2 0,-2 1 1706,-2-3-1706,-3-1 0,-2-1 0,-4 0 0,-1-2 0,0 1 1273,0 0-2802,-7-8-720,8 0 91,-5-6-271,7-2 0,-2 0-848,-4-1 0,-4 2 0,-5 7 2948,-8 6 0,-7 7 0,-3 2 0</inkml:trace>
  <inkml:trace contextRef="#ctx0" brushRef="#br0" timeOffset="122802">2231 10228 8072,'5'1'1889,"0"1"-1799,-2-2 0,-1 3 180,-1-3 450,1 1-540,-2 1 269,0-1-179,1 1 899,3-2-989,-1 0 90,1 0 270,-4 0-270,1 1-90,1 1 2068,13 7-1888,-8-5-180,11 5 90,-12-8-90,0 1 0,2-1-1564,0-1 1654,6 1 0,3-3-270,2 0 0,0-1 0,-4 0 0,0 1 0,0-1-2754,0-1 2843,0 1-1051,0-2 962,0 1-1584,0 0 1674,0 3 0,-1 0-90,0 1 0,-2-2 1584,1 1-1584,-1 0 2158,1 0-2158,-1 1 0,22 0 0,-18 0 90,18-2-90,-23 2 0,2-1 0,-1 1 0,1-1 0,-1 0-90,2-2-2178,0 1 2358,1-1-90,0 1 0,0-1 0,0 1 0,0-1-90,11 1 90,-10 0 0,9 1 0,-12 0 1337,-1 0-1247,4-2 1456,-4 2-1546,4-2 0,-4 3 0,2-1 0,1 0 0,-1 1 0,0-1 0,22-1 0,-18 2 0,19-1 0,-7 0 1174,-11 0-1174,5-1 0,1 0-1789,-7 0 1789,15 0-2268,-18 2 2268,0-1-1517,0 0 1607,0-1-90,0 1 0,0 0 0,15 0 0,2 1 0,-6-3 0,6 2 0,-2 0 1517,-15-2-1517,0 1 0,12-3 0,2 0 0,4-2 0,1 0 0,-1 1 2268,-7-2-2268,-1 2-1179,9 3 0,0 2 1179,-4 0 0,5 0 0,-3 1 2268,-14 0-2268,-1 1 0,8 1-2268,-7 1 2268,4 1-1517,-7-2 1517,-1 1 1517,0-1-1517,15 4 0,-12-3 0,14 2 0,1-1 1979,-12-1-1979,26 1 0,-36-4 3250,-1 0-3250,15 0 0,-11 0 0,11-1 0,-16 0-90,-1-1 90,7 1 0,-8 1 0,8-1 521,-12 0-521,2-2-90,-3 1 90,1-1 90,-2 2-90,1 0 0,0 1 0,2 0 0,-1 0-90,1 1 90,10 3 0,-8 0 0,9 0 0,-11-2 0,-1-2 0,2 1-715,-2-1 715,3 1 0,-1-1 0,2 1-406,-1-1 406,2 2 0,-2-2 0,0 0 0,1 0 0,0-2 0,2 1-323,0-1 323,2-1-2339,2 2 2339,0-2 0,2 2-90,7 0 180,-3 0-90,7 1 0,-8 0 0,12 0-45,5-1 0,4-1-777,-7 1 0,1 0 822,6-2 0,4-1 0,-5 1 511,-8 0 1,3 0-512,2-1 0,10-2 0,2 0 0,-1 0 0,-9 2-967,4 0 1,-2 0 966,4-1 0,8-1 0,-2 0 0,-10 3 0,9 0 0,0 2 0,-1 0 0,-1 1 0,-14 0 0,1 0-420,-8 0 0,0 0 420,6 0 0,0 0 1462,11-2-1462,-2 1-560,0-1 560,-3-1 0,0 2 0,-2-2 30,-1 3 0,7 1 0,-6 0-30,13 1 0,-14-1 0,4 1 0,-7 0 0,-8 3 0,1 0 47,-2 0-92,12 4 1,1 0-906,-7 0 950,7 0 0,-4 0 1517,-18-4-1697,14 8 180,-13-6 285,6 4-285,-13-7 0,-3-3 0,-1 1 2229,2-1-2229,-3-1-629,2 1-2648,7-1 1696,-7 0 862,9 0 1436,-10 0-1976,-3 0 439,-9-1 1,1 0 0,-6-2 0</inkml:trace>
  <inkml:trace contextRef="#ctx0" brushRef="#br0" timeOffset="164797">8998 13623 7623,'-8'-3'2608,"-1"1"-1618,-12-3-631,3 2-3636,-6-2 1344,9 3 2293,2-2-1258,4 2 1078,-1 0 1077,3 2-357,-27 1-2327,16 1 1607,-23 0 1398,25-1-1398,-3 1-90,-1-2 179,-14 0 1,-4 1 824,-3-1-1049,0 0 0,1 1 135,4-1-1810,-3 0 1720,-3 0 1900,-4 0-1901,-1-1 1,15 0 0,-1-1-984,7 1 1,0-1 938,-7-1 0,0 1-353,8-1 1,1 1 307,-2-1 0,1 1 45,-1-1 0,0-1 0,0 1 0,0 0-507,0-1 0,-1 1 507,1-2 0,0 1 162,2 0 0,-4-1-27,-11-4 0,-10-4 0,-1 0 0,6 1-135,-2 2 0,0-1-23,4 0 1,-6-2-1,1 1 1,9 3 609,10 4 1,6 2-543,-11-1-90,2 3 0,-1 2 0,-7-1-243,8 1 1,0 1 331,-2 1-89,8 0 0,0 0 90,-14 3-45,14-3 0,0 1 135,-10 1-30,4-1 0,-6 0 0,3 0-105,4-1 0,0 0-45,-3 1 0,-2 0 0,4 0 884,-5 1-884,13-1 1955,1 1-1955,1-2-1865,-22 5 1865,17-4 0,-1 0 0,2-1 0,2 0-273,-6 1 273,8-2 0,0 1 0,-22 1 0,16-1 0,-16 3 0,13 0 0,-1 2 906,-6 2-906,9-2-1517,-1 0 1517,14-4 568,-3 1-568,2 0 546,6-1-546,-6 4 0,7-3 0,-3 1 0,-6 2 0,6-2 0,-7 5-47,9-4 227,-4 5 1058,1 2-1238,-1 1 90,4-1-90,7 16 0,3 3 2084,2-4-2084,-1 7 0,3 0 1965,4-12-1965,1 2 0,6 6 0,5 8 0,-1-4-1575,-3-5 1,1 1 1604,5 9 0,3 5 0,-2-7-30,-8-14 0,0-4 0,-2-2 0,2 3 0,10 9 0,4 6 0,-4-5-302,-7-10 0,0-1 302,8 11 0,4 4 0,-4-9 0,-3-8 0,2-1 0,4 0 0,6 4 0,-2-3 0,-4-3 0,0 0 0,4 3 0,4 2 0,-5-4-1035,12 0 1125,-14-7 446,0 0-536,6-1 0,10 1 0,-5-1-871,-12-3 1,0 0 870,13 2 0,5 1 0,-7-3 1277,1-4-1277,0-2 747,3-2-747,-11 1 0,6-1 0,-2 0-790,6-2 1,0 1 789,-4 0 0,2 0 0,-2 0 0,11-3 0,-4 0 0,-18 2 0,-1 1-90,10-2 0,0 0 90,-11 1 0,-1 1 0,-1 0 0,3 0 0,6-4 0,8-2 0,4-1 0,-2 1 0,-7 0-557,7 0 1,-1 0 556,-6 1 0,6-2 0,2-1 0,-4 2 0,-10 1 0,13-4 557,-1-1-557,-6 4 0,5-2 0,-4 1 145,-7 1 1,-1 1-146,7-2 0,4-1 0,-5 2 0,-6-1 0,-2 1 0,1 0 0,0-1 0,-1 1 0,2-1 0,1-3 0,2-1 0,-2 1-407,-2 1 0,1 0 377,-1-1 0,4-2 0,-5 2 30,-3 2 0,-3 2 0,18-9 639,-13 5-639,-1 1-138,-3 0 0,0-1 138,14-8 0,-11 6 0,0 0 0,12-8 126,-12 6-126,-3 0 0,-8 3 90,8-13-90,-8 9 0,8-20 0,-15 18 0,-2-17-126,-5 14 126,-4-9-422,0 9 444,-7-6 1,-7-9-1,-2-1 1,4 6-23,3 7 0,-1 1 0,-2-7 0,-4-7 0,0 2 0,3 11 845,-3 7-1340,-3 4 1,-3 0-1145,4 5 1,-2 1-1,-16-6 1,-1 3 102,12 6 1,1 1 725,-2 1 1,1-1 809,-11-3 0,4-5 0,2-2 0</inkml:trace>
  <inkml:trace contextRef="#ctx0" brushRef="#br0" timeOffset="172134">10110 10470 8072,'6'-5'1709,"-3"0"-1619,-2 3 0,0-1 0,0 1 0,1-1 450,-5 3-540,2-1 90,-5 2 0,2-1 0,-1 0 0,-3 2 90,-5 1-1974,1 0 1884,-2-1 0,4-1 0,0-1 0,0 2 0,-1-2 0,0 0 0,-1-2 540,-29-1-1475,19 1 935,-24-3-1258,28 4 1258,-1 0-52,-1-2 52,-1 2 0,-2-3 89,-10-2 1,-2 0-1005,-1-2 870,1 1 0,1 1-1211,10 1 1166,0 1 1977,0 0-1887,0 2 49,3-1 176,-17-2 0,-1 0-1539,6 1 1224,-5-1 0,3 0 0,19 4 2265,1 0-2220,-10 1 0,-3 2 45,3 1-90,-2-1 0,1 1 90,10 2 0,1-1 0,1-1 180,-18 5 0,-1-1-1016,9-2 746,-9 2 0,2 0 0,20-4 180,-18 6-90,12-4-90,-12 6 270,11-3-2204,4-2 2024,-3 3 430,6-4-520,1 2-1427,-23 12 1427,16-9 90,-18 9 0,23-12 1427,-1-1-1427,-1 0-90,0 2 180,-14 8-90,11-6-90,-10 6 90,14-8 0,1 0-1445,-1 2 1445,-5 6 0,5-4 0,-6 3 450,-14 2-450,10-9 0,-11 6-1,17-12 1,7 1 1355,0-1-1265,-22 12-180,17-7 0,-16 8 0,24-8 0,1-2 0,-25 31 1547,19-21-1502,-4 4 0,1 1 2990,9-9-3035,-3 3-3035,4-1 3035,-1 0 0,1-2-1668,2-4 1668,-1 1-505,2-3 505,-1 0 0,1 0 0,-2 0 0,1-1 0,-1 5 0,2-3 624,0 5-624,2-3 0,0-1 0,0 1 1470,0 1-1380,0-1 0,0 2 269,4 18 1306,-1-15-1665,2 15 90,0-13-90,-2-5 0,4 13-1039,-4-13 1039,2 4-821,-3-5 821,2 3 0,-2-1 0,2 8 90,-2-8-90,11 31 90,-5-25 2809,7 21-2899,-8-28-772,10 10 1,2 1 771,-5-3-991,6 5 0,-1-1 991,-11-12 0,4 4 0,-3-7 90,30 15-1702,-20-12 1612,9 3 0,-1-2 0,-8-6 1466,9 2-1466,-1-3 0,-1 1-278,-2-1 278,4 1 0,-2 0-996,-9-1 996,0 1 993,1 0-948,10 1 0,2 1-1424,-1-1 1379,6 0 0,-1 0 1453,-12-4-1453,7 0 0,-9-2 0,10-1 0,1 0 1109,2 1-1109,-3 0 0,4 0 407,-3 3 0,-3 0-407,6 1 0,2-2 0,7-1 0,-6 0 3233,1-3-3233,3 0 0,-2-1-3141,-16-2 3141,-2 0 230,0 0-230,-1-1-2269,9-4 2179,-7 2-1427,7-3 1517,-9 2 0,1 1 0,11-7-85,-7 4 85,6-5 0,-10 6-45,18-9 0,1-1 45,-6 3-90,10-4 0,-3 0 180,-23 10 1380,6-3-1515,6-10 0,0-1 624,-5 3-579,5-5 0,-2 1 0,-17 10-200,-1-2 290,1-5 0,0 0-180,0-1 1285,0 1 1,-1 1-1196,-3 7-197,0 1 197,-1 1 2268,-1 0-2268,14-31-2545,-9 24 2545,1-5 0,0 1 0,-4 10 0,-1-4 195,-3 6-285,1-14 0,-1-2-2179,0 1 2269,0-2 0,-1 0 0,-2-2 0,1 8-337,1-7 562,-3 2 0,-1 0-1540,1 2 1360,-2-1 0,0 0 135,-3 3 1315,0 5-1405,-4-3 224,-8 5 1,0 1-225,0 1-1270,-18-13 1180,28 18 1115,0 1-1115,0-2 0,-1 1-1639,-28 0 1,-6 3-1639,1 0 2184,11 2 1,-5 1 0,4 2-1040,-14 2 1277,21 0 1,0 2 854,-12 1 0,0 1 0,7 0 0,-1 0 0,-7 2 0,0 1 0</inkml:trace>
  <inkml:trace contextRef="#ctx0" brushRef="#br0" timeOffset="192594">18475 16268 6723,'0'8'1349,"0"0"-809,0-3 1169,1 2-1529,-1-4 0,1 2 360,-1-4-450,-1-7 89,-1 3-89,0-3 0,0 4 0,3 2 180,-4 0-180,7 1 0,-5 2 0,7 1 0,-3 0 270,4 1-270,-3-5 0,5 2-204,-5-3 294,1-1-180,0-1 90,2-2 360,16-27-450,-13 17 0,13-21 0,-18 26-3235,5-18 3235,-5 8-2132,2-11 2132,-6 9-78,-1 8 78,0-5 0,-1 5 0,-2-9 0,-1-2 0,-1-3 45,0 3 0,0 2 1602,0 6-1647,0 7 107,0 1-197,-6-3 90,2 2 0,-2-1 0,4 3 0,4 4 2909,-1-1-2909,1 3 0,-1 2 0,0 1 958,-1 6-958,2-2 0,-1 10 90,-1 1-3367,-1 7 3230,-1 4-2175,2-6 2222,-1 8 183,2-12-183,-1 8 149,2 5 1,-1 7 0,2-2-864,0-7 1,1 1 713,-2 11 0,0 4 0,1-7 90,3 4-90,0 3 0,2-15 0,0-1 0,0-8 0,1-2 1517,-3-11-1517,1 3 2269,-4-12-2269,2-21 0,1-7 0,1 5 0,-1-5 0,2 2 0,0 13 0,0 5 0,0 0 0,6-5-2269,1-2 2269,6-5-1517,3-2 1517,-3 5 1462,1 1-1372,23-5-90,-24 15-1409,20-6 1409,-31 17 836,0 2-836,-1 2 1959,0 0-1869,-17 28-1913,7-19 1823,-13 21 1773,8-23-1773,2-3 1116,-3 4-1116,-21 12-688,21-16 778,-16 13 2891,26-21-2981,-1-2 640,5 3-460,0-1 0,4 4 0,0-2 90,2 1 959,1 0-1049,2 2 90,0-1 45,12 7 0,1 2-1321,-2-2 1006,3 2 0,-1-1-3029,-10-6 3029,-1 0 0,-1-3 0,-1 0 0,-2-1-3277,14-4 1337,-16-5 51,10-8 180,-20-4-1446,-6-3 1896,-1-2 1259,-4 1 0,0-1 0,-2 1 0</inkml:trace>
  <inkml:trace contextRef="#ctx0" brushRef="#br0" timeOffset="193784">19380 16780 3929,'1'34'-30,"0"0"0,1-1 0,-1-1-1609,0-2 1,0 0 1544,1-2 0,-1-1 1,0-2-1,0-1 0,2 22 1</inkml:trace>
  <inkml:trace contextRef="#ctx0" brushRef="#br0" timeOffset="200018">18787 11518 6903,'5'-4'2429,"0"1"-1980,-1 0-89,0 0-180,-2 1 270,1 0-360,-1 2 0,1 2-90,-1-1 90,0 0 0,-1-1 539,0 7-449,0-5 270,1 13-180,-1-8-1517,4 32 1,3 8 1336,2-5-90,-1 4 0,0-2 90,3-15-1179,4-5 0,1-1 1089,-3-5 0,3 4 0,-2-6 0,-7-16 0,0-2 0,11-22 0,0-7 0,-3 5 0,4-7 0,-2 1-63,-11 9 63,0-15 0,-2-2 0,1 10 0,-1-7 0,-3 6 2237,-3 26-1877,-7 32-360,5-12-68,-4 29 158,9-20 0,1 3 0,2 9 0,1 1 0,1 6-90,-2-6 0,1 0-2095,5 5 2005,-4-13-157,5 5 157,-4-11 69,-2-4-249,-3-1-3007,10-31 0,-12 3 2005,8-25 1272,-10 11 0,0 1 0,1 0 0</inkml:trace>
  <inkml:trace contextRef="#ctx0" brushRef="#br0" timeOffset="200711">19280 11630 8342,'7'-1'2879,"1"0"-2789,-6 1 179,2 1-179,-3 0 0,2 2 90,-1-1-90,1 1 720,3 19-630,-2-4-1189,1 11 1099,-3-10 0,-2-5 0,0 2-2938,1 17 2848,0-11-1935,0 12 1935,0-16 581,0-1-581,2 1 0,-2-1 45,6 14 0,1 2-45,1-5 0,-1 3 0,2-3 0,-1-19 2268,-1-5-2268,28 15 0,-21-14-90,21 11 0,-28-19-3187,3-35 0,-8 18 1176,-1-28 1627,-9 29 474,-2-1 0,-2 3 0,-1-2 0</inkml:trace>
  <inkml:trace contextRef="#ctx0" brushRef="#br0" timeOffset="200998">19292 11628 8072,'25'-3'3276,"0"-1"-2414,-11 1-4139,0-3 1514,3-4-36,-7-2 719,-2 0 1151,-4 2-1061,-4 3 990,0 3 0,-2 2 0,2 2 0</inkml:trace>
  <inkml:trace contextRef="#ctx0" brushRef="#br0" timeOffset="201683">19480 11730 6993,'18'12'1638,"-6"10"0,-2 1-934,-5-6-614,5 27 0,-8-29 167,1 0 12,1 20-269,-3-18 347,1 14-347,-2-23 90,0-1-90,0-3 90,4-19-90,-3 7 0,6-27 0,1-4-909,-3 14 909,3-7 0,-1 2 159,-2 17-159,2-2 0,-3 5-774,0 1 774,0 4 0,1 0 0,0 0 0,0-1 0,-1 2 0,-2 0 0,8 6 0,-6-1 0,6 5 0,-6-3 1424,1 6-1424,-1-2 0,-1 3 0,6 30 90,-4-15 481,3 21-571,-5-26 0,0-6-720,11 21-809,-6-24 450,6 15-90,-10-33 349,-10-13 1,4 5 0,-5-10 0</inkml:trace>
  <inkml:trace contextRef="#ctx0" brushRef="#br0" timeOffset="202098">19878 11830 7713,'-2'13'3276,"1"-2"-1965,1-9-951,2 0-90,3 0-180,5 2-812,1 0 722,1 1 287,-1-3-332,14 0 0,3 0-3232,-4-3 2961,2 2 1,-2-2-225,-14-4-359,-5 0-181,-3 0 1,1-2 1079,-9-6 0,2 5 0,-4-4 0</inkml:trace>
  <inkml:trace contextRef="#ctx0" brushRef="#br0" timeOffset="202968">20265 11605 8162,'10'0'3276,"-2"17"-2774,-10-7-3779,0 13 1164,-2-12 3611,-1 1-1318,0 0 0,-13 17 0,-3 1 770,6-8-950,-5 7 0,-1-1-2179,6-15 2179,8-7 0,-5 6 2084,12-10-2084,4 3 90,0-2-90,20 3-2207,-11-4 2207,14 1 0,-15-4 0,6-2 0,-4 1-147,4-2-33,23-13-1427,-20 8 1517,19-10 844,-30 12-934,-4 2 1980,-2-2-2429,-1-5 269,-1 1-259,-2-1 349,-3 1 2790,-1 2-2520,0 1 0,-5-8 0,5 8-544,-4-6 634,5 3 0,0 4 90,-2-4-90,2 7 0,1 0 540,1 2-360,1 11-1,2 4 930,-2 6-1020,4 0 46,-2 15 0,0 2-3021,2-5 2796,-1 5 0,1-1-1066,-1-19 1066,0-1 0,0-3-3277,-4-12 1157,0-3 951,-2-12 1169,0-2 0,1 1 0,-1-1 0</inkml:trace>
  <inkml:trace contextRef="#ctx0" brushRef="#br0" timeOffset="203682">20525 11378 8342,'1'11'3276,"14"8"-2774,-6-13-502,11 5 0,-9-8 90,2-1-90,33-6 0,-24 1-3277,24-5 3162,-35 3-1885,0 0 2000,-1 0 0,-1 0 450,5-1-360,-9 5 0,2 1 89,-6 20 1,-4 8-90,1-7 1111,2 7 0,-1 0-1201,1-11-312,2 18 312,0-11-2178,2 15 2178,-2-17-12,3 11 12,1 2 0,1 0 0,4 10 0,1 0-185,-6-14 185,3 8 0,-5-4 2170,-11-27-2080,-8 3 0,-1 5-90,0-4 90,-1 4-90,3-7 90,-1 1-72,0 0-468,-12 0 0,-2-2-954,7-8 774,-6 2 0,3-4-719,15-20-1928,-1-1 3249,-5-9 0,4 9 1,-3-5-1</inkml:trace>
  <inkml:trace contextRef="#ctx0" brushRef="#br0" timeOffset="618394">17552 4942 24575,'-16'0'0,"-11"0"0,24 0 0,-11 0-8710,1-13 8710,10 10 0,-24-11 0,24 14 0,-10 0 2387,-1 0-2387,11 0 0,-10 0 749,-1 0-749,11 0 0,-10 0 0,-1 0-3282,11 0 3282,-24 0 0,24 0 2171,-24 14-2171,24-11 0,-24 10 0,24-13 0,-23 0 573,9 0-573,0 14 0,-9-11 0,9 23-2046,-13-22 2046,0 22-3163,0-9 3163,13 13-9,-9 0 9,9 0 0,-13 0-286,0 13 286,0-10 0,0 24 0,14-10 4391,-11 13-4391,10-1-4382,-12 1 4382,-1 0-2748,0 13 2748,13-9 526,4-22 1,-1 2-527,-2 33-365,8-33 1,-1 2 364,-5-1 0,1-1 0,10 33 0,-10-34 0,0 1 0,9 32 0,-9-31 0,0 0 0,10 0 0,2 0-473,-5 0 0,-1 0 473,-6 31-704,10-32 1,2-1 703,1 20 0,4 10 0,9 0 1681,-13-9-1681,0 9 0,13 0 0,-9-10 0,8-12 0,2-2 0,3 4 0,-1 31 2862,11-38-2862,-24 1 3253,24 9-3253,-24-9 0,24 0 0,-24-4 717,24 0-717,-24-10 0,24 11 0,-10-1-4177,-1-10 4177,11 10 727,-24-26-727,24 10-3034,3-11 3034,3 1 2016,24 10-2016,-24-24 0,23 10 187,-9-26-187,26 10-2759,-10-11 2759,11 1 0,-1-4 0,3 1 0,-18-10 0,1-2-341,-10 18 0,-2-3 341,6-21 0,-2-2 487,-7 19 1,-2 1-488,-3-11 0,-1-3 0,6 1 0,2-1 0,-1-1 0,-1-2 0,-5-9 0,-1-2 0,6-1 0,-2 0-261,-9-1 1,-2-1 260,13-10 0,-2-3 0,-16 1 0,-2-2 0,12-6 0,-2-2 0,-15-5 0,-5-2 0,8-5 0,0-1 0,-6 0 0,-2-2 0,-8 24 0,-2 0 0,2 0-494,8-23 0,-1 0 494,-11 24 0,-2-1 0,1 2 0,7-19 0,-3 1 0,-10 1 0,-3 0 0,8 1 0,-3 2 0,-10 10 0,-1 1 397,6 0 1,0 2-398,-6 6 0,-2 3 0,1 4 0,0 2 0,1-2 0,-2 2 0,-5 5 0,-2 2 0,1-2 0,-2 4 0,-23-11 0,-9 2 0,9 15 0,0-1 0,-9 13 314,9 17 0,1 3 0,2 11 1</inkml:trace>
  <inkml:trace contextRef="#ctx0" brushRef="#br0" timeOffset="619347">19469 5212 18593,'-56'-14'0,"32"11"0,-29-23 2591,37 22-2591,-14-9 0,0 13 1063,0 0-1063,0 0 0,13-13-5641,-23 23 5641,20-20 0,-23 23-1965,26 0 1965,-9-9 44,9 22-44,-13-9-3508,0 13 3508,0 13 0,0-10 0,14 11-957,-11-1 957,10-10-2029,-13 24 2029,14-11 1163,-11 14-1163,10 0 0,-12 0 0,12 0 0,-10 0 2605,11 13-2605,-14-10 0,13 10 0,-10 1 0,24-11 0,-24 10 1159,11 0-1159,-1-9-1373,4 9 1373,0 0 0,9-10 0,-9 10 0,0-13 0,9 14 0,-9-11-2457,13 10 2457,0-13-37,0 0 37,0 13 0,0-10 0,0 11 0,13-15 0,-9 1 2554,22 14-2554,-22-11 0,22 10 0,-9-26 0,13 9 0,0-9-1585,0 13 1585,0-14-856,13 11 856,-10-24 0,24 24 0,-24-24 2610,24-3-2610,-11-3 0,14-24 0,0 24 0,0-37 0,13 20 237,-10-37-237,11 10 0,-15-13 0,-22 10 0,0-3 0,26-24 0,-20 19 0,0-3-1344,-4-5 0,-1-2 1344,1 1 0,-1-2 0,-1-5 0,-1-2 0,-5-5 0,-2-1 0,-6-1 0,0-1 0,7-5 0,-3-2-666,-10-4 0,-1-3 666,7 1 0,-3-2 0,-10-12 0,-3-1 0,7-1 0,-1-1 0,-11 2 0,-1-2 0,3 25 0,0 0 0,1 1 0,3-26 0,-2 1 0,-4-1 0,-1 2 0,-1 6 0,0 2 0,-1 7 0,-1 1 0,-5 5 0,0 2 0,7 6 0,0 0 0,0-7 0,0 3 0,0-23 0,1 36 0,-2 2 0,-12-18 1782,10 0-1782,-24 13 0,24 17 0,-24 4 0,24 22 0,-24-9 0,24 26 0,-11-9 0,14 22 0,0-9 0,14 13 0,2 0 0</inkml:trace>
  <inkml:trace contextRef="#ctx0" brushRef="#br0" timeOffset="619941">21296 5362 24575,'-16'0'0,"-11"-14"-9831,11 11 8341,-14-24-665,0 24 2155,13-10 2155,-10-1-2155,11 11 0,-14-24 0,0 24 4537,13-10-4537,-9 13 6784,9 0-6784,-13 13-6784,-13-10 6784,9 24-4537,-9-10 4537,0 13-472,10 0 472,-24 0 0,24 13-1174,-10 3 1174,-1 1 0,11 10 0,-10-11 0,-1 14 0,11 13 0,11-35 0,1 1-337,5 5 0,2 2 337,-1-1 0,0 0-776,0-1 1,0 1 775,0 6 0,0 2 578,-1-1 1,2 2-579,5 5 0,1 2 0,-6-1 0,2 0 0,9-7 0,3 0 0,-7 5 0,0 1 0,6-6 0,2 0-727,5 1 1,2-1 726,-1-1 0,2-1 0,5-6 0,2 0 0,-1 0 0,0 0 19,-1 0 1,2-1-20,5-5 0,1-1 0,0 0 0,3-3 0,35 25 0,0-13 2491,0-4-2491,13-26 0,-10-4 0,10-13 0,0-13 0,-9-4-699,-21-3 1,0-3 698,20-24-902,-25 19 0,-2-4 902,-12-3 0,-2-3 367,8 0 0,-3-1-367,-10-5 0,-1-1 0,6 0 0,-1 0 0,-4 0 0,-4 0 0,-4-7 0,-1 1 0,7 4 0,-3 0 0,-16-11 0,-2 0 0,12 11 0,-2 1-132,-17-6 1,-1 1 131,13 5 0,-1 2-167,-25-33 167,13 33 0,-2 2 2170,-17-22-2170,-24 5 1526,-3 15-1526,-16 14 0,32 14 0,-2 2 0,1 12 0,0 1-476,0-6 1,0 4 475,-6 15 0,-1 3 0,5-7 0,1 0 0,-6 7 0,1 0 0</inkml:trace>
  <inkml:trace contextRef="#ctx0" brushRef="#br0" timeOffset="621340">17163 8147 24575,'0'30'0,"0"0"0,0-13 0,0 9 0,0-9 0,0 26 0,13-9-6641,-9 22 6641,22-23-4585,-22 24 4585,22-10-3065,-9 26 3065,13-10-311,-9-27 1,1 1 310,11 36 0,-5-35 0,1 1 1336,-6 5 0,1 2-1336,5-1 0,1 0 0,0 0 0,0 0 0,0-1 0,0 1 0,0 0 0,0 0 0,-1 0 0,2 0 351,5 0 0,1 0-351,-6 0 0,1 0-1481,12 0 0,-1 0 1481,-12 0 0,1 0 0,11-7 0,1 0 0,-12 6 0,-1-1 0,5-12 0,1 1 0,1 11 0,-3 0 0,15 21-942,-15-27 0,0-1 942,12 10 0,13 11 0,-14-24 0,-2 11 0,-14-14 1609,0-1-1609,-14 1 0,11-13 0,-24-4 0,24 1 0,-24-11 0,10 10 0,-13-26 2826,0 10-2826,0-11 4225,0 14-4225,-13 0 6319,10-13-6319,-11 10 1405,1-11-1405,10 14 0,-24-13 0,24 10-4779,-10-24 4779,-1 24 0,11-10-132,-10-1 132,-1 11 0,11-24 0,-10 24 0,13-24 0,-14 24 0,11-24 0,-24 24-2061,24-24 2061,-24-3 4110,24 10-4110,-10-19 0,-1 22 150,11 0-150,-10-9 0,13 9 0,0 0 0,-14-9 0,11 22-2339,-10-22 2339,13 22 0,0-9 2354,0 0-2354,0 10 0,0-24 0,0 24 0,0-11 0,0 1 0,0 10 0,0-11 0,0 1 0,0 10 0,0-11 0,0 14 0,0 0 0,0 14 2697,0-11-2697,0 10 0,0-13 0,13 0 0,-10 0 0,11 0 0,-1 14 0,-10-11 0,11 10 0,-1-13 0,-10 0 0,11 0 0,-1 14-3601,-10-11 3601,11 10 0,-1-26 0,-10 10 0,11-11 0,-14 14 0,0 0 0,13 0 0,-10 0 3601,11 0-3601,-14 0 0,0 0 0,0-13 0,0 10 0,-14-24 0,11 24 0,-24-24 0,24 10 0,-10 1 0,13-11 0,-14 10 0,11-12-6784,-10-1 6784,-1 0-4537,11 13 4537,-10-10-14,-1 11 14,11-1 0,-10-10 0,-1 24 0,11-24 0,-10 24 0,0-23 0,9 22 1822,-9-9-1822,0 13 0,9 0 5432,-9 0-5432,13 0 25,0 0-25,-13 13 0,9 4 0,-9 13 0,13 0 0,0 0 0,0 13-2728,0-10 2728,0 24-4537,0-11 4537,0 14-1158,0 0 1158,0-13 0,0 9 0,0-9 0,0 13 0,0 0-2650,0-14 2650,0 11 0,0-24 0,0 11 1200,0-15-1200,0 1 885,0-13-885,0 10 3683,0-24-3683,0 10 5508,-13 1-5508,9-11 0,-22 10 0,22-13 1424,-22 0-1424,9 0 0,0 0 0,-9-13-482,9 10 482,-13-11 0,0 1 0,0 10 0,14-11 0,-11 1 0,10 10 0,1-11-4258,3 14 4258,-1 0 0,11 0 1662,-10 0-1662,-1 0 543,24-13-543,-20-4 0,24 1 0,-14-11 4964,-14 24-4964,24-24 0,-20 11 0,37-1 0,-10 4 0</inkml:trace>
  <inkml:trace contextRef="#ctx0" brushRef="#br0" timeOffset="622440">19829 10334 24575,'-14'-17'0,"11"4"0,-10 13-3608,13-14 3608,0 11 1126,-13-10-1126,9 13 590,4 0-590,4 0 0,9 0 0,-13 0 0,0 0 0,0 13 1892,0-10-1892,-13 11 0,9-14 0,-9 13-1539,13-10 1539,0 11 0,-13-1 0,9-10-6274,-22 24 6274,22-10 0,-22-1-2259,22 11 2259,-22-10 0,9-1 0,0 11-2882,-9-11 2882,9 14 3727,-13 0-3727,0 0 0,0 14-2094,0-11 2094,14 10-3034,-11 0 3034,24-9 3034,-11 9-3034,14-13 0,0 0 0,0 0 0,0-14 0,0 11 0,0-10 0,0-1 0,14 11 1510,-11-24-1510,10 11 0,1-14 5284,-11 0-5284,10 0 0,1 0 0,-11 0 0,24 0 0,-24 0 0,24 0 0,-24 0 0,10-14-1130,1-2 1130,-11-1 0,10-10 0,-13 11 0,13-14 0,-9 13 0,9-9 0,-26-18 0,9 8 0,-9-21-1127,0 14 1127,10 10-4537,-24-24 4537,24 24-859,-11-24 859,1 10 0,10-12 0,-11-1 0,14 0 0,-13 0 0,10 0-2749,-11 0 2749,14 0 0,0 0 0,14 0 0,-11 0 0,10-13 333,1 10-333,-11-10 0,24 13 1420,-24 0-1420,24 0 0,-11 0 0,14 0 0,-13 14 0,9-11 0,-22 24-2219,22-10 2219,-9 13 822,0 13-822,9-10 2926,-22 24-2926,22-10 4376,-9 13-4376,-1 13 0,-2-10 0,-1 24 3171,-10-10-3171,11 13-5022,-1-1 5022,-10 1-187,-3 0 187,-3 0 0,-10 0 0,-1-13 0,-2 10 0,-14-24 0,0 24 0,-13-11-926,9 14 1,-9 0 0,13 0 0</inkml:trace>
  <inkml:trace contextRef="#ctx0" brushRef="#br0" timeOffset="627058">19739 10004 24575,'-17'0'0,"4"0"0,13 0 0,0 0 0,-13 0-3175,9 0 3175,-9 0 0,13 0 744,0 0-744,13 0 0,-9 0 0,9 0 0,-13 0 0,0 0 0,0 14 0,0-11 0,0 10 0,0-13 0,13 14 0,-9-11 0,9 23 2431,-13-9-2431,0 13 0,0 13 0,0-9-6784,0 9 6784,13 0-4537,-9-10 4537,9 11-992,0-1 992,-9-10-2705,22 10 2705,-23-13 2705,24 14-2705,-24-11 0,24 10 0,-24-26 0,24 10 0,-24-11 1758,11 14-1758,-1 0 0,-10-13 0,11-4 0,-1 0 0,-10-9 1205,11 9-1205,-1-13 0,3-13 0,14-4 0,-13 0 0,10-23-3687,-11 20 3687,1-23 1446,10 0-1446,-11-4 0,1 1 0,-4 2 0,1 15 0,2-1 0</inkml:trace>
  <inkml:trace contextRef="#ctx0" brushRef="#br0" timeOffset="627648">19949 9914 24575,'0'-16'0,"0"2"0,0 14 0,0 0 0,13 0 0,-10 0 0,11 0-3010,-1 0 3010,-10 14 0,24-11 0,-11 10 0,1 1 0,10-11 0,-11 24 0,1-24 0,10 24 0,-11-24 0,1 24 0,10-24-2840,-24 24 2840,23-24 0,-22 10 2520,22-13-2520,-22 13 0,22-9 0,-22 9 0,22-13 0,-22 0 0,9 0 0,0 0 0,-9 0 0,9 0 0,-13 0 3330,13 13-3330,-9-9 0,9 22 0,0-22 0,-9 22 0,9-9 0,0 13-6784,-10 13 6784,11-10 0,-1 11 0,-10-14-1185,11 0 1185,-14 13-4144,13-10 4144,-10 10 0,11-13 0,-14-13 0,0 10 0,0-11 0,0 1 3418,0-4-3418,0 1 0,0-11 1116,0 10-1116,0-13 0,0 0 0,0-13 6390,0 10-6390,0-24 0,13 24 0,-10-24 0,11 10 0,-1-13-6390,-10 0 6390,11 0-2706,-14 1 2706,13-1-181,-10 0 181,11 13 0,-1-10 0,-10 24 0,11-10 0,-14-1 0,0 11 3574,13 3-3574,-10 17 0,10 13 0,-13 0 4313,0-14-4313,0 11 0,0-10 0,14 12 0,-11 1 0,10 0 0,-13 0 0,0-13-5128,14 10 5128,-11-24 0,10 24 0,-13-24 1304,0 10-1304,0-26 278,14 10-278,-11-24 0,10 10 0,1-13 0,-11 0 0,10 0-659,1 0 659,-11 1 0,24-1 0,-24-14 0,10-2 0</inkml:trace>
  <inkml:trace contextRef="#ctx0" brushRef="#br0" timeOffset="627848">20877 10184 24575,'-17'-13'0,"4"-4"0,13 0-9831,0-9 9711,0 22 2734,0-22-2614,0 22 1541,13-9-1541,-9 13 0,9 0 0,-13 0 5796,13 0-5796,-9 0 0,22 13-6784,-22 4 6784,22 13-84,-22 0 84,22 0 0,-22 13 0,22-9 0,-22 22 0,22-9 0,-22 13 0,22-14-4509,-23 11 4509,11-11 0,-1 1 0,-10 10 35,11-24-35,-14 10 0,0-13 0,0 0 0,0 0 0,0-13 0,-14 9 0,11-22 0,-24 9-3027,11-13 3027,-14-13 673,0 9-673,0-22 609,0 22 0,0-22 0,0 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57:49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2456 4319 5734,'-3'5'0,"-1"1"0,3-4 0,1 1 0,2-2 0,0-1 0,2-1 0,13-3 0,-7 1 0,20-5 0,-17 5 0,11 0 0,1 0 0,-3 1 0,22-1 0,-14 2 0,-6 1-599,9 0 599,-8 0 0,7-1 0,1 0 0,6-1 0,-7 0 0,5-1 0,-5 0 0,10-2 0,-8 1 0,5-1 0,-4 1 0,-9 1 0,2 0-799,6 0 1,6 0 0,2 0-1,-5 1 799,2-1 0,4 2 0,-7 0 0,9 1 0,5 0 0,2 0 0,0 0 0,-4 0 0,-7 0-486,-1 0 1,-7 0 0,1 0 0,6 0 485,-2 1 0,6-1 0,3 0 0,2 1 0,0-1 0,-2 0 0,-4 0 0,-5 0 0,14-1 0,-7 0 0,3-1 0,-10 1 0,2-1 0,0 1 0,1-1 0,-3 0 0,0 0 0,-2 0 0,0-1 0,1 1 0,0-1 0,-2 0 0,4 0 0,4-1 0,-4 0 0,5 0 0,4-2 0,2 1 0,0-1 0,-1 1 0,-2-1 0,-5 2 0,3-1 0,-5 0 0,-1 1 0,1-1 0,4 0 0,-2 0 0,4 0 0,2-1 0,2 0 0,-1 0 0,-2 1 0,-4-1 0,-4 2 0,12-2 0,-6 0 0,2 1 0,-10 0 0,3 1 0,0-1 0,0 1 0,-3 0 0,12-1 0,-3 0 0,3 1 0,-5-1 0,2 1 0,0 0 0,-4 0 0,-2 1 0,-3 0 0,-1 1 0,0-1 0,0 1 0,-1 0 0,-1 0 0,-1 1 0,0-1 0,13 1 0,0-1 0,-3 1 0,-1 1 0,-7 0 0,0 1 0,-1-1 0,2 1 0,0 0 0,-3 1 0,1 0 0,-4 0 0,14 3 0,-16-1 0,-4 0 0,-6 3 298,-7 9-298,-16-5 0,-11 8 0,-3-3 0</inkml:trace>
  <inkml:trace contextRef="#ctx0" brushRef="#br0" timeOffset="1058">2342 9386 5734,'41'17'0,"-14"-7"0,-1-2 0,4-1-1639,3-4 1,-1-1 1240,-3-1 1,2-1-382,14 0 1,3-1 778,-6-2 0,0 0 0,-10 1 0,0 0 0,1 0-35,4-1 0,0 1 0,1 0 35,3 0 0,1 0 0,1 0 0,0 0 0,2 0 0,5 0 0,-13 1 0,5 0 0,2 0 0,2 0 0,0 0 0,-2-1 0,-3 1 0,1 0 0,-3 0 0,-1 0 0,2 0 0,2 0 0,1 0 0,4 0 0,2 0 0,0 0 0,-1 0 0,-2 0 0,-4 0 0,8 0 0,-5 0 0,-1 0 0,1 0 0,1 0 0,0 0 0,1 1 0,3-1 0,-6 0 0,3 0 0,2 0 0,-1 1 0,0-1 0,-3 0 0,0 1 0,-2-1 0,-1 0 0,1 1 0,2-1 0,0 1 0,3 0 0,1-1 0,0 1 0,-2-1 0,-3 1 0,7 0 0,-3 0 0,-2 0 0,1 0 0,-1 0 0,1 1 0,-1-1 0,0 0 0,-1 1 0,0-1 0,-1 1 0,0 0 0,-1 0 0,-1 0 0,1 0 0,-1 0 0,-2 1 0,0-1 0,-1 0 0,0 1 0,-1 0 0,-1 0 0,-1 0 0,1 0 0,8 1 0,-1 0 0,2 0 0,-5 1 0,1 1 0,0-1 0,-2 1 0,0-1 0,-3 1 0,1 0 0,7 1 0,2 1 0,-5 0 0,-4 0 0,-3 0 0,-3 1 0,-2-1 0,-3 1 0,-2-1 0,17 8 0,-8 0 0,-7 0 0,-7 1 0,-6 0 0,-6 1 0,-10 12 0,-3-5 172,-8 11 0,0-9 1,-2 3-1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15:56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12403 1775 7083,'4'-4'1979,"4"2"-1889,-4 2 0,2 0 180,-5 1 179,-1-1-89,-6-2-270,4 1 360,-12-4-360,10 3 90,-7-2-2211,8 3 2121,-2 1 0,2-1 540,-30 1-3260,19-1 2630,-24 1-1818,27 0 1818,0 1 998,-3 0-908,-27 8 0,-5 2 0,14-4-90,-13 3 0,3 2 0,19-1 0,9-3 0,-6 8 0,12-7 0,1-1 0,11 21 0,5 2-1517,-2-9 1562,5 11 0,3-2 920,-2-20-965,4 4 0,-5-4 0,2 0-948,0 2 948,7 5 0,4 1 0,0 0 155,-1 0-155,9 9 0,-16-13 0,10 12-406,-18-15 406,-4-3 1181,1 3-1181,-22 28 331,7-21-286,-16 16 0,-2-1-45,7-16 1075,1 1 0,-2-1-1075,-10-2-89,17-8 89,-14 3-180,19-10 266,2-2-86,-11-34 0,11 21 0,-7-26 0</inkml:trace>
  <inkml:trace contextRef="#ctx0" brushRef="#br0" timeOffset="1052">12501 1920 7803,'0'-7'2338,"1"2"-2248,-1 2 0,1 3 360,-3 9-270,2 2-90,-2 6-3367,3 0 3252,1-2-2154,-1 2 2179,2 2 90,5 21 0,-2-15-1607,6 15 1517,-3-20 90,2 0-90,0 0 0,5 7 0,-4-7-73,3 4 73,-6-7 1436,-1-4-1436,3 5 0,-4-6 270,11 10-180,-14-16 0,6 4-90,-10-13 2148,0 0-2058,6-34-90,-6 19 0,4-26 364,-5 25-409,3-7 0,0-1 45,1-4 90,-2-10 0,1-10 0,-1 9-90,-1 9 0,-2-19 0,3 16 0,6 51 0,-2-3-2268,7 24 2268,-2-1-1517,-1 4 1607,2 2 920,-2-10-988,5-3 1,6 7-1,3 1 1,-4-8 67,-2-8 0,0-2-323,9 20 1,4 6-1,-6-22 233,-6-35 90,-6-5-90,-1-7 45,-5 2 0,0-2 45,3-16 33,-5 15 0,0-6-123,-2-9 0,-2-9 0,0-1 0,0 8-347,1 9 0,1-1 234,-2-8 1,0-9 0,1 3-1,0 17-156,2 15-361,2-2 249,-3 10-699,1 4 1663,-4 2-1663,-3 5 91,-3 3 658,3 4 1,1 5 0,3 3 0</inkml:trace>
  <inkml:trace contextRef="#ctx0" brushRef="#br0" timeOffset="1754">13349 1773 7173,'0'-6'3276,"-4"7"-2954,0 5 128,-5 24-271,5-9 37,1 12 0,-1 17 0,0 6 0,0-1 0,0-10-1855,-2-2 1,0 1 1197,2-2 0,0 9 1,0 2-1,0-6 0,1-13-636,-1-1 1077,5-15 1077,6-3-1077,0-3 90,-2-3 0,0-5-90,-5-7 0,1-7 2269,-2-2-2179,1-2 3186,0-1-3263,3-16 0,2-4-3290,2 1 3219,0-2 1,1 1-281,3 11 368,13-9 0,9-9 0,-4 7-1109,-15 15 1,2 1 1078,14-17 0,6-6 0,-9 13-272,-16 21 272,6-3 0,-10 7 0,-1 1 0,-1 1 1931,-3 1-1931,2 2 137,-1 1-407,-1 0-778,-12 2-931,-5 1 1979,-5 0 0,0 3 0,8 0 0</inkml:trace>
  <inkml:trace contextRef="#ctx0" brushRef="#br0" timeOffset="1965">13396 2088 6745,'3'26'1638,"1"1"0,-3-2-2358,11 6 1,5 8 0,-1-8 809,2-1 346,3 1 0,7-1-2075,17-10 1,-2-6-1639,-18-6 3184,18 5 1,-12-7 0,-38-16 0,2 1-1</inkml:trace>
  <inkml:trace contextRef="#ctx0" brushRef="#br0" timeOffset="3006">14224 2168 7892,'0'5'2609,"0"0"-2159,0-3-90,0 2 719,12 3-989,-2-4-3367,11 3 1519,-3-7 594,2 0 1164,3-1-412,4 1 412,3 0-527,12-2 1,3 0 526,-1-1-84,-1 1 0,-2 1-6,-12 1 896,-4 1-4083,9 0 1190,-26 2 2087,0 1 0,-27 3 0,0 0 0</inkml:trace>
  <inkml:trace contextRef="#ctx0" brushRef="#br0" timeOffset="3303">14336 2400 7353,'-34'10'3276,"28"-12"0,18-5-2452,21-6-2772,-11 8 2038,4 0-90,4 0-60,2 0 0,6 0 0,-4 1-210,12-4-823,-14 4 1,6-2 0,-9 1 343,-8-1 723,-2-3-1233,-3 1 1259,-3-17 0,-10 17 0,-4-9 0</inkml:trace>
  <inkml:trace contextRef="#ctx0" brushRef="#br0" timeOffset="7715">15572 1780 6903,'-10'-9'2429,"-2"1"-1890,0-1-2178,-16 0 1,-4 1 784,5 4 944,-5 0 0,1 3 1499,12 12-1499,-2 4 90,-1 1 179,6 11 1,-2 12 0,1 3 0,3-8-1020,3-8 1,3 0 681,-4 10 1,-2 9-1,3-1 1,8-12-1540,18-5 1607,9 8-90,-4-14 0,3-5 0,0 0-348,7 4 393,9 4 0,0 1-45,-12-8 45,-2-1 0,-5 0-45,-14-7 1435,-6-2-1435,-3 1 2100,-28 7-2100,12-10 778,-16 3-778,22-11 0,6-5-210,18-17 0,13-12 0,-3 5 210,1-3 0,5 11 0,11-5 0,0 3 0,-8 11 3276,0 13-3218,9 2 0,-4 10-1697,-25 26 1,-9 6 1613,3-8 25,-1 8 0,-2-5-90,-3-19-90,-3-3-2788,-4 1 1709,2-12 691,-8-15 1,8-3 0,-3-12 0</inkml:trace>
  <inkml:trace contextRef="#ctx0" brushRef="#br0" timeOffset="7852">15674 2000 7173,'4'-10'3276,"12"-8"-3224,-8 11-412,9-5-359,-9 13-91,-2 2 810,7 19 0,-5-5 0,5 15 0</inkml:trace>
  <inkml:trace contextRef="#ctx0" brushRef="#br0" timeOffset="8406">15932 2218 7263,'-34'-15'1638,"0"35"0,5 8 1112,14-5-2750,2 25 0,8-2-3277,14-31 2303,14 16 1833,-15-34-949,-2 0 90,0-4 0,8-14 0,0-4-2268,-4 5 2268,3-5 0,-1 1 0,-10 14 2268,1 3-2088,14 37-2358,-7 4 2223,0-6 0,-1 1-162,-3-6 0,-2 3 297,-4 11 0,-2 11 0,-1 0 0,1-8 874,2-10 0,-3-1-1122,-3 9 1,-4 9-1,-1-6 1,0-20-23,-2-24-180,-16-13 3152,24 1-3152,2-3-764,3-9 0,1-2-2243,2-6 2727,0 3 0,2-1-2727,5-13 1317,-2 11 1763,2-10 0,-3 14 0,0-2 0</inkml:trace>
  <inkml:trace contextRef="#ctx0" brushRef="#br0" timeOffset="8762">16027 2123 7533,'17'-5'3276,"-9"4"-6553,11 15 2025,-15 0 3020,4 22-1588,-5-13-660,0 3 1,0 2 749,2 13-1787,1 7 1607,-2-15 1517,-2-14-1517,15-34 0,3-8-1607,-7 10 1517,8-16 0,-3-1 358,-12 12-358,-1 3 0,2-1 0,-1 8 0,1 0 0,-2 8 0,0 2 0,0 3 0,1 4 0,1 2 0,0 3 1694,3 8-1694,-3-5-987,10 14 0,1 0 87,-6-12 315,3 8 1,-1-8-675,-11-23 879,1-7 1,0 3 0,2-5 0</inkml:trace>
  <inkml:trace contextRef="#ctx0" brushRef="#br0" timeOffset="9361">16549 2255 6813,'-6'-18'3276,"0"5"-1785,-2 13-1311,1 1 270,-11 9-3727,3 4 2752,-5 3 615,6 1 0,6-4-726,1 2 726,1 7-1833,3 0 1833,1 0-90,3-3 0,1-9 0,18-17 0,-13 2 1439,13-15-1439,-16 1 1494,-1 4-1584,16-7 90,-11 17 0,14 1 0,-12 13 0,2 0-892,13-1 1,3-2 801,-3-5 78,8-2 1,-1-4 11,-14-13 2257,6-9-2257,-8-4 0,-3-3-2257,3-6 2257,-4 3 0,0 1 2257,-6 0-2167,-2-2-90,-8 6 0,-2-8 0,-2-2 0,2 7-1117,1 4 0,0 1 1139,-3-6 1,-2-6-1,0 1 1,1 13-666,-2 10 913,-8 7 0,8 16 0,-4 12-1185,6 7 1275,1 6 123,1 8-124,7-5 1,1 9 0,2 3 0,0-5-513,0-8 0,1-3 0,1 3 153,-1 9 0,1 4 0,0-1 0,2-7 486,4-5 1,1-5-667,7 8-1459,17-16 1,4-5 982,-5-3 1,4-4-1,-2-8 1,-17-14 0</inkml:trace>
  <inkml:trace contextRef="#ctx0" brushRef="#br0" timeOffset="10205">17447 2120 6813,'0'-15'1638,"-4"-12"0,-2-2-4915,1 4 2831,-1-4 0,1 2 536,1 13 1409,3 1-1409,-1 3 1759,1 9-1579,0 7 89,-3 25-179,2-3 0,-1 16-60,5-6 0,0 7 0,1-6-1254,-3-12 0,1-1 1134,1 13 0,1 6 0,-1-12 2268,-2-11-2178,3-4-90,27 4-2269,-10-18 2180,15 3 89,-20-20 0,3-25 1164,-9 18-1164,0-5 0,-2 0 0,-3 7 90,16 42-90,-11-8 0,3 12 0,0 2-1644,0-4 1554,2-1 807,2-3-717,1-2 90,0-2-90,19-1 0,-16-12 0,16-14 396,-26-9-396,-1-13-1658,-5 7 1568,-3-5 90,-1 0-30,-6-5 0,-3-9 0,1 6 30,3 13 0,1 0 0,-6-14 0,-1-5 0,1 11 1115,3 15-2015,15 1 450,-1 15 1,17 5-811,1 9 361,-5-1-91,8 3 990,-7-1 0,0 0 0,3 3 0,-3-3 0,-1 1 0</inkml:trace>
  <inkml:trace contextRef="#ctx0" brushRef="#br0" timeOffset="11512">18135 2265 8342,'-4'-10'2069,"-1"0"-1709,-1 1 449,-14-5-629,7 7-1643,-15-2 1643,14 12-1877,-9 6 1877,9 1 338,-4 6-294,4 8 1,2 3-2324,-1 1 2144,2 0 0,2 0 401,7 1-446,3-8 0,2 4 0,16-8 0,-10-13 0,12-1 1519,-13-16-1519,-1-1 585,-1-2-630,0-10 0,-1-1 45,0 1 1638,-3-5 0,4 9-1550,13 35 0,1 9-88,-4-12 0,9 17 0,0 0-3277,-13-16 3251,5-1-1218,-6-7 1244,7-7-1857,-4-2 1857,4-6-89,-5-2 89,4-20 0,0-6 0,-1 2 0,1-1 0,-3-5 0,-11 5 0,-3 2 832,0-5-832,-2 4 0,0 0 0,-3 12 0,0 2 0,-1-6-1517,-3-12 1517,1 21 1517,3 8-1517,-2 2-506,-2 30 0,0 20 1,1-4 505,-2 5 0,2-3 0,-2 7 0,4-7 0,3 3 45,3-11 0,0 0-45,0 14-508,1-15 1,1-1 507,1 8 0,1-3 0,3 6 1015,-1-12-1060,27-33 0,4-10 45,-15 5 758,15-13 1,-4-5-849,-21-5 2358,-7 23-2268,3-10 3276,-9 29-3070,0 3-3483,-1 32 3162,1-22 115,2 24 0,2-30-90,17 8 0,-6-12-270,22-2 91,-16-16-1,6-7 2852,3-11-2942,-7 4-1279,-3 0 1,-1-2 1086,-4 3 0,-2-1 462,3-6 0,-1 1-2268,5-17 2358,-8 4-1427,-7 14 1517,-7-9 179,-5 10 1,-1 1-180,-3-9 360,-12 10 0,-1 9-360,11 16 0,-20 7 0,30 14 1517,0-1-1428,4 9 1,1 7 0,0-4-1607,1 14 1427,0-13 0,0 5 0,0-7 0,4 1 1517,0-2-1472,1 0 0,1-1-45,0 0 0,-2-5 0,1-5-321,-2-15 321,-4-9 0,-2-9 0,-2 1 2110,-1-7-2155,3-17 0,2-4-2065,3-4 2110,-2 1 0,3 2 0,7 3 0,-4 18 0,3 0-670,-4 10 670,4 4 90,3 12 0,-3-1 45,-1 19 0,-4 4-45,-2-3-90,0 2 0,-1 0 0,-3-5-526,1-2 526,0-1 0,2-1 0,6 7 0,-4-18 0,7 4 0,-6-23 1517,2-3-1517,0-4-45,8-11 0,1-2 45,-3 6 0,5-6 0,0 6 0,-9 19 0,28 24 0,3 7 0,-24-15 0,15 13 0,-1 0 0</inkml:trace>
  <inkml:trace contextRef="#ctx0" brushRef="#br0" timeOffset="12466">19547 1875 7443,'-13'-6'3058,"4"3"-2878,-6 0 270,3 7-270,6-1 449,-6 25-3906,9-11 1164,0 20 3701,0-9-1498,3 3 190,-1 4-190,1 2 0,0 1-2107,1 1 2107,0 0 1927,2 0-1987,0-3 0,0 7 0,0-6-2047,1 8 2017,-1-10 0,1 5 0,-2-15 508,0-21-508,0-8 0,-1-4-90,10-28 90,-4 12 0,5-8 0,5-12 0,0-2 0,-1 8 0,-2 4 0,1 0 0,-1-1 0,2-6 0,0 2 0,-3 8-62,4-4 62,-7 13 0,4 3-45,2 0 0,1 0-45,0 2-360,12-14 2328,-26 28-2418,-2 1-2737,-20 9 1787,4-2 930,-16 6 1,11-3 0,-2 1 0</inkml:trace>
  <inkml:trace contextRef="#ctx0" brushRef="#br0" timeOffset="12654">19527 2148 7083,'5'11'2788,"0"0"-2248,0-2-2179,17 8 1,4 1 784,-5-5 1558,6 5 1,0-3-705,-10-11-975,8 0 1,0-1 614,-1-1-112,22 1-158,-33-5-179,-1-2 809,2-1 0,-4 1 0,-1 1 0</inkml:trace>
  <inkml:trace contextRef="#ctx0" brushRef="#br0" timeOffset="12962">19978 2153 7982,'-14'-8'1638,"-2"43"0,4 14 303,6-14-1911,3 5 0,2 9 0,6-14-30,10-24 0,12 13 0,-12-39-45,-9-30 0,-4-4-134,0 17-1460,0-19 1,-2 9-1639,-2 37 2457,5-1 1,5 5 0,1 2 0</inkml:trace>
  <inkml:trace contextRef="#ctx0" brushRef="#br0" timeOffset="13358">20225 2183 7443,'6'19'1638,"-5"25"0,-3 1 483,-1-17-1942,-2 16 1,3-11-1547,3-33 1367,1-6 324,1-5-324,1-2 0,11-22-3047,-5 13 3047,8-17-1609,-4 12 1609,-4 9 516,3-3-67,9 50-2123,-12-15 1719,1 9 0,-1 2-45,-5-2 1674,0-2-1674,0 0-566,0-2 476,1-2-2956,12 4 2326,-5-14-1148,16-15 789,-19-9-107,4-16 1186,-11 8 0,1 0 0,1-1 0</inkml:trace>
  <inkml:trace contextRef="#ctx0" brushRef="#br0" timeOffset="13608">20518 1840 6231,'4'-41'3276,"-10"40"-1065,3 18-2856,-2 6 1,0 1 734,3 8 847,1 3-847,2 2-1,3-1 1,1 7 0,0-4-1361,-1-6 0,1 0 1271,0 5 0,0 3 0,0-7 52,1 2-52,-3-16 632,-2-4-3510,-2-4 539,-7-20 1260,-2 0 89,-5-15 990,5 4 0,-1 2 0,2 0 0</inkml:trace>
  <inkml:trace contextRef="#ctx0" brushRef="#br0" timeOffset="13908">20433 2155 6813,'27'6'1092,"1"0"0,-4 0 0,0-1-2731,10-5 1,-1-2 746,-4 2 1596,5 0 1,-3-1-615,-19 1 769,-2 1 760,1 16-1349,-7-7-2358,0 13 2358,-7-9 1929,1 1-1704,1 13 0,0 3-2591,2 2 2096,0-3 0,0-2 0,3-8 0,-2-7 0,1-2-1620,1 3 721,1-11 1826,0-1-2277,-5-12-89,-4-4 1439,-10-14 0,5 8 0,-3-11 0</inkml:trace>
  <inkml:trace contextRef="#ctx0" brushRef="#br0" timeOffset="14053">20703 1935 7353,'4'-7'3148,"-2"0"-1799,1-6-1439,0 8-989,7-7 89,-6 13 170,-4 18 1,-1-3 0,-4 15 0</inkml:trace>
  <inkml:trace contextRef="#ctx0" brushRef="#br0" timeOffset="16012">20838 2248 7173,'0'-5'3276,"1"2"-1695,-5 9-1491,3 1 299,-3 22 1,-1 15 0,0-7-300,2-6-90,-4 22 0,2-16 0,7-47-3277,1-13 3162,1 6 42,1 1 73,13-24 0,-5 18 0,9-17 0,-12 25 0,-4 5 0,4-4 0,-4 7 0,3-1 90,-6 19 3186,0-5-3196,0 11 64,10 18 1,3 0-235,-6-16-1549,6 18 1,1-10 1433,-9-32-65,6-6 91,-4 2-181,8-23 0,0-5 360,-6 8-1134,3-5 0,-4 2 1134,-11 17 0,0 5-1085,0-2 1085,-1 4 0,0-1 1179,-2 4-1179,1 0 36,-1 4-36,1 0 2288,-1 3-2198,1 0 2415,-7 20-2415,6 0 978,-5 10-978,8-9-90,2-6 0,1-4-1631,1-2 1631,-1-6 0,0-2 0,28-35-1663,-20 18 1663,7-9 0,-1-1 0,-11 10 180,5-13 1316,-7 20-416,-1 51-2135,-6-12 1190,0 5 0,0 1 1818,-1-4-1683,1 2-91,3-1 1,1 7 0,1-4-1558,-1-7 0,0 0 1378,1 5 0,0 3 0,0-8-1903,2-3 1903,-2-16 736,0-3-736,-1-4-89,-2-8 89,-2 2 2268,0-5-2358,-16 3 3366,13 0-3160,-13-2-206,14-28 0,7-5 0,-2 8 45,-1-9 0,3-5-540,12-3 1,3 3-159,-7 15 0,0 0 713,2-3 0,0-2 0,0 4-60,6-7 90,-6 17-3109,22-13 3109,-20 18-2019,16-8 2019,-26 22 414,0 1-504,-2-1 0,1 2-360,-1-4 270,1 2 2179,-1-1-2269,0 1-450,3 7 720,-4-5 2510,5 5-2510,-5-4 0,1-2 90,-1 3-90,-2-2 720,-11 13-540,7-7-90,-7 7 0,9-9 0,1 0-90,-1-1 1062,1 6-972,2-4-90,0 4 0,2-5 0,5-1 0,-2-4 0,1-3-45,-14-28 0,-7-7 45,6 17-1639,-5-16 1,0 7 1613,7 27 25,1 2 0,-1 2 89,2 1-549,3 30 1,4 6 459,0-16 0,1 16 0,3-6 0,3-30 0,1-1 2269,0-4-2269,31-13-2269,-25 7 2269,22-10 0,-35 13-90,-1 0 90,-1 0-269,-6-7 179,6 6-469,-7-6 290,7 7 2034,-1 1-4733,1-6 449,-6-3 1350,3 0 1169,-6-1 0,6 11 0,1 0 0</inkml:trace>
  <inkml:trace contextRef="#ctx0" brushRef="#br0" timeOffset="16654">21750 2398 8162,'5'-5'2609,"-2"0"-2519,-7 0-450,-2-5-270,0 2 630,-16 0 0,-4 1 0,2 1 0,-3 3 0,-1 0 0</inkml:trace>
  <inkml:trace contextRef="#ctx0" brushRef="#br0" timeOffset="31060">3851 6670 8252,'1'-6'2339,"-2"0"-2069,-1 1 719,-7-5-809,5 5 0,-6-3 0,8 7 0,1-2 0,-1 3 0,1-1 359,-9 7-449,5-3 90,-8 16 0,0 4-3457,6-3 3264,-2 3 1,0 3 192,3 11-90,2-5-28,2 4 1,0 11 0,0 4 0,2-6-3,0-10 0,1-2 0,-1 2-596,0 10 0,0 6 1,0-2-1,1-6 581,3 2 0,0-8 616,-3-10 0,4 1-661,9 12 0,8 8 0,1 0 0,-3-9-343,-7-5 1,7-8 342,11-13 0,12-4 0,6-4 0,-4-5 0,-12-5 0,-6-15 0,-5-9 0,5 1 0,-1-1 0,1 0 0,-1 0 0,1 0 0</inkml:trace>
  <inkml:trace contextRef="#ctx0" brushRef="#br0" timeOffset="31502">3441 7238 7892,'-8'5'3276,"4"-3"-3109,27-4 1,22-5-1,-5 0-1246,2-1 689,-1 0 0,9-1 1,-11 0-871,-9-1 440,10-7 1,-10 5 0,7-4 0</inkml:trace>
  <inkml:trace contextRef="#ctx0" brushRef="#br0" timeOffset="104254">4267 4348 7263,'-27'-11'929,"0"0"1,0 0-1,-1 1-704,0 1 0,-1 0-1864,1 2 1,-1 0 671,0 2 0,0 1 473,1 1 1,0 2 538,2-1 0,-4 3-20,-4 2 0,-6 2 0,-2 1 0,6-1 65,-3 0 0,-1 1-214,4 0 0,-5 1 0,0 0 0,7 0 214,5 1 0,2-1 613,1 0 0,-4 2-591,-1 2 1,-6 3-1,0 0 1,4-2-68,-4 1 0,-5 5 4,14-5 0,-5 4 0,-6 4 0,-3 2 0,-2 2 0,-2 1 0,1 0 0,1 0 0,3-2 1,3-1-1,6-3-27,-11 9 1,7-4-1,1 1 1,-6 4-23,6-7 0,-4 3 0,-4 1 0,-2 2 0,0 0 0,1-1 0,4-1 0,6-2 0,6-3 30,-3 7 0,8-3 0,2-1-306,-3 4 1,2-1 275,-1 2 0,2 0-463,1 1 1,1 1 507,1 0 0,1 2 507,2 1 1,1 1-508,1-2 0,3 7 239,4-1 1,2 8 0,1 4 0,2 0 0,-1-5-240,2-4 0,1-3 0,1 0 0,-1 4-30,0-4 0,-1 5 0,1 1 0,0-1 0,1-2 0,2-4 15,3 10 0,2-6 0,0-2 398,0 3 1,7 4-379,0-20 0,4 6 0,5 2 0,3 3 0,2 1 0,-1-1 0,0-1 0,-2-3 0,-4-5-433,5 7 0,-3-6 0,0 0 0,4 5 383,-4-6 0,3 4 0,3 3 0,1 2 0,1 0 0,-1-2 0,-1-3 0,-2-5 0,-4-6 222,10 2 0,-4-7 1,1-2-223,-2 3 0,1-1 0,9 0-9,-9-7 0,7-1 0,4 1 0,3 0 0,3-1 0,1 0 0,-2-1 0,-1 0 0,-4 0 0,-5-2 333,6 1 0,-6-1 0,-2 0 0,2-1 0,6 0-324,-6 1 0,4 0 0,3 1 0,2 0 0,2 0 0,-1-1 0,0 0 0,-2-3 0,-3-2 0,-4-2-203,11-5 0,-3-4 0,-3-3 1,-2-1-1,-2 2 203,7-1 0,-2 1 0,2-3 18,-7 2 0,4-2 0,1-1 0,-3 1 0,-5 0-18,-1-1 0,-4 0 0,1-2-369,-1 0 0,2-3 0,0 0 0,-2 1 369,1-2 0,-2 2 0,1-3-311,7-4 1,1-3-1,-2-1 311,-4-2 0,-1-1 0,-3 1 0,-6 5 0,-1 1 0,-1-2 0,5-8 0,1-2 0,-4 0 0,-7 10 0,-3 1 0,-2-8 56,-3 3 0,-1-8 1,-1-4-1,-1-2 0,0-2 1,0 1-1,-1 3 0,0 5-11,1-9 0,-1 4 0,-1 1 0,1-6-34,-2 7 0,1-4 0,-1-4 1,1-1-1,-1 0 0,-1 3 1,0 3-1,-2 5 158,-1-1 1,0 7-1,-3 0 1,-3-7-110,0 5 0,-4-4 0,-1-4 0,-2-2 0,-1-1 0,0 1 0,0 2 0,2 3 0,1 4-60,-3-9 0,2 7 0,-1 0 0,-2-6 0,3 8 0,-1-6 0,-1-3 0,-1-1 0,-1 2 0,-2 2 0,0 5 0,-2 8-360,-12 0 0,-3 7 0,0 5 1,4 2-1,-1-5 0,-1 3 435,-8-2 1,-5 0 0,8 8-1425,4 12 1349,-5 16 0,-1 3 0,1-4 0,2 5 0,1 1 0</inkml:trace>
  <inkml:trace contextRef="#ctx0" brushRef="#br0" timeOffset="118705">966 14675 9242,'-5'-4'1709,"0"1"-1215,-2 24 1,1 9-405,2-8-90,-2 8 0,2 4 90,8 8 0,4-3-2546,2 8 2456,-2-5 0,0-3 745,3-12-745,-2-12-2559,4 1 2559,-2-6-1977,4-2 1977,-4-7 587,0-4-587,2-4-90,5-11 90,-4 1 0,9-21 0,-9 13-90,4-12 90,-6 10 0,-1-2 0,-1-1-90,0 0-669,0-9 1,-1-1 758,-1 5 0,-1-2 0,-1 4 0,-6 21 1330,0 2-1330,0 2 0,0 3 30,4 26 0,3 22 0,0-6-30,-1 0-30,1 1 0,1 7 0,-1-9-60,-2-10 2176,2-1-2806,7 12-1178,-5-16 1088,4 8-179,-9-17 989,-3-7 0,0-4 0,-1-5 0</inkml:trace>
  <inkml:trace contextRef="#ctx0" brushRef="#br0" timeOffset="119110">1628 14348 7623,'2'-7'3148,"-2"2"-2878,-2 4 539,-13 13-719,5-3-3367,-12 19 2752,13-9 1323,-2 9-618,3-2-90,1 4 90,2 10 0,0 10 0,2-5-1275,0-12 1,1 0 1094,1 5 0,-1 8 0,2-1 0,0-9 0,3-10 0,0-3-45,1 7 1,3 2-586,6-2 0,5 1 1,-2-5-181,6 9-225,7 1 1,-1-10 116,-13-29-71,2-6 989,-7 1 0,-3-2 0,2 0 0</inkml:trace>
  <inkml:trace contextRef="#ctx0" brushRef="#br0" timeOffset="119413">1873 14443 7263,'-6'26'3276,"0"2"-2145,2-3-981,3 13 0,0 10 0,2-5-1789,-1-14 1,1 0 1343,0 14 0,-1 7 1,2-11 724,3-6-430,-3-2 0,2-3-89,-2-1-2877,2 16 2606,-2-19 1887,-1 10-2427,-4-24 900,-24 0 0,13-8 0,-19 0 0</inkml:trace>
  <inkml:trace contextRef="#ctx0" brushRef="#br0" timeOffset="119594">1673 14953 7173,'7'1'3276,"0"-2"-2145,-3 0-1131,1-2-1639,21-7 1,4 0-1639,-10 1 2314,10-3 1,-2 2 742,-20 6 220,1-1 0,1 1 0,1-1 0</inkml:trace>
  <inkml:trace contextRef="#ctx0" brushRef="#br0" timeOffset="119906">2184 14890 9152,'1'-4'2518,"0"1"-1348,-1 0-1080,2 2-90,1 1-1395,32 4 1,8 1-1883,-18-4 3038,17 3 0,-7-2 0,-31-5 1,-3 1-1</inkml:trace>
  <inkml:trace contextRef="#ctx0" brushRef="#br0" timeOffset="120461">2411 14633 11041,'4'-6'449,"21"-5"1,6 0-3727,-7 3 2085,13-5 1,0 2 340,-14 6 851,6 0-519,-10 3 609,5 2 0,-7 3-90,2 0 1619,-10 39-1529,-6-24 1680,-4 28-1276,-14-12 1,-4 0-535,5-2 85,-5 6 0,0 0 2403,8-12-2358,-4 2-756,10 5 0,2 10 0,1-6 576,-1 7-446,2-8 0,2 5 1,3-12 355,9-15 183,9-4-1642,2-14 1,0-3-1639,8-3 2554,-8-2 0,-3-2 449,-6-5 274,-1-2 0,1-2 0,0-2 0</inkml:trace>
  <inkml:trace contextRef="#ctx0" brushRef="#br0" timeOffset="120817">2904 14320 7533,'5'-5'3276,"12"21"-5826,-7-3 2730,10 21-898,-9-6 898,-3-2 0,0 2 987,5 15-1077,-6-14 0,0 5 18,-4-1 0,-1 6 0,-1 4 0,-1-2 0,-1-4-614,0 0 0,-2-3 1,1 4 505,0-1 0,2 6 0,-1 1 0,-1-3 0,-1-7-45,-5 4 0,-1-7-135,-4 12-90,2-4-90,4-16 0,-1 0-982,-1 7-1935,-8 6 705,4-30 2572,1-4 0,3-15 0,6-2 0,2 0 0</inkml:trace>
  <inkml:trace contextRef="#ctx0" brushRef="#br0" timeOffset="121065">3296 14920 7146,'9'1'3276,"0"1"-5997,14 0 2901,-11-2 1332,13 3-1422,-14-3 0,0-2-90,15-3-1548,-4-1 1278,5-2-1157,-10 4 977,-7 1 1309,-3-1-4136,-6-2 1877,-4 3 410,-7-1 722,-1 4 1,-1 2-1,1 1 1</inkml:trace>
  <inkml:trace contextRef="#ctx0" brushRef="#br0" timeOffset="121215">3326 15138 7353,'5'6'3276,"0"-1"-1695,0-1-4633,16 2 3142,-10-5 1319,12 0-1499,-13-8-3187,23-20 738,-19 14-327,16-13 1516,-25 19 1698,-3 3-348,-1 2 0,2 4 0,-1 1 0</inkml:trace>
  <inkml:trace contextRef="#ctx0" brushRef="#br0" timeOffset="121660">3866 15155 7713,'4'6'2968,"0"1"-1979,1-2-629,-1-2-90,3 0 90,-2-3-90,1-3 269,7-14-359,-4 2 0,7-14 239,-6-1 1,0-8 0,-1 2-1846,-2 0 0,1-1 1516,0-2 0,2-5 0,-3 5 0,-3 5 0,-2 3-870,0-16 816,1 15 0,0-9 0,0-4 0,0 3 0,0 7-171,0 1 0,1 0 45,-1-9 0,0-10 0,1 5 0,1 20-359,0 21-2828,10 18 437,-7-4-400,9 14 2161,-11-9 1079,-1 1 0,-1 3 0,-1 2 0</inkml:trace>
  <inkml:trace contextRef="#ctx0" brushRef="#br0" timeOffset="121934">3876 15400 1636,'2'40'819,"-1"1"0,1-1 0,-2-15 0,2 0-247,3 13 1,1 10 0,2-1 0,0-9-708,1-14 0,1-1-195,4 14 1,1-2-121,3-5-625,-6-12-1354,-1 0 1634,-5-6-465,-3 0 995,-3-8 265,-2-1 1,2-3 0,0 0 0</inkml:trace>
  <inkml:trace contextRef="#ctx0" brushRef="#br0" timeOffset="122608">4479 14255 7623,'7'-20'3276,"-1"1"-6553,-3 8 1485,1-3 3291,1-1-1409,1-2 90,5-12-804,-1 5 714,4-8 180,2-2-1876,-3 8 1875,7-15-89,-10 19-90,3-3-1005,-4 3 1095,-3 8 833,2-11-923,-6 16 1402,0-4-413,6 53 1350,-6-15-2339,2 5 0,0 3 44,-4-2 1,0-1 45,1 18-1104,0-5 0,0 0 924,1-17 0,-1-2-45,1 9 1,0-2-226,-1 10-823,-3-5 1,-2 5 0,0-5 436,-1 5 1,-1 10-1,-2-12 1,3-36 0</inkml:trace>
  <inkml:trace contextRef="#ctx0" brushRef="#br0" timeOffset="123058">4652 14538 7083,'-15'-9'3276,"6"3"0,27 8-1643,3 0-4910,9 1 2033,9-1 1834,-10-3-1220,10-1 630,4-12 0,0-2 0,-4 5 0,1-4 0,0 0 0</inkml:trace>
  <inkml:trace contextRef="#ctx0" brushRef="#br0" timeOffset="123357">5667 14463 7982,'11'6'3276,"-4"1"-1335,-3 26-5218,-6-11 2304,-2 4 1,-1 0 612,-1 4-449,-3 8-224,1-11-606,-5-1 1,-1 0 1138,-2 2 0,1-4 1,0-2-1,2-8 1</inkml:trace>
  <inkml:trace contextRef="#ctx0" brushRef="#br0" timeOffset="123909">6912 13598 7892,'-10'-12'3276,"-19"24"-1065,16 3-1851,-5 17 0,3 6-3637,6 5 2752,6-13 1,-1 4-1,2-2 76,2-4 1,1-2 538,0 12 0,1-1 346,0-11 1,1 1-347,2 10 0,2 3-45,1-1 0,1 0-444,0 0 0,0 0 354,1-5 0,0-2 800,6 9-1848,0-13 1,4 4 0,-2-6-387,9 4 849,-1 6 1,-5-12-540,-14-33 826,-9 1 343,-5-3 0,-1 1 0,-4 0 0</inkml:trace>
  <inkml:trace contextRef="#ctx0" brushRef="#br0" timeOffset="124063">6772 14200 7713,'45'-1'468,"-9"-7"0,6-3 0,-8 1 0,1 0 0,9-5 0,0 0 0</inkml:trace>
  <inkml:trace contextRef="#ctx0" brushRef="#br0" timeOffset="124310">7265 14250 6903,'5'8'3276,"9"8"-345,-2-6-6208,7 4 1163,-3-11 2204,-1-3 1319,1-1-1499,22-6-1409,-14 2 1319,17-4-2056,-9-2 1606,-7 0-270,8-3-269,-14 2 0,-3 1 89,-5 2 1080,-2-1 0,-3 6 0,0 0 0</inkml:trace>
  <inkml:trace contextRef="#ctx0" brushRef="#br0" timeOffset="125058">7625 13910 7713,'-9'0'3276,"-9"7"-886,11-3-2300,-6 4 90,13-4-180,3-1 90,2 1 0,8 3-3367,-1-1 984,7 1 2293,-4-3 1326,0 1-1236,1-3 781,0 2-871,10 0-90,-7-2 90,13-2 0,0 0-2155,-8-1 2155,3-1 0,-3 1 2245,-15 2-2245,-3 1 90,-1 1 71,-2-3 379,-6 4-271,-1 0 1,-3 6-1697,-2 2 1697,0 2 90,-7 13-90,3-3-1797,-5 11 1617,5-7-1051,2 1 1051,0 1 173,0 11-263,9-12 0,2 0 1182,-2 13-1272,9 6-90,-1-32-2608,34 7 539,-6-21 1529,-10 3 1,0-3 1048,5-18-1589,-17 3 1512,-1-2-252,3-3 0,0 1 0,3-3 0</inkml:trace>
  <inkml:trace contextRef="#ctx0" brushRef="#br0" timeOffset="125861">8200 13985 8882,'4'3'2249,"-2"-1"-1350,1 2-629,-3-3 450,6 4-541,-1-4-1885,5 3 1886,-1-1 346,-1-1-346,2 1-90,2-1 180,4 2-90,-2-2-90,6 2-2912,-7-1 2912,2 0-90,2 1-1029,16 10 1029,-14-5 180,16 12-90,-24-8 359,-15 22 1,-11 16 0,1-7-450,6-19 0,-1 0 0,-2 5 0,-2 7 0,-2 0 0,-2-4-330,-4 0 0,-2-3 1,1-4-166,4-4 0,0 0 285,-3 5 0,-1 2 1,5-6 1847,3-6-2537,12-11-2378,11-12 527,-3 0 2183,8-10 0,-6 6 0,2-1 0</inkml:trace>
  <inkml:trace contextRef="#ctx0" brushRef="#br0" timeOffset="126815">8975 14010 6813,'-8'-8'3276,"1"1"-1335,2 8-682,-22 21-4536,15-12 2933,-20 24 1293,25-20-769,-4 5-910,3 6 1,0 2 819,0-3-849,0 2 1,2 0 938,2-6 1337,1-5-1427,0 5 90,1-2-180,1 1-1427,1-1 1427,0-1 0,0-7 90,0 7-90,0-5 1517,1 7-1427,1-9-90,2 6 90,0-4-1607,1 1 1517,0-4 0,0-2 1517,0-2-1517,25 5 0,-17-8 0,21 0 2268,-23-5-2268,1 0 0,-3 0 0,14-12-90,-8 4 610,9-7-610,-10 1 90,-6 7-45,7-14 0,-1-3-2396,-3 6 2441,1-5 0,-2 1-1495,-7 9 1495,-2 0 1338,-2-2-1338,-5-28-1580,1 22 1580,-2-22 230,4 32-230,0-1 1491,1 3-1491,-1-2-1537,-14-21 1537,10 21 0,-13-16 1537,14 27-1537,-3 0-90,-1 2-691,-8 3 421,3 1-90,-5 3-2416,1-1 1697,6-2 1427,-4-1-1608,4-3 91,-3 1 90,-1 0 1169,-3 1 0,-2 3 0,1 0 0</inkml:trace>
  <inkml:trace contextRef="#ctx0" brushRef="#br0" timeOffset="146670">18050 8080 8252,'7'0'2879,"-2"1"-1620,20 41-2898,-14-20 1,1 2 851,6 11 0,-1 2 383,-3-9 1,3 9 567,-6-14 0,3 6 0,2 5 0,3 5 0,2 3 0,1 4 0,2 2 0,0 2 0,1 1 0,0 1 0,1-1 0,-2-1 0,0-1 0,-1-3 0,-2-3 0,-2-4 0,-2-4-202,4 9 1,-2-6 0,-2-3 0,-1-2 0,1 2 0,2 4 0,3 5 41,-6-11 1,1 3 0,3 3 0,0 3-1,1 1 1,2 3 0,0 1 0,0 1-1,1 0 1,-1 0 0,1-1 0,-2 0 0,1-2-1,-2-1 1,-1-3 0,-1-2 0,-1-4-1,-2-3 1,-3-4-30,11 19 1,-4-8-1,-2-4 1,0 1 24,2 2 0,-2-1 0,3 2 0,3 7 0,-7-14 0,2 4 0,2 2 0,2 4 0,0 1 0,2 1 0,-1 1 0,1-1 0,-1 0 0,-1-2 0,-1-3 0,-2-2-13,4 6 0,-1-3 0,-1-2 0,-1-1 1,0 1-1,2 2 0,2 3 13,-5-7 0,1 3 0,2 1 0,1 3 0,0 0 0,0 0 0,1 0 0,-2-1 0,0-1 0,-1-4 0,-2-2 0,-2-3-18,6 7 0,-2-3 0,-2-4 0,-1-2 0,-1 0-12,6 6 0,-3-2 0,1 0-30,-1-2 0,0 0 0,0 0 14,-2-4 0,0-1 1,2 4-45,2 2 0,2 5 0,2 2 0,-2-2 0,-3-5 60,-2-2 0,-2-4 0,2 3-24,1 3 0,3 5 0,1 0 0,-3-2 0,-5-8-125,6 14 134,-10-18 0,0-1 1265,1 3-4188,1 9 1708,-13-22-1438,-14-2 1529,-11-23 1169,-11-9 0,6-1 0,-1-3 0</inkml:trace>
  <inkml:trace contextRef="#ctx0" brushRef="#br0" timeOffset="147415">20038 8183 6993,'-8'-27'1638,"1"0"0,-4-16 1638,33 78-2272,-8-5-786,-4-11 0,5 6 1,4 7-1,2 5 1,4 5-1,1 2 1,2 2-1,0 2 1,0-1-1,0 0 1,-2-3-1,-1-2 0,-2-4 1,-4-6-766,4 7 1,-3-5 0,-1-3 0,-1 0 0,3 3 0,3 6 513,-4-8 0,1 3 0,3 4 0,1 2 1,2 3-1,1 1 0,0 1 0,1 0 1,0 0-1,-1 0 0,0-2 0,-1-2 1,-2-2-1,-1-3 0,-2-4 0,-2-4-213,7 10 0,-3-7 1,-2-3-1,0-1 0,2 4 261,2 2 0,2 2 0,0 1 0,0 0 0,-1-1 0,-1-3-372,5 6 0,-1-2 1,-1-1-1,0 0 402,1 1 0,0 0 0,0 0 0,-1 1-77,1-2 1,-1 1 0,1-1 0,-1 1 31,-2-3 0,0 0 0,1 2 0,4 6-22,-10-11 1,2 4 0,2 3 0,1 3 0,2 1 0,-1 1 0,1 0 0,-1 0 0,-2-2 0,-1-2 0,-1-3-57,0 2 1,-2-2 0,-1-3 0,0 1 0,-1 0 0,2 1 0,1 4 52,-1-5 1,1 4-1,2 1 1,1 2-1,0 1 1,0 0-1,-1-1 1,0-2-1,-3-2 1,-2-3-1,-3-3-88,5 11 1,-4-5 0,-2-3 0,0 1-98,3 7 0,-1 0 0,-2-3 30,3 5 0,-2 1 30,0-1 0,1 4 0,-3-5 15,-3-6 0,-2-2 804,3 11 1,-1 0-805,-6-18 0,1 2-685,1 10 1,2 9 0,0 0 0,-1-8-820,0-7 1,0-2 986,-1 7 0,-1 7 0,2-5 0,0-20 895,-1-21 0,-6-8 1,3-4-1</inkml:trace>
  <inkml:trace contextRef="#ctx0" brushRef="#br0" timeOffset="148115">22598 8798 7353,'-9'-33'1092,"-1"1"0,-1 1 0,7 9 1029,18 16-1941,-1 7-3457,19 12 1253,-4 8 2293,6 9-20,-14-8 1,6 9 0,5 6 0,3 5 0,1 2 0,1 0 0,-2 0-1,-3-5 1,-4-5-381,-1 0 0,-3-4 1,-2-2-1,2 2 0,4 6 147,-4-6 0,3 3 1,2 4-1,3 2 1,0 1-1,0 0 0,-1 0 1,-1-1-1,-1-3 1,-4-3-1,-3-3-259,5 10 1,-4-6-1,-3-1 1,1 1 264,2 2 1,0 1-1,-1-1 1,1 1 75,-2-3 0,-1 0 0,2 1 0,4 8-106,-7-13 1,2 5-1,3 3 1,1 2-1,1 3 1,1 0-1,0 1 1,0-1-1,-1-1 1,-2-2-1,-1-3 1,-2-4-114,7 12 1,-4-5 0,-1-3 0,1 2 0,3 6 87,-5-10 0,2 4 1,2 3-1,2 3 0,0 0 1,0 1-1,0-2 0,-3-2 1,-1-4-1,-3-4 0,-3-5 322,4 7 0,-4-8 0,-1 0-379,-1 0 0,1-1 1,0 3-567,1 3 1,2 4-1,1 2 1,-2-2 0,-3-5-865,3 6 1,-3-1 1204,1-2 0,4 6 0,-5-4 0,-11-12-840,-19-12 1155,-11-5 0,-8-4 0,-5-1 0</inkml:trace>
  <inkml:trace contextRef="#ctx0" brushRef="#br0" timeOffset="149135">19565 12108 8072,'7'-15'3276,"-1"6"-795,8-7-2121,-8 11 270,6-6-560,-8 7 200,-2-3 0,-1 4 0,-1 0-90,0 1 611,0 0-162,-1 1 181,0 1 89,27 20-539,-3-1-315,-5-4 0,5 3 153,5 7 0,9 8 0,3 3 0,-2-2 0,-7-6-153,-1-3 0,0 0-47,0-1 0,9 6 1,3 2-1,0-1 0,-5-5 1,-9-11 1,8-8 45,-2 2 0,-3-6 45,-16-15 359,-4-29-3436,-5 10 3077,-4 4 0,0-2-2088,-3-10 2268,-2-2 32,1-1 12,-1 9 1,1-6 0,-1-2 0,0 7-1019,2 3 1,-1 1 673,-1-16 0,-1-5 0,2 13 1527,2 16-1766,0 3-1,1 1-823,33 3 1,23 3 0,-9 2 682,-22 4 0,0 2 1,10-3-1,9-1 1,-1 1-1,-10 5 0,3 10 1</inkml:trace>
  <inkml:trace contextRef="#ctx0" brushRef="#br0" timeOffset="150015">22053 12280 8072,'-8'-19'3276,"1"3"-6553,11-5 3375,-2 11-258,2-8 430,-4 15 1051,0 1-1051,1 1 0,3 1 1529,29 10-2892,-3 1 1228,-7-3 0,0 1 134,10 7-89,-7-5 1191,2 2-1191,1 0-113,0 4 1,9 8-1,0 0 1,-5-4-68,-7-3 0,3 0 119,1 1 1,9 5 0,5 2 0,-1-1 0,-4-3 0,-10-7 60,12 2-150,-5 1 0,5 1 0,-12-15 420,-21-36 0,-10-11-360,0 17 0,-1-1 1089,0-17 0,-2 0-1179,-2 22 0,0-3-383,1-14 1,1-12 0,0-1 0,2 9 67,0 9 0,1 1 225,-2-9 0,-2-9 0,2 0 0,8 12-1549,13 10 1,3 7-1639,0-4 1638,1 2 1,1 4-1639,-1 9 2730,1 5 1,5 3-1,2 3 1</inkml:trace>
  <inkml:trace contextRef="#ctx0" brushRef="#br0" timeOffset="150947">24188 11713 8522,'-19'-17'3276,"9"11"-1245,-11-9 668,13 10-2430,5 3 361,-1 0-270,10 6-90,-1 1-1247,16 15 1,3 3 1066,-5-3-1180,5 4 1,0-1 1179,-8-7 90,0 2-45,15 10 0,3 4-1652,-3 1 1517,3 0 0,-1-2 0,-12-6 0,1-2 255,-4-2-255,1-3-93,-1-2 93,17 4 90,-8-16-90,9 3 1553,-16-18-1553,-6-3 1964,3-12-1874,-4 1-90,5-10-180,-15 8 0,-3-12 0,-2-7 0,-2-4 1,-1-2-1,0 2 0,1 5 0,1 9-10,1 0 0,1 6 1,-3-7-221,-1-1 0,-1-10 1,-2-6-1,-1-3 1,-1 2-1,-1 6 0,0 9 1,1 14-2868,-20 0 1638,3 4 1,1 2 818,7 8 1,0 7 0,2 1 0</inkml:trace>
  <inkml:trace contextRef="#ctx0" brushRef="#br0" timeOffset="158764">16337 10213 6993,'-1'-14'2788,"-1"0"-2248,-1 0-180,1 2 0,0 1 1888,-14-14-2158,10 18 720,8 19-540,7 13-1831,2-4 0,5 11 1753,-7-10 1,2 6 0,3 7-1,1 4 1,1 5 0,1 3 0,2 3-1,-1 2 1,2 2 0,-1-1 0,1 0-1,-1-1 1,-1-1 0,-1-4 0,0-3-1,-2-4 1,-2-5-186,6 12 1,-2-7-1,-2-4 1,1 0 0,1 4-1,2 8-7,-6-15 0,1 4 0,1 2 0,0 4 0,1 2 0,0 2 0,1 1 0,0 1 0,1 0 0,0 0 0,0 0 0,0-1 0,1-1 0,-1-2 0,1-2 0,-1-3 0,0-3 0,0-4 11,8 11 0,2-4 1,0-3-1,1-3 0,-2-2 1,0-2-1,-2-1 0,-2 0-11,3 5 0,-3-3 0,1-1 0,3 4-220,-2-2 0,5 4 0,2 3 0,1 1 0,-1-1 0,-1-2 0,-3-4 1,-6-6 219,11 11 0,-5-5 0,-3-4 0,1 2 0,-2-3-73,-1-2 0,0 2 73,1 6 0,5 6 0,-1 2 0,-4-7 0,0 1 0,-1 0 0,0-2 0,3 6 0,-2-1 0,-5-7-470,-1 8 470,1 0 1455,-3-3-1455,1-2 0,0 7 0,1 1-90,-2-6-575,0 1 1,-2-4 664,-8-20 0,-2-3 1427,0-1-4036,-4 1 4518,-4-9-2449,-3 0-1259,-28-31 1529,16 13 90,-2-4 0,0-1 0,7 6-2268,-5-5 2268,6 7-385,1 2 25,-21-10-999,17 10 1539,-12-4 1269,22 12-1359,-2-2 90,1 2 1740,-2-3-1650,1 2 587,5 2-138,-9-8-539,8 8 2890,-4-5-2800,7 8 0,1 1 0,0 0 468,0-1-18,0 19-450,0-18-90,-1 11 721,-9-43-631,-1 10-3367,-5-15 3252,4 15 25,2 4 120,-4-11 0,-4-10 0,2 6-120,-5-10 30,5 11 0,-2-6 0,2 4-1120,2 3 1,2 3 1179,-2-3-45,-1-5 0,2 0 2223,4 13-2178,0-6 0,0 2-90,4 11 0,-4-13 0,9 26 495,12 27 0,3 14-405,-4-11 0,6 14 0,-1-1-2269,-6-13 2269,0 1 0,0 0 180,4 10 0,0 3-1787,0 0 1517,0-3 0,-2-3 0,-4-17 90,-3-6 450,1-1-540,-1-1 1274,-1-1-1274,7 18-1615,-5-11 1615,4 10 0,-5-16 1615,-1-7-1615,28-8-731,-17-1 731,21-7 102,-25 2-192,-1 1 2194,-1-1-2104,4-6 0,-6 8-1722,4-5 1722,-7 7 0,-2 1 2294,1 1-2294,-1-2 450,1 3-540,-2-1 90,0 6 0,0-2 2866,1 2-2776,1-2 180,3 9-270,0-4 90,1 8-90,-3-9 450,11 2-450,-8-7-2847,10-2 2847,-10-5 0,2-2 89,2-16 1,0-2-2509,-2 5 2419,1-6 0,-2 1 0,-8 14 0,-2-4 1965,0 1-1965,-2-3 0,-3-9-2269,1 4 2269,-1-7 0,2 9 0,1 2-142,2 3 142,-2-4-999,3 8 999,-3-2 0,0 6 1247,3 3-1247,-1 0 2276,2 2-2186,-2 2 221,0 0-221,0 1 1970,0 2-1880,0 34 206,1-20-386,-1 25 0,2-29 0,0-2 0,5 7 0,-4-9-1011,3 3 1011,-4-9 90,0-2-90,2-3 0,0-13 0,0 7 627,0-8-627,-4 13-90,1 1-3187,-17 5 3592,6 1-945,-13 6-1009,-12 7 1,-4 1-1,12-3 1,-1-1 1169,-1 1 1,-3 0 0,3 0 0,0-1 0,4 0 0,-14 7 0</inkml:trace>
  <inkml:trace contextRef="#ctx0" brushRef="#br0" timeOffset="159452">16469 13345 6813,'11'-4'3276,"-1"2"-4066,13 23 0,7 18 0,-2-1 1060,-1-4 0,0 2-200,-2-5 1,2 4-1,1 0 1,-4-3 109,4 8 0,-3-4 509,-6-8 1,0-1-555,0-1 0,1 2 106,4 3 1,4 4 0,0 1-1,-3-4-151,1 0 0,-1 1-45,2 1 0,3 4 0,-1 0 0,-6-8 0,-7-8 0,-2-3 531,3 5 0,0 0-486,3 3-45,-1-2 0,0-2-45,-1 1 0,10 13-180,-23-27 90,-4-6 377,-1 1-466,-2-3 3211,-3-1-5011,-22-4-1298,13 0 2172,-18-6 656,18 3-91,-1-1 90,2-1-2358,-1-1 2089,1-1-1698,0-1 1518,-2-1-91,-4 0 455,-1 1 535,-3 0 0,2 0 0,0-2 0,1 1 0</inkml:trace>
  <inkml:trace contextRef="#ctx0" brushRef="#br0" timeOffset="160104">16717 14118 7263,'-4'-5'3238,"0"2"-3148,2 3 0,-1 0 0,1-1 180,-2 1-180,1-1 0,1 1 359,1 1-179,1 2-90,0 1 0,0 1-90,1 0 90,0-1-1247,16 21 1,3 4 1156,-5-10-1179,6 11 0,-1-3 1089,-10-17 90,0 0 0,1 0-669,7 7 0,2 2 669,3 1-45,-4-1 0,-1-1-45,-6-5 1607,-6-4-1607,-1-1 450,7 12-450,-8-11 2268,5 8-1908,-4-44 2916,-4 15-3160,3-23-116,-4-2 0,-1 17 0,1-14-90,-1 26 90,1 5-1529,0 0 1259,0 2 90,1 0-1349,-2-3 1259,1 3-179,-7-1 89,1 4 0,-5 0-180,2-1 540,-32 2 0,20-4 0,-24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2:58:41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11896 5053 5734,'-28'10'0,"-1"3"0,5 2 0,-1 3-1639,5-3 1,1 2 1537,-7 6 0,-1 2 101,2 8 0,1 2 0,6-8 0,0 1 502,-5 6 0,4 8-502,14-7 0,5 6 0,2 3 0,1-3 0,0-6-1011,0 4 1,3-1 1010,0 5 0,0 8 0,4-3 0,9-16 0,15-21 0,9-14 0,-5-2 0,-9 5 0,-1-3-177,12-4 0,5-4 0,-10-2 0,-5-14 0,-13 8 0,0 0 1</inkml:trace>
  <inkml:trace contextRef="#ctx0" brushRef="#br0" timeOffset="353">12142 4908 5734,'-4'26'0,"1"-1"0,0 1 0,0-1 0,1 16-908,0 6 908,2-16 0,0 4 0,0-3-1305,0 0 1,1 0 1304,-1 0 0,1 2 0,0 0 0,1 2 0,1 0 0,-1-4 0,0-4 0,0 0 0,2 19 0,0-4 745,0-17-745,6 2 0,-3-14 0,4-1 0,-2-24 0,-2-3 0,2-12 0,-1-15 0,-2 7-2,-2 10 0,-1 0 2,3-10 1518,-2 2-1518,1 3 0,0 4 0,1 6 0,18 12 0,-11 9 0,22 28 0,-23-6-673,7 15 673,-9-15 0,0-1 75,0 0-75,0-4 0,1 1 0,3 0 0,-3-3 149,6 4 1,-5-12-1,3 1 1</inkml:trace>
  <inkml:trace contextRef="#ctx0" brushRef="#br0" timeOffset="884">12626 5379 5734,'-21'25'0,"2"0"0,4 6 0,3 1 0,0 0-881,1 0 1,2-2 880,9-11 386,4 6-386,2-11 326,11 0-326,-8-15 0,17-26 0,-16 11 0,7-24 0,-14 23 0,2-12 0,-4 16 0,0-5 0,0 14 909,0 1-909,1 7 140,1 2-140,1 5 0,7 16 0,-2-9 0,6 11 0,-1-9 0,-3-6 0,4 1 0,-5-8 0,0-3 0,0-4 0,7-19 0,0-7 0,-3 1-567,3-5 1,-2 0 566,-9 4-77,1-7 77,-3 10 0,2-7 0,-3 20 0,2 32 0,-3-3-551,1 27 551,-2-23 0,0 0-266,1 4 266,1-9 0,0 3 1022,3-12-1022,-1-5 79,1-4-79,2-15 0,-1-2 0,3-11 0,1-12 0,-3 7 0,3-12 0,1 0 604,-3 13-604,11 2 0,2 3 0,-3 9-23,2 2 0,-1 5 1,-6 13-1,0 0 1</inkml:trace>
  <inkml:trace contextRef="#ctx0" brushRef="#br0" timeOffset="1698">13249 5196 5734,'-25'27'0,"1"0"0,3 11-2314,5-7 2314,-1 11 0,6 1 0,6-12 0,1 9-21,6-9 21,1-10 528,4 2-528,1-11 0,-1-5 0,2-2 1152,-2-7-1152,-3 0 655,1-2-655,-2 3 0,-2 1 0,2 1 0,-2 4 0,0 5 0,-1 19 0,0 1-1153,0 5 0,0 2 1153,0-9 0,0-1 0,0 12 0,1 1-822,-1-9 1,1-1 821,0 0 0,1 1 0,-1 0 0,1 0-341,1 10 1,1 2 340,0-4 0,0 0 0,0-3 0,0 0 0,0-2 0,-1-4 0,0-4 0,-2 0 0,-5-24 0,1-8 1631,-2-11-1631,-1-27 0,2 3 491,2 11 0,0-3-491,0-7 0,1-1-663,1 9 1,0-1 662,0-11 0,1-1 0,4-2 0,0 1 0,-1 11 0,1 1 0,2-11 0,2-1 0,1 6 0,2 2 0,-3 9 0,1 2 0,1-6 0,3 1 0,7 1 0,-1 5 0,3 0-187,-3 6 1,-1 6 186,-5 16 722,-1 4-722,2 14 0,-5-2 2439,2 10-2439,1 12 0,-5-15 0,2 0 0,0-1 0,1-8 0,5 3 0,-6-15 0,1-4 554,2-4-554,6-11 0,-2-1 0,5-11 0,-8 1 0,1-1 0,3-8-200,-4 7 0,0 0 200,5-11 0,-5 13 0,3-5 0,-7 16 0,0 3 0,-2 5 0,9 14 0,-7 2 0,4 10 0,0 2 0,-1 2 0,9 15 0,-2-21 0,1-3 0,3 0-188,-1-4 1,-1-2 187,2-12 0,-2-4 0,11-13 0,-8 0 0,6-11 0,-16 11 0,-1-1 0,8-12 0,-7 11 0,0-1 0,1-2 0,-1 2 0,3-4-349,7-7 349,-16 30 0,0 6 0,-1 7 0,3 16 0,-3-1 0,1 13 0,2 11 82,-2-10-82,-3-13 0,2 1 0,2 0 0,0-2 0,8 12 0,3-2 0,1-1 0,2-2 0,-6-7 0,0-1 0,10 4 0,-6-8 0,8 2 0,-1-13 0,1-3 0,4 1-478,-3-2 0,-2-1 478,-6-1-67,7 8 67,-14 1 0,2 10-30,-20 12 1,-3-5 0,-4 12 0</inkml:trace>
  <inkml:trace contextRef="#ctx0" brushRef="#br0" timeOffset="2798">12092 7077 5734,'-22'9'0,"-14"11"0,8-2 0,-2 8 0,1 2-2962,-1 3 2962,8-6 0,1 3-259,9-3 0,2 0 259,1 5 97,5-4 0,4-2-97,8-7 0,8 0 0,12-14 0,-5-8 0,12-6 0,1-20-83,-8 1 83,-10 9 0,-1-2 0,-1-8 0,-3-1 0,-2 6 0,-2-1 0,2-8 0,-1-3 0,-3-3 0,-3 0 0,-1 10 0,-1-1 0,1-7 0,-2-2 0,-2 7 0,-1 0 0,0 3 0,0 5 0,0 1 0,-2-17 0,0 6 984,1 19-984,-1 7 616,0 6-616,0 7 0,1 7 0,1 8 0,1 22 0,2-3 0,0-12 0,1 3 0,5 13 0,3 5 0,-1-4-7,-2-10 1,1 1 6,1 8 0,2 5 0,1-5 0,3-6 0,0-5 0,5 7 0,-5-10 0,0-3 58,1-9-58,5-6 0,-6-7 0,11-27 0,-17 3 0,-1-6 0,-3-2 0,-3-6-153,-2 11 1,0 0 152,-2 0 0,1 1-567,-2-10 567,1-5 1502,4 17-1502,0 16 0,5 6 0,5 30 0,-2-1 0,4 15 0,2 2 0,0 0-623,-2-5 1,0-2 622,-2-11 0,-2-3 116,4 0 0,-5-16 0,2-1 0</inkml:trace>
  <inkml:trace contextRef="#ctx0" brushRef="#br0" timeOffset="2929">12350 6551 5734,'3'4'0,"1"1"0,2 1 0,2 0 0</inkml:trace>
  <inkml:trace contextRef="#ctx0" brushRef="#br0" timeOffset="3252">12885 6716 5734,'-32'-4'0,"3"2"0,-4 7 0,8 3 0,0 4 0,1 3 0,2 4 0,-10 14 0,21 0-1475,6-7 1475,5 9 0,11 0 0,2-9 0,9 6 0,-3-12 0,3-3 0,-1-1 0,1-3 0,0 0 0,-1 0 0,14 6 466,-28-13-466,-4 0 243,-4 2-243,-9 7 0,-1-2 0,-6 5 0,-4-2 0,5-4 0,-10 7 0,16-12 0,-2 3 0,10-7 0</inkml:trace>
  <inkml:trace contextRef="#ctx0" brushRef="#br0" timeOffset="3478">13120 6854 5734,'-39'10'0,"15"-1"0,-14 11 0,21-3 0,-2 26 0,10-13 0,3-6 0,3 1 0,12 15 0,1-11 0,10 0 0,2-3 0,1-7-319,-2-2 1,1-5 318,-3-11 0,-1-5-48,0-4 1,-1-6-1,0-3 1</inkml:trace>
  <inkml:trace contextRef="#ctx0" brushRef="#br0" timeOffset="3805">13238 6501 5734,'-6'8'0,"-1"28"0,4-9-505,0-2 0,1 3 505,2 1 0,0 0-864,0-5 0,0 0 864,0 8 0,1 3 0,2 9 0,-1-1 0,0-15 0,0-1 0,1 14 0,1-3 0,1-5 607,-1-5-607,6 2 0,-3-17 0,3-1 0,0-28 0,-2-3 0,4-12 0,0-12 0,-3 8 175,2-11-175,1 2 629,-4 12-629,4-6-474,-1 12 474,-2 10 0,3 0 0,0 12 262,-3 5-262,3 7 0,-1 13 0,-3-1 994,3 10-994,-1 1 0,0-1 0,2 4-293,-1-3 1,0-3 292,0-7 0,2-4 0,2-6 0,1-4 0</inkml:trace>
  <inkml:trace contextRef="#ctx0" brushRef="#br0" timeOffset="4380">13809 6776 5734,'-31'25'0,"3"1"0,3 8-2125,7-7 2125,-2 11 0,8 1 0,5-10 0,1 9 0,17 7 0,-3-25 654,11 11-654,-9-33 0,5-10 0,-4-1 347,4-8-347,-4-10 0,-3 6 0,0-11 0,-3 9 0,0 0 0,-1-1 0,0 1 0,0 3 0,-2 13 1124,-1 5-1124,1 10 0,0 15 0,0-3 0,2 7 0,5 8 0,-2-11 0,5 9 0,-3-17 0,-1-2 0,2-2 0,1-5 0,-1-4 0,1-4 0,2-22 0,-4 6 0,2-14 0,-1-1 0,-2 6-370,-1 2 0,0 1 370,-3 11 0,0 3 0,3 10 0,-4 7 0,1 33 0,-4-9 0,1 17 0,0 0 0,1-10-342,1-2 1,0-3 341,2-19 0,3-11 0,-4-6 686,1-10-686,-4-13 0,-1 5 0,0-12 0,1-2 0,1 9 0,2 2 0,1 2 0,1 0 0,3 2 0,2 1 0,2 6 737,7-6-737,-3 11 0,-4 4 0,3 2 0,-4 4 0,0 2 0,0 0 0</inkml:trace>
  <inkml:trace contextRef="#ctx0" brushRef="#br0" timeOffset="4945">14490 6617 5734,'-40'24'0,"14"-6"0,3 2 0,-4 9 0,3 8 0,2 3-3153,3 1 3153,6-8 0,3 0 0,9 8 180,4-13-180,5 3 545,8-17-545,-1-9 0,6-7 0,2-21 0,-5 1 0,-1-13 0,-2-2 0,-2 3 406,-3 4 0,-2 1-406,-4 14 655,0 5-655,4 21 0,-3 6 0,5 22-1069,-7-6 0,0 2 1069,0-5 0,0 1 0,0 11 0,1 4-789,0-1 1,0 2-1,1-3 789,-1 1 0,1-1 0,-1 1 0,1 2 0,0-2-135,0 3 1,0-4 134,-3-11 0,0-1 0,0 15 0,-3-2 0,-4-4 0,-6 3 0,-11-25 0,2-13 1459,-8-7-1459,-1-22 0,7 1 2000,-4-14-2000,17 13 0,2 0 756,-2-15-756,4 12 0,3-1 0,5-2 0,2 1 0,5-18 0,-2 18 0,3-3 0,5 0 0,3-4 0,2-1 0,-3 5-1389,1-3 0,0-1 1389,0 2 0,3-4 0,0 0 0,-4 7 0,-3 4 0,-1 3-310,4-9 1,-1 1 309,-4 8 0,-1 1 0,3-5 0,-1 1 0,6-11 0,-8 13 156,2-2-156,2 18 771,-7 7-771,10 16 0,-11 1 2921,2 10-2921,-4-6 0,0 1 1068,0 0-1068,3 8 0,-4-7 0,1 3 0,-1-6 0,-2-7 0,-1 0 0,-9-8 0,2-5 0,-7-5 0,5-5 0</inkml:trace>
  <inkml:trace contextRef="#ctx0" brushRef="#br0" timeOffset="5380">15026 6732 5734,'2'22'0,"0"2"0,-2 2 0,0 1 0,-1 7 0,0-1 0,0-2 0,0-5 0,0 5 0,0-13 0,0-11 0,-1-2 0,2-20 0,0-1 0,3-8 0,0-2 0,0-4 0,1 0 0,1-1-750,0 2 750,3-8 0,3 4 0,-4 14 0,9 0 0,-10 21 0,5 8 0,-7 5 0,-2 5 0,1 3 0,-2 1 0,0 1 0,1 7-139,-1-7 1,1-2 0,2-3 0,1-1 0</inkml:trace>
  <inkml:trace contextRef="#ctx0" brushRef="#br0" timeOffset="5686">15493 6707 5734,'-8'18'0,"-2"6"0,4-8 0,-1 2 0,7-12 0,2-7 0,4-7 0,1-7 0,2-3 0,0-2 0,4-9 0,-2 8 0,-1-3 0,-2 13 0,1 10 0,-1 7 0,3 12 0,-3 11 0,-1 9 0,0-2 0,0-2 0,0 1-1093,1 9 1,2 5 0,-3-4 1049,0-6 1,-1 2 42,-2-5 0,0 6 0,0-1 0,-1-2 0,0-5 0,0-2 0,-1 3 0,-1 4 0,0 7 0,-1 1 0,0-3 0,-2-7 0,-1 5 0,-2-3 0,2 0 0,-2 1 0,-5-5-692,-14-5 1,-3-7 691,-12 2 0,5-10 0,-1-6 0,10-10 0,0-4-139,-1-2 1,0-2 0,-1-2-1,-1-2 1,1-1 0,-1-1 0</inkml:trace>
  <inkml:trace contextRef="#ctx0" brushRef="#br0" timeOffset="5833">14900 6264 5734,'1'-10'0,"1"1"0,-1 1 0,3-2 0,1 4 0,3-1 0</inkml:trace>
  <inkml:trace contextRef="#ctx0" brushRef="#br0" timeOffset="6222">12191 8320 5734,'30'7'0,"9"-4"0,2-7 0,5-3-1639,-5 1 1,2-1 843,-3 0 1,4-1-1,2 0 795,-1-1 0,2-2 0,1 1 0,-1 0-19,-7 1 1,-2 0 0,1 0 0,3 0 18,1-1 0,2-1 0,1 0 0,1 0 0,1-1 0,-9 3 0,1-1 0,1 0 0,1 0 0,-1 0 0,-1 0 0,-1 1 0,8-2 0,-2 0 0,-1 0 0,2 0 0,2-1 0,-6 2 0,0 0 0,1-1 0,2 1 0,0-1 0,3-1 0,1 1 0,-7 1 0,3-1 0,1 1 0,2-2 0,1 1 0,0 0 0,0-1 0,-1 1 0,-2 1 0,-3 0 0,-2 0 0,9-2 0,-5 1 0,-1 1 0,-1 0 0,2-1 0,4 0 0,-5 1 0,-1-1 0,1 1 0,-1 0 0,1 0 0,-1 0 0,1 0 0,-1 0 0,1-1 0,-1 1 0,1 0 0</inkml:trace>
  <inkml:trace contextRef="#ctx0" brushRef="#br0" timeOffset="6829">11763 6446 5734,'-3'8'0,"8"-2"0,14-3 0,12-5 0,5-3-1639,-1 0 1,1-1 843,-1 1 1,3-2-1,8-2 795,-12 1 0,4-1 0,5-2 0,4-1 0,1 0 0,1-1 0,-1 0 0,-1 1 0,-4 0 0,-3 2-13,4-1 1,-5 1 0,-2 0 0,0 0 0,3 0 0,5-1 12,-6 0 0,5 0 0,2-2 0,3 1 0,1-2 0,0 1 0,-1 0 0,-1 0 0,-2 1 0,-4 1 0,-3 1 0,9-3 0,-5 1 0,-3 1 0,0 0 0,5 0 0,-4 0 0,4 0 0,0-1 0,1 1 0,0-1 0,-1 1 0,-3 0 0,5-1 0,-1 1 0,-2 0 0,1 0 0,2 0 0,-8 1 0,3 0 0,1 0 0,-1 0 0,0 0 0,-2 1 0,-2 0 0,7-1 0,-3 1 0,-1 0 0,-1 0 0,-1 0 0,-1 1 0,-1 0 0,1 0 0,8-2 0,0 0 0,0 0 0</inkml:trace>
  <inkml:trace contextRef="#ctx0" brushRef="#br0" timeOffset="6989">15852 5050 5734,'-6'7'0,"-7"-5"0,-4-5 0,-8-6 0</inkml:trace>
  <inkml:trace contextRef="#ctx0" brushRef="#br0" timeOffset="21100">20867 15511 5734,'-1'-4'0,"1"1"0,-1 1 0,1 1 0,0-1 0,0 1 0,-1 0 0,1-2 0,-1 0 0,1-7 0,1 4 0,-1-5 0,0 6 0,0-2 0,1 3 0,0 0 0,-1-6 0,2 5 0,0-6 0,0 7 0,0-3 0,-1 4 0,2-8 0,0 5 0,1-6 0,0 4 0,-1 1 0,2-7 0,-3 7 0,2-3 0,-3 4 0,1 1 0,0-1 0,-1 3 0,3-10 0,-1 7 0,1-8 0,0 4 0,-3 5 0,2-4 0,-3 7 0,0 0 0,1-2 0,-1 1 0,2-1 0,-2 2 0,1-1 0,-1 1 0,0-2 0,0 1 0,0-1 0,0 1 0,0 1 0,0-5 0,0 2 0,0-4 0,0 1 0,0 2 0,0-2 0,0 3 0,0 1 0,0-1 0,0 3 0,0 0 0,0 0 0,1-2 0,0 0 0,2-11 0,-2 9 0,1-6 0,-2 9 0,1 1 0,-1 0 0,3-3 0,-2 1 0,0-1 0,1-1 0,-1 1 0,2-3 0,-1 3 0,0-1 0,-1 2 0,-1 0 0,0 1 0,0 0 0,1 1 0,0 0 0,0 0 0,-1-1 0,1-1 0,-1 1 0,2-3 0,0 1 0,-1 1 0,0-1 0,-1-1 0,0 1 0,1 0 0,-1 0 0,1 1 0,-1-10 0,0 8 0,0-7 0,0 8 0,1 0 0,0-4 0,0 4 0,1-5 0,0 6 0,0-2 0,0 0 0,-1 2 0,2-2 0,-2 2 0,1 1 0,0-2 0,-1-1 0,0 2 0,-1-2 0,0 3 0,0-1 0,1 0 0,0 1 0,0-2 0,1-3 0,0 3 0,0-4 0,-1 5 0,0-2 0,0 2 0,1-6 0,0 5 0,-1-4 0,0 6 0,-1 1 0,1-1 0,0 0 0,1-1 0,-1 1 0,1-1 0,-1 1 0,1-4 0,-1 3 0,2-3 0,-2 5 0,0-2 0,0-1 0,1 2 0,-1-3 0,0 0 0,0 1 0,2-7 0,-2 6 0,2-5 0,-2 7 0,0-2 0,-1 4 0,0 0 0,1-3 0,0 3 0,1-4 0,1-3 0,-1 3 0,1-4 0,-2 6 0,0 1 0,1-1 0,-1 0 0,1-4 0,-2 3 0,0-3 0,0-8 0,1 8 0,0-8 0,1 9 0,-1 1 0,1-2 0,-1 2 0,1-1 0,-1 1 0,0 1 0,-1 0 0,0-4 0,0 4 0,0-4 0,0 4 0,1-1 0,0 0 0,0 1 0,-1 1 0,2 2 0,-2 0 0,1 1 0,-1-2 0,0 2 0,1-6 0,0 3 0,0-4 0,0 4 0,2-3 0,-2 3 0,1-2 0,-2 4 0,1-2 0,0 1 0,0-3 0,0 3 0,1-6 0,-1 4 0,2-7 0,-2 7 0,2-4 0,-2 5 0,1-2 0,0 0 0,0 1 0,3-5 0,-2 5 0,1-3 0,0 0 0,-1 3 0,1-5 0,-1 5 0,0-1 0,1-6 0,-1 6 0,2-6 0,-3 8 0,-1-1 0,3 0 0,-2 0 0,1-1 0,0 0 0,-1 1 0,3-6 0,-3 7 0,2-4 0,-3 6 0,1-1 0,-1 0 0,2 0 0,-1 0 0,1-3 0,-2 2 0,5-8 0,-3 6 0,3-4 0,-1-1 0,0 4 0,0-4 0,0 0 0,-1 4 0,1-3 0,-1 2 0,-1 2 0,1-2 0,-1 0 0,-1 3 0,0-3 0,-1 4 0,-1 0 0,0 0 0,0 0 0,1 0 0,0 0 0,-1-4 0,2 3 0,-1-2 0,1-5 0,-1 6 0,0-6 0,0 7 0,0 0 0,0 0 0,0 1 0,0 0 0,0 2 0,0-1 0,1-4 0,0 1 0,1-4 0,-2 4 0,1-1 0,-1 1 0,0 1 0,-1 0 0,2 0 0,-1 2 0,3-4 0,-3 4 0,3-7 0,-2 6 0,2-4 0,-2 5 0,1 0 0,-1 0 0,0-1 0,-1 1 0,3-4 0,-2 4 0,2-4 0,-2 4 0,0-1 0,0 2 0,-1-1 0,1 0 0,0 0 0,-1 0 0,1 1 0,1-3 0,0 2 0,4-7 0,-3 5 0,6-7 0,-7 7 0,5-7 0,-5 6 0,2-3 0,-1 1 0,0 3 0,8-13 0,-5 10 0,5-8 0,-7 11 0,0-1 0,2-1 0,-1 2 0,0 0 0,0-1 0,-2 2 0,2-1 0,1-1 0,-3 3 0,3-2 0,-3 2 0,6-2 0,-3 1 0,4-2 0,-2-1 0,-3 1 0,3-1 0,-2 1 0,-1 1 0,0 1 0,1-2 0,-3 3 0,2-3 0,1 1 0,-1 0 0,6-6 0,-5 6 0,3-4 0,-4 4 0,-1 2 0,0-1 0,2-2 0,-4 3 0,4-3 0,-3 3 0,3-3 0,-1 2 0,2-3 0,1-1 0,-4 3 0,7-6 0,-8 5 0,6-2 0,-5 4 0,1-2 0,1-1 0,-2 3 0,5-5 0,-6 7 0,4-4 0,-5 3 0,0-1 0,2 1 0,-2 0 0,5-3 0,-5 3 0,3-2 0,1 1 0,-2 1 0,2-2 0,2-2 0,-4 2 0,3-2 0,-4 3 0,0 1 0,2-2 0,-3 2 0,3-1 0,-5 1 0,2 2 0,-1-1 0,4-1 0,-3 2 0,3-2 0,-3 1 0,2-1 0,-2 1 0,2-1 0,0 0 0,-2 1 0,6-3 0,-4 2 0,2-2 0,-1 2 0,-2 1 0,3-3 0,-4 3 0,2-3 0,-2 3 0,0-1 0,1 0 0,0 0 0,-1 1 0,2-1 0,0 0 0,-2 0 0,3 0 0,-4 1 0,1 0 0,-1 0 0,0 0 0,1-1 0,-1 1 0,2-2 0,0 0 0,1 0 0,3-2 0,-3 3 0,3-2 0,-4 2 0,1 0 0,-1 0 0,1-2 0,-2 2 0,1 0 0,1 1 0,-2 1 0,3-1 0,1-1 0,-1 2 0,4-2 0,-4 1 0,1 0 0,1-1 0,-1 1 0,1 0 0,2-1 0,-4 1 0,6-3 0,-7 4 0,8-3 0,-8 2 0,4-1 0,-6 2 0,1 0 0,2-2 0,-2 2 0,2-2 0,-1 1 0,-1 0 0,8-2 0,-7 1 0,6 0 0,-7 0 0,1 2 0,-1-1 0,-1 0 0,3 0 0,-3 1 0,4-1 0,-4 1 0,5-2 0,-4 1 0,2-1 0,0 0 0,-1 0 0,1-1 0,3-1 0,-4 3 0,3-2 0,-5 3 0,1-1 0,0 1 0,2-1 0,-1-1 0,0 2 0,1-2 0,1 0 0,-2 1 0,2-1 0,-3 1 0,0 1 0,0 0 0,0-1 0,-1 1 0,1-1 0,0 0 0,-1 1 0,2-1 0,-1 0 0,1 1 0,5-2 0,-5 1 0,3 0 0,-4 0 0,0 1 0,1-1 0,1 0 0,-1 0 0,1 0 0,0-1 0,2-1 0,4 1 0,-3 0 0,1 1 0,-5 0 0,-1 1 0,4-2 0,-2 1 0,4-3 0,-4 3 0,1-1 0,3 0 0,-3 1 0,5-3 0,-7 4 0,3-2 0,-5 2 0,1-1 0,3 0 0,-3 0 0,7-1 0,-5 2 0,2-1 0,-3 0 0,-1 1 0,1 0 0,-1-1 0,-1 1 0,1-1 0,0 1 0,-2 1 0,1 0 0,2-2 0,-1 0 0,2 0 0,-2 0 0,3 0 0,-2 0 0,5-1 0,-6 2 0,2-1 0,-2 1 0,0 0 0,1 0 0,-3 1 0,2-1 0,-1 1 0,1-1 0,0 0 0,-2 0 0,2-1 0,-1 1 0,0 0 0,1 0 0,-2 1 0,4 0 0,-3 0 0,5-1 0,-4 1 0,3-2 0,-2 0 0,-1 1 0,0-1 0,6-1 0,-5 2 0,6-2 0,-7 1 0,-1 1 0,1 0 0,0 0 0,0 1 0,-1 0 0,1 0 0,-1-1 0,1 0 0,-2 0 0,5-1 0,-3 1 0,4 0 0,-4 0 0,-1 1 0,5-1 0,-3 0 0,6 0 0,-5 0 0,1 0 0,1 1 0,-2-1 0,2 0 0,-2-1 0,-1 1 0,1-1 0,0 1 0,-2 1 0,0 0 0,0 0 0,-2-1 0,2 0 0,-1 0 0,0 0 0,1 1 0,4-2 0,-3 1 0,4-2 0,-5 2 0,0-1 0,0 0 0,0 1 0,-1 0 0,2 0 0,-2 0 0,2 1 0,-3 0 0,1 0 0,-1 0 0,1 0 0,-1-1 0,2 1 0,0-2 0,0 2 0,0-2 0,1 0 0,0 1 0,0-1 0,1 0 0,-2 0 0,1 1 0,0-1 0,-2 0 0,1 1 0,0 0 0,-1 1 0,2-2 0,0 0 0,0 0 0,-1 2 0,-1 0 0,0 0 0,2-1 0,-2 1 0,5-3 0,-5 1 0,5 0 0,-4 1 0,3 1 0,-4 0 0,1 0 0,2 0 0,-1 0 0,7 0 0,-6 0 0,6 0 0,-7 0 0,2 0 0,3-2 0,-4 0 0,3 0 0,-2-1 0,-1 2 0,1-1 0,-1 0 0,0 1 0,0-1 0,2-1 0,-3 2 0,2-2 0,-5 1 0,1 1 0,0 1 0,3-1 0,-2 1 0,1 0 0,0 0 0,-2 0 0,7 0 0,-6 0 0,6-1 0,-6 1 0,3-2 0,-3 2 0,1-2 0,-2 2 0,-1-1 0,0 1 0,1-1 0,0 1 0,2 0 0,-1 0 0,0 0 0,1-1 0,0 1 0,0-1 0,0 1 0,2 0 0,-3 0 0,3 0 0,0 0 0,-3 0 0,9-1 0,-7 1 0,5-1 0,-8 1 0,4-1 0,-2 0 0,2 0 0,2 0 0,-4 0 0,14-2 0,-11 2 0,6-1 0,-7 1 0,-1 0 0,6-1 0,-4 2 0,10-3 0,-10 2 0,7-1 0,-8 2 0,3 0 0,-6 0 0,1 0 0,-2-1 0,-2 1 0,-16 8 0,-2 1 0,-13 7 0</inkml:trace>
  <inkml:trace contextRef="#ctx0" brushRef="#br0" timeOffset="24897">18463 8765 5734,'11'4'0,"1"1"0,15 1 0,3 1 0,6 1 0,-2-2 0,6 2 0,-4-2 0,-11-2 0,0-1 0,9 1 0,8 1 0,0-1 0,-7-1 0,-9-1 0,-2 0-518,11 1 1,3 0 0,-10-1 517,-14-1 365,-5 0-365,-7 1 0,-30 9 0,1 0-160,3-3 1,-6 5 159,-3 5 0,-5 6 0,-2 1 0,6-3-1447,-3 2 1,1 1 1446,0-1 0,-4 3 0,0 2 0,9-5 227,7-2 1,4 1-228,3 4 0,0 3 0,3-2 0,2-1 0,3-1 0,-5 15 0,9 0 0,14-15 0,6-4 0,13 12 0,6-12 0,3-3-676,-11-11 0,1-2 676,10 2 0,2-3 0,2-5 0,-2-3 0,-8 1 0,-1-1 0,7-3 0,-1 0-438,8-5 438,-5-2 398,-8-2 1,-6-2 0,-4-2 0</inkml:trace>
  <inkml:trace contextRef="#ctx0" brushRef="#br0" timeOffset="25197">19415 9152 5734,'-5'0'0,"2"0"0,3 0 0,9-1 0,2 0 0,9-2 0,1 0 0,17-2 0,-7 0 0,9-1 0,2 0 0,-4-1-570,-4 1 1,-2 0 569,-10 0 0,-4 2 0,-7 0 0,-9 4 0,-6 1 0</inkml:trace>
  <inkml:trace contextRef="#ctx0" brushRef="#br0" timeOffset="25358">19426 9312 5734,'-5'6'0,"2"-1"0,2 0 0,13 0 0,-1-2 0,21-3 0,-8-3 0,12-3 0,-8 1 0,-1 0 0,4-3-98,-5 3 1,-3 1 0,-13 1-1,-2 2 1</inkml:trace>
  <inkml:trace contextRef="#ctx0" brushRef="#br0" timeOffset="26545">20344 8446 5734,'9'42'0,"-3"-17"0,0 0 0,1 0-1170,2 0 1170,0 2 0,2-2 0,0 1 0,0-2 0,3 8 0,-5-7 0,3 3 0,-5-9 354,-2-1-354,-1-3 197,-1-1-197,1-3 0,0-4 0,2-3 0</inkml:trace>
  <inkml:trace contextRef="#ctx0" brushRef="#br0" timeOffset="26781">20865 8445 5734,'-15'20'0,"0"2"0,0 6 0,-2 9 0,2-4 0,3-7 0,0 1-872,-3 9 0,-2 4 0,3-4 872,6-12 0,1 0 0,-4 11 0,1 1 0,2-8 0,0-1 0,-2 8 0,1 1 0,0-1 0,2-1 0,1-9 0,1-1 394,-1 7 0,0 1-394,2 7 0,1-1 0,1 1 63,0-5 1,3-4-64,2-14 0,7-1 0,0-10 0,6-1 0</inkml:trace>
  <inkml:trace contextRef="#ctx0" brushRef="#br0" timeOffset="27266">21054 8987 5734,'-6'24'0,"0"2"0,-1 2 0,0-1 0,0 1 0,-2 8 0,3-10 0,-1 2 0,-1 14 0,2-18 0,-5 13 0,6-29 0,-7-3 0,6-11 0,-4-8 0,1-26 0,3 10 0,4-13 0,3-2-330,3 2 330,3 1 0,2 0-1232,4 6 1232,4-8 0,5 12 0,-4 11 0,6 0 0,8 16 0,-12 6 0,10 7 0,-15 13 289,-6-4-289,-3 27 0,-8-19 0,-15 10 0,-5-1 0,2-9 198,-3-1 0,1-3-198,6-12-26,-7-2 26,12-3 0,-1-3 0,15-2 0,23-1 0,-5 2 0,17 1 0,1 1 0,-8-1 0,3 0 0,1 0 0,1 0 0,4-1 0,0-1-193,-7 0 193,-8-1 0,-1-1 0,4 0-231,-8-1 231,4 1 0,-10 0 0,-1 1 0,0-1 0</inkml:trace>
  <inkml:trace contextRef="#ctx0" brushRef="#br0" timeOffset="27481">21743 8888 5734,'-18'-12'0,"4"6"0,-12 0-774,7 10 774,-5 5 0,-1 4 0,-12 17 0,8-4 0,11-8 0,0 2 0,3 2 0,1 0 0,-5 11 0,10 0 0,4-2 0,10-1 0,13 11 0,26-26 0,-5-6-260,-12-6 0,2 0 260,2-4 0,-1-1 0,17-3 0,-18 2 0,0-1-145,7-4 1,0 0-1,-2-1 1</inkml:trace>
  <inkml:trace contextRef="#ctx0" brushRef="#br0" timeOffset="33260">20294 8585 5494,'-16'33'0,"0"1"0,0 0 0,0 0 0,1 1 0,0 1-1093,3-4 1,1 1 0,0-1 235,0 4 0,1-1 857,-4 8 0,7 1-252,18 2 1,7-5 251,3-5 21,13-9 0,4-11-21,4-33-11,-14-3 1,4-8-1,1-2 1,-5 4 10,2-4 0,-2-3 0,-3 2 0,2-7 0,2-2 0,-2 0 0,-5 4 0,-3-3 0,-5 2 0,0-2 0,2 0 0,-1-3 0,0 0 0,-2 4 0,-4 4 0,-1 2 0,-2 1 0,-2-14 0,-3 7 0,-7 9 0,-10 7 0,-5 32 0,1 19 0,-3 16 0,0 6 0,2-7 0,5-11 0,2-3 0,-1 5 0,-2 4 0,-3 7 0,0 2 0,1-2 0,4-7 84,3-4 0,4-4 1,0 4-85,2 3 0,1 6 0,1 2 0,2-1 0,3-5 0,4 3 0,3-5 0,0 3-64,-5 3 1,-1 4 0,3-3 0,5-11 63,14-8 0,3-13 0,8-17 16,5-11-16,-14-9 0,4-11 0,1-4 0,-4 5 0,1-4 0,0-2 0,-8 11 0,4-5 0,-1-1 0,-1-1 0,-4 0 0,-3-5 0,-4-2 0,-2 1 0,-1 3-6,1 4 1,-1 2 0,-1-3 5,0-1 0,1-6 0,-1-2 0,-1 4 0,-2 7 0,-2 0 0,-1 4 652,1-16 0,-6 15-652,-12 47 0,-7 22 0,2-2 0,4-6 0,0 2-228,0 2 1,-3 4-1,1 4 1,1-1 227,2 4 0,2 2 0,1 0 0,1-2 237,2-7 0,0-1 1,2 0-1,-1 2-237,0 1 0,-1 2 0,1 1 0,1-1 0,2-5 0,0 1 0,2-3 0,4-1 0,6 16 0,5-8 271,4-11-271,14 0-268,-7-37 268,2-10 0,-4-9 0,2-9 0,-2 2 0,-3 4 0,0-4-212,-1-4 1,2-11-1,0-3 1,-1 1 0,-4 8 211,-4 8 0,-2 4 0,0-5 0,1-3 0,1-6 0,1-2 0,-2 3 0,-2 7 12,0-1 1,-1 3-13,1-8 0,-1 5 435,-4 8-435,-5 24 0,-7 23 0,-1 17 0,0 6-375,1-7 1,0 3 374,1-4 0,-1 4 0,1 0 0,-1 4 0,0 0 0,1-1 0,3-9 0,0-1 0,0 1 0,-1 7 0,-1 2 0,3-2 0,3 10 0,2-3 0,2-14 0,2-2 0,2 6 0,4-4 0,10-5 0,20-30 0,6-11 0,-19 5 0,0-3 150,5-4 0,4-3 0,-2-5-150,-2-8 0,-2-5 0,-1-3 115,-7 8 0,-1-3 1,0 0-1,0-1-115,3-3 0,0-1 0,1 0 0,-4 1 0,1-5 0,-2 1 0,-3 4 0,-1 2 0,-3 5 0,2 3 1261,-5 11-1261,1 38 0,-5 3-187,-2 5 0,-1 8 0,2 0 187,1-2 0,2 0 0,0 1-388,-2 0 0,1 0 0,2-1 388,6 14 0,4-7 0,8-2 351,3-8 1,3-6 0,3-5 0</inkml:trace>
  <inkml:trace contextRef="#ctx0" brushRef="#br0" timeOffset="34045">22349 8661 5734,'-13'-9'0,"0"1"0,-4 12 0,4 4 0,-2 13 0,6 25-2306,5-3 2306,2-14 0,1 4 0,3-1 0,0 3 0,0-3 0,0-1 0,1 1 0,0 5 0,2 5 0,-1-5 0,-1-12 0,0-2 0,2 6 0,-1-1-128,3 12 128,-2-14 0,-1 0 0,-6-38 0,1-3 0,-4-27-440,1 1 440,3 8 0,1-7 0,0 3-534,0-1 0,1 0 534,0-3 0,1-3 0,1 4 0,1 6 0,1 1-560,5-10 1,1 2 559,-2 11 0,0 2-15,2-6 1,2 2 14,5 7 0,2 4 0,5-1 0,14 0 53,-17 27-53,-2 6 0,-1 5 0,0 21 0,-8-4 0,-6-10 0,-2 1 0,-6 4 0,-3 0 0,-5 16 837,1-16 0,-2 1-837,-3-2 0,-1-2 0,-10 12 0,9-14 0,0-2 0,-15 4 0,10-13 2047,-7-19-2047,20-6 0,14-13 0,7 0 0,3 10-320,22-13 320,-17 36 0,15 11 0,-5-2 0,-9-4 0,1 0 0,4 1 0,-1 0-894,16 6 894,-15-7 0,3-1 0,3-3 0,2-2 0,-2-1 0,-4 0 0,-1-1-313,5 0 0,3-1 1,-4-1 312,9-8 0,-1-2 0,-12-1 0,1-2 0,14-8 0,-15 5 0,1-2 0,0-4 0,-1-1 0,-6 4 0,0 0 0,6-6 0,0-2 0,-2-2 0,-1 0 0,-6 6 0,0 0 0,4-6 0,-1-1-502,-5 2 0,-1 0 502,3-10 237,0-8-237,-21 15 0,-5 11 1026,-12 2-1026,-21 18 0,5 5 77,9 1 1,-1 2-78,-14 12 0,20-8 0,0 0 0,-1 1 0,2 1 0,-1 0 0,1 3 0,-5 13 0,-1 8 0,3-5 0,7-8 0,1 0-62,-4 8 1,0 4 0,7-7 61,16 1 0,15-10 0,6-2 0,12 2 0,-7-13 0,5 0 0,-2-3 0,-3-5 0,1-2 0,9 0 0,1-1 0,-3-1 0,-3 0 0,13 0 0,-18 0 0,-1 0 0</inkml:trace>
  <inkml:trace contextRef="#ctx0" brushRef="#br0" timeOffset="34920">24116 8104 5734,'-27'-21'0,"-1"1"0,-6-3 0,-5-2 0,2 3-1639,1 1 1,-1 1 843,-2-1 1,-4-2-1,-1 1 795,10 7 0,-1 1 0,-1 0 0,2 1-25,-4-2 1,2 1 0,-7-1 24,8 2 0,-6 0 0,-3-2 0,-2 0 0,1 0 0,2 2 0,4 0 0,-4 0 0,4 1 0,-1 0 0,-7-2 0,11 4 0,-5-1 0,-3-1 0,-3 0 0,-1-1 0,0 1 0,1 0 0,2 0 0,2 2 0,5 0 0,-8-1 0,6 2 0,1 0 0,-2 1 0,-6-2 0,7 3 0,-3-1 0,-5-1 0,-2 1 0,-1-1 0,-1 0 0,0 1 0,2 0 0,1 0 0,4 2 0,5 0 0,-5 0 0,6 1 0,3 0 0,-1 2 0,-2-1 0,-6 1 0,6 0 0,-4 0 0,-3 1 0,-3 0 0,-1 0 0,0 0 0,-1 0 0,1 1 0,1 0 0,3 0 0,3 0 0,4 1 0,-7 1 0,6-1 0,3 1 0,0 1 0,-3 1 0,-5 0 0,6 1 0,-3 0 0,-3 1 0,-3 0 0,-1 1 0,0 0 0,-1 1 0,1-1 0,2 1 0,2-1 0,4 1 0,3-1 0,-14 3 0,7 0 0,2 0 0,0 1 0,-5 1 0,8-2 0,-4 1 0,0 0 0,-2 1 0,0 0 0,2 1 0,1 0 0,2 0 0,-2 2 0,2 1 0,1 0 0,1 0 0,2 1 0,0-1 0,-8 3 0,2 0 0,1 0 0,-2 1 0,3-1 0,-2 2 0,-1 0 0,1 1 0,1 0 0,5-2 0,1 1 0,0 1 0,1 1 0,-2 0 0,3 0 0,-1 2 0,0 0 0,0 0 0,0 1 0,0 0 0,1 0 0,1 1 0,-1 0 0,1-1 0,0 1 0,2 0 0,-5 3 0,1 1 0,0-1 0,3 0 0,3-1 0,-6 9 0,4-1 0,4-1 0,0 3 0,3 0 0,2-1 0,2 5 0,7-8 0,1 5 0,1 1 0,2-4 0,1-4 0,2-2 0,0 3 0,0 1 0,0 4 0,2 0 0,4-3 0,6-1 0,5-2 0,1-1 0,3 5 0,3-1 0,-2-5 0,2-1 0,3 0 0,4-2 0,4-1 0,-2-2 0,7 5 0,0 0 0,-4-6 0,2 1 0,0 0 0,2 0 0,1-1 0,-1-1 0,5 5 0,1 0 0,-6-4 0,1 1 0,0 0 0,0 1 0,-1 1 0,-1 0 0,-7-6 0,-1 0 0,1 0 0,5 6 0,2 1 0,-1 1 0,0-1 0,0 0 0,-2-2 0,6 4 0,1 0 0,-7-5 0,3 1 0,1-2 0,3-2 0,1-2 0,0-2 0,-6-3 0,-2-2 0,3 1 0,9 2 0,3 1 0,2-3 0,-8-5 0,2-2 0,1-1 0,-3 0 0,6 0 0,-1-1 0,2-1 0,-3 0 0,3-1 0,2-1 0,0-1 0,-4-1 0,1-2 0,1-1 0,-1-1 0,-1 1 0,3-1 0,-2 0 0,0 0 0,3-1 0,-7 1 0,1 0 0,1-1 0,1 0 0,1-1 0,0 0 0,-2 0 0,2-1 0,0 0 0,0-1 0,0 0 0,-1 1 0,-2 0 0,1-1 0,-2 1 0,-1 1 0,1-1 0,0-1 0,2 0 0,-3 1 0,1 0 0,1-1 0,0 1 0,1-1 0,0-1 0,0 1 0,0 0 0,1-1 0,0 0 0,1 0 0,-1 0 0,0 0 0,0 0 0,-1 0 0,-2 0 0,5 0 0,-2-1 0,-1 1 0,0 0 0,1 0 0,1-1 0,-4 1 0,2 0 0,1 0 0,0-1 0,0 0 0,-1 1 0,-1 0 0,-3 0 0,8-1 0,-2 0 0,-2 0 0,-1 0 0,1 0 0,-1 0 0,-1 0 0,0 1 0,0-1 0,0 0 0,-3 0 0,1 1 0,-1-1 0,0 1 0,-1-1 0,7-2 0,0 1 0,-1-1 0,-1-1 0,-2 2 0,-2 0 0,1-1 0,1-1 0,-2 0 0,1-1 0,1-1 0,-2 0 0,-2 1 0,-1 0 0,-3 2 0,0-2 0,2-3 0,0-2 0,3-3 0,1-2 0,-1-1 0,-3 2 0,-4 1 0,1-4 0,-4 2 0,0-3 0,1-1 0,3-1 0,-3-3 0,-7-3 0,-9-10 0,-8-4 0,-4-1 0,0 6 0,1 8 0,-1 3 0,-1-3 0,-1 0 0,-1-4 0,-1-1 0,-1 2 0,-1 6 0,-6-5 0,-5 4 0,-6-2 0,-5-1 0,1 3 0,0 4 0,-2 1 0,0 1 0,-3-1 0,-1 7 0,-13 5 0,1 8 0,8 2 0,-1 2 0,4 2 0,-2 1 0,2 2 0,-5 1 0,2 2 0,-2 1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3:00:02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10438 6015 5734,'-10'-8'0,"-7"-5"0,2 3 0,-13-7 0,-2 0 0,1 3 0,1-1 0,-4 0 0,2 5 0,-3 1 0,1 1 0,-3 0 0,-2-1-787,0 1 0,-4-2 0,-2 1 0,6 1 787,-4 0 0,1 2 0,9 0 0,-1 1 0,-4 0 0,0 0 0,-5 0 0,-1 0 0,1 0 0,6 1-631,1 0 0,4 2 0,-3-2 631,-4 0 0,-4 0 0,-2-1 0,0 1 0,5 0 0,-8 2 0,4 1 0,3 0-158,-1 0 0,-1 0 158,4 0 0,-7 2 0,-2-1 0,2 0 0,6 1-189,-4 0 1,1 0 188,5 1 0,-6 0 0,-1 0 0,2 1 0,6-1 0,-1 1 0,-1 1 0,-6 2 0,-8 1 0,0 2 0,7-2 0,5 0 0,1 2 0,-5 1 0,-7 3 0,0 0 0,9-1 0,7-1 0,1 1 0,-6 3 0,-7 4 0,1 1 0,6-3 0,5-2 0,0 2 0,-3 2 0,-6 4 0,1 1 0,7-4 0,6-3 0,1 2 0,0 0 0,-4 5 0,0-1 0,6-2 0,2-2 0,1 3 0,0 5 0,-4 7 0,2 1 0,5-5 0,3 0 0,4 0 0,-3 4 0,-1 4 0,4-1 0,8 6 0,4-3 0,0-9 0,3 3 0,5 10 0,5 6 0,0-6 0,0-8 0,4 0 0,5 1 0,7 6 0,1-1 0,-2-7 0,5-1 0,2-3 0,-7-8 0,4 3 0,1 0 0,0-2 0,-2-3 0,1-1 0,-2-4 0,1 1 0,11 5 0,3 1 0,-2-2 0,-8-6 0,-2-2 0,2 0 0,0 0 0,1 0 0,2 0 0,3-1 0,3 1 0,1-1 0,-2-1 0,4 1 0,-3-1 0,6 0 0,-11-3 0,3 0 0,3 0 0,0 0 0,-1-1 0,-4 0 0,1-2 0,-3 0 0,-1-1 0,5 0 0,1 0 0,3-1 0,2 0 0,1-1 0,-3 0 0,-3-1 0,0 0 0,-3-1 0,-1 0 0,2-1 0,-1 0 0,2 0 0,1-1 0,-1 0 0,0-1 0,-1-2 0,0 0 0,-1-2 0,-1 1 0,-1-1 0,0 1 0,-3 0 0,1-1 0,3-2 0,3-3 0,5-1 0,1-3 0,1 0 0,-3-1 0,-4 0 0,2-3 0,-4-1 0,-1-1 0,1-1 0,-2 2 0,2 0 0,-1-1 0,-1-1 0,-4 0 0,5-8 0,-5-1 0,-3-3 0,-3-3 0,-3-2 0,-2 0 0,-5 9 0,-1 0 0,0-2 0,3-8 0,-1-4 0,-2 3 0,-1-3 0,-4 0 0,-1 1 0,-2 0 0,0 3 0,-4-2 0,-4 0 0,-2-4 0,-1 4 0,1 4 0,-3 0 0,-4-3 0,-2-3 0,0 7 0,0 16 0,-2 2 0,-3-4 0,-3 2 0,-3 6 0,-2 4 0,-16-2 0,4 9 0,-2 4 0,12 4 0,1 2 0,-8 3 0,0 1 0</inkml:trace>
  <inkml:trace contextRef="#ctx0" brushRef="#br0" timeOffset="1947">17281 8545 5734,'-9'-2'0,"-16"0"0,8 2 0,-12 0 0,14 2 0,-8 1 0,5 1 0,-6 1 0,-2 4 0,-1 0 0,-2 2-682,0-1 1,1 1 681,5-1 0,1 1-253,-5 6 253,7-3 0,-1 5-224,9-4 224,2 1 0,3 1 0,1 0 0,7 8 0,2-6 950,5 5-950,8-4 0,-1-7 0,18 3 0,-10-11 0,10-2 0,-8-7 0,12-10 0,-1-7 381,0-2-381,-18 6 0,-3-2 0,0-23 0,-3 8-374,-11-7 374,-8 23 0,-1 1-21,-1 1 21,-1 3 0,-10-8 0,11 11 0,-7-5 0,13 12 0,1 2 0,7 3 0,1 1 0</inkml:trace>
  <inkml:trace contextRef="#ctx0" brushRef="#br0" timeOffset="4068">17041 8549 5734,'-11'1'0,"-5"2"0,5 1 0,-8 5 0,7-1 0,-2 5 0,4-2 0,-4 9 0,4-3 0,-3 7 0,0 13 0,6-12 0,-1 15 0,9-10 0,2-8 0,5 14 0,-1-15 0,3 2 0,0-8 0,0-3 0,1-1 0,1-2 0,7-2 0,-4-5 0,11-5 0,-11-3 0,5-6 0,-7 1 0,1-7 0,-5 4 0,1-6 0,-7 3 0,-1 1 0,-2-2 0,0 0 0,-5-7 0,0-1 0,0 0-306,-1 0 1,0 2 305,0 9 0,-1 1 0,1 1 0,-2 2 0,0 0 0,0 2 0,-2 2 0,1 1 611,-11 1-611,1 5 0,-3 3 0,6 5 0,4 3 0,1 1 0,0 3 0,1 2 0,1 2-264,1 1 264,2 0 0,1 2 0,2-1 0,2 0 0,2 0 0,6 7 0,0-8 0,10 10 0,-2-14 0,5 2 0,-4-9 0,10-2 0,-5-3 0,7-5 0,-7-4 0,2-3 0,-1-4 0,1-2 0,2-10 0,0-3 0,-3-10-585,-1 8 1,-5 1 584,-15-2 0,-6 10-221,-5 1 221,-1 1 0,-5 3 0,-2 1 0,-3 5 0,-2 1 0,-2 6 0,-2 1 0,-2 0-121,3 2 1,3 1 120,8 3 0,4-1 0,10-4 0,4 0 0</inkml:trace>
  <inkml:trace contextRef="#ctx0" brushRef="#br0" timeOffset="9301">23122 3552 3759,'-34'-10'0,"0"-1"0,0 0 0,2 3 0,-4-2 0,-5 0 0,-4-2 0,-1 1 0,-3-1 0,1 0 0,-1 1 0,2 0 0,3 1-365,-1 0 1,0 1 0,1 0 0,0 0 0,0 1 0,-1 0 0,0-1 0,-1 0 0,-2 0 323,6 0 1,-1-1 0,0 1 0,-1-1 0,-1 0 0,0 0-1,0 0 1,-1 0 0,-1 0 0,0 0 0,-1 1 0,0 1 40,4 0 0,-3 1 0,-1 0 0,-1 0 0,-1 0 0,0 0 0,0 1 0,0-1 0,0 1 0,1 0 0,2 1 0,1-1 0,3 1 0,1 0 0,3 0 0,-11-1 0,5 1 0,4 1 0,0-1 0,0 1 0,-3 0 0,-3-1 0,6 0 0,0 1 0,-2-1 0,-2 0 0,0-1 0,-1 1 0,-2 0 0,0 0 0,-1 0 0,0 1 0,-1 0 0,0 1 0,6 1 0,-1 0 0,-1 0 0,-2 0 0,-1 1 0,-1 0 0,0 0 0,0 1 0,0-1 0,1 1 0,0-1 0,1 1 0,1-1 0,2 1 0,2 0 0,1-1 0,3 1 0,-14-1 0,6 0 0,3 0 0,1 0 0,1 1 0,-3-1 0,-4 1 0,-5 0 0,17 0 0,-3 0 0,-3 0 0,-2 0 0,-2 0 0,-2 0 0,-2 0 0,0 1 0,-1-1 0,0 1 0,0-1 0,0 0 0,1 1 0,0 0 0,3-1 0,1 1 0,2 0 0,2-1 0,3 1 0,4 0 0,2 0 0,-17 1 0,8-1 0,5 1 0,0 0 0,-3 1 0,-6 0 0,7-1 0,-4 1 0,-2 0 0,-4 1 0,-1 0 0,-1-1 0,-1 1 0,1 0 0,1 0 0,2 0 0,3 0 0,3-1 0,5 0 0,-14 2 0,6-1 0,4 0 0,-1 0 0,-5 1 0,8-1 0,-2 0 0,-2 1 0,-1-1 0,-1 1 0,0 0 0,1 0 0,3-1 0,1 1 0,-5 1 0,2 1 0,1-1 0,1 0 0,3 1 0,1-2 0,-3 2 0,3-1 0,1-1 0,-3 2 0,-4 0 0,-2 0 0,-1 1 0,0 0 0,1 0 0,6-1 0,-1 0 0,1 1 0,2-1 0,2 0 0,-5 0 0,3 1 0,-6 0 0,7 0 0,-6 0 0,-4 1 0,-1 0 0,1 0 0,2 0 0,5-2 0,-4 2 0,5-2 0,0 0 0,-3 1 0,-1 0 0,-2 0 0,0 1 0,-1 0 0,1-1 0,1-1 0,-1 0 0,1-1 0,2 1 0,4-2 0,1 1 0,3-1 0,-6 0 0,5 0 0,-6 1 0,-4 0 0,-1 0 0,1 0 0,4-1 0,5 0 0,-6 0 0,6 0 0,-4 0 0,3 0 0,-5 0 0,-2 0 0,0 1 0,4-1 0,5-1 0,-11 2 0,1 0 0,5 0 0,-6 1 0,1 0 0,6-1 0,-2 1 0,0 0 0,3-1 0,-6 2 0,1 0 0,6-1 0,5-1 0,3-1 0,-15 4 0,0-1 0,16-5 0,3 0 0,-12 0 0,3-2 0,1 0 0,0-3 114,-1-2 0,0-1-114,5 0 0,-4-2 0,0 1 0,9 2 1029,-20-2-1029,31 5 1958,-1 0-1958,5 2 1400,3 0-1400,1-1 689,-6 3-689,3-1 430,-7 3-430,2 2 0,-14 8 0,3-1-1047,-12 7 1047,6-3 0,-1 1 0,-2 1 0,11-7 0,0 1 0,-6 3 0,-3 2 0,3-1 0,5-4 0,1 0 0,-16 9 0,0 1 0,16-10 0,1 0-620,-7 3 0,1 1 620,-6 4 0,3 0 0,6-3 0,1 1 0,-5 7 0,3 1 0,2 2 0,3 5 0,7-9 0,1 1 0,3-4 0,1 0 0,-1 2 0,0 3 0,-1 2 0,0 2 0,1 1 0,-2 7 0,-1 1-878,2-2 0,-1 1 0,1 0 878,2-9 0,1-1 0,-1 5 0,0 3 0,-2 6 0,0 3 0,0 1 0,0-1 0,1-6-204,0-1 1,1-4 0,0 1 0,-2 5 203,2-5 0,-1 4 0,0 4 0,-2 1 0,1 0 0,1-2 0,0-3 0,1-5 0,0 3 0,0-4 0,1-2 0,-1 2 0,-2 10 0,0 2 0,-1 1 0,2-1 0,1-8 0,1 0 0,0 0 0,0 0 0,1-2 0,-1 1 0,1-2 0,0 0 0,0 4 0,0 1 0,-1 2 0,1 3 0,-1 0 0,1-1 0,1-5 0,0 2 0,0-4 0,1-1 0,-1 3 0,1 0 0,-1 1 0,0 1 0,1 0 0,-1 0 0,1 0 0,1 1 0,-1-1 0,1 0 0,0-2 0,0 1 0,0-2 0,0 0 0,0 2 0,0-1 0,0 2 0,1 1 0,-1-1 0,1-3 0,0 10 0,1-3 0,-1 0 0,1 1 0,0-1 0,1 0 0,-1-1 0,1 1 0,0-1 0,0-2 0,0 0 0,1 3 0,-1-2 0,1 2 0,1 1 0,-1-2 0,0 1 0,1-2 0,0 2 0,0-3 0,0 2 0,0 0 0,1-4 0,-1-1 0,1-3 0,1 2 0,-1-1 0,1 3 0,1 0 0,-1-3 0,0 1 0,1-3 0,1 6 0,0-6 0,2 5 0,2 4 0,-1 0 0,1 0 0,-1-4 0,-1-5 0,2 6 0,-1-5 0,1 4 0,1 1 0,1 5 0,1 2 0,-1-4 0,-1-8 0,0-2 0,-1-5 0,0 1 0,0 0 0,-1-1 0,0-1 0,0-1 0,0 0 0,-1-3 0,0 2 0,2 8 0,0-1 0,-4-9 0,1 1 0,2 4 0,0 1 0,1 4 0,0-1 0,4 8 54,-4-10 0,1-2-54,2 1 0,1-5 0,0 0 0,6 8 0,-5-9 0,1 0 0,3 2 1826,0 0-1826,2 1 0,2-1 621,0 2-621,1 0 0,0 0 0,1 1 0,-7-8 0,0-1 0,9 12-280,-9-13 1,0 0 279,9 7 0,-6-11 0,2-1 0,14 8 0,-11-10 0,0 0 0,17 3 0,-19-10 0,0 1-171,3-1 0,0 0 171,1 0 0,4-1 0,6 0 0,7-1 0,3 1 0,-6-1-552,-7-1 1,-2-1 0,3 1 551,10 0 0,5 1 0,-1-1 0,-5-1 0,-9-2 0,-5-1 0,1 0 0,3 0 0,0 0 0,1-1 0,1-1 0,2 0 0,-1 0 0,3 0 0,0-1 0,0 0 0,2 0 0,1-1 0,1 0 0,0 0 0,1 0 0,4 0 0,-8 1 0,3-1 0,1 0 0,0 0 0,-2 0 0,1 1 0,-2 0 0,0 0 0,5-1 0,-7 2 0,4-1 0,3 0 0,0 1 0,0-1 0,-3 1 0,-3 0 0,-1 0 0,-5 1 0,0 0 0,2 0 0,4 0 0,-2 0 0,5 0 0,2 0 0,3 0 0,0 0 0,0 0 0,-2 0 0,-3 1 0,-3-1 0,6 1 0,-4-1 0,-2 1 0,1 0 0,4 0 0,-7-1 0,3 1 0,1 0 0,1 0 0,1-1 0,-1 1 0,-1 0 0,-2 0 0,8-1 0,-2 1 0,0 0 0,-1-1 0,-2 1 0,0-1 0,1 1 0,-3-1 0,0 1 0,0-1 0,3 1 0,-6-1 0,2 1 0,1-1 0,0 0 0,-1 1 0,0-1 0,-3 1 0,5-1 0,-4 0 0,0 0 0,1 0 0,3 0 0,-3 1 0,3-1 0,1 0 0,1 0 0,0 0 0,-1 0 0,-3 0 0,0 0 0,-2 1 0,-1-1 0,0 1 0,2-1 0,0 1 0,3-1 0,2 1 0,0-1 0,2 1 0,-2-1 0,-1 1 0,-2 0 0,4 0 0,-3 0 0,0 0 0,-1 1 0,0 0 0,1-1 0,0 1 0,0 1 0,0-1 0,-1 0 0,0 1 0,1-1 0,-1 1 0,0 0 0,0 0 0,-1 0 0,0 0 0,0 1 0,0-1 0,-1 1 0,1 0 0,-1 0 0,0 0 0,-1 0 0,1 0 0,-1 1 0,0-1 0,0 1 0,0 0 0,-1 0 0,0 0 0,0 0 0,0 0 0,0 0 0,-1 1 0,10 0 0,-1 1 0,0-1 0,0 1 0,-1 0 0,0 0 0,-1 0 0,1-1 0,-1 1 0,-1 0 0,1 0 0,-1 0 0,-1 0 0,1 0 0,-1-1 0,0 1 0,-1 0 0,0-1 0,-1 0 0,1 1 0,-1-1 0,0 0 0,0 0 0,0 0 0,-1 0 0,-1-1 0,1 1 0,0-1 0,-1 1 0,0-1 0,0 0 0,0 0 0,0 0 0,-1 0 0,0 0 0,0 0 0,-1 0 0,0-1 0,1 1 0,-1 0 0,-1 0 0,1 0 0,-1 0 0,0 0 0,12 1 0,-1 0 0,1 0 0,-4 0 0,0 0 0,7 0 0,-14-2 0,6 2 0,3-1 0,2 0 0,1 0 0,-2 0 0,-2 0 0,-5 0 0,8 0 0,-5-1 0,-1 1 0,6-1 0,-9 0 0,4 1 0,3 0 0,2-1 0,-2 1 0,-2-1 0,-3 0 0,-7 0 0,9-1 0,-7-1 0,0 1 0,1-1 0,1 1 0,-1-1 0,1 1 0,-1-1 0,0 0 0,-1 0 0,1 0 0,-1 0 0,0 1 0,0-1 0,-1-1 0,0 1 0,0 0 0,-1 0 0,0 0 0,-1 0 0,0-1 0,-1 1 0,0-1 0,0 1 0,13-1 0,3 0 0,-12-1 0,5 1 0,0-1 0,-2 0 0,4-1 0,-1 1 0,1-1 0,-6 1 0,2 0 0,-1 0 0,-3-1 0,15-1 0,-6 1 0,-14 0 0,-2 1 0,-1 0 0,-1 0 0,8 0 0,-1-1 0,14 0 0,-18 1 0,-1 0 0,-2 0 0,-2 0 0,14-1 0,9-2 0,-16-1 936,0 1-936,0-2 0,-1 0 0,-1-1 0,-1 0 0,-1 0 0,-1-1 240,-2 1-240,-1 0 0,-3 1 0,5-3 0,-1 1 0,-3 1 0,19-8 0,-34 13 2804,-2 0-2804,-1 0 517,-2-1-517,-1-1 760,-1-8-760,-2 1 477,-3-10-477,-2-2 0,-2-4 0,-4-14 0,0-2-1477,0 2 0,-1-1 1477,5 11 0,-1-1 0,1 0 0,-4-14 0,1 1 0,3 9 0,-1-1 0,3 5 0,-1-2 0,1 1 0,-1-5 0,1 1 0,0-1 0,0-2 0,0-1 0,0 0-704,0-1 0,1-2 704,1 0 0,0-4 0,0 1-458,2 10 1,0 1 0,0-4 457,1 1 0,0-4 0,0-2 0,0 0 0,1 4 0,0-6 0,0 3 0,1-2 0,-1 1 0,1-3 0,0 0 0,0 2 0,1 0 0,-1 2 0,1-2 0,1 8 0,-1-2 0,1-1 0,0 1 0,0 1 0,0 1 0,0 2 0,0 0 0,0-4 0,1 1 0,-1-3 0,1-1 0,0-1 0,0 2 0,0 5 0,0-12 0,0 6 0,0-5 0,0 5 0,1-4 0,-1-1 0,1 1 0,-1 5 0,0-3 0,-1 5 0,0-3 0,1 3 0,0-2 0,0 0 0,-1 3 0,0 0 0,-1 3 0,0 0 0,0 0 0,0 0 0,0-2 0,-1 1 0,1-4 0,-1 1 0,0 1 0,0-2 0,0 3 0,0-5 0,-1 4 0,1-5 0,0-1 0,-1 1 0,1 4 0,0-6 0,0 5 0,0-3 0,-1 2 0,1-3 0,0 1 0,0 2 0,0-1 0,1 2 0,0-3 0,0 9 0,0-2 0,0-1 0,0-2 0,1-1 0,0-2 0,0-3 0,1-1 0,0 0 0,0 0 0,-1 2 0,1-2 0,-1 2 0,1 1 0,-1-1 0,1-1 0,0 3 0,0-2 0,0-1 0,1 2 0,-1 2 0,0 4 0,0-7 0,0 4 0,0 0 0,0 1 0,-1 0 0,0 0 0,1 2 0,-2 0 0,1 1 0,-1 2 0,0 0 0,0-1 0,-1-9 0,-1-3 0,-1 4 0,1 10 0,0 2 0,-1-1 0,0-7 0,-1-2 0,0 4 0,-2 0 0,0 3 0,0 1 0,0 1 0,-1 3 0,0 1 0,0 2 0,-1 0 0,1 3 0,-1 0 0,-7-20 0,5 16 0,-1 1 0,-5-13 71,5 16 1,1 0-72,-4-7 0,0 0 1650,1 1-1650,0 1 0,1 1 0,0 1 902,2 2-902,-1 1 0,2 1 119,1 3-119,0 2 0,-11-15 0,11 19 0,-9-11 1122,15 22-1122,-1 1 876,2 2-876,-1-1 643,0 1-643,1 1 279,-1-1-279,0 2 0,-5 8 0,0-3 0,-4 9 0,3-6 0</inkml:trace>
  <inkml:trace contextRef="#ctx0" brushRef="#br0" timeOffset="19576">20440 15220 5734,'11'-5'0,"13"-2"0,0 1 0,-4 0 0,20-2 0,1 1 0,-19 4 0,22-1 0,-26 3 0,-11-1 0,2 1 0,-13 0 0,-2 1 0,-9 1 0,4 0 0,-5 1 0</inkml:trace>
  <inkml:trace contextRef="#ctx0" brushRef="#br0" timeOffset="19770">20465 15326 5734,'16'3'0,"-4"-1"0,6-1 0,-4-1 0,18-4 0,-10 0 0,13-3 0,-9-1 0,-8 2 0,2-1 0,-8 3 0,-5 2 0,-1-1 0,-4 2 0,-2 0 0</inkml:trace>
  <inkml:trace contextRef="#ctx0" brushRef="#br0" timeOffset="20226">20987 15046 5734,'-9'13'0,"-2"2"0,-3 3 0,-1 3 0,-10 12 0,6-7-1748,-5 8 1748,7-12 0,3-1 283,1-3-283,3-1 0,2-5 345,3-1-345,1-4 0,2-1 0,9 1 895,-1-5-895,8-1 225,-3-4-225,3-2 0,0-1 0,9-5 0,-5 3 0,13-8 0,-13 6 0,4-5 0,-9 4 0,5-7 0,-6 4 0,7-7 0,-10 9 0,5-2 0,-8 9 0,2 1 0,-3 5 0,3 8 0,-1 1 0,2 7 0,2 24 0,-2 3-280,-1-3 1,-1 5 279,-2-4 0,-1 0-844,0-6 1,-1-2 843,0-3 0,-1-4 0,-1-3-217,0 3 217,-1-10 0,-3 1 0,-1-13 0,0-3 0</inkml:trace>
  <inkml:trace contextRef="#ctx0" brushRef="#br0" timeOffset="30627">10833 12309 5734,'-41'-14'0,"3"2"0,-6-1 0,3 0-1639,3 2 1,-1 0 1042,8 2 0,-2-1 0,-4-1 0,-4 0 596,4 3 0,-5-1 0,-4 0 0,-2 0 0,0 1 0,2-1 0,3 2 0,6 0 86,-3 0 1,6 1-1,0 0 1,-9 1-87,7 1 0,-5 0 0,-6 0 0,-3-1 0,-2 1 0,-2 0 0,0 0 0,2 1 0,2 0 0,4 0 0,5 2 0,7 0 0,-15 2 0,10 2 0,-8 1 0,9-1 0,-8 2 0,-4 1 0,-2 0 0,1 0 0,3 0 0,5 0 0,9 0 0,-10 2 0,3 3 0,7-1 0,-7 2 0,-1 1 0,3-1 0,8-1-85,4 0 0,3 0 85,-18 8 0,1 2 0,11-2 0,3 0 0,-3 2 0,-6 10 0,1 1 0,13-6 0,2-5 0,1 3-125,3 1 1,3-2 124,-6 9 0,5-2 0,-1 7 0,2-4 0,1 7 0,5-7 0,0 5 0,3-6 0,6 4 0,0-9 0,2 2 0,4 0 0,2 0 0,3 10 0,2 1 0,1 0 0,4 1 0,-8-13 0,2 1 0,10 11 0,1-1 0,-9-13 0,2-1 0,6 7 0,4 3 0,-2-5 0,-3-7 0,1-2 0,7 6 0,4 0 0,-8-11 0,3 0 0,-2-2 0,7 2 0,1-1 132,-4-2 0,3 0 0,0-2-132,6-2 0,1-2 0,-2-1-132,-6-1 0,-1-1 0,1 0 132,11 0 0,2-1 0,1-1 0,-10-3 0,1 0 0,1-2 0,5-2 0,-5 0 0,5-2 0,3-2 0,0 0 0,1 0 0,-2 1 0,-3 0 0,4-1 0,-2 2 0,-2-1 0,2 0 0,2-1 0,-4 1 0,3-2 0,1 0 0,0-1 0,0 0 0,-1 0 0,-2 1 0,0-1 0,-2 0 0,0 0 0,-1-1 0,-3 2 0,-1 0 0,2-1 0,-3 1 0,0 0 0,3-1 0,3-1 0,3-1 0,2 0 0,-3 0 0,-3 0 0,5-3 0,-4-1 0,-2 1 0,-10 4 0,-3 0 0,3-2 0,11-8 0,3-2 0,-6 1 0,-8 2 0,-4 0 0,6-6 0,-3-3 0,-12-2 0,-5 0 0,-5 6 0,-2 0 0,-1-8 0,-4-2 0,-10-3 0,-5 0 0,3 10 0,-2-2 0,-5-2 0,-2-4 0,-1 4 0,0 2 0,-1 2 0,3 4 0,-1-1 0,-1 1 0,-12-11 0,0 2 0,9 9 0,-1 0 0,-7-5 0,-1 0 0,1 5 0,1 2 0,7 7 0,1-1 0,-8-3 0,1 0 0</inkml:trace>
  <inkml:trace contextRef="#ctx0" brushRef="#br0" timeOffset="30775">11336 12495 5734,'-20'25'0,"3"-3"0,8-9 0,2-2 0</inkml:trace>
  <inkml:trace contextRef="#ctx0" brushRef="#br0" timeOffset="47302">2659 16012 5734,'-7'2'0,"-1"1"0,-12 13 0,7-3-841,-9 11 841,10-5 0,1 8 0,2 3 0,0 3 136,-1-5 0,6 3-136,18 3 0,6-4 0,-3-5 69,4 5 1,4-10-70,8-39 0,-2-12 0,-5 5-584,-7 2 1,3-7 0,-9 4 583,-12-7 0,-7-11 0,-13 5 0,-3 0 0,10 18 0,-2-1 0,-5-5 0,-5-5 0,0 0 0,4 7 0,3 5 0,1 2 0,-13-15 0,1 0 0,15 11 0,3 1-336,0-7 336,3-17 0,19 17 0,6 2 0,6-10 0,-4 8 0,5-1 0,-1 7 0,3 1 0,-3 2 0,-4 3 0,1 0 0,10-5 0,3-1 0,-6 6 0,-3 7-195,15 15 195,-35 10 0,1 16 0,-6-8 0,0 1 0</inkml:trace>
  <inkml:trace contextRef="#ctx0" brushRef="#br0" timeOffset="47793">2972 15852 5734,'-8'21'0,"3"-5"0,1 15 0,1-5 0,2 1 0,-1 10-1378,1-5 1,1-1 1377,2 7 0,3 0-314,2-2 314,1-2 0,11 7 0,-2-13 0,-1-9 0,1-2 0,6-4 274,9-1-274,-9-12 0,10-10 0,-9-1 0,6-9 0,-13 2 0,-3-2 0,-2-2 0,-4-1 0,-3-1 0,-4-2 0,-3 0 0</inkml:trace>
  <inkml:trace contextRef="#ctx0" brushRef="#br0" timeOffset="47948">3036 15790 5734,'6'-14'0,"9"-9"0,-2 6 0,7-6 0,4 3 0,-6 5-375,7-1 375,-9 9 0,-2 2 0,1 2 0,-1 2 0</inkml:trace>
  <inkml:trace contextRef="#ctx0" brushRef="#br0" timeOffset="48277">3422 15861 5734,'3'23'0,"0"0"0,2 9 0,0-6 0,3 16 0,-3-16 0,2 14-1232,-4-17 1232,0 5 0,-3-10 393,-1-1-393,-2-2 0,0-1 203,-8 1-203,3-8 0,-9-2 0,8-9 636,-3-6-636,6-2 0,2-28 0,3 17 0,3-3 0,2 1-377,3 4 377,4-5 0,-1 10 0,2 1 0,8-3 0,-3 6 0,6 0 0,-6 8 0,21 14 0,-18 0 0,15 12 0,-18 20 0,-7-13-687,-3 2 0,0 0 687,-1 0 0,-2-7 0,0 0 324,1 1-324,3 8 0,0-21 0,2 2 0</inkml:trace>
  <inkml:trace contextRef="#ctx0" brushRef="#br0" timeOffset="48517">3891 16121 5734,'5'6'0,"1"-2"0,-2-3 0,1-1 0,0 0 0,4-2 0,-2-1 0,5-1 0,-1-1 0,1-1 0,1-1 0,0 0 0,13-7 0,-11 6 0,8-4 0,-16 7 0,0 1 0,-1-1 0,1 0 0</inkml:trace>
  <inkml:trace contextRef="#ctx0" brushRef="#br0" timeOffset="48865">4436 15766 5734,'-8'11'0,"2"0"0,-6 9-791,3-1 791,-2 4 0,0 3-728,-1 2 728,2 2 0,0 0 0,2-1 0,2-1 357,2-3-357,3 16 0,3-18 0,5 14 0,-1-27 0,9-1 0,-5-9 0,6-4 0,-4-2 0,23-9 0,-20 12 372,17-2-372,-24 16 0,0 4 0,-1 4 399,-1 3-399,1 2 0,3 11 0,-2-8 0,2-1 0,0-2 0,-1-5 0,6 7 0,-10-28 0,1-3 0</inkml:trace>
  <inkml:trace contextRef="#ctx0" brushRef="#br0" timeOffset="49247">4711 15701 5734,'27'-25'0,"-3"4"0,-18 14 0,1-1 0,-2 2 0,2 0 0,-3 5 0,6 5 0,-2 2 0,3 7 0,-2 1 0,-1 5-462,1 4 462,0 2 0,0 4 0,5 16 0,-3-7 0,-2-5 0,0 1-1443,1 8 1443,-4-14 0,0-1 0,0 12 0,-4-2-862,-2 0 862,-2-1 0,-4-2 0,-3-1 0,-2-3 0,-3-3 0,-2-9 0,-2-1 0,-11 2-223,-8 2 223,12-19 0,12-6 1255,0-4-1255,3-2 0,2-16 0,8 4 0,2-12 0</inkml:trace>
  <inkml:trace contextRef="#ctx0" brushRef="#br0" timeOffset="49669">5991 16214 5734,'-27'13'0,"4"-1"0,20-8 0,13-3 0,6-4 0,7-4 0,2-1-2374,17-6 2374,-11 4 0,2-1-622,-4 1 1,-1 1 621,2-1 0,3 1 0,-2 1 0,3-1 0,-1 2 0,3-2 0,5 1 0,-2 4 0,10-1 0,3 1 0,-3 1 0,-7 0-1059,4 0 1,-1 1 1058,-1 1 0,8 0 0,-3 0 0,-11 1 0,1 2 0,-6 1 0,3 0 0,-14-2 870,-3-1-870,-17-2 361,-15-4 0,-2-1 0,-8-2 0</inkml:trace>
  <inkml:trace contextRef="#ctx0" brushRef="#br0" timeOffset="49846">6839 15775 5734,'31'-4'0,"-1"1"0,2 9 0,1 11 0,-12 12 0,-3 6 0,-7-13 0,-3 2-1608,-1 16 1,-3-1 1607,-11 5 0,-3 2 0,0-1 0,-2-1-447,2-4 447,-1-3-57,-1 6 57,3-15-26,0 4 1,9-22 0,2-2-1</inkml:trace>
  <inkml:trace contextRef="#ctx0" brushRef="#br0" timeOffset="52020">7761 16116 5734,'6'32'0,"1"1"0,1 3 0,0 0 0,-1-3 0,-1-2 0,0 1 0,-2-9 0,-5-18 0,-7-24 0,3-5 0,-4-20 0,7 11 0,1-5 0,0 4 0,0 8 0,1-2 0,1-6 0,1-7 0,0 0 0,1 8 0,3-8 0,6-3 0,2 5 0,-2 20 0,20-7 0,-17 24 0,13 6 0,-17 2 0,7 8 0,-10-6 0,3 3 0</inkml:trace>
  <inkml:trace contextRef="#ctx0" brushRef="#br0" timeOffset="52241">8168 15970 5734,'-1'31'0,"0"0"0,0-3 0,0-2-1190,0 2 1190,-1 1 0,1-1 0,1-1 0,2 18 0,0-19 0,1 17 0,-2-29 380,-2 2-380,-5-9 49,0-4 0,-3-6 0,3-4 0</inkml:trace>
  <inkml:trace contextRef="#ctx0" brushRef="#br0" timeOffset="52734">8462 15998 5734,'-26'12'0,"3"2"0,9-1-510,1 2 510,0 5 0,1 1 0,1 13 0,3-8 0,3 21 0,5-25 0,4 7 0,0-18 167,1-5-167,1-2 85,2-6-85,1-4 0,0-5 0,2-6 0,1-3 0,0-4 0,8-14 0,-6 9 0,-2 7 0,0 0 0,1 1 0,10-4 258,-8 18-258,11 12 0,-10 9-808,6 13 808,-8 4-1254,0 5 1254,-2 7 0,-6-21 0,-1 4 0,0 13 0,-1 6 0,0-3-1135,-1-7 0,-1 1 1135,1 5 0,-1 5 0,-1-7 0,-4 9-288,-1-3 288,-1-18 0,0 0 0,-4 11 0,1-12 0,-2-2 0,-2-3 0,-5-1 481,3-16-481,-14-22 0,12 0 0,-8-16 0</inkml:trace>
  <inkml:trace contextRef="#ctx0" brushRef="#br0" timeOffset="53115">8656 15606 5734,'0'45'0,"1"-2"0,-1-13-1956,2 4 1956,1 3 0,0 3-971,3 2 971,0 1 0,2 1 0,0 0 0,1-10 0,1 1 0,3 7 0,-4-12 0,1-3 0,-1-5 624,-1-4-624,-1-5 0,1-5 0,-2-7 888,2-7-888,-3-8 0,-1-5 0,1-6 651,1-3-651,0-3 0,1-2-903,0-1 903,0 0 0,2 2 0,-1 3-378,1 3 378,0 5-29,6 2 29,-6 12 638,9 12-638,-10 10 0,1 10 0,-3 0 0,2 17 949,-2-9-949,4 6 0,1 0 0,-2-9-10,1-2 1,-2-4 9,-4-17 34,-1-7-34,0-6 0,2-5 0,0-6 0,1-3 0</inkml:trace>
  <inkml:trace contextRef="#ctx0" brushRef="#br0" timeOffset="53289">9085 15677 5734,'4'28'0,"0"-1"0,1 8 0,-1-3 0,1 6-1639,0-3 1,0 0 1317,0 9 321,0-7 0,1 1 0,1 6 0,0-8 0,1 0 0,1 3-171,-3-9 0,0-2 171,-1 2 111,-5 9 1,-2-23 0,-4 2 0</inkml:trace>
  <inkml:trace contextRef="#ctx0" brushRef="#br0" timeOffset="53634">7829 15830 5734,'-23'18'0,"11"-4"0,20-12 0,13-3 0,6-5-1445,7-4 1445,3-2 0,5-3 0,-1-3 0</inkml:trace>
  <inkml:trace contextRef="#ctx0" brushRef="#br0" timeOffset="54191">9011 15961 5734,'-10'2'0,"0"-2"0,6 0 0,23-13 0,0 4-1404,22-12 1404,-9 7 0,2-2 0,3 0 0,-10 5 0,0 0 0,14-5-202,-15 6 0,0 0 0,9-3 0,0 1 0</inkml:trace>
  <inkml:trace contextRef="#ctx0" brushRef="#br0" timeOffset="54771">10036 15870 5734,'-37'18'0,"-1"1"0,1 0 0,5 0 0,16-4 0,-5 10 0,16-11 0,7 9 0,6-10 0,8 3 0,1-5-651,3 1 651,0 0 0,1 0 0,-1 1 0,-1 2 0,0-1 0,-3 2 0,-2 2 0,-2-1 212,-4 9-212,-5 0 0,-14 7 0,0-13 108,-8-4-108,6-13 0,1-5 0,-3-9 0,5-1 0,-1-10-50,7-1 0,3-5 0,1-3 0</inkml:trace>
  <inkml:trace contextRef="#ctx0" brushRef="#br0" timeOffset="55255">10136 15574 5734,'4'20'0,"-1"-1"0,0 8-1014,0-3 1014,1 3 0,0 2-803,1 2 803,1 3 0,1 1 0,1 2 0,-3-14 0,1 1 0,1 10 0,2 5 0,-1-6 0,3 12 0,-1-6 0,1-1 0,-2-8 0,5 9 154,-6-23-154,1 0 0,-3-11 0,0-3 459,3-15-459,-4 3 0,5-20 0,-6 11 601,1-8-601,-3 7 0,2-9 0,-1 8 0,2-12 0,-3 17 300,1-5-300,-1 12 0,-1 0 0,1 6 0,0 2 0,1 1 303,0 4-303,2 1 0,-1 3 0,1 4 0,0 1 0,-1 3 0,3 13 0,0 1 0,0-4-294,0 4 0,0-3 294,-2-16 0,0-2 0,0-4 0,1-1 0,-1-5 0,1-2 0,4-10 588,-4 0-588,11-30 0,-10 21-329,6-16 329,-9 25 0,0 2 0,0 2 0,0 1 0,-1 3 0,2 3 0,0 5 0,2 9 329,-1 0-329,2 6 0,-3-3 0,0 0 0,0 1 0,0 0 0,-1-2 0,0-1 0,-2-2 0,-1-2 0,-3-1 0,-1-5 0,-2-3 0</inkml:trace>
  <inkml:trace contextRef="#ctx0" brushRef="#br0" timeOffset="55387">10473 15781 5734,'-10'-8'0,"3"0"0,5 4 0,3-1 0,4 1 0,2 2 0,3 1 0</inkml:trace>
  <inkml:trace contextRef="#ctx0" brushRef="#br0" timeOffset="55625">10794 15673 5734,'-26'4'0,"2"2"0,7 4 0,2 4 0,3 21 0,2 7 0,3 3-1093,3-15 1,0 5 0,2-4 604,6-5 1,0-2 487,1 4 0,0-1-235,0 3 0,1 0 235,0 2 0,0-1 0,1 2 0,0-1-506,-1 1 0,0 0 506,1-2 0,-1 1 0,0-2 0,-1 0 0,1-2 0,0-1 0,-2-2 0,1 0 433,4 17-433,-2-6 0,-1-8 1143,-3-7-1143,-3-6 1672,-4-8-1672,-7-13 0,2-6 0,-5-11 0</inkml:trace>
  <inkml:trace contextRef="#ctx0" brushRef="#br0" timeOffset="55940">11036 15696 5734,'-7'6'0,"-2"8"0,3 0 0,-1 8-1063,6 1 1063,1 4 0,2-2 0,0 2 0,3 17 0,-1-10 0,2 8 0,0 2 0,-1-7-1531,0-1 1,0-1 1530,2 11 0,1 5 0,-1-8 0,1-2-38,-2-16 1,-1-1 37,2 7-200,0 4 200,-7-22 82,-5-6 0,0-8 1,-3-6-1</inkml:trace>
  <inkml:trace contextRef="#ctx0" brushRef="#br0" timeOffset="56074">10972 16124 5734,'22'1'0,"0"-2"0,9-9 0,5-3-498,1-1 1,-3-1 0,-10 6 0</inkml:trace>
  <inkml:trace contextRef="#ctx0" brushRef="#br0" timeOffset="57868">12067 16027 5734,'-8'7'0,"-7"8"0,2-1 0,-7 10 0,-1 1 0,0-1-828,2-2 0,1-1 828,5-6 444,-3 1-444,7-6 289,-2 0-289,6-6 0,1-1 0,1 0 859,3-1-859,4-1 64,6-2-64,1-1 0,15-6 0,-8 1-378,8-5 378,-6 2 0,1-1 0,1-2 0,0 0 0,0-1 0,0 0 0,-3 0 0,-1 1 0,-2 0 0,-2 2 0,2-8 0,-10 9 0,1-5 0,-11 9 0,-4 0 0,2 1 378,-3-1-378,3 4 0,1 0 0,1 0 0,1 1 0,-1 6 0,2 0 0,0 7 0,2-1 0,1 2 0,1 2 0,3 19 0,-1-11 0,6 23-808,-6-23 808,4 7 0,-4-9-272,2 4 272,-1-7-64,1 8 64,-2-13 0,-1 0 0,-1-6 779,-3 0-779,-1-4 73,-4 1 1,1-6-1,-3-2 1</inkml:trace>
  <inkml:trace contextRef="#ctx0" brushRef="#br0" timeOffset="58970">12632 16093 5734,'1'18'0,"0"0"0,4 21 0,-1-14 0,6 21-1058,-4-27 1058,4 3 0,-4-10 340,2-3-340,3-2 175,-1-5-175,5-8 0,-4-3 0,4-18 0,-7 6 0,4-21 0,-6 14 0,-2-2 0,-1 0 0,-1-1 0,0 5 0,-1 1 0,-2 6 0,0-2 543,0 9-543,1 5 0,1 4 0,1 10 0,1 4 0,1 5 0,4 12 0,-2-10 0,3 10 0,-3-15 0,-1 0 0,0-2 0,1 3 0,-3-5 0,2 2 0,-2-5 0,0-1 0</inkml:trace>
  <inkml:trace contextRef="#ctx0" brushRef="#br0" timeOffset="59460">12987 16034 5734,'-1'22'0,"1"6"0,1-11 0,2 13 0,0-15 0,0 7 0,-1-11 0,0-1 0,-1-5 0,-1-1 0,1-4 0,1-8 0,0-2 0,2-8 0,0 1 0,0-1 0,4-8 0,-2 6 0,2-4 0,-2 8 0,-2 2 0,2-3 0,-3 6 0,0-1 0,-2 7 0,1 1 0,-1 3 0,1 2 0,2 6 0,5 21 0,-3-8-337,4 14 337,-5-18-113,4 5 113,-3-7 0,3 3 0,-3-8 0,2 1 0,-2-5 0,6-4 332,-7-5-332,4-7 118,-5-1-118,1-3 0,2-10 0,-1 6-223,1-7 223,-2 7 0,0 3 0,1 0 0,-1 4 0,1 0 0,-3 5 0,2 1 0,-2 8 223,-1 3-223,0 4 0,-1 4 0,0 4 0,-1 3 0,0 1 0,1 11 0,1-8 0,3 15 0,-1-18 0,5 18 0,-6-25 0,2 8 0,-6-20 0</inkml:trace>
  <inkml:trace contextRef="#ctx0" brushRef="#br0" timeOffset="59875">13449 15751 5734,'-2'16'0,"1"-1"0,3 6 0,0 0 0,1 1 0,4 16 0,-2-7-1281,2 11 1281,-2-12 0,0 1-316,0-2 316,-1-1 0,-1-1 0,0-3-234,-1-1 234,0-3 0,-3 10 0,0-18 0,-3 5 0,-1-21 0,0-3 0</inkml:trace>
  <inkml:trace contextRef="#ctx0" brushRef="#br0" timeOffset="60009">13493 16070 5734,'14'-2'0,"7"-4"0,-4 0 0,5-4 0,-5 0 0,10-11 0,-11 8 0,5-7 0,-16 12 0,-2 0 0</inkml:trace>
  <inkml:trace contextRef="#ctx0" brushRef="#br0" timeOffset="60229">13184 15850 5734,'-8'-5'0,"3"0"0,6-2 0,2 3 0,7-5 0,1 6 0,5-1 0,-1 4 0</inkml:trace>
  <inkml:trace contextRef="#ctx0" brushRef="#br0" timeOffset="61158">14093 16430 5734,'24'-1'0,"-6"-1"0,18-4-589,-8 1 589,-3 2 0,1 0-549,16-2 549,-3 1 0,0 1 0,-14 1 0,-1 0 0,17 0 0,1-1-787,-10 0 1,-1 0 786,0 1 0,-1-1 0,-3 1 0,-2-1-364,4 0 364,-4 1 57,1-2-57,-12 2 437,-1-2-437,-12 3 469,-4-1 0,-1 0 1,-3-1-1</inkml:trace>
  <inkml:trace contextRef="#ctx0" brushRef="#br0" timeOffset="61414">14197 16123 5734,'-15'1'0,"4"0"0,13-1 0,9 0 0,2 0 0,22-2 0,-6 0 0,15-1 0,-7-2 0,2 0-1059,-14 1 1,1 1 1058,16-3 0,-2 0 0,4 0-1128,-2 0 1128,-2 2 0,-14 2 0,0 0 0,9-1 0,7 1 0,-21 3 0,0 2 0,-9 2 0,1 0 0,-7-1 0</inkml:trace>
  <inkml:trace contextRef="#ctx0" brushRef="#br0" timeOffset="61720">14624 15907 5734,'7'1'0,"2"0"0,5 3 0,3 2 0,2 0-512,3 3 512,0 2 0,9 11 0,-7-1 0,-7 0 0,-2 3 0,0 9-555,-7-10 1,-1 0 554,-4 15 0,-3 2 0,-3 2 0,-4 2-1293,-3-1 1293,0 1 0,-1-4 0,1-2 0,2-5 0,0-4 0,0-1 0,3-4 0,-5 16 0</inkml:trace>
  <inkml:trace contextRef="#ctx0" brushRef="#br0" timeOffset="65106">15368 16392 5734,'-10'13'0,"-11"20"0,12-15 0,0 10 0,4 0 0,10-6 0,1 9 0,24-28 0,-16-7 0,16-20 0,0-10 0,-17 1 0,-1-3 0,8-1 0,-2-2-1011,-11-9 0,-5 4 1011,-4 11-642,-1-4 0,-2 2 642,0 5-380,-3 0 1,-1 1 379,2 9-176,-12-19 176,13 31 1476,-5-4-1476,8 17 1384,2 2-1384,-1 7 0,4 11 0,1 2 0,0 2-163,1 7 0,1-1 163,0-6 0,0 2 0,1 1 0,0 1 0,3 4 0,1-1 0,-1-6 0,6 4 0,2-1 0,-2-10-280,4 0 1,2-2 279,-3-12-558,26-2 558,-24-8 0,8-6 0,0 0 0,-9 2-117,19-8 117,-30 10 1210,5-3-1210,-7 2 863,5-12-863,-7 8 705,2-8-705,-6 7 163,-1-3-163,-1 3 0,-8-11 0,3 11 0,-11-7 0,8 9 0,-13-2 0,11 6 0,-10 0 0,13 4 0,-1 2 0,4 1 0,2 1 0,-1 7 0,2-2 0,1 5 0,9 9 0,-2-9 0,5 10 0,3-9 0,-3-4 0,11 3 0,-7-8 0,11-1 0,-9-5 0,5-3 0,-6-2 0,16-16 0,-14 6-365,10-11 365,-18 11 0,-4-1 0,0-1 0,-5-22 0,-1 13 0,-2-2 0,-1 0 0,-1-3 0,0 4 0,-1-1-905,-1-5 905,-2-11 0,3 17 0,0 2 0,-2-3 0,2 10 331,-3-5-331,6 15 0,-4 8 0,4 10 939,-1 6-939,2 3 0,2-2 0,0 2 0,1 3 0,1 15 0,1-8-942,3 12 942,-1-13 0,1 1 0,0-1 0,2-4 0,-1-1 0,4 7 0,5 13 0,-6-25 0,5 2 0,-3-6 0,5 1 0,-4-8 0,5-2 0,-5-4 0,8-4 0,-10-1 235,6-6 1,-8 4-1,1-2 1</inkml:trace>
  <inkml:trace contextRef="#ctx0" brushRef="#br0" timeOffset="65990">16154 16400 5734,'-14'19'0,"1"4"0,7-9 0,1 4 0,2 2 0,3 6 0,4 3 0,0-6 0,3-7 0,-3-10 0,-1 0 0,3-2 0,-2-2 0,3-1 0,-3-3 0,2-1 0,3-6 0,-3 2 0,3-6 0,-5 5 0,0-1 0,1-5 0,-3 3 0,1-12 0,-2 9 0,-1-6 0,0 6 0,0-6 0,0 5 0,0-2 0,0 8 0,-1 0 0,0 3 0,0 1 0,0 6 0,1 5 0,0 0 0,0 5 0,1 2 0,1-2 0,2 9 0,1 0 0,0 0 0,1 0 0,-1-5 0,1-1 0,0 0 0,1-2 0,2 3 0,-2-5 0,2 1 0,5-5 0,-5-5 0,6-2 0,-8-5 0,4-7 0,-4 2 0,4-6 0,-6 3 0,1 0 0,-1-8 0,0 5 0,-2-4 0,-1 6 0,0-6 0,-1 5 0,-1-9 0,0 12 0,-1-4 0,1 11 0,0 0 0,2 14 0,-1 0 0,2 8 0,-2-4 0,1 0 0,3 9 0,2-6 0,2 3 0,-2-10 0,0-5 0,-1-3 0,1-2 0,-1-3 0,-1-2 0,1-2 0,-1-1 0,8-17 0,-6 15 0,6-11 0,-7 20 0,0 2 0,1 4 0,1 3 0,0 4 0,2 4 0,4 16 0,-3-3-1013,4 12 1013,-5-6-1088,-1 3 1088,0 2 0,-1 2 0,-3-10 0,-1 0 0,1 16 0,-2-17 0,-1 2 0,-3-2 0,-2 0 0,-2 14 0,1-16 0,-2 0 0,-7 7 0,-8-4 0,-6-1 0,1-9 0,-3-4-613,1-2 0,-3 0 0,1-4 613,0-6 0,1-5 0,0-5 0,5-4 0,-1-9 0,3-3 0</inkml:trace>
  <inkml:trace contextRef="#ctx0" brushRef="#br0" timeOffset="71982">2633 17630 5734,'-3'-3'0,"-2"0"0,3 3 0,-7 13 0,5-6 0,-5 20 0,8-9 0,1 5 0,2-3 0,1-4 0,1 1 0,17 27 0,-6-20 0,6 4 0,1-2 0,0-10 0,12 5 0,1-21 0,-13-5 0,-2-8 0,-1-4 0,-6-13 0,-1-7 0,-16 13 0,-4 1 0,-7-1 0,-4 1 0,-4 2-1246,-7-1 1246,10 9 0,-2-1 0,-10-6 0,1 0 0,-9-5 0,9 5 0,2 0 0,2-2 0,2-2 0,-1-13 0,10 6 0,0-13 0,15 18 0,3 1 0,4-17 0,8-2 0,4 0 0,-8 21 0,3 0 0,7-7 0,3-4 0,-1 5 0,11-5 0,-3 10 0,6-2 0,-4 6 0,6 1 0,3 0 0,-2 5 0,-15 11 0,3 2-303,-6 14 303,-7 0 0,0 12 0,-9-4 0,-2 2 0</inkml:trace>
  <inkml:trace contextRef="#ctx0" brushRef="#br0" timeOffset="72494">3311 17426 5734,'-5'4'0,"-1"5"0,3 0 0,0 5 0,1 2 0,1 2 0,0 6 0,1 2 0,0 8-268,0-6 1,1 1 267,1 4-864,1 1 864,1-1 0,1 0 0,1-2 0,2-2 0,4 8 0,-2-11 0,4 3 0,-1-9 0,-2-7 0,6 1 0,-8-9 487,2-1-487,-4-5 912,0-3-912,-3 1 0,-2-4 0,-2-1 0,-2-4 0,0-3 0</inkml:trace>
  <inkml:trace contextRef="#ctx0" brushRef="#br0" timeOffset="72703">3302 17430 5734,'4'-10'0,"4"-5"0,1 2 0,4-4 0,-1 3 0,8-4 0,-3 6 0,5-2 0,-6 9 0,-1 2 0,1 1 0,0 0 0</inkml:trace>
  <inkml:trace contextRef="#ctx0" brushRef="#br0" timeOffset="73125">3691 17542 5734,'2'13'0,"1"2"0,0 2 0,-1 3 0,2 14 0,-2-7-756,2 8 756,-1-12 0,1-1 183,1 14-183,-3-20 0,1 6 0,-3-25 0,2-22 0,1 5 0,2-16 0,1 12 0,0 0 0,1 0 0,3-6-133,-3 6 1,1 1 132,2 1 0,0 2 0,5-2 0,-3 8 0,5 0 557,-7 10-557,1 6 0,2 12 0,-4 1 0,1 11 0,-5-3 0,0 14 0,-1-9-643,0 9 643,-1-12 0,1-4 263,-1 0-263,0 7 0,-1-10 0,1 3 0,0-12 0,0-2 0</inkml:trace>
  <inkml:trace contextRef="#ctx0" brushRef="#br0" timeOffset="73637">4294 17347 5734,'2'9'0,"0"9"0,-1-2 0,0 10 0,-1-1 0,0 20 0,1-7 0,1 5 0,0 2-1466,-1-13 1,1-1 1465,0 8 0,1-1 0,-2-10 0,0-4 643,2 10-643,-1 6 0,0-11 0,-1 2 0,0-14 0,-2-3 0,-1-2 0,-8 2 572,2-8 0,-4 0 0,5-9 0</inkml:trace>
  <inkml:trace contextRef="#ctx0" brushRef="#br0" timeOffset="73904">4153 17753 5734,'11'-7'0,"11"-4"0,-8 5 0,9-4 0,-7 5 0,1-1 0,2-1 0,0 1 0,2 0 0,0 2 0,1 0 0,0 2 0,1-1 0,2 0 0,7 0 0,-8 0 0,4 1 0,-12 1 0,-4-1 0,-1-1 0,-2 0 0</inkml:trace>
  <inkml:trace contextRef="#ctx0" brushRef="#br0" timeOffset="74390">4747 17555 5734,'0'20'0,"-1"0"0,-4-2 0,-1 3 0,-2 2 0,-1 3 0,-2 1 0,0 0 0,-2 7 0,5-9 0,-1 3 0,4-8 0,3-7 0,2 1 0,1-6 0,4-4 0,1 0 0,9-9 0,-2-1 0,7-7 0,-5 1 0,0 0 0,-1 0 0,0 2 0,-2 2 0,4 0 0,-4 4 0,2 1 0,-4 4 0,0 3 0,1 2 0,-1 3 0,0 2 0,0 3 0,-1 1 0,0 3 0,-2 2 0,-1 2 0,-1 1 0,0 12 0,-2-7-527,0 6 527,-2-12 0,0 3 0,0-1 0,0-9 0,0-8 0,0-13 0</inkml:trace>
  <inkml:trace contextRef="#ctx0" brushRef="#br0" timeOffset="74928">5088 17289 5734,'17'0'0,"-6"0"0,0 1 0,-3 1 0,-3-1 0,2 2 0,-3-2 0,1 3 0,7 5 0,-5 0 0,5 6 0,-7-2 0,-1 3 0,-1 3 0,-1 17 0,1-6-958,1 12 958,0-10 0,1 2 0,1 0 0,6 11 0,2 2 0,0-2-799,0 0 0,-1-3 799,-4-16 0,-2-2-34,-1 7 34,-4-8 0,-4 5 0,-4-9 0,-19 18 0,6-14 7,4-4 1,-2-1-8,-3-1 1594,0-1-1594,-7 3 0,7-7 0,-4 0 0,9-7 41,3-4-41,2-2 0,2-4 0,-3-5 940,3 0-940,-1-5 0,3 2 0,6-5 0,0-3 0</inkml:trace>
  <inkml:trace contextRef="#ctx0" brushRef="#br0" timeOffset="75771">6731 17814 5734,'-9'0'0,"1"0"0,0-1 0,1 1 0,1-2 0,0 1 0,4 0 0,1 0 0,8 1 0,4 0 0,6-1 0,6-2 0,1-2 0,2-1 0,18-4-239,-12 2 0,3-1 239,-2 0 0,4-2 0,0 2-785,1 0 0,1 0 1,0 1 784,0-2 0,0 0 0,-1 2 0,-4 1 0,-1 2 0,-5 0 0,13 1-718,-5 2 718,-6 2 0,-4 1 0,-5 2 0,-5 1 328,-5 1-328,-4 1 2230,-7 2-2230,-5 2 0,-13 6 0,0-6 0,-7 1 0,6-9 0</inkml:trace>
  <inkml:trace contextRef="#ctx0" brushRef="#br0" timeOffset="75965">7263 17610 5734,'20'12'0,"8"10"0,-8-1 0,3 10 0,-7 8 0,-8-8-499,1 13 499,-7-12 0,-4 15 0,0-13 0,-2 8 0,3-18 0</inkml:trace>
  <inkml:trace contextRef="#ctx0" brushRef="#br0" timeOffset="77428">7898 17251 5734,'6'27'0,"0"-1"0,0 1 0,-1-3 0,1 12-2331,0 2 2331,0 1 0,1 0 0,-1 0 0,0-1 0,0-2 711,0-3-711,0-9 0,-1 1 0,0 4 0,3 13 0,-6-22 0,0-1 0,-1 1 0,0-1 0,-1-2 379,0-1-379,0 2 0,0-7 0,0 2 1241,0-6-1241,0-2 0,0 0 0,0-3 0,0 0 0,1 0 0,0-1 0,0 0 0,8 0 0,2-3 0,5-1 0,0-3 0,-2-1 0,2-3 0,1-3 0,11-8 0,-6 3 0,13-12-773,-16 13 773,3-4 0,-10 8 0,-2 1 0,0-6 0,-6 4 0,1-11 0,-7 10 0,-1-2 0,-3 6 0,-2 3 773,0 1-773,-3 1 0,1 3 0,-2 2 0,0 1 0,1 3 0,0 2 0,0 3 0,2 1 0,1 10 0,4-5 0,3 15 0,5-11 0,8 13 0,-1-14 0,13 10 0,-7-14 0,7 1 0,-1-14 0,2-4 0,3-2 0,3-6 0,-1-3-1010,-6-4 1010,7-11 0,-11 7 0,-1-3 0,-3-1 0,-1-3 0,-2-2 0,-1-2 0,-4-2 0,-2-1 0,-3-1 0,-3 0 0,-2 0 0,-2 0 0,0 13 0,-1 0 0,-2-10 0,-3-6 0,3 20 0,-3 0 0,3 10 0,-6 1 0,7 11 0,-8 41 0,10-12-377,0 2 0,0 1 377,4 12-377,1-20 1,0 0 376,1 1 0,0 1 0,1 2 0,0 0 0,1 0 0,1 2 0,3 15 0,2 0 0,-3-11 0,2 1 0,-1-3 0,2 6 0,0-1 0,-1-5 0,1 3 0,1-2 0,-1-1 0,1 3 0,-1-3-267,0-4 0,-1-3 267,4 10 0,0 2 0,-7-21 0,-3-5 0,-4-6 640,-2-6-640,-6-4 1703,-2-5-1703,-4-5 0,-3-4 0,0-5 0,-1-3 0</inkml:trace>
  <inkml:trace contextRef="#ctx0" brushRef="#br0" timeOffset="77613">8420 17778 5734,'27'-15'0,"-5"2"0,9-6-538,-7 4 538,2-3 176,1 0-176,12-9 0,-10 7 0,5-4 0,-15 10 0,-4 3 0,-2 1 22,-4 1 0,-2 0 1,-2 0-1</inkml:trace>
  <inkml:trace contextRef="#ctx0" brushRef="#br0" timeOffset="77808">8710 17404 5734,'-2'13'0,"0"3"0,0 5 0,3 24 0,-1-7-785,2 0 1,2 0 784,1 9-590,0-15 1,0-1 589,4 11 0,-2-15 0,0 1 0,4 10-707,3 8 707,-6-21 0,-2-5 0,-2-3 901,-6 0-901,-4-8 0,-3-3 0,-2-9 0</inkml:trace>
  <inkml:trace contextRef="#ctx0" brushRef="#br0" timeOffset="77931">8695 17800 5734,'37'-12'0,"-1"-1"0,-8 3 0,1-2 0</inkml:trace>
  <inkml:trace contextRef="#ctx0" brushRef="#br0" timeOffset="78428">9524 17613 5734,'-28'8'0,"1"2"0,-2 4 0,0 7 0,1 2 0,3-1-647,1 1 1,7-1 646,17-9 412,6 1-412,6-2 0,6 0 0,16 3 0,-6-4 0,2 2 0,0 1 0,-2 1-490,12 11 490,-26-10 0,-4 1 0,-3 8 0,-4-6 0,-3 5 0,-3-10 619,-3-1-619,-1-3 0,-1-3 0,0-2 752,-2-4-752,1-3 0,0-5 0,2-5 0,0-8 0,3-2 0</inkml:trace>
  <inkml:trace contextRef="#ctx0" brushRef="#br0" timeOffset="78954">9623 17441 5734,'0'24'0,"0"3"0,-1 6-907,2-6 1,-1 2 906,3 16 0,-1-15 0,1 2 0,1-1 0,1-2 0,3 16 0,-2-17 0,0 0 0,4 5 0,1-3 0,0-4 565,0-3-565,2 2 0,-4-9 0,2 1 297,-6-11-297,2-3 0,-2-3 0,2-4 951,1-4-951,0-5 0,1-2 0,-1-4 0,2-10 0,1-5 0,-3 7 0,0-1 0,-6 20 0,1 0 0,-2 8 0,2 21 0,-1-5 0,3 16 0,0-14 0,4 9 0,-2-7 0,6 9 0,-5-14 0,1 1 0,-2-9 0,2-3 0,-1-5 0,3-5 0,-3-4 0,0-3 0,1-3 0,0-2 0,-1 0 0,-1-1 0,-1 1 0,-1 2 0,-1 3 0,0 4 0,-1 2 0,2 4 0,-1 4 0,4 8 0,1 17 0,-2-4 0,0 10 0,-4-14 0,-2-1 0,0-2 0,-1-4 0,-1-4 0,-1-5 0</inkml:trace>
  <inkml:trace contextRef="#ctx0" brushRef="#br0" timeOffset="79549">10206 17403 5734,'-23'36'0,"10"-10"0,1 0 0,0 11 0,4-2 0,3 1-3142,2 10 3142,2-15 0,2 0 0,1-7 0,2 0-235,3 14 1,1 0 234,-2-8 0,2 1 0,1 7 0,2 4 0,2-1 0,1 2 0,-2-4 0,-2-6 0,0 0-228,2 4 1,2 3 0,-4-7 227,0 2 0,-3-5-201,-3-6 201,-4-4 1156,-3-6-1156,-6-3 1060,-3-6-1060,-2-4 0,-2-5 0,-1-2 0</inkml:trace>
  <inkml:trace contextRef="#ctx0" brushRef="#br0" timeOffset="79703">10196 18003 5734,'24'-15'0,"0"0"0,-2 1 0,-3 1 0,-6 2 0,-4-1 0,-2-1 0</inkml:trace>
  <inkml:trace contextRef="#ctx0" brushRef="#br0" timeOffset="79950">9837 17726 5734,'10'-7'0,"16"-9"0,-9 9 0,12-6 0,-15 9 0,-1 0 0,-3 0 0</inkml:trace>
  <inkml:trace contextRef="#ctx0" brushRef="#br0" timeOffset="80554">10450 17451 5734,'-1'10'0,"2"15"0,1 0-2040,3 16 2040,1-4 0,1 4 0,2 4 0,0 1 0,-1-12 0,-1 1 0,-2-9 0,1-1 0,1 9 0,0-1 0,3 10 0,-1-2 0,-3-15 0,-1 0 0,2 8 0,0 7 630,-4-21-630,0-2 333,-3-8-333,-2-2 0,-3-7 0,-3-5 0,-1-2 0,0-4 0</inkml:trace>
  <inkml:trace contextRef="#ctx0" brushRef="#br0" timeOffset="80758">10321 17881 5734,'11'-3'0,"1"-2"0,3-2 0,4-1 0,16-9 0,-4 3 0,11-6 0,-13 7 0,0 2 0,7-5 0,-8 5 0,-1 0 0,0-1 0</inkml:trace>
  <inkml:trace contextRef="#ctx0" brushRef="#br0" timeOffset="83148">12881 17899 5734,'-9'-4'0,"-2"0"0,3 2 0,-2-1 0,9 3 0,21-3 0,11 0 0,4 0 0,-4 1 0,10-1 0,2 0 0,-7 0-351,-2 1 1,1 1 350,5-2 0,8 1 0,0-1 0,-7 1 0,-6 0 0,-2 0 0,7 0 0,4-1 0,-7 1-1338,11-1 1338,-20 1 0,-2 0 0,1 0-53,-1 2 53,-16 4 0,-19 17 0,-7-7 0,-15 10 0</inkml:trace>
  <inkml:trace contextRef="#ctx0" brushRef="#br0" timeOffset="83464">12993 18022 5734,'-13'0'0,"4"-1"0,8 0 0,6-2 0,4-1 0,7-1 0,5-1 0,6-1 0,6-2-1358,5 0 1358,5 0 0,3-1 0,-15 6 0,3-1 0,-3 1 0,0 1 0,0-1 0,17-1 0,-1 1 0,-2 4 0,-3 0 0,-17 2 0,-1 1 0,10 1-634,9 6 634,-26-4 0,1 7 0,-15-5 0,-2 5 0,-6-5 0,-3-2 0,-1-2 0</inkml:trace>
  <inkml:trace contextRef="#ctx0" brushRef="#br0" timeOffset="83809">13261 17674 5734,'18'0'0,"0"0"0,9 1 0,-4 1 0,17 10 0,-10-1-722,9 11 722,-14-1-996,-3 6 996,-3 3 0,-4 5 0,-6 3 0,-3 2 0,-4 3 0,-5-12 0,-2 5 0,0-3 0,1-6 0,0-1 0,-6 22 0,1-3 0,-1-15 0,1-4-202,-4 5 202,4-10 0,-3 2 0,4-9 0</inkml:trace>
  <inkml:trace contextRef="#ctx0" brushRef="#br0" timeOffset="85521">14318 17751 5734,'-6'0'0,"-6"1"0,2 1 0,-15 12 0,13-3 0,-8 12 0,11-6 0,1 4 0,1 0 0,3 1 0,1-2 0,3 0 0,3-2 0,2-3 0,2-1 0,7 0 0,-1-5 0,5-2 0,-4-7 0,8-10 0,-5 0 0,4-8 0,-8 1 0,-1-1 0,-3-2 0,-1-1 0,-1-11 0,-3 8 0,-2-12 0,-2 18 0,-2 0 0,1 10 0,-2 3 0,0 5 0,0 3 0,-1 9 0,1 6 0,2 3 0,1 2 0,3-4 0,1 2 0,5 13 0,-2-7-605,5 7 605,-3-12 0,2-2 0,0-3 0,6 3 0,-5-8 0,9 2 0,-11-12 0,5-3 0,-5-5 0</inkml:trace>
  <inkml:trace contextRef="#ctx0" brushRef="#br0" timeOffset="86004">14753 17832 5734,'-16'2'0,"-4"4"0,6 2 0,-5 3 0,6 1 0,-3 8 0,4-4 0,-1 6 0,6-8 0,3 1 0,1-3 0,6 8 0,0-12 0,6 4 0,-1-16 0,6-11 0,-3 0 0,4-8 0,-6 1 0,0-1 0,-1-3 0,-4 0 0,0-2 0,1-8-284,-1 6 1,-2 2 283,-1-5-746,-1 2 746,-1 1 0,-1 2-397,-2 3 397,0 3-92,-1 3 92,0 1 0,1 4 495,1 1-495,0 3 745,1 3-745,0 2 451,2 6-451,1 4 111,1 6-111,0 5 0,1 5 0,1 4 0,3 11 0,0 2 0,1 5-833,0-4 0,0-1 833,0-7-292,2 8 292,-2-12 0,1 5 0,-4-15 0,0-5 0,1-3 0</inkml:trace>
  <inkml:trace contextRef="#ctx0" brushRef="#br0" timeOffset="86324">14924 17791 5734,'12'46'0,"-3"-12"0,1-1 0,1 1 0,1-2 0,1-2 0,-3-10 0,7 5 0,-9-21 0,6-9 0,-5-4 0,4-9 0,-5-3 0,-2-4 0,-1-3 0,-1-17 0,-2 9-323,0-9 323,-3 17 0,0 4 0,0 4 0,-3 1 0,3 8 0,-2 1 0,3 7 0</inkml:trace>
  <inkml:trace contextRef="#ctx0" brushRef="#br0" timeOffset="86850">15209 17885 5734,'-12'42'0,"6"-6"0,5 1-611,4-13 611,1-9 200,1-3-200,1-2 101,1-3-101,5-6 0,-2-3 0,3-6 310,-3-2-310,-1-2 0,0-1 0,-2-2 0,-1 0 0,-2-1 0,0-1 0,-2 2 0,-1-1 0,-1 2 0,-1 0 0,0 1 0,0 3 0,0-2 0,0 6 0,4 16 0,-1 0 0,4 16 0,-2-9 0,3 10 0,-1-6 0,1 6 0,0-10 0,0-1 0,2 2 0,0-6 0,1 1 0,-2-9 0,1-3 0,5-12 0,-1-1 0,4-9 0,-4 1 0</inkml:trace>
  <inkml:trace contextRef="#ctx0" brushRef="#br0" timeOffset="87167">15526 17925 5734,'8'28'0,"0"0"0,-1-2 0,-2-4 0,0-5 0,-2-3 0,-1-3 0,0 0 0,-2-5 0,-2-7 0,-1-4 0,0-8 0,3 0 0,0-3 0,1-2 0,2-2 0,1 1 0,0-2 0,1 2 0,1 1 0,-1 3 0,1 1 0,0 4 0,0 2 0,1 4 0,0 4 0,1 5 0,2 10 0,-1 1 0,1 8 0,-2-3 0,-1 1 0,1 1 0,-1-1 0,0 0 0,-1-1 0,3 4 0,-4-9 0,4 1 0,-2-11 0</inkml:trace>
  <inkml:trace contextRef="#ctx0" brushRef="#br0" timeOffset="87481">15928 17799 5734,'-17'31'0,"1"1"0,0 0 0,0 0 0,2 0 0,6-5 0,8-1-794,4 7 794,3-14 257,15 1-257,-6-10 0,14-2 132,-10-13-132,2-3 0,-1-1 0,6-3 0,-8 4 0,2-2 0,-10 3 0,-1 1 0</inkml:trace>
  <inkml:trace contextRef="#ctx0" brushRef="#br0" timeOffset="87862">16187 18050 5734,'1'-7'0,"1"-6"0,0 1 0,0-15 0,-2 10 0,-1-15 0,-2 13 0,-1-6 0,-4 3 0,0 6 0,-3-2 0,1 8 0,-1 3 0,-19 11 0,14 2 0,-13 10 0,20 0 0,3 3 0,3 2 0,4 1 0,2 2 0,9 8 0,0-8 0,15 12-899,-6-19 899,9 1 0,-7-10-216,-1-2 216,-2-4 0,-2-5 0,-2-5 0,0-5 0</inkml:trace>
  <inkml:trace contextRef="#ctx0" brushRef="#br0" timeOffset="90433">15183 17885 5734,'13'-8'0,"-1"1"0,-1 1 0,-4 1 0,1 0 0,0-1 0,-6 4 0,3-2 0,-6 5 0,1 2 0,0-1 0,0 1 0,-1-2 0,1 0 0,-1 1 0,3 7 0,0-1 0,2 4 0,1 0 0,-1-3 0,2 3 0</inkml:trace>
  <inkml:trace contextRef="#ctx0" brushRef="#br0" timeOffset="93893">11012 12783 5734,'0'-17'0,"-1"-14"0,0 17 0,0-8 0,0 23 0,4 41 0,-1-13 0,-1 2 0,1 11 0,0 7 0,0-2 0,0-7-1639,0 7 1,-1-1 1443,1-9 0,0 5 0,-1 2 0,1 1 0,0-2 195,-1-2 0,0 0 0,1 0 0,-1-2 0,0-4-233,0 3 1,0-4 0,0 4 232,0 4 0,0 6 0,0 1 0,1-3 0,-2-7 0,1 2 0,0-3 0,-1 2 0,1 4 0,0-5 0,0-7 0,-1 1 0,1 10 0,0 5 0,-1-6 0,0-13 0,0-2 0,1 21 0,-1-5 0,0-16 0,0-2 0</inkml:trace>
  <inkml:trace contextRef="#ctx0" brushRef="#br0" timeOffset="96522">10587 13026 5734,'-4'2'0,"3"-1"0,12-6 0,-3 0 0,10-11 0,3-5 0,1-6-191,-4 5 1,0 1 190,8-16 94,-12 14-94,1 0 0,-1 0 0,-1-1 0,6-11 0,-7 13 0,-6 10 0,3-3 0,-5 9 287,-2 2-287,1-2 0,-2 4 0,0-1 0,1 2 0,0 0 0,0 0 0,4 4 0,-3 0 0,6 2 0,-1 0 0,-2-2 0,0 1 0,-4-2 0,1 0 0,-3-1 0,1 0 0,-5-3 0,0-4 0,-2 1 0,0-4 0,5 6 0,-1-1 0,5 3 0,0 0 0,1 1 0,0-1 0,1 0 0,0-1 0</inkml:trace>
  <inkml:trace contextRef="#ctx0" brushRef="#br0" timeOffset="98079">11011 12740 5734,'-5'-19'0,"0"0"0,0 1 0,0 2 0,0 2 0,-1-3 0,2 7 0,-1 1 0,3 8 0,0 16 0,1 3 0,0 18-1525,2 3 1525,0 9-918,0-21 1,0 1 917,1 1 0,-1 4 0,1 10 0,1 6 0,-1-3 0,1 1 0,-1 0-570,0-11 0,0 4 1,0-1-1,0-4 570,0 9 0,0-3 0,1 0 0,-1 1-48,1-3 1,0 0 47,0-2 0,0-1 0,0-2 0,1-1 0,0-3 0,0 0 0,0-4 0,0 0 0,1 5 0,1-2 0,1 10 882,1 4-882,-4-23 1793,-1-10-1793,-3-12 0,0-11 0,-2-12 893,-1-8-893,1-7 0,-3-7 0,1 4 0,0-2 0,1 9 0,0-1-699,1 2 1,0-1-1,-1 2 699,1-6 0,1-1 0,-1 5 0,1-4 0,0-1 0,0 3-491,0 5 0,0 2 1,0-2 490,0-3 0,0-4 0,0 2 0,0 4 0,1-2 0,-1 4 0,0 0 0,1 2 0,-1 2 0,0 0 0,0-4 0,-1 1 0,-1-11 0,0 14 0,-1 4 0,-1 4 1921,-2 4-1921,1 18 0,-2 22 0,3 4-164,1 7 1,2 2 163,1-9 0,1 0 0,-1 12 0,1 2 0,1-9 0,-1 1 0,1 0 0,-1 4 0,0-2-592,0 8 0,1 1 592,-2-6 0,1 2 0,0-1 0,0 4 0,0-1 0,0 1 0,0 0-205,1 0 0,-1-2 205,0-1 0,1 1 0,0-8 0,0 2 0,0-2 0,0 2 0,1 2 0,2 8 0,1 5 0,-1-8 0,-1-17 0,-1-2 0,4 20 0,0-7 0,-3-29 0,-1-5 475,-1-6-475,0-8 0,-1-5 0,-2-7 0,0-25 1821,-1 4-1821,1 5 0,0-7 0,0 0-154,1 6 0,0 1 0,1-2 154,-1 4 0,0 0 0,0-1 0,0 1-612,1-5 1,0 0 0,0 3 611,0-4 0,0 0 0,0 5 0,0-2 0,0 2 0,0-4 0,0 1 0,0 7 0,0-2 0,0 4 0,0 2 0,0 2 0,-1 2 0,1 0 0,-1-3 0,0 1 0,-2-9 255,-1-8-255,0 30 2178,0 4-2178,1 17 0,0 10 0,0 11 776,2 11-776,0 0 0,0 4-761,0-6 1,0 1 760,1-3 0,0 4 0,0-2 0,-1 10 0,0-1 0,1-12 0,0 0 0,0 0-563,-1 1 0,1 1 1,-1 0 562,1 0 0,-1 0 0,1 1 0,-1-2 0,0 0 0,1 3 0,-1 7 0,1 4 0,1 0 0,-1-3 0,0-7 0,0-2 0,1 4 0,0 2 0,1 6 0,0 2 0,0-4 0,0-6 0,1 2 0,0-2 0,0-1 0,1 3 0,-1-7 0,2 8 0,0-8 0,-2-6 1098,0-7-1098,-1-5 962,0-8-962,-1-6 0,-3-30 0,-1 1 194,-1 1 0,0-1 0,-4-20 1,4 22-1,-1-1 0</inkml:trace>
  <inkml:trace contextRef="#ctx0" brushRef="#br0" timeOffset="98615">10776 12616 5734,'30'-10'0,"-2"3"0,-12 7 0,-1 2 0,2 8 0,-8-1 0,0 15 0,-10-7-359,-4 9 359,-4-7 0,-8 10 0,3-8 0,-12 12 0,9-17 0,-4 4 0,7-10 89,-5-1-89,6-6 0,-4-1 0,3-10 0,6 0 0,-2-12 0,9-2 0,3 0 0,6 1 0,1 7 0,4 1 0,2 2 0,10-1 0,-4 5 0,15 1 0,-14 7 270,4 2-270,-4 7 0,-8-2 0,0 6 0,-9-2 0,-5 2 0,-5 2 0,-4 1 0,-5 1 0,-2 0 0,-9 5 0,6-7 0,-4 2 0,10-11 0,2-4 0,-1-7 0,5-3 0,0-7 0,9-1 0,4-4 0,3 0-316,3-1 316,2 2 0,2 2 0,1 2 0,2 3 0,2 3 0,-1 5 0,2 3 0,1 4 0,2 2 0</inkml:trace>
  <inkml:trace contextRef="#ctx0" brushRef="#br0" timeOffset="101071">10874 10906 5734,'-5'16'0,"2"-1"0,5 15 0,2 5 0,1 7 0,0-4 0,0 12 0,1 1 0,-1-9-355,-1-6 0,0 0 355,0-1 0,2 9 0,-1 1 0,1-4 0,-2-8 0,-1-8 0,1-2 0,4 25 0,0-4 0,-4-20 231,3 7-231,-6-19 118,0-7-118,-5-5 0,0-6 0,-13-19 0,6 7 0,-3-6 0,-1-2 0,1 1 0,-2-4 0,-1 0 0,4 6 0,-11-15 0,15 26 361,-1-1-361,-2 18 0,7 3 0,-3 10 0,8 1 0,2 2 0,5 24 0,0-16 0,7 11 0,2-1 0,0-7-552,-1-4 1,0-2 551,0-6 0,-1-2-124,0-3 124,-1-2 0,0-3 0,0-3 0,0-3 0,23-17 0,-12-1-779,2-6 1,1-3 778,2-9 0,-10 9 0,-1-1 87,0-2 1,-2 1-88,8-13 0,-10 14 0,-1 0 0,1-3 0,-3 4 16,-6 4 1,-3 4 0,-5 1 0</inkml:trace>
  <inkml:trace contextRef="#ctx0" brushRef="#br0" timeOffset="102682">9801 10387 5734,'-6'-5'0,"0"1"0,-1 1 0,-2 1 0,-7 5 0,3 3 0,-7 5 0,4 3 0,-10 14 0,6-3-749,3-1 0,0 1 749,-1 7 0,-4 11-896,10-14 896,2 0-416,2-2 416,2-2-203,2-3 203,3-2 0,2-3 1238,8 0-1238,12-15 0,-1-1 572,7-16-572,-10-2 0,0-4 0,8-18 0,-7 7-379,-6 10 1,-1-1 378,2-12 0,-1-3 0,-4-1 0,-3 0 0,-1 0 0,-3 14 0,0 0 0,1-13 0,-1 0 0,-4 8 0,-1 2 0,-1-6 0,-3-12 232,4 30-232,-3-2 0,2 7 0,-5 0 373,5 10-373,-3 9 1355,4 5-1355,-1 9 0,2 2 0,1 21-1571,0-6 1571,2-12 0,0 0 0,1 16 0,3-1 0,1 1 0,3-10 0,2 3 0,0-3 0,-3-8 0,1 0 0,8 23 0,0-6 0,-2-21 0,0-4 0,7-4 0,-6-6 0,6-3 0,-8-7 0,0-2 0,6-16 0,-3-21 0,-2 7 1321,-6-12-1321,-7 25 0,-3-11 0,1 8 0,-4-17 0,4 18 0,-3-6 0,3 13 0,-2-3 0,2 8 0,0-1 0,2 10 0,0 4 0,1 4 250,-1 4-250,2 5 0,0 4 0,0 3-421,1 2 421,1 2 0,0 1 0,1 0 0,0-1 0,1 0 0,2-1 0,1-2 0,1 2 0,8 13 0,-10-28 0,0-3 0,0-4 0,1-3 0,6-11 0,-6 0-226,6-8 226,-7 1 0,6-26 0,-8 15-256,-2 5 1,0 1 255,-4-4 0,-1 2-344,-1 2 344,0 2-109,-1-1 109,0 8 203,0 3-203,0 13 897,0 7-897,2 6 0,2 15 0,1-5 0,4 21 0,-2-19-144,3 8 144,-2-13 0,5 5 0,-2-9 121,4 2-121,6-11 0,-6-6 0,13-9 0,-12-5-319,4-8 319,-5 0 0,-2-2-117,1-3 117,-1-3 0,1-17 0,-4 7 0,-4 14 0,-2-4 0,-2-5 0,-3-3 0,0 3 0,0 4 0,0 0-576,-1-4 0,-1-4 0,0 5 576,-5-8 0,1 4-830,-6-6 830,4 14-70,-3-3 70,4 15 453,1 4-453,1 4 1626,0 5-1626,2 4 1078,1 5-1078,2 7 0,2 6 0,3 7-356,2 4 356,2 4 0,1 2 0,-1-9 0,1 1 0,3 15 0,0-5 0,0-1 0,3 5 0,-4-14 0,0-1 0,4 7 0,-3-11 0,-1 0 0,5 10 0,3 2 0,-1-1 0,-3-10 0,10 16 0,-19-38 0</inkml:trace>
  <inkml:trace contextRef="#ctx0" brushRef="#br0" timeOffset="103248">10495 10309 5734,'-3'31'0,"3"7"0,1-16 0,5 21 0,-1-17 0,5 11 0,2 0 0,-2-6-137,0-1 0,1-3 137,-4-13 68,1 0-68,-2-6 0,2-2 0,-1-7 0,3-11 0,-1 0 0,6-31 0,-9 16-33,3-17 33,-8 17-551,0 1 551,-1-1 0,-1-8 0,0 10 0,-1-4 0,1 14 0,-1 2 0,1 0 0,0 4 0,2 1 226,-1 7-226,3 3 141,-1 4 0,1 2 0,1 0 0</inkml:trace>
  <inkml:trace contextRef="#ctx0" brushRef="#br0" timeOffset="104113">10902 10269 5734,'-15'10'0,"-11"14"0,6-1 0,5-5 0,1 2 0,-4 9 0,3 2-1176,5-8 1176,2 0 0,0 11 0,3-8 0,2 6 0,3-12 376,3-2-376,8 15 0,-4-17 194,8 8-194,-7-20 0,3-6 0,-1-4 606,2-4-606,1-4 0,-1-2 0,3-13 0,-5 6 0,2-21-998,-8 17 998,0-10 0,-4 11-628,-2-8 628,-1 9-331,-1-10 331,1 19 0,-1-2 0,1 11 894,-5 19-894,3 6 0,-2 11 0,6-1 276,2-6-276,1 2 0,2-2 0,-1 1 0,3-2 0,0-1 0,4 4 0,-1-8 378,9 8-378,-8-16 0,7 2 0,-3-16 0,-3-1 0,3-6 0,-3-1 0,-2-2 0,0-3 41,0-2-41,-2-1 0,2-12 0,-3 7 0,-1-7 0,-4 12 0,-2-7 0,0 10-144,-4-10 144,2 16 0,-3-4 0,4 10 0,-1 1 0,2 4 363,3 20-363,0-5 0,3 15 0,0-10 149,0 2-149,4 7 0,-3-7 0,3 5 0,-3-11 0,5 6 0,-5-9 0,3 4 0,-6-12 0,1-1 0,-1-2 0,1-3 0,0-5 0,3-2 0,0-5 0,6-14 0,-1 4-917,4-12 917,-2 9 0,0 1 0,0 0-491,0 4 491,-1 2 0,0 3 0,0 5 0,5 6 0,-4 7 0,5 8 0,-6 8 283,0 6-283,0 5-476,0 5 476,0 2 0,-2-8 0,0 0 0,6 13 0,-1-12 0,3 4 0,-2-5 0,11 9 0,-3-6 0,0-3 0,1-11 0</inkml:trace>
  <inkml:trace contextRef="#ctx0" brushRef="#br0" timeOffset="104871">20572 12236 5734,'-4'-6'0,"3"-11"0,4-3 0,2-11 0,3-1-578,2-3 578,4-6 0,1-3-1526,-4 15 0,0 0 1526,1-2 0,1-2 0,0 2 0,-1 2 0,0 2-309,1-1 1,1 1 308,-1-1 0,1 1 0,-1 1 0,0 1-416,-1 1 0,0 1 416,9-18 0,-9 17 0,-2 2 0,5-9-205,2-7 205,-10 21 1728,0 0-1728,-4 11 385,-4 4 0,-4 8 1,-4 5-1</inkml:trace>
  <inkml:trace contextRef="#ctx0" brushRef="#br0" timeOffset="105126">20492 12000 5734,'-3'-4'0,"0"-1"0,2-1 0,2 0 0,3 0 0,0 3 0,1 2 0,-1 4 0,3 9 0,-2 1 0,4 18 0,-5-10-473,3 11 473,-3-9 0,5 9 0,-1-7 0,11 10 0,-4-17 0,18 0 0,-9-15 0,11-4 0</inkml:trace>
  <inkml:trace contextRef="#ctx0" brushRef="#br0" timeOffset="106141">21480 11344 5734,'-30'0'0,"1"1"0,8 4 0,0 3 0,-8 8 0,8 0 0,-9 15 0,16-11-472,-1 6 472,9-8 0,1 7 0,4-7 116,1 5-116,3-8 0,1-3 0,8 3 0,2-7 0,3-2 356,-1-10-356,-5-3 0,0-4 0,0-3 0,-1-3 0,-1-3 0,3-15 0,-3 6 0,2-12 0,-6 11 0,-1 0 0,1-8-598,-1 8 1,-2 1 597,0 2 0,-2 2-406,-2-5 406,0 10 0,-1-3 0,0 12 0,1 2 0,-1 5 1141,0 4-1141,-1 5 460,2 6-460,1 4 0,2 15 0,2-4 0,2-1 0,0 0-958,4 8 958,4 10 0,-1-13 0,2-2 0,3 9 0,2-3 0,1-1 0,1-4 0,3-9 0,5 2 0,-3-5 0,7 2-529,3 0 0,-1-6 529,-15-17 0,0-3-407,5-9 407,-7 2 0,6-14 0,-14 10 0,2-14 0,-10 7 0,-3 2 0,-3 4 806,-4 9-806,0 3 1109,-3 2-1109,-9 2 0,4 4 0,-14 5 0,14 0 508,-5 5-508,11-3 0,1 2 0,4 1 0,3 2 0,4 6 0,2-4 0,4 5 0,1-7 0,15 5 0,-7-7 0,13-8 0,2-5 0,-5-5-483,1-2 0,-2-2 483,-7-5 0,0-4-484,-3 0 484,-3-3 0,-2 0 0,-4-2 0,-4 0 0,-3-1 0,-3-1 0,-3 3 0,-2-1 0,-2-4 0,-7-16 0,9 27 0,0 2 0,2 5 0,2 4 0,3 6 0,3 11 915,1 4-915,7 21 0,-3-9 246,4 13-246,-3-8-933,2 1 933,0 1 0,2-1 0,0 1 0,0-2 0,2-1 0,6 9 0,-4-12 0,5 6-590,-3-9 590,-4-9 0,4 1 0,-6-12 0,2-4 0,0-2 0</inkml:trace>
  <inkml:trace contextRef="#ctx0" brushRef="#br0" timeOffset="107359">22375 11440 5734,'-10'1'0,"-1"2"0,-2 1 0,0 3 0,-2 2 0,0 1 0,1 3 0,0 1 0,-2 8 0,4-4 0,0 4 0,7-5 0,1-1 0,2 0 0,2-1 0,3 4 0,0-6 0,23 1 0,-13-12 0,17-3 0,-16-8 0,0-2 0,-1-2 0,0-2 0,-1 0 0,-2-1 0,-3 0 0,-1 1 0,-2 0 0,-2-11 0,-2 13 0,-2-6 0,-2 15 0,-2 6 0,1 2 0,-2 5 0,4 1 0,-2 16 0,3-8 0,2 18 0,2-18 0,2 4 0,1-9 0,0-1 0,1-2 0,12-1 0,-6-6 0,15-15 0,0-6 0,-6-1-501,4-3 1,-3 0 500,-10 2 0,-1 0-150,-2 1 150,-2 1 0,-1-7 0,-3 10 0,-6-4 0,0 18 0,-5 4 0,3 9 984,1 3-984,2 16 0,2-11 0,5 16 0,-1-23 0,3 2 167,-1-8-167,-1-3 0,2-3 0,1-3 0,0-4 0,2-2 0,0-2 0,1-3 0,0 1 0,4-4 0,-5 6 0,3-2 0,5 25 0,-8-1 0,7 17 0,-13-2 0,1 3 0,-3-6 0,0 1-484,1 15 484,-1-3 0,0-1-1455,1 8 1455,-2-16 0,-1 3 0,1 4 0,-1-1 0,0 8 0,0-10 0,-1-3-246,1-4 246,-1-6 0,0 3 0,0-12 400,1-1-400,2-12 1481,3-13-1481,-1 1 0,3-10-82,-1 4 82,2-2 0,0-1 0,1 0 0,2-1-566,-1 0 566,2 0 0,0 0 0,8-11 0,-4 8 0,-2 4 0,-1 1 0,4-6-888,4-8 888,-7 11 0,0-3 0,0 0 0,-1-3 0,-1 4 0,-2 2 0,-6 6-29,0 1 29,-3 3 327,-1 2-327,-1 3 530,-2 1-530,1 1 976,-2 3-976,-1 1 36,0 2-36,-4 4 0,3 2 0,-4 5 0,6 1 0,0 2 0,2 1 0,3 17 0,2-10 0,5 20 0,-1-21 0,2 6 0,1-10 0,1-2 0,2-2 0,3-4 0,11-6 0,-5-4 0,19-11 0,-16 1-787,6-9 787,-10 5 0,-3-4 0,-1-2 0,-3-1 0,2-15 0,-6 9-99,-5 2 0,-2 0 99,-5-2 0,-2-4 0,-8 23 0,2 12 0,-14 14 0,11-2 0,-7 11 0,12-8 0,6 13 0,3-15 0,4 9 0,11-20 769,-4-3-769,7-5 216,-9-3-216,3-9 0,-5 2 0,4-19 0,-7 10 0,-1 1 0,-1 0 0,0-7-782,0-9 782,-3 14-380,1-4 380,-1 11 0,1 1 0,-1 16 0,1 31 0,1 11 0,-1-14 0,1 1-232,-1-1 1,1 0 231,1 12 0,0 1 0,1 0 0,-1-2 0,-2 0-494,-2-3 494,-6-3 0,-1-2 0,-5-4 0</inkml:trace>
  <inkml:trace contextRef="#ctx0" brushRef="#br0" timeOffset="107698">21438 12109 5734,'30'-2'0,"-1"0"0,2 0 0,-4 0 0,2 0-1639,12-2 1,1 1 1115,-6 1 1,-1 0 522,3-1 0,3 0 0,1 1 0,4-1 0,-2 0 0,-8 1 0,-1 0 0,4 0 0,-1-1 0,3 1 0,3-1 0,-2 1 0,-3-1-471,5 1 0,-4 0 1,2 0 470,-1 0 0,2 0 0,0-1 0,-3 1 0,-1 0 0,-2-1 0,0 1 0,0 0 0,0-1 0,-1 1 0,1-1 0,-1-1 0,0 1 0</inkml:trace>
  <inkml:trace contextRef="#ctx0" brushRef="#br0" timeOffset="107827">23696 12258 5734,'-17'6'0,"2"-1"0,7-2 0,1-2 0,3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24:34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10763 3003 8342,'-16'-17'3276,"2"4"-1245,13 8-1671,1 0 1799,11-8-1709,-3 7-1362,9-5 1721,1 9-359,-4 1 252,8 2-612,-5 1 959,23 1 1,15 3-1,-7-2-2337,-17-2 1,0 0 1534,9 1 1,10 1-1,0-1 1,-11 0-84,-13-3 1,-2 1 60,8-1 0,4 1-305,5 0 1,5 1 0,-6 0 169,-10-1 0,-1 1-60,7-1 0,5 1 0,-2 0 150,5 1 0,-6 2-90,2-2 90,2 0 0,8 0 0,-8 0 0,0-2-225,-3-1 0,6 1 284,-5 1 1,2 0 0,-4 1-195,-7-2 0,0 2-23,7-1 1,8 2 0,-1 0-1,-8-1-690,-9 1 0,0 0 722,7 0 0,8 2 0,3 0 0,-1 0 0,-8-1 408,2 1 0,1 0-426,-1-1 0,8 2 0,3-1 0,-4 1 0,-9-2-36,-3-1 0,-3-1 30,1 1 0,2 0 0,1 0-30,5 0 0,1 1 0,-4-1 45,-8-1 0,3 0-45,5 1 0,11 2 0,3 0 0,-3 0 0,-10-1 0,-6-2 0,0 0 0,11 2 0,9 1 0,0-1 0,-11-1-463,-13-2 1,-3-2 462,18 2 0,1 0 0,-1-2 0,-2 0 0,-8 0 0,1 0 381,8-1 1,8 2-382,-13 0 0,7 0 0,4 2 0,0-1 0,-3 0 0,-6 0 631,-1-1 1,-4 0 0,4 1-632,-1-1 0,5 1 0,3-1 0,1 1 0,-2 1 0,-3 0 0,9 2 0,-3 1 0,-2 1 0,-5-2 0,2-2 0,2 1 0,-6 0 0,9 1 0,3 0 0,1 0 0,-5 0 0,-9-2 0,1-1 0,-3 0 0,9 0 0,4 0 0,2 1-286,-11-2 1,3 0 0,-2-1 0,-4 1 285,6 0 0,0 0-380,-5-1 1,4 1 0,3 0 0,0-1 379,0 0 0,3 0 0,0-1 0,-2 1 0,-5 0 0,-3 0 0,-5 0 0,6 0 0,0 0 0,7-1 0,4 1 0,2 0 0,-3 0 0,-4 0 0,-8 1-507,9-1 0,-3 1 507,-8 0 0,2-1 0,3 1 0,2 0 24,4-1 0,5 2 1,0-1-1,-2 0 1,-6 0-25,-8 0 0,-4 0 0,7 1 0,2-1 0,10 0 0,4 1 0,2 0 0,-2-1 0,-6 1 0,-9-1 0,5 1 0,-3 0 0,-2-1 0,6 1 0,-1 0 0,-7 0 0,-4-1 0,-3 0 0,2 1 0,0 0 0,-1-1 0,1 2-61,13 0 0,0 1 61,-11-1 0,0-1 0,12 2 0,-2 0 0,-12-2 0,-1 1 0,-2-1 0,5 1 0,0-1 0,8 0 0,4 0 0,-1 1 0,-5-1 0,4 1 0,-3-1 0,4 1 0,-4-1 0,5 1 0,0-1 0,-1 1 0,-6-1 0,13 1 0,-7-1 0,-10 0 0,-1 0 20,-1-1 1,2 0 0,0 0-21,2 1 0,1 0 0,-1 0 0,1 0 0,-1 0 0,0 0 0,-1 0 0,-2 1 0,-1-1 0,2 0 0,1 1 0,0-1 0,6 1 0,1 0 0,-5 0 0,7-1 0,2 1 0,-3-1 0,7 1 0,0-1 0,-8 0-31,-4-1 0,-2-1 31,11 1 0,2 0 507,-1-2 0,-2-1-507,-10 2 0,0-1 0,3-1 0,4 0 0,-4 1 0,-3 0 0,-1 0 758,12 0 1,-2 0-759,-14 1 0,2 0 0,6-1 0,8-1 0,0 0 0,-5 0 0,3 3 0,0-1-62,-3-1 0,5-1 1,0 1-1,-8 1 62,-7 2 0,1 1 209,9-1 1,9 0 0,1 0 0,-6 0-210,-12 0 0,-3-1 0,4 1 0,5 0 0,7 0 0,3 0 0,-4 0 0,-8-1 0,-2 1 0,0 0-429,6 2 1,7 0 0,1 0 0,-7-1 428,-4 1 0,0 0 0,-5-1 0,5 1 0,0-1 0,-6 1 0,5-2 0,-3 1-67,3-1 1,2 1 66,-1-1 0,-1-1 420,-1 1 0,-1 0-420,-12-1 0,2-1 0,15 1 0,7 1 0,-4-1 0,-11-1 0,1 1 0,8 1 0,9 0 0,-1 0 0,-10-1 0,-12 1 0,-2 0 182,18 1 1,5 0-183,-15-2 0,1 1 0,-3-1-600,-7 0 1,2 0 599,15 0 0,7 1 0,-9-1 0,5-1 0,-2-1 0,1 0 0,1 1 0,-3-1 0,9 1 0,-6-1 0,-14 1 0,1 0 0,14-1 0,5 1 0,-7-1-135,-19 1 1,-2 0 134,17 1 0,-1-2 1486,7 1-1486,-11 0 0,8-1 0,1 0 0,-7 0-754,-5 1 1,-1-1 753,14 0 0,6 0 0,-10 0 420,-7 1-420,-6 0 0,0 0 0,5 0 0,6 0 0,8 0 0,-7 0 0,4 0-377,-13 0 0,5 0 1,-2 0 376,2 0 0,-5 0 0,2 0 0,3 0 0,-3 0 530,-14 0-530,24 0 1417,-28 0-1417,14 0 2119,-26 0-2119,-1 0-3277,-25-8 1638,0 1 1,-7-2 982,-4 0 1,-8-2-1,-5 0 1,0 0 0,4 1 436,2 2 1,3 0-1,-1 0 1,-4 0-1,1 0 1,-4-1-1,-3 0 1,1 0-1,1 1 1,4 2 0,0 1-1,0 1 1,0-1-1,0 1 1</inkml:trace>
  <inkml:trace contextRef="#ctx0" brushRef="#br0" timeOffset="1052">12356 2638 7623,'11'-16'3276,"-3"5"-256,4-13-2300,-8 13 2556,-9 6-1425,1 12-1132,-6 10-3996,9 3 3832,2 5 884,-2 23 140,0-6-1309,-1-12 0,-1 1-1180,0-6 1,-1-1 1134,1 1 0,-1 0-249,0-2 0,0 4 24,0 8 0,-2 7 0,0 2 0,1-7-315,1-3 0,0 1 269,-1 3 0,-1 6 0,1-1 1,2-11-1664,1-3-1568,20-10 2457,-5-20 1,17-17 0,-11-2 0</inkml:trace>
  <inkml:trace contextRef="#ctx0" brushRef="#br0" timeOffset="1608">13656 3008 6993,'9'-11'3276,"1"0"0,-7 5-3140,-1 1 584,-3-2 509,-2 3 120,1 0-503,0 3-486,0 1 90,1 3 642,-1 23 0,0 16 0,0-4-77,0-15 1,-1 3-859,0 14 0,0 12 1,-1 0-1,0-10-157,1-13 0,0-1-60,-1 5 0,-1 3 0,1-5-389,-2 9-1190,-2 0 1,1 0-1639,5-6 1638,-2-1 1,4-8-1639,11-26 2457,9-11 1,-2 1 0,6-7 0</inkml:trace>
  <inkml:trace contextRef="#ctx0" brushRef="#br0" timeOffset="2114">16274 3333 7713,'-2'-25'3276,"-3"0"-1605,-3 0-33,-8-6 0,-2 1 1472,3 4-1851,-6-2 1,1 8-451,9 24 1,-5 7-1,6 11 30,2 11 1,1 11 0,2-5-2479,0-10 1,2 0 975,-3 12 0,1 6 0,1-8 213,4 5-12,-1-14 1,-1 0-1338,-2 15 1799,-3-8 0,-1 7 0,0-7 0,-3 2 0,0 1 0,1 1 0</inkml:trace>
  <inkml:trace contextRef="#ctx0" brushRef="#br0" timeOffset="4161">17582 3245 7713,'1'-10'3148,"0"0"-2519,-2 1-179,0 1 0,-2 1 0,1 1 809,-9 7-809,4 3 179,-9 17-89,10 0-180,-2 12 569,5 9 1,1 12-1,0-7-2535,1-18 0,-1 1 1651,1 4 0,-1 8 0,1-2 0,0-10 225,3-3-1623,-1-1 1713,3 2-181,-3-8 1620,9-16-1349,-7-10 0,6-18-90,-6-1 449,-2-22 81,0 7-283,-2 2 0,-1-11 0,0-1 1,0 9-563,0 9 0,1 1 89,-1-7 1,-1-8 0,0 3 0,0 14-82,1 15 487,-5 11-360,6 12-90,0 15 0,1 4-90,-1 6 0,2-7 0,-1 4-90,-2 6 0,0 4 0,0-5-630,-1 11-210,1-11 1,-1 6 0,0-13-2348,0-16 0,-7-1 0,4-14 0,-3-5 0,1-4 3096,0-14 1,0 7-1,-1-9 1</inkml:trace>
  <inkml:trace contextRef="#ctx0" brushRef="#br0" timeOffset="5549">19217 3188 7083,'3'-8'3276,"2"-4"-6553,-1 1 2565,1-3 497,-2 4 754,0 0 1788,-2-4-1697,0 4 2646,-10 5-2324,5 8 307,-5 26 0,1 8-1079,1-2-90,2 6 0,-1-1 1955,-1-6-2045,1 1-405,-1 8 1,0 3-496,4-18 1,1 0-630,-1 20 0,1-3-900,4-11-848,8-8 437,-5-15 2840,13-3 0,-7-5 0,8-3 0</inkml:trace>
  <inkml:trace contextRef="#ctx0" brushRef="#br0" timeOffset="6146">20595 3258 7173,'19'-31'3276,"-3"4"0,-12 16-3935,-1 5 2188,-2 2-360,-6 25 283,2-2-912,-4 19-21,2-13 1,0-1-340,-2 18-1124,2-12 0,0 5 0,1-4 854,0-6 0,2 2-1003,1 16 1,1 8 0,2-8-547,-1-16 1,3-1 1602,9 16 0,5 6 0,0-8 0,7-3 1,2-6-1,0 0 0</inkml:trace>
  <inkml:trace contextRef="#ctx0" brushRef="#br0" timeOffset="6547">22631 3425 8432,'1'-29'1638,"0"0"0,-4-6-546,-1 56 0,0 25 0,0 0 0,1-9 0,1 1 0,-1 1-1912,1-1 1,-1 1 0,1 0 0,1-2-274,1-1 1,1-1 0,-1-5-2185,0 15 2998,-14-17 1,-9 2-1,1-3 1,0-3-1,-3-1 1,-7 3-1,0 0 1,0 0-1</inkml:trace>
  <inkml:trace contextRef="#ctx0" brushRef="#br0" timeOffset="7325">11763 4053 6938,'-14'5'3276,"8"-2"0,-4 2-1080,11-1-1557,1 2-99,1 1-90,2-1-91,3 0 1,3-1-180,26 0 0,5-2-450,-6 0-43,-4-2 0,5-1 0,-7 0-497,-3-5-829,3-3 1,0-1-1639,-6-1 3197,2-3 0,-4-2 0,-11 4 0,3-7 1</inkml:trace>
  <inkml:trace contextRef="#ctx0" brushRef="#br0" timeOffset="7816">12478 3923 7713,'21'-24'3276,"-9"15"0,14-16-294,7 17-2892,-15 5 180,22 5-90,-30 4 404,-12 24 1,-8 6-3862,-3-8 2220,-5 8 1,-2 0 1056,-1-14-898,1-1 988,-4 8-207,9-9 117,-6 17-99,15-21 99,13 20 0,4-26 0,11 9 90,-7-14 839,0 0-929,0 1 90,13 27-90,-21-18 1247,4 21-1157,-30-23 0,-5-2-270,-2 3-810,-9 3 1,1-1-270,13-7-2018,-13 3 0,30-14 1185,3-6 563,6-2 270,7-4 1258,4 1 1,7-2 0,1 0 0</inkml:trace>
  <inkml:trace contextRef="#ctx0" brushRef="#br0" timeOffset="8404">13311 4288 8432,'-4'-4'3276,"2"1"0,-1 2-1373,3 2-1363,2 2 629,9 5-989,1-2-90,13 4-90,-7-7-450,14 0 1,2-1-361,-5-1-404,4-1 0,-3-2-495,-16-2 1709,-12-15 0,-6 13 0,-12-10 0</inkml:trace>
  <inkml:trace contextRef="#ctx0" brushRef="#br0" timeOffset="8768">13671 4185 7713,'26'-37'1638,"5"13"0,1 4 1638,-10 13-2066,15-2 1,0 2-941,-12 9 632,14 0 132,-29 25 1,-8 5-855,-3-4-988,-2 8 1,-5 1 1032,-7-17 0,-2-2-1764,-8 9 1764,6-5 0,1-1 109,0 2-199,6 5 0,4 0-315,6-6-1459,34 4 1,10-7-1639,2-16 2949,-5-5 0,11-1 0,1-2 1,-9 0-1,-5-1 0,-1-1 1,9-2-1,0 0 0,0 1 1</inkml:trace>
  <inkml:trace contextRef="#ctx0" brushRef="#br0" timeOffset="9351">15564 4190 7623,'-16'-20'3276,"-2"1"0,12 15-923,0 0-2174,9 4-89,5 1-90,11 2-2731,9 1 2281,2 1-90,3-1-179,-8-1-91,0-2-829,1-2 1,0-1-1639,4-3 1893,-5 1 0,-2 0 304,-4-4 1080,-5 2 0,-2 0 0,-2 1 0</inkml:trace>
  <inkml:trace contextRef="#ctx0" brushRef="#br0" timeOffset="9495">16004 3993 9242,'-11'13'3276,"3"-1"-1991,-3 15 0,1 3-1015,1 3-135,0 7 0,2 1-225,4-2-270,2-5 1,1 0-631,5 6-649,3 1 1,2-2-1639,4-5 2621,-3-7 1,1-3-1,4-12 1,2-2 0</inkml:trace>
  <inkml:trace contextRef="#ctx0" brushRef="#br0" timeOffset="10103">17612 3885 6993,'-9'-7'3276,"0"2"-435,-21-3-2392,14 9 675,-16 16 1,0 6-675,8 4-2089,0-1 1,1 6 2140,12 9 0,6-1-412,1 2 353,4 4 0,5-3-353,10-18 0,18 6-90,-9-19-20,13-12 0,2-4 20,-1-5 1084,-9-3 0,4-5 0,-7 0-1129,-8-2 0,-3-2-90,5-9 0,-3-1-45,-5-10-1459,-21 5 1,-5 2-1639,7 13 2621,-8-4 1,4 10-1,12 21 1,2 1 0</inkml:trace>
  <inkml:trace contextRef="#ctx0" brushRef="#br0" timeOffset="10603">19152 4103 5832,'12'-19'3276,"1"1"0,-10 17 0,-5 12-595,-6 10-2591,-4 10-1183,5 4 1,-1 10 0,2-6-2185,-4 7 2229,4-8 0,-1 4 1,-1-7 281,-6-6 0,8-17 0,-5 7 0</inkml:trace>
  <inkml:trace contextRef="#ctx0" brushRef="#br0" timeOffset="11319">20520 4300 7713,'15'-41'3276,"-2"7"0,-7 27-4526,6-3 1610,-1 3 575,5 0-665,-4 3 89,2 3 316,8 8 0,1 3-495,-4 1 449,-1 26 1,-7 7-2930,-16-11 2569,-3 1 1,-4 8 0,2-8-1987,-3-1 1852,5 7 0,5-3 131,11-15-401,18-1 0,6-4-1729,11-12 1414,-11-4 1,5-1-1,-2-1-180,-4-3 1,0-1-226,12-3 1,0-1 416,-11 1 1,-1 0-643,-1-2 1,4-1 964,0-1 1,4-3 0,1 0-1,-3 2 1,6-3 0,0 0-1,-6 2 1,1 0 0,-1 0-1,1 0 1</inkml:trace>
  <inkml:trace contextRef="#ctx0" brushRef="#br0" timeOffset="12005">22446 4405 7962,'-14'-11'3276,"6"4"0,18-21 0,-1 18-2776,27-14-320,-18 19-1,17 4 1,1 3-3457,-10 1 3229,6 2 0,-3 2 66,-18 2-18,-4 2 585,-13 27 0,-6 6-1911,5-11 1371,-6 11 0,0-1-45,7-23 0,2-2 2691,3 9-2601,4-8 45,12 4 0,2 0-45,-5-7 719,10 14-539,-29-25 450,-35 6-720,13-2-1639,-15 3 1,-2 1-1,19-6 1,0-1 1366,-8-2 0,-4-2 1,5-1-1,-14-1 1,17-6-1,1 1 1</inkml:trace>
  <inkml:trace contextRef="#ctx0" brushRef="#br0" timeOffset="16752">12331 3088 7443,'2'3'2428,"0"1"-1258,3 2-1080,-3-4 269,8 3-269,-7-5 90,3 0 990,6-14-990,-7 8-1,8-12 1,-11 11 0,1-1 360,3-15-360,-4 9 269,5-20 1,1-3-180,-3 9-1831,2-5 0,-1 1 1831,-2 8-2179,-2-2 2179,1 0-1337,-2-3 1337,0 0 90,-1-1-181,1 0 1968,0-13-1967,0 9-90,-1-9-90,0 14 1016,0-1-806,0-4 0,1-8 0,0 5-120,0-7-30,0 7 0,0-6 0,-1 12-60,-1 17 180,-1-1-90,0 6 270,-5-3-360,3 7 90,-3-3-90,5 9 0,-1 2 89,-6 21 1,-2 8-1853,2-1 1763,-3 7 0,1 0 90,4 0-90,1 3-590,2 0 680,3-11 0,0 1 0,1 14-90,0-17 0,1 0 1606,2 7-1516,-1 1 0,1-3 315,1-3 0,1-1 2133,-1-5-109,12-33-2249,-12-18-1,2-16 1,-2-3-2358,-2 1 2298,-1 4 0,0-8 0,-1 6-566,0 9 1,0 0 489,0-3 1,0-7 0,0 0 0,0 8 0,0 6 0,0 2 15,-1-9 0,0-3 0,0 6 30,0-4 450,-19 58 1377,14 13-1977,-1-5 0,0 6 0,0 1 1030,3 4 1,2 2 0,1-4-927,-2 0 1,1 2 317,2-3 0,2 7 0,-1 2 1,1-2-1,0-8-362,-1-2 0,2-2 60,2 15 0,2 4 0,-1-14-60,-2-23 90,5-5-90,-5-21 0,1-24-3242,-1 7 3242,-2-1 0,-1-2 0,1-10 40,-2-1 1,1-9 0,-1 8-41,1 19 0,-2 4 45,-4-10 0,-1 14-2313,-2 45 2268,0 11 0,0 1-1379,-2 5 779,2-8 0,-1 5 1,1-4-166,2-10 1,0 0-329,-2 10 1,0 4 0,2-10-2185,4-10 0,1-3 3081,3-51 0,-2 15 1,0-29-1</inkml:trace>
  <inkml:trace contextRef="#ctx0" brushRef="#br0" timeOffset="18112">13754 3230 7623,'7'1'3276,"-3"-1"-706,7-4-1670,-7-3-450,4-1 2698,0-13-2519,-6 10-359,4-13 2069,-3-8-1709,-1 11 1008,0-21 0,0-2-1047,-1 10-231,-3-6 0,-1-4-45,1 13 0,0 3-315,-1 3 0,0-1 45,1-3-1,1-6 172,2 1 0,2-8 0,0-3 0,1 1 0,-2 7-1822,1-8 0,0 0 1642,0 3 0,1-8 0,0-3 0,0 3 0,-1 6-319,1 6 1,-1 4-1,0 1 283,1-10 0,0 1 0,0-3 0,0 3 0,-2 4 0,3-3 0,0 1-1191,1 1 1191,1-3 0,0 4 0,-2 14 0,4-6 0,-3 8-1139,2-1 1139,-1 1-1164,1-1 1164,-2 2 621,-1 0-621,-1 2 0,-2 0 0,0 2 1440,-2 0-1440,-3-11 0,0-1-94,0 4 94,0-8 0,1 2 0,2 13-620,-1-6 620,-2-1 1908,0 7-1908,-5-18 0,6 23 0,-7-10 138,8 22-138,-5 5 2921,6-2-2921,-2 5 1420,2-6-1420,0 4 0,0-1 0,0 8 0,-1-3 0,-1 14 0,0-5 0,-1 13 0,1 9 0,0-3-1639,0-13 1,0 2 1609,-1 16 0,-2 10 0,1 1 1,0-11-173,1-12 1,0-1 200,0 9 0,-2 8 0,1 0 0,0-10 0,0 8 0,1-11 0,-1 4 0,1-8 0,0-7-164,0 17 164,2-32 0,0 2 0,-5-32 0,2 10 0,0-11 0,0-1 2534,1 3-3883,1-14-1080,1 20 790,10-9 1,2-1 818,-6 8 1,15-23 0,-20 39 0</inkml:trace>
  <inkml:trace contextRef="#ctx0" brushRef="#br0" timeOffset="19024">16149 3298 7173,'12'1'2968,"-2"-1"-2248,-3-1 269,0-2-89,-3-1-540,0 2 89,-3-2 1,-1 2 629,0-2-449,1 1 90,1 0 2556,11-20-1425,-6 8-412,4-12 0,0-3-3752,-2-2 2763,-2 6 0,0-1-2179,0-11 2268,-1-2 1,0-9 0,0 4-1299,-1 4 1,0-3 758,-2 9 0,1-8 0,0-4 0,0-2 0,0 1 0,-1 2 0,0 7-338,0-6 0,0 5 0,-1-11 338,0 19 0,0-6 0,0-5 0,0-3 0,0-3 0,0-2 0,1-2 0,-1 0 0,0 1 0,0 1 0,0 2 0,0 4 0,0 4 0,0 5 156,0-13 0,-1 8 0,1 3 0,-1-2 0,1-6-156,0 7 0,-1-3 0,1-4 0,0-2 0,0-1 0,-1-1 0,1 0 0,0 1 0,1 3 0,-1 3 0,0 3 0,1-14 0,1 3 0,0 4 0,0 3 0,-1 3 0,1 1 0,-1 4 0,0-3 0,0 0 0,1-6 0,0 0 0,0 4 0,-1 8 280,0 8 1,-1 2-281,3-23 0,0 1 0,0 5 0,1-4 0,-1 8 1678,-3 26-1678,2 5 420,-5 12-420,0 8-1639,-8 24 1,-3 2-1639,0-6 2808,-1 6 1,-2 9 0,3-8 0,-1-3 0,4-2 0,-1 1 0</inkml:trace>
  <inkml:trace contextRef="#ctx0" brushRef="#br0" timeOffset="19774">17324 3363 7443,'21'13'3276,"-3"-1"-796,-14-14-842,20-31 0,4-11 1638,-8 11-2184,-3 3 0,4-5 0,-5 5 2184,-3-3-3035,-3-1 0,2-8 1,-2 3-242,0 3 0,-1-4-480,-2 7 0,2-7 1,0-4-1,0 0 1,-1 2-1,-1 4 480,1-5 0,-2 5 0,0-4-385,0 5 0,0-1 1,0-3-1,0-3 0,1-6 385,-3 13 0,1-4 0,0-3 0,0-4 0,0-2 0,0-1 0,0 0 0,0 0 0,0 1 0,0 1 0,-1 4 0,0 3 0,0 4-258,1-15 1,-1 9 0,0 2 0,1-3 0,0-7 257,-2 14 0,1-4 0,1-5 0,0-2 0,-1-2 0,1-1 0,0 0 0,0 2 0,0 2 0,-1 3 0,-1 4 0,0 6 0,0 6 0,0-22 0,-1 9 154,-1 4 1,1-3 0,0 3-155,0-3 0,1-1 0,-2 1 0,0-3 0,0 5 0,1 8 0,0 1 0,-1-11 0,0-4 0,1 8 1196,0-5-2835,-2 11 1,-3 11-1639,-1 30 2945,-8 17 1,-3 11 0,1-2 0,4-10 0,0 1 0,-4 9-1,-1 1 1,1-1 0</inkml:trace>
  <inkml:trace contextRef="#ctx0" brushRef="#br0" timeOffset="20689">19292 3473 7623,'3'-7'3276,"-1"1"0,1-14-1553,-4 6-85,2-16 0,1-5 1112,-2 2-2165,2 2 0,1-6 507,1 0 0,0-3 0,0 2 13,0 3 1,1-4-1516,-2 7 0,2-6 1,0-6-1,0-4 1,0 0-1,0 2 0,0 3 1,-1 6 165,0-3 0,0 6 1,0 0-1,0-5 42,0 2 1,1-2 0,0-3 0,0-2 0,0-1-1,-1-2 1,1-1 201,-2 8 0,0-4 0,0-1 0,1-2 0,-2-1 0,1 1 0,0 0 0,0 1 0,-1 3 0,1 3 0,-1 3-304,1-7 1,-1 6 0,1 2 0,-1-2-1,1-6 304,-1 4 0,1-6 0,0-4 0,0-3 0,0 0 0,0 0 0,0 4 0,0 3 0,-1 7 0,0 7 0,1-14 0,-1 9 0,0 1 0,1-4 407,1-5 1,0-5 0,1 4-408,-1 8 0,0 0 0,0 0 0,1-6 0,-1 1 0,0 10 0,2-10 1061,-1 8 1,-2 4-1062,-1 17-3238,-3 9 539,-2 11 1060,-9 16 1,-1 5-1639,0 5 2621,-2-2 1,2 0-1,1 6 1,2 2 0</inkml:trace>
  <inkml:trace contextRef="#ctx0" brushRef="#br0" timeOffset="21960">20623 3400 11580,'5'-2'1170,"1"-1"89,-1-1-809,-3 3 2248,3-5-2068,-4 4-1,0-4-179,-1 3 989,3-10-989,-1 5-90,3-6 0,-2 5 1529,5-18-1619,-4 13 539,3-15 1,-1-1-2750,-2 10 2210,4-24-1104,-4 20 1239,2 0 0,-1-2-2640,3-12 2504,2-3 1,-1 0-90,0 4-45,0 1 0,0 0 45,1-3 530,-3 14 1,-1 0-621,4-14-68,-1 0 1,2-12-1,0-1 1,-2 7-610,0 5 0,0 0 587,-2 5 0,2-7 0,0-2 0,0 4 0,-2 8 0,-1 7 0,-1 1 0,5-16 0,2-8 0,-1 6-709,-4 10 1,1 0 708,3-13 0,1-4 0,-2 10 0,-3 5 0,3-4 0,-5 1 1566,-2 21-1566,-1-12 2342,-2 25-2342,0-1 3170,0 2-3170,0 0 0,0 1 0,0-2 0,0 1 0,0 0-2159,-5 4 540,1 0-1658,-10 5 0,0-5 0,-6-1 0,-2-5 2730,-9 1 1,-2 1 0,-2 3 0,3 0 0,-1 1 0</inkml:trace>
  <inkml:trace contextRef="#ctx0" brushRef="#br0" timeOffset="22995">22573 3450 7443,'4'6'3276,"-3"-2"-2595,2 1-321,-3-4 360,0 1 89,2-2-449,-1 0 540,3-2-361,-1 1 1,-2-1 2159,5-8-2160,-4 4 541,6-13-451,-4 6 631,4-18-631,-2 7 463,0-14 0,2-13 0,0 4-2492,-2 8 0,0 0 1490,0-8 0,2-5 0,-2 8-916,-2 10 0,0 6 1096,1-12-1902,-1 3 1947,-1 6 0,0 1-1227,-1-5 1002,0 8 0,-1 2 1129,-1 6-949,-1-10-270,1 16 1264,-1-7-1264,1 45 0,-3 23 1116,3-22 0,-1 1-1116,-1 2 0,0 5 0,1-1 0,0 7 0,-1-1 0,1-6 307,0-5 1,0 0-308,0 17 0,-1 6 0,2-14 120,1-24-120,2 3 0,0-12 0,2-13-2476,-2-7 2476,1-14 890,-3 7-890,-2-7 0,-1-11 0,-1-1 0,1 7 0,1 10 0,0 0 0,-1-23 0,-1-8 0,1 19 0,2 29 0,1 1-3277,-12 32 0,7-16 2730,-23 2 1,-7-3 0,3-11 0,-4-4 0,1 0 0</inkml:trace>
  <inkml:trace contextRef="#ctx0" brushRef="#br0" timeOffset="26807">12461 5228 8160,'7'12'3276,"-4"-3"-1335,0 2-1581,-5-2 719,-2 14-1033,1-11-496,1 18-89,3-21-2738,-16 31 2621,3-20 1,-1 1-1,-1 0 1,-5 2 0</inkml:trace>
  <inkml:trace contextRef="#ctx0" brushRef="#br0" timeOffset="26948">12341 5975 7173,'11'35'3058,"0"-1"-1889,4 7-4446,-5-12 1434,3 4 3049,-7-16-1116,7 2 551,-7-11-1090,3 2-91,-21-7 0,3 4 1,-12 5-1</inkml:trace>
  <inkml:trace contextRef="#ctx0" brushRef="#br0" timeOffset="27102">12373 6685 7803,'14'44'1092,"-5"-14"0,1 5 0,-2-3-2143,-1-6 1,0 0 1320,2 8 0,0 4 0,-1-7-479,-1 2 164,-1-8 0,-1-2 554,-1-1-1499,0 1-2068,-13-14 3058,-28-25 0,11 5 0,3-5 0,1 1 0</inkml:trace>
  <inkml:trace contextRef="#ctx0" brushRef="#br0" timeOffset="27644">14006 5160 7173,'8'-10'3276,"-4"-4"0,-4 1-1193,-14-6-1813,6 13-180,-7 1-180,11 8-2878,-2 21 1438,1-9-1618,-7 23 1799,1-17 1349,-2 7 0,1-2 0,0 1 0</inkml:trace>
  <inkml:trace contextRef="#ctx0" brushRef="#br0" timeOffset="27802">13964 5963 1737,'9'42'3276,"-2"-1"-2505,-2-3-456,-2 9 0,0 0-2461,-1-12 1291,0 6 1,-2-8 729,-2-29 125,-10 10 0,4-2 0,-6 9 0</inkml:trace>
  <inkml:trace contextRef="#ctx0" brushRef="#br0" timeOffset="27908">13946 6743 7083,'4'44'1079,"-1"0"1,1-5-1,-1-5-3957,-6-6 1978,0-16 900,-6 8 0,1-20 0,0 1 0</inkml:trace>
  <inkml:trace contextRef="#ctx0" brushRef="#br0" timeOffset="28054">13906 7113 7443,'0'21'1638,"-2"10"0,-1 2 1638,0-3-3089,2 7 0,2-3-727,2-22-539,9 1-271,-1-17-1927,8-16 0,-5 3 2527,4-15 0,-6 4 1,0-5-1</inkml:trace>
  <inkml:trace contextRef="#ctx0" brushRef="#br0" timeOffset="28801">15794 5210 7803,'2'-9'3276,"-1"1"0,-6 7-1193,2 3-3906,-3 17 1823,4-10 769,1 23-1039,0-22-269,1 7-1800,-9 4 1350,1-6 989,-7 12 0,-5 10 0,2-5 0,-3 6 0,4-8 0,0 1 0,0-1 0</inkml:trace>
  <inkml:trace contextRef="#ctx0" brushRef="#br0" timeOffset="28953">15619 5943 7623,'3'24'3276,"-2"-7"-2415,0 0-1041,-5-9-269,4-4-271,-3-1-1169,2 1 900,-2-1 989,-7 7 0,3-3 0,-2 6 0</inkml:trace>
  <inkml:trace contextRef="#ctx0" brushRef="#br0" timeOffset="29107">15549 6508 7083,'-9'36'120,"1"1"0,-1-2 0,-1-8 0,3-19 0,-2 4 0</inkml:trace>
  <inkml:trace contextRef="#ctx0" brushRef="#br0" timeOffset="29248">15517 6958 7892,'1'27'1638,"1"1"0,0 8-546,-4-3 0,-1 6 0,1-7 2184,-1 2-4727,-4 8 1,-2-7-529,3-28 1979,-16-17 0,13-7 0,-6-17 0</inkml:trace>
  <inkml:trace contextRef="#ctx0" brushRef="#br0" timeOffset="30546">19142 5053 7083,'10'-2'3276,"4"-5"-525,-5 1 525,6-9-2325,-11 8 39,2-4-631,-6 7-269,0 2-3058,-1 2 1709,-2 4-2018,-15 17 0,4-1 2730,-4 2 1,0 3 0,-1 7 0,6-10 0,-1 1 0</inkml:trace>
  <inkml:trace contextRef="#ctx0" brushRef="#br0" timeOffset="30669">19052 5753 136,'3'26'1638,"0"0"0,2 12 0,1 2 0,0-1 24,-1-8-2562,-2 0 1,-1-3 999,-4-17-100,-19 12 0,9-10 0,-13 8 0</inkml:trace>
  <inkml:trace contextRef="#ctx0" brushRef="#br0" timeOffset="30876">19075 6780 7533,'2'11'3058,"-1"-3"-2294,-11 18 1,-2 3-675,2-4-90,-8 18 0,1 0-720,9-18-919,-3 1 1,1-4 818,9-17 1,-5-2 0,11-14 0</inkml:trace>
  <inkml:trace contextRef="#ctx0" brushRef="#br0" timeOffset="31464">20723 5230 7263,'12'-27'3276,"-3"5"0,-10 19 0,-2 0-1771,-2 4-2134,2 3-2648,-5 19 1067,4-5 411,-4 12 180,1-11 90,-3 1 1529,-3 12 0,2-3 0,-2 10 0</inkml:trace>
  <inkml:trace contextRef="#ctx0" brushRef="#br0" timeOffset="31604">20723 5958 7533,'2'16'2158,"-4"8"-2607,0-9-2610,-10 15 2239,5-19 1,-5 8 0,7-12 0</inkml:trace>
  <inkml:trace contextRef="#ctx0" brushRef="#br0" timeOffset="31782">20663 6605 2492,'-3'43'1638,"0"0"0,0-8 0,-1 5 0,-3-5-1352,-4-25-845,5-8 559,-20-10 0,13 3 0,-11-7 0</inkml:trace>
  <inkml:trace contextRef="#ctx0" brushRef="#br0" timeOffset="32374">22583 5395 8432,'-4'-23'3276,"-3"1"0,5 16 0,-2 0-1770,5 3-2856,7 4 361,-5 2-650,-10 23 1,-5 7 982,-3 0 1,-2 6-1,-2 0 1,2-3 0</inkml:trace>
  <inkml:trace contextRef="#ctx0" brushRef="#br0" timeOffset="32527">22458 6378 5133,'-2'24'2788,"0"-6"-6065,-3 5 2692,3-10-2267,-6 19 2852,6-20 0,-2 14 0,7-22 0</inkml:trace>
  <inkml:trace contextRef="#ctx0" brushRef="#br0" timeOffset="32646">22448 6963 4944,'-1'16'630,"0"-2"-630,-1-3 0,2-6 0,-1-1 0</inkml:trace>
  <inkml:trace contextRef="#ctx0" brushRef="#br0" timeOffset="32800">22571 7223 7623,'11'20'3276,"0"-2"-1875,-1 1-591,-1-1 584,2 4 0,-1 1-1664,-3-5-3007,-7-7 0,-14-23 2457,-18-19 1,1 18 0,-4 2 0</inkml:trace>
  <inkml:trace contextRef="#ctx0" brushRef="#br0" timeOffset="39477">11971 1710 8072,'0'-10'3276,"0"5"-1638,-5 25 0,0 13 1638,1-5-1638,1 5 0,0 3-1984,3-3 1,1-4-644,0 4-650,-1 7 1,-3-4-1639,0-23 2457,-17 3 1,11-26 0,-8-7 0</inkml:trace>
  <inkml:trace contextRef="#ctx0" brushRef="#br0" timeOffset="40398">13299 715 8612,'1'-5'3276,"0"0"0,-5-4-1912,2 0 435,-5-7-1260,3 6 271,0-2-1,4 7 2467,11-16-1155,-5 11-1041,11-17-3843,-10 14 3303,4-2-970,-1 3 430,14-2 0,2 0-1977,0 2 1977,6 0 0,-1 2-631,-10 8 631,21 18 1441,-26-4-1441,-4 16 0,-6 3-1117,-12 1 1117,-8 5 0,-7 9 0,1-7 638,7-15 0,-2 1-638,-3 6 0,-5 7 0,2-1 0,4-7 0,-3 4 350,0-2 0,10-2-350,33-9-1699,-8-14 1699,24 4 1636,-14-18-1636,17-3 0,-8-1 0,-3 0 0,0 0-1440,7-3 630,-7 4 1,0 1-1350,1 3 520,1 2 1,-1 2-1639,-9 4 2457,19 5 1,-34 0 0,1 7 0</inkml:trace>
  <inkml:trace contextRef="#ctx0" brushRef="#br0" timeOffset="41548">15877 288 7263,'-2'-1'3276,"2"-1"0,-3-13-204,3 2 204,5-23-2774,-1 23 757,21 1 1,6 4-4292,-7 10 3841,19 1 1,0 0-451,-19 1 154,5 3 0,-4 2-333,-12 1 450,3 16 269,-22 10-899,-1-11 0,-6 19-2161,6-29 2161,1 4-657,3-7 657,0-4 0,2 0 0,0-3 1836,2-1-1836,2-1 0,0 1 0,3 1 275,-2 0-275,1 0 2881,10 30-2881,-10-16 0,0 12 0,-4 2-1850,-7-6 1850,-6 16 0,-3-16 0,-3 3 0,2-4-39,-2 6-1054,-3-5 1,-5 4 0,5-13-2185,10-17 2621,0-33 1,21 8-1,2 0 1,0-1 0</inkml:trace>
  <inkml:trace contextRef="#ctx0" brushRef="#br0" timeOffset="42469">18195 273 12930,'0'-15'3276,"0"2"-436,12-24-2570,-5 20-90,11-20 0,-7 26 0,1 2 0,0 1 179,10 3-179,-9 6 1034,3 28 1,-5 7-765,-8-7-271,2 8 1,-6 4 449,-15-14 1,-7-1 0,3-2-3842,-7 14 3212,-3 0 0,4-3 0,17-18 0,7-10 90,2 0-90,8-4 0,1 0 0,15-4 0,-8-1 0,14 2 0,0 0 0,-3 0 45,8 8 0,-2 4 45,-19-3 180,-9 32-270,-17-23-90,-18 16-360,-1-7-179,4-5-1045,-9 5 1674,-3-13 0,1-5 0,11-4 0,-4-2 0,0 0 0</inkml:trace>
  <inkml:trace contextRef="#ctx0" brushRef="#br0" timeOffset="43345">19802 400 8072,'14'-19'3276,"-3"1"0,-8 4-1462,-1 0-2666,13-12 1,3-1 1211,-2 12 929,10-4 0,0 7-929,-7 21 764,4 8 1,-1 2-766,-8-4 361,10 23 499,-24-20-319,-12 28-2899,2-20 1999,-9 15 540,2 0 0,3-2-540,4-6-291,-5 5 1,7-3 380,24-17-390,-4-8 300,26 7 232,-18-11-232,18 4 0,-15-1 1255,-2 0-1075,-5 8-180,-11-6 0,-7 18 740,-3-12-740,-7 7 0,-3 0-1617,2-5 1617,-13 14 1717,18-23-4994,-17 19 0,13-19 2457,-20 11 1,21-22 0,-4-2 0</inkml:trace>
  <inkml:trace contextRef="#ctx0" brushRef="#br0" timeOffset="44076">21115 1475 7803,'0'7'3276,"1"-23"0,3 8 0,2-16-230,4 13-2056,4 1 648,10-6 0,2-1-957,5 0-261,10 1 0,10 0 0,-7 4 111,2 3-531,-13 1 0,5 0 0,-8 10 0,-9 19 0,-7 4 0,-2 2-546,-10 8 1,-4 10 0,-3-7 545,-11 6-1232,0-2 0,0 1 1232,6-10 0,4-5 472,2 0-472,10 2 0,5-4 0,7-21 0,20 4-1639,-6-10 1,0-2-1639,8 2 2457,-5 0 1,10 1 0,1-1 0,-7 1-820,-7-2 1,0 1 1091,12 1 1,6-1 0,-9 1 0,5-3 0,0 2 0</inkml:trace>
  <inkml:trace contextRef="#ctx0" brushRef="#br0" timeOffset="44453">23238 1830 8882,'-6'-8'3276,"-1"3"0,0 4 0,0 5 0,0 3-1038,0 5-1146,2 20 0,1 15 0,1-6-2349,1-17 1,1 1 1256,-2 17 0,0 7 0,2-10-2651,2-11 1122,-3 2-765,-6-1-854,-1-3 1509,-7-6 1,-4 0-1639,-5-2 2621,2-2 1,-3 0-1,-9-2 1,-4 4 0</inkml:trace>
  <inkml:trace contextRef="#ctx0" brushRef="#br0" timeOffset="63276">16002 9718 8072,'4'-7'3239,"-2"0"-2610,-1 1-89,0-2-90,1 1 2068,-1-13-2248,0 13-90,-1-9 1889,0 20-1170,1 11-899,1-2 270,0 8 720,8 25-901,-3-20-776,7 18 0,3 1 687,-1-11 45,-2-5 0,3 4-75,6-1 0,4 1 0,-4-4-2878,8 9 2848,-8-9 0,4 3 0,-7-9-209,-7-13-271,-3-2-2737,-16-38 0,2 18 0,-14-29 2457,7 28 1,-3 2 0,0 2 0</inkml:trace>
  <inkml:trace contextRef="#ctx0" brushRef="#br0" timeOffset="63616">15949 10248 6993,'-3'9'3276,"2"-2"-525,3-8-1113,11-24 0,4-6-4915,0 3 2920,3-9 1,0 0-361,1 3 986,-5 7 1,2-2-400,2-3 1,1-1 189,-4 6 0,1-1 0,0-2-120,3-4 0,0-2 0,-1 3 15,0-1 0,1-1-795,-1-5 1,2-3-1,-4 7 31,0 0 263,0 0 0,-2 9-533,-13 24 2088,1 4-4286,-24 12 2457,5-2 1,-12 8 0,11-5 0</inkml:trace>
  <inkml:trace contextRef="#ctx0" brushRef="#br0" timeOffset="64562">16759 9620 8072,'3'-2'2789,"-1"-1"-630,-2-5-2069,0 5 89,0-3 1,0 6 1080,0 23-1081,-1-12 451,0 33-540,-1-26 180,0 10 0,-1 1-90,1-1-45,-2 10 0,1-1-135,1-4-1607,0-2 1,1 1 1606,0-2 90,0 9-869,1-14 959,1 11 0,1 2-180,-1-8-990,1 5 0,0-4 990,0-20-359,1-1 359,-1-1 1772,2 0-1772,3 2 787,-1-3-697,8 5-90,-8-9 0,5 2 3070,-6-3-3070,1-1 644,13 1-913,-8-3-2070,16-12 1709,-19 5-2248,4-21-399,-11 16 790,0-12-466,-5 9 2953,-5-12 0,-1 7 0,-5-8 0</inkml:trace>
  <inkml:trace contextRef="#ctx0" brushRef="#br0" timeOffset="64810">16667 9573 7173,'7'-3'3276,"1"-1"-885,20-13-4019,-4 4 1628,13-7-90,-11 11 0,-6 5-719,10 1 179,-8 2-2647,25 4 0,-27 1 2796,11 6 0,-21 0 0,0 2 0</inkml:trace>
  <inkml:trace contextRef="#ctx0" brushRef="#br0" timeOffset="65256">17197 9790 7892,'-15'1'3276,"2"1"-1155,8 1-1132,-7 35 1,-1 9-4267,3-10 2941,2-5 0,-1 5 0,2-5-1077,4-2 1593,1 13 970,2-11-1060,2 7 45,8-12 0,4-3-45,-2-6-90,24 10 0,-21-39-135,5-14 0,0-5 1102,-1-3-1027,-6 3 0,0-6 0,-3 4 60,-2-12-45,-5 0 0,-3 1 2390,-4 5-3438,-9 9 1,-5-2 0,2 4-2185,-2 0 2968,-5-2 1,2 7 0,16 21 0,2 1 0</inkml:trace>
  <inkml:trace contextRef="#ctx0" brushRef="#br0" timeOffset="65753">17487 9515 7982,'9'-5'3276,"-1"0"-1784,-5 3-143,33 1-1079,-15 6-1333,23 1 1243,-26 4 165,-4-3 1184,17 10-1259,-19-9-1,12 6 1261,-26 3-2010,0-7 660,0 15 751,-1-7-841,2 3-90,-1 3-2975,-1 3 3065,1 2-158,-1 2 187,-1 2 1,-1 7 0,0-5-120,2-9 0,-1 0 185,-2 14 1,-1 6 0,0-9-186,-2 0-195,-3 7 0,0 1 195,3-8 0,-1 0 0,2-3 3025,5-17-3205,-2 2-1349,0-12 269,1-4-449,1-7-270,-1-5-1298,-2-19 0,3 7 2468,-3-12 0,5 13 0,-1 1 0</inkml:trace>
  <inkml:trace contextRef="#ctx0" brushRef="#br0" timeOffset="66680">18230 9973 7083,'-13'20'3276,"4"-4"0,8-17-4791,11-2 166,-7 2-1928,10-6 2457,-9 2 1,4-4 0,-1 1 0</inkml:trace>
  <inkml:trace contextRef="#ctx0" brushRef="#br0" timeOffset="67498">18882 9943 7533,'-12'11'3276,"1"2"0,-8 13-2542,8-4-465,-6 10 1,13-9 360,8 7 0,2 1-3210,0-3 2715,11 10 0,3-5 459,-4-21-594,18 4 45,-10-21 0,-1-4-2750,5-1 2705,-2 0 0,-2-1-1808,-3-3 1898,6-11-769,-4-5 679,-2-3-90,-8 2 90,-13-15 1427,-4 16-1427,-1 5 0,-2 0 0,-6-4-45,3 7 0,-1 1 45,-8-13 0,6 12 0,0 1 2268,-8-8-2268,-3 1-45,6 8 0,0 1 45,-9-10-1134,9 10 0,0 1 1134,-10-19 0,9 10 0,4-2 0,3-1-79,3 0 34,10-15 0,6 0-1535,5 12 1355,5-5 0,3 4-135,1 14-1279,21 2 1,2 3-1639,-18 7 2925,12 0 0,-9 7 0,-28 10 0,-1 2 1</inkml:trace>
  <inkml:trace contextRef="#ctx0" brushRef="#br0" timeOffset="67925">19322 9550 7803,'5'11'3276,"-4"0"-2145,-3-4-861,-2 2 539,-3 11-539,3-4 270,-3 13 0,1 2-271,1 0 241,2 6 0,0 10 0,1-7-3787,2 5 3328,0-4 1,1 7-1,1-9 39,3-5-225,6 10 1,3-3-136,-3-22-900,24 13 631,-22-37-1100,11-22 1,-1-5-1639,-8 4 2621,4-6 1,-2 1-1,-13 9 1,2 0 0</inkml:trace>
  <inkml:trace contextRef="#ctx0" brushRef="#br0" timeOffset="68183">19315 9400 7713,'32'8'3276,"-14"-4"-2235,29 2-2120,-14-6 89,-3 0 990,14 1 0,-26 1 0,10 2 0</inkml:trace>
  <inkml:trace contextRef="#ctx0" brushRef="#br0" timeOffset="68848">19667 9758 9781,'-5'-9'2699,"-1"3"-2429,5 4-90,-3 1 0,4 2-1,-2 2 451,-2 13-360,1-3 270,-3 22-271,4-12 361,-3 21-450,2-15 0,2-4 0,1 1 90,0 3-180,2 10 89,2-6-89,-1-8-90,2 4 0,0-13 90,3-3-90,17 0 0,-7-8 0,20-4 90,-11-15-180,6-9-3187,-9-1 3162,1-14 25,-15 13 90,-3-4 0,-3-2-90,-4-3 90,0 8 0,-4-2-570,-11-1 1,-5-1-1,2 4 31,-5-9-554,-2 6 1,-5-3 0,6 9 272,9 14 1,-13-5 0,27 13 0</inkml:trace>
  <inkml:trace contextRef="#ctx0" brushRef="#br0" timeOffset="69509">20113 9428 8612,'0'4'3276,"2"-7"-705,2 0-2301,4-5-180,1 5 719,35 1-719,-26 2 45,8 0 0,-2 0-45,-14 0 180,7 3-180,-13-1 90,3 4-91,-4-2 91,1 2 674,-5 19 1,-3 5-585,1 5-270,-1-1 0,0-1 90,0 1 135,1-8 0,1 0-3502,-1 9 3354,1 1 1,0-1-78,1 0 90,1 12 0,1 1-140,0-3 1,1 2 49,-1-17 0,0 1-156,2 12 0,0 6 0,0-9 156,1-1 1533,1 3 1,0-2-1534,-1-15 0,2 14 0,-4-19 90,5 21-90,-3-24 0,0 18 262,-4-28-262,-13-3 0,3-8 90,-24-7 630,16 6-810,-10-2 90,10 5-270,1-1-2249,-26-7 900,19 3 1150,-5-4 1,-7-3 0,6 2 0,0-2 0,-4-2 0,0 0 0</inkml:trace>
  <inkml:trace contextRef="#ctx0" brushRef="#br0" timeOffset="71126">19377 9490 7353,'5'-4'2698,"-1"1"-2158,0-2 90,-3-2-181,-1 2-269,0 0 360,-2 0-450,0 4 360,-3 5-270,1 1 314,-8 26 1,0 6-405,2-9 0,-2 9 0,0 0 90,5-12 90,-1 19-91,4-8 61,0 3 0,1 9 0,1-6-1879,0-14 1,1 1 1699,0 11 0,-1 11 0,1-2 1,0-10-219,0 8 247,1-11 0,-1 5 0,0-8-90,1-10 90,-1 9 0,1-9 0,0-13-90,2 4 0,0-17 0,2-10 0,-1 0 90,2-17 3089,-2 9-3179,1-21-3023,-2 14 2978,0 1 1,-1-1-2009,1-9 1945,-1 3 0,1-13 0,0-4 0,-1 2 1,1 9-703,-1 1 1,1-1 809,-1 4 0,-1-9 0,1-4 0,0 1 0,-1 6 0,0 12 0,-2-9-132,0 4 1,-1 2 311,-2 5 1307,2 17-1397,-1-5 2164,6 38-2164,-1-7 449,2 23 1,1 6 2736,-1-7-3130,0 0 0,1 5 213,-2-8 1,0 2-1,0-3-359,-1-7 0,0 2-1093,1 15 1,-1 7 0,0-8 1073,-1 1 19,-1 3 0,-1 0-988,1-11 988,2 9 0,-1-2 0,1-15 0,4 20 0,-4-38 90,0-3 0,2-1 74,-2-1-74,-2-5 2799,1-3-2889,-4 0 0,4-3 1609,3-3-1609,1 5 0,2-4 0,-2 8 0,0 0 0,4 2-90,-4-1 180,6 4-90,-5-3 0,6 3 0,-7-3 0,2 2 0,-6-1 0,-3 3 0,-3-4 0,-4 2 0,-4-2 0,1 1 0,-4 0 0,4 2 0,-11 5 0,9-2 0,-10 3 0,17-7 0,-4 0 0,10-2 0,17-7 0,-4 3 0,32-12-90,-27 8-450,22-10-89,-25 9-2648,10-22 0,-19 14 3155,-4-13 0,-2-2 0,-3 6 0,-1 1 0,0 0 0</inkml:trace>
  <inkml:trace contextRef="#ctx0" brushRef="#br0" timeOffset="71591">19372 9243 7263,'7'9'2608,"1"2"-2608,-5-6-1889,2 5 1080,-4-7 809,-4 0 0,0-4 0,-5-2 0</inkml:trace>
  <inkml:trace contextRef="#ctx0" brushRef="#br0" timeOffset="81367">20793 9840 9242,'7'-4'2069,"-2"2"-1260,0 1-539,-4 3 719,7-2-899,-5 1 180,10-2-180,-1 0-45,12-1 0,4 1 45,0 1-135,12-1 0,1-1-135,4-1 0,-12 1 0,-1 0-89,6-1-181,-7 0-2827,-14 1 1813,-2-1 474,-2 1-1259,-8-1 1170,-4 2 90,-8 0 989,-4 1 0,-2 1 0,-1 0 0</inkml:trace>
  <inkml:trace contextRef="#ctx0" brushRef="#br0" timeOffset="81754">20773 10173 7173,'-9'13'3276,"0"0"0,6-11-2362,1 2 345,24-4 0,10-3-1169,-10 2-30,8-3 0,9-2 0,-7 0-3337,0-1 2835,5-2 0,-2 0-967,-5 2 1409,7-1-850,-13 3 760,4 1-90,-9 2-3097,17 2 1596,-26-1 422,8 1 2288,-22-3-1029,-18 5 0,6 2 0,-12 5 0</inkml:trace>
  <inkml:trace contextRef="#ctx0" brushRef="#br0" timeOffset="82026">20808 10530 7353,'-5'8'3276,"0"-1"-2415,0 1 129,0 0-540,1-2-91,1-1 1,2-2-90,1 0 0,2-1 449,18 5-3931,-4-1 3392,15 4-1179,-8-4 0,2 2 729,5 0 0,1 0-640,-1 0 1,2-2-184,4-4 1,3-3 0,-6-1 436,4-4 1,-1-1-1,-4-2 1,-20 0 0</inkml:trace>
  <inkml:trace contextRef="#ctx0" brushRef="#br0" timeOffset="83312">21925 9748 7623,'9'-9'3276,"-3"3"-2864,-1-2 1207,2 2-1529,-4 3 0,2 1 449,-2 13-449,-2-4 180,7 23-180,-4-18-90,4 12 45,11 6 0,2 1-1625,-4-5 1580,5 7 0,1-1-2869,-11-16 2869,5 7-90,-3-6 90,1 5-1259,8 10 539,-13-18-2557,3 9 2214,-15-24 1063,-5-2 0,-2 1 0,0 1 0</inkml:trace>
  <inkml:trace contextRef="#ctx0" brushRef="#br0" timeOffset="83653">21945 10205 7443,'12'-27'1638,"-1"1"0,3-1-3277,0-3 1,0-2 1105,11-8-364,-5 8 942,-5 10 0,-1 1 19,8-12-94,-2 2 0,5-5 0,-4 4-681,-6 10 0,-1 1 591,6-9 0,3-4 1,-6 9 820,-9 10-1420,0 1-271,-3 3-89,-4 1-1080,-4 1 2159,-2 5 0,0 1 0,3 3 0</inkml:trace>
  <inkml:trace contextRef="#ctx0" brushRef="#br0" timeOffset="84199">22466 9695 6993,'6'-2'3276,"-3"0"-1875,2 1-1221,-3 2 270,2 5-360,-3 0 360,-3 21-360,0-10 90,-6 27-180,3-20 179,1 16 1,0 12 0,1-8-1620,1-19 0,0-1 1440,-1 17 0,1 5 0,1-9 0,4-9-184,1-9 184,25 18 0,-16-25-180,24 7 90,-26-20-1709,14-19 810,-16 8-90,4-14-1,-13 10-1078,-8-5 1563,2 5 1,-6-3 0,3 6-1</inkml:trace>
  <inkml:trace contextRef="#ctx0" brushRef="#br0" timeOffset="84413">22426 9645 6740,'32'-12'3276,"-13"5"-2235,18-6-1760,9 2 434,-21 6 285,3 4 0,-3 3 0,-12 2 0,4 9 0</inkml:trace>
  <inkml:trace contextRef="#ctx0" brushRef="#br0" timeOffset="84896">22816 9880 8162,'-7'4'3276,"-4"12"-1515,5-6-1581,-3 11 180,6-1-180,0-2 0,-2 19-3457,3-13 2572,0 9-614,2-11 1409,1 1-1607,1-2 1517,0 0-676,2-2 676,0-2 697,1-3-697,4 0 1166,-2-7-1076,22-15-90,-15-2 0,3-20 0,1-15 0,-5 6 1210,-4-8-1210,-1 9 0,1-5 0,-6 8 0,-13 4 0,-8-6 0,2 12-90,-5 8 0,-1 2 1702,1 5-2511,-22 3 449,33 11-2428,-4 3 2763,13-4-1055,3-1 91,4-2 1079,3-1 0,1 1 0,3-1 0</inkml:trace>
  <inkml:trace contextRef="#ctx0" brushRef="#br0" timeOffset="85355">23121 9553 7713,'9'4'3276,"0"-1"-1335,-5-2-1851,2 1 269,40-8-269,-27 5-90,6-3 0,-1 1 270,-8 2-90,-5 1 1619,6 16-1619,-14-5 0,3 15-90,-9-8 180,0 12-270,-1-5 119,0 11 1,0 10 0,0-6-1759,1-15 1,1-1 1433,-2 16 0,0 7 1,0-10-97,0-10 480,-3 5 1,-2 0-90,0-8-240,1 1 0,-1-4 150,1-12-90,1-2-180,-2 2-90,2-5-2338,-8-6 1618,10-3-1798,-9-14 4062,12 8-2533,-1-6 1349,5 1 0,0 5 0,1-4 0</inkml:trace>
  <inkml:trace contextRef="#ctx0" brushRef="#br0" timeOffset="87007">23491 9795 10501,'-12'2'899,"5"-1"-899,-1 2 0,7-1 90,1 7-90,0-5 0,0 4 90,0-8 0,-3-3-90,2 2 0,-3-4 0,2 5 90,0-3-90,-1 3 0,2 0 0,-2 0 0,2-1 90,-2 0-90,2 0 360,-1 0-90,0 1 180,1 0-450,4 4 0,0-3 0,2 4-90,-9-1 90,2-2 0,-4 5-90,5-4-540,0 1 180,1-4-1529,1-4 900,-1-1-1080,0-7 2159,0 2 0,0 0 0,1 3 0</inkml:trace>
  <inkml:trace contextRef="#ctx0" brushRef="#br0" timeOffset="88006">23771 9778 10501,'3'6'2249,"-1"7"-1979,-3-8 89,0 11-3636,-1-5 1344,1 5 2203,-3-2 586,0 0-272,0 15 1,0 3-495,2-6-90,-2 4 0,3 0 90,8-9 874,-2-8-964,13 12 0,-10-18 0,7 3 0,-10-8 0,0-4 90,1 1-90,10-20 0,-7 10 0,9-21 3036,-14 18-3081,-2-11 0,-2-3 45,0 0 358,-3-6 0,-3-8 0,1 5-358,-2-9 0,-1 3 0,-1-6-87,4 3 1,0-4 0,0 6 86,1 14 0,1-1-175,-1-8 0,0-10 1,1 2-1,0 11 175,2-1-135,3-9 0,3 2 46,1 21-766,10 2 0,2 6 226,-5 14-2648,23 12 2205,-26-6-1177,10 4 1603,-12-7 0,4 2 1,-3-1-1</inkml:trace>
  <inkml:trace contextRef="#ctx0" brushRef="#br0" timeOffset="88565">23961 9523 7263,'9'-19'3276,"-4"12"-2325,6-6-861,-6 13 0,-1 2 0,-1 0 630,7 13-450,-6-4-90,4 11 449,-8 9-449,0-9 270,-5 24 0,1 3-3727,1-10 3298,0 2 1,0 9 0,2-10-227,2-4 205,3 9 0,0-3 0,1-23-90,5 11-270,-1-18 0,-3-7 90,6 1-90,-6-9-89,2-2-2828,5-21 5437,-6 10-2160,3-25 0,-8 23 0,1-7 0</inkml:trace>
  <inkml:trace contextRef="#ctx0" brushRef="#br0" timeOffset="88815">23928 9498 7803,'7'0'3276,"12"1"-2685,-8-1-591,11 1-90,6-4-3187,-8 1 1853,12-3 103,-9 3-1468,0 2 1980,-4 1 809,-4 3 0,-9-2 0,-1 1 0</inkml:trace>
  <inkml:trace contextRef="#ctx0" brushRef="#br0" timeOffset="89294">24186 9585 6813,'1'6'2968,"0"-1"-1528,4 2-1171,-2-2-89,2 2 180,-1-1 0,-1 4-90,2-1 90,3 8-270,-4-6 89,2 5 1,-5-4 0,-1 2 90,-2 10-180,-1-7 225,-1 11 0,0 0-225,2-5 44,0 9 1,1-2-135,3-17 90,2 8-90,-3-21 90,1-7-90,1 1 90,4-12-90,-2 7 0,7-20 0,0-3 0,-2 8 0,7-17 0,1 1 0,-9 21 0,3-4 0,-1 2 0,-6 12 0,5-5 90,-8 19 360,3 23-360,-3-9 135,0 28 0,-1 3-225,-1-14-45,-1 5 0,2 0-3232,7-5 527,-6-24 1491,6 6 0,-10-28 1259,1-8 0,-1 6 0,-1-5 0</inkml:trace>
  <inkml:trace contextRef="#ctx0" brushRef="#br0" timeOffset="89862">24471 9530 6993,'19'2'3276,"-2"-1"-2055,-13-4-1131,2 1 630,27-13-3997,-19 8 2482,21-9 1436,-29 12-101,7-7-360,-8 5 0,9-5 0,-11 7 180,2 0-270,-7 10 179,1-3 3007,-4 38-1244,5-24-4872,-1 25 2930,1-26-956,0 3 956,0 0-90,0 2 180,4 17 0,1 4-2042,-2-2 1862,1-4 0,1 6 0,-1-7 90,-1 0-310,-1 5 0,-1 0 310,-1-8 541,1-8 0,-3 2-496,-10 9 0,-2-2-168,4-7 33,-4 5 0,-1-5-90,8-22 2212,-2 0-2392,-4-1 1,1 0-91,-2 1 0,3-2-2698,-23-2 2158,15-1-1169,-24-5-658,27 1 1558,-7 0-988,5 3 2157,-8 1 0,5 2 0,-6 1 0</inkml:trace>
  <inkml:trace contextRef="#ctx0" brushRef="#br0" timeOffset="90630">21523 10628 7803,'-1'6'3276,"3"9"-1245,-1-8-322,22 10-4986,-5-11 3535,12-3 1,13 0 0,3-2-1,-6 1-33,1-2 0,3 0 70,-3 0 0,8 0 1,3 0-1,-1-1 1,-7 0-177,-4 0 1,-5-1 0,2 0-387,1 0 0,2 1 0,-1-1 0,-1 0 357,-1 0 0,-1 0 0,7-2-30,-7 1 0,7-1 0,4-1 0,4 0 0,1-1 0,0 0 0,-2 1 0,-3 0 0,-6 0-349,3 0 0,-7 1 1,0 0-1,2-1 0,7 0 295,-10 0 0,4 0 1,5 0-1,2-1 1,3-1-1,1 1 1,1-1-1,0 0 1,-1 0-1,-2 1 1,-2 0-1,-4 0 1,-4 1-1,-5 0-6,14-1 0,-9 0 0,-2 1 0,9-2 10,-7 1 0,6-1 0,5 0 0,2-1 0,0 0 0,-2 1 0,-3 0 0,-5 1 0,-8 1 39,4-1 0,-8 2 1,3 0-50,7-2 0,4-1 0,-1 1 0,-7 1-45,-3 0 0,-5 1-45,12-3-1549,-7 6 1,-4 1-572,-13 0 861,9 5 1337,-33-2-3265,-24-3 1067,9 1 2210,-16-2 0,14 3 0,1 0 0</inkml:trace>
  <inkml:trace contextRef="#ctx0" brushRef="#br0" timeOffset="91025">24641 10158 6903,'2'22'3276,"-3"-7"-727,-12 27-2279,2-18-1616,-6 11 1526,3-7-2381,1 1 2336,2-8 0,0 1-166,-5 11-119,1-1 0,-3 5 0,3-5 134,-1 5-119,-4 10 1,5-17-3143,17-45 2146,3 6-308,4-16 0,2-4 1620,2 2 0,-2 4 0,0 1 1,1-4-1</inkml:trace>
  <inkml:trace contextRef="#ctx0" brushRef="#br0" timeOffset="91167">24611 10345 6993,'9'6'3276,"-2"2"-2414,-3 2-323,-3 3 91,-4 13-450,-1-4 0,-5 11 0,0 1-270,2-7-1125,-7 5 1,-2-4 135,5-18 904,-14-2 0,-2-2 1,3-5-1,-23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3T03:02:22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6109 7665 5734,'-5'3'0,"2"0"0,2-2 0,2 0 0,1 0 0,1-1 0,1 0 0,10 1 0,-5-1 0,25 1 0,-15-1 0,7 0 0,2 0 0,1 0-900,18 0 900,-20 0 0,13 0 0,2 0 0,1 1 0,-2-1 0,3 1 0,-11 3 0,0 0 0,-3 0 0,16 2-275,1 0 1,-1 0 274,-9-2-755,-8-2 755,8-1 0,0-6 0,0-3 0,-5 3 0,3-2 0,-5 0 0,-20 4 773,-2 1-773,-1 0 0,7-1 0,-8 2 551,4-1-551,-11 3 880,-7 1-880,2-2 0,-21 3 0,15-3 0,-11 0 0</inkml:trace>
  <inkml:trace contextRef="#ctx0" brushRef="#br0" timeOffset="342">6794 7530 5734,'-4'-3'0,"2"0"0,1 3 0,5 0 0,0 0 0,5 2 0,16 4 0,-6-2 0,12 8 0,1 1 0,-6 1-105,-1 0 0,-3 0 105,-9 3 0,-3 1 0,-4 15 0,-5-6 0,-8 5 0,-3 2 0,-4 3 0,1-8 0,-2 1 0,-2-1 0,1-1 0,-4 7-240,4-8 1,2-2 239,1-1 0,1-3 0,4-3 0,-1-2 0</inkml:trace>
  <inkml:trace contextRef="#ctx0" brushRef="#br0" timeOffset="6716">16303 5731 5734,'-1'-4'0,"4"2"-820,19-2 1,19 2 0,6 0 0,-7 0-373,1 0 0,1 1 1177,-8-1 0,5 1 1,2-1-1,4 0 1,1 0 14,-7 1 0,2-1 0,4 1 0,0-1 0,1 0 0,0 1 0,-1-1 0,-4 0 0,-2 1 0,6-1 0,-5 1 0,-1-1 0,2 1 0,5-1 0,-5 0 0,3 0 0,1 1 0,3-2 0,1 1 0,2 0 0,0 0 0,1 1 0,-1-1 0,-8 1 0,2 0 0,1 0 0,1 0 0,1 1 0,1-1 0,-1 0 0,-1 1 0,-1-1 0,-1 1 0,-3-1 0,-2 1 0,-3-1 0,10 0 0,-7 1 0,-2-1 0,0 1 0,2-1 0,7 1 0,-6 0 0,5-1 0,5 1 0,2 0 0,2 0 0,1-1 0,-2 1 0,-1 0 0,-4 0 0,-4 0 0,-7 0 0,-6 1 0,6 0 0,-10 0 0,3 0 0,7 1 0,3 0 0,0 0 0,-7 0 0,-5-1 0,-1 0 0,12 1 0,-10-1 0,-26-3 0,-23-1 0,-12 2 0,-9-2 0,3 2 0,-1-1 0</inkml:trace>
  <inkml:trace contextRef="#ctx0" brushRef="#br0" timeOffset="7692">17600 5729 5734,'-4'-11'0,"1"1"0,0-6 0,1-11 0,1 2-391,1-12 391,1 11 0,1-1-1586,2-19 1586,-2 15 0,1-5 0,1-2 0,-1-6 0,1-1 0,0 5-1369,-1-2 1,0-1 1368,0 3 0,1-7 0,-1 2 0,0 8 0,-1 9 0,-1 3-499,0-10 1,1 1 498,-1 9 0,0 0-10,0-4 1,0-1 9,0 5 0,-1 2 0,0-11 918,0-7-918,2-5 0,-1 23 2505,1-15-2505,-1 28 1746,-1 0-1746,1 0 328,-1 4-328,0 0 0,0 2 0,0 1 233,1 1-233,0 1 0,2 1 0,10 2 0,2-1 0,11 3 0,9-2 0,3 0 0,-11 0 0,3-1-1093,12 1 1,7 0 0,-4 0 1034,-1-1 1,-1 0-252,-6 0 1,2-1-1,7 1 309,-9 0 0,5-1 0,5 1 0,0 0 0,0-1 0,-3 1 0,-4 0-354,2-1 0,-5 1 0,1 0 0,4 0 354,-1 0 0,6-1 0,3 1 0,0 0 0,-1 0 0,-5 0 0,-5 0 0,4 0 0,-6 0 0,3 1 0,0 0 0,4 0 0,1 0 0,0 1 0,-5-1 0,6 0 0,-3 0 0,3 0 0,-8 0 0,4 1 0,1-1 0,-2 0 0,-6 0 0,14 1 0,-5-1 0,-2 0 0,0 0 0,-6 0 0,4 0 0,6 0 0,4 1 0,-4-1 0,-13 0 0,0 0 0,6 0 0,3 0 0,-10 0 0,-12 0 842,-4-1-842,-1 0 2329,-5-1-2329,-7 2 168,-7-1-168,-9 2 0,-7 0 0,-3 0 0</inkml:trace>
  <inkml:trace contextRef="#ctx0" brushRef="#br0" timeOffset="9217">16398 7192 5734,'8'1'0,"11"2"0,1 0 0,11 0 0,3-2 0,9-2 0,4 0 0,-6 0-1093,-7 1 1,-3-1 0,4 0 615,4 0 0,6-1 1,2 1-1,-1-1 0,-5 0 452,1 0 1,-3-1 0,4 1 24,-3 0 0,3-1 0,3 1 0,-1 0 0,-2 0 0,3 0 0,-2 0 0,1 0 0,2 0 0,-7 0 0,0 1 0,2-1 0,2 0 0,0 1 0,3 0 0,-8 0 0,2 1 0,1 0 0,1-1 0,1 1 0,0 0 0,0 1 0,1-1 0,-1 0 0,2 1 0,1 0 0,1 0 0,-1 0 0,1 0 0,0 0 0,0 0 0,0 0 0,-1 0 0,1 0 0,0 0 0,0 0 0,0-1 0,1 1 0,-2 0 0,1 0 0,-2 0 0,0 1 0,2-1 0,-1 1 0,0 0 0,0 0 0,-2 0 0,0 0 0,-3 0 0,-1 0 0,9 1 0,-4-1 0,-1 1 0,-1 0 0,-3-1 0,1 0 0,-3 1 0,-1-1 0,2 1 0,7-1 0,2 1 0,-1 0 0,-4-1 0,-8 1 0,-3-1 0,3 0 0,4 0 0,4 1 0,-1-1 0,-6 0 0,0 0 0,-2 0 0,8 1 0,1-1 0,-23-1 0,-34-3 0,-8-1 0,-17-2 0</inkml:trace>
  <inkml:trace contextRef="#ctx0" brushRef="#br0" timeOffset="10411">17640 4314 5734,'-9'32'0,"0"0"0,0-1 0,2 0 0,2-7 0,1 0-1639,-1 4 1,1 0 1526,0 3 0,-1 1 112,1 1 0,0 3 0,0 0 0,0 3 0,0-2-1002,-1 7 0,1 1 1002,1-7 0,-1 3 0,2-3 0,-1 2 0,1-1 0,1-1 0,0 0-115,0-2 1,0-1 114,1-2 0,0 0 0,1-3 0,-1 0 0,1-3 0,0 1 0,1 18 0,1 0 0,0 1 0,0-10 0,-1-2 0,-1-9 0,0-13 457,0-3 0,1-18 0,1-6 0</inkml:trace>
  <inkml:trace contextRef="#ctx0" brushRef="#br0" timeOffset="10815">18292 4502 5734,'-6'2'0,"0"1"0,1 4 0,-1 3 0,0 14 0,0 4 0,-3 6-1205,2 0 0,0 2 1205,0 9 0,3-20 0,0 1 0,-1 18 0,-1 1 0,2-10 0,-1 4 0,0 0 0,0 7 0,-1 1 0,1-6 0,-1 5 0,1 2 0,0-10 0,0 6 0,0 2 0,1-3 0,0-5-971,0 6 1,1-3 970,0 0 0,-1 3 0,1-3 0,3-2 0,1-3-220,-1-10 1,0-1 219,1 5 0,1 0 0,4 10 0,0-16 0,7-3 0,-5-21 0,4-12 0,-4-7 0</inkml:trace>
  <inkml:trace contextRef="#ctx0" brushRef="#br0" timeOffset="11086">18728 4555 5734,'1'-14'0,"1"3"0,0 11 0,6 31 0,-2-3-512,-2-2 1,0 3 511,0 7 0,-2 1-1033,-1-6 1,0 1 1032,0 9 0,0 7 0,-1-12 0,-1 5 0,-1 3 0,1-2 0,0-5-790,0-2 0,0-4 1,0 4 789,-1 2 0,1 5 0,-1 2 0,1-3 0,0-8-139,0-1 1,0-3 138,-1 11 0,1 0 0,1-11 0,-1 0 0,0 5 0,0 1 0,-1-6 0,1-3 0,-1 10 0,1 6 0</inkml:trace>
  <inkml:trace contextRef="#ctx0" brushRef="#br0" timeOffset="11370">19430 4656 5734,'-2'22'0,"-4"21"0,1 5 0,1-19 0,1 0-1093,-1 8 1,-1 4 0,0-3 319,2-5 1,-1-2 772,1 2 0,-1 1 0,2-3 0,-1 3 0,1-2 0,-1 5 0,1 0 0,0 10 0,0 0 0,0-3 0,1-2 0,1-10 0,1 0 296,-2 6 0,2 2-296,1-6 0,0-1 0,1 15 0,-1-19 0,2-1 0,5 14 0,2-16 0,4 4 0</inkml:trace>
  <inkml:trace contextRef="#ctx0" brushRef="#br0" timeOffset="11537">19962 5005 5734,'-6'43'0,"0"1"0,1-1 0,0-8 0,1-1 0,-1 1-1093,1 1 1,1 0 0,-1-1 139,0 7 0,1-2 953,-1 3 0,-1 0 0,1 3 0,-1 0 0,0-14 0,1 0 0,-1 0 0,0 1 0,0 0 0,0 0 0</inkml:trace>
  <inkml:trace contextRef="#ctx0" brushRef="#br0" timeOffset="14237">18041 6397 5734,'2'-8'0,"1"1"0,1 2 0,0 0 0,9-6 0,-6 4 0,6-4 0,1 5 0,-7 3 0,8-1 0,-9 3 0,1 1 0,4-3 0,-6 2 0,6-2 0,-8 5 0,0-1 0,0 0 0,-1 1 0,2-2 0,-1 1 0,2 0 0,-1-1 0,-1 0 0,1 0 0,1-1 0,-2 0 0,2 0 0,0-1 0,-2 0 0,2 0 0,-3 1 0,1-2 0,-2 2 0,1 0 0,-2 4 0,1 1 0,-1 21 0,1 5 0,-1 0-226,0 4 0,1 3 226,0 9 0,0-9 0,0-13 0,0 0 0,1 2 0,-1-2 0,2 14 0,-2-15 0,2 3 0,3 21 0,1 0 0,0-5 0,0 1 0,1-2 0,-1-21 0,-1-7 0,1 3 0,-1-8 0,-1-2 0,3-3 0</inkml:trace>
  <inkml:trace contextRef="#ctx0" brushRef="#br0" timeOffset="14674">18820 6316 5734,'-3'-4'0,"2"2"0,0 7 0,0 4 0,-2 15 0,1-1 0,-1 12-812,1-11 0,0 2 812,0 16 0,0-12 0,0 0 0,1 18 0,0-23 0,1 0 0,0 1 0,0 0 0,-1 0 0,2 1 0,-1 12 0,1 0 0,-1-9 0,0-1 0,1 9 0,0-1 0,1-3 0,-1-2 0,2 15 0,-1-19 0,0 0 0,5 12 0,-1-3 0,1-10 0,-1-10 0,0-19 0,1-4 0</inkml:trace>
  <inkml:trace contextRef="#ctx0" brushRef="#br0" timeOffset="15120">19401 6367 5734,'1'11'0,"1"3"0,0 7 0,1 21 0,0-3-859,-1-10 1,0 0 858,-1 18-845,0-21 1,-1 0 844,0-1 0,1 3 0,0 6 0,0 6 0,0 2 0,1-6-735,-1 2 1,1-1 734,0-2 0,0 5 0,0-1 0,0-8 0,4 9-403,-1-11 1,0-1 402,1 4 63,3 10 0,-3-32 0,0-4 0</inkml:trace>
  <inkml:trace contextRef="#ctx0" brushRef="#br0" timeOffset="15353">20002 6314 5734,'0'10'0,"-1"38"0,0-9-1093,1-8 1,0 4 0,-1-2 298,1-3 0,-1 1 794,2 9 0,-1 5-290,0-5 0,0 3 1,0-4 289,1 1 0,-2-1 0,1 1 0,-2 4 0,1-6 0,-1-7 0,0-4 0,-1 1 0,-1 0 0</inkml:trace>
  <inkml:trace contextRef="#ctx0" brushRef="#br0" timeOffset="17350">15473 4771 5734,'-3'13'0,"-1"2"0,1 5 0,-2 26 0,2-15 0,2-8 0,0 2 0,2 6 0,1-1 0,0-1 0,1 6 0,0-3 0,-2-17 0,0 8 0,-1-20 0,0-2 0</inkml:trace>
  <inkml:trace contextRef="#ctx0" brushRef="#br0" timeOffset="17652">15295 4664 5734,'-20'32'0,"-1"0"0,3 5 0,-1 3 0,3-3 0,4-5 0,2 0-718,-1 2 0,0 2 1,2-2 717,5 5 0,4-3 0,-1-9 0,3 1 0,9 18 0,5-2 0,8-8 0,-4-9 0,6-8 0,15-22 0,1-10 0,-14 4 0,0-2-694,2-3 0,3-3 0,-4 0 694,-4-5 0,-3-1 0,0-1 0,-1-2 81,-2 1 0,-2-3-81,2-12 0,-3-1 0,-6 10 0,-2 0 0,1-9 0,-4-1 0,-7 4 0,-4 2 0,1 9 0,-2 1-381,-3-6 1,-1 3 380,-9-2 0,-15 7 204,9 13-204,-10 11 0,15 14 0,1 6 0</inkml:trace>
  <inkml:trace contextRef="#ctx0" brushRef="#br0" timeOffset="18160">15423 6422 5734,'11'-11'0,"8"-5"0,-3 3 0,14-7 0,-12 11 0,4-2 0,-4 8 0,-8 3 0,-3 20 0,-10-4 0,-9 31 0,6-24 0,-3 19 0,9-26 0,7 7 0,3-14 0,5 1 0,2-8 0,1-4 0,14-7 0,-7-2 0,7-4 0,-5-4 0,-8 3 0,3-5 0,-7 4 0</inkml:trace>
  <inkml:trace contextRef="#ctx0" brushRef="#br0" timeOffset="18436">15602 5960 5734,'-24'7'0,"-1"1"0,-16 15 0,2 4 0,18-10 0,1 4 0,2 7 0,-2 8 0,0 5 0,3-2 0,3-6-1639,4 2 1,2-1 1218,0 2 0,-2 7 1,3-3-1,6-9 420,24 5 187,0-16 1,4-2-188,-5-6 0,2-2 0,8 2 0,3-4 0,5-9 0,-1-4 0,-8 0 0,0-2 0,9-2 0,0-7 0,-6-7 0,-1-6 0,-3 2-390,-5 3 0,-2-1 390,4-4 0,0-3 0,-7 3 0,-9-15-80,-7 2 80,-7 15 0,-1 0 0,-8-10 0,-1 10 0,-3 2 0,-7 3 0,-8-4 0</inkml:trace>
  <inkml:trace contextRef="#ctx0" brushRef="#br0" timeOffset="20720">16430 8492 5734,'26'7'0,"-1"0"0,4 0 0,1-1 0,5 0 0,5 0-820,-7-3 1,5 0 0,2 0 0,-2-1 24,6 0 1,-1 0-1,4 0 780,-11-1 0,1 0 1,2-1-1,2 1 1,3-1 14,-4-1 0,3 0 0,2 0 0,1 0 0,1 0 0,-1-1 0,-2 1 0,-3 0 0,9-1 0,-4 1 0,0 0 0,0-1 0,5 1 0,-12-1 0,2 1 0,2 0 0,0-1 0,2 1 0,-1 0 0,2-1 0,-1 1 0,-1-1 0,2 0 0,2 1 0,0-1 0,0 0 0,0 1 0,0-1 0,-2 0 0,-2 0 0,-1 1 0,3-1 0,-3 0 0,-3 1 0,2-1 0,3 1 0,6-1 0,-13 0 0,3 1 0,4-1 0,2 1 0,2-1 0,2 0 0,1 0 0,-1 0 0,1 0 0,-2 0 0,-1 1 0,-2-1 0,-4 0 0,-2 1 0,-5 0 0,18-1 0,-8 0 0,-4 0 0,2 1 0,5-1 0,-6 0 0,5 0 0,2 0 0,3 0 0,-1 0 0,-2 0 0,-2 1 0,-6 0 0,-5 1 0,13 0 0,-9 2 0,-7 0 0,9 1 0,-17 2 0,-1 0 0</inkml:trace>
  <inkml:trace contextRef="#ctx0" brushRef="#br0" timeOffset="21854">17584 7636 5734,'-1'-10'0,"0"0"0,-1 2 0,0 2 0,1 2 0,-3 11 0,1 3 0,-1 21 0,-1 7 0,1 5-1168,0 0 0,1 1 1168,2-17 0,1-2 0,-1 2 0,1 2 0,0 7 0,1 4 0,0-3 0,-1-1 0,1 1 0,0 1 0,0 6 0,1 0 0,-1-7 0,1-3 0,-1-2 0,1 7 0,1 3 0,-1-5 0,1 11 0,-1-20 0,0 1-453,0-2 0,-1-1 453,1 3-292,-1 16 292,-3-35 0,-4-10 0,3-10 0,-1-12 0,1-4 0,1-6 0,1-3 0,-1-12 0,0-2 0,0 8-449,0 3 1,0 1 448,1-1 0,-1-6 0,0 0 0,0 3 0,-1 1 0,-1 3 0,1 3 0,0 0 0,-1-2-318,1 2 0,-1-5 0,1 0 0,0 6 318,0 5 0,0 1-11,-1-11 1,0-4 0,0 6 10,1-1 0,0 6 0,0 2 0,3 14 536,0 1-536,0 4 2251,0-1-2251,1 6 2116,2 2-2116,3 15 0,0 4 0,0 12 0,-3-3 0,0 1-901,0 20 901,-1-14 0,-1 3 0,0 6 0,0 0 0,0-9 0,0 0 0,-1 9 0,1 2 0,0-2 0,0-2 0,0-9 0,-1-1 0,1 7 0,-1-1 0,0-5 0,0-3-781,0 11 781,0 6-438,0-13 438,-1-17 0,-4-45 0,2 3 0,0-6 0,0-3 0,1 5 0,0 0-684,0 6 0,0 0 684,0-9 0,-1-1 0,1 11 0,0 1 364,-2-23-364,1 5 0,-1 6 0,3 8 635,6 21-635,-2 13 0,7 22 0,-5 7 0,3 6 0,0 2 0</inkml:trace>
  <inkml:trace contextRef="#ctx0" brushRef="#br0" timeOffset="30390">14019 5055 5734,'-2'-6'0,"4"1"0,8 0 0,37-2 0,-10 1-656,-5 3 1,11-1-1,4 0 1,-1 1 0,-9 0 167,2 0 1,-1 0 487,3 1 0,7-1 0,0 0 0,-7 1-195,1-1 1,-9 2 194,-2-1 0,0 0 0,-10-1 0,-37-4 0,2 1 0,-10-5 0</inkml:trace>
  <inkml:trace contextRef="#ctx0" brushRef="#br0" timeOffset="30540">14635 4760 5734,'17'22'0,"8"14"0,-7-8 0,-1 3 0,0 0 0,-2 1 0,-2 3 0,-2 1 0,-5-4-249,-3-8 0,-2 1 0,-4 2 0,-2 1 0</inkml:trace>
  <inkml:trace contextRef="#ctx0" brushRef="#br0" timeOffset="31307">11241 4874 5734,'0'12'0,"-1"12"0,1-4 0,0 12 0,1-7 0,0 0 0,1 8 0,1 2 0,1-2 0,1-8 0,21 3 0,-12-30-496,15-11 496,-15-9 0,-3-4 0,0-2 0,2-8 0,-4 7 0,0-1 0,-3-16-927,-3 13 927,1-7-649,-1 3 649,-2 20 0,1-4 0,-3 24 0,0 4 0</inkml:trace>
  <inkml:trace contextRef="#ctx0" brushRef="#br0" timeOffset="31592">11538 4867 5734,'0'-4'0,"-1"8"0,-1 4 0,-3 8 0,-1 10 0,2-4 0,1 13 0,1 3 0,2-6-578,1 0 1,1-1 577,3-13 0,1-2 276,4 1-276,-1-6 0,4 0 0,3-8 0,-3-3 0,4-3 879,-1-6-879,-5 2 0,2-6 0,-7-4 0,-4 3 0,-2-7 0,-3 4 0,-1-2 0,-1-1 0</inkml:trace>
  <inkml:trace contextRef="#ctx0" brushRef="#br0" timeOffset="31713">11520 4833 5734,'11'-8'0,"3"2"0,-4 3 0,4 1 0,-3 0 0</inkml:trace>
  <inkml:trace contextRef="#ctx0" brushRef="#br0" timeOffset="31993">11724 4977 5734,'5'37'0,"0"-6"0,-3-17 0,1-2 0,-1-2 0,1-2 0,-2-2 0,1-1 0,-1-4 0,1-17 0,-1 4 0,0-14 0,2 10 0,-1-3 0,1-1 0,1 1 0,0 1 0,0 2 0,1 2 0,-1 7 0,3 5 0,2 17 0,-1 2 0,3 11 0,1 8 0,-2-7 0,3 9 0,2-5-573,-4-11 573,2 3 0,0-13 0,-4-9 0,4-2 0</inkml:trace>
  <inkml:trace contextRef="#ctx0" brushRef="#br0" timeOffset="32275">11934 4857 5734,'8'2'0,"5"-3"0,-2-2 0,17-7 0,-13 2 0,19-11 0,-21 12 0,6-5 0,-8 9 0,-4 3 0,11 15 0,-9-1 0,6 25 0,-1 5 0,-4-4-436,0 3 1,0-1 435,-7-9 0,0-1 0,-2 13 0,-2-10 0,-3 10 0,-7-2 0,3-10 0,-4 8 0</inkml:trace>
  <inkml:trace contextRef="#ctx0" brushRef="#br0" timeOffset="32986">20743 6334 5734,'-9'-2'0,"0"0"0,3 0 0,7 2 0,5 0 0,37 1 0,-9-2 0,-1 0 0,9-1 0,3 1 0,-8 0-1487,-1-1 1,-1 1 1486,12 0 0,5-1 0,-8 1 0,-16 1 0,-5 0-55,1 1 0,1-1 55,5 0 0,0 1 0,13-1 0,-17 0 0,-2-1 0,8-2 0,-13-1 0,-3-2 0,-51-6 0,9 7 0,-3-1 0,-2 2 0,-7 3 0</inkml:trace>
  <inkml:trace contextRef="#ctx0" brushRef="#br0" timeOffset="33180">20880 6217 5734,'-28'10'0,"6"-1"0,-7 7 0,7 3 0,3 1 0,-2 4-745,4-3 0,2 0 745,10-3 0,5 0 471,10 5-471,3-6 0,9 1 0,13-6 0,-8-5-97,10-1 0,-12-6 0,0 0 0</inkml:trace>
  <inkml:trace contextRef="#ctx0" brushRef="#br0" timeOffset="34057">22133 6076 5734,'-3'6'0,"-2"9"0,4 1 0,-2 10 0,4 8 0,1-7 0,1 10 0,3-5 0,2-1 0,-1-3 0,0-7 0,-2-12 0,6-2 0,-2-6 0,5-5 0,1-13 0,-3 0 0,4-8 0,-2-7 0,-1 0 0,-1 1 0,1 0 0,-2 0 0,-4 10 0,-2 10 0,-1 1 0,0 17 0,-2 2 0,2 7 0,2 16 0,-2-11-338,3 13 338,-3-17 0,-1 0 0,1-3 0,-2 9 0,-2-10 0,1 5 0,0-15 0,1-2 0</inkml:trace>
  <inkml:trace contextRef="#ctx0" brushRef="#br0" timeOffset="34308">22551 6090 5734,'-10'17'0,"0"1"0,3 13 0,2 3 0,0-1-1100,1 3 0,2-2 1100,6-9-263,10 15 263,-5-17 0,8 10 553,-7-21-553,0-4 0,0-3 0,4-6 1071,-5-1-1071,2-6 209,-7-5 1,-1-1 0,-2-6 0</inkml:trace>
  <inkml:trace contextRef="#ctx0" brushRef="#br0" timeOffset="34823">22704 6195 5734,'6'7'0,"1"11"0,-3-6 0,-1 18 0,-4-11 0,0 6 0,-3 22 0,1-22-558,0 19 558,1-30 0,2-3 136,2-1-136,0-7 0,3-2 0,3-14 0,-1-1 0,5-15 0,0-3 0,-1 2-377,0-2 0,0 1 377,-3 8 0,1 2 0,3-2 0,-3 9 0,1-1 0,-2 10 0,-3 5 0,2 4 0,-2 9 1176,-1-2-1176,0 6 0,0 2 0,-2-5 0,2 6 0,-1-1 0,-1-4 0,-4 11 0,1-13 0,-2 4 0,1-12 0,1-1 0</inkml:trace>
  <inkml:trace contextRef="#ctx0" brushRef="#br0" timeOffset="34990">22963 6341 5734,'35'-5'0,"-4"0"0,-5 4 0,-8-1 0,12 2 0,-19 0 0,2-1 0,-7-1 0</inkml:trace>
  <inkml:trace contextRef="#ctx0" brushRef="#br0" timeOffset="35174">23285 6247 5734,'3'13'0,"-1"-4"0,2 18 0,-2-12 0,1 9 0,0 5 0,-3-14 0,2 11 0,-3-17 0,-1 0 0,1 0 0,0-2 0,1 0 0</inkml:trace>
  <inkml:trace contextRef="#ctx0" brushRef="#br0" timeOffset="35641">23459 6086 5734,'15'-11'0,"4"-1"0,-6 5 0,5-3 0,1 4 0,-9 4 0,5 1 0,-11 7 0,-1 4 0,1 10 0,-1 0 0,1 9 0,3 8 0,-3-8 0,4 10 0,-3-10 0,1 0 0,-1 2-335,0-5 1,0-1 334,-5-8 0,-2-2 0,-7 1 0,-2-4 0,-5 0 0,-9-5 0,4-3 0,-8 0 0,8-3 0,1-2 0,1 1 0</inkml:trace>
  <inkml:trace contextRef="#ctx0" brushRef="#br0" timeOffset="40209">18739 8058 5734,'-10'3'0,"2"1"0,2-2 0,6-1 0,7-1 0,12-2 0,8 0 0,12-2 0,7 0 0,-1-1 0,-7 2-1093,-3 1 1,-5-1 0,6 1 1069,7-1 0,7-2 0,3 1 0,-3 1 0,-8 0-163,-9 2 1,-4 1 0,6 0 185,-2 1 0,7 1 0,5 0 0,2 1 0,1 0 0,-2 0 0,-4 0 0,-4-1-447,1 0 1,-5 0-1,0 0 1,5 0 446,-1 1 0,7 0 0,3 0 0,2 1 0,-2 0 0,-2-1 0,-7 0 0,-8 0 0,5 0 0,-6 0 0,6 4 0,3 1 0,-8-1 0,-2 1 2051,12 10-2051,-82-12 0,19-3 0,-4-2 0,1 0 0,8-5 0,-5 0 0</inkml:trace>
  <inkml:trace contextRef="#ctx0" brushRef="#br0" timeOffset="40645">18880 7925 5734,'-26'19'0,"7"-1"0,-7 8 0,5 10-2038,8-6 2038,0 10 0,16 3 0,5-11 0,12 10 0,2-22 0,4-3 0,-4-4 0,3-1 0,14 1 0,8 0 0,-3-3 0,-6-3 0,1-2 0,3 0 0,-1 0 0,1 0 0</inkml:trace>
  <inkml:trace contextRef="#ctx0" brushRef="#br0" timeOffset="41229">21204 8058 5734,'-15'4'0,"-9"7"0,5 0 0,-8 6 0,1 6 0,8-5 0,-3 6 0,8 0 0,6-7 0,2 4 0,17 0 0,0-10 0,21 3 0,-12-15 0,8-4 0,-4-7 0,-9 0 0,3-5 0,-12-15 0,-7 9 0,-4-2 0,-4 0-298,-7-4 298,-2 4 0,-3-1-486,-6-6 486,3 5 0,-1 1-1252,-2-6 1252,9 12 0,1 0 0,-1-6 0,3 0 0,13-19 0,5 17 246,13-14-246,18 14 0,-6 8 0,6 3 0,0 1-663,2 3 663,-10 3 0,1 3 0,1 6 1051,-9 2-1051,-1 4 0,-11 3 0,-4 1 0,-3 3 0,0 1 0</inkml:trace>
  <inkml:trace contextRef="#ctx0" brushRef="#br0" timeOffset="41616">21492 7899 5734,'-10'15'0,"1"1"0,-5 12 0,3-4 0,-2 10 0,5 4-1685,3-10 1685,2 9 278,5-4-278,3-10 0,13 1 0,4-2 0,1-7-199,1-1 1,1-3 198,-1-12 0,-1-4-510,8-6 510,-9-1 0,2-5 519,-15-4-519,-6 3 0,-5-7 0,-4 5 0</inkml:trace>
  <inkml:trace contextRef="#ctx0" brushRef="#br0" timeOffset="41790">21438 7833 5734,'12'-7'0,"2"1"0,6 3 0,-2 0 0,5 2 0,-5 1 0,-1 2 0,-1 0 0,0 1 0,-1 0 0,0 1 0</inkml:trace>
  <inkml:trace contextRef="#ctx0" brushRef="#br0" timeOffset="42243">21833 7880 5734,'-1'-5'0,"-1"1"0,2 10 0,0 0 0,-1 10 0,0-3 0,-1 3 0,-1 13 0,-1-5 0,-1 9 0,0 2 0,1-9 0,0 7 0,1 2 0,1-17 0,2 8 0,0-22 0,3-3 0,3-7 0,0-3 0,4-7 0,2-7 0,-2 3 0,2-8 0,2-9 0,-4 13 0,1-2 0,0 1 0,-1 5 0,11-13 0,-11 23 0,2 1 0,2 18 0,-5 9 0,1 6 0,-6 14 0,-3-13 0,2 7 0,-1-10 0,6 14 0,-2-14 0,3 8 0,-3-15 0,-1-7 0,0 0 0,-1-8 0,1-2 0</inkml:trace>
  <inkml:trace contextRef="#ctx0" brushRef="#br0" timeOffset="42661">22193 7874 5734,'14'0'0,"-1"-1"0,-3-2 0,1 0 0,18-12 0,-15 7 0,12-8 0,-21 10 0,0 0 0,-3 4 0,0 0 0,-3 9 0,-1 12 0,1-1 0,3 27 0,1-21 0,0 2 0,1 0-708,0 2 708,3 9 0,-2-12 0,0-1 0,0 7 0,-1 1 0,0 0 0,-4-7 0,-4 3 0,-3 0 0,2-11 0,-9 12 0,10-25 0,1-2 0,1-3 0,-1-2 0,0-1 177,-5-3 0,1 1 0,-4-2 0</inkml:trace>
  <inkml:trace contextRef="#ctx0" brushRef="#br0" timeOffset="43076">20888 8765 5734,'25'-9'0,"1"0"0,13-2 0,1 2 0,-12 3 0,2 2-820,6-1 1,6 0 0,1 0 0,-4 1-373,6-1 0,3 2 1192,-10 1 0,8 1 0,5 0 0,2 0 0,-2 1 0,-3-1 0,-9 1-25,4 0 1,-7 0 0,5 1 24,-4 0 0,7-1 0,2 1 0,-1 1 0,-5-1 0,-8 0 0,0 1 0,-5 0 0,8 0 0,0 0 0,12 2 0,-19-2 0,-3 0 0,3 0 0,-7 0 0,-1-1 0</inkml:trace>
  <inkml:trace contextRef="#ctx0" brushRef="#br0" timeOffset="43358">23404 8686 5734,'-3'6'0,"1"-4"0,-1-5 0,0-3 0,0-2 0</inkml:trace>
  <inkml:trace contextRef="#ctx0" brushRef="#br0" timeOffset="47047">5976 9749 5734,'-7'0'0,"1"0"0,3 0 0,2 0 0,23-6 0,14-3 0,2 1-1093,-2-1 1,7-1 0,-3 1 678,-8 2 0,3 0 414,2 1 0,9 0 0,4-1 0,2 0 0,-4 0 0,-7 2 0,-4 0 0,-5 1 0,5 0 0,1 0 0,7-1 0,4 0 0,-2 1 0,-6 0 0,-9 2 838,13 2-838,-9 2 0,-5 1 0,-16-1 0,2 4 0,-38 0 0,-12-1 0,1 0 0,2-1 0,0 0 0</inkml:trace>
  <inkml:trace contextRef="#ctx0" brushRef="#br0" timeOffset="47225">6800 9478 5734,'25'8'0,"-5"-1"0,12 12 0,1 3 0,-5-1-1154,0 2 0,-3 1 1154,-15 0 0,-4 5 0,-2 3 0,-1 3 0,-1-4 0,-1 0-75,-2 7 0,2-10 0,1 8 0</inkml:trace>
  <inkml:trace contextRef="#ctx0" brushRef="#br0" timeOffset="79326">10033 10221 5734,'7'44'0,"1"-3"0,1 0 0,-3-15 0,0 0-975,3 11 0,3 5 0,-1-5 975,-3-12 0,1-1 0,4 14 0,2-2 0,4 2 0,-1-13 0,4 3 0,-1-2 0,-3-3 0,1-1 0,8 7 0,5 4 0,-4-5 0,-7-10 0,-2-2 0,7 4 0,4 3-506,-1-5 0,6 3 0,2 1 0,-1-1 0,-5-4 506,8 5 0,-1 0-56,-6-4 0,6 3 0,1 1 0,-3-3 1,-7-3 55,-4-4 0,0-1 0,6 0 0,7 3 0,4 0 0,-1 0 0,-6-3 0,9 3 0,0 0 0,-9-3 0,4 1 0,3 1 0,-1-1 0,-4-3 0,7-2 0,-2-3 0,-3 0 0,2 0 0,1 0 0,0 0 0,3 0 0,2-1 0,-10-2 0,3 0 0,-2-1 0,-2 0 0,-2 0 0,-1-1 0,1 1 0,5 0 0,3-1 0,0 0 0,-4 0 0,7 0 0,2-2 0,-7 1 0,6-2 0,3 0 0,-1 0 0,-5 1 0,1-1 0,-4 1 0,4-1 0,-2 1 0,3-1 0,3 0 0,-1-1 0,-2 0 0,2-1 0,-1-2 0,-2 1 0,-2 0 0,-3 1 0,-2 0 0,2-1 0,4 0 0,4-1 0,-1-1 0,-5 2 0,5-3 0,0 0 0,-8 2 0,5-3 0,3 0 0,-2 1 0,-4 0 0,1 0 0,-3 0 0,3 0 0,-3 0 0,3 0 0,2-1 0,1-1 0,-1 0 0,-2-1 0,2-1 0,1-1 0,-1 0 0,-3 0 0,-4 2 0,8-3 0,-5 2 0,5-2 0,-7 2 0,5-1 0,3-2 0,-1 1 0,-4 0 0,-7 2 0,7-5 0,-2 0 0,-8 2 0,3-3 0,1 0 0,-4 2 0,9-6 0,0-1 0,-3 0 0,5-5 0,0 0 0,-8 4 0,-4 1 0,-3 1 0,1 0 0,1-3 0,-4 2 0,-2-7 0,-4 2 236,-4 6 0,-2-1-236,3-8 0,-3 0 0,-5 10 0,-3-2-118,-1-9 0,-1-7 0,-1-1 0,0 5 118,1-3 0,-1 0 0,-1 3 0,-1-7 0,1-2 0,-1 3 0,-1 8 0,0 1 0,-1 2 0,-1-7 0,-1-3 0,-1 5 0,1 10 0,-1 2 0,-2-8 0,-1 0 0,-7-10 0,4 13 0,-2-1 0,3 7 0,-1 1 0,-2-5 0,-5-3 0,-1 3 0,-4-2 0,-2 0 0,4 4 0,-4-5 0,0 1 0,2 3 0,-4-4 0,0 0 0,2 4 0,0 3 0,2 2 0,0 2 145,-5-5 1,-3-1-146,4 3 0,-7-3 0,-1-1 0,0 0 0,5 4 16,4 3 1,3 2 0,-6-4-17,-1 1 0,-6-3 0,-5-3 0,0-1 0,0 1 0,4 2 0,5 5-114,-1-1 0,5 4 1,-4-2 113,0 1 0,-5-3 0,-3-2 0,0 1 0,4 2 0,4 4 0,-11-3 0,3 3 0,4 1 0,-1 0 0,0 1 0</inkml:trace>
  <inkml:trace contextRef="#ctx0" brushRef="#br0" timeOffset="103218">15193 11389 5734,'-4'-1'0,"1"0"0,2 1 0,0 0 0,-1 0 0,1 0 0,-1 1 0,2 0 0,-2-2 0,1 2 0,-2-4 0,2 3 0,-1-1 0,1 0 0,1-2 0,17-1 0,-3 0 0,15-2 0,10-4 0,-5 1-150,-10 3 1,2 0 149,5-1 0,-1 0-893,-5 2 1,1 0 892,8-2 0,0 0 0,-10 3 0,2-1-676,7 1 1,6-1 0,1 0-1,-4 0 676,3 0 0,0 0 0,-4 1 0,5-1 0,1 0 0,-5 1-474,8-3 0,-4 1 474,-8 1 0,1 0 0,6-2 0,5 0 0,-9 1 0,4 0 0,-1 1 0,-5 0 160,0 0 0,0 0-160,14-2 0,7 0 0,-14 2 0,-15 3 0,5 0 2391,-16 1-2391,-6 0 2619,1-1-2619,-3-1 0,-4 0 0,-1-1 404,-4 0-404,-3-1 0,-2-1 0,-2 0 0,0 0 0</inkml:trace>
  <inkml:trace contextRef="#ctx0" brushRef="#br0" timeOffset="103437">16186 11066 5734,'5'5'0,"13"-1"0,2-1 0,11-2 0,-2 0-1537,2 0 1537,0 1 0,4 5 0,0 1 0,-1 3 242,-3-2 1,-5 4-243,-18 21 0,-7-10 0,-7 16 0,-11-5-737,2-8 737,-7 9 0,5-12 0,1-2 0,0-2 0</inkml:trace>
  <inkml:trace contextRef="#ctx0" brushRef="#br0" timeOffset="105243">17602 10912 5734,'-32'-2'0,"7"1"0,-12 3 0,-5 6-701,9 1 701,4-1 0,2 2 228,-5 3-228,4 12 0,4 3 0,13-7 0,12 9 0,9-1 0,19-15-208,-4-2 0,3-1 208,-1-3 0,0 0-1365,16 6 1365,-14-5 0,-2 0 0,11 4 0,-1 7 0,-1 1 0,-7-1-98,-1 3 0,-10 0 98,-27-8 0,-11 4 0,-16 1 0,4-5 0,11-5 0,-3 0 0,-5 1 0,1-1-360,-8 2 360,11-4 0,1-1 1270,4-3-1270,12-4 540,13-6-540,10-3 0,13-6-229,1 0 1,4-1 0,2-1 0</inkml:trace>
  <inkml:trace contextRef="#ctx0" brushRef="#br0" timeOffset="106802">17984 10993 5734,'-16'-8'0,"3"4"0,-24 8 0,17 3 0,-12 9 0,10 7 0,6-4 0,-2 9 0,7 2 0,4-6 0,2 22 0,5-24 0,4 9 0,27-16 0,-15-11 0,19-3 0,-22-11 0,0-1 0,-2-3 0,-1-1 0,2-15 0,-6 11 0,-3-6 0,0 0 0,-3 9 0,-1-14 0,0 24 0,-1 5 0,0 3 0,0 18 0,2-4 0,0 12 0,3 2 0,0-8 0,3 8 0,3-4 0,-2-8 0,11 11 0,-8-18 0,5 1 0,-2-14 0,-3-3 0,14-30 0,-12 3 0,5-13 0,-13 12 0,-4-6 0,-1 15 0,0-10 0,-1 18 0,2 7 0,-1 1 0,2 19 0,1-2 0,1 14 0,0-5 0,1 2 0,3 10 0,-1-6 0,4 6 0,2-4 0,-3-7 0,4 2 0,-1-6 0,-3-6 0,3-1 0,1-11 0,-3-2 0,4-7 0,0-11 0,-4 3 0,3-10 0,-4-4 0,-2 7 0,1-9 0,-4 13 0,-1 2 0,0 2 0,-2 4 0,0 3 0,-1 11 0,0 13 0,2 14 0,0 4 0,2 14-539,-1-14 1,1-1 538,2-3 0,-1-11 0,0-3 0,6 2 0,-4-8 0,5-2 0,-2-14 0,-3-1 0,10-23 0,-10 12 0,7-24 224,-9 22-224,2-7 0,-3 12-10,0-2 10,0 8 0,-1 1 0,-1 10 0,-2 5 0,0 6 0,-2 15 0,-1-2 270,-1 11-270,2-8 0,2 11 0,2-11 10,6 11-10,11-17 0,-2-6 0,7-9 0,-9-13 0,1-3-410,0-5 410,0-4 0,0-3-732,0-3 732,-2-2 0,1-10 0,-2-1 0,-1 6 0,-1-2 0,-2 6 0,-6 26 513,-2 5-513,0 29 0,-1-5-186,0-2 0,0 2 186,0 4 0,0-1-1163,0 20 1163,1-15 0,1 1 0,0 5 0,1-1 0,-1-8 0,1 1 0,1 8 0,1 5 0,-1-6 0,0-8 0,-1-2 0,3 15 0,0-3 0,0-2 361,-2-14-361,-2-3 0,-4-22 0,-3-7 0,-2-18 0,0-6 0,-2-9 57,1 6 1,0-6-58,3-1 0,2-7 0,0 0 0,1 6-770,0 0 1,0 0 769,1 0 0,-1-8 0,1 2 0,3 8 0,5 6 0,3 6-689,6-15 689,-4 18 0,2 2-609,20-9 609,-7 13 0,10 1 0,-9 21 0,-2 5 0,-1 0 0,16 14 144,-38-5-144,-12 10 0,-2-3 0,-12 8 0,-10 0 1590,6-7-1590,-10 6 0,5-7 622,9-9-622,-2 2 888,12-16-888,9-4 0,8-17 0,7 3 0,6-10 0,6-11-1217,-5 6 1217,-6 10 0,1-1 0,0-2 0,-1-1 0,7-14 0,-7 14 0,0-1 0,-3 2 0,0 0 0,3-12 290,-4 3 0,-2 0-290,1-9 0,-4 19 0,-1 0 495,0-3-495,-1 13 0,-1 3 0,-2 6 1400,1 4-1400,-2 7 0,-2 20 0,1 1-637,-1 17 637,2-3 0,3 5 0,0 4 0,0-19 0,2 2 0,3 8 0,4 9 0,-1-1 0,0-8-1091,0-7 1,0-2 1090,3 8 0,2 3 0,0-7 0,10-2-432,-5-12 432,3-1 0,2-22 0,-9-4 0,8-24 0,-15 5 0,2-12 0,-3-8 5,-2 10-5,1-9 0,-1 1 0,-2 19 2045,1-3-2045,-1 26 571,0 8-571,2 30 0,0 8 0,-1-5-759,2 7 1,-1-1 758,-1-17 0,0-2 748,1-4-748,0-3 0,-1-3 0,1-3 0,-4-6 0,-6-24 0,-4-10 0</inkml:trace>
  <inkml:trace contextRef="#ctx0" brushRef="#br0" timeOffset="107212">19358 10887 5734,'6'28'0,"-2"-2"0,0-7 0,-1-2 0,2 0 0,0-2 0,1 2 0,-2-7 0,1 0 0,1-18 0,-2-1 0,8-35 0,-6 17 0,-1-5 0,0 1 0,-2 4 0,3-17 0,-4 33 0,6 46 0,-4-12-688,1 13 0,0 2 688,1-10 0,2 7-201,18-8 1,-4-14-1,16 1 1</inkml:trace>
  <inkml:trace contextRef="#ctx0" brushRef="#br0" timeOffset="107527">19909 10872 5734,'-18'21'0,"1"-2"0,6-8 0,1-2 0,0 3 0,3-5 0,1 3 0,5-8 0,4-2 0,2-5 0,3-5 0,6-14 0,-3 3 0,5-9 0,-3 1 0,-3 11 0,10 2 0,0 47 0,-8-6 0,0 2-628,-2 7 0,-1 4 628,-3-3 0,-1 2 0,0-3 0,-1 1 0,0 2 0,-1 0 0,0 5 0,0 1 0,-1-5-1340,-1 5 0,0-2 1340,0 1 0,-1 4 0,-2-5 0,-5 2 0,-3-4-584,2-11 0,-2-1 584,-3 6 0,-3-3-315,-4-11 0,-1-4 315,-13 1 513,-13-8-513,22-18 0,0-5 0,5 2 0,0-2 358,-6-8 1,0-2-359,7 2 0,0-1 0,1-2 0,1-1 0,-1-2 0,0 0 0</inkml:trace>
  <inkml:trace contextRef="#ctx0" brushRef="#br0" timeOffset="107659">19401 10509 5734,'-17'-22'0,"10"8"0,1-9 0,16 9 0,8 1 0,5-1 0</inkml:trace>
  <inkml:trace contextRef="#ctx0" brushRef="#br0" timeOffset="109756">20718 10665 5734,'-28'18'0,"6"-4"0,-5 10 0,14 18 0,4 3 0,3-8-255,0 8 0,7-3 255,16-19 167,-1-11-167,9-10 0,0-5 0,1-6-78,-2-2 0,-2-3 78,3-23-635,-7 4 635,-8 12 0,0-4 0,-6-8 0,-2-7 0,0 6 0,2-13 0,-4 12 0,-1-5 0,-1 13 0,-2 17 236,-3 5-236,2 31 0,3 1 0,2 12 0,2 2-1731,3 6 1731,-1-9 0,2 0 0,2-11 0,2-3-641,6 13 641,-4-15 0,0-2 0,7 2 0,22-36 0,2-13 0,-11 3 0,-6 2 0,3-5 0,-7-3 0,-15-2 0,-7-3 0,-1 2 0,2-1 0,-1 0-169,-1-2 1,1-2 0,-2 1 168,-2-7 0,-1 0 0,-1 11 0,-1-2 0,1 1 0,-1-8 0,0 2 0,-2-1 0,-1 6 0,0 3 0,1 16 0,1 3 0,2 42 0,5-4 318,3 10 1,1 3-319,1-14 0,2 0 0,1 8 0,2 3 0,3-2 0,1 2 0,0-3 0,0 0 0,1 1 0,0 0 0,3 5 0,1 0 0,-4-6 0,0-3 0,0-1 0,3 7 0,2 4 0,-3-7 0,2 5 0,-6-12 0,-2-3 844,-10-4-844,-5-9 304,-9-3 1,-4-10-1,-3-2 1</inkml:trace>
  <inkml:trace contextRef="#ctx0" brushRef="#br0" timeOffset="109865">21092 10714 5734,'27'-11'0,"0"0"0,-1 0 0,0 1 0,17-6-469,-11 6 1,1 0 0,-8 2 0,0 1 0,8-3 0,0 1 0</inkml:trace>
  <inkml:trace contextRef="#ctx0" brushRef="#br0" timeOffset="110337">22008 10471 5734,'-7'-8'0,"1"2"0,-6 10 0,5 3 0,-9 29 0,12-11 0,1 3 0,0 0-1196,3 4 1196,0 9 0,1-15 0,0-2 0,2 6 0,-2-2 0,1-3 0,1-8 285,-1 3-285,-1-21 0,-2-21 0,1 0 0,2-11 0,1-10 0,1 5 0,-1 14 0,1 0-506,1-10 0,0-5 0,1 8 506,5 2-535,5-2 535,-3 11 711,5 0-711,0 16 0,-4 5 0,3 7 0,-3 11 0,-3 5 0,3 3 211,-1-1 0,-2 1-211,-2 2 0,0 1 177,5 13-177,-4-11 0,4 8 0,-4-5 0,-2-12 0,-1 5 0,-2-12 0</inkml:trace>
  <inkml:trace contextRef="#ctx0" brushRef="#br0" timeOffset="110675">22587 10664 5734,'-2'-4'0,"0"1"0,6 1 0,1 2 0,3-2 0,11-4 0,-4 1 0,9-3 0,4-1 0,-6 2 0,9-2 0,2 0 0,-7 2 0,8-2 0,-3 3 0,-10 3 0,4 0 0,-15 3 0,-4 3 0,-5 1 0,-4 2 0,-4 0 0,-1-1 0</inkml:trace>
  <inkml:trace contextRef="#ctx0" brushRef="#br0" timeOffset="110863">22469 10956 5734,'16'-3'0,"-1"0"0,9-4 0,2-1 0,5-1-409,-5 0 1,2 1 408,-4 0 0,-2 2-929,14-4 929,9-1 0,-8 5-38,-12 5 38,3 1 0,-13 1 0,-2 1 0,0-1 0</inkml:trace>
  <inkml:trace contextRef="#ctx0" brushRef="#br0" timeOffset="111262">23364 10419 5734,'-5'-13'0,"0"5"0,-4-1 0,-12 17 0,-2 7 0,0 2-893,-2 3 1,2 2 892,6 9 0,7-5 0,2 2 0,-3 16 0,6-14 0,1 0 0,5 13 0,4-15 0,3-1 0,6 13 0,19-9 0,5-4 0,4-12-611,-2-4 1,0-7 610,1-20 0,0-7 0,-7-8 0,-1-4 0,-12 13 0,-2-2 0,11-13 0,-5-2 0,-13 8 0,-5 1 0,0-15 0,-5 17 0,-3 1-523,-9-5 523,-8 5 0,-5 6 0,-5 5-696,-6 7 696,-3 5 0,-2 6 0,-1 5 0,1 5 0,0 1 0</inkml:trace>
  <inkml:trace contextRef="#ctx0" brushRef="#br0" timeOffset="118481">18033 12745 5734,'2'-5'0,"1"-1"0,3 1 0,4 0 0,29-8 0,9-2 0,-14 4 0,1 1-1093,2-1 1,3-2 0,-2 2 940,-3 1 0,1-1-273,1-1 0,5-3 0,0 0 0,-6 3 425,-5 1 0,-1 0 0,20-5 0,6-2 0,-29 2-39,-48 0 39,6 10 0,-30-6 0,18 11 0,1 2 0,-8-2 0,4 1 0,1-1-189,6 0 189,-4-1 1802,9 0-1802,7 0 3237,1-1-3237,8-1 0,39-19 0,-16 12 38,3-1 0,4 0-38,15 11 0,-2 4 0,-7 0-214,6 2 1,-7 3 213,-27 7 0,-4 4 0,-4 3 0,-8 20 0,-3 2 0,3-4 0,1-8 0,-2 6 0,2-8 0,2-7 0,-4 12 0,7-22 0,0 0 0</inkml:trace>
  <inkml:trace contextRef="#ctx0" brushRef="#br0" timeOffset="122812">19267 12271 5734,'-17'8'0,"0"1"0,-2 3 0,-8 8 0,0 4 0,1-1 0,19 7 0,6 0 0,5-6 0,11 11 0,5-1 0,4-14 0,2-2 0,5 3 0,-5-4 0,3 2 0,5-1 0,-9 0 0,-28-3 0,-2-8 0,-20 3 0,-3-2 0,9-4 0,-20-2 0,45-7 0,8-5 0,4-1 0,15-9 0,3-3 0,-12 6 0,0-1-726,3-2 1,4-3 0,-5 3 725,-6 2 0,-3 1 0,11-16 0,-15 12 0,-4-20 0,-7 21 0,-4-13 0,-35 43 0,19-2 0,-7 6 0,3 3 0,8 3-334,-2 7 334,8-7 0,3 7 0,3-6 0,2 5 2085,1-10-2085,15 11 0,-8-17 0,15 0 0,-13-19 0,4-7 0,0-5 0,-4 3 425,1-6-425,2-20 0,-8 24 0,4-15 0,-8 36 0,-1 5 0,0 5 0,0 3 0,1 1 0,2 2 0,10 21 0,-6-18 0,9 13 0,4-21 0,-8-8 0,9-2 0,-12-10 0,2-3 0,3-11 0,-3 4 0,3-6 0,-5 2 0,-3 6 0,1-2 0,-4 6 0,-1 5 0,0-1 0,-1 5 0,0 3 0,-1 5 0,0 2 0,-1 6 0,1 2 0,0 1 0,3 13 0,0-7 0,2 9 0,11-7 0,3-4 0,-5-5 0,22 12 0,-28-38 0,2-11 0,-4 3 0,3-27 0,-7 21 0,-2-4 0,0 2 0,-1 11 0,-1-8 0,1 28 0,-3 20 0,3-6 0,-1 15 0,4-3 0,1-7 0,1 4 0,2-8 0,0-6 0,1-1 0,1-8 0,-1-4 0,1-3 0,-1-8 0,-2 3 0,0-4 0,1 2 0,-3 3 0,7 2 0,-5 8 0,5 5 0,2 33 0,-4-18 0,-1 5 0,1-1-416,-2-6 416,1 5 0,-3-12 0,0-2 0,-2-2 0,0-1 0,-2-6 0,-3-13 416,1-1-416,-1-23 0,1-3 0,1 2-708,1-1 0,0 0 708,4 6 0,4-10-757,-1 12 757,3-7-337,-3 15 337,2 2 0,0 4 0,0 1 1240,8 0-1240,-6 7 842,6 3-842,-10 8 428,-1 5-428,-2 14 0,-2-8 0,1 11 0,-2-14 0,1 0 0,-1-2 0,1-3 0,-1-1 0,2-3 0,-1-2 0,5-7 0,-2-4 0,3-6 0,-2-3 0,-1-27 0,-1-6 0,-2 28 0,0-2-767,-1-14 0,0-6 1,-1 7 766,-3-2 0,1 15 0,-1 0-650,-4-14 650,1 12-104,-1-1 104,0 17 0,-1 10 0,0 5 0,-4 29 0,6-8 1879,-1 20-1879,8 1-585,2-9 585,-1-12 0,1 1 0,2 0 0,2-1 0,3 13-78,-3-14 0,2 0 78,10 16 0,-4-11-520,5 4 520,-7-16 164,1-3-164,-3-4 1308,1-4-1308,4-7 311,-5-4-311,3-6 0,-1-11 0,-3 3 288,1-8-288,-5 6 0,2-25 0,-4 21 13,2-16-13,-6 26 0,0 12 0,0 11 0,0 8 0,2 20 0,0-11 0,3 7 0,6-2 0,-2-9 0,15 12 0,-11-21 0,27-8 0,-23-11 0,22-22 0,-23 10 352,5-10-352,-3 1 0,-5 6 0,2-3 0,-5 6 0,-4 7 0,0 0 0,-4 11 0,-2 2 0,-2 7 0,-2 9 0,-1-1 0,0 8 0,2 4 0,1-6 0,1 5 0,4-3 0,1-7 0,2 3 0,5-5 0,-3-9 0,25-19 0,-18 0-668,17-20 668,-19 13 0,4-2 0,1 0 0,0 5 0,18-13 0,-17 54 0,-3 12 0,2 3 0,0 1 0,0 8 0,-9-2 0,-2 5 0,-1-5-659,0-5 0,-1 2 659,-1-1 0,0 8 0,-1-1 0,-1-7-1047,-2-4 1,-2-2 1046,0 10 0,-2 1 0,-1-13 0,-2-1 0,1-2 0,0-2 0,-3 0 0,-3 4 0,-3 3 0,1-8-512,-9-1 512,-13 3 395,11-40-395,9-6 0,9-14 0,4-6 0,9-8 326,0 7 1,6-4-327,7 4 0,5-1 0,-1 4 0,-5 3 0,2 0 0,4-5 0,0 0 0,0 0 0</inkml:trace>
  <inkml:trace contextRef="#ctx0" brushRef="#br0" timeOffset="124519">21498 12196 5734,'-10'-2'0,"-6"3"0,2 2 0,-5 5 0,2 2 0,0 3 0,-12 16 0,12-10 0,-7 11 0,18-9 0,4-10 0,3 3 0,6-14 0,2-4 0,4-3 0,2-4 0,5-13 0,1-3 0,-2 1 0,3-7 0,-3 1 0,-11 16 0,3-4 0,-8 16 0,-1 4 0,0 5 0,0 12 0,0-1 0,1 7 0,17 21 0,-7-23-428,14 16 428,-12-32-41,2-4 41,2-3 0,5-16 0,0-5 0,0 0 0,-1-2 0,-3-4 0,-12-7 0,-5 1 0,2-7-400,-2 3 0,-2 2 400,-3 2 0,-3 4 0,-2 1 0,-1-8 0,-3 1 0,-1 2 0,2 11 0,-6-9 392,8 21-392,3 10 39,1 5-39,6 23 0,2 1 0,4 15 0,3 3-1082,-4-18 0,0-1 1082,4 18 0,2 2 0,-1-9 0,1-1 0,-4-9 0,0 1 0,3 5 0,1 3 0,-1-5 0,1 2 0,-1-4 0,1 10 189,-2-1 1,-8-11-190,-14-30 0,-12-10 0,6-3 0</inkml:trace>
  <inkml:trace contextRef="#ctx0" brushRef="#br0" timeOffset="124646">21744 12109 5734,'42'-3'0,"-13"0"0,-2 0 0,8 0-582,13-3 1,-14 2-1,0 0 1</inkml:trace>
  <inkml:trace contextRef="#ctx0" brushRef="#br0" timeOffset="126535">22434 11965 5734,'0'13'0,"0"2"0,1 4 0,-1 17 0,1-5 0,0 4 0,-1 2 0,1 1 0,0 4 0,-1 0-1418,1-10 1418,0 15 316,-1-21-316,-1-12 0,-3-4 0,1-15 0,-2-10 0,3-16 0,2 5 283,0-12-283,2 10 0,7-9 0,2-2 0,-3 15 0,2 1 0,9-21 0,1 4 0,2 12 0,5 5 0,-13 18 19,1 1-19,0 5 0,4 20 0,0 6 0,-1-2 0,0 4 0,-2 3 0,-8-6 0,-2-2-833,3 7 833,-3-7 0,2 0 0,6 4 0,-4-8 0,9 5 0,-8-14 0,3-3 0,-4-8 0,2-3 0</inkml:trace>
  <inkml:trace contextRef="#ctx0" brushRef="#br0" timeOffset="126784">23059 12020 5734,'15'-2'0,"-4"0"0,21-1 0,-13 1 0,12 0 0,-12 1 0,1-1 0,-1 1 0,9-2 0,-9 0 0,5 0 0,-5-1 0,-12 3 0,-5 1 0,-12 3 0,-6 3 0</inkml:trace>
  <inkml:trace contextRef="#ctx0" brushRef="#br0" timeOffset="126981">23091 12180 5734,'-2'3'0,"1"-1"0,7-1 0,1-1 0,23-6 0,-9 1 0,2-3 0,1 0-693,2-3 693,9-3 0,4-1 0,-15 8 0,7-5 0,-19 10 0,-1 0 0</inkml:trace>
  <inkml:trace contextRef="#ctx0" brushRef="#br0" timeOffset="127676">23607 12138 5734,'8'-3'0,"1"-2"0,11-9 0,-6 2 0,7-8 0,-1-3 0,-6 3-834,6-8 834,-6 4 0,0-1 0,-1-2 0,-2-1 0,-1-1 0,1-9 0,-1-7 0,-1 0 0,-6 5 0,0 9 0,-2 0 0,-6-11 0,0 11 202,-3-6-202,-15-2 0,11 22 0,-12-11 0,8 24 0,7 4 0,-5 3 0,6 10 632,2 0-632,-1 7 0,4 8 0,1 2 0,-1 6-755,2-1 0,0-1 755,2 3 0,0 1-1122,0 2 1122,1 0 0,0 1 0,1-2-259,0-13 0,0 0 259,2 11 0,1-4 0,0-1 0,-1-3 0,4 12-221,-6-22 221,-1-6 1188,0 1-1188,-1-6 1188,-1-3-1188,0 0 676,0-4-676,4-18 0,-1 7 0,6-15 0,-1 11 0,2 1 0,13-12 0,-7 9 319,9-7-319,-6 9 0,-5 4 0,2 0 0,-4 6 0,-7 5 0,1 3 0,-12 10 0,-1 0 0,-10 17 0,3-9 0,-3 8 0,-2 8 0,9-15 0,-3 21 0,14-29 0,5 5 0,12-17 0,1-3 0,10-3 0,11-7 0,-7 3 0,3-1 0,9 0 0,-7 0 0,7 0 0,-12 2 0,4 0 0,-8 2 0,-12 3 0</inkml:trace>
  <inkml:trace contextRef="#ctx0" brushRef="#br0" timeOffset="127800">24447 12542 5734,'7'4'0,"5"-2"0,-4-3 0,4 0 0,-3-6 0,-3 1 0,-2-4 0,-4 2 0</inkml:trace>
  <inkml:trace contextRef="#ctx0" brushRef="#br0" timeOffset="131371">6165 14909 5734,'-9'1'0,"0"0"0,-3 1 0,2 0 0,-14 0 0,11-1 0,-30 0 0,71-9 0,-32 2 0,33 0 0,15 1-1700,-4 1 1700,-11 1 0,0 1 0,-5 0 0,0 1 0,17-1 0,1 0 0,-9 0 0,2 0 0,6-1 0,3 1 0,-2 0 0,-4 0 0,3 0 0,-5 2 0,8 0 0,5 1 0,-1 0 0,-2 0 0,-8 0-943,-3 0 0,-5-1 0,4 2 943,5-1 0,7 0 0,1 1 0,-4 0 0,-7 1 0,-2 0 0,-6 1-511,7 0 511,13 2-57,-17-1 57,-18-3 1024,9 2-1024,-20-4 3055,0 0-3055,-8-4 907,1 0-907,-7-3 0,-18-15 0,12 8 0,-17-13 0</inkml:trace>
  <inkml:trace contextRef="#ctx0" brushRef="#br0" timeOffset="131812">6967 14636 5734,'-4'0'0,"1"-1"0,15-1 0,-3 0 0,11 0 0,4 1 0,-3 2 0,7 1 0,4 7 0,-8 0 0,9 6 0,-2 8-978,-9-2 978,5 11 0,-8 8 0,-8-7 0,-2 14 0,-14-13 0,-7 6 0,2-4 0,2-8 0,0 1-633,-3 7 1,-3 6 0,2-8 632,-3 3 0,4-4-424,2-5 424,3-4 183,10-6 0,5-14 1,9-5-1</inkml:trace>
  <inkml:trace contextRef="#ctx0" brushRef="#br0" timeOffset="132557">9502 13848 5734,'-39'-14'0,"-2"5"0,-3 1 0,16 3 0,-3 1-820,-3 1 1,-7 1 0,0 1 0,6 1-373,-4 1 0,2 2 1192,-1 0 0,-3 1 0,-2 1-19,7 2 1,-2 1 0,1 1 0,2 0 18,1-1 0,3-1 0,-3 2 0,-4 1 0,-4 1 0,0 0 0,5 0 0,-11 4 0,4-1 0,13-3 0,0 0 0,0 0 0,1 0 0,-1 0 0,0 2 0,-10 6 0,-3 2 0,4 0 0,8-4 0,2 0 0,-1 1 0,-7 5 0,-1 2 0,2 2 0,4 3 0,2 3 0,2-1 0,6-6 0,2-1 0,0 2 0,-4 7 0,-1 3 0,4 0 0,4 2 0,3 2 0,1-2 0,4-9 0,1 0 0,2 3 0,2 4 0,2 5 0,0 2 0,3-2 0,0-4 0,1-2 0,2-3 0,4 3 0,4 5 0,4 7 0,3 1 0,1-3 0,-1-8 0,2-5 0,-1-7 0,4 2 0,2 3 0,2 2 0,2-1 0,2-5 0,10-2 0,3-5 0,-2-2 0,-7-3 0,-2-2 0,7-2 0,-2-4 0,6 0 0,4-2 0,3-1 0,0 0 0,-2-3 0,-4-1 0,2-2 0,-3-3 0,-1-2 0,1 0 0,3 0 0,-4 2 0,3 0 0,1 0 0,0 0 0,0-1 0,-3-2 0,-3-2 0,1-2 0,-2-3 0,-2-1 0,-3-1 0,-1 0 0,-1 0 0,-2 0 0,-2-2 0,3-4 0,0-3 0,2-4 0,1-3 0,0-1 0,-2 1 0,-3 3 0,1-3 0,-2 2 0,-2 0 0,2-4 0,-2 3 0,2-2 0,1-2 0,-2-1 0,-2 0 0,-4 1 0,-5-1 0,-4-1 0,-1 0 0,-3 1 0,0 1 0,1-1 0,-3 2 0,0 0 0,-1-2 0,1-8 0,0-2 0,-2-1 0,-6 0 0,-4 5 0,-3-1 0,-4 1 0,-2 0 0,-2 2 0,-3 4 0,-4 2 0,-2 1 0,0 0 0,0-1 0,3-2 0,2-1 0,-2 1 0,-2 2 0,-5 3 0,-3 8 0,-5 1 0,-3 3 0,0 2 0,2 2 0,5 3 0,-1 1 0,3 4 0,-3 1 0,-11-1 0,-7 1 0,1 1 0,10 3 0,8 3 0,4 2 0,-13 1 0,6 2 0,14 6 0</inkml:trace>
  <inkml:trace contextRef="#ctx0" brushRef="#br0" timeOffset="134634">16408 13550 5734,'-10'-14'0,"-21"-12"0,5 12 0,-2 0-1639,1-1 1,0 1 1529,-7 0 1,0 3 108,-11-3 0,7 4 0,-2 0 0,9 2 0,-1 0 0,-12-2 0,-3 0 0,12 2 0,-1 1 0,1 0-1048,-7-2 0,-2 0 1048,7 2 0,-3-1 0,0 1 0,-3-1 0,0 1 0,1 0-48,8 1 0,1 0 0,-1 0 48,-8 0 0,-2-2 0,-3 0 0,2 0 0,-2 0 0,1-1 0,2 0 0,4 2 0,3-1 0,-5 0 0,-1-1 0,-5-2 0,-2 0 0,2 0 0,5 1 0,3 1 0,5 0 0,-3-1 0,3 1 0,-2-1 0,-1-1 0,1 1 0,-2 0 0,1 0 0,0 0 0,1 1 0,-2-1 0,1 1 0,-2-1 0,4 2 0,-1-2 0,-3 2 0,-3 0 0,3 3 0,-5 0 0,-3 1 0,-2 0 0,2 1 0,2 0 0,5 0 0,-4 0 0,6 1 0,-1 0 0,-5 0 0,3 0 0,-6 0 0,-3 0 0,0 0 0,1 0 0,5 2 0,5 0 0,-6 2 0,6 2 0,0 0 0,-2-1 0,0 2 0,-1-1 0,1 1 0,-1-1 0,1 1 0,0 1 0,0-1 0,0 1 0,1-1 0,0 1 0,-3 0 0,2-1 0,-3 1 0,0 0 0,2 0 0,-3 0 0,3 0 0,-2 0 0,5-1 0,-2 0 0,-1 0 0,-1 0 0,6-1 0,-2-1 0,0 0 0,1 0 0,1 0 0,-2-1 0,2 0 0,0 0 0,-2-1 0,-5 2 0,-3-1 0,2 0 0,4-1 0,2 0 0,3-2 0,3 1 0,1-1 0,1-1 0,-6 0 0,0-1 0,12 1 0,1 0 0,-4 0 0,1-1 0,-9-1 0,14 1 889,-3 1-889,11 2 2673,7 0-2673,-2 3 2014,8-1-2014,0 1 158,1-1-158,0-1 0,-1-2 0,1-1 0,-6-3 0,1 3 0,-3-2 0,-6 0 0,-6 3 0,-6 2 0,4 5 0,5 2 0,4-1 0,1 2 0,-1 1 0,0 1 0,0 1 0,1 0 0,0 1 0,-4 6 0,5-2-280,-3 6 280,7-4 0,-1 19 0,1 5 0,4-20 0,0 2-820,-1 9 1,0 8 0,0 1 0,1-6 808,0-1 0,1 1 11,-1-2 0,-1 6 0,0 2 0,0-1 0,0-5-719,0-2 1,0-3 0,0 2 718,-2 5 0,0 3 0,0 1 0,0-5 0,-3 10 0,0-2 0,3-14 0,0 0 0,-1-1 0,0 1 0,0 0 0,0 0 0,0-1 0,0 0 0,0 2 0,-5 11 0,0 2 0,0-2 0,3-9 0,0-2 0,0 1 0,-3 8 0,0 3 0,0-2 0,0 0 0,1-2 0,1-1 0,2-9 0,1-1 0,-1 3 0,-2 10 0,-1 6 0,0 0 0,2-7 0,0 5 0,1-3 0,-1 0 0,0 3 0,2-2 0,-1 2 0,2-3 0,2-12 0,-1 3 0,-1 7 0,-2 4 0,2-4 0,1-10 0,1 0 0,-3 6 0,0 3 0,0-4 0,3-11 0,0-2 0,-1 8 0,-1-2 0,-1 10 0,3-9 0,0 1 0,0 7 0,2-9 0,0-3 593,2-2-593,2 6 0,0-10 2526,0 3-2526,5 6 0,-2-15 898,3 12-898,-1-13 0,-1-3 1717,2 4-1717,2-1 0,-1-3 0,2 3 0,1-2 0,-2-3 0,2 1 0,1-1 0,-1-2 0,1 1 0,1-3 0,-3-1 0,3 0 0,-4-2 0,6 1 0,-1-1 0,4 0 0,7-1 0,-2-1 0,11 0 0,1-1 0,7-1 0,-3 0-805,-7 1 1,1 1 804,5-1 0,6 0 0,1 0 0,-7 1-1202,0 1 0,-2 0 1202,-3 0 0,2 0 0,-2 0 0,6 2 0,-1-1 0,4 0 0,0 0 0,2 1 0,2-1 0,-10-1 0,3 1 0,0 0 0,-1-1-574,4 1 0,-1-1 1,2 0 573,0 0 0,2 1 0,0-1 0,-1 0 0,3-1 0,-2 1 0,1-1 0,-9 0 0,0 0 0,1 0 0,0 0 0,1 0 0,1 0 0,0-1 0,0 1 0,2 0 0,0 0 0,0-1 0,0 1 0,0-1 0,-2 1 0,3-1 0,7-1 0,-12 1 0,6-1 0,3 0 0,3 0 0,2-1 0,1 0 0,0 0 0,-1 1 0,-2-1 0,-3 1 0,-4-1 0,7 1 0,-4-1 0,-4 1 0,1 0 0,3-1 0,4 0 0,-11 1 0,3 0 0,2-1 0,2 0 0,1 1 0,1-1 0,0 0 0,-1 0 0,0 0 0,-1 0 0,-2 0 0,-3 0 0,8-1 0,-2 1 0,-1-1 0,-1 1 0,-1-1 0,-1 1 0,-2-1 0,-1 1 0,6-1 0,-4 1 0,0 0 0,1 0 0,6-1 0,-10 1 0,5 0 0,3 0 0,2-1 0,1 1 0,-1-1 0,-1 1 0,-2 0 0,-4 0 0,-5 1 0,11-1 0,-6 0 0,-3 1 0,5 0 0,-5 0 0,4-1 0,0 1 0,1 0 0,-3 0 0,-4 0 0,12 0 0,-5 1 0,-3-1 0,5 1 0,-2-1 0,-10 1 0,0 0 0,-1 0 0,7 1 0,-5 0 0,6-1 0,-15 1 0,-3 0 0,-8-2 0,-8 0 2214,-3 0-2214,-5 0 2471,-2 0-2471,-1 0 1049,0 0-1049,2 1 0,-1-1 0,2 0 0,0 1 0,2-5 0,1 0 0,1-22 0,0-7 0,-2-3-1118,1-3 1,-2-2 1117,-1 15 0,-1 1 0,0-4 0,0-1 0,-1-5 0,0 0 0,0-2 0,1-6 0,1 10 0,0-6 0,0-5 0,0 0 0,0 2 0,0 4-663,0 1 0,1 4 0,0-1 0,-1-3 663,1-3 0,-1-3 0,1-4 0,0 1 0,-1 1 0,1 4 0,1-4 0,-1 4 0,1 0 0,0-2-170,-1 2 1,0-2-1,0 0 1,1 0 0,-1 2 169,1-4 0,-1 2 0,1 1 0,-1-1 0,1-3 0,-1-1 0,0 3 0,1 5 0,0-1 0,0 3 0,-1 6 0,1-2 0,0 3 0,0-4 0,1 1 0,-1-7 0,1 1 0,0 6 0,-1 4 0,1-15 0,-1 19 0,0 0 0,2-18 0,-2 19 0,2-10 0,-3 26 2149,1 1-2149,-6 13 2723,2 1-2723,-6 5 0,2-1 0,0 0 0</inkml:trace>
  <inkml:trace contextRef="#ctx0" brushRef="#br0" timeOffset="135942">16856 14802 5734,'17'26'0,"6"-3"0,4 0 0,11 5-1093,0-12 1,9 0 0,-4-5 603,-7-5 0,2-3 489,1-2 0,5-1 0,2-1 0,-6-1-493,-6-2 0,-3-1 0,1-1 493,10 0 0,1-2 0,6-3 0,-13 1 0,5-3 0,2-2 0,0-1 0,0 1 0,-2 0 0,-5 1 0,3 1 0,-5 0 0,0 0 0,4-2 0,-1 1 0,4-2 0,3-1 0,0-1 0,-1 0 0,-4 2 0,-7 1 0,4-3 0,-7 1 0,-1 0 0,2-1 0,0-1 0,-1 1 0,-1-1 0,1 0 0,-1 0 0,-1 0 0,0-1 0,0 0 0,-1 0 0,0-1 0,0 1 0,-1 0 0,0-1 0,0-1 0,8-7 0,2-2 0,-3 1 0,-7 8 0,-2 1 0,3-4 0,4-4 0,4-5 0,2-1 0,-2 1 0,-5 5 0,3-3 0,-1 1 0,-3 3 0,3-4 0,-1 2 0,-7 6 0,1 0 0,-4 4 0,11-8 0,-18 18 0,8-4 147,-21 21 0,-2-1 0,0 0 0</inkml:trace>
  <inkml:trace contextRef="#ctx0" brushRef="#br0" timeOffset="136197">18901 13745 5734,'9'-8'0,"16"-2"0,0 4 0,6 2 0,2 2 0,2 4 0,-8 0 0,-2 3 0,1 18-1434,-12-2 1434,-4 13 0,-16 13 0,-3-7 0,-1-12 0,-2 5 0,0-3 0,2-5 0,-1 0 0,-6 13 0,0 1 0,6-12 0,0-2 0,-5 12 0,0 5 0,7-19 0</inkml:trace>
  <inkml:trace contextRef="#ctx0" brushRef="#br0" timeOffset="142077">8655 15761 5734,'-4'16'0,"2"3"0,1 6 0,0 12 0,1 3-1639,0-11 1,-1 1 1185,0 2 1,1 4 0,-1-2 452,0 0 0,-2 5 0,1-6 0,-1 8 0,0 4 0,0 1 0,-1-2 0,1-6 0,0 7 0,0-4 0,0 5 0,0-7 0,-1 6 0,1 3 0,-1 1 0,0-2 0,1-3 0,0-7 0,0 3 0,1-7 0,-1 7 0,1-4 0,-1 7 0,0 4 0,0 3 0,0 0 0,0-2 0,0-4 0,1-7-367,0 7 0,0-7 1,0 5 366,0 0 0,-1 8 0,0 3 0,0-2 0,0-8 0,2-12 0,0-1 117,10 10-117,1-16 0,11 7-39,15-22 0,13-6 0,-3-2 39,-6 1 0,2-2 0,-5 1 0,5-1 0,5 0 0,5-4 0,-13-1 0,5-3 0,4 0 0,3-3 0,1 0 0,0 0 0,-1 0 0,-2 0 0,-3 2 0,-6 1 0,7-1 0,-7 2 0,-2 0 0,2 0 0,6-1 0,-8 0 0,5 0 0,4-1 0,1-1 0,3 0 0,-1 0 0,-1 0 0,-2 1 0,-3 1 0,-5 1 0,-6 1 0,13-1 0,-8 3 0,0 0 0,-2 0 0,0 0 0,4 1 0,0 3 0,4 1 0,2 1 0,-2 0 0,-5-1 0,-4 1 0,-4 0 0,2 1 0,9 0 0,6 1 0,-4 1 0,-10 3 0,2 13 367,-15-6-367,-1 4 2415,-24-4-2415,-1-11 346,-13-2-346,2-14 0,-3-3 0,-1-4 0</inkml:trace>
  <inkml:trace contextRef="#ctx0" brushRef="#br0" timeOffset="142261">10636 17329 5734,'18'-17'0,"0"0"0,17-11 0,-3 22 0,3 5 0,-3 11 0,-1 4 0,7 6-472,-9-1 1,-4 2 471,-6 10 0,-6 4 0,-10-7 0,-3 1 0,-3 17 0,-1-16 0,-3 0 0,-7 11-910,-1-3 910,0-5 0,1-4 0,-3-3 0,8-10 0,1-6 0,8-9 0</inkml:trace>
  <inkml:trace contextRef="#ctx0" brushRef="#br0" timeOffset="145647">11679 17325 5734,'19'-10'0,"0"-2"0,-1-2 0,0-2 0,-1-12 0,-2-4 0,-1-6 0,-7-4 0,-5 1 0,-8 12 0,-18-9 0,12 27 0,-5 0 0,-6 45 0,1 13 0,7-11-222,2-4 0,-1 7 0,6-4 222,10-7 0,4-3 0,2 14 0,-2-14 0,3-2 0,8-3 0,2-4 0,2-3 0,17 0 0,-21-34 0,-3-14 0,-2 4 0,6-12-216,-5 11 1,0-5-1,-3 4 216,-8 7 0,-2 2 0,0-13 0,-1-11 0,0 19-544,0-13 544,2 26 0,6 15 0,-3 22 0,5 22 434,-3-11-434,3 8 0,1 2 0,2 4 399,-2-6 1,3 0-400,2-18 0,1-4 0,1-5 0,14 3 0,-18-31 0,1-19 0,-2-4 0,1 2 0,-4 0 0,0-8 0,-3 8 0,-2 6-28,-1-1 0,0 4 28,-2 11 0,0 4 0,-5-1 0,-1 10 0,-2 3 0,2 10 0,2 4 0</inkml:trace>
  <inkml:trace contextRef="#ctx0" brushRef="#br0" timeOffset="146433">12252 17345 5734,'2'-26'0,"1"-2"0,-2-2 0,1-15-2044,-1 11 2044,0-7 0,-2 10 277,0 10-277,0-2 410,1 11-410,0 3 0,0 1 0,0 4 1046,-1 2-1046,0 8 311,2 1-311,-1 8 0,5 16 0,2 4 0,0-1-669,0 4 0,1-2 669,1-10 0,-1-1 0,1-3 0,3 3 0,-2-11 0,7 1 0,-8-15 0,5-7 0,-3-15 0,-1-6 0,3-4-14,-2 1 0,-1 0 14,-2 0 0,-1 2-903,3-16 903,-5 19-84,4-11 84,-7 32 0,-1 4 0,-3 24 0,0-1 0,-1 12 520,1-6-520,1 1 0,2 1 783,4 7-783,2-13 99,10 4-99,-4-23 0,5-5 0,2-21 0,-5 1 767,3-13-767,-8 7 0,-1-4 0,1-1 0,0-3-999,3-9 0,0 0 999,-4 13 0,0 2 0,6-13 0,-9 28 0,6 9 0,-4 6 0,4 8 0,-2 14 0,-1-4-1549,3 9 1549,-2-6 349,6 11 1,2 3-350,-7-15 0,-1 0 0,10 19 0,0 2 0,-6-5 0,-1-1 0,-2-6 0,0 0 0,2 11 0,0 2 0,-2 3 0,-2 0 0,-1-12 0,-2 1 0,2 9 0,-1 1 0,-3-6 0,-2-2 0,-1-11 0,0 0 0,-3 12 0,-3-3-604,-4-3 604,-7 1-348,-11-23 348,4-12 0,-8-11 0,14-8 0,3-4 0,2 4 0,3-4 0,5-11 0,4-11 0,2-5 0,2 2 0,-1 8-539,1-7 1,3 1 538,-2 8 0,2-7 0,1-2 0,1 5 0,0 9 194,3 6 0,2 5-194,4-6 0,2 2 0,7-7 0,-5 12 0,-2 3 0,0 5 0,2 1 0</inkml:trace>
  <inkml:trace contextRef="#ctx0" brushRef="#br0" timeOffset="147146">13631 16900 5734,'-40'27'0,"17"-8"0,2 1 0,-3 8 0,-2 10 0,9 1 0,7-12 0,10-1 0,4-1 0,2-10 0,13 6 0,-5-28 0,14-25 0,-10 7-573,-5 4 0,0-1 573,0-8 0,-2-1 0,-2-2 0,-2 1 0,-2-1 0,-5-4 0,-1-1 0,-1 2 0,-1 2 0,0 3 0,0 17 0,0 5 0,0 4 0,1 5 0,0 5 0,1 15 0,2 1 0,4 9 0,0 2 0,4 5-231,-2-6 0,0 0 231,2-6 0,-1-2 153,5 11-153,7 9 0,0-10 0,-4-12 0,4 1-124,-1-16 124,-4-7 0,4-6 0,-2-26 0,-8 9 0,-2-7 0,-3-1 0,-3 4 0,0 1 0,-1 2 0,-1 16 464,2-2-464,1 33 0,1 0 0,0 11 221,0-4-221,0 0 0,1 1 0,0-1 0,0-1 134,-1-3-134,0 7 0,-3-12 0,-2-1 0,-1-19 0,-1-6 0</inkml:trace>
  <inkml:trace contextRef="#ctx0" brushRef="#br0" timeOffset="147467">14095 16821 5734,'-15'6'0,"0"0"0,3 3 0,-4 9 0,2 12 0,4-5-367,6 5 367,8-14 0,9 4 0,-1-5 0,9 2 0,4-4 0,-6-3 0,4 0 0,-11-4 90,-2 4-90,-6-3 0,-10 10 0,-3-8 0,-7 6 0,-4-4 0,8-2 69,-3 2 0,12-1 0,1 0 1</inkml:trace>
  <inkml:trace contextRef="#ctx0" brushRef="#br0" timeOffset="147641">14298 17025 5734,'-16'10'0,"1"2"0,-5 7 0,8-4 0,-3 24 0,14-23 0,3 14 0,7-21 0,1-1 0,7-1 0,-5-3 0,4-2 0,-5-6 0,-1 0 0</inkml:trace>
  <inkml:trace contextRef="#ctx0" brushRef="#br0" timeOffset="148821">14453 17253 5734,'3'-24'0,"1"-21"0,-2 19 0,1 0 0,1-3 0,4-1 0,2 2 0,2-12 0,3 9 0,1 3-350,-4 13 350,5-4 21,-4 18 1,-5 4 0,2 5-1</inkml:trace>
  <inkml:trace contextRef="#ctx0" brushRef="#br0" timeOffset="149238">14809 17065 5734,'-2'-42'0,"-1"5"0,-18 6 0,5 14 0,-11-3 0,0 21 0,8 3 0,-7 7 0,2 21 0,12-10 0,5 6 0,4 1 0,7-5 0,8 13 0,13-21 0,-4-7 0,9-3 0,3-15 0,-8-2 0,8-10 0,-5-12-1186,-9 6 1186,2-13 0,-15 7 0,-3-8 0,-1 6 0,0 8 0,-1 1-539,0-11 1,-1-4 0,-1 7 538,-5 2-703,-4-13 703,4 21 0,-3-6 0,8 30 0,7 30 0,5 15 0,-1-3-239,-3-11 1,1 5 0,0-5 238,3 9 0,-2-5 0,1 1 0,2 8 0,-2-11 0,-1-2 897,-2-5-897,-1-2 722,-3-5-722,-13 3 0,0-13 0,-9 2 0</inkml:trace>
  <inkml:trace contextRef="#ctx0" brushRef="#br0" timeOffset="149583">15180 16970 5734,'7'-23'0,"6"-21"0,-6 17 0,0 1 0,-2 2 0,-4 8 0,-2-3 0,-11 22 0,2 4 0,-7 9 0,0 16 0,5-4-225,-1 13 225,9 4-1195,4-11 1195,6 9 0,16-8 0,-1-12-789,14-1 789,-4-17 0,5-8 0,1-5 0</inkml:trace>
  <inkml:trace contextRef="#ctx0" brushRef="#br0" timeOffset="149887">15830 16315 5734,'3'44'0,"0"0"0,0-1 0,-1-3 0,0-1 0,2-3 0,3 0 0,0-3-1606,-1-7 0,-1 0 1606,2 6 0,1 1 0,-2-4 0,1-2 0,1 13 940,3 6-940,-12-4 0,0-25 0,-8 7 515,1-28-515,-8-8 0,4 1 0,-5-6 0</inkml:trace>
  <inkml:trace contextRef="#ctx0" brushRef="#br0" timeOffset="150051">15834 16895 5734,'-6'-26'0,"-1"0"0,-1-18 0,13 33 0,9-3 0,1 4 0,9-4 0,6 2 0,-6 2 0,9-1 0,-1 3 0,-9 3-360,7 0 360,-11 4 0,6 3 0,-7 2 0,4 3 0,-4 8 0,-5-1 0,0 15 0,-2 2 0,-5-5-275,0 2 0,-2-1 275,-8-13 0,-1-3 0,-1-2 0</inkml:trace>
  <inkml:trace contextRef="#ctx0" brushRef="#br0" timeOffset="150685">16335 16710 5734,'10'30'0,"0"-4"0,6 1 0,-6-12 0,16 9 0,-16-21 0,10-5 0,-11-9 0,1-5 0,1-7 0,-2 4 0,1-6 0,2-4 0,-6 11 0,5-10 0,-7 20 0,2-1 0,-1 10 0,0 3 0,2 4 0,1 9 0,-2-1 0,3 8 0,1 5 0,0-6-478,3 8 478,-2-12 0,1 0 0,-1-2-27,1-4 27,-1-1 0,18-18 0,-15 1 0,13-15 0,-16-4 0,-2 5 0,2-6 0,4 2 0,-4 5 477,6-2-477,6 2 28,1 9-28,7 0 0,-11 10 0,-6 3 0,-9 0 0,0-3 0,-2 1 0,0-2 0,-1-2 0,-1 0 0,2-13 0,-2 4 0,-4-22 0,-2 16 0,-14-15 0,7 22 0,-17 8 0,15 12 0,-6 10 0,10 11 0,4-5 0,2 12 0,22-3 0,6-2 0,3-1-857,3 0 1,2-5 856,3-19 0,2-4 0,0-5 0</inkml:trace>
  <inkml:trace contextRef="#ctx0" brushRef="#br0" timeOffset="151133">17511 16317 5734,'-14'-1'0,"-3"19"0,2 6 0,0 1-1031,1 4 0,2 2 1031,10 0 0,3 0 305,9 11-305,13-1 0,0-3-438,6-9 438,-8-13 0,-2-2-252,7 6 252,-17-12 927,3 6-927,-21-12 0,-20 4 0,8-2 254,-14 3-254,11-2 0,9-2 944,-3 0-944,9-3 322,4-1-322,5-4 0,11-8 0,1 1 0,7-6 0,12-9 0,-10 10 0,1 1 0,-1 0 0,-4 7 0,8-1 0,-8 35 0,-10-12 0,4 19 0,-11-21 0,0 2 0,2-5 0,1 0 0,4-6 0,0-2 0,6-4 0,3-6 0,-1 1 0,6-4 0,-6 2 0</inkml:trace>
  <inkml:trace contextRef="#ctx0" brushRef="#br0" timeOffset="151933">17939 16515 5734,'6'-5'0,"-1"1"0,1 0 0,-4 1 0,2 2 0,-3 4 0,0 3 0,-1 9 0,1-1 0,2 7 0,4 5 0,0-4 0,3 7 0,7 12 0,-7-14 0,-1 2 0,2 5 0,-2-4 0,2 12-973,0 0 1,-2-1 972,-3-2 0,-2 4-706,0 3 706,-2-22 0,-1 1 0,1 1 0,-1 0 0,0 0 0,0 0 0,-1 0 0,0-1 0,1 20 0,-2-6 0,-9-7 0,3-24 0,-6-12 0,6-25 0,2-7 0,1-4 0,2 14 0,1 0-332,-1-17 0,2-1 332,4 8 0,2 2 25,-2 8 0,1-1-25,3-6 0,1 0 0,1 2 0,2 2 0,7-14 119,-7 17 0,0-1-119,1 4 0,0 1 0,5-11-762,6-8 762,-9 17 0,5-6 257,-5 10-257,3-2 1449,-2 11-1449,-4 5 464,3 4-464,12 34 0,-13-16 1019,12 23-1019,-9-20 0,-7-8 0,19-2 0,-14-10 520,11-6-520,-1-7 0,1-1 0,0 1-341,0 0 0,-1 0 341,-9 7-56,7 2 56,-10 2 0,8 4 0,-15 3 0,1 1 0,-3 2 757,-2 0-757,2 1 61,0 0-61,5 4 0,-2-3 0,2 4 0,5 0 0,-4-4 0,7 2 0,8-2 0,-8-6 0,29-8 0,-23-4 0,8-8 0,1-1 0,0-4 0,-5 0 0,4-5 0,-4 0-1256,-6 0 0,-1-1 1256,9-10 0,-2-1 0,-13 10 0,-4 1-230,3-17 230,-4 2 0,-1-2 0,-3 17 0,0-1-603,0-6 0,1-4 1,-2 5 602,-2 8 0,1 2 0,-1-7 0,0 0 0,-2-8 0,-7 7 0,-2 3 0,-3 0 1626,-12-9-1626,8 41 0,0 10 0,4 12 0,2 4 0,-1 11-204,2-5 0,3 2 204,6-3 0,3-2 293,-1-6 0,1 0-293,1 7 0,4 0 0,1-3 0,3-2 0,7 13-145,-5-17 0,1-2 145,20 8 0,-5-13 0,9-2 0,2-14 0,-11-6 0,0-2 0,11-1-49,-15 1 0,-4 0 0,-11 4 0,-1 2 0</inkml:trace>
  <inkml:trace contextRef="#ctx0" brushRef="#br0" timeOffset="152520">13125 17704 4629,'46'-8'0,"0"1"0,0-1 0,0 0 0,1 1 0,-1-1 0,0 0 0,-4 1 0,-2 1 0,-1-1 0,1 1 0,1-1 0,2 0-365,-4 0 1,0 0 0,1-1 0,2 0 0,0 1 0,2-2 0,0 1 0,2 0 0,2 0 267,-8 1 0,2 1 1,1-1-1,2-1 1,1 1-1,0 0 1,1 0-1,0-1 0,-1 1 1,0 0-1,0 0 1,-2 1-1,-1-1 1,-3 1 96,10-1 0,-4 0 0,-1 0 0,-1 1 0,0 0 0,0-1 0,2 1 0,1-1 0,3 0 0,-9 1 0,1 0 0,2 0 0,1 0 0,1-1 0,1 0 0,0 1 0,0-1 0,1 1 0,-1-1 0,0 1 0,0 0 0,-2 0 0,-1 1 0,-1 0 0,7-1 0,-1 1 0,0 0 0,-1 0 0,-1 1 0,0-1 0,-1 1 0,-1 0 0,0 0 0,-1 1 0,0-1 0,6-1 0,-2 1 0,-2 0 0,0 0 0,0 1 0,1-1 0,0 0 0,3 0 0,-5 1 0,0-1 0,1 1 0,0-1 0,1 0 0,0 1 0,2 0 0,1-1 0,2 2 0,1-1 0,-11 1 0,1 0 0,3 1 0,1-1 0,1 1 0,2 0 0,-1-1 0,1 1 0,0 0 0,0 0 0,-1 0 0,-1 1 0,-2-1 0,-1 0 0,-2 0 0,-2 0 0,-3 0 0,12 0 0,-6 0 0,-2 0 0,-2 0 0,-1 0 0,2 0 0,3 0 0,3 0 0,-4 0 0,3 0 0,3 0 0,2 1 0,3-1 0,0 0 0,0 0 0,-1 1 0,-1-1 0,-2 0 0,-3 1 0,-4-1 0,-4 1 0,-6 0 0,12 0 0,-7 0 0,-5 0 0,-3 1 0,9-2 0,-3 1 0,14 2 0,-16-5 0,-34-4 0,-14 3 0,-21-5 0,4 6 0,-3-1 0,7 0 0,-1 0 0,-11 0 0,1-1 0</inkml:trace>
  <inkml:trace contextRef="#ctx0" brushRef="#br0" timeOffset="154060">20266 15752 5734,'-1'12'0,"0"4"0,4 11 0,2 8 0,0 2 0,-1-3 0,1 0 0,-1 2-642,2 7 0,0 1 0,0 1 642,1 4 0,0 1 0,0-8-858,-3-12 1,1-3 857,2 15 0,1-2 0,1 5 186,-3-16-186,1 3 0,-4-17 0,-2-7 745,-4-6-745,-1-8 1902,-3-8-1902,-3-14 0,-2-15 0,0-3 0,2 7-1292,2 5 0,0-1 1292,-2-6 0,-2-8 0,1 1 0,4 9 0,5 12 0,2 3-150,1 0 0,0-1 150,2-6 0,0 1 0,5-12-425,-3 16 0,2 2 425,5-6 0,13 14 0,10 1 0,-4 3 0,11-2-349,-9 5 0,4 1 0,-6 5 349,0 17 0,-3 4 0,-9 6 0,-3 3 0,1 11 0,-13-6 0,-3 7 0,-3-4 0,-3-7 0,-3-1 0,-7 17 0,-3 1 0,-2-9 0,-2-2 0,5-8 0,-1 0 0,-5 7 0,-1-1 0,1-4 0,0-2 0,7-7 0,0-1 0,-4 4 0,0 0 1670,-12 12-1670,13-16 289,-2 5-289,18-18 246,6-4 0,6-4 1,4-3-1</inkml:trace>
  <inkml:trace contextRef="#ctx0" brushRef="#br0" timeOffset="154348">20978 15680 5734,'0'-8'0,"2"5"0,-1 5 0,4 27 0,-2-5-917,-1 5 1,1 2 916,0 5 0,-1-11 0,0 0 0,1 2 0,0 0 0,2 13 0,-2-12 0,1-1 0,1 10 0,-2-11 0,0 1 0,2 12 0,-2-5 0,0 0 0,-1-5 0,0 11 425,-4-29-425,0-7 0,-2-5 0,-5-19 0,-1-7 0,-1-2 0,-1-2 0,1 0 0</inkml:trace>
  <inkml:trace contextRef="#ctx0" brushRef="#br0" timeOffset="154537">20740 15813 5734,'7'-18'0,"4"1"0,5 2-1492,6-3 1492,6 0 0,8 0 0,2-2 0,-12 8 0,1-1-313,1 1 0,2-2 1,0 1 312,11-3 0,-2 2-727,-8 3 0,0 0 727,10-4 0,1 1 0,-2 1 0,-1 1 0,-10 4 0,1-1 0,6-2 0,1 1-652,3 2 0,-4 1 652,8 1-64,-7 5 0,-3 4 1,-13 4-1,5 8 1</inkml:trace>
  <inkml:trace contextRef="#ctx0" brushRef="#br0" timeOffset="154811">22004 15576 5734,'-32'5'0,"1"-1"0,-1 1 0,-11 0 0,3 3 0,11 3 0,3 1 0,-5 5 0,4 5 0,6 1 0,13-1 0,12 3 0,7-1 0,10-2-284,-1-6 0,3-1 284,1-3 0,1-2-1070,13 6 1070,-14-6 0,1 1 0,15 13-907,-14-5 907,2 8 0,-18 7 0,-8-6 0,-8 11 0,-11-9 0,-2-2 0,-8 9 0,5-10 0,-5 2 0,-5-8 0,-5-1 0,5-3 0,8-4 0,1-2-121,-9 5 0,-4 1 1,8-9-1,8-12 1,4-4-1</inkml:trace>
  <inkml:trace contextRef="#ctx0" brushRef="#br0" timeOffset="155472">22029 14889 2679,'-40'-4'0,"0"0"0,0 0 0,0 0 0,0 0 0,-1 1 0,-3 1 0,0 0 0,1 1 0,1 0 0,3 0-381,-1 1 1,5 0 0,-2 2 0,-7 2 380,7 2 0,-6 1 0,-4 2 0,-3 1 0,-2 1 0,1 0 0,0 1 0,3-1 0,3 0 0,5-1-232,-6 3 0,7-2 1,1 1-1,0 1 1,-6 2 231,4-3 0,-4 2 0,-3 1 0,-2 1 0,0 0 0,2 0 0,2 1 0,5-1 0,6 0 0,-4 4 0,8-1 0,1 2 0,-2 5 0,0 2 0,-2 4 0,-1 4 0,1 0 0,1 0 0,4-3 0,-2 2 0,4-2 0,0 1 0,-1 3 0,3-3 0,-3 3 0,0 2 0,1 0 0,3 1 0,5-2 0,4 2 0,5 0 0,2 0 0,1-1 0,1-1 0,0 1 0,1-2 0,2 0 0,0 2 0,1-1 0,1 2 0,1 1 0,1-1 0,2-3 0,3 8 0,4-4 0,8 3 0,1-11 0,7 3 0,5 2 0,2-1 0,1 0 0,-1-3 0,-3-3 0,-2-3 0,-1-3 0,-1-1 0,3-1 0,3 3 0,-2-2 0,2 3 0,2 1 0,2 0 0,1-1 0,1-1 0,1-5 0,1-3 0,4-5 0,2-4 0,2-4 0,0-2 0,1-1 0,-1-1 0,-3 0 0,-1 1 0,-1 0 0,-3 0 0,-2-1 0,1 0 0,2-1 0,2 0 0,-3-1 0,2 1 0,2-1 0,1 0 0,1 0 0,-1-1 0,0-1 0,-2-1 0,-2-1 0,2-3 0,-1-1 0,-1-1 0,-1-1 0,-1-1 0,-1 1 0,-1 0 0,5-2 0,-1 0 0,-2 1 0,1-2 0,1-1 0,0 1 0,1-1 0,0-1 0,1-1 0,-2-1 0,-1-1 0,2-4 0,-1-3 0,-2 0 0,-1-1 0,-2 1 0,-1 0 0,-2 1 0,-1-1 0,0-2 0,-1 2 0,0-1 0,0-2 0,-1-1 0,-4-3 0,-2-5 0,-3-4 0,-2-2 0,-2 1 0,-2 3 0,4-4 0,-4 3 0,-3-6 0,-4 4 0,-2-6 0,-1-3 0,-1 0 0,-3 4 0,-2 7 0,-2 1 0,-4 5 0,-4-3 0,-2-2 0,-4-5 0,-2-1 0,-1 3 0,2 8 0,-6-2 0,-4 4 0,1 3 0,-5-2 0,0 1 0,3 6 0,2 5 0,1 4 0,-12-10 0,1 3 0,5 7 0,6 0 0,3 2 0</inkml:trace>
  <inkml:trace contextRef="#ctx0" brushRef="#br0" timeOffset="164440">14965 17828 5734,'-4'32'0,"-1"5"0,0 4-2997,0 5 2997,1 1 0,1-5 0,2 4 0,4-4 0,3 0 0,-4 1 0,6-3 0,10-4 0,6-8 886,12-12-886,-3-17 0,11-6 0,5-3 0,-2-1 0,-8 2 83,3 0 0,-1-3-83,-6 1 0,7-3 0,3-3 0,-1 1 0,-6 1 0,-9 2-1057,8-11 1057,-6 4 0,-7 1 0,-18 6 1368,-14 3-1368,-6 4 0,-25 5 0,8 4 0,-12 1 0,13-2 0</inkml:trace>
  <inkml:trace contextRef="#ctx0" brushRef="#br0" timeOffset="164607">15349 18125 5734,'36'-15'0,"-1"1"0,1-1 0,-1 1 0,9-5 0,-2 2 0,-9 11 0,-4 24 0,-12-1 0,-2 3-804,6 14 804,-9-2 0,-3 2 0,-4 9 0,-8 2 0,-3 0 0,-3 0 0,-2-2 0,-1-3 0,1-13 0,-1 5 0,11-29 0,3-5 0</inkml:trace>
  <inkml:trace contextRef="#ctx0" brushRef="#br0" timeOffset="165647">16253 17563 5734,'-2'-6'0,"0"1"0,1 4 0,0 26 0,2 12 0,-1-2-282,0 5 1,0 4 281,2-14 0,0-1 0,2 16 0,4 0 0,0 0 0,3-1 0,8-1 0,3-6 0,-5-19 0,7-11 0,0-7 0,-8-18 0,10-17 0,-8 1 0,-5 8 0,3-7 0,-7 12 0,-1 2 137,-2 1-137,-1-1 0,-2 6 0,0-1 0,-2 10 0,1 2 426,-1 11-426,-1 1 0,4 18 0,-1-6 0,1 9 0,4 17 0,-2-18-760,2 16 760,-3-24 0,-1-3 0,0 2 0,-2-7 0,-1 0 0,-7-9 0,-2-5 0,-6-4 0,1-2 0</inkml:trace>
  <inkml:trace contextRef="#ctx0" brushRef="#br0" timeOffset="166423">16656 17796 5734,'4'13'0,"-2"-2"0,1 6 0,0 10 0,-1-4 0,1 9 0,-2 3 0,-1-9 0,1 18 0,-1-27 0,1 4 0,1-21 0,7-41 0,-4 17 0,1-2 0,-1-1 0,3-15 0,-4 17 0,5-19 0,-6 32 0,2 5 0,-3 14 0,2 10 0,-2 2 0,3 2 0,3 15 0,0-9 0,4 10 0,4-4 0,-3-8 0,6 3-310,-5-12 310,0-4 0,1-3 0,7-7 0,-4-4 0,5-7 0,-7-4 0,0-4 0,1-2 0,-1-2 0,-1-13 0,-2-2 0,-2 3-376,0-3 0,-5 3 376,-9 15 0,-10-8 0,4 11 0,-13-5 0,10 16 0,-5 2 0,-6 25 0,12-7 0,-6 18 0,17 6 0,2-14 1062,6 13-1062,6-15 0,0-7 0,15 1 0,-8-13-421,8-1 421,-6-7 0,-1-1 0,2-4 0,0-2 0,-1-1 0</inkml:trace>
  <inkml:trace contextRef="#ctx0" brushRef="#br0" timeOffset="167006">17243 17796 5734,'-10'10'0,"0"1"0,1 3 0,0 1 0,0 12 0,2 15 0,3-6 0,3 4 0,4-21 0,0-3 0,1-2 0,0-3 0,1-3 0,0-5 0,4-9 0,-3-5 0,4-15 0,-5 5 0,1-9 0,-3-3 0,-2 8 0,0-6 0,-3 8 0,2 9 0,0 4 0,1 14 0,3 18 0,-1 0 0,7 14 0,1 0 0,0-7-360,1 1 0,1-4 360,0-20 0,6-8 0,-5-5 0,4-7 0,-7-4 0,0-3 0,-2-3 0,-1-1 0,-1 1 0,0 0 0,0 0 0,3-10 0,-9 41 720,-1 4-720,-1 13 0,0 19 0,1-6-909,1-2 0,0 1 909,2 6 0,-1-15 0,1-1-198,1 16 198,-1-15 0,0 1 0,-2-22 0,-2-9 0,-1-22 0,-1 0 1775,-1-14-1775,3-6 0,2 10 241,2-9-241,8 16 0,2 1 0,3-3 0,-1 6 0,2 1 0,7 3 0,-2 3 0,-2 1 0,15-11 0,-41 27 0,-3 0 0,-10 4 0,0-1 0</inkml:trace>
  <inkml:trace contextRef="#ctx0" brushRef="#br0" timeOffset="167191">16540 17610 5734,'-9'-16'0,"8"7"0,28-8 0,4 7-258,5-1 1,4-2 0,2 0 0</inkml:trace>
  <inkml:trace contextRef="#ctx0" brushRef="#br0" timeOffset="169009">18391 17702 5734,'-22'1'0,"4"3"0,-8 7 0,-4 11 0,7-2 0,2 6 0,1 2 0,3 2-1008,5-5 0,3 0 1008,6 2 0,4 0-6,5-1 6,2-2 0,6-2 0,1-4 0,3-5 220,2-4-220,2-6 0,11-11 0,-7-3 0,8-9 0,-5-11 0,-1-4 178,-13 13 1,0-1-179,3-11 0,-6 6 501,-8 13-501,-1 3 269,-2 2-269,-2 4 0,0 5 0,-2 5 675,0 5-675,0 5 0,0 3 0,3 8 0,0 3 0,1 1 0,0-2 0,2 0 0,7 4 0,-2-15 0,4 3 0,-2-23 0,-3-2 0,-1-12 0,-8 5 0,-3-5 0,-9 3 0,2 4 0,-4 0 0,7 5 0,0 2 0,3-1 0,2-1 0,4 1 0,9-10 0,1 4 0,6-7 0,6-3 0,-5 5 0,7-5 0,6 4 0,-13 10 0,10 0 0,-19 11 0,0 5 0,-2 1 0,4 20 0,-4-11 0,2 15 0,-2-9 0,-1 2 0,1-5 0,-2-4 0,-2-12 0,0-3 0,0-2 0,1-4 0,4-9 0,0-1 0,5-15 0,-4 8 0,3-6 0,-2 0 0,-4 8 0,3-9 0,-5 16 0,0 0 0,-2 10 0,-1 3 0,0 5 0,3 18 0,-2-7 0,2 12 0,0-12 0,-1-2 0,1 4 0,-1-8 0,1 4 0,-1-10 0,0 0 0,-1-4 0,0-2 0,0-2 0,2-1 0,3-16 0,-1 8 0,4-12 0,0 8 0,-3 5 0,2-2 0,-3 8 0,-1 2 0,0 4 0,0 7 0,0 0 0,1 5 0,-2-2 0,1-1 0,-1-1 0,-1 2 0,0-4 0,1 0 0,-1-6 0,2-2 0,2-8 0,1 0 0,2-6 0,4-3 0,-4 3 0,6-14 0,-6 9 0,3-16 0,-6-1 0,0-1-354,-3-2 354,-2 9 0,-2-2 0,0-15 0,0 12-251,0-8 251,1 17 0,0-9 0,0 18 0,1 8 0,0 21 0,1 16 0,0 1-711,-1 5 711,1 5 0,-2 2 0,1 3 0,-1 0 0,0-13 0,1 0 0,-1 12 0,1-16 0,-1-1-492,0 9 492,0-13 219,-5-7-219,2-17 0,-5-19 0,5 0 0,-1-9 0,4-4 0,2 8 0,13-7 0,4 0 0,-2 9 161,3-1 1,1 4-162,-5 17 0,-1 2 524,-2 5-524,1 9 0,-6 2 0,-2 17 0,-7-8 0,-4 8 0,-8 10 0,3-16-417,-5 11 417,8-21 0,0-2 709,2-3-709,-1-1 0,3-3 0,0-2 0,3-3 0,11-13 0,-2 1 0,10-11 0,1-2 0,-4 4 450,4-4-450,-6 10 0,-1 2 0,-1 5 0,-2 4 0,7 18 0,-9-1 0,5 15 0,-8-7 0,1 13 0,-1-9 0,1 16 0,-2-21 0,-2 2 0,-1-12 0,-3-4 0,-3-2 0,-2-5 0,-3-4 0,1-5 0,-1-4 0</inkml:trace>
  <inkml:trace contextRef="#ctx0" brushRef="#br0" timeOffset="170042">19423 17732 5734,'6'16'0,"0"0"0,-2 2 0,1 2 0,-1 12 0,-1-8 0,0 7 0,-1-13 0,-1-2 0,1-4 0,-2-3 0,0-6 0,1-11 0,-1-6 0,3-10 0,5-14 0,0 6 0,3-13 0,3 1-322,-3 14 322,3-4 0,-6 19 0,0 8 0,-1 7 0,1 17 0,-2 2 0,2 26 0,-3-13 0,1 11 0,3-5 0,-2-13 0,19 8 0,-14-27 322,11-2-322,-12-25 0,-3 3 0,1-9 0,-4-4 0,-2 9 0,0-6 0,-5 9 0,-1 9 0,-2 2 0,1 11 0,-4 15 0,3-6 0,-2 11 0,4-9 0,2-1 0,0 2 0,3 6 0,-1-5 0,2 5 0,-1-10 0,0 0 0,1-2 0,0 0 0,0-4 0,-1-2 0,2-5 0,1-3 0,1-2 0,1-2 0,1-1 0,0 2 0,1 0 0,-1 2 0,13-10 0,-10 7 0,7-10 0,-12 7 0,-1-5 0,0-17 0,-1 2-222,-1-15 222,-2 17 0,-2 0-1632,1-18 1632,-1 16 0,-1 0 0,-2-3 0,0 2 0,-1-7 0,-5-6 0,9 49 0,3 33 0,4 4-86,-2-11 0,0 2 86,1 3 0,1-1 0,-2-7 0,1 1 0,3 15 0,1-1 0,2 3 799,-5-18 1,0 0-800,2 9 0,-5-13 0,0 0 0,-7-19 0,0-5 0,-11-27 0,9 13 0,-4-16 0,9 20 427,2 1-427,1 3 0,3 1 0,1 2 0,3 2 0,25-6 0,-9 3 0,14-2 0,-17 6 0,0 7 0,-6 2 0,3 7 0,-3 12 0,-7-3 0,-1 4 0,0 0 0,-3 1 0,4 19 0,-6-32 0,-1 1 0,-7-13 0,1-5 0,-4-7 0,4-4 0,0-4 0</inkml:trace>
  <inkml:trace contextRef="#ctx0" brushRef="#br0" timeOffset="170130">20015 17622 5734,'3'-6'0,"0"1"0,3 1 0,0 2 0</inkml:trace>
  <inkml:trace contextRef="#ctx0" brushRef="#br0" timeOffset="170426">20278 17747 5734,'4'24'0,"-1"0"0,1 10 0,-1-9 0,0 4 0,1-9 0,-1-8 0,0-2 0,1-13 0,3-22 0,1-8 0,0-6 0,-2 7 0,3-2 0,0 15 0,5-7 0,6 18 0,-2 4 0,7 3 0,-1 7 0,-1 3 0,2 1 0,-2-1 0,-1 3 0,3 7 0,-12-5 0,12 10 0,-15-18 0,5 3 0</inkml:trace>
  <inkml:trace contextRef="#ctx0" brushRef="#br0" timeOffset="172657">21292 17547 5734,'-2'18'0,"3"26"0,1-14-861,-1-5 1,2-1 860,2 2 539,1-2-539,3 5 0,-2-9 0,3 1 282,-2-10-282,8-13 0,-2-18 0,-1-6 0,8-9-1003,-6-7 1,-3-2 1002,-5 1 0,-3 16 0,-1 0 707,0-8-707,-2 6 0,-1 0 0,-1 5 0,0-12 0,-1 40 0,0 14 0,1-2 0,4 27 0,-1-18 0,3 15 0,0-19 0,0-2 0,0-2 0</inkml:trace>
  <inkml:trace contextRef="#ctx0" brushRef="#br0" timeOffset="173174">21660 17519 5734,'-2'18'0,"1"7"0,2-7 0,0 7 0,-1-8 0,0-1 0,0-1 0,-1 6 0,0-12 0,-2 4 0,-1-20 0,2-2 0,2-15 0,3 7 0,3-9 0,8-17 0,-5 20 0,5-15 0,-9 22 0,-2 8 0,1 2 0,-2 9 0,1 6 0,0 4 0,1 14 0,-1-4 0,3 18 0,-1-16 0,2 6 0,3-6 0,-2-7 0,10 4 0,-6-23 0,6-9 0,-7-10 0,0-6 0,-6 4 0,1 2 0,-1-5 0,0 8 0,-1-1 0,0 12 0,-1 5 0,2 5 0,4 32 0,-4-14 0,4 21 0,-3-14 0,-1-8 0,0 4 0,-4-6 0,-2-7 0,-3-2 0,-2-9 0,0-3 0</inkml:trace>
  <inkml:trace contextRef="#ctx0" brushRef="#br0" timeOffset="173337">21793 17271 5734,'-3'-5'0,"1"1"0,1 0 0,2 2 0,2 3 0,2 4 0,0 1 0,1 2 0,0-3 0,0-1 0</inkml:trace>
  <inkml:trace contextRef="#ctx0" brushRef="#br0" timeOffset="173557">22000 17299 5734,'2'20'0,"0"-2"0,2 15 0,-1 2 0,0 3-1385,0-3 0,0 0 1385,-1-3 0,0-1 107,1 0-107,-1-5 0,1-2 502,-1-4-502,1-3 0,-2-3 0,-1-2 1379,-4 0-1379,-1-8 0,-2-3 0,0-7 0</inkml:trace>
  <inkml:trace contextRef="#ctx0" brushRef="#br0" timeOffset="173691">21947 17581 5734,'11'-4'0,"2"-1"0,3-2 0,4-1 0,14-5 0,-7 4 0,19-7 0,-21 8 0,9-4 0</inkml:trace>
  <inkml:trace contextRef="#ctx0" brushRef="#br0" timeOffset="173997">22489 17470 5734,'-13'13'0,"2"0"0,6 9 0,3-3 0,1 8 0,4 1 0,0-7 0,2 5 0,3 3 0,-4-14 0,1 7 0,-9-18 0,-1-4 0,-6-4 0,2-5 0</inkml:trace>
  <inkml:trace contextRef="#ctx0" brushRef="#br0" timeOffset="174642">22584 17560 5734,'-2'25'0,"0"5"0,0-13 0,1 6 0,0-13 0,1 0 0,-2-9 0,1-3 0,3-38 0,0 17-434,1-2 0,0-1 434,2 0 0,4-8 0,-3 9-242,3-4 242,-5 13 0,0 4 0,-1 3 0,3 22 0,-3-1 0,3 16 0,-3 1 0,0-8 846,1 5-846,1-7 0,-1-7 264,4 2-264,-2-11 0,2-3 0,-3-6 0,1-4 0,1-3 0,1-11 0,-1 5 0,0-6 0,0 2 0,-3 8 0,2-1 0,-2 8 0,0 3 0,1 3 0,3 6 0,-4 3 0,3 16 0,-2 6 0,1-3 0,-1 2 0,0 1 0,4 7 0,-4-16 0,3 7 0,-2-21 0,1-6 0,1-2 0</inkml:trace>
  <inkml:trace contextRef="#ctx0" brushRef="#br0" timeOffset="175340">22925 17591 5734,'7'44'0,"-2"-7"0,0-3 0,-1 2-3089,2 10 3089,-2-15 0,-1 2 0,0 3 0,0 0 0,-1-10 0,-1 1 0,2 8 0,-1 0 81,0-5 1,-1-3-82,1 11 321,-1-12 0,0-3-321,-2-8 0,0-17 0,-1-14 0,0-18 0,0 1 0,-1-5 0,1 8 0,1-1 409,-1 7 0,1 0-409,-1-7 0,1-1 0,0 3 0,0 1 0,1-14 0,2 1 0,0 2 0,3-1 0,-1 10 0,1 1 0,3-1 0,2 6 0,0 0 0,2-5 0,9-11 219,-5 22-219,-5 8 0,5 5 0,-8 8 0,0 6 0,-5 10 766,-2-2-766,-2 21 0,-2-18 0,-1 16 0,1-22 0,0 3 481,0-9-481,0 0 0,-1-2 0,1-1 0,2-4 0,2-7 0,2-1 0,3-6 0,1 1 0,0-2 0,0-1 0,4-6 0,-3 5 0,1-3 0,-4 9 0,-1 3 0,0 2 0,-1 3 0,3 21 0,-3-5 0,3 18 0,1-5 0,0-1 0,-1-3 0,9 21 0,-8-45 0,-2-3 0,4-15 0,-3 1 0,2-9 0,-2 3 0,-1 0 0,0-1 0,1-7 0,-2 9 0,1-1 0,-2 14 0,-1 4 0,1 5 0,2 6 0,-1 4 0,1 5 0,1 11 0,0 0 0,-1-2-141,1 3 1,-1-4 140,-1-14 0,-1-4 0,2-7 0,1-4 0,0-4 0</inkml:trace>
  <inkml:trace contextRef="#ctx0" brushRef="#br0" timeOffset="175539">23340 17091 5734,'0'9'0,"0"13"0,1 0 0,1 2 0,1 2 0,2 10 0,-2-12 0,2 1 0,0 2 0,1 0-1070,4 13 1070,-4-14 0,1 1 0,7 10 0,0-2 0,-2 0 172,1-3 0,-1-4-172,-6-13 44,0-10 0,1-4 0,0-8 0</inkml:trace>
  <inkml:trace contextRef="#ctx0" brushRef="#br0" timeOffset="176090">23682 17395 5734,'-9'6'0,"-6"7"0,5-1 0,-5 12 0,9-7 0,2 4 0,8 3 0,9 10 0,4 2 0,1-3 0,-3-12 0,-6-9 0,-2 0 0,-3-5 0,-2-1 0,-5-6 0,-3-3 0,-4-1 0,-4-1 0,-21-4 0,12 4 0,-14-2 0,22 6 0,1-2 0,9 2 0,9-4 0,7 2 0,7-3 0,8-2 0,-7 1 0,8-3 0,0-1 0,-7 3 0,16-6 0,-15 7-218,5-3 218,-10 3 0,-3 0 0,-2 1 0,0-5 0,-4 1 0,0-3 0,-7-3 218,-2 4-218,-19-21 0,9 21 0,-14-11 0,14 21 0,0 2 0,1 3 0,-5 17 0,8-4 0,-2 12 0,11-7 0,8 9 0,2 0 0,4 4-657,-1-3 1,2-1 656,4-10 0,2-2 0,1-7 0,14-5 0,-8-7 0,9-7 0,-13-3 0,2-5 0,-1 0 0</inkml:trace>
  <inkml:trace contextRef="#ctx0" brushRef="#br0" timeOffset="177024">17808 18632 5734,'29'4'0,"0"0"0,4-1 0,3 0 0,7-2 0,3-1-1093,-10-1 1,2 0 0,0-1 541,6-1 1,1-1-1,1 0 349,-8 0 1,0-1 0,2 0 0,3 0 201,-1-1 0,3-1 0,2 0 0,2 0 0,1-1 0,0 0 0,-8 2 0,2-1 0,0 0 0,0 0 0,1 0 0,0 0 0,1 0 0,-1-1 0,0 1 0,1 0 0,1-1 0,-1 1 0,0-1 0,1 1 0,-1-1 0,1 1 0,-5 0 0,1 0 0,1 0 0,-1 0 0,1 0 0,-2 0 0,0 0 0,0 0 0,-2 1 0,9-2 0,-1 1 0,-2 0 0,0 0 0,0 0 0,1 0 0,-6 1 0,0-1 0,1 1 0,-1 0 0,0 0 0,1 0 0,-1 0 0,0 0 0,-2 1 0,0-1 0,1 1 0,1 0 0,3-1 0,4 1 0,-10 1 0,3 0 0,3-1 0,1 1 0,2 0 0,2 0 0,-1-1 0,1 1 0,0 0 0,-1 0 0,-2 0 0,-1 1 0,-2-1 0,-4 1 0,9-1 0,-5 1 0,-1-1 0,-2 1 0,0 0 0,1 0 0,2 0 0,4 0 0,-7 0 0,2 0 0,2 0 0,1-1 0,1 1 0,1 0 0,1-1 0,-1 1 0,0 1 0,-2-1 0,0 2 0,-2-1 0,-2 2 0,10 0 0,0 1 0,-2 2 0,-1-1 0,-2 1 0,-1 0 0,-2 0 0,-3 0 0,2-1 0,-5 0 0,0 0 0,-1 1 0,5 0 0,0 0 0,4 0 0,2 1 0,1 1 0,-4-1 0,-3 0 0,-8-1 0,9 3 0,-6 0 0,4 3 0,-2-2 0,-13-3 0,-1 0 0,2 1 0,-3-2 0,0-6 0,-3-3 0</inkml:trace>
  <inkml:trace contextRef="#ctx0" brushRef="#br0" timeOffset="177188">24517 18044 5734,'-2'18'0,"-1"-3"0,2-3 0,-2-11 0,1-5 0,-2-11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20:57.7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5811 9405 24575,'16'0'0,"-2"14"0,-14-11 0,0 10 0,0-13 0,0 0 0,0 13 0,0-9 0,0 9 0,0-13 0,0 0 0,0 13 0,0-9 0,0 9 0,0-13 0,0 0 0,0-13 0,0 9 0,0-9 0,0 13 0,13 0 0,-10-13 0,11 9 0,-14-9 0,13 13 0,4 0 0,-1-13-6784,24 10 6784,-20-11-4537,24 14 4537,-15 0 0,1 0 0,14 0 0,-11-13-447,10 10 447,1-11 0,-11 14 0,23 14 0,-22-11 0,22 10 0,-9 1 0,-1-11-1076,11 23 1076,-10-22 0,-1 22 0,11-22-316,-11 9 316,14 0 0,-13-9 0,9 9 0,-9-13 0,0 0 0,9-13 0,-23 9 328,11-9-328,-14 13 655,0 0-655,0 0 0,0 0 4113,-14 0-4113,11-13 6150,-24 9-6150,24-9 0,-24 13 0,10 0 0,-13 0 1709,0 0-1709,-13 0 205,10 0-205,-24 0 0,24 0-2613,-11 0 2613,1 0-5069,-3 0 5069,-14 0 0,0-13 0,0 9 0,0-9 0,0 13 0,0 0 0,-13 0 0,9 0 0,-9 0-2988,13 0 2988,-13 0-651,10 0 651,-24-13-75,24 10 75,-11-11 0,1 14 0,10 0 0,-10-13 0,-1 10-3009,11-11 3009,-10 1 0,13 10 0,0-11 451,0 14-451,0 0 54,0 0-54,0 0 0,0 14 0,0-11 0,0 10 3258,14-13-3258,-11 0 0,24 0 1901,-11 0-1901,1 0 0,10 0 4602,-11 0-4602,14 0 0,0 0 0,14 0 0,-11 0 0,24 0-4686,-24 0 4686,24 0 0,-24 0 2952,24 0-2952,-11 0 0,1 0 0,9 0 0,-22-13 0,9 10 5873,0-24-5873,-9 24 0,9-24 0,-13 10 0</inkml:trace>
  <inkml:trace contextRef="#ctx0" brushRef="#br0" timeOffset="857">7009 9016 24575,'-17'0'0,"4"0"0,13 0 0,0 0 0,0 13 0,0-10 0,0 11 0,0-14 0,0 0 0,0 13 0,0-10 0,0 11 0,0-14 0,13 0 0,-9 0 0,9 0 0,-13 0 0,0 13 0,13-10-6074,-9 24 6074,22-24 0,-22 11 0,22-1 0,-9 4-133,-1-1 133,11 11 0,-10-24 0,13 24 0,0-24 0,-14 24 0,11-24-704,-10 10 704,-1 1 0,-3-11 127,1 10-127,-11-13 0,10 0 0,1 14 0,-11-11 0,10 10 6784,-13-13-6784,0 0 0,0 14 0,0-11 0,0 10 0,-13 1 0,10-11 0,-24 24 0,24-24 0,-11 23 0,1-22 0,10 22 0,-24-22-6784,24 22 6784,-24-9 0,24 0 0,-10 9 0,13-22 0,-14 22 0,11-22 0,-10 22 0,-1-9 6784,11-1-6784,-10 11 0,13-24-2907,0 24 2907,-14-24 0,11 11 0,-10-14 0,13 0 0,0 0 0,13 0 0,-10 0 0,11 0 0,-14-14 0,0-2-3877,0-14 3877,0 0-994,0 13 994,0-9 0,-14 9 0,-2-13 0</inkml:trace>
  <inkml:trace contextRef="#ctx0" brushRef="#br0" timeOffset="11002">929 6380 16488,'0'17'0,"0"-4"3538,0-13-3538,0 0 1391,-14 0-1391,11 0 741,-10 0-741,13 0 0,0 0 0,0 13 2417,0-9-2417,0 9 0,0-13 0,0 0 0,0 13 0,0-10 0,0 11 0,0-14 0,0 0 0,13 13 0,-10-10 0,24 11 0,-24-14 0,24 0 0,-24 13-6784,24-10 6784,-11 11-2176,14-14 2176,0 0-297,0 13 297,0-10 0,0 11 0,0-14 0,0 13 0,13-10-3717,-9 11 3717,9-14 0,0 0 0,4 0-1539,13 0 1539,0 13-546,-1-10 546,1 11 2146,14-14-2146,-11 0 0,10 0 3749,0 0-3749,4 13 0,-1-10 0,-32 4 0,-1 0-2765,33-7 2765,-31 6 0,0 1-274,0-6 1,0 1 273,0 11 0,0 1 0,0-12 0,0-1 0,0 5 0,0 1-633,-1 1 1,2-2 632,5-5 0,1 1 1669,-6 4 0,1 1-1669,11 1 0,0-2 0,-11-5 0,0 1 0,4 5 0,1-1-1183,0-5 1,-1-2 1182,-4 2 0,-1-2 523,6-5 0,-1-1-523,26 4 0,-33-4 0,-2 0-930,22 7 930,9 0 0,-27 0 0,11-13 0,-24 10 0,24-11 0,-24 14 0,-3 0 358,-3 0-358,-24 0 973,24 0-973,-24 0 4537,10 0-4537,-26-13 0,-4 10 0,-26-24 0,10 24 0,-24-24 0,11 24 0,-14-10 0</inkml:trace>
  <inkml:trace contextRef="#ctx0" brushRef="#br0" timeOffset="11867">2366 5152 24575,'17'0'0,"-4"0"0,-13 0-2137,14 0 2137,-11 0 0,10 0 687,-13 0-687,0 0 0,0 13-1028,0-9 1028,0 9-177,0 0 177,0 4 1009,0 13-1009,0 0 0,-13 0 0,10 13 0,-24-10-5273,24 10 5273,-24-13-4402,24 14 4402,-11 2-554,14 14 554,0 0 0,0 0 0,0 0-871,0 0 871,0 0 0,0 0 0,0 0 0,0-1 0,0 15 0,0-11-1853,0 10 1853,0-13 218,0-13-218,0-4 2694,0-13-2694,0 0 4355,0 0-4355,0 0 0,-13 0 0,10-14 1384,-11 11-1384,14-24 0,0 24 0,0-24 1059,-13 10-1059,10-13 580,3 0-580,3 0 0,10-13 0,-13 10 0,-13-10 0,23-1 28,-20 11-28,23-24-4250,1 11 4250,-24-14-226,20 0 226,-24 0 0,1 0 0,-4 0 0</inkml:trace>
  <inkml:trace contextRef="#ctx0" brushRef="#br0" timeOffset="12473">3205 5122 24575,'0'-17'0,"0"4"0,0 13 0,0 0 0,0 13 0,0-9 0,0 22 0,0-9 0,0 13-6784,0 13 6784,0 4-1511,-13 13 1511,9 0-1007,-9-1 1007,13 1 0,0 0 0,0 13 0,0-9-1852,0-21 1,0 0 1851,0 20 0,0 11 0,0-14-1856,0 13 1856,-13-10-317,9 10 317,-9-13 0,13 0 0,0 13 0,0-10 0,0-3 0,0-3 0,0-24 0,0 11 0,0-15 1938,0 1-1938,0 0 1123,0 0-1123,0-13 4143,0-4-4143,0-13 6194,0 0-6194,0-13 0,13 10 0,-9-11-1672,9 1 1672,-13 10 0,0-24 0,0 24 0,-13-11 0,9 14 0,-22 0 0,22 0 0,-9-13 0,13-4 0</inkml:trace>
  <inkml:trace contextRef="#ctx0" brushRef="#br0" timeOffset="13101">4104 5332 24575,'16'-17'0,"-3"-10"-9831,-13 24 8341,14-24 4308,-11 24-2818,10-10 1719,-26-1-1719,10 11 0,-11-24 0,14 24 6784,0-10-6784,0 13 0,0 0 0,-13 13 0,10 4 0,-10 13 0,-1 0 0,11 0 0,-10 0 0,13 13-6784,-14 3 6784,11 14-4537,-24 0 4537,24 0-3034,-24 13 3034,24-9-301,-10-21 0,-1 0 301,11 20 0,-3-20 0,-1 1 0,-7 32 1735,11 1-1735,-23-4 0,22 0 0,-9-9 0,13 9 0,0-13-1875,0-14 1875,0 11 742,0-24-742,0 11 0,13-1 2706,-9-10-2706,9 10 0,-13-13 0,0 0 0,0-13 0,0 10 0,0-11 0,0 1 4374,13-4-4374,-10-13 0,11 0 0,-14 0 491,0 0-491,13-13 6784,-10-4-6784,24 1 0,-24-11 0,11 10 0</inkml:trace>
  <inkml:trace contextRef="#ctx0" brushRef="#br0" timeOffset="13552">4852 5362 20150,'17'0'0,"-4"0"0,-13 13 2078,0-10-2078,0 24 751,0-11-751,0 14 0,-13 14 387,10 2-387,-11 14-5575,14 0 5575,0 13-4537,0-9 4537,1-22 0,-2 2-2538,-12 33 2538,10-1-541,-5-32 1,2-1 540,20 20 1119,-13-20 0,1 0-1119,11 21 0,-12-21 0,-2 0 0,1 20 0,0 11-582,0-14 582,14-1-1445,-11 1 1445,10 0 221,-13-13-221,0 9 0,0-22 0,-13-4 0,10-4 2958,-24-22-2958,10 9 0,-13 0 0,1-9 0,-1 9 0,0-13 0</inkml:trace>
  <inkml:trace contextRef="#ctx0" brushRef="#br0" timeOffset="14183">3624 6859 24575,'17'-16'0,"-4"2"0,-13 28 0,14-11 0,-11 10 0,24-13 0,-24 0 0,23 0-6784,-9 0 6784,13 0-1391,13 0 1391,-9 0 0,22 14 0,-9-11 0,13 10 0,0 0 0,-1-9 0,1 22-4076,14-22 4076,2 9-1363,-25-6 0,1-1 1363,-5 3 0,0-1 0,10 0 0,2 1 0,-6 5 0,1-2-704,5-10 1,1 0 703,6 11 0,1 0 112,1-10 1,1-2-113,5 5 0,2 1 0,-1 0 0,-1-1 0,1-4 0,0 0 0,0 4 0,0 1 0,0-7 0,0 0 0,-7 6 0,0 1 0,6-5 0,-1-1 0,-18 6 0,-1 0 0,12 0 0,-2-1 0,-17-4 0,-1-1 0,7 5 0,-2 2 1019,25 5-1019,-3-10 1925,-26 11-1925,10-14 0,-38 0 0,21 0 0,-36 0 3091,-4-14-3091,-4 11 1522,-22-24-1522,-4 11 0,-3-14 84,-24 13-84,10-9 0,-13 9 0,-13-13 0,-3 0 0</inkml:trace>
  <inkml:trace contextRef="#ctx0" brushRef="#br0" timeOffset="52502">2336 7279 24575,'17'0'0,"-4"0"0,1 0 0,-11 0 0,10 0 0,-13 0 0,0 0 0,0 13 0,0-10 0,-13 10 0,10-13 0,-11 0 0,14 0 0,0 0 0,-13 0 0,10 0 0,-11 0 0,14 0 0,0 0 0,-13 0 0,10 0 0,-11 0 0,14 14 0,0-11 0,0 10 0,0-13 0,0 0 0,0 14-532,-13-11 532,10 10 0,-11-13 0,14 14 0,0-11 0,0 10 0,0-13 0,0 14 0,-13-11 0,10 24-5031,-11-24 5031,14 24 0,0-24 0,0 10 0,0-13 0,0 14 0,0-11 0,0 10 5563,0-13-5563,0 0 0,-13 0 0,10 13 0,-10-9 0,13 9 0,0 0 0,0-9 0,0 9 0,0 0 0,0-9-2452,0 22 2452,0-22 0,0 9 0,0-13 0,0 13 0,0-9 0,0 9 0,0-13 0,0 13 0,0-9-716,0 9 716,0 0 0,0-9 0,0 9 0,0 0 0,13-10 0,-10 11 0,10-14 0,-13 0 0,0 13 0,0-10 3168,0 11-3168,0-14 0,0 13 0,0-10 0,0 11 0,14-14 0,-11 0 0,10 0 0,-13 0 0,0 0 0,14 0 0,-11 0 0,10 0 0,-13 0 0,14 0 0,-11 0 0,10 0 0,1 0 0,-11 0 0,10 0 0,-13 0 0,14 0 0,-11 0 0,10-14 0,1 11 0,-11-10 0,10-1 0,-13 11 0,13-10 0,-9 13-962,9-14 962,-13 11 0,0-10 0,13 13 0,-9 0 0,9-13 0,-13 9 0,0-9 0,13 13 0,-9-13 521,9 9-521,-13-9 0,13 13 0,-9-13 0,9 9 0,-13-9 0,0 0 0,0 9 0,0-9 0,13 13 0,-9 0 441,9 0-441,-13 0 0,0 0 0,0-13 0,0 9 0,0-9 0,0 13 0,0 0 0,0-13 0,0 9 0,-13-9 0,9 13 0,-9 0 0,13 0 0,0-13 0,0 9 0,0-9 0,0 13 0,0 0 0,0-13 0,0 10 0,0-11 0,0 14 0,0 0 0,0-13 0,0 10 0,0-11 0,0 14 0,-13 0 0,9 0 0,-9 0 0,13 0 0,0-13 0,0 10 0,0-11 0,-13 14 0,9-13 0,-9 10 0,13-11 0,0 14 0,0 0 0,0-13 0,-13 10-2489,9-11 2489,-9 1 0,13 10 0,0-11 0,0 1 0,-13 10 0,9-11 0,-9 14 0,13-13 0,0 10 0,0-10-244,0-1 244,-13 11 0,10-10 0,-11 13 0,14-14 0,0 11 0,0-10 0,-13-1 0,10 11 0,-11-10 2733,14 13-2733,0 0 0,0-14 0,-13 24 0,10-20 0,-11 24 0,14-14 0,0 0 0,0-14-2167,0 11 2167,14-10 0,-11 13 0,10 0 0,-13 0 0,-13-14 0,10 11 0,-37-24 0,20 24-1155,-24-10 1,15 13 0,-1 0 0</inkml:trace>
  <inkml:trace contextRef="#ctx0" brushRef="#br0" timeOffset="58703">2456 7159 24575,'17'0'0,"-4"0"0,-13 13 0,0-10 0,13 11 0,-9-14 0,9 0 0,-13 0 0,0 0 0,-13 0-2402,9 0 2402,-9 0 0,13 0 0,0 0 0,-13 0 0,9 0 0,-9 0 0,13 0 0,0 0 2402,-13 0-2402,9 0 0,-9 13 0,13-10 0,0 11 0,-13-14 0,10 0 0,-11 0 0,14 0 0,0 0 0,0 13 0,-13-10 0,10 11 0,-11-14 0,14 0 0,0 0 0,-13 0 0,10 0 0,-11 0 0,14 0 0,0 0 0,-13 0 0,10 0 0,-11 0 0,14 0 0,0 0 0,0 13 0,0-10 0,0 11 0,0-14 0,0 0 0,-13 0 0,10 0 0,-11 0 0,14 13 0,0-10 0,-13 10 0,10-13 0,-11 14 0,14-11-1759,-13 24 1759,10-24 0,-10 10 0,13-13 0,-14 14 0,11-11 0,-10 10 0,13-13 1759,0 0-1759,0 14 0,-14-11 0,11 10 0,-10-13 0,13 0 0,13 14 0,-10-11 0,11 10 0,-14 1 0,0-11-3007,0 10 3007,0 1 0,13-11 0,-10 23 0,11-22 0,-14 22 0,0-22 0,0 9 0,0 0 0,13-9 0,-10 22 1146,10-22-1146,-13 9 0,0 0 0,0-9 0,0 9 0,0-13 0,0 13 0,0-9 1861,0 9-1861,0-13 0,14 0 0,-11 0 0,10 0 0,-13 0 0,0 0 0,0-13 0,14 9 0,-11-9 0,10 13 0,1 0 0,-11 0 0,10 0 0,-13 0 0,14 0 0,-11-13 0,10 9 0,1-9 0,-11 13 0,10 0 0,-13 0 0,0 0 0,14 0 0,-11 0 0,10 0 0,-13 0 0,0 0 0,13 0 0,-9 0 0,9 0 0,-13-13 0,0 9 0,0-9 0,0 13 0,0 0 0,0-13 0,0 9 0,13-9-1043,-9 13 1043,9-13 0,-13 9 0,0-22 0,0 22 0,0-22 0,0 23 0,13-24 0,-9 24 0,9-11 1043,-13 1-1043,0 10 0,0-11 0,0 1 0,0 10 0,0-11 0,0 14 0,0-13 0,0 10 0,0-11 0,0 14-497,0-13 497,0 10 0,0-11 0,0 14 0,0 0 0,0-13 0,0 10 0,0-11 497,0 14-497,0 0 0,0-13-453,0 10 453,0-10 0,0 13 0,0-14 0,0 11 0,-13-10 0,9 13 0,-9 0 0,13-14 0,0 11 453,0-10-453,0 13 0,-13-14 0,9 11 0,-9-10 0,13 13 0,0 0 0,-13-14 0,9 11 0,-9-10 0,13 13 0,-13 0 0,10 0 0,-11 0 0,14 0 0,-13 0 0,10 0 0,-11 0 0,1 13 0,10-10-1282,-11 11 1282,1-14 0,10 0 0,-24 0 0,24 0 0,-11 0 0,1 0 0,10 0 1282,-11 0-1282,1 0 0,10 0 0,-10 0 0,13 0 0,-14 0 0,11 13 0,-10-10 0,13 11 0,0-14 0,0 0 0,0 13 0,0-10 0,-14 11 0,11-14 0,-10 13 0,13-10 0,-14 11 0,11-14 0,-10 13 0,-1-10 0,11 10 0,-10-13 0,13 14 0,0-11 0,0 10 0,-14-13 0,11 14 0,-10-11 0,13 10 0,0 1 0,0-11 0,0 10 0,0 1 0,0-11 0,0 10 0,0 1 0,0-11 0,0 24 0,0-24 0,0 24 0,13-24 0,-10 23 0,11-22-2859,-14 9 2859,13 0 0,-10-9 0,11 22 0,-1-22 0,-10 22 0,11-22 0,-1 22 0,-10-22 0,11 9 0,-14 0 0,13-9-1607,-10 9 1607,11 0 0,-1-9 0,-10 9 0,10-13 0,-13 13 0,14-10 0,-11 11 0,10-14 0,1 0 3896,-11 0-3896,24 0 0,-24 13 0,24-10 0,-24 11 0,10-14 0,-13 0 0,14 0 0,-11 0 0,10 0 0,1 0-810,-11 0 810,10 0 0,-13 0 0,13 0 0,-9-14 0,9 11 0,-13-10 0,13-1 0,-9 11 0,9-10-794,-13 13 794,0-13 0,0 9 0,0-9 0,13 0 0,-9 9 0,9-9 0,-13 0 0,0-4 0,0 0-3258,0-9 3258,13 22 0,-9-22 0,9 22 0,-13-9 0,0 0 0,0 9 0,0-22 0,0 23 0,0-24 0,0 24 2520,0-24-2520,0 24 0,0-24 0,0 24 0,0-24 0,-13 24 0,9-24 0,-9 24 0,13-24 0,0 10-820,0 1 820,0-11 0,0 11 0,-13-1 0,9-10 0,-9 11 0,0-1 0,9-10 0,-22 24 0,22-24 0,-22 24 300,23-10-300,-11 13 0,14-13 0,0 9 0,-13-9 0,-4 0 0,-13 9 0,0-22 0,0 22-838,0 4 0,1 4 0,-1 9 0</inkml:trace>
  <inkml:trace contextRef="#ctx0" brushRef="#br0" timeOffset="84095">13579 9338 7443,'3'-5'2428,"1"-2"-1888,1 0-360,-3 0-90,-1 0-90,-2 3 540,14 6-450,-7 0 449,26 8-359,-22-7-90,12 3 900,15-5-990,-19 0-45,25-2 0,2-1-486,-19 0 306,9-1 0,-3-1-44,-19 1-181,3-2-362,-4-18 1,-10 15-1,-1-14 1</inkml:trace>
  <inkml:trace contextRef="#ctx0" brushRef="#br0" timeOffset="84910">13636 9483 10951,'-1'2'899,"0"1"-719,1-3 720,5 2-810,0-2 269,29 1-269,-17-1 0,23-1 0,3 0-573,-17 0 483,10-1 0,-3 0 90,-16-1-3322,4 0 3232,-7-1-262,-1 0 262,11-4 0,-12 2-90,12-4 90,-18 6 0,1 1 40,-4 3-220,-2 0-3097,-20-1 3246,10-1 0,-17 0 0,16 1 1</inkml:trace>
  <inkml:trace contextRef="#ctx0" brushRef="#br0" timeOffset="90827">14621 9585 8162,'3'-2'2969,"-1"0"-2250,2 0-719,-1 0 0,5-2-3277,25-27 1247,-23 21 2030,17-22 0,-29 26 0,-1 0 0</inkml:trace>
  <inkml:trace contextRef="#ctx0" brushRef="#br0" timeOffset="90976">14761 9595 7713,'4'5'2698,"-1"-1"-2698,4-3-270,-2-2-449,5-3-91,-3 0-1888,2-6 2698,-2 5 0,0-5 0,-1 7 0</inkml:trace>
  <inkml:trace contextRef="#ctx0" brushRef="#br0" timeOffset="91128">14944 9620 7533,'4'6'3148,"-1"-1"-2608,-1-1-91,-1-1-179,-1-2-270,22-26 0,-14 17 0,17-20 0</inkml:trace>
  <inkml:trace contextRef="#ctx0" brushRef="#br0" timeOffset="93794">15464 9270 8702,'7'0'2069,"0"0"-1979,-7 0 180,4 0-180,-4 0 629,-2 2-629,-1 0 450,-12 4-360,7-3 359,-36 7-449,33-5 180,-23 8-180,33-7 360,-2 21 0,1 4-450,1-11 45,17 16 0,4-4-45,-4-26-90,18-9 0,0-6 0,-20-4 90,5-8 0,-4-1-90,-11 7 90,-8-26 0,-1 26 0,-15-26 0,11 30 0,-6-9 0,-1-7 0,8 12-180,-9-23 180,12 23 0,3-12 0,1-1 0,3 8 0,5-11 0,3 2 0,-3 17 0,9-11 0,-11 19-450,22 14 90,-16-5-2917,25 10 78,-29-13 2210,6 0 989,-15 0 0,0 1 0,-1 2 0</inkml:trace>
  <inkml:trace contextRef="#ctx0" brushRef="#br0" timeOffset="94477">15664 9125 7083,'8'4'3276,"-1"0"-2774,-6-3-412,1 1 180,-2-2 89,0 4-269,0-3 90,0 3-90,-2 0 764,-2 18 1,-2 5-855,1-8-1444,0 8 1,-1-1 1533,4-16 0,-1 0 0,-1 14-90,3-11 0,0 17 0,3-21 0,2 4 2078,41-8-2438,-27-5-1279,14-14 1,-4-5-1639,-21 4 2457,7-23 1,-19 29 0,1 0 0</inkml:trace>
  <inkml:trace contextRef="#ctx0" brushRef="#br0" timeOffset="94778">15677 9155 6903,'10'9'3276,"-2"0"-1245,-5-7-1851,-2 1-90,3-1 90,17-1-360,-8 1-180,21-4 0,-19 0-359,4-3-101,-4-6 1,-8 6 0,0-3 0</inkml:trace>
  <inkml:trace contextRef="#ctx0" brushRef="#br0" timeOffset="98011">15827 9280 7623,'5'0'1889,"0"0"-1530,-2 0-179,0 0 1169,-3-4-1169,0 2 1439,-8 2-1529,4 3 180,-3 1-180,6-2 720,-7-5-720,6 2 0,-2-3 0,5 3 89,38-6-268,-25 4-91,33-5 90,-35 6-3187,31-20 0,-30 16 2457,18-12 1,-31 18 0,0 0 0</inkml:trace>
  <inkml:trace contextRef="#ctx0" brushRef="#br0" timeOffset="98578">16112 9325 8792,'-4'1'1799,"0"-1"-720,-5-5-899,4 1-90,-5-3 90,6 5 899,-7-11-989,7 8 0,-5-7-90,9 8 0,0 0 90,1-1-90,1 0 0,14-9 0,-8 7 180,17-10-90,-19 13 90,6-1 449,-4 26 1,-2 8-540,1-11-90,1 10 0,0-1 0,-3-17 0,12-2 0,-7-6 0,12-9 0,-14-1 0,3-7-450,-1-12 1,-2-3 89,-1 9-844,2-8 1,-3 3 663,-6 17-270,1 0 810,10-24 0,-4 19 0,9-16 0</inkml:trace>
  <inkml:trace contextRef="#ctx0" brushRef="#br0" timeOffset="99277">16322 9085 7892,'13'5'3276,"-7"-1"-2954,10-3-232,-11-1 270,9-1-270,-7 1 270,15-1-270,-14 1 180,12-4-270,-10 2 629,16-6-449,-19 7 720,2 6-720,-13-1 89,-6 13-269,8-10 180,3 17 0,1 4-1638,1-9 1458,1 6 0,0-1 90,-3-11-90,2-3 90,-2 1-1,4 16-89,-6-15 0,3 13 90,-4-21-90,-1 1 90,1-3 90,-34 23-180,21-14-1639,-16 6 1,0-3-1092,18-13 2730,-16-7 0,26-8 0,-2-4 0</inkml:trace>
  <inkml:trace contextRef="#ctx0" brushRef="#br0" timeOffset="100477">16839 9435 7443,'3'4'3276,"-1"0"-2505,1-2 1208,14-3-1799,-7 1 0,14-4-90,-9 2 135,22-2 0,3 2-225,-6-1-1093,1 1 1,7-1 0,-12 0-790,-15-2 1882,-4-16 0,-26 11 0,-15-10 0</inkml:trace>
  <inkml:trace contextRef="#ctx0" brushRef="#br0" timeOffset="100728">16989 9183 7443,'8'12'3276,"-1"2"-6553,-5-3 2565,-1 3 1811,-2 1-694,0 11 0,-1 3-1481,1-1 1076,1 9 0,1 0 0,1-16 0,9 23 0,-8-33 0,5 7 0</inkml:trace>
  <inkml:trace contextRef="#ctx0" brushRef="#br0" timeOffset="101129">17449 9543 7083,'5'3'3276,"-1"1"-2055,0-3 488,1 2-1529,-3-3-90,3 1-180,-3-1-3187,17-19 0,-13 11 3094,16-16 0,-16 15 0,4-1 0</inkml:trace>
  <inkml:trace contextRef="#ctx0" brushRef="#br0" timeOffset="101295">17707 9535 7083,'-1'4'3148,"-2"0"-2158,1-3-900,-1 0-910,5-19 1,-1 12 0,5-15 0</inkml:trace>
  <inkml:trace contextRef="#ctx0" brushRef="#br0" timeOffset="101444">17805 9568 6993,'-6'-2'989,"3"-16"-1978,0 7 90,2-13 79,1 10 1,-1 0 0,2-1 0</inkml:trace>
  <inkml:trace contextRef="#ctx0" brushRef="#br0" timeOffset="108111">18112 9203 9691,'-5'0'2429,"0"0"-2249,5 1 540,5 10-541,-1-2 541,11 33-630,-8-22 270,0 19 0,0 2-270,-2-12-90,0 9 0,-1-2 89,-2-13-1123,0 7 0,-1-3 404,-2-13-1549,1 14 20,0-35 1080,0-10 1079,-4-12 0,1 4 0,-3-5 0</inkml:trace>
  <inkml:trace contextRef="#ctx0" brushRef="#br0" timeOffset="108362">18027 9323 7713,'3'5'2788,"-3"0"-2248,1-2 449,13 8-809,-4-7-450,21 4 0,5-1-269,-11-5-946,11 2 1,-2-2 405,-17-2 90,5-1 169,-11-1 1,-2 2 0,2-1 0</inkml:trace>
  <inkml:trace contextRef="#ctx0" brushRef="#br0" timeOffset="109112">18550 9435 10681,'-11'1'1439,"3"1"-1169,2-2 90,4 0 2158,-21 34-2248,15-21-90,-16 27 0,18-30 450,-3 24-540,5-15-1,2 24 1,6-28-90,5 4 0,2-4 0,-3-4 0,14-6 0,3-2 0,-5-3-135,20-16 1,-2-5 44,-21 2-45,4-9 0,-5 1 135,-16 9-150,-13-11 0,-7-8 0,2 6-3127,-3-4 3208,2 6 1,-3-5 0,4 5 68,-1-3-1254,4 7 1299,1-4 0,2 0-419,3 2 374,2-1 0,4 1 0,7 10-90,13-17 90,-5 21-765,20-7 1,4 2 404,-15 10-720,11 1 1,-6 5 0,-24 11-2198,-10 15 2236,0-14 1041,-8 6 0,9-7 0,1-2 0</inkml:trace>
  <inkml:trace contextRef="#ctx0" brushRef="#br0" timeOffset="109678">18790 9300 7443,'3'8'3276,"-1"-1"-1695,-2-4-1041,-1 2-270,-1 0 449,-4 15-539,3-8 719,-2 28-719,5-21 45,4 9 0,2-1-3487,-1-8 3352,8 14-90,-8-24 0,1-1 0,-1-1 0,0 1 0,0-2-629,9 6 449,-7-6-450,10 3 180,-12-7 450,2-28 0,-3-8 0,-3 9 0,0-10 0,1 0 0</inkml:trace>
  <inkml:trace contextRef="#ctx0" brushRef="#br0" timeOffset="109928">18802 9300 8252,'3'6'3276,"3"-2"-2864,-3-4 398,21-8-810,-14 5-90,18-7-180,-19 7-90,2 0-270,-2-1-269,-2 0-270,0 0 89,-3 2 1080,-2 1 0,-2 1 0,0 0 0</inkml:trace>
  <inkml:trace contextRef="#ctx0" brushRef="#br0" timeOffset="110420">18995 9455 13649,'12'0'360,"-2"0"-270,-4 0-90,1 0-540,30 2 91,-19-1 449,7-4 0,-1-1 0,-15 2 0,5-7 0</inkml:trace>
  <inkml:trace contextRef="#ctx0" brushRef="#br0" timeOffset="111278">19212 9325 8972,'8'-1'2608,"-4"2"-1978,13-9-540,-10 5 360,18-3-360,-19 5 629,28 12-629,-25-5 0,19 9 90,-21-6-180,-1 0 90,-2 2 0,-2-3 360,-11 19-360,2-13 269,-18 25-179,14-25 225,-2 9 0,2 1-405,8-10 0,-5 16-180,14-28 0,1-4-2428,23-9 1528,-16 2-1438,19-15 1348,-26 10 1,1-3 1169,-5 4 0,-2 4 0,0 0 0</inkml:trace>
  <inkml:trace contextRef="#ctx0" brushRef="#br0" timeOffset="111752">19475 9285 7263,'7'4'3276,"0"0"-1695,-5-4-1401,3 1 630,19-9-631,-15 6 181,14-6-180,-22 7 810,-5 4-811,2-1 361,-5 11-450,6-5 180,0 16 0,1 4-591,0-7 411,1 5 0,0 0 90,0-2-180,-1-4 89,1 8 1,-2 1-90,0-5 0,-6 4 0,-3-2-253,1-15-1996,-26 6 1170,25-18-361,-9-2 1,18-8 0,-1-3 0,2-1 1439,2-6 0,-1 8 0,1-2 0</inkml:trace>
  <inkml:trace contextRef="#ctx0" brushRef="#br0" timeOffset="112265">19805 9543 9242,'-3'-2'3276,"10"-2"-2055,1 2-1176,34-5 0,6-1-1788,-17 4 1653,15-2 0,-5 0 126,-30 5-2105,4-11 1079,-8 5-2287,-1-11 2576,-7 10 701,-4-2 0,-5 6 0,0 0 0</inkml:trace>
  <inkml:trace contextRef="#ctx0" brushRef="#br0" timeOffset="112503">19863 9295 11311,'0'9'1638,"-4"22"0,0 4-507,0-5-2224,-1 0 1,-1 7 0,2-7 452,-1 0 562,-4 17-731,7-2 1245,2-21-436,24-9 0,-11-20 0,20-20 0</inkml:trace>
  <inkml:trace contextRef="#ctx0" brushRef="#br0" timeOffset="113221">20303 9418 6903,'-4'-4'3276,"-4"1"-1335,3 2-1671,-3 1 0,3 1-90,0-1 1349,-14 14-1259,10-8 404,-5 20 1,1 3-585,9-12-90,-4 28 0,13-42 0,2 0 0,1-2 0,15-6 0,3-2 0,-4 0-45,17-8 0,-2-3 45,-20 6 0,15-14 0,-30 16-45,-17-12 0,-6-3 45,5 4 0,-6-3 0,-8-7 0,-1-1 0,7 7 0,-4-4-30,5-4 0,-1-7 0,10 9 30,17 14-180,8-5 0,4 2-90,-1 14-2068,31 0 1438,-30 6 900,22 8 0,-28-3 0,4 4 0</inkml:trace>
  <inkml:trace contextRef="#ctx0" brushRef="#br0" timeOffset="113881">20668 9068 6993,'4'5'3276,"-5"5"-1155,-1-4-1401,-7 9-451,6-8 451,-4 9-360,4-9 1034,-4 20 0,-1 4-1124,1-8 135,-2 19 0,1 1-316,4-16 1,-2 10 0,0 1 0,3-11-45,2 6 0,0-1-45,3-13 0,5 15 0,-4-24 0,4 14 0,-4-16 0,3 11 0,-2-17 0,0-1 0,1 1 0,4-2 0,-2 0 0,3 0 0,-4-2-90,4-1 0,-4 0-179,8-4 179,-9 3-1170,22-14 990,-19 12-1079,26-18 989,-25 17-1279,1-19 1,-4-3 982,-6 9 1,-1-6-1,-2 2 1,-7 13 0</inkml:trace>
  <inkml:trace contextRef="#ctx0" brushRef="#br0" timeOffset="114212">20568 9105 8432,'3'11'3276,"2"-2"-615,9-6-2571,-1-2-90,8 0 0,-5-1-1639,11-6 1,0 0-1639,-8 3 1735,26-9 1542,-45 12 0,0 0 0,0 0 0</inkml:trace>
  <inkml:trace contextRef="#ctx0" brushRef="#br0" timeOffset="114729">20825 9343 9062,'-2'3'2698,"-1"1"578,3-3-3044,4-2-142,9-1-90,0-1-450,27-3-2827,-21 4 864,24-4 2373,-26 3-1219,3-4 1259,3-20 0,-14 17 0,5-14 0</inkml:trace>
  <inkml:trace contextRef="#ctx0" brushRef="#br0" timeOffset="115711">21358 9235 7892,'0'-5'2879,"-1"0"89,-7 18-2788,5-6 90,-6 20-90,7-13 0,2 11 0,0 1-3457,-1-2 2789,1 5 1,-1-1 397,1-9 320,-4 13-680,4-15-2827,4 5 78,-3-18 2632,7-8 0,-5-6 0,5-5 0</inkml:trace>
  <inkml:trace contextRef="#ctx0" brushRef="#br0" timeOffset="116228">21625 9063 7353,'3'3'3276,"-1"2"-2055,1-2-501,-1-1-450,0 0 179,24-16-449,-14 8 270,14-13 0,-1 0-90,-14 8 270,10-18-270,-22 25 1079,-22 26-1169,16-9 0,-13 24 90,18-19-3392,2 1 3302,2 1 89,-1 1-922,1 2 1058,4 10 0,1 2-2218,-2 1 1948,2 5 0,-2-3-45,-3-12 90,-1 6 726,-14-3 1,-3-2-1087,5-6-3007,-23 8 0,32-37 2717,9-22 1,6 16 0,8-5 0</inkml:trace>
  <inkml:trace contextRef="#ctx0" brushRef="#br0" timeOffset="116576">22326 9165 7083,'-5'-1'3276,"-6"5"-346,5 2-2210,-5 25-3997,8-13 1343,2 27 2610,3-24-766,-1 21 0,0 1-269,0-14-355,0 8 1,0-6 174,0-26-361,0-2-1529,-4-4 1170,-3-2 1259,-16-12 0,9 4 0,-8-8 0</inkml:trace>
  <inkml:trace contextRef="#ctx0" brushRef="#br0" timeOffset="116712">22158 9303 7623,'5'2'3058,"1"-1"-2069,11-3-899,-4-2-315,14-4 1,3-1-496,1-1 720,14-6 0,1 1 0,-15 7 0,-4 0 0,0 0 0</inkml:trace>
  <inkml:trace contextRef="#ctx0" brushRef="#br0" timeOffset="117228">22703 9265 6813,'-6'3'3276,"-16"11"0,8-5-2729,-6 7 0,0 0-367,6-2 0,-9 9 179,19 4-359,4-14 90,11 13-90,-2-21-45,17-12 0,3-4 45,-9 0-197,6-3 0,-2-1 197,-14 2 0,0-7 0,-4 4 0,0-7 0,-6 7 0,-11-25-3277,2 17 3225,-2-2 0,-1 1 238,-1 2-186,-8-18 0,0-2 0,7 11-721,-3-6 0,4 4 721,14 19 0,6-7 0,-2 5-90,16-10 0,1 0 1928,-5 8-1928,5-4 0,-1 4-90,-12 14-180,-1 2 90,0 2-161,-1 2-2846,-6 11 977,-3-5 2300,-10 14 0,1-9 0,-2 5 0</inkml:trace>
  <inkml:trace contextRef="#ctx0" brushRef="#br0" timeOffset="117611">22963 9023 8612,'-8'5'3276,"1"0"-2054,2 1 217,-9 27-1259,8-15 179,4 16 1,2 12 0,1-8-270,2-2-90,3-1 0,1 6 0,0-10-90,0-16-540,10 9 271,-10-21-2070,20-12 1439,-16-2-179,10-9-90,-18 5 1259,-7-16 0,1 11 0,-5-12 0</inkml:trace>
  <inkml:trace contextRef="#ctx0" brushRef="#br0" timeOffset="117813">22946 9008 8702,'1'-4'2698,"0"1"-1618,-1 2-540,5 1-450,-2 0-810,31-1 360,-19 1-1279,13-2 1,0 0-1639,-13 3 2538,15-3 1,-23 4-1,1 0 1</inkml:trace>
  <inkml:trace contextRef="#ctx0" brushRef="#br0" timeOffset="118071">23158 9058 7173,'-1'8'3276,"-14"20"-1245,3-14-1491,-17 23-3817,14-21 1433,4 14 3343,8-12-1140,4 12 1,2 0-360,-1-10 180,27 10-180,-15-36-45,7-11 0,-1-2 45,-9 0-765,-15-22 1,-6-2-1184,3 16 1588,-8-9 0,0 5-792,9 21 1152,-14-11 0,14 13 0,-11-8 0</inkml:trace>
  <inkml:trace contextRef="#ctx0" brushRef="#br0" timeOffset="118527">23343 8965 7533,'3'5'3276,"-2"-1"-1965,1 0-951,0-2 719,13 7-989,-5-6 0,23 4-90,-16-8 315,8-6 0,0 0-587,-12 2 541,16-9 562,-29 12-561,0 0 90,-1 1 539,-5 3-629,2 1-90,-5 3 0,4 1 404,1 19 1,1 6-585,2-5 245,3 12 0,3 11 1,0-9-246,2-2 0,3 3 0,-3 0-90,-12 1-180,2-25-1529,-17 16 504,9-31-344,-9-17 1,-2-4 982,5 6 1,-1-9-1,1 2 1,7 12 0</inkml:trace>
  <inkml:trace contextRef="#ctx0" brushRef="#br0" timeOffset="123561">16652 10233 7443,'5'1'3276,"-1"0"-1965,-1-2 1388,5 1-2609,0-1 89,5 1-89,1 0 0,3 0-1433,6 0 1522,3 1-89,3 0 0,7 2 0,2 0-2977,3 0 2752,7 2 0,-1-1-135,-17 0 0,14 2-3007,-12-12 0,-23 2 3049,4-11 0,-23 5 0,-3-3 1</inkml:trace>
  <inkml:trace contextRef="#ctx0" brushRef="#br0" timeOffset="123778">16962 9995 8972,'-1'13'3276,"-1"3"-2145,-2 1-771,0 1 0,0-3 90,-1 2 179,-5 26 1,0 4-540,2-5-180,0-1 0,-1 8 0,3-10-180,2-5-1369,5 3 1,3-3-1639,1-20 1038,6 6 1070,-7-23 1169,-2-4 0,2 2 0,0-1 0</inkml:trace>
  <inkml:trace contextRef="#ctx0" brushRef="#br0" timeOffset="124578">17562 10400 9871,'-8'0'1709,"1"0"-1439,2 0-90,0 0 0,0 0 360,-4 4-450,2 1 1259,-12 24 0,-2 5-1169,7-10-135,-5 10 0,2-1 135,12-18 0,8 17-180,0-16 0,18 13 0,-8-26 0,16-3 0,-14-4-225,6-22 0,-3-4 225,-8 9-90,-2-19 0,-7 1-3187,-12 20 3129,-5-7 1,-1 0 147,-1 5-90,-11-16 90,3 2 0,0 0-951,2 1 951,-3-6 0,3 1-1953,13 17 1953,0-6 0,7 10 1953,3 1-2043,4 1-270,15-15-1773,-5 16 1593,8-4 1,2 3 673,-1 6-134,7 2 0,0 3 0,-14 5 0,13 4 0</inkml:trace>
  <inkml:trace contextRef="#ctx0" brushRef="#br0" timeOffset="125378">17722 10120 8342,'5'-5'2969,"-2"1"-1620,2 1-1169,-4 1 0,3 1 1529,-2 23-1440,-3-10 241,-1 19 0,0 11 0,-1-5-420,-1 3-90,1-8 0,-1 5 0,1-3-1607,-1-2 1,2-3 1606,-2 4-1089,1 0 0,1-2 1089,0-14 0,10 17 0,-4-26 0,15 10 0,-12-16 2268,5 2-2358,-5-4 0,4-4 3366,-5 2-3519,18-2 63,-16 4 0,10 0-90,-13-2 0,0 1-1260,-1-1 1080,0-1-2047,-1-8 1328,-1 3-180,-2-8 1349,-14-13 0,7 12 0,-7-14 0</inkml:trace>
  <inkml:trace contextRef="#ctx0" brushRef="#br0" timeOffset="125666">17725 10110 8162,'16'-1'3276,"-1"-2"-2504,-11 3-862,1-2-899,7-1 89,-4 1-89,4-2 989,-1-6 0,-5 5 0,5-5 0</inkml:trace>
  <inkml:trace contextRef="#ctx0" brushRef="#br0" timeOffset="126467">17980 10235 9242,'0'4'3276,"4"6"-2684,-3-4 37,4 12-359,-7-4 179,1 25 1,0 4-450,0-10-180,1 14 1,2-3-181,1-28-2917,9-5 2457,-7-14 1,5-11 0,-7 1 0</inkml:trace>
  <inkml:trace contextRef="#ctx0" brushRef="#br0" timeOffset="127095">18270 10115 9512,'6'-1'1439,"0"0"-990,6-4-359,-3 2 360,24-5-270,-18 4 720,24-4-721,-29 5 1,6-1-90,-12 2 180,-2 1 180,0 1 269,-7 8-629,3-4 540,-11 18-360,9-10-90,-3 11 389,4 8 1,1 9 0,1-5-3847,-1 8 3298,1-3 1,-1 6 0,1-9-1211,2-9 1369,0 2 0,0 0-2055,0-2 1965,-1 16-306,-1-29 396,-12 16-180,6-19 778,-31 13-1408,25-26-1079,-18-3 1571,27-5 138,5-17 0,3-4 0,3 6 0,2-5 0,-1 1 0</inkml:trace>
  <inkml:trace contextRef="#ctx0" brushRef="#br0" timeOffset="127678">18952 10300 6993,'-6'3'3276,"0"-1"-346,-1-6-2390,2 1 1259,-1-1-1259,5 3 0,0 1 1438,45-8-1978,-24 5 0,13-4 0,0 1 0,-11 3-495,4-2 1,-1 1 44,-3 1-1619,19-1 1170,-32 3-1260,0-3 1339,-30-9 1,10 4 0,-19-6 0</inkml:trace>
  <inkml:trace contextRef="#ctx0" brushRef="#br0" timeOffset="127928">19025 10005 8252,'8'1'1638,"-6"31"0,-5 10 1638,2-11-2549,-3 11 0,0 5-413,2-8 1,1-5-405,1 3-405,1 6 1,2-3-226,3-18-179,4 6 899,18-38 0,-11 2 0,15-17 0</inkml:trace>
  <inkml:trace contextRef="#ctx0" brushRef="#br0" timeOffset="129612">19715 10135 8702,'5'0'1349,"0"0"-539,2 3-720,-5-2 0,4 3 719,-7-4 1,-3 0-720,1 0 0,-2 0 90,3 0 179,-6 3-269,3-1 810,-22 18-720,16-10 224,-7 6 1,1 1-225,8-5 270,-12 22-450,16-22 360,2 29-3637,4-26 3162,4 11 205,20-9-90,-12-12 0,12-10 0,0-6 0,-12-2 0,4-9 0,-3 0 0,-12 8 0,-1-8-45,-13-6 0,-5-1 2415,6 3-2430,-4-7 0,-3-8 0,5 7 60,4 3-45,-2-3 0,2 1 45,8 12-225,10-19 0,3-1 225,-5 12-990,9-11 1,1 10 360,-12 28-2648,8 5 2898,-13 0-790,-1 2 349,-2-3 1,1-1 0,0 1 0</inkml:trace>
  <inkml:trace contextRef="#ctx0" brushRef="#br0" timeOffset="130062">19890 9875 7263,'1'5'3238,"1"-1"-2608,-2 0 1349,1 7-1710,-2-3 451,-5 21-450,2-12 449,-1 17 1,-1 13 0,1-8-3997,2 2 2982,0-4 0,-1 5 0,2-10 646,3-16-351,8 16-2160,-3-16 2070,6 9-131,-6-19-1578,23-4 1260,-15-3-1100,8-12 1,-3-5-366,-15 2 1599,7-20 1,-15 23 0,0 1-1</inkml:trace>
  <inkml:trace contextRef="#ctx0" brushRef="#br0" timeOffset="130328">19873 9872 8252,'6'4'3148,"0"-1"-2518,-1-2 1079,21-1-1709,-13 0-1639,20-1 1,0 0-1639,-18 0 2457,28-1 1,-42 4 0,0 1 0</inkml:trace>
  <inkml:trace contextRef="#ctx0" brushRef="#br0" timeOffset="130879">20120 10065 8162,'-7'-6'3276,"2"2"-1604,17 0-1493,-1 2 855,20 4 1,2 2-765,-12 2-135,7 0 0,-6 2 45,-20 1 360,-18 25-451,7-15-44,-6 7 0,-1-1-3322,4-6 3342,-9 13 25,14-18 90,0 13-180,8-18 0,10 7-90,0-15-1169,15-4 0,3-1 539,-5-2 315,2 1 1,1-3 404,-5-11 0,-3-2 0,0 5 0,-2-5 0,1 0 0</inkml:trace>
  <inkml:trace contextRef="#ctx0" brushRef="#br0" timeOffset="131562">20530 9853 12030,'0'6'1439,"0"-1"-1169,1-1-90,1-2 540,11 4-540,-5-3-1,11 2-179,-11-4 540,18-1-450,-18 0 90,14 0-90,-19 0 180,2 0-270,-3 0 450,-1 0 899,1 10-1079,-2-4 359,-5 41-539,1-26-45,-1 3 0,0-1-45,2-5 90,-1 18-90,2-13 45,1 15 0,1 0-45,2-11 0,1 10 0,1-2 0,0-19 0,9 17 0,-8-26 0,1 7 0,-6-11 0,-3 1 0,0-4 0,-5 0 0,0 1 0,-4 1 0,1 0-90,-19 8 0,15-5-1079,-18 7 89,23-10 1080,-13-25 0,17 12 0,-7-21 0</inkml:trace>
  <inkml:trace contextRef="#ctx0" brushRef="#br0" timeOffset="138528">21060 10065 7892,'-5'-2'3276,"-1"-1"0,5-6-1822,3 4-465,16-8 1,6 1-630,0 2-136,8-2 1,0 2-45,-5 4-180,7 1 0,10 0 0,-7 1-270,3-1-600,-4 2 1,6-1 0,-13 2-2292,-17 0 1812,5 0-270,-16-3-1658,-23-9 2457,11 5 1,-21-6 0,18 7 0</inkml:trace>
  <inkml:trace contextRef="#ctx0" brushRef="#br0" timeOffset="138713">21293 9735 8252,'-3'4'3276,"1"1"-165,-1 24-2662,2-11 1,2 12 0,0 1-180,1-3-121,0 2 1,2 7 0,-2-5-3427,1 14 2815,0-6 0,-1-2-78,-1-12-89,-1-11-181,1-4 810,-3-4 0,5-6 0,-2-4 0</inkml:trace>
  <inkml:trace contextRef="#ctx0" brushRef="#br0" timeOffset="139013">21730 10068 8162,'11'-6'3276,"-5"3"0,2-1 0,-6 4-1500,-1 0-1506,3 0-180,0 0-1170,12 0 630,-10 0-1528,5 2 718,-8-1 1260,1-6 0,1 5 0,2-6 0</inkml:trace>
  <inkml:trace contextRef="#ctx0" brushRef="#br0" timeOffset="139178">21933 10138 7083,'6'1'3276,"-1"0"0,-7-3-2722,1 1-554,-3-1-90,2 2-180,4-1-550,29-17 1,-19 13 0,23-11 0</inkml:trace>
  <inkml:trace contextRef="#ctx0" brushRef="#br0" timeOffset="139328">22201 10158 7982,'-8'5'3276,"-6"0"-1424,2 0-1583,-3-2-179,6 1-3367,9-13 1337,0 2 1940,12-18 0,-4 11 0,5-6 0</inkml:trace>
  <inkml:trace contextRef="#ctx0" brushRef="#br0" timeOffset="139679">22728 9620 7623,'-2'-15'3276,"-8"-8"0,5 10 0,-9 2-1861,11 14-1325,-2 10 180,7 2 0,0 2-3482,2 1 3302,0 2-588,0-1 498,-1 12 0,0 2-180,0-2-270,-1 9 0,-3 0-1738,-16-3 2188,-22-14 0,-7-5 0,5 5 0,-2-19 0,0 1 0</inkml:trace>
  <inkml:trace contextRef="#ctx0" brushRef="#br0" timeOffset="139865">22476 9830 7982,'28'-13'3276,"-3"0"-5556,-12 7 2640,2-2 423,2-1-1098,15-3 0,2-1-1261,0-1 1216,2 0 0,-2 1-826,-8 5 1186,20 1 0,-24 6 0,13 2 0</inkml:trace>
  <inkml:trace contextRef="#ctx0" brushRef="#br0" timeOffset="140278">23051 9675 7982,'4'-4'3276,"-2"2"-1514,-2-2-1133,-1 3-179,-3 0 2826,-15 24-2774,10-10 97,0 17 1,0 12 0,3-7-510,6 0 0,-6 14 0,10-10-45,33-50 0,4-13-45,-15 8-1639,15-10 1,-5-3 1523,-30 5 25,-4 0 90,-2-1 0,-13-8 0,-4 0-2269,-1 0 2269,-6-4 0,-2 2 0,5 14 0,-5-7-540,13-8 1,4 0 269,3 9-90,-1-8 0,5 5-539,8 25-180,-1 2-2198,9-1 1896,-11 3 1381,1 7 0,-8-1 0,-3 6 0</inkml:trace>
  <inkml:trace contextRef="#ctx0" brushRef="#br0" timeOffset="141344">23421 9490 12390,'-11'23'819,"0"-1"0,2 14 0,1 6 0,2-7 1752,4 8-2452,-1-3 1,0 8 0,1-8-30,2-1-570,7-1 1,6 7-1,-1-8-2797,1-7 2070,7 11 0,0-12 1167,-10-36-1039,0-3-560,-7-13 1,-2-4 982,0 2 1,-3-3-1,-2 1 1,-5 9 0</inkml:trace>
  <inkml:trace contextRef="#ctx0" brushRef="#br0" timeOffset="141546">23316 9610 7982,'5'-5'3276,"11"-9"-345,-8 7-3201,27-11 0,-16 10 270,9 3 0,-1 2 0,-9 4 0,16 3 0</inkml:trace>
  <inkml:trace contextRef="#ctx0" brushRef="#br0" timeOffset="142012">23626 9678 9242,'-4'-4'2788,"1"0"-2338,3 3 2826,3 42-6036,-1-22 3074,-1 13 1,-1 1-428,-2-9 473,1 6 0,-1 1-2217,0-2 1857,1-5 0,0 0 180,1 6-180,1-16 2037,18-41-2037,-9 7 621,3-9 0,-1-1-621,-1 6 0,4-6 0,4-9 0,-2 7 0,4-1 135,9-9 0,-1 14 3141,-19 40-3173,1 9 0,-1 3-3380,-3-1 3072,3 12-65,-5-16-3007,1 15 0,-5-23 2457,3 8 1,-6-28 0,3-1 0</inkml:trace>
  <inkml:trace contextRef="#ctx0" brushRef="#br0" timeOffset="142512">24006 9498 8972,'4'1'3276,"2"-2"-2235,-2-1-771,14-5-270,-6 3 630,17-6 0,3 0-451,-14 4-44,8-2 0,-5 2 135,-19 6 1169,2 7-1079,-1-1 180,0 14-270,-1-5 149,-1 16 1,0 11 0,0-5-1092,1 10 791,1-2 1,0 10 0,1-11-3139,3-3 3108,1 3 1,0-1-672,-1-8 642,-2-3 0,-2 4 0,0-5-410,-2-4-864,-13 5 0,-6-6 433,-3-24-858,-13-6 1,-1-1 1009,0-2-181,9 0 1,-2 0 227,-15-2 1,11 2 0,-8 0 0</inkml:trace>
  <inkml:trace contextRef="#ctx0" brushRef="#br0" timeOffset="144345">22533 9740 7892,'1'4'2699,"1"-2"-630,-2 0-1979,2-4 90,1 1 0,3-1-91,1-2 631,22-3-540,-13 2-90,16-2-1247,-6 5 1,-1 2 1246,-4-2 135,12 0 0,-4 1-135,-19 0 0,7-2 0,-16 3 180,-6 0-270,1 0 0,-7 3 3276,6-2-4420,-8 1 875,9-2-901,-2-2 810,9 0 91,2-3-271,5-1 270,-3 0 90,4-3-360,5-18 540,-8 14 0,4-14 0,-11 19 0,-1 1 0,-1-1 990,-10-19-720,6 16 1079,-18-11-1169,17 23 1889,-21 39-5191,20-20 3526,-3 15 1,2 1-664,6-8 648,1 6 1,1 9 0,1-7-390,1-1 0,-1 14 0,0-8 0,0-34 0,-2-3 0,0-34 0,0-15-1137,-1 10 1137,1 2 0,0-6 0,1 7 1914,0 6-1914,-2-7 0,0-1 594,1 7-594,1-8 0,-1 0 0,2 13 180,-2 6 0,-1 25-180,-3 21 179,3-5 1,0 17 0,1 4 0,0-1 412,0-9 1,1 6 0,0-7-593,1-1 476,-1-2 1,1-3-477,2-18 0,-1 5 0,1-30 0,-1-1 0,1-16 0,-1-2 0,1 1 0,-1-6 0,1 1 0,-2 13 0,0-5 359,-10 24-269,6 7 0,-7 16 0,6 4 90,-2 12-90,0-7-1170,2 15 1,0 0 90,-2-14-650,-1 4 1,-2-8-1639,0-26 0,-19-10 2744,16 6 0,-11-3 0,11 6 0</inkml:trace>
  <inkml:trace contextRef="#ctx0" brushRef="#br0" timeOffset="145111">22543 9930 8612,'1'-3'2788,"-2"1"-2158,-3 2-360,0 0 629,1 3-719,3-2 540,6 6-450,-1-5 629,31 2 1,6-1-720,-15-2-135,13 0 0,-2 0 45,-27-5 179,6-6-179,-11 4-90,-3-4 0,-11 7-315,-19 8 1,-3 3 44,7-3-2249,-16 5 2070,42-12-91,16-6-90,-6 1-89,-2 0-1170,3-6 809,-5 3 1080,3-15 0,-7 13 0,1-9 0</inkml:trace>
  <inkml:trace contextRef="#ctx0" brushRef="#br0" timeOffset="145729">22721 9515 8612,'2'-7'2878,"1"2"-2698,-3 2 1260,-7 3-1261,4 0 765,-8 19 1,0 8-585,3-4 89,3 8 1,-2 11 0,1 2 0,2-9-3727,0 12 3102,2-6 0,-1 6 0,2-12 1035,2-17-500,9-3-270,-7-17-270,15-42 180,-14 17 0,2-6 0,0 0 0,-3 8-90,-1-10 90,-1 13 0,0-4 0,0 0-2269,-1 5 2359,2-18 0,-4 39 1449,-3 23 0,1 8-1359,1-6-135,-1 6 0,1 6-495,2-2 0,1 3 1,0-6-2809,-2 1 2223,1 20 1,-1-18-315,0-40-1928,-6-28 0,3 14 3139,-5-17 0,1 23 0,-1 0 0</inkml:trace>
  <inkml:trace contextRef="#ctx0" brushRef="#br0" timeOffset="1.03386E6">8177 7878 24575,'-17'-17'0,"4"4"0,13 13 0,0 0 0,0-14 0,0 11 0,0-10 0,0 13 0,0 0 0,-13 0 0,10 0 0,-24 13 0,10-10 0,-13 11 0,0-14 0,-13 13 0,10-10-1962,-24 24 1962,-3-10 0,-3 13-1791,21-15 0,-2-1 1791,-1 2 0,0-2 0,-8 1 0,-1 0-1200,-5 7 1,-2 0 1199,1-6 0,1 1 0,-1 10 0,0 2-1740,-6-5 1,-1-1 1739,-1 6 0,-1 2 0,-5-1 0,-2 0-1146,2 0 0,-1 0 1146,0-1 0,0 2 0,21-7 0,-1 1 0,1-1 0,-23 7 0,1 1 0,21-4 0,1 3 0,0-3 0,-22 3 0,2 1 0,24-5 0,0 3 0,0-1-579,-25 10 1,0-1 578,0 0 0,1 1 0,23-11 0,1 1 0,1 0-300,-20 10 1,1-1 299,1-1 0,1 2 22,6 5 1,0-1-23,1-11 0,-1-1 0,-1 6 0,2-1 0,5-5 0,1-2 0,1 1 0,1 0 0,5 0 0,2 0 894,6 0 0,0 0-894,1-6 0,1-2 0,-24 22 0,0-14 0,13 0 0,4-1 0,0 1 0,9 0 3390,4-13-3390,4 10 0,9-24 0,0 24 3415,-9-24-3415,23 10 5075,-11 1-5075,14-11 1757,-13 10-1757,10-13 0,-11 0 0,14 0 0,0 0 0,0-13 0,0 10 0,0-11 0,0 14 0,0 0 0,0-13 0,0 10 0,0-11 0,0 14 0,0 0 0,14-13 0,-11 10 0,10-11 0,-13 1 0,0 10 0,0-24 0,14 24 0,-11-11 0,10 1 0,-13 10 0,0-24 0,0 24 0,0-10 0,0-1 0,0 11 0,13-24 0,-9 24 0,9-24 0,0 24 0,-9-24 0,9 24 0,0-10 0,-9-1 0,9 11 0,-26-24 0,9 24 0,-9-10 0,13 13 0,0 0 0</inkml:trace>
  <inkml:trace contextRef="#ctx0" brushRef="#br0" timeOffset="1.03442E6">3744 9585 24575,'17'-17'0,"-4"-9"0,0 22 0,-9-22 0,9 22 0,-13-22 0,0 22 0,0-22 0,0 9 0,0 1 0,13-11 0,-9 24 0,9-24 0,-13 24 0,0-24 0,0 24 0,0-24 0,0 24 0,0-11 0,0 14 0,0-13 0,0 10 0,0-11 0,0 14 0,0 0 0,0 14 0,0-11 0,0 10 0,0-13 0,0 0 0,-13 0 0,9 0 0,-9 14 0,13 2 0,-13 1 0,9 10 0,-22-11 0,22 14 0,-22 0 0,22 0 0,-22 13-479,9-9 479,1 9 0,-11 0 0,24-10 0,-24 11 0,10-1 0,1 4-1522,-11-1 1522,10 11 0,1-24-896,-11 24 896,24-24 0,-10 10 302,-1-13-302,11 0 0,-10-13 0,13 9 0,0-22 0,0 9 0,0 0 1473,0-9-1473,0 9 986,0-13-986,13 0 136,4-13-136,-1 9 0,24-22 0,-20 22 0,23-22 0,-13 9-6784,14-13 6784,-11 0 0,23 0-244,-9 0 244,0 0 0,9 0-725,-9 0 725,-1 0-1902,11 0 1902,-10 1 0,12-1 5042,-12 13-5042,10-10 0,-24 11 0,23-1 0,-22-10 0,9 24 0,-13-24 0,0 24 287,0-10-287,0 13 0,-14-14 921,11 11-921,-24-10 3000,-3 13-3000,-16 13 0,-14-10 0,0 11 0</inkml:trace>
  <inkml:trace contextRef="#ctx0" brushRef="#br0" timeOffset="1.03874E6">1048 10903 24575,'-16'0'0,"2"0"0,1 0 0,10 0 0,-11 0 0,1 0-3005,10 0 3005,-11 0-2665,1 0 2665,10 0 0,-10 0-325,-1 0 325,11 0-4798,-24 13 4798,11-10 1224,-1 11-1224,-10-14 2484,24 13-2484,-24-10-4236,11 24 4236,-1-24 4537,-9 24-4537,22-24 0,-22 24 0,22-24-4537,-22 24 4537,22-10 0,-9 13 0,13-14 4537,0 11-4537,0-11 0,0 1 0,0 10 6784,0-24-6784,0 10 0,13-13 0,-9 0 0,22 0 0,-22-13 0,22 10 0,-9-24 0,13 10 0,-14-13-844,11-13 844,-10 10 0,-1-10 0,11-1 0,-10-2-6504,-1-14 6504,11 13 0,-24-9-1429,10 9 1429,-13-13-1037,14 14 1037,-11-11-176,10 24 176,-13-11 5196,0 15-5196,0-1 1916,-13 0-1916,10 13 0,-11 4 1710,14-1-1710,0 11 1168,0-10-1168,0 26 0,0-10 0,-13 24 0,10-10 0,-10 13 0,13 0 0,-14 13 0,11-10 0,-10 24-910,26-24 910,-10 24 0,11-11 0,-14 1 0,0 9 0,0-22 0,0 22 0,0-23 0,0 11 0,0-14 0,0 0 0,0-14 0,13 11 0,-10-24 0,10 11 0,1-14 910,-11 0-910,24 0 0,-24 0 0,10-14 0,1-2 0,-11-1 0,24-10 0,-24 11 0,24-14 0,-24 0 0,24 0 0,-24 0 0,10 0 0,1 0 0,-11 0 0,10 0 0,-13 13 0,0-9 0,0 22 0,0-22 0,0 22 0,0-9 0,0 13 0,-13 0 0,10 13 0,-11-9 0,14 22 0,0-9 0,0 13 0,0 0-6784,0 13 6784,0-9-371,0 9 371,0 0 0,0-10 0,0 11 0,0-1 0,0-10 0,0 10 0,14-13 0,-11 0 0,10 0 0,-13-13 0,0-4 0,0-13 0,0 0 6600,-13-13-6600,10 10 0,-11-24 0,14 10 0</inkml:trace>
  <inkml:trace contextRef="#ctx0" brushRef="#br0" timeOffset="1.03889E6">1078 10513 24575,'0'-16'0,"0"2"0,0 1 0,0 10 0,0-10 0,0 13 0,0 0 0,14 13 0,2 3 0</inkml:trace>
  <inkml:trace contextRef="#ctx0" brushRef="#br0" timeOffset="1.03923E6">1528 10214 24575,'-17'-17'0,"-10"-9"0,24 22 0,-24-9 0,24 13 0,-24 0-6784,11 0 6784,-14 13 0,13 4 0,-9 13 0,22 0 0,-9 13 0,0-10-1181,9 24 1181,-9-10 0,13 26 0,0-10-2073,0-20 0,0 1 2073,0 19 1257,0-20 1,0 0-1258,0 34-1803,0-33 1,0 2 1802,0-1 0,0 0 0,0 0 0,0-1-427,0 33 427,6-33 0,1-1 0,-3 20 0,9 10 3394,-13-13-3394,0 0-2368,0 0 2368,0-14 0,-13-2 3471,9-14-3471,-9-1 1845,13-12-1845,-13 10 0,9-37 0,-22 20 6535,22-24-6535,-22 1-6033,9-4 6033,-13-12-592,0-1 592,0 0 0,14 0 0,2 0 0</inkml:trace>
  <inkml:trace contextRef="#ctx0" brushRef="#br0" timeOffset="1.03937E6">958 11322 24575,'17'-16'0,"-4"-11"0,1 24 0,-11-24 0,24 24 0,-24-24-6784,24 10 6784,3 1 0,3-11-1530,10 10 1530,0-12-614,4-1 614,13 0 0,0 0 0,0 0 0,-27 0 0,7 0-957,-23 0 0,13 0 1,0 0-1</inkml:trace>
  <inkml:trace contextRef="#ctx0" brushRef="#br0" timeOffset="1.03962E6">1707 10364 24575,'0'-17'0,"0"-10"0,0 11 0,0-1 0,-13-9 0,10 22 0,-11-9 0,1 13 0,10 13 0,-11 4 0,14 13 0,-13 13 0,10 4-1384,-11 13 1384,14-1 0,0 15 0,0 2 0,0-31 0,0 0 0,0 0 0,0 0-3163,0 0 0,0 0 3163,0 0 0,0 0 0,0 0 0,0 0-748,7 0 1,0-1 747,-4 33 0,4-33 0,-1-2 0,-6 22-826,0 9 826,0-27 0,14 11 0,-11-24-2955,-3 11 2955,-3-14 3712,-11-14-3712,14-2 1487,0-14-1487,0 0 1003,-13 0-1003,10-14 0,-24-2 0,11-14 0,-14 0 1696,13 0 0,-10 0 0,11 0 0</inkml:trace>
  <inkml:trace contextRef="#ctx0" brushRef="#br0" timeOffset="1.0398E6">1468 11113 24575,'16'-17'0,"-2"-10"0,-1 11 0,-10-1 0,11 4 0,-1 13 0,-10-14 0,24-2 0,-10-14 0,12 0 0,1 13 0,0-9-6784,14 9 6784,-11 0 0,-3-9 0,-4 22 0,-22-9 0,22 13 0,-22 0 0,9 13 0,-13 4 0</inkml:trace>
  <inkml:trace contextRef="#ctx0" brushRef="#br0" timeOffset="1.04037E6">2007 11232 24575,'16'0'0,"-2"14"0,-14-11 0,13 10 0,-10 1 0,11-11 0,-14 10 0,0-13 0,0-13 0,0 10 0,0-24 0,0 10 0,13-13 0,-10 0 0,24 0 0,-24 1 0,11-1 0,-14 0 0,0-14-6784,0 11 6784,0-10-24,0 13 24,0 0 0,-14 0 0,11 13 0,-10-9 0,-1 22 6772,11-22-6772,-24 22 36,24 4-36,-24 4 0,24 22 0,-10-22 0,0 36 0,9-20 0,-9 23 0,13-13-817,0 13 817,0-10 0,0 24 0,0-24 0,0 10 0,13-13-6514,-9 14 6514,22-11 0,-23-3 0,24-3 0,-10-11 0,-1 1 0,11-4 547,-10-13-547,13-13 0,0-4 0,-14 1 6784,11-11-6784,-11-3-1772,1-3 1772,10-11 0,-11 1-677,1 10 677,-4-10 0,-13 13 0,0 0 0,14 0 0,-11 13 0,10 4 0,-13 13 0,0 0 1708,0 13-1708,0 4 0,0 13 0,0 13 0,0-10-236,0 24 236,-13-11 0,10 1 0,-11 10-6461,14-24 6461,0 10 0,0-13-276,0 0 276,0 0 640,0-13-640,0 9 0,0-22 0,0-4 6640,0-4-6640,-13-22 434,10 9-434,-11-26-6784,14 9 6784,0-22 0,0 9-810,14 1 810,-11-11 0,10 11 0,1-14 0,2 0 0,1 13 0,10-9 0,-11 9-4269,14 0 4269,0 4-1321,0 13 1321,0 0 3568,-13 14-3568,9-11 0,-9 24 683,13-11-683,0 14 0,-14 0 5720,-2 0-5720,-14 14-3629,0 2 3629,-14 14 0,11 13 0,-10 4 0</inkml:trace>
  <inkml:trace contextRef="#ctx0" brushRef="#br0" timeOffset="1.04098E6">2636 11262 24575,'13'17'0,"-10"-4"0,11 1 0,-1-11 0,-10 10 0,24-13-6784,-24 0 6784,24-13 0,-24 10 0,24-24 0,-10 24 0,-1-24 0,11 10 0,-24-13 0,24 0-647,-24-13 647,10 10 0,-13-10 0,14-1 0,-11 11-1272,10-10 1272,-13 13-91,0 0 91,0 0 0,0 0 580,-13 13-580,10 4 6075,-24 13-6075,24 13 1980,-24 4-1980,11 13-6625,-14 13 6625,13-10 0,-10 24-1193,11-24 1193,-1 24 0,4-24-354,13 24 354,-14-24 0,24 10 0,-20-13 0,24 14-4024,-14-11 4024,13-3 4024,-10-4-4024,24-22 0,-10 22 0,13-22 1159,-14-4-1159,11-4 0,-10-22 0,12 9 0,1-13 0,0 0-4149,-13-13 4149,10 10 3512,-11-24-3512,14 10 0,-13-12 0,10-1 0,-11 0 0,1 13 0,-4-9 0,0 22 0,-9-9 0,9 26 0,-13-9 0,0 22 0,0-9 0,0 13 6276,0 13-6276,0 4 0,0 26 0,-13-9 0,9 22 0,-9-9 469,13-1-469,-13 11-6432,9-10 6432,-9-1-360,13-3 360,0 1 0,13-11 0,-9-3 0,9-3 0,-13-24 0,0 23 692,13-22-692,-9-4 6596,9-4-6596,0-22-6216,-9 9 6216,22-13-317,-22 0 317,22-13 0,-9-4 0,0 1 0,9-11 0,-9 11-1064,13-1 1064,-14 4 0,11 0-4079,-10 9 4079,-1-9 4079,11 26-4079,-24 4 291,11 13-291,-1 0 0,-10 13 0,24 4 0,-24 13 0,24 13 506,-24-9-506,10 22 0,-13-9 0,0 13-1211,14-1 1211,-11 1 0,10-13 0,-13 10-577,0-24 577,14 10 0,-11-13 0,10 0 504,-13-13-504,0-4 5859,0-13-5859,0 0 450,0-13 0,14-4 0,2-13 0</inkml:trace>
  <inkml:trace contextRef="#ctx0" brushRef="#br0" timeOffset="1.04145E6">4044 10663 16855,'16'-13'0,"-2"-4"3406,-14 1-3406,0 2 1326,-14 14-1326,11 0 703,-10 0-703,-1 14 2285,11 2-2285,-24 14-6784,11 0 6784,-1 0 0,-10 0-110,24 0 110,-10 0 0,13 0 0,-13 0 0,9 0 0,-9 0 0,13 0 0,0 0 0,0 0 0,13 0 0,-9-14 0,9 11 6729,-13-10-6729,13-1 165,-10 11-165,24-24 0,-24 24 0,24-24 0,-24 24 0,24-24 0,-10 10 0,-1-13-746,11 0 746,-10 0 0,12 0 0,1-13 0,0 10 0,-13-11 0,10 1 0,-11 10 0,14-24 0,0 10 0,0-12-6537,-13-1 6537,9 0 0,-22 0 449,22 0-449,-22 0 0,9 0 0,0 0 0,-9 0 0,-4 0 0,-4 0 0,-9 13 0,0-9 0,9 22 0,-22-22 0,9 22 50,0-9-50,-9 13 0,9 13 0,-13 4 0,0 0 0,0 9 0,0 4 0,14 4-4537,-11 9 4537,24-13 3498,-11 13-3498,14-10-697,0 11 697,14-14 0,-11 13 0,24-10 0,3 10 0,3-26 0,10 10 0,1-24 0,-11 10 0,10-13 0,0 0 0,-23-13 904,20-4-904,-36-13 0,9 0 751,-13 0-751,0 1 0,0-1 0,0 0 0</inkml:trace>
  <inkml:trace contextRef="#ctx0" brushRef="#br0" timeOffset="1.04286E6">779 12580 24575,'0'17'0,"0"-4"0,0-13 0,0 13-3021,0-9 3021,0 9 954,-14-13-954,11 0 496,-10 0-496,13 0 0,0 0 0,0 13 1571,13-9-1571,-10 9 0,24-13-4648,-24 13 4648,24-9 0,-24-4 0,24-4 0,-24-9 0,24 0 0,-24 9 0,24-22 0,-10 9 0,12 1 0,-12-11 0,10 10-5244,-24-13 5244,24 0 0,-24 0 3108,24 0-3108,-24 14 0,10-11 0,-13 11 0,0-14 0,0 0 6784,0 13-6784,0-10 0,0 24-2114,0-10 2114,-13 13 0,10 0 0,-24 0 0,10 13 0,-13 4 0,0 13-961,1 0 961,12 13 0,-10-10-4426,11 24 4426,-1-11-4299,-10 1 4299,24 9-466,-10-22 466,13 9 0,0 0 263,0-9-263,13 9 0,-10-13 0,24 0 4199,-10-14-4199,-1-2 0,11-1 2735,-10-10-2735,12-3 0,1-3 659,0-24-659,0 24 360,0-24-360,0 11 0,14-14 0,-11 0 0,23 0 0,-22 0-2915,9 0 2915,-13 0-541,0 0 541,0 0 0,0 0 0,0 0 0,-14 0 0,11 0 0,-24 14 0,11-11 0,-14 10 0,0 1 5569,0 2-5569,0 14 1031,0 0-1031,-14-13 0,11 10 0,-24-24 0,11 24 0,-14-10 906,13 13-906,4 0 0,13 13 0,0-10 0,-14 24-4971,11-11 4971,-10 14 0,13 0 0,-13 0 0,9 0 0,-9 14 0,0-11-467,9 10 467,-9-13 0,13-13 0,0 9 0,0-9 1149,0 0-1149,0 9 0,0-22 0,0 9 502,0-13-502,0 0 0,13 0 0,-9-13 3787,9 9-3787,0-22 0,-9 22 0,22-22-1337,-23 22 1337,11-22 0,-1 9 0,-10 0 0,11 4 0,-14 13 0,0 0 0,0 13 1337,0 4-1337,0 26 0,0-9-6784,0 22 6784,0-9 0,0 13-1557,0 13 1557,0-10 0,0 10 0,0-13 0,0 0 0,0-13 0,0 9 0,0-22-4021,0 9 4021,0-13 0,0-14 4021,0 11-4021,0-24 1557,0 11-1557,0-14 0,0 0 0,13 0 6784,-10-14-6784,11 11 0,-14-10 0,13 13 0,-10 0 0,11 13 0,-14-10 0,0 24 0,13-24 0,-10 24 0,11 3 0,-1 3 0,-10 24-6784,24-24 6784,-24 10-4537,11 1 4537,-1-11-440,-10 10 440,24-13 0,-24-13 0,24 9 4318,-24-22-4318,10 22 6458,-13-22-6458,0 9 985,0-13-985,0 0 0,0-13 0,0 9 0,0-22 0,0 22 0,0-22 0,14 9 0,2-13 0</inkml:trace>
  <inkml:trace contextRef="#ctx0" brushRef="#br0" timeOffset="1.04338E6">1558 12460 24575,'0'-16'0,"0"-11"0,0 37 0,0-20 0,-14 23 0,11-13 0,-10 0 0,13 0 0,0 0 0,0 14 0,0 2 0,0 14-6784,0 0 6784,0 0-392,0 14 392,0-11 0,0 23-1211,0-9 1211,13 0 0,-10 9-359,11-9 359,-14-1 0,13-2 0,-10-14 4737,11-1-4737,-1 1 0,-10-13 0,24-4 485,-11-26-485,1 10 1698,10-24-1698,-11-3 0,14-16 571,0-1-571,0-10-5529,-13 11 5529,9-14-4537,-9 0 4537,0 0-948,-4 0 948,-13 14 0,13 2 0,-9 14 0,-4 0 0,-4 0 4068,-9 14-4068,13-11 0,0 24 3192,0-10-3192,0-1 0,13 24 1785,-9-20-1785,9 24 0,-13-14 0,0 0 0,13 0 0,-9 0 0,9 13 0,-13 4 0</inkml:trace>
  <inkml:trace contextRef="#ctx0" brushRef="#br0" timeOffset="1.04423E6">2336 12341 24575,'17'-27'0,"-4"20"0,-13-19 0,0 12 0,-13 11 0,10-10 0,-24 13 0,10 13-6784,-13-10 6784,0 24-501,1-10 501,-1 26 0,0-10 0,0 10 0,13 1-1182,-10-11 1182,11 24 0,-1-24-3979,4 10 3979,-1 0 0,11-23 0,-10 20 305,13-23-305,0 0 820,0-4-820,0 0 4537,0-23-4537,13 20 6784,-10-36-6784,24 9 0,-24 0-6784,24-9 6784,-24-4 0,24-4-168,-24-9 168,24 13 0,-10 0 0,-1 0 0,11 14 0,-24-11 0,11 24 0,-14-24 0,13 24 0,-10-11 0,10 28 0,1 2 0,-11 14 0,10 0 0,1 0 0,-11 14 5565,24 2-5565,-24 1 0,24 9-6166,-24-22 6166,24 22-4282,-24-23 4282,24-3-112,-11-3 112,14-24 508,-13 11-508,9-28 0,-9-2 0,0-14 0,9-14 0,-9-2 0,0-14 0,9 0 0,-22-13 0,22 10-931,-23 19 1,-3 1 930,14-20-641,-14-10 641,0 13 0,0 0 0,0 0 0,0 0 0,0 13 0,0 4 0,0 0 972,-14 23-972,11-20 2070,-10 37-2070,13-11 939,0 14-939,0 14 0,0 2 0,-13 28 4214,9-11-4214,-9 37-1906,13-20 1906,0-8 0,0 2-4249,0 19 4249,6-19 0,1-1-1193,-3 20 1193,1-20 0,3 1 0,5 19 0,-11-20 0,-1 0 0,13 21-259,-1-4 259,-10-4 3530,24-23-3530,-24 11 0,11-14 2062,-14-14-2062,0-2 2055,0-14-2055,-14 0 1573,11-14-1573,-10 11 0,13-24 0,-14 11 4133,11-14-4133,-10 0 0,13 0 0,-14 0-6784,11 0 6784,-10-13 0,0 9 0,9 4 0,-22 4 0,22 9 0,-9 1 0,13-11 0,0 10 0,0 1 0,0-11 0,0 24-519,13-24 519,-9 24 6527,9-11-6527,0 14 0,-9 0 0,22 0 0,-9 0 0,13 0 776,0 0-776,0 14-6784,0-11 6784,0 10-3223,13-13 3223,-10 14-484,24-11 484,-24 10 0,10 1 0,1-11 0,-11 10 0,10 1 0,-13-11 0,-13 10 0,9 1-2068,-22-11 2068,22 24 0,-22-24 3923,9 23-3923,-13-9 3644,0 13-3644,0 0 0,0 0 0,0 0 750,0-13-750,13 9 0,-10-9 1949,11 13-1949,-14-14 0,-14-2 0,11-1 0,-10-10 0,13 11 0,-13-14 0,9 0 0,-22-14 2293,22 11-2293,-22-24 0,9 11-5228,-13-14 5228,0 0 0,13 13 0,-9-9 0,9 9 0</inkml:trace>
  <inkml:trace contextRef="#ctx0" brushRef="#br0" timeOffset="1.04439E6">2995 12071 24575,'17'-13'0,"-4"9"0,1-22 0,-11 22 0,10-9 0,1 13 0,2 13-2720,1-9 2720,-4 9 0,0 0 0,-9-9 0,9 22 0,0-9 0,4 13 0</inkml:trace>
  <inkml:trace contextRef="#ctx0" brushRef="#br0" timeOffset="1.04503E6">3594 12400 24575,'0'-16'0,"0"3"0,0 13 0,0 0 0,-13 13 0,10 3 0,-11 14 0,1 0 0,10 0 0,-11 14-6784,14-11 6784,0 23-4537,0-22 4537,14 9-852,-11 0 852,10-9-51,1 9 51,-11-13 0,10-14 4089,1-2-4089,2-14 6115,1 0-6115,10-14 0,-11-2-4848,14-14 4848,0 0-1293,0-13 1293,-13-4-87,-4 0 87,-13-9 0,0 9-548,0 1 548,0 2 0,0 14 0,0 0 0,-13 1 383,-4 12-383,0 4 0,-9 13 0,9 0 1349,-13 0-1349,14 13 96,-11-10-96,24 11 633,-24-1-633,24-10 6335,3 10-6335,3-13 0,24 0-4987,-24 0 4987,24 0 0,-11 0 0,1 0 0,9-13 0,-9 10 0,0-10 0,9 13 4987,-22 0-4987,22-14 0,-9 11-2850,0-10 2850,9 13 0,-22 0 0,22 0 0,-9 0 0,-1 0 0,11 13 0,-10-10 0,-1 11 0,11-1 0,-24 3 0,24 1-453,-24 10 453,24-11 0,-24 1-10,11 10 10,-14-11 0,13 14 0,-10 0 0,10 0 0,-13 0 0,0 0 0,0-13 0,14 9-655,-11-22 655,10 22 0,-13-22 10,14-4-10,-11-4 0,24-22 0,-24 22 0,24-22 0,-11-4 0,1-4 0,10-9 0,-11 13-2826,1 0 2826,9 0-1441,-22 0 1441,22 0 0,-22 0 0,22 14 0,-22 3 0,9 13 6071,0 13-6071,-9 3 0,22 14 0,-22 0-4392,9 0 4392,0 14 0,-9-11 0,9 23-391,0-22 391,-9 22 0,9-22 0,-13-4 0,0-4 0,0-9 0,0-1 0,-13-2 0,9-14 0,-9 0 0,13 0 0</inkml:trace>
  <inkml:trace contextRef="#ctx0" brushRef="#br0" timeOffset="1.04548E6">1048 13868 24575,'30'-16'0,"0"2"-9831,0 14 8341,0 0-665,0 14 2155,13-11 729,4 10-729,26 0 0,4-9-1281,-33 3 1,2-1 1280,5-5 0,1-2 0,1 1 0,0 0 455,6 0 1,2 0-456,5 0 0,1 0 0,1 0 0,1 0 0,-1 0 0,0 0-633,5 0 1,1 0 632,-6 0 0,0 0 0,0 0 0,0 0 0,6 0 0,-1 0 110,-11 0 1,-1 0-111,6 1 0,-1-2 0,-6-5 0,0-1 429,0-1 1,0-1-430,-6 2 0,-2-2 0,1-5 0,-3 1 0,27-4 0,-34 9 0,1 0 0,32-6 0</inkml:trace>
  <inkml:trace contextRef="#ctx0" brushRef="#br0" timeOffset="1.04566E6">5631 13629 23739,'0'43'0,"0"-10"0,0-3 414,0-17-414,0-13 139,0 0-139,13 0 0,-9 0 0,9-13 0,-26 10 71,9-24-71,-9 24 212,0-24-212,9 24 0,-22-11 0,23 1 0,-24 10 0,10-10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32:17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16804 16085 24575,'-17'0'0,"4"13"0,13-10-2505,0 11 2505,-14-14 799,11 0-799,-10 0 412,13 0-412,0 0 0,13 13 0,-10-10 1294,11 11-1294,-14-14 0,13 13-6784,-10-10 6784,24 24 0,-24-24-4537,24 24 4537,-11-11-3034,1 14 3034,10-13-2029,-11 10 2029,14 3 2029,0 3-2029,0 10 0,0-13 0,13-13 0,-9 9 0,22-9 0,-9 13 0,13-13 0,13-4 0,-10 0 1064,-20-18 0,1 0-1064,19 15 2044,-20-15 0,1-3-2044,32-5 0,-31 5 0,0-1 0,31-21-2044,-32 15 0,-1 0 2044,34-15-1064,-39 9 0,0-1 1064,35-11-89,-36 4 0,0 1 89,26-5 147,-3-24-147,-4 11 0,-22-1 3018,22-10-3018,-23 11 0,11-14 0,-14 13-2835,0-9 2835,0 22 2545,-14-22-2545,11 23 0,-11-11 0,1 14 0,-4 0 0,1 0 0,-11 0 0,10 14 0,-13-11-786,0 24 786,0-10 3980,0 13-3980,-13 13 5952,10-10-5952,-11 24 687,1-11-687,10 14 0,-24-13 456,24 10 0,-11-11 0,14 14 1</inkml:trace>
  <inkml:trace contextRef="#ctx0" brushRef="#br0" timeOffset="5002">16684 15246 24575,'16'0'0,"-2"0"0,-14 0 0,0 0 0,0-13 0,0 9 0,0-9 0,0 13 0,0 0 0,0-13-2374,0 9 2374,0-22 0,0 22 0,0-35 0,0 32 0,0-33 0,0 10-5997,0-3 5997,0-24-2950,0 11 2950,13-14-3034,-10 0 3034,11-14-1562,-14-2 1562,6 25 0,1-1 0,-5-1 0,-1-1 0,6-5 0,0-2 454,-7-5 0,0-1-454,0 0 0,0-2 0,0-12 0,0-1 0,0-1 0,0-1-187,0 25 1,0-1-1,0 0 187,0 0 0,1 0 0,-2 0 0,-3-4 0,-2 0 0,2-1 0,3 0 0,0 0 0,0-1-272,-3-4 1,-2 0-1,3 0 272,2 4 0,2 1 0,-1 0 0,-4-4 0,-1-1 0,0 2 0,4 7 0,1 0 0,-2 0 0,-6-3 0,-3 0 0,3-1 0,6 0 0,3 0 0,-3 2 0,-6 6 0,-3 1 0,3-1 0,6-6 0,3-1 0,-3 2 0,-10-16 0,-3 3 0,7 0 0,0 0 0,0 1 0,-1 1 0,-5 11 0,2 1 507,10 1 0,0 0-507,-11 1 0,0 2 0,9-23 0,-9 29 0,0 2 0,9-14 0,-22 3 0,22 4 0,-22 22 0,22 4 0,-9 4 2531,13 22-2531,-13-9 1518,9 13-1518,-9 0 4537,13 0-4537,0 0 0,-13 0 0,10 13 0,-11-9 0,14 9 6784,0-13-6784,0 13 0,0-9 0,0 9 0,0 0 0,0-9 0,0 9 0,0 0 0,0-9 0,0 9 0,0-13 0,0 0 0,0 13 0,0-10 0,0 11 0,0-14 0,0 0 0,0 13 0,0-10 0,0 11 0,0-14 0,0 0 0,0 13 0,0-10 0,0 11 0,0-14 0,0 0 0,0 13 0,0-10 0,0 24 0,0-24-3930,0 24 3930,0-10 0,-13 12-344,10 1 344,-24 0 0,24 0 0,-11 14 0,1-11 0,10 23 0,-24-22 0,24 22-5368,-24-22 5368,24 9-485,-24 0 485,24-10 50,-11 11-50,14-14 0,-13 0 0,10 0 0,-10 0 0,13-1-3446,-14 1 3446,11 0 873,-10 0-873,-1 0 0,11 0 0,-10 0 0</inkml:trace>
  <inkml:trace contextRef="#ctx0" brushRef="#br0" timeOffset="8254">16414 10274 16926,'17'0'0,"-4"0"3379,-13 0-3379,0 0 0,13 0 0,-9 0-1823,9-13 1823,-13 9 0,0-9 0,0 13 0,0-13 1328,13 9-1328,-9-9 0,9 13 1948,-13-13-1948,0 9 0,0-22 0,0 22 0,0-9 0,0 0 0,0 9 0,0-9 0,0 13 0,0 0 0,0-13 2817,0 9-2817,0-9 0,0 13 0,0 0 0,0 13 0,0-9-412,0 9 412,0-13 0,0 0 0,-13 0 0,9 0 0,-9 0 0,13 0 0,0 0 412,0 13-412,0-9 0,13 9-2076,-9 0 2076,22-9 0,-22 22 0,9-22 0,0 22 0,4-9 0,0 0 0,9 9 0,-9-9 0,13-1-6096,0 11 6096,0-10-4077,0 13 4077,0 0 108,0 0-108,-1-14-286,1 11 286,0-24 3989,0 24-3989,-13-11 0,10 1 0,-11 10 1952,1-24-1952,10 24 0,-24-24 0,23 10 1375,-22-13-1375,9 14 546,-13-11-546,0 10 0,0 1 0,0-11 0,-13 10 0,9-13 967,-22 13-967,23-9-1398,-24 22 0,24-22 0,-11 9 0</inkml:trace>
  <inkml:trace contextRef="#ctx0" brushRef="#br0" timeOffset="21281">19499 4882 24575,'-58'0'0,"0"0"0,3 0 0,0 0-4916,-11 0 1,-1 0 4170,0 0 0,1 0 2154,-2 1 0,-1-2-1409,-5-5 0,-1-1-1409,0 6 0,0-1 1409,-1-12 0,2 1-1517,6 11 0,0 1 1517,-6-13 0,1 1 0,11 12 0,1-1 0,-6-11 0,1-1-710,5 6 0,2 0 710,5-7 0,2 0 0,-1 6 0,2 1 0,6-5 0,1-1 0,-1 6 0,0 0 1165,-1-6 0,2-2-1165,-33-14 0,33 21 0,2 1 0,-22-19-455,22 19 0,-2 0 455,-33-22 0,33 21 0,-1 1 0,0-6 0,0 2 0,-7 10 0,1 0 0,4-11 0,0 0 0,-10 10 0,-2 2 0,6-5 0,-1-1 1517,-12 6 0,-1 2-1517,6-1 0,-1 0 0,-11 0 0,0 0 0,5 0 0,-1 0-1517,-12 0 0,-1 0 1517,6 0 0,-1 0 0,19 0 0,-1 0 0,0 0 0,-25 0 0,1 0-257,0 0 0,0 0 257,24 0 0,0 0 0,0 0 0,-24 0 0,0 0 0,0 0 0,0 0 0,24 0 0,-1 0 0,2 0 0,-18 0 0,-1 0 0,19 0 0,-2 0 0,2 0 0,-19-1 0,1 2 0,-6 5 0,1 1-758,12-6 1,1 2 757,-6 10 0,2 0 218,9-11 1,3 0-219,-1 11 0,2 0 908,6-11 1,3 0-909,4 11 0,2 0 1891,-33-9-1891,33 9 0,2 0 0,-8-10 0,-20 24-291,37-24 291,-11 11-650,14-1 650,0-10 860,0 11-860,0-1 4043,1-10-4043,12 11 4891,-10-14-4891,24 0 0,-24 13 0,24-10 0,-10 11 0,13-14 2775,0 0-2775,0 13 611,0-10-611,0 11 0,-14-14 0,11 0 0,-10 0 0,13 0 0,0 13 0,0-10 0,0 11-3548,0-1 3548,0-10 0,0 24 0,0-11 0,-14 1 0,11 10 0,-10-11 0,13 14 0,-14 0 0,11 13-3236,-10 4 3236,-1 13-4537,11 13 4537,-23 4-1438,23-27 0,2 3 1438,-12-1 0,0 2-744,11 12 1,0 2 743,-11-1 0,0 2 0,11 5 0,0 2 0,-11-1 0,0 0 0,11-1 0,0 1 0,-10 7 0,-2-1 0,6-4 0,-1-1-41,0-17 1,-2 0 0,1 0 40,2 24 0,-1 0-290,-4 0 1,0 1 289,7-26 0,1 1 0,-1 0 0,-8 24 0,-2 0 0,6-23 0,0 0 0,0 0 104,0 0 0,0 0 1,0 0-105,1 0 0,-1 0 0,-1 0 0,-2-1 0,-3 1 0,2 0 0,3 4 0,0 1 0,0-1 0,-3-3 0,-1 0 0,1 0 0,-1 8 0,0 0 0,1 0 0,3-8 0,1-1 0,-2 2 0,-6 6 0,-2 2 0,1-2 0,7-6 0,2-2 0,-1 1-105,-2 4 1,-2 0 0,0-2 104,0-6 0,0-2 0,2 0 0,-4 27 0,0-1 0,-4-6 0,-1-1 0,6 2 0,2-2 0,-2-5 0,2-1 1014,6-1 1,0-1-1015,-6-5 0,1-2 0,4-6 0,1 0 0,0 0 0,0-3 0,-6 27 0,7-33 0,1-2 2122,3 22-2122,-11 9 0,14-27 0,0 11 0,0-24-6,0 11 6,0-28 0,0 11 0,0-11 2672,0 1-2672,0-4 5405,0 1-5405,0-11 1804,0 10-1804,0-13 14,0 0-14,14 0 2344,-11 0-2344,10 14 0,-13-11 0,0 10 0,0-13 0,0 0 0,14 0 0,-11 0 0,10 0 0,1 14 0,-11-11 0,10 10 0,1-13-6670,2 14 6670,14-11 0,0 10-193,0 0 193,0-9 0,13 9 0,4-13-1296,13 0 1296,0 13-4081,0-9 4081,13-4-68,-10-4 68,-20-2 0,1-1-2630,19 7 2630,-20 1 0,0-2-561,34-12 561,-1 9 0,-32-9 0,-1 0 0,34 10 0,-33-11 0,1 1 1233,1 11 1,-2 1-1234,33-13 0,-34 7 0,0 1 0,34 3 0,-33-11 0,2 1 0,-1 11 0,0 1-662,0-5 1,-1-2 661,1 1 0,0 1-486,0 4 1,0 1 485,7-5 0,-1-2 0,-4 1 0,0 1 0,4 4 0,1 1 0,-7-5 0,0-2 0,6 1 0,1 1 0,-6 5 0,1-1 0,3-11 0,3-1 0,19 5 0,-1 2-136,-19-2 0,-1 1 136,22 1 0,-3 1 0,-23-2 0,-4 2 0,2 5 0,0-1 0,0-4 0,0-1 0,0-1 0,0 2 0,0 5 0,0-1 0,0-5 0,0 1 0,0 5 0,-1 2 0,33-1 0,-34-7 0,1 0 0,32 4 0,-31-4 0,0 1 67,0 5 0,0 2-67,0-1 0,0 0 814,0 0 1,0 0-815,-1 0 0,1 0 0,0 0 0,0 0 1645,0 0 1,0 0-1646,0 0 0,0 0 0,0 0 0,0 0 0,31 0-384,-13 6 0,1 1 384,-21-5 0,0-1 0,22 6 0,0 0 0,-19-7 0,-2 0 132,1-1 1,0 2-133,0 5 0,0 1 0,0-5 0,0-1 0,0 6 0,-1 0 0,1-7 0,0 0 0,7 0 0,-1 0 0,-4 0 0,0 0-542,4-7 0,1 0 542,-1 6 0,1-1-1112,1-5 0,1 1 1112,5 5 0,1 2-608,0-1 0,0 0 608,0 0 0,0 0 0,0 0 0,0 0 0,0 0 0,0 0 0,-1-1 0,1 2 0,0 5 0,0 1 0,0-5 0,0-1 0,6 6 0,1 0 0,1-7 0,1 0-407,-2 0 1,2 0 406,5 0 0,-2 0 165,-10 0 0,0 0-165,11 0 0,0 0 350,-11 0 0,-1 0-350,12 0 0,1 0 0,-12 0 0,-1 0 1269,5 0 1,1 0-1270,-7-1 0,0 2 0,0 5 0,-1 1 0,1-5 0,0-1-285,0 5 0,0 2 285,0-1 0,0-1-485,0-5 0,0 1 485,0 12 0,0-1-528,-1-11 1,1-1 527,1 6 0,-2 0 0,-5-8 0,-1 2 0,5 5 0,0 1 0,-11-6 0,-1 1 0,13 5 0,-1-1 0,-12-5 0,1-2 0,11 1 0,0 0 0,-11 1 0,0-2-3,4-5 1,1-1 2,-7 6 0,0-1 0,0-4 0,0-1 0,-1-1 0,1 2 1013,0 5 0,0-1-1013,1-4 0,-2-1 0,33-7 1756,-34 13 0,0-1-1756,34-11 0,-33 5 0,2 2 0,-1 5 0,-1-1-2028,33-11 2028,-34 13 0,1 0-2091,32-14 2091,-32 12 0,2 1-290,5-5 0,1-1 290,-5-1 0,-1 2 0,6 5 0,-1-1 642,-5-5 1,-2 1-643,1 6 0,0 0 0,1-7 0,-2 0 0,33 4-37,-34-3 0,0-1 37,20-7 0,-3 11 0,-3-10 0,-24 13 62,10 0-62,-13-13 1637,-13 9-1637,10-9 4366,-24 13-4366,24 0 0,-24 0 3061,10 0-3061,1 0 0,-11 0 1443,10 0-1443,-13 0 0,13 0 0,-9 0 0,9 0 0,0 0 2796,-9 0-2796,9 0 0,0-13-1501,-9 9 1501,9-9 0,-13 13 0,13 0 0,-9 0 0,9-13 0,-13 9 0,0-9 1501,0 0-1501,0 9 0,0-22 0,0 9-5229,0 0 5229,-13-9 0,9 9-438,-9-13 438,13-13 0,0 10 0,0-11 0,0 1-841,13-3 841,-9-14-4628,22-14 4628,-9 11-477,-9 20 1,1 0 476,17-34-856,-18 33 1,1-2 855,5 1 0,2 0-359,-2 1 1,2-1 358,5-7 0,1 0 0,-5 6 0,-1-1 348,5-11 1,2 0-349,-1 4 0,-1 1 0,-4 0 0,-1 0 0,5-5 0,1-1-450,1 0 0,-2-2 450,-5 0 0,1-1-593,4-4 1,1-1 592,0 1 0,-1-1-136,-4-1 0,0 0 136,5 0 0,-1-1 0,-5-4 0,-2 0 0,1-2 0,0 0 0,0-1 0,0-1 1065,0-5 1,0 1-1066,0 5 0,0 2 0,1-1 0,-2 0 0,-6 0 0,0 0-155,7 1 1,-3-1 154,-10 0 0,-1 0 0,13 0 0,-1 0 0,-11 6 0,-1 2-614,6 0 0,0 1 614,-7 5 0,0 2 0,0-2 0,0 2 0,0 5 0,0 1 0,0 1 0,0 1 0,0 6 0,0 0 0,0-31 0,-7 32 0,0 1 0,4-20-801,-10-10 801,13 13 1839,0 0-1839,0 13 0,0-9 0,-14 23 0,11-11 0,-10 14 0,13 0 0,0 1 854,0-1-854,0 13 0,0 4 3363,0-1-3363,0 11 5029,0-24-5029,0 24 486,0-10-486,-14 13 4813,11-14-4813,-10 11 0,13-10-2706,0-1 2706,-14 11 0,11-24 0,-24 24 0,24-23 0,-24 9 0,24-13 0,-23 13 0,9-9 0,-13 9-5888,0-13 5888,-13 0-3937,9 0 3937,-22 0 340,23 0-340,-24 0 0,10 14 0,-26-11 0,10 10 0,-10 1 0,0-11 0,9 11 0,-9-1 0,0-10 0,10 24 0,-11-24 0,15 24-1205,-1-24 1205,0 24-553,0-10 553,0 13 0,0 0 0,0-14 3235,0 11-3235,14-10 0,-11 13 0,-3 0-1322,-3 0 1322,-10 0-1528,13 0 1528,-13 0-711,9 0 711,22 0 0,-2 0 0,-33 0 0,32 0 0,0 0 0,-31 0 0,33 0 0,-1 0 0,-32 0 0,31 0 0,0 0 0,-32 0 498,34 0 1,0 0-499,-20 0 0,-11 0 0,14 0 683,1 0-683,-1 0 0,13 0 3906,-10 0-3906,24 0 440,-10 0-440,13 13-2899,0-10 2899,0 11 0,-13-14 169,9 0-169,-9 0 0,13 0 0,0 0 0,-13 0 0,10 0 0,-24 0-342,11 0 342,-1 0 0,-10 0 0,11 0-397,-14 0 397,0 0 0,0 0 0,0 0 0,0 0 0,0 0 0,14 0 0,-11-14 0,11 11 0,-1-10 1855,-10-1-1855,24 11-61,-10-24 61,0 24 0,9-10 0,-9 13 0,13 0 0,-13-13 0,10 9-3497,-11-9 3497,14 13 0,0 0 1721,0 0-1721,-13 13 1674,10-9-1674,-10 9 0,13-13 0,0 13 0,0-10 0,0 24 0,0-24-3103,-13 24 3103,9-10 0,-9 13 0,13 0 1487,0 0-1487,0-14 0,-13-2 0,10-28 0,-11 11 0,14-24-108,1 24 0,-1-24 0,0 11 0</inkml:trace>
  <inkml:trace contextRef="#ctx0" brushRef="#br0" timeOffset="31712">14018 8656 24575,'-30'17'0,"13"-4"0,-9-13 0,22 0 0,-22 0 0,22 0 0,-9 0 0,13 0 0,0 0 0,13 0 0,-9 0 0,9 0 0,-13 0 0,0 0 0,13 14 0,-9-11 0,22 10 0,-22-13 0,22 0-656,-22 0 656,22 0-4529,-9 0 4529,0 14-5067,9-11 5067,-9 24-2752,13-24 2752,0-3 0,0-3 0,13-11 0,-10 1-2248,24 10 2248,-24-11 0,24 1 0,-24 10 173,23-11-173,-9 1 1639,13 10-1639,0-11-599,0 14 599,0-13 1766,-14 10-1766,11-11 0,-11 1 0,14 10 0,-13-11 1790,10 14-1790,-24-13 0,23 10 0,-22-10 0,9-1 0,-13 11 0,0-10-2327,0-1 2327,0 11 0,0-10 3494,0 13-3494,0 0 1781,-14 0-1781,11 0 387,-10 0-387,-1 0 6603,11 0-6603,-24 0 0,10 0 0,1 0 545,-11 0-545,24 0 0,-24 0 0,10 0 0,1 0 0,-11 0 0,24 13 0,-24-10 0,24 11 0,-24-14-4535,24 0 4535,-24 0 0,10 0 0,-13 0 0,0 0 0,13 0 0,-9 0 0,9 0 0,-13 0 0,0 0 0,0-14 2041,0 11-2041,0-10 0,0 13 0,0-14 0,0 11 0,0-10 0,0 13 0,0-14 2494,0 11-2494,0-10 0,0-1 0,0 11-5310,0-24 5310,-13 24 0,9-10 0,-22-1 0,23 11 0,-24-23 0,10 9 0</inkml:trace>
  <inkml:trace contextRef="#ctx0" brushRef="#br0" timeOffset="32063">15456 8027 24575,'-17'0'0,"-10"-13"0,24 10 0,-10-11 0,-1 1 0,11 10 0,-24-11 0,24 14-2893,-10 14 2893,13-11 0,0 10 0,0-13 0,13 0 0,-10 0 0,24 0 0,-10 0 0,13 14 2893,0-11-2893,0 24-6784,0-11 6784,0 1-897,-1 10 897,1-11 0,0 14 0,0-13 0,0 9 0,0-9 0,0 13 0,-13 0 0,9 0 0,-22 0 0,9 0 0,-13 0 160,0 0-160,-13 0 0,9 0 0,-22 13 0,-4-10 0,-3 24-2090,-24-11 2090,24 1 0,-24 10-3600,24-24 3600,-10 23 0,13-22 0,0 9 413,13-26-413,4 9 369,13-22 0,26 22 1,8-9-1</inkml:trace>
  <inkml:trace contextRef="#ctx0" brushRef="#br0" timeOffset="33094">18780 8387 24575,'-16'0'0,"2"0"0,14 0 0,0 0 0,-13 0 0,10 0 0,-10 0 0,13 0 0,0 0 0,13 0 0,-10 0 0,10 0 0,-13 0 0,14 0 0,2 0 0,14 0 0,0 0 0,0 0 0,14 13 0,-11-10-6784,23 24 6784,-9-24-4537,13 11 4537,0-1-826,13 4 826,4-1 0,-1 11-613,-33-25 0,1-1 613,32 26 617,-25-25 1,1-1-618,-5 13 0,0-1 0,4-11 0,1-1 0,0 5 0,-1 1 0,-5 1 0,1-2 87,5-5 1,-1 1-88,-5 5 0,-2-1 70,1-6 1,0 0-71,0 7 0,0 0 319,0-6 1,0 1-320,0 5 0,0-1 0,0-5 0,-1-2 0,33 1 0,-33 0 0,-2 0 0,22 0 0,9 0 0,-13 0-272,-14-13 272,11 10 1127,-24-11-1127,11 1 0,-14 10 1894,-14-24-1894,-3 24 5966,-13-24-5966,-13 11 1961,-3-1-1961,-14 4 0,0-1 0,0-2 0</inkml:trace>
  <inkml:trace contextRef="#ctx0" brushRef="#br0" timeOffset="34057">19200 8027 24575,'-17'0'0,"4"0"0,13 0 0,0 0 0,-13 14 0,9-11 0,-9 10 0,13-13 0,0 0 0,-13 0 0,9 0 0,-22 14 0,22-11 0,-22 10 0,9-13 0,0 14 0,-9-11-6784,9 10 6784,0 1-517,-9-11 517,9 10 0,-13 0 0,0-9 0,0 22 0,14-9 0,-11 0 0,10-4 0,-13 0 6528,1-9-6528,-1 9 0,13 0-6011,-10-9 6011,11 9 0,-14-13 0,13 13 0,-10-9 0,11 9 0,-14 0 0,13-9 0,-9 9 6784,22-13-6784,-9 13 0,0-10-1144,9 11 1144,-9-1 0,13-10 0,0 11 0,-13-1 0,9-10 0,-9 11 0,13-14 1144,0 13-1144,0-10 0,0 11 0,0-1-640,-13-10 640,9 24 0,-9-24 0,13 11 0,0-14 0,0 0 0,0 13 0,0-10 640,0 11-640,0-14 0,0 0 0,0 13 0,13-10 0,-9 10 0,9 1 0,-13-11 0,0 10 0,13 1 0,-9 2 0,22 1-6784,-22 10 6784,22-11-1301,-22 14 1301,22 0 0,-9 0 0,-1-13 0,11 9 0,-10-9 0,13 13 0,0 0 0,0-13 0,-14 9 0,11-22 0,-24 22-1756,24-23 1756,-11 24 5269,1-24-5269,10 11 1670,-24-14-1670,24 13 0,-24-10 0,10 11 2902,-13-14-2902,0 0 0,-13 0 0,-4 0 0,1 0 0,-11 13 0,10 4 0</inkml:trace>
  <inkml:trace contextRef="#ctx0" brushRef="#br0" timeOffset="45214">16504 8117 24575,'0'17'0,"0"-4"0,0-13 0,0 0 0,13 13 0,-9-9 0,9 9 0,-13-13 0,0 13 0,0-9 0,0 9 0,0-13 0,0 0 0,0 13 0,-13-9-787,9 9 787,-9-13 0,13 0 0,0 0 0,-13 0 0,9 0 0,-9 0 0,13-13 0,0 9-2931,13-22 2931,-9 22-5552,9-22 5552,-13-4-3713,13-3 3713,-9-24-2283,9 10 2283,0-13-1118,-9 1 1118,22-15 0,-22-2 0,9 32 0,0-2 0,-10-5 0,-2-1 0,5-1 0,1-1 0,-1-5 0,1-2 0,1 2 0,1-1 0,-1-6 0,0-1 0,6-1 0,-1-1 94,-5-12 0,1-1-94,6 6 0,0-1 0,-9 19 0,-1-2 0,0 2 0,9-26 0,-1 1 0,-4 0 0,-1 0 315,-3 24 0,1-1 0,-1 2-315,3-19 0,-3 1 0,-5-6 0,0 1 0,7 12 0,0 2 0,-6-7 0,1 1 0,5 18 0,-1 0 0,-5-10 0,-2 1 456,1 16 1,0 2-457,1 1 0,-2 1 0,-12-30 0,10 15 0,-11 12 0,14 4 2663,0 13-2663,0 0 1981,0 0-1981,0 0 5343,0 13-5343,0-9 3504,14 9-3504,-11-13 847,10 0-847,-13 13 0,0-9 0,0 9 0,0-13 0,0 0 0,0 0 0,0 0 0,0 0 0,0 0 0,0 0 0,0 0 0,0 1 0,0-1 0,0 0 0,0 0 0,0 0 0,0 13 0,0-10 0,0 11 0,0-1 0,0-9 0,0 22 0,0-9 0,0 0 0,0-4 0,0 0 0,0-9 0,0 22 0,0-22 0,0 22 0,0-22 0,0 22 0,0-9 0,0 0 0,0 10 0,0-11 0,0 14 0,0 0 0,0-13 0,0 10 0,0-11 0,0 14 0,0 0 0,-13 0 0,10 0 0,-11 0 0,14 0 0,0 0 0,-13-13 0,10 10 0,-10-11 0,-1 14 0,11 0 0,-24 0 0,11 0 0,-14 0 0,0 0 0,0 0 0,0 0 0,0 0 0,0 0 0</inkml:trace>
  <inkml:trace contextRef="#ctx0" brushRef="#br0" timeOffset="45723">16175 4313 24575,'0'17'0,"0"-30"0,0-7 0,0-24 0,0 14 0,0 0-1226,13-13 1226,3 10 0,1-24 0,10 11 0,-11-1 0,14-9 0,-13 9 0,10-13 0,-11 13 0,14-9 0,-13 23 0,9-24 0,-22 24 0,22-11 0,-22 14 125,22 1-125,-22-1 0,22 0 0,-22 13 0,9-10 0,0 24 0,-9-10 918,9 13-918,0 13 183,4-10-183,0 24 0,9-24 0,-9 24 0,-1-10 0,11 26 0,-10-10 0,-1 24-3205,11-11 3205,-24 14 0,24 0-787,-10 0 787,12-13 0,-12 9 0,10-9 0,-24 13 0,10-14 0,1 11 0,-11-24 0,24 10 0,-24-13 0,10 14 0,1-11 0,-11 10 0,10-13 0,-13 0 0</inkml:trace>
  <inkml:trace contextRef="#ctx0" brushRef="#br0" timeOffset="47590">17912 8207 24575,'16'0'0,"-2"0"0,-14 0 0,0-13 0,0 9 0,0-9 0,13 13 0,-10 0 0,11-13 0,-14 9 0,0-22-1895,0 9 1895,0 1 0,13-11 0,-10 10-3961,11-13 3961,-14 0-4844,0-13 4844,0-3-1080,0-1 1080,0-23-2288,0 20 2288,0 8 0,0-2-963,0-33 963,0 26 0,0-1 0,0 6 0,0-1 0,0-18 0,0 0-677,0 11 1,0-2 676,0-23 0,0-2 0,0 12 0,0-1 0,-4 12 0,-1-2 0,0 1 172,4-24 1,-1 0-173,-2 24 0,-1-1 0,1-1 0,3-3 0,1 0 0,1-1 0,-1 0 0,0-1 0,0 1 0,0-1 0,0 1 0,0-1 0,0 2 0,0-1 0,0 1 0,0 4 0,0 0 0,0 1 0,0-26 0,0 3 286,0 6 0,0 2-286,0 7 0,0 1 0,0 6 0,0 0 0,0 7 0,0 0 0,0 0 0,0 3 1557,0-27-1557,0 4 0,0 13 0,0 14 0,0-11 3255,0 24-3255,0-11 0,0 1 0,0 10 0,0-10 2179,0 13-2179,0 13 5946,0-10-5946,0 11 2530,0-1-2530,0 4 0,0-1 0,0 11 0,0-10 0,0 13 0,0 0 0,0 13 0,0-10 0,0 11 0,0-14 0,0 0 0,13 0 0,-10 0 0,11 0 0,-14 0 0,0 0 0,13-14 0,-10 11 0,11-23 0,-1 22 0,-10-22 0,11 22 0,-14-22 0,0 9 0,0 0 0,0-9 0,0 22 0,0-22 0,0 22 0,0-22 0,0 22 0,0-22 0,0 9 0,0-13 0,-14 14 0,11-11 0,-10 10 0,13 1 0,0-11 0,0 24 0,0-24 0,0 24 0,0-24 0,0 24 0,0-10 0,-14 13 0,11 0 0,-10 0 0,13-14 0,0 11 0,0-10 0,0 13 0,-14 0 0,11 0 0,-10 0 0,13 0 0,0 0 0,13 0 0,-10 0 0,11-14 0,-14 11 0,0-10 0,0 13 0,-14 0 0,11 0 0,-10 0 0,13 0 0,0 0 0,-14 13 0,11-10 0,-10 11 0,-1-14 0,-2 0 0,-1 13 0,-9-10 0,9 24 0,-13-11 0,13 1 0,-9 10 0,9-11 0,0 14 0,-9 0 0,9 0 0,0 0 0,-9-13 0,23 9 0,-11-9 0,1 13 0,10-13 0,-11 9 0,14-9 0,0 0 0,-13 9 0,10-22 0,-11 9 0,14-13 0,0 13 0,0-9 0,0 9 0,0-13 0,0 0 0,0-13 0,0 9 0,0-9 0,0 13 0,14 0 0,-11-13 0,10 9 0,-13-22 0,0 22 0,0-22 0,0 9 0,14-13 0,-11 0 0,10 0 0,-13 0 0,0 0 0,0-13 0,0 10 0,0-24 0,0 24-930,0-24 930,0 24 0,0-24 0,14 24 0,-11-23 0,10 22 0,-13-9 0,0 13 0,0-13 0,0 10 0,0-11 0,13 28 0,-9-11 0,9 10 0,-13-13 0,13 14 0,-9-11 930,9 24-930,-13-11 0,0 14 0,0 0 0,13 0 0,-9 14 0,22 2 0,-22 14 0,22 0 0,-22 14-578,22-11 578,-9 10 0,13 0 0,0-9 0,0 22-2131,0-9 2131,0 13 0,0-14 0,13 11 0,-10-10 0,10 12-2709,1 1 2709,-11 0 0,24 0-1415,-24-13 1415,23 9 0,-22-9 0,9 13 0,-13 0 0,13-14 0,-10-2 0,11-14 0,-14-1-261,-14 1 261,11 0 1582,-10-13-1582,-1 10 2692,11-24-2692,-24 24 1830,10-24-1830,1 10 957,-11 1-957,10-11 33,-13 10-33,0-13 0,0 0 0,0-13 0,-13 10 0,10-24 0,-24 24 0,11-24 0,-14 10-841,-14 1 841,-2-11-1965,-14 10 1965,0-13 0,-13 1 0,35 7 0,-1 0 0,-12 5 0,-1 1-1714,5-5 1,1-1 1713,-6-1 0,1 2 0,5 5 0,2-1 0,-1-5 0,0 1 0,0 6 0,0 0 0</inkml:trace>
  <inkml:trace contextRef="#ctx0" brushRef="#br0" timeOffset="48352">16085 3385 24575,'16'-44'0,"11"11"0,-24-10 0,24 13 0,-24 13 0,24-9 0,-24 9 0,24-13 0,-24 13 0,24-9 0,-24 22 0,10-22 0,1 23 0,-11-11 0,24 28 0,-24-11 0,24 23 0,-11-9 0,14 13-1664,0 0 1664,13 13 0,-9-9 0,9 22 0,0-23 0,-9 24 0,22-10 0,-23 12 0,24-12-2382,-24 10 2382,24-11 0,-24 1 0,24 9 0,-24-22 0,10 9-1482,0-13 1482,-9 0-784,9 0 784,-13 0 0,-13 0 1253,9-14-1253,-22 11 2235,22-24-2235,-22 11 1751,9-14-1751,-13 0 1073,0 0-1073,-13-14 0,9 11 0,-22-24 0,22 11 0,-22-1 0,9-10 0,-13 11 0,0-14-837,-13-13 837,10 9 0,-11-9-1850,14 0 1850,-13 10 0,10-24 0,-11 24 0,15-11 0,-1 1-345,0 10 345,0 3 0,0 3 0,13 11 0,-10-14 0,24 13 0,-23 4 743,22-1-743,-9 11 1892,13-10-1892,0-1 397,0 11-397,0-10 0,0 13 0,0 0 0,13 0 0,-9 0 0,9 13 0,-13-10 0,13 11 0,-10-1 0,24 4 0,-24 13 0,11 0 0,-14-14 0,13 11 0,-10-10 0,11 12 0,-14 1 0,0 0 0,0 0 0,0 0 0,0 0 0,0 0 0</inkml:trace>
  <inkml:trace contextRef="#ctx0" brushRef="#br0" timeOffset="49429">17882 3025 24575,'0'-16'0,"0"-11"0,-13 24 0,9-11 0,-9 14 0,13 0 0,0 0 0,-13 14 0,9-11 0,-9 24 0,0-11 0,9 14 0,-22 13 0,9-9-999,0 22 999,-9-22 0,9 22 0,-13-9 0,0 13-2908,0 0 2908,0-1 0,0 1 0,0 0 0,0 0 0,14 0-1122,-11 0 1122,24-13 0,-24-4 0,24-13 0,-10-14 0,-1 11 792,11-10-792,-10-1 2850,13-2-2850,0-14 1387,0 0-1387,-14-14 0,11 11 0,-10-24 0,13 11 0,13-1 0,-10-9 0,24 9 0,-24-13 0,24-13 0,-24 9-747,11-22 747,-1 23 0,-10-24 0,24 24 0,-24-24 0,10 24 0,1-24 0,-11 24 0,24-24 0,-24 24 0,10-10 0,-13 13 0,14 0 0,-11 13 0,10-9 0,-13 22 0,0-9 0,0 13 0,0 0 747,-13 13-747,10-9 0,-24 22 0,24-9 0,-24 26-994,24-10 994,-24 24 0,24-10 0,-24-1 0,11 11 0,-1-11 0,-10 1 0,24 10 0,-24-24 0,24 10 0,-10-13 0,13 0 0,-14 0 0,11-13 0,-10-4 0,13 0 0,0-9 994,0 9-994,13-13 0,-10-13 0,11 9 0,-14-22 0,0 9 0,13 0 0,-10-9 0,24 9 0,-24-13 0,24-13-1289,-24 10 1289,24-11 0,-24 1-819,24 10 819,-24-11 0,24 1 0,-24 10 0,10-10 0,1 13 0,-11 0 0,10 13 0,1-10 0,-11 11 1234,10-1-1234,-13-9 874,14 22-874,-11-9 0,24 0 0,-24 23 0,24-20 0,-11 23 0,14 0 0,0 4 0,0 13 0,0 0-790,13 0 790,-9 0 0,22 0 0,-23 0 0,24 0 0,-10 13-2112,-1-10 2112,11 10 0,-24-13-560,10 0 560,1-13 0,-11 10 0,10-11 0,-13 14 0,0-13 0,0 9 0,0-22 0,-13 22 683,9-22-683,-23 9 2126,11-13-2126,-1 0 653,-10 13-653,11-9 0,-14 9 0,0-26 0,0 9 0,0-9 0,-14 13 0,11-13 0,-24-4 0,24 0 0,-23-9 0,22 9 0,-22 1 0,9-11 0,0 10 0,-9 1 0,22-11 0,-9 10 0,0 1 0,9 2 0,-22 1 0,9 10 0,-13-11 0,0 14 0,0 0 0,-13 0 0,10 0 0,-11 14-2014,-12-11 2014,6 24 0,-23-24 0,13 24 0,0-11 0,-13 14 0,-4 0 0</inkml:trace>
  <inkml:trace contextRef="#ctx0" brushRef="#br0" timeOffset="50025">16085 3415 24575,'16'-30'0,"11"0"0,-24 0 0,11 0 0,-1 13 0,-10-9 0,11 9 0,-1 0 0,-10-9 0,10 22 0,-13-22 0,0 22 0,0-9 0,0 26 0,0-9 0,0 22 0,0-22 0,-13 22 0,10-9 0,-10 26-726,-1-10 726,11 24 0,-24-24 0,24-3 0,-24-3 0,24-10 0,-10 12 0,-1-12 0,11 10 0,-10-24 0,13 24 0,-14-24 0,11 10 726,-10-13-726,26 0 0,-10 0 0,11-13 0,-14 10 0,13-24 0,-10 10 0,24-13 0,-24 1 0,24-1-1621,-10-14 1621,13 11 0,-14-10-578,11 13 578,-11 0 0,1 0 0,10 0 0,-24 0 0,24 0 0,-24 0 0,10 13 0,-13-9 1571,0 23-1571,0-11 628,0 14-628,0 0 0,0 14 0,-13 2 0,10 1 0,-24 9-1132,-3-9 1132,-3 26-2541,-24-9 2541,24 22 0,-24-9 0,11 13 0</inkml:trace>
  <inkml:trace contextRef="#ctx0" brushRef="#br0" timeOffset="85749">19439 12101 24575,'-16'13'0,"2"-9"0,14 9 0,0-13 0,0 0 0,-13 0 0,10 13 0,-11-9 0,14 9 0,0-13 0,0 0 0,-13 0 0,10 0 0,-10 0 0,13 0 0,0 0 0,-14 0 0,11 0 0,-10 0 0,13 0 0,0 0 0,0-13 0,0 9 0,0-9 0,0 13 0,0-13 0,0 9 0,0-9 0,0 0 0,13 9 0,-10-22 0,11 22 0,-1-22 0,-10 22 0,10-22 0,1 22 0,-11-22 0,10 9 0,1 1 0,2-11 0,1 24 0,10-24 0,-24 24 0,10-11 0,1 14 0,-11 14 0,24-24 0,-24 20 0,10-37 0,1 10 0,-11 1 0,10-11 0,0 24 0,-9-24 0,22 24 0,-22-10 0,9 13 0,0 0 0,-9 13 0,9-10 0,-13 24 0,13-24 0,-9 24 0,22-11 0,-22 1 0,22 10 0,-22-11 0,22 14 0,-22 0 0,22 0 0,-9-13 0,-1 9 0,11-22 0,-10 22 0,-1-22 0,11 9 0,-10-13 0,13 0 0,-14 0 0,11 0 0,-11 0 0,14 0 0,-13-13 0,10 9 0,-11-22 0,14 9 0,-13-13 0,10 13 0,-24-9 0,10 9 0,0-13 0,-9 0 0,22 0 0,-22 0 0,9 0 0,-13 14 0,0-11 0,-13 24 0,9-24 0,-9 24 0,0-24 0,-4 24 0,-13-10 0,0 13 0,0 0 0,0 0 0</inkml:trace>
  <inkml:trace contextRef="#ctx0" brushRef="#br0" timeOffset="87425">19379 12400 24575,'30'-16'0,"-13"-11"0,10 11 0,-24-1-8503,24-10 8503,-11 24-2818,1-10 2818,10-1 0,-24 11 0,24-10 0,-11 13 0,1 0 4537,9 0-4537,-22 0 6784,22 0-6784,-9 0 0,0 0 0,9 13 0,-22-10 0,22 24-6784,-9-24 6784,0 24-95,9-24 95,-23 24-4505,24-24 4505,-10 24-3013,-1-24 3013,11 24 3013,-24-24-3013,24 24 0,-10-24 63,-1 24-63,11-24 0,-11 10 0,14 1 0,-13-11 0,10 10 355,-11-13-355,14 0 0,0 0 0,0 0-3151,0 0 3151,-13 0-4,9-13 4,-9 10 0,26-11 0,-9 14 2708,9-13-2708,-13 10 0,0-24 0,0 10 0,0 1 0,0-11 5,-14 11-5,11-1 0,-24-10 4494,11 24-4494,-14-24 130,0 24-130,0-10 6784,0 13-6784,-14 0 0,-2 0 0,-1 0 0,-10 0 0,-3 0 0,-3 0 0,-10 13 0,13-10 0,0 11 0</inkml:trace>
  <inkml:trace contextRef="#ctx0" brushRef="#br0" timeOffset="88674">20787 12221 24575,'0'16'0,"0"-2"0,0-14 0,0 0 0,0 13 0,0-10 0,0 11 0,0-14 0,0 0 0,14 0 0,-11 0 0,10-14 0,-13 11 0,0-10 0,0 13 0,0 0 0,0-14 0,0 11 0,14-10 0,-11-1 0,10 11 0,-13-24 0,13 24 0,-9-23 0,9 22 0,-13-22 0,13 22 0,-9-22 0,9 9 0,0 0 0,-9-9 0,22 9 0,-22 0 0,22-9 0,-22 22 0,9-9 0,0 0 0,-9 10 0,9-24 0,-13 24 0,13-11 0,-9 14 0,9-13 0,0 10 0,-10-11 0,11 14 0,-14 0 0,0 0 0,13 0 0,-10 0 0,11 0 0,-14 0 0,0 14 0,13-11 0,-10 10 0,11 1 0,-14-11 0,13 10 0,-10 1 0,11-11 0,-14 23 0,13-22 0,-10 22 0,11-9 0,-1 13 0,-10-13 0,24 9 0,-24-9 0,24 0 0,-24 9 0,24-9 0,-24-1 0,24 11 0,-24-24 0,24 24 0,-11-24 0,1 24 0,10-24 0,-24 11 0,24-14 0,-11 0 0,1 0 0,9 0 0,-22 0 0,22-14 0,-22 11 0,22-24 0,-22 11 0,9-14 0,-13 13 0,0-9 0,0 9 0,0-13 0,0 0 0,0 0 0,0 13 0,0-9 0,0 22 0,0-22 0,0 22 0,0-22 0,-13 23 0,9-11 0,-22 14 0,9 0 0,0 0 0,-9 0 0,22-13 0,-22 10 0,9-11 0,-13 14 0,0 0 0,0 0 0,0 0 0</inkml:trace>
  <inkml:trace contextRef="#ctx0" brushRef="#br0" timeOffset="89259">20548 11562 24575,'0'-17'0,"0"4"0,0 13 0,0-13 0,0 9 0,0-9 0,0 13 0,0 0 0,13 0 0,-10 0 0,11 0 0,-14 0 0,0 13 0,0-9 0,0 22 0,0-23 0,0 24 0,0-24 0,0 11 0,13-1 0,-10 4 0,11-1 0,-14 11 0,0-24 0,0 24 0,13-24 0,-10 24 0,11-24 0,-14 24 0,0-24 0,0 24 0,0-24 0,-14 10 0,11 1 0,-10-11 0,-1 10 0,11 1 0,-10-11 0,13 10 0,0-13 0,-14 0 0,11 0 0,-24-13 0,11 10-1696,-1-11 0,-10 1 0,11-4 0</inkml:trace>
  <inkml:trace contextRef="#ctx0" brushRef="#br0" timeOffset="89436">20368 11742 24575,'17'0'0,"9"13"0,-22-10 0,22 10 0,-9-13 0,-1 0 0,11 0 0,-10 0 0,13 0 0,0 0 0,0 0-6784,0 0 6784,-1 0 0,1 0 0,0 0 0,0 0 0,-13 0 0,10 0 0,-11-13 0,1 10 6784,-4-24-6784,0 24 0,-9-10 0,9 13 0</inkml:trace>
  <inkml:trace contextRef="#ctx0" brushRef="#br0" timeOffset="191159">7848 9465 24575,'-14'-17'0,"11"4"0,-24 0 0,24 10 0,-10-11 0,-1 1 0,11 10 0,-10-11 0,13 1 0,-14 10 0,11-11 0,-10 14 0,13-13 0,-13 10-2375,9-11 2375,-9 14 0,13 0 0,-13-13 0,9 10 0,-9-11 0,13 14 0,-13 0 0,9 0 0,-22 0 0,22 14 0,-22-11 2375,22 10-2375,-22 1 0,9-11 0,0 10 0,-9 1 0,9-11 0,-13 24 0,0-24-6784,0 10 6784,0-13-4537,0 0 4537,-13-13-98,10 10 98,-10-11 0,13 14 0,0-13 0,0 10 0,0-11 0,-13 14 0,9-13 0,-9 10 4488,13-24-4488,0 24 0,-13-11 0,10 1 0,-11 10 0,14-24-282,0 24 282,-13-24 0,10 24 0,-10-24 0,-1 11 0,11-1 0,-10-10 0,-1 24 0,11-24 0,-23 24 0,22-24 0,-22 24 0,23-24 0,-24 24-806,24-24 806,-24 11 0,24-1 0,-24-9 0,24 22 5693,-24-9-5693,24 0 0,-10 9 0,0-9 0,9 13 0,-9-13 0,0 9 0,9-22 0,-9 22 0,0-9 0,10 0 0,-11 9 0,1-22 0,10 22 0,-24-22 0,24 23 0,-10-11 0,-1 1 0,11 10 0,-10-24 0,13 24 0,-13-11 0,9 14 0,-22-13 0,23 10-883,-24-11 883,24 14 0,-24 0 842,24-13-842,-10 10 0,-1-11 0,11 14 0,-10 0 0,-1 0 0,11 0 0,-10 0 0,0 0 0,9 0 0,-9 0 0,0 0 0,10 14 0,-24-11 0,24 10-458,-24-13 458,24 0 0,-10 0 0,13 14 0,-14-11 0,11 10 0,-10 1 0,13-11 1502,-13 24-1502,9-24 0,-9 24 0,13-24 0,0 23 0,-13-22 0,10 22-779,-11-9 779,1 0 0,10 9 0,-10-9 0,-1 0 0,11 9 283,-10-22-283,-1 22 0,11-22 0,-10 22 0,13-23 0,0 24 0,0-24 0,0 24 0,0-24 0,0 24 0,0-24 0,0 11 0,-13-1 0,10-10 0,-11 24 0,15-10 0,-1-1-376,-14 11 376,11-24 0,-10 24 283,13-11-283,-13 1 0,9 10-1128,-22-11 1128,9 14 0,0 0 0,-9 0 0,9 0 0,-13 0 0,14 0 0,-11 0 0,11 0 0,-1 13 0,-10-10 0,24 11 0,-23-1 0,22-10 0,-9 24 0,13-24 0,0 24 0,0-11 0,0 1 0,0 10 0,0-11 0,0 1 0,14 9 0,-11-22 0,24 22 0,-24-23 0,24 24 0,-24-10 0,24-1 0,-10 11 0,13-11 0,-14 1 0,11 10 0,-10-11 0,13 14 0,-14 0 0,11 0 0,-10-14 0,13 11 0,0-10 0,0 12 0,0-12 0,0 10 0,0-24 0,0 24 0,0-24 0,0 23 0,0-22 0,13 9 0,-10 0 0,11-10 0,-1 11 0,-10-1 0,11-10 0,-14 11 0,13-14 0,-10-1 0,24 15 0,-24-11 0,24 10 0,-24-13 1396,24 0-1396,-24 0 0,24 0 400,-24 0-400,10 0 0,1 0 0,-11 0 1244,24-13-1244,-11 9 0,1-23 0,10 24 0,-24-10 0,23-1 0,-22 11 0,22-24 0,-9 24 0,13-24 0,-13 24 0,9-24 0,-9 24 0,0-24 0,9 24 0,-9-24 0,13 24 0,0-11 0,0 1 0,0 10 0,0-24 0,-14 24 0,11-11 0,-10 1 0,12 10 0,1-24 0,0 24 0,0-24 0,0 23 0,0-22 0,0 22 0,0-22 0,0 9 0,0 0 0,0-9 0,-13 9 0,23-13 0,-34 13 0,34-9 0,-23 9 0,13-13 0,0 0 0,0 0 0,0 13 0,0-9 0,0 9 0,-1-13 0,1 0 0,0 0 0,0 0 0,0 0 0,0 0 0,0 0 0,0 0 0,0 0 0,0 0 0,0 0 0,0 0 0,0 0 0,0 0 0,0 0 0,0 0 0,-14 0 0,11 0 0,-10 0 0,13 0 0,0 0 0,0 0 0,-1 0 0,1 0 0,0 0 0,0 0 0,0 0 0,0 0 0,0 0 0,0 0 0,0-13 0,0 9 0,0-9 0,13 13 0,-9 0 0,9 13 0,-13-9 0,0 9 0,0-13 0,13 0 0,-10 0 0,10 0-560,-13 0 560,14 0 0,-11 0 0,10 0 0,1 0 0,-11 0 0,10 0 0,0 0 0,-9 0 0,9 0 0,0 0 0,-10 0 0,11 0 0,-1 0 0,-10 0 0,11 0 0,-1 0 0,-10 0 0,24 0 0,-24 0 0,10 0 0,-13 0 0,13 0-1038,-9 0 1038,9 0 0,-13 0 0,0 0 0,13 0 0,-10 0 0,11-13 0,-14 9 0,13-9 0,-10 13 0,10 0 0,1 0-1117,-11 0 1117,24-13 0,-24 9-1159,23-9 1159,-22 0 0,9 9 0,0-9 914,-10 13-914,11-13 0,-1 9 0,-10-9 0,11 13 0,-14 0 0,13 0 0,-10 0 0,10 0 0,-13 0 0,0 0 0,14 0 0,-11 0 0,10 0 316,0 0-316,-9 0 0,9 0 0,0 0 0,-10 0 1098,24-13-1098,-24 9 0,24-9-985,-11 13 985,14 0 0,0 0 0,0 0-2790,0-13 2790,0 10 0,0-11 0,0 14 24,0-13-24,-14 10 0,11-11 0,-11 1 0,1 10 0,10-11 0,-24 1 0,23 10 0,-22-24 0,22 24 0,-22-24 0,9 24 0,0-11-601,-10 1 601,24 10 0,-24-24 0,24 24 0,-24-24 0,24 24 0,-24-24 0,24 24 0,-24-24 0,23 24 0,-22-24 0,9 24 0,-13-24 0,0 24 0,0-24 0,13 24 0,-10-24 0,11 24 394,-14-23-394,0 22 0,0-22 0,-14 22 0,11-22 2703,-11 22-2703,14-22 0,0 9 0,-13 0 1267,10-9-1267,-11 22 0,14-22 934,-13 9-934,9 1 0,-22-11 0,22 10 0,-9 1 538,0-11-538,9 24 0,-22-24 0,22 10 62,-9-13-62,0 14 0,9-11 0,-23 11 0,24-14 0,-24 0 0,24 13 0,-24-10 0,11 11 0,-1-14 0,-10 13 0,11-9 0,-1 9 0,-10 0 0,11-9 0,-14 22 0,0-22 0,0 9 0,13 0 0,-10-9 0,11 22 0,-14-22 0,0 9 0,13 1 0,-10-11 0,11 24 0,-14-24 0,0 10 0,0 1 0,0-11 0,0 24 0,0-24 0,0 10 0,0 1 0,0-11 0,0 24 0,0-24 0,0 11 0,0-1 0,13-10 0,-10 24 0,10-24 0,-13 11 0,0-1 0,0-10 0,0 24 0,0-23 0,0 22 0,0-22 0,-13 9 0,10-13 0,-10 0 0,13 13 0,0-9 0,0 9 0,0-13 0,0 0 0,0 0 0,-14 14 0,11-11 0,-10 10 0,13-13 0,-14 14 0,11-11 0,-10 24 0,13-24 0,0 11 0,-14-1 0,11-10 0,-10 11 0,-1-1 0,11-10 0,-10 24 0,-1-24 0,11 24 0,-10-24 0,-1 11 0,11-1 0,-24-9 0,24 22 0,-23-22 0,22 9 0,-22 0 0,22-9 0,-9 22 0,0-22 0,9 9 0,-22 0 0,22-9 0,-22 23 0,22-24 0,-9 24 0,0-24 0,9 24 0,-22-24 0,22 24 0,-22-24 0,23 24 0,-11-24 0,1 24 0,10-11 0,-24 1 0,24 10 0,-24-24 0,24 24 0,-11-10 0,1-1 0,10 11 0,-11-10 0,1-1 0,10 11 0,-11-24 0,1 24 0,10-24 0,-10 24 0,-1-10 0,11 13 0,-10-14 0,13 11 0,-14-10 0,11-1 0,-10 11 0,-1-10 0,11-1 0,-10 11 0,13-10 0,-14 0 0,11 9 0,-10-9 0,-1 13 0,11-13 0,-10 9 0,-1-9 0,11 0 0,-10 9 0,-1-9 0,11 13 0,-23-13 0,22 9 0,-9-9 0,0 0 0,9 9 0,-22-9 0,22 0 0,-22 9 0,22-9 0,-9 13 0,0-13 0,9 10 0,-9-11 0,0 14 0,9 0 0,-9-13 0,0 10 0,9-11 0,-9 14 0,0 0 0,10-13 0,-11 10 0,1-11 0,10 14 0,-11 0 0,14-13 0,-13 10 0,10-11 0,-11 14 0,14 0 0,-13 0 0,10-13 0,-11 10 0,14-11 0,-13 14 0,10 0 0,-11 0 0,1 0 0,10-13 0,-24 10 0,24-11 0,-10 14 0,-1 0 0,11 0 0,-24 0 0,24 0 0,-10 0 0,13 0 0,0 0 0,-14 0 0,11 0 0,-10 0 0,13 0 0,0 0 0,-14 0 0,-2 14 0,-14-11 0,0 24 0,0-11 0,0 14 0,0-13 0,0 10 0,0-24 0,0 24-219,0-24 0,0 10 1,0-13-1</inkml:trace>
  <inkml:trace contextRef="#ctx0" brushRef="#br0" timeOffset="222085">16474 7788 17246,'0'16'0,"0"-2"3260,0-14-3260,0 0 1258,-13 0-1258,9 13 664,-9-10-664,0 24 2147,9-24-2147,-9 24 0,0-10 0,-4 13 0,1-1 0,-11 1 0,10 0 0,1 0 0,-11 0 0,24 14 0,-11-11 0,1 10 0,10-13 0,-11 0 0,14-13 0,-13 9 0,10-9 0,-11 0 0,14 9 0,0-23 0,-13 11 0,10-1 0,-10-10 0,13 11 0,0-14 0,0 0 0,0 13 0,0-10 0,-14 11 0,11-14 0,-10 0 0,13 0 0,-14-14 0,11 11 0,-10-24 0,13 11 0</inkml:trace>
  <inkml:trace contextRef="#ctx0" brushRef="#br0" timeOffset="222601">16833 7428 24575,'0'17'0,"0"10"0,-13-24 0,10 24 0,-10-11 0,-1 14 0,11 0 0,-24 0 0,24 0 0,-24 13-760,11-9 760,-14 22 0,0-9 0,0 13 0,13 13 0,-9-10 0,17-20 0,1 1-3508,-22 19 3508,0 10 0,0-13-1004,13-13 1004,-9 9 0,22-9 0,-9-1 0,0-2 0,10-14 0,-11-1 0,14 1 586,0-13-586,0 10 3417,0-24-3417,0 10 1269,0 1-1269,0-11 0,0 10 0,0-13 0,-13 0 0,10 0 0,-11 0 0,14 0 0,0 0 0,0-13 0,0 10 0,0-24 0,0 24 0,0-24 0,14 10 0,-11-13 0,10 1 0,-13-1 0,14 0 0,2 0 0</inkml:trace>
  <inkml:trace contextRef="#ctx0" brushRef="#br0" timeOffset="223051">17103 7458 24575,'0'17'0,"0"-4"0,0 1 0,0-11 0,0 10 0,0 0 0,0 4 0,-13 0 0,9 9 0,-22-9 0,22 26-494,-9-9 494,13 9 0,-13 0 0,10-10-1362,-24 24 1362,10-10 0,-13 12 0,14 1 0,-11 0 0,10 0 0,1-13 0,-11 9 0,24-9 0,-24 0 0,11 9 0,-1-23 0,4 24 0,-1-24 0,11 11 0,-24-15 0,24 1 0,-10 0 0,13 0 0,-14 0 460,11 0-460,-10-13 1396,13 9-1396,0-22 0,0 22 0,0-22 0,0 9 0,0-13 0,0 0 0,0-13 0,0 9 0,13-22 0,-10 9 0,24 1 0,-24-11 0,11 10 0,-1-13 0,-10 0 0,11-13 0,-1 10 0,4-10 0</inkml:trace>
  <inkml:trace contextRef="#ctx0" brushRef="#br0" timeOffset="223456">17463 7518 24575,'16'0'0,"-3"0"0,-13 0 0,0 0 0,-13 13 0,10-9 0,-10 22 0,13-22 0,0 22 0,-14 4 0,11 4 0,-24 9-2002,24 0 2002,-24 4 0,24 13 0,-24 0 0,11-1 0,-14 1 0,13 0 0,-10 0 0,11 0 0,-14 0 0,0-13-1213,13 9 1213,-9-9 0,9 13 0,-13-14 0,13 11 0,-9-24 0,9 24 0,1-24 0,-11 10 0,24-13 0,-11 0 0,1-13 0,10 9 0,-24-22 0,24 22 1870,-11-22-1870,14 9 1345,0-13-1345,0 0 0,0-13 0,0 9 0,0-22 0,0 22 0,0-22 0,14 9 0,2-13 0</inkml:trace>
  <inkml:trace contextRef="#ctx0" brushRef="#br0" timeOffset="223885">17642 7788 24575,'17'-14'0,"-4"11"0,-13-10 0,0 13 0,0 0 0,0 13 0,0-10 0,0 11 0,0-1 0,0-10 0,0 24 0,-13-24 0,10 24 0,-11-10 0,1 13 0,10 13-898,-24-10 898,24 24 0,-24-24 0,10 24 0,-13-11 0,14 1 0,-11 9 0,11-9-1883,-14 13 1883,13 0 0,-10 0 0,11 0 0,-1-1 0,-10-12 0,24-4 0,-24-13 0,24 0 0,-10 0 0,-1-13 812,11 9-812,-10-22 1969,13 22-1969,-13-22 0,9 9 0,-9 0 0,13-9 0,0 9 0,0-13 0,0 13 0,-13-9 0,9 9 0,-9-13 0,13 0 0,0-13 0,0 9 0,0-9 0,13 0 0,-9 9 0,9-22 0,-13 9 0,13 0 0,-9-9 0,9 9 0</inkml:trace>
  <inkml:trace contextRef="#ctx0" brushRef="#br0" timeOffset="224297">18121 7518 24575,'17'-16'0,"-4"2"0,1 14 0,-11 14 0,10-11 0,-13 10 0,0-13 0,0 13 0,0 4 0,-13 0 0,10 9 0,-11-9 0,1 13 0,10 13 0,-24-9-1446,24 9 1446,-24 0 0,11 4 0,-14 13 0,13-14 0,-10 11 0,11-11 0,-14 14 0,0-13 0,0 9 0,0-9 0,0 0 0,13 9 0,-9-23 0,9 24 0,-13-24 0,13 11-154,-9-14 154,22-1 0,-22 1 0,23 0 0,-11-13 0,14-4 0,-13 1 1434,10-11-1434,-11 10 166,14 1-166,0-11 0,0 10 0,0-13 0,14 0 0,-11 0 0,10-13 0,-13 10 0,0-24 0,14 10 0,-11 1 0,10-11 0,0 10 0,-9-26 0,9-3 0</inkml:trace>
  <inkml:trace contextRef="#ctx0" brushRef="#br0" timeOffset="224665">18421 7518 24575,'0'17'0,"0"9"0,-13-9 0,9 13 0,-22 0 0,22 13 0,-22-9 0,9 35-4081,-13-19 4081,14 24 0,-11-15 0,10 1-4806,-13 0 4806,0 0 0,0 0-852,0 0 852,1-13 0,-1 9 0,0-9 0,0 13 0,13-14 0,-10-2 0,24-1 0,-24-10-462,24-3 462,-24-3 1864,24-11-1864,-10 14 6015,13-13-6015,-13-4 1441,9-13-1441,-9 13 881,13-9-881,0-4 0,13-4 0,-9-9 0,22 0 0,-23 10 0,11-24 0,-14 10 0,0-13 0,0 0 0,0 0 0</inkml:trace>
  <inkml:trace contextRef="#ctx0" brushRef="#br0" timeOffset="225016">18601 7818 24575,'16'16'0,"-2"11"0,-14-10 0,-14 13 0,11 0 0,-24-1 0,24 15-2319,-24-11 2319,11 24 0,-1-11 0,-9 1 0,9 9 0,0-9 0,-9 13 0,9-14 0,0 11 0,-9-10 0,9-1 0,-13 11 0,13-24 0,-9 10 0,23-13 0,-24 0 742,24 0-742,-24 0 0,24-13 0,-11 9 383,14-22-383,0 9 0,0-13 0,0 13 1194,0-9-1194,0-18 0,0 8 0,0-34 0,0 23 0,0-13 0</inkml:trace>
  <inkml:trace contextRef="#ctx0" brushRef="#br0" timeOffset="225257">18691 8117 24575,'0'30'0,"-14"0"0,11 13 0,-24-9-3866,24 22 3866,-24-22 0,24 22 288,-24-23-288,11 24 0,-1-24 0,4 24 0,-1-24 569,11 10-569,-10-13 0,0 0 0,9-13 0,-9 10 1926,13-24-1926,0 10 780,-13 0-780,9-9 303,-9 9-303,0-26 0,9 9 0,-9-9 0</inkml:trace>
  <inkml:trace contextRef="#ctx0" brushRef="#br0" timeOffset="272137">1408 5631 24575,'0'-17'0,"0"-9"0,0 23 0,0-11 0,0 1 0,0 10 0,0-11 0,0 14 0,0-13 0,0 10 0,0-11 0,0 14 0,0 0 0,0-13 0,0 10 0,0-11 0,0 14 0,-14 0 0,11 0 0,-10 0 0,13 0 0,0 0 0,-13 0 0,9 0 0,-22 0 0,22 0 0,-9 14 0,26-11 0,-9 10-3374,9-13 3374,-13 14-1151,0-11 1151,0 10 0,0 1 0,0-11 0,0 24 0,0-24 0,0 23 0,0-9 0,0 13-3181,0 13 3181,0-9 0,0 9 922,0-13-922,0 13-2348,0-10 2348,0 24 0,0-24-3759,-13 24 3759,9 3 0,-9 3 3616,13 10-3616,0 0-1887,0-9 1887,0-22 0,0 2 0,0 33-1798,0-1 1798,-7-32 0,1-1 0,2 33 1179,-3-31 0,1 0-1179,5 1 0,2-2 0,-1 33 0,0-34 0,0 0 0,0 20 0,0 11 0,0-15 0,0 1 0,0 0 0,0 0 0,0-13 99,0-4-99,0-13 0,0 0 2020,0 0-2020,0-13 5943,0 9-5943,13-22 2482,-9 22-2482,9-23 58,-13 11-58,0-1 0,0-10 0,0 11 0,0-14 0,0 0 0,0-14 0,0 11 0,0-10 0,13-1 0,-9 11 0,9-10 0,-13 13 0,13-13 0,-9 9 0,9-9 0,0 0 0,-10 9 0,11-9 0,-1 0 0,-10 9 0,24-22 0,-10 22 0,13-22 0,0 22 0,0-22 0,13 22 0,-10-22-1878,24 22 1878,-24-22 0,24 23-839,-24-11 839,23 14 0,-9-13 0,13 10 0,-14-11 0,11 14 0,-10 0 0,13 0-1815,-1 0 1815,1-13 0,-13 10 0,10-11 0,-11 14-277,1 0 277,-4 0 0,0 0 0,-9 0 0,9 0 0,-13 0 0,0 0 0,0 0 1582,0 0-1582,0 0 0,0 0 0,-1 0 0,1 0 0,0 0 815,-13 0-815,10 14 2057,-11-11-2057,1 10 355,10-13-355,-24 0 0,24 0 0,-24 0 0,10 0 0,-13 0 0,0 0 0,0-13 0,-13 10 0,10-11 0,-24 14 0,24 14 0,-24-11 0,10 10 0,-13-26 0,-13 10 0,10-11 0,-10 14 0,13 0 0,0 0 0,0 0 0</inkml:trace>
  <inkml:trace contextRef="#ctx0" brushRef="#br0" timeOffset="273156">2666 6889 24575,'16'-13'0,"-2"10"0,-1-11 0,-10 14 0,11 0 0,-14 0 0,0 0 0,0-13 0,-14 10 0,11-11 0,-10 14 0,13 0 0,0 0 0,0 14 0,0-11 0,0 10 0,0-13 0,0 0 0,13 0 0,-10 0 0,11 0 0,-14 0 0,0 0 0,0 14 0,0-11 0,0 10 0,13-13 0,-10 0 0,11 0 0,-14 0 0,0 0 0,13 13 0,-10-9 0,24 9 0,-24 0 0,11-9 0,-1 9 0,-10 0 0,24-9 0,-11 22 0,1-22 0,10 22 0,-11-9 0,14 0 0,-13 9 0,-4-22 0,1 22 0,2-23 0,1 24 0,10-10 0,-24-1 0,23 11 0,-9-10 0,0-1 0,9 11 0,-22-24 0,22 24 0,-22-11 0,9 1 0,0 10 0,-9-24 0,22 10 0,-22-13 0,9 14 0,-13-11 0,0 10 0,0-13 0,13 0 0,-10 0 0,11 0 0,-14 0 0,0 0 0,0 14 0,0-11 0,0 10 0,13-13 0,-10 0 0,11 0 0,-14 0 0,0 0 0,13 0 0,-10 0 0,11 0 0,-28 0 0,11 14 0,-10-11 0,13 10 0,0-13 0,0 0 0,-14 14 0,11-11 0,-10 24 0,-1-11 0,11 1 0,-10 9 0,0-9 0,9 0 0,-22 9 0,22-9 0,-22 13 0,22 0 0,-22 0 0,22 13-443,-22-10 443,9 11 0,-13-1-1635,0-10 1635,0 24 0,14-37 0,-11 20 0,10-24 0,1 14-610,-11 0 610,10 0 0,1 0 0,-11 0 0,11-13 0,-1 9 0,-23-9 0,20 0 0,-23 9 0,13-9 0,0 13 0</inkml:trace>
  <inkml:trace contextRef="#ctx0" brushRef="#br0" timeOffset="293523">2905 17373 24575,'0'-17'0,"0"-10"0,0 24 0,0-24 0,0 24 0,-13-10 0,10-1 0,-11 11 0,14-23 0,0 22 0,0-9 0,0 13 0,0-13 0,0 9 0,0-9 0,0 13 0,0 0 0,14 0 0,-11 0 0,10 0 0,1 0 0,2 0 0,14 0 0,0 0-6784,14 0 6784,2-13 0,14 9-4537,0-22 4537,13 22-1353,4-22 1353,-26 17 0,1 1-1293,-6-7 0,1 0 1293,11 6 0,1 1 0,-6-5 0,0 0 0,6 4 0,2 1 0,-1 0 0,0 0 0,-1 1 0,1 0 0,7 0 0,0 1-562,-6 4 0,1 1 562,4-6 0,1 0 179,-7 7 0,0 0-179,0 0 0,0 0 450,-7 0 0,0 0-450,-1 0 0,-1 0 0,-6 0 0,0 0 0,0 0 0,0 0 0,31 0 0,-32 0 0,-1 0 0,20 0 0,10 0 2350,-26 0-2350,10-13 0,-24 10 0,10-11 0,0 14 0,-9 0 0,-4 0 3816,-4 0-3816,-9 0 4322,0-13-4322,9 10 3864,-23-11-3864,11 14 774,-14 0-774,0 0 0,0-13 0,0 10 0,0-11 0,0 14 0,0-13 0,0 10 0,-14-11 0,11 14 0,-10-13 0,0 10 0,9-24 0,-9 24 0,13-24 0,-13 24 0,9-24 0,-22 11 0,22-14 0,-9 0 0,0 0 0,9 0 0,-22-13 0,22 9 0,-22-22 0,22 22-2929,-22-22 2929,22 23 0,-22-24 0,23 24 0,-24-24-1133,24 24 1133,-24-24 0,24 24 0,-24-24 0,24 24 0,-11-10 0,1 0 0,10 9-35,-11-9 35,14 13 0,-13 0 0,10 0 0,-11 0 0,14 0 0,0 14 0,0-11 0,0 24 0,-13-24 2734,10 24-2734,-10-24 1319,13 24-1319,0-10 44,0 13-44,0 0 0,0 13 0,0-10 0,0 10 0,0-13 0,0 14 0,0-11 0,0 10 0,0-13 0,0 0 0,-14 0 0,-2 14 0,-14-11 0,0 10 0</inkml:trace>
  <inkml:trace contextRef="#ctx0" brushRef="#br0" timeOffset="294378">4852 15935 24575,'0'17'0,"0"-4"0,0-13 0,0 0 0,0 13 0,0-9 0,0 9 0,0-13 0,0 0 0,0 13 0,0-10 0,0 11 0,0-14 0,0 0 0,14 0 0,-11 0 0,10 0 0,-13 0 0,0 0 0,14 0 0,-11 0 0,24 0 0,-24-14 0,24 11 0,-11-23 0,14 22 0,0-22 0,0 9 0,-13 0 0,9-9 0,-9 9 0,13-13 0,-13 0 0,9 13 0,-9-9 0,13 9 0,0-13 0,-14 0 0,11 14 0,-10-11 0,13 10 0,-14 1 0,-2-11 0,-1 24 0,-10-11 0,10 1 0,-13 10 0,14-10 0,-11 13 0,10 0 0,-13 0 0,0 0 0,14 0 0,-11 0 0,10 0 0,-13 0 0,0 0 0,14 0 0,-11 0 0,10 0 0,-13 0 0,0 0 0,14 0 0,-11 0 0,10 0 0,1 0 0,-11 0 0,10 0 0,1 13 0,2-10 0,1 10 0,9 1 0,-9-11 0,0 10 0,9 1 0,-9-11 0,0 10 0,9 1 0,-9-11 0,13 10 0,0 1 0,0-11 0,-14 10 0,11-13 0,-10 14 0,-1-11 0,-2 10 0,-14-13 0,0 14 0,-14-11 0,-2 10 0,-14 1 0,-14-11 0,-2 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38:28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9735 10663 17748,'0'17'0,"0"-4"0,0-13 3069,0 0-3069,13 0 1169,-10 0-1169,11 0 0,-14 0 0,0 0-290,13 0 290,-10 0 0,11 0 0,-1 0 1877,-10 13-1877,11-9 0,-1 9 0,-10-13 0,10 13 0,1-9 0,-11 9-5209,37-13 5209,-7 0-4236,27 0 4236,13 0-515,-9 0 515,9 0 0,0 0-1075,-10 0 1075,-19 0 0,-1 0 0,20 0 0,10 0-736,-13 0 736,0 0 0,-13 0 0,9 0-851,-22 0 851,9 0 874,-13 0-874,0 0 3828,-14-13-3828,-2 9 5725,-1-9-5725,-10 13 0,-3-13 0,-3 9 0,-10-9-897,-1 0 0,-2 10 0,-14-11 1</inkml:trace>
  <inkml:trace contextRef="#ctx0" brushRef="#br0" timeOffset="252">10753 10394 24575,'30'0'0,"-13"0"0,-4 13 0,-13-10 0,13 24 0,-9-10 0,22 12-4786,-22 1 4786,22 0 0,-22 0 0,9 0 0,0-13 0,-10 10 0,11-11 0,-14 14 0,13-13 0,-10 9 0,11-9 0,-14 13-4043,0 0 4043,-14 0 0,11 0 0,-10 0 3553,-1 0-3553,11 0 0,-23 0 0,9-14 0,0 11 0,-9-24 0,22 11 0,-9-1-743,0-10 743,9 11 0,-9-28 0,26 11 0,4-10 0</inkml:trace>
  <inkml:trace contextRef="#ctx0" brushRef="#br0" timeOffset="1396">12281 10633 24575,'0'-16'0,"0"2"0,-14 14-4835,11 0 4835,-10 0-4393,-1 0 4393,11-13-804,-24 10 804,24-11 0,-24 14 0,24 0 0,-23 0 0,9 0 0,0 14 0,-9-11-3461,9 10 3461,-13 1 0,13-11 1007,-9 24-1007,9-11 0,0 1 0,-9 9 0,23-9 0,-24 13-672,24 0 672,-11 13-1197,14-9 1197,0 9 2528,0-13-2528,0 0 0,0 0 0,14-14 0,-11 11 0,24-24 0,-11 24 4285,1-24-4285,9 11 0,-9-14 0,13-14-3779,0 11 3779,0-24-219,-13 11 219,9-14 0,-9 0 0,13 0 0,0-13 0,-14 9 0,11-22 0,-10 22 0,-1-22 0,-2 9 0,-1 1 0,-10-11-333,11 10 333,-14 1 0,0-11 0,0 24 0,0-24 0,0 24 0,0 3 0,0 4 0,0 22 2741,0-22-2741,0 22 0,-14-9 0,11 26 5621,-10-9-5621,-1 22 0,11-9 1088,-10 13-1088,-1 0 0,11 0 0,-10 13 0,13 4-4361,0-1 4361,0 11-4537,13-11 4537,-10 14-338,11 0 338,-1-13 0,-10 9 0,24-22 0,-24 9 0,24-13 0,-24 0 0,24 0-2922,-11-14 2922,14 11 0,-13-24 2922,10 11-2922,-11-28 4369,14-2-4369,0-1 0,0-10 0,0 11 0,0-14 0,0-13 0,-13 9-4031,9-9 4031,-22 13 2902,9-13-2902,-13 10 0,13-11 0,-9 28 0,9-11 0,-13 24 5974,0-11-5974,0 14 0,0 0 0,0 14-3715,13-11 3715,-9 24 0,-4 3 0,-4 3 0,-9 10-351,13-13 351,13 13 0,-9-9 0,22 9 0,-22 0 0,9-10 0,-13 11-2729,0-28 2729,13 11-2519,-10-24 2519,11 11 3751,-14-14-3751,0-14 0,0 11 0,-14-24 313,11 11-313,-10-14 0,0 0 0,-4 0 0</inkml:trace>
  <inkml:trace contextRef="#ctx0" brushRef="#br0" timeOffset="1522">12670 10154 24575,'17'0'0,"-4"-13"0,-13 9 0,13-22 0,-9 22 0,22-9-6533,-22 13 6533,22 0-3680,-9 0 3680,13 0 0,0 0 0,-14 0 0,11 0 0,-10 13 0,13-9 0,0 9 0</inkml:trace>
  <inkml:trace contextRef="#ctx0" brushRef="#br0" timeOffset="1849">13539 10154 24575,'-30'0'0,"13"0"0,-10 0-1313,11 0 1313,-14 0 428,0 0-428,0 0 0,13 13 0,-9 4 0,22 26 0,-22-9-6346,22 22 6346,-9-9-4388,0 13 4388,9 13-2427,-22-10 2427,23-20 0,3 1-695,-14 32 695,13-31 0,2 0 0,-1 0 0,0 0 678,0-1 0,0 2-678,0 5 0,0 1 0,0-6 0,0 1 0,0 5 0,0-1 0,0-5 0,0-2-170,0 1 0,0 0 170,0 0 0,0 0-777,-1 0 1,2 0 776,6 0 0,0 0 826,-4 31-826,10-3 0,-13-13 2286,0 0-2286,13-13 0,-9-4 0,-4-13 0,-4 0 0,-9-14 1364,13 11-1364,-13-24 424,10-3-424,-24-3 849,10-24-849,1-2 0,-11-5 0,10-22 5425,1 9-5425,-11-13-2680,10 0 2680,1-13 0,-11 10 0,11-10 0</inkml:trace>
  <inkml:trace contextRef="#ctx0" brushRef="#br0" timeOffset="1999">12970 11172 24575,'46'-33'0,"-16"7"0,-3 26 0,-11 0 0,28-14 0,-11 11-5149,10-10 5149,-13 13-2564,13-14 2564,-9 11 0,22-10 1474,-9-1-1474,-1-2 0,11-1-1508,-24-10 1508,11 11-2892,-1-1 2892,-10-10 0,10 11 0,-13-14 0</inkml:trace>
  <inkml:trace contextRef="#ctx0" brushRef="#br0" timeOffset="2420">14048 10454 24575,'-17'-17'0,"4"-10"0,0 11-9058,9-1 9058,-22 4 0,22-1 2454,-22 11-2454,9-10 1419,0 13-1419,-9 0 0,9 0 0,1 13-1599,-11 4 1599,10 13-3344,1 0 3344,-11 0 0,24 13 0,-24 3-43,24 28 43,-24-11 0,24-20 0,3 0-1092,-14 21 1092,13-22 0,2 2 2283,-1 1 0,0 0-2283,0 1 0,0 1-794,0 5 0,0-1 794,0-6 0,0 0-2003,1 7 0,-2-1 2003,-5-4 0,-1 0 201,5 4 1,1 1-202,-6-6 0,0-2 0,7 32-656,0-32 1,0-1 655,0 20 0,-13 10 0,10-13 0,-10-13 0,-1-4 0,24-13 1999,-20-14-1999,24-2 613,-14-14-613,-14-14 1781,11 11-1781,-10-23 0,-1 9 0,11-26 0,-24 9 0,24-22 0,-10 9-2515,-1-26 2515,11 10-1053,-24-10 1053,24-1 0,-24 11 0,24 3 0,-10 4 0,13 9 0,0 0 0,0 4 0,0 0 0,13 10-2502,-10 3 2502,24 3 0,-24 10 0,24-13 2601,-24 14-2601,24-11 0,-10 24 0,13-24 0,0 24 0,-1-24 0,1 24 0,0-10 0,14 13 0,-11-14 0,-3 11 1066,-3-10-1066,-11 26 0,14-10 0,-13 11 0,9-14 0,-9 0 0</inkml:trace>
  <inkml:trace contextRef="#ctx0" brushRef="#br0" timeOffset="2999">14198 11232 24575,'30'17'0,"-14"10"0,11-24-8774,-24 10 8774,24-13 0,-24 14 2399,24-11-2399,-24 10 1378,24-13-1378,-24-13 0,10 10 0,1-24 4997,-11 24-4997,24-24 0,-24 10-3321,10 1 3321,1-11 0,-11 10 0,10-13 0,-13 1 0,0 12 0,0-10 0,-13 11 0,10-1 0,-11-10 0,1 11-641,10-1 641,-24 4 0,24 13 0,-24 0 0,10 0 0,1 0 0,-11 13 0,24-10 0,-24 24 3962,24-10-3962,-24 13 0,24 0-5257,-10 0 5257,13-1 0,0-12 0,13 10 0,-10-11 0,11 14 0,-1-13 0,-10 10 0,24-24 5257,-24 10-5257,24 1 0,-11-11-5190,14-3 5190,-13-3-5065,10-11 5065,-11 14 0,14-13 0,-13-4 0,9-13 0,-9 0 0,0 14 0,9-11 0,-22 10 0,9-12-740,0 12 740,-9-10 0,9 24 0,-13-24 4698,0 24-4698,0-10 0,0 13 0,0 13 0,0-10 0,-13 24 0,9-10 0,-9 13 1802,13-1-1802,-13 1 0,9 0 0,-9-13 0,13 10 0,0-11 0,0 14 0,0 0 0,0-13 0,0 9 0,0-22 0,0 9 0,13-13 0,-9 0 4495,9-13-4495,-13 9 0,0-22 0,0 9 0,13-13 0,-9 0 0,9 0 0,-13-13 0,13 10 0,-9-10-6784,22 13 6784,-22 0-1205,22-14 1205,-22 11 0,22 3 0,-23 3 0,24 11 0,-10-14 0,-1 13 0,11-9 0,-10 22 0,-1-9 4071,-2 0-4071,-1 9 0,-10-9 0,24 13 1597,-24 0-1597,24 0 0,-24 13 0,10-9 0,-13 22 0,0-9-1116,-13 13 0,10-13 0,-10-4 1</inkml:trace>
  <inkml:trace contextRef="#ctx0" brushRef="#br0" timeOffset="3822">15006 11142 24575,'17'34'0,"-4"-8"0,1-26 0,-11 0 0,10 0 0,-13 0 0,14 0 0,-11 0 0,10 0 0,1 0 0,-11-13 0,23-4 0,-22-13 0,9 1 0,0 12 0,-9 4 0,9-1 0,-13-2 0,0-14-5152,0 0 5152,0 0 0,-13 13 0,9 4 0,-9-1 0,0 11 0,-4-10 0,1 0 0,-11 9 0,24-9 0,-24 13 0,10 13 2007,1-9-2007,2 22 0,14-23 0,-13 24 0,10-10 0,3 13 0,3 0 0,10 0 0,-13 0 0,14 0 0,-11-14 0,24 11-5526,-24-11 5526,24 1 0,-24 10 2142,24-24-2142,-11 24 0,1-24 0,9 10 0,-9-13 0,0 0 0,9-13 0,-9 10 0,13-24-255,-13 24 255,9-24 0,-9 10 0,-1-13 0,11 14 0,-10-11 0,-1 11 0,11-14 0,-24 0 0,11 0 0,-1 0 0,-10 13 0,11-10 0,-14 11 0,0-1 0,0 4 0,0 0 0,0 9 0,0-9 0,0 13 0,0 0 6784,0 13-6784,0-9 0,0 22-5589,0-22 5589,0 22 0,0-9 0,0 13 0,0 0 0,0-14 0,13 11 0,-10-24 0,11 24 0,-14-24 0,13 24 0,-10-24 2708,11 11-2708,-1-14 0,-10 0 0,24 0 0,-11 0 0,1-14 0,10 11 0,-11-24 0,1 11 0,10-14 0,-11 0-2713,1 13 2713,10-10-4931,-24 11 4931,23-1 0,-22-9 0,9 22 0,0-22 0,-9 22 3741,9-22-3741,-13 22 6784,0 4-6784,0 4 0,0 22-5972,13-22 5972,-9 22 0,9-9 0,-13 13-513,13 0 513,-9 0-167,22 0 167,-22 0 0,22 0 0,-22-14 0,22 11-3608,-22-11 3608,22 1 0,-9-4 4207,-1-13-4207,11 0 529,-10 0-529,-1 0 0,11-13 181,-10 10-181,-1-24 0,11 11 0,-11-14-1441,14 0 1441,0 0-4537,-13 0 4537,10 0-240,-24 0 240,24-13 0,-24 9 0,24-9 0,-24 13 0,10 13 0,-13-9 0,14 9 2883,-11 0-2883,10 4 0,-13 13 5846,0 0-5846,0 13 474,0-9-474,0 22 0,0-9 0,0 13 0,-13 0 0,10 0-4426,-11 0 4426,14 0-1775,0 0 1775,0 0 0,0 0 0,0 0 0,0-14 0,0 11 0,0-24 0,0 11 5905,0-14-5905,14 0 0,-11 0 0,10 0 2654,0-14-2654,-9 11 0,9-24 0,0 11 0,-9-14 0,9 13 0,-13-10 0,0 11 0</inkml:trace>
  <inkml:trace contextRef="#ctx0" brushRef="#br0" timeOffset="4150">16684 9974 24575,'0'-16'0,"-14"2"0,11 14-6281,-24 14 6281,11-11 0,-1 37 1451,4-20-1451,0 36 0,9-9-574,-9 26 574,13-9 0,0-22 0,0 2-4994,0 33 4994,0-33 0,0 1-993,0 1 1,0-2 992,0 33-1075,-1-33 1,2-2 1074,12 22-47,-11-21 1,0 0 46,11 20 0,-13 11 0,0-15 0,0 1 2901,0-13-2901,0-4 0,0-13 818,0 0-818,0 0 0,0-13 3704,0-4-3704,0-13 1697,0 0-1697,13-13 0,-9-4 0,-4-13 5505,-4 0-5505,-22 0 0,22 0 0,-9 0 0,13 0 0</inkml:trace>
  <inkml:trace contextRef="#ctx0" brushRef="#br0" timeOffset="4674">16594 10454 24575,'17'-17'0,"-4"-10"0,-13 24 0,-13-10 0,9 13 0,-9 0 0,13 0 0,0 0 0,-13 0 0,9 0 0,-9 0 0,0 0 0,9 13 0,-22-10 0,22 11 0,-9-1 0,0-10 0,9 24 0,-9-11-5004,0 28 5004,9-11 0,-9 24 0,13-11-755,-13 14 755,9 0 0,-9 0-1435,0 0 1435,10 0 0,-11 0-4401,14-14 4401,0 11 0,0-24-1022,0 24 1022,0-24 181,0 10-181,0-13 869,0-13-869,0 9 4415,0-22-4415,0 22 6602,14-22-6602,-11 9 0,10-13 0,-13 0 0,0-13-3092,0 9 3092,-13-9 0,10 0 0,-11 9 0,14-22 0,-13 9 0,10-13 0,-24-13 0,24 10 0,-11-11-2934,14 14 2934,-13 1-4606,10-1 4606,-11 0 0,14 0 0,0 0 0,0 13 0,0-10 4398,0 24-4398,0-24 0,0 24 0,0-23 3333,0 22-3333,-13-22 0,10 22 0,-11-9 0,14 0 0,0 9 0,-13-9 0,10 13 0,-11-13 0,14-4 0</inkml:trace>
  <inkml:trace contextRef="#ctx0" brushRef="#br0" timeOffset="5120">16204 10723 24575,'-16'0'0,"3"0"0,-1 0 0,11 0 0,-10 0 0,13 0 0,0 0 0,0 13 0,0-9 0,13 9 0,-10 0 0,24-9 0,-11 9 0,14-13-4749,0 13 4749,0-9 0,0 9 0,0 0 0,0-9 0,0 22 0,0-22 0,0 9 0,0 0 0,0-9 0,-13 9 0,9-13 0,-9 13-2177,0-10 2177,9 11 0,-23-14 0,24 0 4091,-24 0-4091,24 0 0,-24 0 0,11 0 0,-14 0 0,0 0 2835,0-14-2835,0 11 0,-14-10 0,11 13 0,-10 0 0,13 13 0,0-10 0,0 24-5072,0-24 5072,0 24 0,0-10 0,0 13 0,0 0 0,0 0 0,0 0 0,0-1 0,0 1 0,0 0 0,0 0-5104,0 0 5104,0 14 0,0-25 0,0 21 0,0-23 3392,0 0-3392,0 9 0,0-22 0,-14 22 6784,11-22-6784,-10 9 0,13-13 0,0-13 0,0-4-437,0-13 437,0-13 0,0 9 0,0-22 0,0 23 0,0-24 0,0 10 0</inkml:trace>
  <inkml:trace contextRef="#ctx0" brushRef="#br0" timeOffset="5250">16714 10723 24575,'16'0'0,"-2"0"0,-1-13 0,-10 9 0,24-9 0,-24 13 0,24 0 0,-24 0 0,24 13 0,-24-9 0,24 9 0,-24-13 0,10 0-1696,1 13 0,2-9 0,14 9 0</inkml:trace>
  <inkml:trace contextRef="#ctx0" brushRef="#br0" timeOffset="5849">17283 10933 24575,'-17'0'0,"-9"13"0,9-10 0,0 11 0,-9-1 0,9 4-6190,0-1 6190,-9 11 0,9-10 0,-13-1 1132,13 11-1132,-9-10 0,9 12 0,1 1 0,2 0 0,14-13 0,0-4-1433,0 1 1433,0-11-2144,0 24 2144,0-24 3670,0 10-3670,0-13 215,0 0-215,14 0 1611,-11 0-1611,24 0 0,-24-13 346,10-4-346,0 1-5681,-9-11 5681,22 10 0,-22 1 0,22-11 0,-22 10 0,22 1 0,-22-11 1896,22 24-1896,-22-10 0,22-1 4647,-22 11-4647,9-10-6145,0 13 6145,4-14 0,-1 11 0,11-10 0,-24 13 0,24 0 1292,-10 0-1292,13 0 0,0 0 0,0 0 1717,0 0-1717,-1-14-5105,1 11 5105,14-24 0,-11 24-119,10-24 119,-13 24 0,0-24 0,0 11 0,0-14-3375,0 0 3375,0 0 0,-13 0-759,9-13 759,-22 9 2528,22-22-2528,-23 23 0,11-24 0,-14 10 0,-14-12 0,-2-1 0,-1 0-2776,-9-13 2776,9 9 0,-13-9 0,0 26 1176,13-9-1176,-9 23 329,9 3-329,-13 3 3622,14 24-3622,-11 3 5416,24 16-5416,-24 14 0,24 14 0,-24 2-2753,24 14 2753,-11 13-4438,14 4 4438,0-33 0,0 2-425,0-1 0,0 0 425,0 31 0,-1-33 0,2 1-989,13 32 989,-11 1 0,10-34 0,1 0 0,-11 20 0,24 11 0,-24-28 0,24-2 183,-24-14-183,10-1 1014,0-12-1014,4-4 4219,13-26-4219,-13-4 0,9-12 6308,-22-1-6308,9 0 0,-13 0 0,0 0 0,0 0 0</inkml:trace>
  <inkml:trace contextRef="#ctx0" brushRef="#br0" timeOffset="6350">12341 11502 24575,'-14'17'0,"11"-4"0,-10-13 0,13 0 0,13 13 0,-10-10 0,24 11 0,3-14 0,3 13 0,37-10-4396,-7 11 4396,-19-7 0,2-1-2664,5-4 0,1-1 2664,1 5 0,1 2-1782,11-1 1,3-1 1781,-1-4 0,2-1-1191,12 6 0,1 0 1191,1-7 0,1 0-180,-25 3 1,1 3 0,1-2 179,-2-3 0,1 0 0,0 0 0,4 3 0,1 2 0,-1-2 0,2-3 0,-1-2 0,1 1 0,-1 0 0,0 0 0,1 0 651,7 0 1,1 0 0,-1 0-652,-6 0 0,-2 0 0,2 0 0,7 0 0,1 0 0,-1 0 0,1 0 0,-1 0 0,0 0-86,-3 0 1,0 0-1,0 0 86,8 0 0,0 0 0,0 0 0,-8 0 0,0 1 0,0-2 0,-1-3 0,0-2 0,-1 2 0,1 3 0,-1 1 0,-1-2-625,-6-2 0,-2-2 0,1 3 625,-1 2 0,0 2 0,-1-1 301,24-7 1,-3 0-302,-10 6 0,-3-1 0,0-5 0,-1 1 0,-12 5 0,-1 2 0,-1-1 0,-1 0 0,-6 0 0,0 0 0</inkml:trace>
  <inkml:trace contextRef="#ctx0" brushRef="#br0" timeOffset="6511">18151 12101 24575,'-16'0'0,"2"-13"0,14 9 0,-13-9-3186,10 0 3186,-10 9 0,-1-22 0,11 22 250,-10-22 1,-1 22 0,-2-9 0</inkml:trace>
  <inkml:trace contextRef="#ctx0" brushRef="#br0" timeOffset="16400">3864 11232 24575,'17'-16'0,"-4"-11"0,-13 24 0,0-11 0,0 14 0,0 0 0,13-13 0,-9 10 0,9-11 0,-13 14 0,0 0 0,0-13-1318,0 10 1318,0-10 0,0 26 0,0-10 0,0 10 0,0-13 0,0 0 0,0 14 0,-13 2-5466,9 1 5466,-9 23-4537,13-20 4537,-13 37-149,9-24 149,-22 23 0,22-9-1611,-22 26 1611,22-10 0,-3-20 0,1 1 0,6 33 0,0-33 0,0 1 0,0 0 0,0 0 0,1 7 0,-2-1 0,-5-4 0,-1 0-708,5 11 0,0 0 708,-4-11 0,-1-1 0,7 12 0,0 1 0,-6-12 0,-1-1 34,5-1 0,0 0-34,-5-1 0,1-2 1682,6 22-1682,0 9 0,0-13 0,13 0-1231,-9-14 1231,9 11 983,-13-24-983,0 10 1272,0-13-1272,13-13 4338,-9 10-4338,9-24 6486,-13 23-6486,0-22 0,13 9 0,-9 0-993,9-9 993,0 9 0,4-13 0,13 0 0,0-13 0,0 9 0,13-9-700,-10 13 700,24 0 0,-24-13 0,24 9-4708,-11-9 4708,14 13-4366,-13-13 4366,9 10-30,-9-11 30,0 1 0,-4 10 0,0-11 0,-10 1 0,11 10 0,-14-11 0,0 14 0,0-13-2910,0 10 2910,-1-11 2832,1 14-2832,0 0 4312,-13 0-4312,10 0 556,-24 0-556,24 0 6724,-24 0-6724,10 0 182,-13 0-182,0 0 0,-13 0 0,10 0 0,-24 0 0,24-13 0,-24 10 0,10-11 0,1 1 0,-11-4-5178,10 1 5178,-12-11 0,-1 11 0,0-14-52,13 13 52,-10-10 0,11 11 0,-14-14 0,13 0 0,-10 0 0,11 13-3555,-1-9 3555,-9 22-664,22-22 664,-9 22 37,0-9-37,9 0 0,-9 9 0,0-22 3365,9 22-3365,-9-9 0,13 0 0,0 9 0,0-9 6047,0 13-6047,0 0 0,0-13 0,0 9 0,0-9 0,0 13 0,0 0 0,0-13 0,0 10 0,13-11 0,-9 14-3976,9 0 3976,0 0 0,4 0 0,13 0 0,0 0 0,0 0 0,13 0 0,-10 0 0,11 0 0,-1 0-5467,-10 0 5467,10 14-1878,1-11 1878,-11 10 0,10-13 0,0 0 0,-9 13-339,9-9 339,-13 22 4369,-13-22-4369,9 22 0,-22-9 1220,22 13-1220,-22 0-4773,9 0 4773,-13 13 0,-13-10 370,9 11-370,-9-14 0,0 13 0,9-10 0,-22 10-3314,22-13 3314,-22 14 0,9-11-567,0 10 567,4-13 3034,0 0-3034,9 0 0,-22-13 0,22 9 0,-9-9 0,0 13 4537,10-13-4537,-11 9 0,14-22 4350,0 22-4350,0-23 0,0 11 0,0-28 0,0 11 0,-13-23 0,10 9 0,-24-13 0,24 0 0,-24-13-5978,10 9 5978,1-9 0,-11 27 0,10 2 0</inkml:trace>
  <inkml:trace contextRef="#ctx0" brushRef="#br0" timeOffset="18782">4613 12700 24575,'0'-17'0,"-14"-9"0,11 22 0,-10-9 0,13 0 0,0 9 0,0-9 0,0 13-2048,0-13 2048,0 10 492,0-11-492,0 14 0,0 0 0,0 14-1675,0-11 1675,0 23 0,13-9 0,-10 13-4765,24 0 4765,-24 0-4136,24 0 4136,-10 0 550,13 13-550,-14-10 0,11 24-625,-10-24 625,12 11 0,1-1 0,0-10 0,0 10 0,-13-13 0,10-13 349,-24 10-349,24-24 253,-24 24-253,10-24 671,-13 10-671,13-13 4728,-9 0-4728,-18-13 0,8 10-28,-34-24 28,37 10 0,-24-13 0,10 0 0,-13 0 0,14 0 0,-11 0-595,10-13 595,-12 10 0,-1-10 0,0-1-527,0 11 527,0-23-4347,0 22 4347,13-9-149,-10 0 149,11 9-87,-1-9 87,4 13 0,0 14 4231,9-11-4231,-9 24 0,13-24 0,0 24 0,0-11 6326,0 14-6326,0 14 1175,0-11-1175,13 24 0,-9 3 0,22 3-963,-9 10 963,13 0 0,0-9 0,13 22-6397,-10-9 6397,11 13-4277,-1-14 4277,-10 11 78,10-10-78,-13-1 0,0-3 0,0 1 0,0-24 0,-13 20 0,9-24 0,-22 1-1111,22 9 1111,-22-22 0,9 9 0,-13-13 3766,0 0-3766,-13-13 5632,9 9-5632,-22-22 0,9 9 0,0-13 0,-9 0-5052,9 0 5052,-13 0 963,0-13-963,0 10 0,0-24 0,0 24 0,1-10 0,12-1 0,-10 11 0,11-10 0,-1 13-4277,-10 0 4277,24 0-2860,-24 0 2860,24 13 2860,-10 4-2860,13 0 524,0 23-524,13-7 4537,-10 27-4537,24 0 0,-10-13 0,-1 9 0,11 4-4537,-10 4 4537,13 9-235,-1-13 235,-12 0 0,10 0 0,-11 0 0,1 0 0,10 0 0,-24-14 0,24 11 1760,-24-24-1760,10 24 0,-13-24 5293,14 10-5293,-11-13 421,10 0-421,-13 0 0,0-13 0,0 10 4082,0-24-4082,-13 10 0,10-12-6528,-11-1 6528,14 0-4621,-13 0 4621,10-14 0,-24 11-338,24-10 338,-24 13 0,24 0 0,-24 0 4207,24 0-4207,-24 0 0,24 0 2253,-11 0-2253,1 14-4569,10-11 4569,-10 24 0,13-24 0,0 24 0,0-11 0,0 14 3018,0 14-3018,0-11 0,13 24 0,-10-11-206,24 14 206,-11 13-4537,14-9 4537,0 9-402,-13 0 402,10-9 0,-11 9 0,14-13 0,-13 0 0,9 0 0,-22 0 0,22-14-857,-22 11 857,9-24 1624,-13 24-1624,13-24 4718,-9 10-4718,9-13 653,-13 0-653,-13-13 1616,9 10-1616,-9-24 0,13 11 0,-13-1-1651,9-10 1651,-22 11-4922,22-14 4922,-22 0 0,22 0-5,-22 0 5,9 0 0,1 0 0,-11 0 0,10 0 0,1 0 0,2 0-3290,1 14 3290,10-11 0,-24 24 2512,24-24-2512,-11 24 4534,14-11-4534,0 14 0,0 0 0,14 14-2673,-11-11 2673,24 24 0,-11-24 0,1 24 0,10-24 0,-24 23 0,24-22 0,-24 22 2680,24-22-2680,-24 22 0,10-22 0,0 9 2663,-9 0-2663,9-9 0,-13 9 0,0-13 0,0 0 0,0-13 0,-13 9 0,9-9 0,-9 13-1312,13-13 1312,0 9 0,-13-9 3791,10 13-3791,-11 0 0,14 0 0,0-13 0,0 9 0,-13-9 0,10 13 0,-11 0 0,14 0 0,-13 0 1642,10-13-1642,-11 9 0,1-9 0,10 0 0,-11 10 0,1-11 0,10 14 0,-24-13 0,24 10 0,-24-24-5809,24 24 5809,-24-24 0,24 24-27,-24-11 27,11 1 0,-1 10 0,-10-24 0,11 24 0,-1-24 0,-10 24 0,11-11 0,-1 1 1028,-9 10-1028,22-10 0,-9 13 29,0 0-29,9-14 0,-9 11 0,0-10 0,9 13 0,-9 0 4779,13 0-4779,0 0 0,0 13 0,0-10 0,0 11 0,13-1 0,-9-10 0,22 24 0,-22-24 0,22 10 0,-9 1 0,26-11 0,-10 24 0,11-24-6784,-1 24 6784,-10-24-4537,10 24 4537,1-24-514,-11 10 514,10 1-216,1-11 216,-11 24 0,10-24 0,-13 10 4175,0 0-4175,-13-9 0,9 9 1141,-22-13-1141,22 0 0,-22 0 818,9 0-818,-13 0 373,0 0-373,-13 0 0,9 0 0,-22 0-2599,22 0 2599,-9 0 4579,0 0-4579,9 0 0,-22 13 0,9-9 0,0 9 0,-9 0 3564,22-9-3564,-22 22 0,22-9-2949,-22 0 2949,23 9 0,-24-9 0,24 13 0,-24 0 0,24 0 0,-11 0 0,14 0 0,0 0 0,0 0 0,0-1 0,0 1-5807,0 0 5807,0 0 1241,0-13-1241,0 10 0,0-11 0,0 1 0,0-4 0,0-13 6422,0 0-6422,-13 0 0,10 14-1628,-11-11 1628,14 10 0,0-26 0,0 10 0,0-11 0,-13 14 0,10 0 0,-24-13 0,24 10 0,-11-11 0</inkml:trace>
  <inkml:trace contextRef="#ctx0" brushRef="#br0" timeOffset="69751">9166 13569 24575,'-17'0'0,"4"0"0,-1 0 0,11 13 0,-10-10 0,13 11 0,-14-14-2638,11 0 2638,-10 0 0,13 0-796,0 0 796,-14 0 0,11 0 0,-10 0 0,13 0 0,0 0 0,-14 0-1897,11 0 1897,-10 0 0,-1 0 0,11 0 0,-10 0 0,0 0-1393,9 0 1393,-22 0 0,22 0 0,-22 0 0,22 13 0,-22-10 0,22 11-3790,-22-14 3790,9 0 0,0 0 0,-9 13 1248,22-10-1248,-22 10 2482,23-13-2482,-24 0 6784,10 0-6784,1 0 0,-11 0-2064,24 0 2064,-24 0 0,24 0 0,-24 0 0,24-13 0,-24 10 0,11-10 0,-14 13 2064,13 0-2064,-10 0 0,11 13 0,-14-10-6777,0 10 6777,0-13 0,13 0 0,-9 0 0,9 0 0,-13 14 0,0-11 0,13 10 0,-9-13 0,9 0 0,-13 0 0,13 0 1381,-9 14-1381,9-11 0,-13 10 0,14-13 0,-11 0 0,10 0 0,-13 0 0,0 0 0,14 0 0,-11 0 0,11 14 0,-14-11-867,13 24 867,-10-24 0,11-3 0,-14-3 0,13-11 0,-10 14 0,11 0 0,-14-13 0,13 10 0,-9-11 0,9 14-50,-13 0 50,0 0 0,13 0 0,-9 0 0,9 14 0,-13-11 0,0 10 0,0-13 0,14 0 0,-11 0 0,10 0 0,-13 0-471,14 0 471,-11 0-4537,11 0 4537,-14 0 0,13 0 0,-10 0 0,11 0 0,-14 0 4537,0 0-4537,13 0 0,-9 0 0,9-13 0,-13 10 0,0-11-4537,0 14 4537,0 0 0,13 0 0,-9-13 0,9 10 0,-13-11 4537,14 14-4537,-11 0 0,10 0 0,-13 0 1567,14 0-1567,-11 0-4706,10 0 4706,1 0 0,-11 0 0,11 0 0,-14 0 0,0 0 0,0-13 3608,0 10-3608,13-11 0,-10 14 1293,11 0-1293,-14 0 0,0 0 0,13 0 0,-9 0 0,9 0 0,-13 0 0,0-13 0,0 10 0,0-10 0,0 13 0,0 0-1762,0 0 1762,0 0-196,14 0 196,-11-14 0,10 11 0,-12-10 0,12 13 0,-10-14 6687,11 11-6687,-14-10 0,13 13 0,-10 0-4896,11-14 4896,-1 11 0,-10-10 0,24 13 0,-23 0 0,22 0 0,-22 0 0,22 0 5189,-22 0-5189,22 0 0,-22 0 0,22 0-6301,-22 0 6301,9 0 0,0 0 0,-9 0 0,22 0 0,-22 0 0,9 13 0,1-10 0,-11 11 6301,24-14-6301,-24 0 0,10 0-4845,1 0 4845,2 13 0,1-10 0,10 11 0,-24-14 0,24 0 0,-24 0 0,24 0 4845,-24 0-4845,24 13 0,-10-10 0,-1 11-2320,11-14 2320,-10 0 0,-1 0 0,11 0 0,-10 0 0,13 0 0,0 0 0,-14 0 2320,11 0-2320,-10 0 0,13 0 0,0 0 0,0 13 0,-14-10 0,11 10 0,-10-13 0,-1 0 0,11 0 0,-10 0 0,0 0 0,9 14 0,-9-11 0,0 10 0,9-13 0,-22 14 0,22-11 0,-9 10 0,0-13 0,9 14 0,-22-11-6262,22 10 6262,-22-13 0,22 14 0,-9-11 0,0 10 0,9 1 0,-9-11 0,0 10 0,10 1 6262,-24-11-6262,24 10 0,-24 1-2000,24-11 2000,-11 10 0,1 0 0,10-9 0,-24 22 0,24-22 0,-24 22 0,24-9 0,-24 0 2000,24 9-2000,-24-9 0,24 13-5799,-10-13 5799,-1 9 0,11-9 0,-24-1 0,24 11 0,-24-10 0,24 13 0,-24 0 0,24-14 0,-24 11 0,24-10-651,-10-1 651,13 11-4648,-14-11 4648,11 14 0,-10 0-142,13 0 142,-13 0 0,9 0 0,-9 0 0,13 0 0,0 0 0,0 0-220,-13 0 220,9 0 0,-9 0 0,13 0 139,0-14-139,0 11 0,0-10 0,0 13 0,0 0 4537,0 0-4537,0 0 0,0 13 0,0-10 0,0 10-4537,0-13 4537,-13 0 0,9 0 0,-9-13 0,13 9 0,0-9 4537,0 0-4537,0 9 0,13-22 0,-9 22 2963,9-9-2963,-13 0 0,0-4 0,0 0 0,0-9 0,0 22 0,0-23 0,13 24 0,-9-24 3821,9 11-3821,-13-14 0,13 13-3809,-9-10 3809,22 11 0,-23-14 0,24 0 0,-24 13 0,24-10 0,-10 11 0,13-28 0,-14 11 3809,11-10-3809,3 13 0,3 0-6784,10-14 6784,-13 11-782,0-10 782,0-1 0,0 11 0,0-10 0,0 13 0,0 0 0,0-14 0,0 11 0,0-10 0,0 13 0,0-13 0,0 9 140,0-9-140,0 13 0,0 0 0,0 0 0,0-13 0,0 9 0,-14-9 0,11 13 0,-11-13 0,14 9 0,0-9 0,0 13 0,-13 0 642,10 0-642,-11 0 0,14 0 0,0 0 0,0 0 0,0 0 0,0 0 0,0 0 0,0 0 0,0 0 0,-14 0 0,11 0 0,-10 0 0,26 0 0,-10 0 0,11 0 0,-28 0 0,11 0 0,-11 0 0,28 0-4537,-11 0 4537,10 0 0,-13 13 0,0-9-188,0 9 188,0-13 0,0 0 0,0 0 4443,-13-13-4443,9 9 6645,-9-9-6645,13 13 0,0 0-6363,0 0 6363,0 0-781,0 0 781,-14 0 0,11 0 0,-10 0 0,12 0 0,1 0 0,0-13 0,0 9 0,0-9 0,0 13 0,14 0 0,-11 0 657,10 0-657,-13 0 0,0-13 0,13 9 0,-9-9 0,9 13 0,-13 0 0,0 0 0,0 0 0,0 0 0,0 0 0,13 0-298,-10-13 298,10 9-105,-13-9 105,0 13 0,0 0 0,0 0 0,0 0 0,13-13 0,-9 9 0,9-9 0,-13 13-4083,13 0 4083,-10-13 73,11 10-73,-14-11 0,0 14 0,0 0 0,0 0 0,-1 0 0,1-13 0,0 10 0,0-11-3034,0 14 3034,0 0 0,0-13 3034,0 10-3034,0-11 0,0 14 0,0 0 0,0-13 4537,0 10-4537,13-11-4537,-10 14 4537,11-13 0,-14 10 0,0-11-313,13 14 313,-10 0 0,10 0 0,1-13 0,-11 10 0,10-11 0,0 14 0,-9 0 0,9 0 0,-13 0 0,0 0-2721,0 0 2721,13-13-68,-10 10 68,11-10 0,-14 13 0,0 0 0,0 0 3000,0 0-3000,-1 0 0,1 0 0,0 0 0,0 0 0,0 0 0,0 0 102,0 0-102,0-14 0,0 11 0,-13-10 4537,9 13-4537,-9 0 0,0 0 0,9-14 1662,-22 11-1662,22-10 0,-22 13 0,22-14 0,-23 11 0,24-10 0,-24-1 0,24 11 0,-24-10 5122,11 13-5122,-14-14 0,0 11 0,13-10-2289,-10 13 2289,11 0 0,-14 0 0,0 0 0,0-14 0,13 11 0,-10-10 0,11 13 2289,-14-14-2289,0 11 0,0-23-5609,0 22 5609,0-22 0,13 22 0,-10-22 0,11 22 0,-14-22 0,0 9 0,0 0 5609,0-9-5609,0 9 0,0-13-6784,0 0 6784,0 0-1425,0 0 1425,0 0 0,0 0 0,0 0 0,0-13-1040,0 10 1040,-14-24 0,11 24 0,-10-24 0,-1 11-2848,11-14 2848,-10 0-1710,-1 0 1710,11-13-132,-24 10 132,24-11 0,-10 15 0,-1-1 0,11 0 0,-24 13 0,24-9 0,-10 9 0,0 0 0,9 4 1194,-9 13-1194,13 14 888,0-11-888,0 10 4272,0 1-4272,-13 2 6387,9 1-6387,-9-4 0,13 1 0,0 2 1198,0 14-1198,0 0 0,0 14 0,0-11 0,0 10 0,0-13 0,0 0 0,-13 14 0,9-11 0,-22 10 0,-4-13 0,-4 14-1696,-22 2 0,9 14 0,-13 0 0</inkml:trace>
  <inkml:trace contextRef="#ctx0" brushRef="#br0" timeOffset="105452">18691 13509 24575,'16'0'0,"-2"0"0,-14 0 0,0 0 0,0 13 0,0-10 0,0 11 0,13-1 0,-10 4 0,10 13 0,-13 0 0,0-1-6784,0 1 6784,0 0-4537,0 0 4537,0 14-385,0-11 385,0 23 0,0-22 0,0 22-784,0-9 784,0 13 0,0 0 3958,0 13-3958,0-10 0,7-20 0,0 1 0,-4 19-1804,4-20 1,-1 0 1803,-6 34-330,7-32 0,0 0 330,-6 0 0,1 0 0,4 0 0,1 0 0,1 0 0,-2-1 0,-5 2 0,1-2 0,11 33 0,-5-34 0,-2 0-2544,-3 34 2544,3-32 0,1 0 0,7 31 0,-14-32 0,3-1 1621,24 20-1621,-26-20 0,1 1 0,25 32-95,-25-31 1,-1 0 94,12 32 0,-6-34 0,-1 0 1863,-2 34-1863,9-33 0,0 2 0,-11-1 0,0-1 0,24 33-1012,-24-34 0,0 0 1012,24 34-100,-24-33 1,0 2 99,11-1 0,0 0 0,-9 31 0,2-32 0,1-1 0,6 33 44,-9 1-44,2-34 0,1 0 0,6 34 0,-11-32 0,0 0 0,11 31 0,-12-32 0,-2-1 0,1 20 340,-1-20 1,2 1-341,12 19 0,-11-20 0,-1 0 0,13 21 0,-14 9 0,0 0 0,0-10-1570,0 11 1570,13-15 0,-10 15 0,11-11 0,-14 10 0,0-13 208,0 13-208,0-10 0,0 11 0,0-28 0,13 11 2760,-10-24-2760,11 24 0,-14-24 0,0 10 0,13-13 0,-10 0 0,11 0 827,-14 0-827,0 0 0,0-13 0,0-5 4188</inkml:trace>
  <inkml:trace contextRef="#ctx0" brushRef="#br0" timeOffset="105452">19289 19049 17791,'-13'-12'0,"-3"-5"0,-1-26 0,-10-4 0,11-13 0,-14 0 0</inkml:trace>
  <inkml:trace contextRef="#ctx0" brushRef="#br0" timeOffset="106923">14078 17912 24575,'16'0'0,"11"0"0,-24 0-8676,24 0 8676,-10 0-3509,13 0 3509,-14 13-1341,11-10 1341,-10 11-2304,13-14 2304,-1 13-554,1-10 554,0 11 2029,14-1-2029,-11-10 0,23 11 0,-22-1 0,22-10 0,-22 11 2490,22-1-2490,-9-10 0,13 11-1147,13-14 1147,-10 0 0,10 0 0,1 0 0,-11 0 0,-20 0 0,0 0 0,21 0 0,-21 0 0,0 0 0,20 0 0,-19 0 0,-1 0-356,20 0 356,-20 0 0,1 0 0,32 0 0,1 0 0,-34 0 0,0 0 1092,34 0-1092,-1 0 0,-32-7 0,-1 0 0,33 4 0,-31-10 0,0-1 0,0 12 0,0 1-251,0-6 0,0 1 251,6 5 0,1 2 0,-5-1 0,-1 0 0,6-7 0,0 0 0,0 7 0,-1-3 0,-5-10 0,1-1 0,5 13 0,-1-1-1276,-6-11 1,0-1 1275,0 12 0,0 1 0,-1-6 0,2 1 0,5 6 0,1 0 0,-6-7 0,1 0 0,5 6 0,-1-1 238,-5-4 0,-2-1-238,1 0 0,0 1 0,6 5 0,1-2 663,-5-10 0,-1 0-663,6 11 0,-1 0 0,-5-10 0,-2-2 0,1 5 0,0 1 0,0 0 0,0-1 0,-1-5 0,2 2 0,5 10 0,1 0-946,-6-10 1,1-2 945,11 5 0,1 1 8,-13 0 0,1-1-8,11 2 0,0 1 0,-11 6 0,0 0 0,4-6 0,1-1 0,0 6 0,-1-1 0,-5-12 0,1 1 0,11 11 0,1 1 0,-13-13 0,1 1 0,10 11 0,2 1 0,-6-12 0,1-1 128,6 5 0,0 1-128,-7 1 0,0-2-51,5-5 1,1 1 50,-6 12 0,0-1 0,0-12 0,1 1 0,4 11 0,0 1 0,-11-6 0,-1 1 0,5 5 0,1 2 0,0-8 0,0 0 0,-6 6 0,1-1 0,4-5 0,1 1 0,-7 5 0,0 2 31,6-1 0,1 0-31,-6 0 0,1 0 92,11 1 0,1-2-92,-13-6 0,1 0 0,11 6 0,0-1 434,-11-5 1,-1 1-435,12 5 0,1 2 0,-6-1 0,0 0 0,7 0 0,0 0 0,1 0 0,-2 0-188,-6 0 1,1 0 187,4-7 0,0 0-614,-5 6 1,1-1 613,5-5 0,1 1 92,0 5 0,0 2-92,0-1 0,0 0 0,-7 0 0,0 0 0,6-7 0,-1 0 0,-5 6 0,0-1 0,0-5 0,1 1 0,5 5 0,-2 2 0,-10-1 0,0 0 0,11 0 0,0 0 0,-11 0 0,-1 0 0,13 0 0,-1 0 0,-11 0 0,-1 0 129,5 0 0,1 0-129,0 0 0,-1 0 0,-4 0 0,-1 0 0,13 0 0,-1 0 0,-11 0 0,-1 0 1285,5 0 0,1 0-1285,1 1 0,-3-2 0,30-13 0,-30 13 0,0-1 0,27-11 0,-1 13 177,-2 0-177,-15 0-382,1 0 382,-13 0 3740,-4 0-3740,-13 0 0,0 0 0,-13 0 0,-4 0 0,-13 0 1345,0-14-1345,-27 11 0,7-10-32,-49 13 32,5 0 0,20-1 0,-2 2 0,1 4 0,1 3 0,-1 0 0,0 1 0</inkml:trace>
  <inkml:trace contextRef="#ctx0" brushRef="#br0" timeOffset="109755">14377 17522 16842,'30'0'0,"-13"0"936,-4 0-936,-13 0 1968,0 0-1968,14 0 0,-11 0 0,10 0 1089,-13 0-1089,0 0 0,14 0 0,-11 0 0,10 0 0,-13 0 2106,13 0-2106,-9 0 1634,22 0-1634,-22 0 0,22 0-5415,-9 0 5415,0-13 0,9 10 0,-9-24 0,13 24 0,0-24-725,0 11 725,0-1 0,0-10-4750,0 11 4750,0-14 0,0 0 0,0 13-872,13-10 872,-10 11-2284,10-14 2284,1 0-554,-11 0 554,10 13 2912,-13-9-2912,0 9 0,0-13 0,0 0 0,0 0-825,0 0 825,0 0-1559,0 0 1559,0 0-48,0 0 48,0 0 0,0 1 2609,13-1-2609,-10 0 0,10 0 0,-13 0 0,0 0 0,0 0 0,0 0 0,0 0 2270,0 0-2270,0 0-907,0 0 907,13 0-97,-9 0 97,9 0 0,-13 0 0,0 0 0,0 0 0,0 0 904,0 0-904,0 0 0,-1 1 0,1-1 1169,-13 0-1169,10 0 0,-11 13 0,14-10 0,0 11 0,0-14 0,0 0 0,0 13-3287,-13-9 3287,9 9 636,-9-13-636,13 13 0,0-9 2911,0 9-2911,0-13 0,0 14-2,0-11 2,0 10 0,0-13 0,-14 14 0,11-11 0,-10 10-12,12 1 12,1-11 0,0 10 0,0 1 700,0-11-700,-13 24 429,10-24-429,-11 11 0,1-1 0,9-10 0,-9 11-2757,13-1 2757,-13-10 0,9 24 0,-9-24 0,0 11 0,9-1 0,-9-9 0,0 22 0,9-22 0,-9 9 0,13 0 0,-14-9-1767,11 22 1767,-10-9 0,13 0 0,0 9 0,-14-22 0,11 22 0,-11-22 0,14 23 0,0-24 0,0 24 0,-13-11 1133,10 1-1133,-11 10 0,1-24 0,9 24 0,-9-11 0,13 1 0,-13 10 0,9-24 5097,-9 24-5097,13-24 0,-13 24-1693,9-10 1693,-9-1-4537,13 11 4537,-14-24 0,11 24 0,-10-24 0,-1 24 0,11-24 0,-10 24 4537,13-10-4537,0-1 0,-14 11 180,11-24-180,-11 24 0,14-24 0,0 24-4,0-10 4,0 0 0,-13 9 0,9-22 0,-9 9 0,13 0 0,0-9 0,0 22-179,0-22 179,0 22-313,0-9 313,0 0 0,0 9 0,0-22 0,0 22 0,0-22 0,0 23 0,0-11 0,-1 1 0,1 10-4432,0-11 4432,0 1 3727,0 10-3727,0-11 299,0 1-299,-13 10 0,9-11 0,-9 1 0,13 10 6427,0-11-6427,0 1 0,0 10-5705,0-11 5705,0 1-519,-14 10 519,11-24 0,-10 24 0,13-10 0,0 13 0,0-14 0,-14 11 0,11-10 0,-11 13 0,14 0 0,-13 0 0,10 0 0,-11 0 519,14-14-519,0 11 0,0-10 0,0-1 0,0 11 0,0-10 0,0 13 0,0-14 0,0 11-4537,0-10 4537,0 13 2963,0 0-2963,0 0 0,0 0 0,0-14 0,-14 11 0,11-10 6004,-10 13-6004,12 0 0,1 0 0,-13 0-2843,10 0 2843,-24 0 0,24 0 0,-11 13 0,1-10 0,10 11 0,-11-14 0,1 0 5197,9 0-5197,-9 0 0,0 0-4538,9 0 4538,-9 0-5281,13 0 5281,0 0 0,0 0 0,-13 0 0,9 13 0,-9-10 0,13 11 3035,0-14-3035,0 0 0,0 0 2426,-14 0-2426,11 0-5340,-10 13 5340,12-10 0,-12 11 0,10-1 0,-24-10 0,24 11 0,-11-1 2914,1-10-2914,10 11 0,-24-1 3216,24-10-3216,-24 11-5602,23-14 5602,-9 13 0,0-10 0,9 10 0,-22 1 0,22-11 2386,-9 10-2386,0 1 0,9-11 0,-22 10 3376,22-13-3376,-22 14-4043,22-11 4043,-23 10 0,24 1 0,-24-11 0,24 24 0,-24-24 0,24 10 2600,-10 1-2600,-1-11 0,11 23-1933,-24-22 1933,24 22 0,-24-22-1104,24 22 1104,-24-22 0,24 9 0,-24 0 0,24-9 0,-24 22 6237,24-22-6237,-11 22 0,1-22-2046,10 22 2046,-24-22-4378,24 9 4378,-24 0 0,23-10 0,-22 24 0,22-24 0,-22 24 0,22-24 2733,-22 11-2733,22-1 0,-22 4-786,22-1 786,-9 11-4754,0-24 4754,9 24 0,-22-24 0,22 24 0,-23-24 0,24 24 0,-24-11 0,11 1 4098,-1-4-4098,-10 1 0,24-11 0,-24 24 0,24-24 0,-24 10 0,24 1 0,-24-11 0,24 10 0,-24 1 0,24-11 0,-24 10 0,24 0 0,-24-9 2113,24 9-2113,-11-13-4698,1 0 4698,10 0 0,-24 13 0,24-9 0,-11 9 0,1-13 3283,10 0-3283,-11 0 0,14 0 0,0 0 253,0-13-253,-13 9-4852,9-9 4852,-9 13 0,13 0 0,0 0 0,0 0 0,0-13 0,0 9 0,-14-9 0,11 13 0,-10 0 0,13-13-3244,-1 10 3244,1-24 0,0 24 2608,0-11-2608,0 1 0,0 10 0,0-24 0,0 24 0,0-24 0,0 24 0,0-24-3034,13 24 3034,-9-24 0,9 24 0,-13-24 0,0 24 0,0-24 0,0 11 2811,0-1-2811,0-10 0,-1 24 0,1-24 0,0 24 97,0-24-97,0 24 0,-13-24 0,10 11 0,-11-1 0,14-9 0,-13 9 0,9 0 0,-9-9 0,13 9 0,0 0 0,0-9-2842,0 9 2842,-13-13 1857,9 0-1857,-9 14 3984,13-11-3984,0 10 0,0-13-428,-14 0 428,11 0 5748,-10 14-5748,13-11 0,-14 11-4147,11-1 4147,-11-10-1118,1 11 1118,10-1 446,-24-10-446,24 24 0,-11-24 0,1 24 6208,10-24-6208,-24 24 0,23-23 0,-9 22-5045,0-22 5045,9 22 0,-9-22-313,0 22 313,9-9 0,-9 0 0,0 9 0,9-9 0,-9 0 0,-1 9 0,11-9 0,-10 13 3654,-1-13-3654,11 9-4452,-10-9 4452,-1 13 0,11-13 0,-24 9 0,24-9 0,-10 13 2198,-1 0-2198,11-13 0,-24 10 0,24-11 0,-24 14 2339,24 0-2339,-24 0 0,24 0 0,-11 0 0,1 0 0,10-13 0,-24 10 0,23-11 3358,-22 14-3358,22 0 0,-22 0-2214,9 0 2214,0 0 0,-9 0 0,9 0 0,-13 0 0,0 0 0,13 0 0,-9 0 2214,9 0-2214,-13 0 0,0 0 0,-13 0 0,9 0 0,-9 0 0,13 0 0,-13 0 0,9 0 0,-22 0 0,22 0 0,-22 0 0,9 0 0,-26 0-6784,10-13 6784,-24 10 0,24-11 0,-24 1 0,11-4 0</inkml:trace>
  <inkml:trace contextRef="#ctx0" brushRef="#br0" timeOffset="120004">18691 14407 24575,'16'0'0,"-2"0"0,-14 0 0,0 0 0,0-13-3632,0 10 3632,0-11 1133,0 14-1133,0 0 594,0 14-594,0-11 0,0 10 0,0-13 1905,0 0-1905,13 14 0,-10-11 0,10 10 0,-13 1 0,0-11 0,0 24 0,0-24-1114,0 23 1114,0-22 0,0 22 0,14-22 0,-11 22 0,10-22 0,-13 22 0,0-9 0,0 0 0,0 9-2427,0-22 2427,0 22-4125,0-9 4125,0-1 0,0 11 0,0-24 0,0 24 0,14-24 2679,-11 24-2679,10-10 0,-13 13 0,0-14 0,0 11 113,0-10-113,0 12 0,0 1 0,0-13 0,0 10 0,0-11 0,0 14 0,0 0 0,0 0 0,0 0 0,0 0-1910,0 0 1910,0 13-4537,0-9 4537,0 9-99,0-13 99,0 0 0,14 0 0,-11 0 0,10 0 0,-13 0 0,0 0 0,0-1 0,0 1-3001,14 0 3001,-11 14 2841,10-11-2841,-13 10 0,0 0 0,0-9 3869,0 22-3869,0-22 0,0 9 0,0 0-4136,0-10 4136,0 11 0,0-1 0,0-10-9,0 10 9,0-13 0,0 0 0,0 14 0,0-11 0,0 10 0,0 0 0,0-9 0,0 22-2613,0-22 2613,0 9 0,0-13 0,0 0 2978,0 0-2978,0 0 0,0 0 0,0 13 0,0-10 0,0 10 0,0-13 0,-13 0-2864,10 14 2864,-11-11 1623,14 10-1623,0-13 3838,0 13-3838,0-9 0,0 9-385,0 0 385,0-10 0,0 24 0,0-24 0,0 11-2346,0-1 2346,0-10-2111,0 10 2111,0-13 183,14 14-183,-11-11 0,10 10 3070,-13 0-3070,0-9 4952,0 9-4952,0 0 0,0-9-1823,0 9 1823,0 0 0,14-10 0,-11 11-164,10-1 164,-13-10 0,0 10 0,0-13 0,14 0 469,-11-13-469,10 10 0,-13-11-4323,0 1 4323,14 9 0,-11-22 4511,10 9-4511,-13 0 268,0-9-268,0 9 0,0-13 0,0 0 0,0-13 6593,0-4-6593,0 0 0,13-9 0,-9 9 0,9-13 0,-13-13 0,0 10-6784,0-24 6784,0 11-4537,0-1 4537,0-10-3034,0 11 3034,0-14-992,0 0 992,0-13 0,0 10 0,1 20 0,-2-1 0,-12-33 0,11 33 0,0-1 0,-4-7 0,-1 0 0,0 6 0,1-1 0,4-4 0,1-1 0,-5 0 0,-2 1 0,1 5 0,1-1 0,4-12 0,1 1-91,-6 11 1,0 1 90,7-6 0,0 1 0,-6 6 0,-1 0 0,5 0 0,1 0 704,-6 0 0,0 0-704,6 0 0,2 0 0,-1-31 0,0 33 0,0-1 0,0-32 0,-13-1-155,11 33 1,1 2 154,-13-21 52,13 19 1,2 1-53,-1-20 0,0 19 0,0 1 0,0-20 0,-6 20 0,-1-1 0,4-19 0,-11-10 0,14 13 0,0 0 0,0 0 660,0 0-660,0 14 632,0 3-632,0 13 3536,0-14-3536,0 24 0,-13-20 5440,10 24-5440,-11-14 0,14 13-3525,0-9 3525,0 9 466,0-13-466,0 13 187,0-9-187,0 22 0,0-22 0,0 22 6713,0-22-6713,0 22 0,0-9 0,0 0-761,0 9 761,0-9 0,0 13 0,0 0 0,0 13 0,0-9 0,0 9 0,0-13 976,0 0-976,0 13 0,0-9 0,0 9 0,0-13 0,0 13 0,0-9 0,14 22 0,-11-22 0,10 22-6784,-13-9 6784,0 26-1831,14-10 1831,-11 24-606,10-24 606,1 24 0,-11 3-1398,10 3 1398,1 10 0,-11 0 0,24 4 0,-11 0-1125,-8-34 1,1 0 1124,17 34-988,-24-32 0,0 0 988,24 31-359,-24-33 0,0 1 359,24 32 0,-23-31 0,-2 0 0,5 0 0,1 0 0,0 0 0,-1 0 0,-4 0 0,0 0 0,4 0 0,1-1 0,0 1 0,-1 0 0,-4 0 0,0 0-119,4 0 1,1 0 118,-7 0 0,0 0 567,6 0 0,1 0-567,-5 0 0,0 0 1001,4 0 0,1-1-1001,-6 2 0,-2-2 2258,1 33-2258,0-33 0,0-2 0,0 22 0,13 9-2978,-9-13 2978,9 0-1818,-13 0 1818,0-1 652,0-12-652,0-4 0,0-13 0,0 0 2937,0 0-2937,0 0 0,0 0 0,0 0 0,0-13 2797,0 9-2797,0-22-3608,0 22 3608,0-9 0,0 0 0,0-4 3991,0 0-3991,0-10 1648,0 11-1648,0-14 0,0 0 0,0-14 0,0 11 0,-13-23 0,9 9 0,-9-13 0,13-13 0,-13 9 0,9-22 0,-9 9 0,13-13-4537,-13-13 4537,9 10-1517,-3 21 0,1-3 1517,6 1 0,0-2-522,-6-6 0,-1-2 522,5-5 0,0-2 0,-5 2 0,1-2 0,5-5 0,2-1 0,-1 6 0,0-1 0,0-11 0,0 0 0,0 4 0,0 1 0,0 0 0,0 0 0,0-6 0,0 1 0,0 11 0,0 1 0,0-6 0,0 1 0,1 12 0,-2 2 49,-5-7 0,-1 1-49,5 11 0,0 1 0,-5-6 0,1 1 0,6-26 0,1 33 0,-2 2 2566,-12-22-2566,9-9 0,-9 13 0,0 0 0,9 0 0,-9 1-151,13-1 151,-13 13-1028,10 4 1028,-11 0 3086,1 9-3086,10 4 4780,-11 4-4780,1 22 0,10-22 315,-11 22-315,14-9 0,0 13 2310,0 0-2310,-13 0 0,10 13 0,-11 4 294,14 13-294,0 13-5747,0 17 5747,0 17-1223,0-33 1,0 2 1222,0-2 0,0 1-1517,7 6 0,0 2 1517,-6 5 0,1 3-702,4 7 0,1 1 702,1 5 0,-2 2 0,-5-2 0,1 1 0,5 6 0,-1 1 0,-5 1 0,-2 1 779,1-25 1,0 1-1,0 1-779,0-2 0,0 1 0,0 0 0,0 0 0,-1 0 0,2 0 0,3 0 0,1 0 0,0 0-467,-4 23 0,1 0 467,2-24 0,1 0 0,-1 0 0,-3 18 0,-2-1 0,1-1 0,0-1-599,-1-6 1,2-2 598,6-6 0,0-1 0,-6-5 0,1-1 0,5-1 0,-1-1 2440,-6 26-2440,0-4 0,0-13 0,13-14 0,-9-2 0,9-15-294,-13-12 294,0 10 0,0-24 0,0 10 3504,0-13-3504,0 0 5239,0-13-5239,0-4 0,0-26-2121,0-3 2121,0-14-1082,0 0 1082,0-13 0,0-4-2005,0 33 1,0-2 2004,0-5 0,0-1 0,0 6 0,0-1-1173,0-11 1,0-1 1172,0 6 0,0 0 0,1-13 0,-2-1 0,-5 5 0,-1 1-857,5-13 0,0 1 857,-4 12 0,-1-1 31,6-11 1,2 0-32,0 11 0,-2 0 218,-5-11 1,-1 0-219,5 11 0,1 1 350,-5-6 1,-2 1-351,1 5 0,1 2 0,5-2 0,-1 2 0,-12 6 0,1 0 0,11-6 0,1 1-96,-13 11 1,1 1 95,11 0 0,1 2-891,-13-29 891,1 13 1189,10 0-1189,-24 13 0,24 4 0,-24 13 0,24 0 2900,-11 14-2900,14 2 0,-13 14 1097,10 14-1097,-10 2 0,-1 14 0,11 13 3779,-10 17-3779,-1 17 0,12-33 0,1 2-1395,-6 4 1,1 3 1394,5 6 0,2 2 0,-1 0 0,0 1-1796,0 10 1,0 2 1795,0 1 0,0 0-404,0 1 1,0 1 403,-1 5 0,2-1-894,5-5 1,1-2 893,-5 1 0,-1 0 86,5-6 0,2-2-86,-1 0 0,-1-1 0,-5-5 0,1-2 0,12-5 0,-1-1 0,-11-1 0,-1-1 2392,12 25-2392,1-2 0,-11-14 0,24-14 0,-24-3 0,10-13 1939,-13-13-1939,14-4 0,-11-26 0,10-4 0,-13-26 3760,0-4-3760,0-12 0,0-15 0,-13-2-2140,12 31 1,-1 0 2139,-11 0 0,-1 0-409,5 0 0,1 0 0,0 0 0,0 0 0,1 0 1,0 0-1</inkml:trace>
  <inkml:trace contextRef="#ctx0" brushRef="#br0" timeOffset="121454">18601 14917 24575,'0'16'0,"0"11"0,0-24 0,0 10 0,0-13 0,0 0 0,0 14 0,-14-11 0,11 10 0,-10-13 0,13 0 0,0 0 0,0 14 0,-14-11 0,11 10 0,-10-13 0,13 0 0,0 0 0,-14 0 0,11 0 0,-10 0 0,13 0 0,0 14 0,0-11 0,0 10 0,0-13 0,0 0 0,13 0 0,-10 0 0,11 0 0,-14 0 0,0 0 0,0-13 0,0 10 0,0-11 0,0 14 0,0-13 0,0 10 0,13-24-5555,-10 24 5555,11-24 0,-14 24 0,0-11 0,0 14 0,0-13 0,0 10 0,0-10 0,0 13 0,0 0 0,0-14 5555,0 11-5555,0-10 0,13 13 0,-10-14 0,11-2 0,-14-14 0,13 0 0,-10 13 0,24-10-6784,-24 11 6784,11-14 0,-1 0 0,-10 0 0,24 0 0,-24 0 0,11 0 0,-14 0 0,13 0 0,-10 0 0,10 0 0,-13 14-2961,14-11 2961,-11 10 0,24 1 0,-24-11 5317,10 24-5317,-13-24 0,0 24 0,0-10 4428,0-1-4428,0 11 0,0-10 0,0 13 0,0 0 0,0 13 0,0-10 0,0 11 0,14-14 0,-11 13-956,10-10 956,-13 10 0,0-13 0,0 0 0,0-13 0,0 10 0,0-10 0,0 13 0,-13 0-1955,10 0 1955,-11 0 0,14 0 0,0-14 860,0 11-860,0-10 0,0 13 0,0 0 2051,0-14-2051,0 11 0,0-10 0,0 13 0,0 0 0,0 13-1479,0-10 1479,0 11 0,0-14-629,0 0 629,0 13 0,0-10 0,14 11 0,-11-14 0,10 13 0,-13-10 1430,0 24-1430,14-24 678,-11 10-678,10 1 0,1-11 0,-11 10-4379,10 1 4379,-13-11 0,14 10 0,-11-13 0,24 14 0,-24-11 0,23 10 0,-22-13 0,9 0 4379,-13-13-4379,13 10 0,-23-24-5191,20 24 5191,-36-11 0,22 14 0,-35 14 0,5 2 0</inkml:trace>
  <inkml:trace contextRef="#ctx0" brushRef="#br0" timeOffset="125701">19889 18092 24575,'0'-17'0,"0"4"0,0 13 0,0 0 0,13 0 0,-10 0 0,11 13 0,-14-10 0,0 11 0,0-14 0,0 0 0,-14 0 0,11 0 0,-10 0 0,13 0 0,0 0 0,13 0-2994,-10 0 2994,11 13 0,-14-10 0,0 10 0,0-13 0,0 0 0,0 14 0,-14-11-1126,11 10 1126,-10 1 2802,13-11-2802,-14 24 0,11-24 0,-10 24 0,-1-24 0,11 24 0,-10-11 0,-1 14 0,11 0 0,-10 0-5419,13 0 5419,0 13 0,0-9 0,0 9-1197,0-13 1197,0 0 0,13 0 0,-10-14 0,11 11 0,-1-24 0,-10 24 0,24-24-43,-10 11 43,13-14 0,0-14 1193,0 11-1193,-1-24 0,15 11-344,-11-14 344,-3 0 0,-3 0 0,-11 0-4423,14-13 4423,0 9 0,-13-9 0,9 0-223,-22 9 223,9-9 0,-13 13 0,0 0 0,0 0 0,-13 0 224,9 0-224,-22 1 0,22-1 0,-22 0 0,9 13 3472,-13-10-3472,14 11 0,-24-14 0,20 0 0,-37 0 0,24 0 0,-24 0 0,24 0 0,-10 0 0,13 0 0</inkml:trace>
  <inkml:trace contextRef="#ctx0" brushRef="#br0" timeOffset="128503">20098 14198 24575,'17'0'0,"-4"0"0,-13 0 0,0 0 0,14 0 0,-11 0 0,10 0-1397,-13 13 1397,0-10 0,0 11 0,0-1 0,0-10 0,-13 11 0,10-1 0,-11-10 0,14 24 0,0-24 0,0 24 0,0-11 0,0 14 0,0-13-6321,0 10 6321,0-11-3603,0 14 3603,0 13-123,0-9 123,0 9 0,0-13 0,0 13 0,0-9 0,0 9 0,14-13 0,-11 13 0,10-10 0,1 11-2993,-11-14 2993,10-1 1506,-13 15-1506,14-11 2920,-11 10-2920,10-13 0,0 13 0,-9-9-255,9 9 255,-13 0 0,0-9 0,0 9-2038,0-13 2038,13 13 103,-9-10-103,9 11 0,-13-1 0,0-10 0,0 10 0,0 1 323,0-11-323,0 10 0,0-13 0,0 13 0,13-9 0,-9 9 0,9-13 363,-13 0-363,0 13 0,0-10 0,0 11 0,0-14 0,0 0 0,0 0 0,0 0 0,0-1 0,0 1 0,0 0 0,0 0 85,0 0-85,0 0 0,0 0 0,0 0 0,13 0 0,-9 13 0,9-9 0,-13 9-2957,0-26 2957,0 9 0,0-9 0,0 13 0,0 0 3014,-13 0-3014,9 0 0,-9 0 0,13 0 110,0-1-110,0 1 0,0 0 385,0 0-385,-13-13 0,9 10 0,-9-11 4756,13 14-4756,0-13 0,0 9 0,0-9 5,0 13-5,0 0 0,0 0 0,0-13 0,0 9-4177,0-22 4177,0 22 4338,0-9-4338,0-1 0,0-2 0,0-1 0,0-10 0,0 24 5956,0-24-5956,0 24 0,0-24 0,0 11 0,0-14 0,0 13 0,0-10 0,0 11 0,0-1 0,0-10 0,0 11 0,0-1 0,0-10 0,0 11 0,0-1 0,0-10-2725,0 10 2725,0 1 0,0-11 0,0 10 0,0 1 0,0-11 0,0 10 0,0-13 0,0 14 0,0-11 0,0 10 2725,0-13-2725,0 0 0,0-13 0,0-4 0,0-13 0,0 0 0,-13 1 0,9-15 0,-22-2-6784,22-14 6784,-9 0 0,0 0 0,-4 0 0</inkml:trace>
  <inkml:trace contextRef="#ctx0" brushRef="#br0" timeOffset="129463">20188 13958 24575,'-16'17'0,"2"-4"0,14-13 0,0 0 0,0-13 0,0 9 0,0-9 0,0 13 0,0 0 0,0-13 0,0 9 0,0-9 0,0 13 0,14 0 0,-11 0 0,10 0 0,-13-13 0,0 9 0,0-9 0,0 13 0,0 0 0,14 0 0,-11 13 0,10-9 0,-13 22 0,0-22 0,0 22 0,0-22 0,0 22 0,0-22 0,0 22 0,-13-22-2268,10 9 2268,-11 0 0,14-9 0,0 9 0,0-13 0,0 0 0,-13 13 0,10-10 2268,-11 11-2268,14-14 0,0-14 0,0 11 0,-13-10-4514,10 0 4514,-11 9 0,14-22 0,0 22 0,-13-22 0,10 22 0,-11-22 0,14 22 4514,0-22-4514,0 22 0,0-9-2933,-13 0 2933,10 9 0,-11-9 0,14 13 0,0 0 0,0-13 0,0 9 0,0-9 0,14 13 2933,-11 0-2933,10 0 0,-13 0 0,0 0 0,-13 0-5306,10 0 5306,-24 0 0,24 0 0,-24 0 0,24 0 0,-11 0 0</inkml:trace>
  <inkml:trace contextRef="#ctx0" brushRef="#br0" timeOffset="130367">21177 14437 18594,'0'-16'0,"0"2"2733,0 14-2733,0 14 1021,13-11-1021,-10 10 533,11 1-533,-14 2 0,0 14-5090,0 0 5090,0 0-4537,0 13 4537,0-9-894,0 22 894,13-9 0,-10 13 0,11 13 0,-14-10 0,6-20 0,1 1 0,-4 32 0,4-31 0,0 0 0,-7 0 0,0 0 0,0 0 0,0 0 0,0-1 0,0 2 0,0 5 0,0 1 0,0-6 0,0 1 0,0 11 0,0 1-206,0-13 0,0 1 206,-7 10 0,0 2 0,6-5 0,-1-1-635,-4 0 0,-1 0 635,-1-1 0,2-1 1630,5 1 1,-1 0-1631,-4-6 0,-1 1 0,-1 4 0,2 1 0,5-6 0,-1-2-2165,-11 32 2165,12-32 0,2-1 0,-1 33-9,13 1 9,-10-4 0,11 0 0,-14-9 0,0 9 0,0-27 0,0 11 0,0-10 0,0-1 0,0 11 0,13-24 1489,-10 10-1489,11-13 0,-14 0 0,0 0 0,0 0 0,13 0 0,-10 0 0,11 0 0,-14 0 0,0 0 0,0-14 0,0 11 0,13-24 0,-10 24 0,10-24 0,-13 11 4537,0-1-4537,0-10 6784,0 11-6784,0-14 0,0 0 0,0 13 0,0-10 0,0 11 0,0-14 0,0 0 0,0 13 0,0-10 0,0 11 0,0-14 0,0 0 0,0-14 0,14 11 0,-11-24 0,10 11 0,-13-14-6784,0 0 6784,0-14-4537,-13 11 4537,10-23-560,-24 9 560,24-13 0,-10 0 0,13 0 0</inkml:trace>
  <inkml:trace contextRef="#ctx0" brushRef="#br0" timeOffset="130906">21117 14857 24575,'16'0'0,"-2"-14"0,-14 11 0,0-10 0,0-1 0,0 11 0,0-24-1114,0 24 1114,0-10 0,13-1 0,-10 11 0,11-10 0,-14-1 0,0 11 0,0-10 1114,0 13-1114,0 0 0,-14 0 0,11 0 0,-10 0 0,13 0 0,0 0 0,0 13 0,0-10 0,0 11 0,0-14 0,-14 0-1393,11 13 1393,-10-10 0,13 24 0,13-24 0,4 11 0</inkml:trace>
  <inkml:trace contextRef="#ctx0" brushRef="#br0" timeOffset="131705">22345 15336 18883,'0'16'0,"0"-2"0,0-1 2615,0-10-2615,0 24 0,-13-10 0,9 13 0,-9 0 0,0 0 0,9 13-6658,-9-10 6658,0 24-2302,9-11 2302,-9 14-1358,13 0 1358,0 0 0,0 0 0,0 13-960,0-10 960,0-20 0,0 1 0,0 32 0,0-31 0,0 0 0,0 0 0,0 0 0,0 0 0,0 0 0,0 0 0,0 0 0,1 6 0,-2 1-415,-5-6 0,-1 1 415,5 11 0,0 1-274,-5-12 0,1-1 274,6 6 0,0-1 0,-6-6 0,-1 0 0,5 0 0,0 0 0,-5 0 0,1 0 1175,5 0 1,2 0-1176,-1 31 0,0-32 0,0-1 0,0 20 0,0 10 0,-13-13 1327,9 0-1327,-9 0 0,13-14 0,0 11 0,0-24 0,0 10 0,0-26 4172,0-4-4172,0-13 0,0 0 0,13 0 6240,-9 0-6240,9-13 1643,-13-4-1643,0 1 0,13-24 0,-9 20 0,9-23-6784,-13 13 6784,0-14-4537,-13 11 4537,9-10 0,-9 13 0,13 0 0</inkml:trace>
  <inkml:trace contextRef="#ctx0" brushRef="#br0" timeOffset="132622">23154 15126 24575,'16'0'0,"-3"0"0,-13 0 0,0 0 0,-13 13-1937,10-9 1937,-10 9 0,13-13 0,0 13 466,0-9-466,-14 9 0,11 0 0,-10-9-5581,13 22 5581,0-9 0,-14 13 0,11-13-4448,-10 9 4448,-1 4-2510,11 3 2510,-10 24-463,-1-24 463,11 37-320,-10-20 320,13 23 0,0-13 0,-14 13 0,11-9 0,-4-21 0,1 0-161,6 20 161,0-20 0,0 1 0,0 33 0,1-33 0,-2 1 0,-13 32 0,13-34 0,-1 0 2737,-11 34-2737,5-33 0,3 2 0,3-1 0,0 0 0,-5 0 0,1 0 0,5 0 0,2-1 0,-1 33-311,1-34 1,-2 1 310,-12 32 0,11-31 0,0 0 0,-5 0 0,1 0 0,6 31 0,0-32 0,0-1 0,0 33-1266,0-31 0,0 0 1266,0 32 0,0-33 0,0-2 0,0 22 0,0-21 0,0 0 0,0 20 532,0 11-532,-13-15 0,9 1 0,-9 0 0,13-13 2794,0-4-2794,0-13 0,0 0 0,0 0 0,0 0 838,0-13-838,0-4 795,0-13-795,0 0 0,13 0 0,-9-13 4988,9-4-4988,0 0 0,-9-23-1361,9 20 1361,-13-36-4537,0 23 4537,0-24-162,0 24 162,0-11 0,-13 14 0,9 1 0,-9-1 0</inkml:trace>
  <inkml:trace contextRef="#ctx0" brushRef="#br0" timeOffset="136472">17822 15126 24575,'0'17'0,"0"-4"0,0-13 0,0 0 0,0-13 0,0 9 0,0-9 0,0 13 0,0 0 0,-13 0-1151,9 0 1151,-9 0 0,13 0 0,0 0 0,0 13 0,0-9 0,0 9 0,0-13 0,0 0 0,-13 0 0,9 0 0,-9 13 0,13-9-2766,0 22 2766,0-9 0,-13 26 0,9-9 0,-9 22-1876,13-9 1876,0 13 0,0 13 0,0-10-2433,0-20 1,0 1 2432,0 32-850,0-31 0,0 0 850,1 0 0,-2 0-896,-5 6 1,-1 1 895,5-6 0,0 1 0,-5 11 0,1 1 0,12-6 0,1 0 0,-5 0 0,0 1 0,5 4 0,-1 0 0,-5-5 0,-2 1 404,1 5 1,0 2-405,0-1 0,0-1 0,0-5 0,0-1 0,0 6 0,0-2 0,0-10 0,0 0 0,0 11 0,0 0-406,0-11 0,0-1 406,0 6 0,0-1-771,0 26 771,0-33 0,0-2 0,0 8 0,0 20 2753,0-36-2753,0 9 0,0-13 2945,0 0-2945,13-14 0,-9-2 0,9-14 5035,-13 0-5035,0 0 2260,0-14-2260,13 11 0,-9-24 0,9 11 0,-13-14 0,0 0-4854,0 0 4854,0 0-2110,0 0 2110,0 0-27,0-13 27,-13 9 0,9-9 0,-22 0 0,9-4 0</inkml:trace>
  <inkml:trace contextRef="#ctx0" brushRef="#br0" timeOffset="137469">17043 15905 19602,'-16'-17'0,"2"-9"2313,14 22-2313,0-9 846,0 13-846,0 0 0,0-13 438,-13 9-438,10-9 1376,-11 13-1376,14 0 0,0 0 0,0-13 0,0 9 0,0-9 0,0 13 0,0 0 0,-13 0 0,10 0 0,-11-13 0,14 10 0,0-11 0,0 14 0,-13 0 0,10 0 0,-11 0 0,1 0 0,10 0 0,-11 0 0,14 0 0,-13 0 0,10 0 0,-11 0 0,14 0 0,0 0 0,-13 14 0,10-11 0,-11 10 0,14-13 0,0 0 0,-13 0 0,10 13 0,-10-9 0,13 9 0,0-13 0,0 0 0,-14 13 0,11-9 0,-10 9 0,13-13 0,0 0 0,-14 13 0,11-9-1169,-10 9 1169,13-13 0,0 0 0,-14 0 0,11 0 0,-10 0 0,13 0 0,0 0 1169,0 13-1169,0-9 0,0 9 0,0-13 0,0 0 0,0-13 0,0 9 0,0-9 0,13 13 0,-10 0 0,11 0 0,-14 0 0,0 0 0,0 13 0,0-9 0,0 22 0,0-9-6784,0 26 6784,0 4-4537,0 13 4537,0 0-806,13-1 806,-10 15 0,11-11 0,-13-20 0,-2 0-1509,1 34 1509,6-33 0,1 2 0,-5-1 0,-1 0 0,6-1 0,0 2 0,-7 5 0,0 1 0,6-6 0,1 1 0,-5 4 0,-1 1-913,6 0 1,-1-1 912,-5-4 0,-2-1-110,1 6 1,0 0 109,0-7 0,0 0 590,0-1 0,0 1-590,0 1 0,0-2 0,0 33 1481,-6-33 0,-1-2-1481,4 22 0,-10 9 0,13-27 0,0-2-1311,0-14 1311,0 0 1528,0-14-1528,0 11 0,0-24 0,0 10 4537,0-13-4537,0 0 0,0-13 0,0-17 0,13-16 0,-10-1 0,10-10 0,-26-3-2188,10 11 2188,-10-35 0,13 34 0,0-23 0</inkml:trace>
  <inkml:trace contextRef="#ctx0" brushRef="#br0" timeOffset="138069">15845 16594 24575,'17'0'0,"-4"-13"0,-13 9-1360,0-22 1360,0 22 0,0-9 443,0 0-443,-13 9 225,9-22-225,-9 22 0,13-9 0,-13 13 692,9 0-692,-9 0 0,13 0 0,0 0 0,0 13 0,0-9 0,0 22 0,0-9 0,0 13 0,0 0-6784,0 0 6784,0 13-1820,0 4 1820,0 13 0,0-1 0,0 1 0,0 0 0,0 0 0,13 13 0,-9-9 0,3-21 0,-1 0-3934,-6 20 3934,0-19 0,0-1 0,0 20 0,13 10 363,-9-13-363,9 0 0,-13 0 0,0-13 0,0 9 0,0-22 0,0-4 0,0-4 0,0-23 2385,0 24-2385,0-24 5295,0 11-5295,0-1 1644,0-10-1644,0 11 0,0-1 0,0-10 2851,0 11-2851,0-14 0,0-14 0,0 11 0,-13-24-6784,9 11 6784,-9-14 0,0 13 0,-4-9 0,0 9 0,-9-13 0,9 0 0</inkml:trace>
  <inkml:trace contextRef="#ctx0" brushRef="#br0" timeOffset="138552">15186 17133 24575,'-17'13'0,"4"4"0,13 13 0,0 0 0,0 13-1122,0-10 1122,0 24-1980,0-10 1980,0 13 0,0 13-5270,13-10 5270,-11-20 0,0 0-4010,11 21 4010,-5-21 0,-3 0-1723,-1 20 1723,9 11-400,0-14 400,-9 0 0,9-1 0,-13 1 2342,13-13-2342,-9 9 0,9-22 0,-13 9 0,0-26 0,0 9 0,13-22 2549,-9 9-2549,9-13 1883,-13 0-1883,0-13 947,-13 9-947,-4-22 6784,-13 22-6784,0-22 0,13 9 0,4-13 0</inkml:trace>
  <inkml:trace contextRef="#ctx0" brushRef="#br0" timeOffset="138853">14617 17732 24575,'17'0'0,"-17"13"0,-4-9-9831,-22 22 8341,22-9 3709,-9 13-2219,13 13 0,0-10 0,-13 11 0,9-1 0,-9-10 0,13 24 0,13-24-2564,-9 24 2564,9-24-877,-13 10 877,13-13 3678,-9 0-3678,9 0 455,-13-13-455,13-4 5978,-9-13-5978,9 0 1993,-13 0-1993,-13 0 0,9 0 0,-22 0 0,9 0 0</inkml:trace>
  <inkml:trace contextRef="#ctx0" brushRef="#br0" timeOffset="147753">12161 16145 24575,'-17'13'0,"4"-10"0,0 11-9734,9-1 9734,-22-10 0,22 10 0,-22-13 0,22 14-1094,-22-11 1094,22 10 399,-22-13-399,22 0 0,-9 0 0,0 0 0,-4 0 0,1 0 0,-11 0 1565,24 0-1565,-24 0 0,10 0 3176,1 0-3176,-11 0 2353,10 0-2353,1 0 0,-11 0 0,11 0 0,-14 0 0,13 0 686,-10 0-686,11 0-4412,-1 0 4412,-10 0 0,24 0 0,-24 0 0,11 0 0,-1 0 1993,-9 0-1993,22 0 0,-22 0 0,22 0-362,-22 0 362,9 0 0,0 0 0,-9 0 0,22 0 0,-22 0 0,9 0 0,0 0 0,-9 0 5430,9 0-5430,-13 0 0,14 14-6784,-11-11 6784,10 10-4537,-13-13 4537,0 0 0,1 0 0,-1 0 0,0 0 0,0 0 0,0 0 0,0 0 0,0 0 0,13 0 1664,-9 0-1664,9 0 0,-13 14 0,0 2 0,0 1 0,0-4 0,13-13 0,-9-13 0,9 10 0,-13-11-1664,0 14 1664,0 0 0,0 0 0,0 0-368,0 0 368,0 0 0,1 14 0,-1-11 0,0 10 0,0-13 0,0 0 0,0 0 0,0 0 0,0 0 0,0 0 0,0 0 97,13 14-97,-9 2 0,9 1 0,-13 10 0,13-24 0,-9 10 4403,9-13-4403,-13 0 0,0 0 0,0 0 0,14 0 0,-11 0 65,10 0-65,-13 0 0,1 13 0,-1-9 0,0 9 0,0-13 0,0 0 0,0 0 0,0 0 0,0 0-4424,13 0 4424,-9 0 3479,9 0-3479,-13 0-334,0 0 334,0 0-29,0 0 29,0 0 5968,14 0-5968,-11 0 0,10 0 0,-13 0-5050,0 0 5050,0 0 226,0 13-226,1-9 0,-1 9 0,0-13 31,13 0-31,-10 0 0,11 0 0,-14 0 0,0 0 0,0 0 0,0 0-4064,0 0 4064,13 0 0,-9 0 0,9 0 0,-13 0 0,0 0 0,0 0 4537,0 0-4537,0 0 0,0 0 0,0 0 0,0 0-4537,0 0 4537,1 13-76,-1-9 76,-14 9 0,11-13 0,-10 0 0,13 0 0,0 0 0,-13 0 0,9 0 448,-9-13-448,13 9 0,0-9 0,-13 13 0,10 0-14,-11 0 14,14 0 0,0 0 0,0 0 0,1 0 0,-1 0 0,13 0-447,-10 0 447,11 0 3475,-14 0-3475,0 0 124,0-13-124,0 9 0,0-9 0,13 13 0,-23 0 0,20 0 0,-10 0 0,4 0 0,9 0 0,-13 0-119,0 0 119,0 0 0,0 0 0,0 0 0,0 0 0,0 0 0,0 0 0,1 0 0,-1 0 0,0 0 0,0 0 0,0 0 0,0 0-428,0 0 428,-13-13-155,9 9 155,-9-9 0,13 13 0,0 0 0,0 0 0,0-13 0,14 10 0,-11-11 0,10 14 0,-13 0 1269,14 0-1269,-11 0 170,10 0-170,-13 0 0,14 0 0,-11 14 0,11-11 0,-14 10 0,0-13 0,13 0 0,-10 0 0,11 0 290,-14 0-290,0 0 0,0 0 0,0 0 0,13 0 0,-9 13 0,9-9 0,0 9 0,-9-13 471,22 0-471,-22 0 0,9 0 0,1 0 0,-11 0 0,24 0 0,-24 0 0,10 0 0,1 0 6313,-11 0-6313,24 0 0,-24 0-6095,10 0 6095,1 0 0,-11 0 0,24 0 0,-24 0 0,11 0 0,-1 0 0,-10 0 0,24 0 6095,-24 0-6095,24 13 0,-24-9-5189,11 9 5189,-1-13 0,-9 0 0,22 0 0,-22 0 0,22 0 0,-22 0 0,22 0 5189,-22 0-5189,22 0 0,-9 0 0,0 0-5562,9 0 5562,-22 0 0,22 0 0,-9 0 0,0 0 0,9 13 0,-22-9 0,23 9 0,-24-13 5562,24 0-5562,-11 0 0,1 13-3563,10-9 3563,-24 9 0,24-13 0,-24 0 0,24 13 0,-24-9 0,24 9 0,-11-13 0,1 13 3563,10-9-3563,-10 9 0,13-13 0,0 0 0,0-13 0,0 9 0,0-9 0,0 13 0,0 0 0,0 0 0</inkml:trace>
  <inkml:trace contextRef="#ctx0" brushRef="#br0" timeOffset="154380">11742 15755 19849,'-17'0'0,"4"0"2208,13 0-2208,0 0 803,-14 0-803,11 0 0,-10 0 0,13 14-1103,-14-11 1103,11 10 1197,-24-13-1197,24 0 0,-24 0 0,24 0 0,-10 0 0,-1 0 1621,-2 0-1621,-1 0 0,-9 0 0,22 0-2605,-22 0 2605,22 0 0,-22 0 0,22 13 0,-9-9 0,0 9 0,9-13 0,-9 0 2605,13 0-2605,0 0 0,-13 0 0,9 0 0,-9 0 0,13 0 0,-13 0 0,9 0 0,-22 0 0,22 0 0,-22 0 0,23 0 0,-24 13-5313,24-9 5313,-24 9 0,10-13 0,-13 0 0,14 0 0,-11 0 0,10 0 0,1 13 0,-11-9 0,24 9 0,-24-13 3849,24 0-3849,-10 0-3387,-1 0 3387,11 0 0,-10 0 0,13 0 0,0 0 0,-14 0 1204,11 0-1204,-10 0 0,-1 0 0,11 13 1329,-10-9-1329,-1 9-4732,11-13 4732,-24 0 0,24 0 0,-23 0 0,22 0 0,-9 0 1714,13 0-1714,0 13 5336,0-9-5336,-13 9 0,9-13 0,-9 0-2496,13-13 2496,0 9 0,0-9 0,0 13 0,0 0 0,-13 0 0,9 0 0,-9 0 0,13 0 0,0 13-38,-13-9 38,9 9 0,-22-13 0,22 0 0,-22 13 0,9-9 0,-13 22 0,14-22 0,-11 22 0,10-23 0,-13 11-4250,0-14 4250,-13 0-818,10 13 818,-10-10-114,-1 11 114,-2-14 0,-1 0 0,-9 0 0,22 0-4228,-22 0 4228,9 0 0,0 0 0,-9 0-2465,9 0 2465,1 0-161,-11 0 161,24 0 0,-24 0 0,24 0 0,-10 0 0,-1 0 0,11 0 0,-23 0 0,22 0 0,-22 0 810,22 0-810,-22 0 3329,23 0-3329,-11 0 0,14 0 0,-13 0 366,10 0-366,-10 0 0,13 0 0,0 0 0,0 0 0,-14 0-1256,11 13 1256,-10-10 0,13 11 0,0-14 0,0 0 0,0 0 0,0 0 0,0 13 0,14-10 0,-11 11 0,10-14 0,-13 0 0,0 0 0,0 0 0,0 0 0,1 0 0,-1 0 0,13 0 4537,-10 0-4537,11 13 0,-14-10 0,0 11 0,0-14 0,0 0-4537,0 0 4537,0 0 0,0 0 0,13 0 0,-9 0 0,9 0 0,-13 0 4537,0 0-4537,0 0 0,0 0 0,0 0 0,0 0-1145,0 0 1145,0 0 0,1 0 0,-1 0 0,0 13 0,-14-10 0,11 11 0,-10-14 0,13 0 0,0 0-4158,0 0 4158,0 0 2461,0 0-2461,0 0 990,0 0-990,0 0 0,0 0 0,14 0 0,-11 0 0,10 0 0,-13 0 0,0 0 3646,0 0-3646,0 0-641,14 0 641,-11 0 0,11 0 0,-14 0 0,13 0 0,-10 0 0,11 0 0,-14 0 0,13 0 0,-9 0-3494,9 0 3494,-13 0 0,13 0 2260,-9 0-2260,9 0 0,-13 0 0,0 0 0,13 0 0,-9 0 6744,9 0-6744,-13 0 0,14 0-6663,-11 0 6663,10 0-340,-13 0 340,14 0 0,-11 0 0,10 0 0,-12 0 0,12 0 6616,-10 0-6616,11 0 0,-14 0 0,0 0-6276,0 0 6276,0 0 0,0 0 0,13 0 0,-9 0 0,9 0 0,0 13 0,-9-10 0,9 10 6784,-13-13-6784,0 0 0,14 0-6784,-11 0 6784,10 14-3353,-13-11 3353,14 10 0,-11-13 0,10 0 0,-13 0 0,14 0 5124,-11 0-5124,24 0 0,-24 0 0,11 0-1771,-1 14 1771,-10-11 0,24 10 0,-24-13 0,11 0 0,-1 0 0,-10 0 0,24 14 0,-24-11 6784,11 10-6784,-1 1 0,-9-11-5648,9 10 5648,0-13 0,-9 14 0,9-11 0,-13 24 0,13-24 0,-9 10 0,9 1 0,1-11 0,-11 23-4913,24-22 4913,-24 22-760,10-22 760,1 9-1804,-11 0 1804,24 4 0,-24 0 0,10 9 3643,1-22-3643,3 9 5448,-1 0-5448,11-9 0,-10 9 0,-1 0-22,11-9 22,-10 22 0,-1-9 0,11-1 0,-10 11 0,13-10 0,-14-1 0,11 11 0,-10-10 0,-1 13 0,11-14 0,-10 11-5440,13-11 5440,0 14 364,0 0-364,0 0 0,-14-13 0,11 10 0,-10-11 0,13 14 0,0 0 0,0 0 0,0-13 0,0 9 0,0-22 0,0 22 0,13-9 2348,-10 0-2348,11 9 0,-1-9 0,-10 13 0,11-14 0,-1 11 6784,4-10-6784,-1 13 0,11 0-6784,-10-14 6784,13 11-4210,-14-10 4210,11-1-18,-11 11 18,14-11 0,0 1 0,0 10 0,0-24 0,0 10 0,0 1 0,0-11 0,0 10 0,0 1-326,0-11 326,13 10-5,-10-13 5,11 14 0,-1-11-425,-10 10 425,24-13 0,-24 0 0,24 0 0,-11 0 0,1 0 0,10 0-2247,-11 0 2247,14 0-174,0 0 174,0 0 0,0-13 0,0 10 0,0-11 0,13 1 0,-10 10 0,10-11 0,-13 14 0,0 0-608,0-13 608,0-4-11,0 1 11,0-11 0,13 24 1551,-10-11-1551,10 14 0,-13 0 0,0 0 0,0 0 0,0 0 0,0 0-2007,13 0 2007,-10 0 528,11 0-528,-28 0 0,11 0 0,-11 0 0,14 0 0,0 0 0,0 0 0,0 0 0,0 0 0,0 0 0,0 0 0,-14 0 193,11 0-193,-11 0 0,14 0 0,-13 0 0,9 0 0,-9 0 0,13 14 0,-13-11 0,9 10 0,-9-13 0,-1 0 0,11 0-53,-24 0 53,24 0 0,-11 0 0,1 0 1943,10 0-1943,-11 0 0,1 0 0,9 14 0,-22-11 0,22 10 0,-23-13-589,24 0 589,-24 0 384,24 0-384,-24 0 0,24 0 0,-24 0 0,24 0 0,-24 0 0,23 0 0,-22 0 0,9 0 0,0 0 1780,-9 0-1780,22 0 217,-23 0-217,24 0 227,-24 0-227,10 0 0,1 0 0,-11 0 0,10 0 0,-13 0-1863,0 0 1863,0 0 0,0 0 799,0 0-799,0 0 0,0 0 0,0 0 0,0 0 377,0 0-377,13 0 0,-10 0 0,11 0 0,-14-13 0,0 10-3034,13-11 3034,-10 14 0,10 0 0,-13 0 0,0 0 0,14 0 0,-11 0 0,10 0 0,-13 0 0,13 0 0,-9 0 0,9-13 287,-13 10-287,0-11-85,13 14 85,-10 0 0,11 0 0,-14 0 0,-1 0 3134,1 0-3134,0 0 0,0 0 0,-13 0 0,10 0 229,-11 0-229,14-13 130,0 10-130,0-11 0,0 14 0,0 0 0,0 0 0,0 0 0,0-13 0,0 10-3253,0-10 3253,0 13 0,0 0 3253,0 0-3253,-14 0 3876,11-14-3876,-24 11 0,24-10 0,-11 13 6784,14 0-6784,0 0-6784,0-14 6784,0 11-4537,-13-10 4537,10-1-43,-11 11 43,14-10 0,0-1 0,0 11 0,0-10 0,0 13 4515,0-14-4515,0 11 191,0-10-191,-14 13 0,11 0-4535,-10-14 4535,-1 11 0,11-10 0,-24-1 0,24 11 0,-24-10 0,24 0 4409,-24 9-4409,24-22 0,-24 22 2966,24-9-2966,-24 0 0,24-4 0,-24 0 0,24-9 0,-24 22 0,24-22 0,-24 9 0,24 0 0,-24-9 0,24 23 0,-24-24-2966,24 10 2966,-24 1 0,10-11 0,0 10 0,-9 1 0,9-11 0,0 10 0,-9-13 0,9 14 6784,0-11-6784,-9 11 0,9-14-6558,-13 0 6558,0 13 0,13-10-1024,-9 11 1024,9-14 0,-13 0 0,0 0 0,-13 0 0,9 0 0,-9 0 0,13 13 0,0-9 2808,0 9-2808,0 1 0,-13-11 0,9 10 0,-9-13 1246,0 0-1246,9 14 0,-9-11 0,0 10 0,9-13 0,-22 14 0,23-11-5615,-24 11 5615,24-14 0,-24 13 2174,10-10-2174,1 11 0,-11-14 0,24 13 0,-24-9 0,10 9 0,1 0 0,-11-9 0,11-4 0,-14 10-3141,13-20 3141,-10 36 0,11-22 0,-14 22 0,13-9 0,-10 0 0,11 10 0,-14-11 0,0 1 0,0-4 0,0 1 0,13-11 0,-9 24-374,9-11 374,-13 1 0,14 10 0,-11-24 0,10 24 0,1-11 0,-11 1 0,10 10 0,1-11 0,-11 14 544,10 0-544,1 0 0,-11-13 0,11 10 3901,-14-10-3901,0 13 0,13 0 0,-10 0 0,11 0 0,-14-14 0,0 11 0,0-10-745,0 13 745,0 0-3419,0 0 3419,13 0 0,-9-14 0,9 11 0,-13-10 0,0 13 0,14 0 0,-11-14 0,10 11 0,1-10 0,-11 13 0,10 0 0,1 0 2783,-11 0-2783,10-14-268,1 11 268,-11-10 0,11 13 0,-1 0 6337,-10 0-6337,24-14 0,-24 11-5714,24-10 5714,-24 13 0,24 0 281,-24 0-281,24 0 0,-24 0 0,24 0 0,-10 0 0,0 0 6784,9 0-6784,-22 0 0,9 0-6784,-13 13 6784,0-10 0,0 11 0,-13-14-372,-4 0 372,1 0 0,-11 0 0,24 0 0,-10 13 0,-1 4 0,-2 13 0</inkml:trace>
  <inkml:trace contextRef="#ctx0" brushRef="#br0" timeOffset="156455">13299 16474 17678,'-17'0'0,"4"0"0,13 0 3096,0 0-3096,-13 0 0,9 0 1181,-9 0-1181,13 0 0,-13 0-1272,10 0 1272,-11 0 1793,14 0-1793,0 0 0,14 0 0,-11 0 0,10 0 0,-13-13 0,13 9 0,-9-9-1854,22 0 1854,-22 9-4891,22-22 4891,-9 23-2966,26-24 2966,-9 24-1218,22-24 1218,-9 10 0,13 1 0,13-11 0,3 10 0,-31 2 0,0 0 0,0 7 0,0 0-955,6-6 1,1 1 954,1 5 0,1 0-139,5-7 0,2 0 139,-1 0 0,-1 0 0,1 0 0,0 0 0,1-7 0,-2 0-111,-6 6 0,1-1 111,4-5 0,0 1 0,-11 5 0,-1 2 0,6 5 0,-1 1 0,-5-5 0,-2 0 2498,33-4-2498,-33 2 0,-2 0 0,22-2 0,9 4 0,-27 13 0,11-13 1031,-24 9-1031,10-9-228,-13 13 228,0 13 4133,0-9-4133,0 9 0,0-13 0,-13 0 0,10 0 4723,-24 0-4723,10 0 0,-13 0 0,13 13 1179,-9-9-1179,9 9 501,-13-13-501,0 0 0,-13 0 0,9-13 1600,-9 9-1600,13-9 0,0 13 0,0 0 0,-13-13 0,10 9 0,-11-9 0,1 13 0,10 0 0,-11-13 0,1 10 0,10-11 0,-11 14 0,1-13-5406,10 10 5406,-24-11 0,24 14 0,-24 0 0,24 0 0,-11-13 0,14 10 0,-13-11 0,10 14 5406,-11 0-5406,1 0 0,10-13-3988,-10 10 3988,-1-11 0,11 14 0,-10-13 0,13 10 0,-14-11 0,11 14 0,-24 0 0,24-13 3988,-10 10-3988,-1-11 0,11 14-3846,-24 0 3846,24 0 0,-24 0 0,24-13 0,-10 10 0,-1-11 0,11 14 0,-23-13 0,22 10 0,-22-10 0,22 13 0,-22 0-1763,22-14 1763,-22 11 0,22-10 0,-9 13 0,0 0 0,9 0 0,-9 0 0,13 0 0,0 0 0,13 0 5609,-9 0-5609,9 13 0,-13-10 0,13 11 0,-9-14 0,22 0 0,-9 13 0,13-10 0,0 10-6784,0 1 6784,0-11-4537,0 10 4537,0 1-260,13 2 260,-10 1 0,10-4 0,-13 1 0,0-11 0,0 24-2948,0-24 2948,0 10 0,0 1 0,0-11 897,-13 10-897,9 1 200,-9-11-200,0 10 3492,9-13-3492,-22 13 5220,22-9-5220,-22 9 0,22-13 0,-22 0 0,9 0 0,-13 0 4720,0 13-4720,0-9 0,0 9 0,-13-13 0,9 0 0,-22 0 0,9 13 0,-13-9-6784,0 22 6784,-13-22-4537,10 22 4537,-11-9-3034,1 13 3034,10 0-253,-11 0 253,1 0 0,10-14 0,-10 11 2716,13-10-2716,0-1 0,0 11 0,0-24 0,13 11 3809,4-14-3809,13 0 0,-13 0 535,9 0-535,-9 13 289,13-10-289,0 10 6549,0-26-6549,0 10 0,0-10 0,-13-1-5452,9-2 5452,-9-1 0,13-10 0,0 24 0,0-10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45:54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15627 10378 7173,'5'-4'2608,"-2"0"-1978,0-3-450,-2 1-90,-1 0 0,0 3 0,0 0 90,0-2-180,0 2 90,1-4-90,-2 6 629,2 0-719,0 4-90,1-2-3097,2-7 1427,-4-1 1850,1-4 0,-1 3 0,1 1 0</inkml:trace>
  <inkml:trace contextRef="#ctx0" brushRef="#br0" timeOffset="955">15859 10125 10051,'-4'1'900,"-2"-1"-900,3 0 180,-3-1-90,4 0 179,-9 0-179,4-1 90,-11 0 0,7 1-90,-3-2 540,-13-2-540,11 3 180,-22-1-91,20 2 1,-6 0-90,7-1-3302,-1 1 3392,1 2-90,-1 1 0,-1 0 0,1 1 90,-2-1 0,1-1-550,-24 12 1,-3 3 728,11-2-29,2 2 0,-7 4 0,10-1-60,9 3-136,5-6 1,0 6 345,-1 13 0,0 9 1,3-6-392,5-13 1,0 0 0,-5 20 0,-2 6 0,5-9 90,9-5 30,1-5 0,0 6 0,0-4 1050,1 13-1125,3-10 0,1 9 0,0-1 0,1-8-135,-1-12 0,1-2 845,2 11 1,1 4 0,1-9-756,6-5-31,13-5 1,11 1 0,-4-3 549,-10-6 1,0 0-610,13 5 0,5 1 0,-6-5-2850,8-11 2850,2-1 0,-2-3 0,3-2-679,-18 1 1,0 0 678,17-2 0,-1-1 0,-21 2 0,-1-1 0,-1 0 0,1-1 0,-1 1 0,1-1 0,21-10 2268,-2 1-2268,0-4 0,-10-4 0,6-7 0,-5 3 0,-8 4 0,0-1-30,7-6 0,3-5 0,-8 4-1104,-13 7 0,-5 1 1134,2 2 0,-4-7 117,-9-2 0,-5-8 1,-4-7-1,-2-3 1,0 1-1,0 4 1,3 7-28,1-2 0,0 6 0,-4-7-120,1 6 0,-3-8 0,-2-4 1,-1-2-1,-1 2 0,0 3 1,1 6-1,2 10-105,-6 0 0,-5 8-412,-5 4 1,-10 0 0,-6 1 0,-1 1 0,3 2 0,8 3-547,3 3 1,4 4 0,-5-1 764,-8 0 0,-7-2 0,-4 2 1,5 1-1,8 4 0,0 6 1,6 3-1,-5-1 0,1 1 1</inkml:trace>
  <inkml:trace contextRef="#ctx0" brushRef="#br0" timeOffset="3651">1193 3025 7263,'2'-9'3276,"-6"-4"-1335,1 3-1311,-4-3-91,2 6 2519,-5-8-2428,6 8 899,-2-6-1349,6 11 1619,2-4-1439,-1 5 899,3-3-719,-1 3 0,4 0 1098,36 6 0,7 3-2582,-14-3 1004,-3 0 0,6 1 0,-9 0 120,-9-1-90,1 0-90,19 4-428,-12-2 428,9 3 0,1 1-2503,-5-2 2503,-5 0 0,0-1 413,-4-1-413,4 2 0,0 2 0,6 1 0,-5 1 0,5 3 0,-5-2 0,6 4 155,-3-1 0,-2 0-155,-4 1 0,10 5 0,2 1 1582,1 1-1582,-7-5 0,4 3 0,-5-4 0,2 2 682,-7-5 0,0 0-682,1 2 0,10 7 0,1 1-2697,1 2 2697,-8-5 0,6 4 0,-7-4 0,4 4-817,-9-6 0,1 1 817,2 4 0,-1-1 0,-10-10 0,1 2 0,12 11 0,6 4 0,-5-3-76,-12-12 0,1 2 76,3 2 0,6 7 0,4 4 0,1 1 0,0 0 0,-3-4 0,-7-5-702,7 6 0,-1-1 702,0 1 0,7 6 0,1 1 0,-4-4 0,-11-8 1269,-1-3-1269,-2 1 0,-1-3 0,0 2-36,6 6 36,4 3 0,0 1 879,-1-3-879,-7-6 0,1-1 0,4 4 0,8 5 0,1 1 40,-16-13 0,1 1-40,7 8 0,7 6 0,-1 0 0,-5-5 0,-7-5 0,-1-1 0,5 4 0,2 4 0,1 2 0,-3-1 0,1 2 0,-1 0 0,-4-4 0,1-1 0,-1 0 0,4 5 0,5 7 0,-1-2 0,-6-8 0,3 7 0,-6-11 0,3 5 0,-4-4 876,-5-8 1,0 1-877,5 6 0,4 7 0,0-1 0,-5-5 0,-4-6 0,-1-1 0,4 5 0,1 3 0,0-1 0,1 1 0,-2-2 0,8 10 0,-5-8 0,-1-1 0,2 2 0,5 2 0,7 7 0,-5-4 117,-9-11 1,1 0-118,5 6 0,5 6 0,0 0 0,-6-8 0,4 6 0,-7-10 0,5 5 0,0 1 0,-4-5 0,-4-4 0,-1 0 0,8 6 0,3 4 0,-5-5-54,1 2 54,0-1 0,-7-8 0,0 1-1187,10 9 1187,-4-5 0,5 5 0,-3-4 0,-8-8 0,-1 0 0,18 16 0,-2-1 0,-9-9 0,-2-3 0,5 4 0,-3-3 614,-6-4 1,2 1-615,12 11 0,5 5 0,-5-4 0,3 2 27,-7-6 1,0 0-28,4 2 0,-4-5 0,4 6 0,-2-4-610,-7-5 1,1 0 609,3 3 0,5 5 0,0-1 0,-6-5 0,-6-6 0,-2 0-777,10 7 0,2 1 777,7 4 0,-2-1 0,-15-13 0,2 2 0,7 6 0,6 5 0,0 0 0,-6-5 0,-7-5 0,1 0 0,8 6 0,7 6 0,0 0 0,-7-6 0,-10-7 0,1-1 0,13 10 0,7 3 0,-7-4 211,4-1-211,-10-8 0,10 4 0,4 1 0,-2-1 0,-7-4-676,-1-1 1,-1 0 675,6 1 0,7 4 0,-2-1 0,-9-6 0,4-1 1195,-2 0-1195,1-1 0,1 0 1574,1 0-1574,2 0 0,-4-2 0,10 3 0,3 1 0,-8-2-747,-2-1 0,0-1 747,-2 1 0,7 0 0,2 1 0,-3 0 0,-9-3 0,-3-1 0,0-1 223,9 0 0,8 2 1,2 0-1,-6-2-223,-11-1 0,-4 0 0,7 0 0,-3-1 0,7 1 0,4 0 0,2 0 0,1-1 0,-1 1 0,-5 0 0,-4-2 0,0 1 0,-5-1 0,1 0 0,7 1-138,-4 0 1,6 0 0,5 1 0,4 0 0,1 0 0,0 0 0,-2 1 0,-2-1 0,-5-1 0,-6 1 137,6-1 0,-7 0 0,-1 1 0,7 1-68,-2 0 1,8 2-1,3 0 1,3 1 0,-2 1-1,-4-1 1,-6 0 0,-10 0-1058,3 2 1,-6 3-515,19 12 1,-20 0-1639,-67-7 2457,6-10 1,-11 1 0,-2-2 0,5 0 545,2-1 1,3-2 0,-4 0 0,2 1 0,-3-1 0,-2 1 0,1-1 0,4-1 0,-7 0 0,0 0 0,0 0 0</inkml:trace>
  <inkml:trace contextRef="#ctx0" brushRef="#br0" timeOffset="9200">3589 4998 8252,'-1'-8'3238,"2"-6"-2968,0 9 0,2-3 1529,4 9-1529,-5 0 90,2 2 0,-3-1 1079,-1 1-990,-1-2 1710,4 0-2159,-1-1 1170,12 0-1080,-8-1 89,8 0 91,0-2-90,0 2-90,8 0 90,-3 1 45,7-2 0,2-1-135,4 1-75,-1-1 1,6-2 0,-5 1 74,8 1-90,-5-2 0,3 0 45,-3 1 0,-1 0-3322,13-1 3263,-16 2 0,4 0 0,-4 0 14,-6 1 0,2 1 0,10 0 0,12 0 0,5 0 0,-3 0 0,-9 0-1110,1 0 1,0 1 1109,-3-1 0,9 0 0,2 1 0,-5-1 0,-12 1-33,4 2 33,-9-1 0,-1 0 0,2 2 0,7-1 0,-13 0 0,2-1 0,-1 0 0,-1-1 1101,2 2 0,-3 0-1101,-14-2 0,3 1 1,-8 0-1,-2 1 3276,0-1-3258,0-1 278,-1 0-296,1 3 0,-1-1 0,-2 3 90,0-4-180,1-1 90,-4-1 0,3 1 0,-7-1 0,4 1 0,-2 0 90,2 0-90,0 0 0,-2-4 0,3 3 0,-6-2 0,6 3 0,-2 0 0,4 0 270,0 0-180,-1 0-90,0 0 90,0 0 990,-11 26-811,9-14 495,-7 19 1,-1 6-3617,4 4 3242,3-2 0,-1 7 0,2-5-390,0-10 0,2 1 197,1 4 1,0 7 0,0 4 0,0-3 0,1-8-108,0-2 0,0 4-60,-1-6 0,-1 10 0,-1 6 0,1 5 0,-1 2 0,-1-1 0,1-3 0,1-6 0,-1-7-787,1 6 1,-1-7 0,0 6 756,-1-2 0,1 8 0,-2 4 0,1 0 0,0-2 0,0-6 0,1-10 0,0-1 0,0-5 0,-1 15 0,-1-1-166,3-12 0,-1 2 166,0 5 0,-2 7 0,1 0 0,1-7 0,0-6 0,0 0 701,-1 14 0,0 5 0,2-10-701,1-9 0,1 6 0,0 1-493,0-3 493,0 7 0,0 0 0,0-13 1451,0-2 0,0 1-1451,0-6 0,-2 5 0,-1 0 0,2-3 0,-2 5 0,1-1 686,1-9-686,0 12 0,1 5 0,-1-1 0,1-6 0,-1 1 0,1 7 0,0-9-1431,0-9 1431,0 17 25,0-25-25,0 2-136,1-3 136,-1 24 0,1-22 0,-1 19 0,0-24 0,0 1 0,0-2 0,0-2 0,0 2 1410,0-5-1410,0 2 573,-4-5-2012,-2-2 346,-16-22 1,-11-18 0,5 4 727,10 11 1,0 0 0,-4-4 0,-4-6 0,0 0 0,5 5 0,7 1 0,0 0 0</inkml:trace>
  <inkml:trace contextRef="#ctx0" brushRef="#br0" timeOffset="11183">3704 4775 6903,'-3'-16'3276,"1"2"-705,-1 3-2211,2 5 1349,-3 1-1260,2 6 91,-3 3 90,2-1 1798,-5 27-2248,3-8 629,1 20 1,1 4-2236,3-21 0,0 2 1875,1 10 1,1 5 0,-1-3-90,1-5 0,-1 0 119,0 7 1,-1 5 0,0-4-121,-1-1 1,-1 0-150,1-8 0,0 2 0,-2 9-149,2-10 0,-2 7 0,1 5 0,-1 4 0,0 3 0,0 1 0,-1 0 0,1-1 0,1-3 1,-1-5-1,1-5-61,0 5 0,0-8 0,0-1 0,0 3 0,0 8-111,0-11 1,1 5-1,-1 5 1,0 3-1,0 3 1,-1 2 0,1 1-1,0 0 1,0-1-1,0-1 1,0-3-1,1-2 1,-1-5 0,1-5-1,0-6 111,0 20 0,0-13 0,1 12 0,-1-18 0,1 7 0,-1 5 0,1 3 0,-1 4 0,0 1 0,1 1 0,-1-1 0,0-1 0,0-3 0,1-4 0,-1-5 0,1-5 294,-1 8 1,0-8 0,0-1 0,1 7-295,-1-4 0,0 6 0,0 5 0,0 1 0,0 1 0,0-1 0,0-3 0,0-6 0,1-7-500,0 7 1,0-8 0,1-4 499,0 20 372,0-14 0,1 4 1,-1-10-373,1-10 2051,0 14-2051,-2-27 655,0 4-655,0-6 0,0 0 0,-1 1 3276,-1-1-3160,-5 15-116,3-7 0,-8 20-3277,7-18 3162,-2 4-169,5-7 284,-12 18 0,8-12 0,-4 6 0,2 0 0,3-5 0,-4 18-2174,6-22 2174,-1 3 0,3-11 0,5-4 0,-3-1 0,4-2 2174,-5-3-2174,1-3 284,8-28-284,-4 20 0,5-20 0,2 10 0,-7 14 0,10-21 0,-12 23 0,4-18 0,-4 14 0,2-10 3276,-4 11-3160,0-2-116,-1 0 0,0 0 0,-1 1 0,0 0 0,-2 4 0,-13-21 0,-3-2 0,8 9 0,-10-21 0,5 2 0,15 28 0,4-31 0,-1 39 0,5-13 0,-5 19 0,29-4 0,-13 4 0,13-1 0,11 0 0,-6 1 0,6 0 0,1 1 0,10 0 0,-9 1-1238,-1 0 1238,-4 1 0,1-1 0,-13-2 0,-1-1-2982,15 1 2982,-14-1 0,-1 0-1731,10 0 1731,-3-1 0,6 1 0,-4 0-254,-9 0 1,2 0 253,16-1 0,9 0 0,-10 0-905,3 0 905,-10 1 0,-1 0 0,3 1 0,-1 1 0,7 1 0,-3 0-88,-10 0 0,2 0 88,6 0 0,7 2 0,1-1 0,-9 0-327,-9 0 1,0 1 326,12 1 0,5 2 0,-6-1 0,-12-2 0,-2 0 0,15 4 0,-1-1 376,0-1-376,-7 1 0,5 1 0,-5 0 0,-8-3 0,-1 0 0,8 2 0,3 1 0,-6-2 470,-4 1-470,-1-1 0,0 0 0,16 2 0,2 2 0,-1-2 0,-10-1 0,4 0 0,-5-1 0,1-2 0,5 1 0,2 0 0,-3 1 717,6 1 0,-2 0-717,-10 0 0,14 2 0,-4 1 0,-15-4 0,22 5 1140,-25-8-1140,5 2 0,13 0 0,10 2 0,-6-1 0,4 0 0,-6 0 0,12 0 0,0 0 0,-15-1 0,-4 0 0,3-1 0,-1 0 1380,-16-2-1380,0-1 0,0 0 0,0 1 0,17 2 0,2 1 0,-3 0 0,-3-1 0,6 1 0,-6-1 0,1-1 0,-2 0 0,11 1 0,5 1 0,-1-1 0,-8 0 0,4-1 0,-1 1 0,2-1 0,6 2 0,1-1 0,-5-1-236,-7-1 1,-3-1 0,-4-1 235,-7 1 0,0-1 0,13-1 0,7 0 0,-8 0 0,4-1 0,-10 1 0,-1 0-1683,3 0 1683,14-1 0,2 0 0,-25 1 0,2-1 0,17-1 0,7 0 0,-7 0 0,4-3-561,-11 3 0,3-1 561,8-3 0,-2 1 383,-1 0-383,-11 2 0,4 0 0,-8 2 1843,-9 1-3482,-41-7 1,-14 0-1639,-6 1 2184,6 1 1,-8-2 0,5 2-547,6 2 1,2 2-1,-5-1 1,-3 1 1340,-2-1 0,-4 0 0,2 1 0,5 0 0,0 1 0,-1-1 0,0 0 0,1 0 1,-1 0-1,0 0 0</inkml:trace>
  <inkml:trace contextRef="#ctx0" brushRef="#br0" timeOffset="12749">3631 7955 6993,'8'3'2069,"-1"-1"-1619,0-1 179,3 3-539,-5-4 0,3 3 90,-6-3 360,1 0-360,-2 0 179,1 1-269,-2 0 360,-1 5-360,-1-4-90,0 3 90,-1-4-90,0 1 0,0 1 0,0 1 0,2-2 0,0 1 0,0-1 0,-3 1 0,-11 15 0,7-10 0,-8 12 0,8-13 0,2-4 0,-1 2-90,-16-3 90,15 0 0,-15 0 90,18-2-90,0 0 360,-9 1-180,7-1 539,-12 2-449,11-2 809,-14 3-719,11-1 1169,-23 0-1079,18-1 944,-23-2 1,-3 0-3452,10 1 2236,-6-1 1,2-1 270,8 1 90,-3 0-491,5 0 1,-2 1 580,-17 1-226,14-1 1,-1 1-45,8 0 0,-1 1-9,-9 0 1,-7 1 0,-2 0 0,6 0-172,-3 0 0,-1 0-126,4 0 0,-8 1 0,-1 0 0,2 0 0,8-1-384,0 0 1,3 0 329,-2 1 0,-2 0 0,4-1-472,7-1 1,-1 0 471,-12 0 0,-5 0 0,4 0-362,9-2 0,0 1 362,-15-1 0,-7 1 0,10 0 0,1-3 0,11 2 0,-8 1 0,-2 0 0,8 0 0,3 0 0,1 1-124,-4 0 0,-7 0 0,1 1 0,6 0 124,5 0 0,2 0 65,-6 1 0,-9 2-65,6-2 0,-9 1 0,-6 1 0,-2 1 0,0-1 0,5-1 0,8 0 0,-1 0 0,6-1 0,-5 1 0,0 0 0,-9 1 0,-4 0 0,0 0 0,3 0 0,8-1 0,11-1 634,-5-1-634,5 1 0,-12 1 0,21-3 0,-13 0 0,29-3 0,-2-1 1597,5 1-1597,1 0 2027,1 0-5304,2-11 0,5 1 0,5-11 0,8 0 84,9-5 1035,5-4 1213,-15 14 1,3-3 806,4-4 0,4-6 0,2 0 0,-4 2 0,6-4 0,0-1 0,-3 3 0,0-1 0,0 1 1,0 0-1</inkml:trace>
  <inkml:trace contextRef="#ctx0" brushRef="#br0" timeOffset="18849">3636 5450 7982,'6'3'1709,"-2"-1"-1529,0-3 1080,28-26-991,-13 9-370,9-9 1,7-8-1,-5 4 191,-11 10 0,-1 1 164,7-7 0,2-3 0,-4 5 16,4-9 149,-8 7 1,3-3 0,-3 2-1469,-3 6 0,-1 1 1409,6-11 0,4-4 0,-6 6-2164,-2 5 2164,5-12-1155,-15 22 1245,-2 3-180,-1 2 809,-5-8-899,2 13 0,-5-6 0,3 15-90,-2 1 556,-7 21 1,-7 19 0,-2 5 0,3-8-468,3-6 1,0 2-126,-1-2 0,-2 6 0,-1 3 0,2-2 0,2-8 81,1 2 0,0 0 9,0 1 0,-1 8 0,-2 2 0,1 0 0,2-7-114,1-3 0,1-5 0,-1 5-12,-1 2 0,-1 6 0,0 2 0,1-4 0,2-9 71,2-2 1,3-6 350,-1-1 0,2 1-171,-1 8 1,2-2-90,0 5-45,4-11 0,2-4 45,5-15-135,7-18 0,11-16 0,7-12 0,5-7 0,1-4 0,-1 1 0,-5 6 0,-6 9-276,1-1 0,-4 6 1,4-6 230,-5 5 0,6-7 0,4-4 0,1-2 0,0-1 0,-1 2 0,-4 4 0,-4 6 0,-8 7 0,-1 2 0,-4 3 218,4-9 1,3-2 0,-4 2-219,9-12 556,-3 4 0,-4 3-376,-10 16-90,-5 7 90,-1 1-90,-2 7 269,-16 22 1,-6 11 1098,-2 2-1413,5-4 0,-5 6 0,-1 3 0,4-6 0,-1 4 0,1-1 582,-2 3 0,-2 3 1,3-2-583,2-4 0,1 2-183,1-5 1,-1 4 0,-1 0 0,2-3 137,3-3 0,2-3 0,-3 3 0,-3 6 0,-2 5 0,0-1 0,4-6 0,2-1 0,3-4 45,-11 11 0,14-9 45,38-24 0,7-9-1694,-6-5 1604,-1-10 0,8-11 0,4-6 0,-3 1 0,-6 4 0,-1-6 0,0-2-130,-7 7 1,6-7 0,1-3 0,0 1 0,-2 3 0,-6 6 129,3-5 0,-2 3 178,4-6 1,2-3 0,-6 6-179,-9 14 0,-2 1 45,11-18 0,-2 2-45,-2 3 0,-2 2 0,-8 10 0,-16 22 0,-8 9-2020,-5 10 2110,-4 9 1864,-5 8-1882,9-5 0,-6 9 0,-2 5 0,1-1 0,4-6-297,2-5 0,2-4 0,-3 7 245,4-6 0,-4 7 0,-2 4 0,-1 3 0,-1 0 0,1 0 0,1-3 0,4-4 0,2-6-20,-2 5 0,4-7 0,-2 6 0,-1 1 0,-3 8 0,-1 2 0,0 0 0,3-6 0,5-8-181,1-6 1,6-3 180,5 11 0,9-10 0,11-33 0,12-19 0,9-11 0,-7 3 0,-11 11 0,-1-1 0,2-3 0,3-5 0,0 0 0,-5 5 0,-5 6 0,0-1 18,10-16 0,3-6 0,-5 9-18,-4 4 0,-6 10 0,-38 62 110,9-15 0,-1 4 0,0-1-110,-6 12 0,1-2-467,4-5 1,0 0 466,2-4 0,0 2 0,0-2 0,-1 4 0,-2 2 0,2 0 0,-3 5 0,0 1 0,2-4 0,-3 4 0,1 1-135,5-8 0,-4 5 0,1 2 0,1-3 0,4-8 135,3-6 0,2-2 342,-6 14 0,4-5-342,11-18 1421,34-22-1421,-11-2 0,1-6 0,5-6 0,-4 1 1433,-5 3 1,-2 0-1434,12-14 0,0-1-903,-13 14 1,-2 2 902,1-2 0,0 0 0,0 0 0,-1 1 0,-1 0 0,1-1 0,5-8 0,4-4 0,-4 5-2269,8-11 2269,0-2 0,-3 6-690,-20 27 690,-1 3 0,-16 22 0,-14 20 0,2-3 0,9-11 0,-1 1 0,-5 8 0,-6 9 0,1 0 0,3-6-644,4-4 0,-1 1 644,3-2 0,-4 7 0,0 1 0,0-2 0,4-5 150,-3 5 0,1-1-150,0 0 0,-2 6 0,1-2 0,6-9-617,6-2 617,2 6 884,13-27-884,21-16 0,4-8 0,3-2 0,-1-5 0,6-6 0,-5 2-164,-12 7 0,-2-2 164,7-6 0,3-4 0,-3 4 686,-8 6 1,0-1-687,2-3 0,4-6 0,2-2 0,-1 1 0,-6 6 0,0 1 0,0 0-136,3-5 0,6-7 1,-5 5-1,-13 15 136,-12 16 0,-6 6 1464,-13 22-1464,0 1 0,-1 2 0,3-4 0,-1 1 0,-4 7 0,-3 4 0,2-2 0,1-2 0,-2 4 0,4-5 0,-3 6 0,-3 3 0,0 1 0,1-2 0,5-6 0,-2 1 0,4-4 0,-3 4 0,-1 1 0,-3 6 0,-1 1 0,2-4 0,5-7 0,3-3 0,3-3 0,-3 10 0,1-2 0,0 5 0,5-10 0,4-4 2543,8-11-2543,6-2 0,6-13-2502,6-6 2502,18-16 1230,-6 0-1230,-11 8 0,3-5 0,-1-4 0,5-8 0,3-5 0,0 0 0,-3 3 0,-4 6-277,3-4 0,0 1 277,6-9 0,8-9 0,-6 7 0,-21 25-1938,-28 32 1938,-5 8 0,-1 2 0,-6 6 0,-1 3-325,2 1 1,-4 8-1,4-6 325,10-15 0,0 0 0,-8 12 0,-4 6 0,11-13 501,14-18-501,18-5 0,-4-4 0,12-9 0,1-3 0,0-4 0,0-3 0,0 0 0,-1 0 0,0-2 0,0 0 0,-4 3 0,15-11 1704,-29 27-1704,-1 9 2549,-8 5-2549,-5 21 0,6-18 0,-4 12 0,6-21 0,9 2 2547,-2-7-2547,18-7-3277,-11-2 3162,9-6-236,-11 5 351,19-9 0,-16 11 0,19-6 0,-27 13 0,5 3-152,-8-1 152,3 3 0,-3-3 0,14 11 0,-10-8 0,8 8 0,-11-9 3143,5 0-3143,-3-2 0,28-2 0,-18-3 0,7-2 0,0-2 512,-6 1-512,9-4 0,0 7 240,-15 4-240,12 23 0,-21-7 0,0 16 0,-11-3 0,0-2 0,3-8 0,-4 8 0,2-5 0,6-22 0,1-1 0,-1-7 0,2-1 0,0-6 0,2 2-945,-1-12 1,-1-3-405,0 0-290,-4-13 1,-1 1-1639,-3 9 2236,2 8 0,-4-2-598,-13-10 1,-2 1 982,2 2 1,-3-1-1,0 2 1,9 14 0</inkml:trace>
  <inkml:trace contextRef="#ctx0" brushRef="#br0" timeOffset="20437">4519 6018 6813,'8'-34'3276,"-1"6"-1965,-8 21-1131,-2 4 809,-12 18 1,-3 9-630,-2 0 59,1 3 1,-5 7 0,3-5-150,8-9 0,0 1 549,-8 12 0,-4 9 0,1 1 0,4-10-2542,-2 6 1723,2-3 0,-3 4 0,14-21 90,17-28-90,4-4 0,9-13 0,4-2 0,2-5-141,-3 4 0,3-5 0,-3 5 141,-8 9 0,-1 1 0,8-11 0,0 0 0,1-2 0,-7 6 0,3-4 0,-3 3-771,8-12 801,-7 11 0,2-4 0,-5 8-30,-8 8 1606,2-3-1516,-9 17 225,-12 21 0,-5 12-135,1 2 59,-1 3 1,-3 8 0,2-5-1067,6-10 1,1-1 1005,-6 17 1,0 0-360,7-22 0,1 1 1019,-4 17 1,0 6 0,2-6-750,-1 3-46,7 6 1,8-16-45,13-46-679,6-8 0,1-3 679,-6 2 0,-2-1 0,0 1-435,-2-2 435,4-12 1328,-7 14-1328,5-20 739,-9 26-739,2-11 2778,-6 22-2778,-4 2 1031,-2 14-1031,-1-5 1003,-9 28-1003,10-26 0,-5 12 0,10-23 0,1-2 0,6-10 0,-3 5 0,10-24-3277,-10 18 3162,4-11-104,-6 13 130,4-25 89,-4 18 0,4-18-90,-3 24 90,-2 3 0,2 1-90,0-5 90,-5 11 0,-7 9 0,0 6 3008,-8 12-2963,-1 4 0,0 0 45,4-7-90,-4 6 0,4-5 315,12-18-315,1-8 0,1 3 0,2-13 0,1 6 0,1-5 0,-1 4 0,2-8 377,-4 8-377,0-5 0,-4 13 0,-11 13-3277,4-1 3162,-8 12 115,6-6 0,-3 3 90,-13 17-560,8-13 560,-2 1 0,-6 6 0,5-6-2203,1 0 2113,-7 5 0,4-4 2113,20-18-2113,1-4 0,0 1 90,-1-3 380,2 1-470,-3-2 0,2 0 0,0 0 3276,0 0-3160,-8 0-116,4 0 0,-14 2-90,11-1 90,-15 5 0,13-3 90,-14 4-90,17-5 0,-5 2-180,1-20 180,10 7-90,0-20 0,3-3 90,5 10-1393,1-12 1,0 1 1032,-2 22 0,1-11-89,-5 22-1800,-3-8 1709,0 3-989,-7-6 1079,3 7-179,-3 3-1,2 3-463,-19 9 1,-13 7 0,4-3-2185,-6 2 2457,3-4 1,-12 5 0,1-2 0,9-3 350,16-7 1,1-2 0,-8 2 0,-3 1 0,6-1 0,-6-1 0</inkml:trace>
  <inkml:trace contextRef="#ctx0" brushRef="#br0" timeOffset="23650">4339 5095 6813,'9'4'2159,"-2"-2"-1889,2 2 179,-1 3-359,-4-3 0,2 4-90,-6-6 180,-6 8-180,2-5 0,-4 4 0,3-3 90,-7 6-90,7-4 90,-10 7-90,11-10 180,-15 10-180,14-10 0,-10 7 0,13-11 0,0 0 0,-3-1 0,2 0 0,-6-2 0,6 0 0,-4-4 0,4 2 0,-3 0-90,4 2 90,-1 2 0,3-1-90,0 0 0,0-2-1349,-6-2 719,3 2 720,-8 1 0,8 1 0,-1 2 0</inkml:trace>
  <inkml:trace contextRef="#ctx0" brushRef="#br0" timeOffset="25033">4217 5233 7173,'5'3'2518,"0"1"-2248,-3-1 0,2 0-90,-2-1 360,5-2-450,-3-1 359,4-1-269,-5 2 180,3 0-180,-4 0 720,-4 3-631,0-1 181,-1 3-180,5-4 270,8 3-360,-3-3 359,14 3-359,-9-3-90,4 2 1259,-6-4-1079,-8 2 1349,2-2-1619,-8-5 90,4 1 0,2-21-90,2 12 0,8-23 0,-7 23-3277,3-6 3162,-5 12 205,-1 1 0,2 0-90,-3 3 0,2-1 1439,9 31-1259,-8-15 494,2 15 1,-3 2-2583,-6-14 2178,-4 16 2009,-1-22-1740,-2-1-179,3-3-180,-1 0 0,3-6 0,0 1 3096,0-3-3063,0 1 489,-3-19-612,4 9 0,1-24-90,4 23 90,13-21-1,-8 28 1,8-7-90,-9 21 90,-1 1 0,2 11 0,-4-5 360,-2 23-3662,-2-22 3302,-4 10 90,2-16 449,-4 2-449,3-6 0,-5-4-90,6-6-90,-1-6 0,3-28 0,2 21 0,3-29 3276,-1 33-3160,1-3-116,-2 3 0,0 4 0,3-3 0,-1 7-90,2 17 90,-4-2-3277,-2 26 3252,-1-19 183,-5 23-69,4-25 1,-3 8 90,4-16 0,-3-2-180,2-4 0,-4-9 3276,4 0-3216,-1-8-60,5-21 0,1 18 0,2-8 0,1 2 0,0 11 0,8-12 0,-6 21 0,1 0 169,0 4-169,-6 39 0,-5 11 0,3-25-514,-2 25 1,-4-7 513,-1-38-14,-1-1 14,-9-6 0,8 1 0,-11-7 0,15 4 0,0-14 1024,4 11-1024,1-13 17,0 18-17,0-3 0,0 5 0,0 2-3277,0 5 0,0-4 0,0-4 0,-3-8 0,-3-27 0,-3 8 2730,-1 2 1,-1 0 0,-9-6 0,7 13 0,0 0 0</inkml:trace>
  <inkml:trace contextRef="#ctx0" brushRef="#br0" timeOffset="25333">3179 4118 7623,'-26'-11'3276,"10"6"-2685,-7-2-501,11 10-270,9 0-1169,16 6 450,3-4-91,12 1-2287,-9-1 2978,11 2 1,-4 0-1,9 3 1</inkml:trace>
  <inkml:trace contextRef="#ctx0" brushRef="#br0" timeOffset="25666">4264 5548 7173,'4'13'3058,"0"2"-2788,-3-5 0,0 1-270,-1-7-630,0 0-1798,-3-17-849,0 4 1453,-3-11 1256,1 6 1,0 0 0,0-1 0</inkml:trace>
  <inkml:trace contextRef="#ctx0" brushRef="#br0" timeOffset="25850">3811 4898 8162,'-6'-6'3059,"-9"-3"-3059,10 7-90,-6-4-90,12 6 0,0 1-1439,5 4 719,-2-1 900,6 4 0,-3-7 0,4 0 0</inkml:trace>
  <inkml:trace contextRef="#ctx0" brushRef="#br0" timeOffset="26084">3974 5048 7353,'-4'6'3276,"-4"3"-2055,4-4-591,-1 8-540,6-11 0,1 5-90,1-7-990,6-1 361,-4-2 629,10-3 0,-6 3 0,3-1 0</inkml:trace>
  <inkml:trace contextRef="#ctx0" brushRef="#br0" timeOffset="26283">4449 5503 7263,'4'-2'2069,"-2"0"-1350,-7-7-899,0-2-1439,-16-21 810,9 15-1,-8-10 810,7 17 0,1-3 0,-1 1 0</inkml:trace>
  <inkml:trace contextRef="#ctx0" brushRef="#br0" timeOffset="26450">4121 5140 6813,'-3'6'2968,"1"-2"-2518,0-2-360,2-2-90,2 2-2518,10 5 1618,-7-1 900,9 0 0,-10-5 0,4 0 0</inkml:trace>
  <inkml:trace contextRef="#ctx0" brushRef="#br0" timeOffset="26766">4302 5198 7713,'-16'-3'3148,"7"2"-2878,-8 0-90,11 1 89,-5 0-269,6 0 90,-3 0-180,6-2 0,-2 2-539,0-3-1,2 0-190,-6-15 1,4 9 0,-3-9 0</inkml:trace>
  <inkml:trace contextRef="#ctx0" brushRef="#br0" timeOffset="29548">4131 4915 7533,'-9'-8'2518,"1"2"-1438,-19-7-1,9 7-899,-3 0 90,12 4-90,9 4 90,-1 0 1978,-5 7-2068,4-5 360,0 8-360,4-8 0,2 2 89,-4-3-89,1 0 0,0 1 0,2-2 540,-1 4-450,-1-3 359,-2 2-449,0-4 450,-4 0-540,2-2 449,-3 1-449,5-1 90,1 0 0,4 3 900,3 2-901,-2-1 91,0 0 270,-5-3 359,0 0-809,2-2 720,-2-3-720,1 0 0,-1-2-90,0 5 0,0-2 0,0 2 0,0-12 0,1 7 90,2-12-90,-2 13 0,1-3 90,-2 0-90,0 4 90,3-5-90,-2 7 359,3-15-269,-3 12 0,0-8 0,-1 12 0,0 1 360,0-1-360,0 1 180,-1-3-180,1 3 180,-1-1-180,0 0-90,2 0 0,-1-9 0,1 5 0,0-4 0,1 6 0,-2-2 0,1 4 179,-1-2 361,0 4 270,-2 0-810,-2-2 0,2 2 0,0-1 0,3-5 0,0 5 0,-1-4 0,0 5 0,4 0 0,-2 0 0,2 0 0,-1 0 0,-2 0 0,0-2 0,-3 5 0,2-3 0,-3 4 0,1-10 0,-1 1 0,-6-11 0,3 8 0,-5-7 0,6 9 0,0-1 0,0 2 0,1 0 0,-14-6 0,11 7 0,-9-3 0,15 7 0,1-2 0,0 7 0,-6-1 0,4 4 0,-4 7 0,4-8 0,2 12 0,-2-12 0,-1 11 0,2-13 0,-2 9 0,3-10 0,-4 3 0,4-5 0,-4-2 0,10 7 0,-2-4 0,7 13 0,-7-9 0,8 10 0,-4-2 0,1-3 0,9 23 0,-14-23-640,9 16 640,-8-11-2002,-2-8 2002,3 7 0,-5-9 0,0-2 0,-1 1 0,0-4 0,0 1 507,0-2-507,0 1 2135,3-3-2135,-3 5 0,2-4 0,-2 4 0,0-3 0,0-1 0,-2 1 0,1-1 0,-3 1 0,3 1 0,-2-1 0,2 0 0,-2-1-180,1 0-2339,-8 2 1620,4 1-1980,-14 4 1980,10-3 89,-7-2 1,9-5-2468,-19-5 527,15 0-527,-23-23 528,24 13 2749,-13-17 0,13 23 0,-3-1 0</inkml:trace>
  <inkml:trace contextRef="#ctx0" brushRef="#br0" timeOffset="30000">4004 4953 7263,'17'-8'2608,"-6"3"-2338,3-1-90,-7 2 270,1 4-360,-3 0 539,0 8-539,-3-3 270,-3 8-270,-2-6 360,-5 7-270,3-8 0,-2 5-90,6-9-90,-2 1-180,3-2-3097,11-13 1876,-6 7 1401,18-13 0,-12 14 0,5-2 0</inkml:trace>
  <inkml:trace contextRef="#ctx0" brushRef="#br0" timeOffset="32760">19487 7428 7443,'-8'-2'3276,"-23"-3"-2145,12 0-951,-19-3 270,12 0-180,4 3-90,-6-4 0,7 3 134,-13-5 1,-1-1-1206,-5-1 980,3 3 1,-6-1 0,4 1-90,10 4 0,1 1 45,-18-3 0,-1 0 0,14 3 0,0 2-114,1-1 1,-3 2 0,2-1 113,-6 0 0,-2-1-188,-1 1 1,-7-1-1,-1 0 1,6 0 172,8 1 0,3 1 0,-2-1-8,-2 0 1,-1-1-1,-5 0 1,-6 1 49,13 1 1,-5 1 0,-3-1-1,-5 1 1,-1-1 0,-1 1-1,-1 0 1,1 0 0,2 0-1,3 0 1,4 1 0,5-1-55,-8 0 0,8 0 0,2 0 0,-3 1 0,-9 0-191,11 1 1,-7-1 0,-4 1-1,-4 0 1,-2 0 0,-2 0-1,0 0 1,0 1 0,1 0 0,3-1-1,4 2 1,5-1 0,5 0-1,7 1 203,-8 2 0,10 1 0,-6 2 90,-6 1 0,-8 4 0,-3 1 0,-1 0 0,6 0 0,9-3-885,-2 3 1,4 0 786,1-2 1,-3 3 0,0 0-1,8-3-599,-11 8 816,8-1 1,-5 4 0,4-3-503,7-4 1,0 1 374,-4 3 1,-5 4-1,1 1 1,6-5-68,8-3 0,1-1-45,-16 15 0,1 0 1291,4-2-1067,2 0 1,1 1 1091,1 1-1271,6-7 0,2 0 2314,2 3-2359,2 0 3276,1 0-2890,0 1-252,0 4 1,0 0-1782,-3 5 1790,9-3 1,0 12 0,0 6 0,1-3 0,2-10-1522,1-7 0,3 1 1396,1 3 0,0 10 0,1 3 0,2-6 0,2-12-18,15 1-84,5-3 0,8 6 1,-3-5 83,-7-9 0,1-1 30,5 4 0,4 3 0,-2-3 15,-3-7 0,0-2-45,3 0 0,2 0 0,0 0 45,3 1 0,9 1-135,-18-9 0,7 0 0,6 0 0,4 2 0,4-1 0,3 1 0,2 0 0,1 0 0,-1-1 0,-1 0 1,-2 0-1,-4-1 0,-4 0 0,-6-2 90,14 3 0,-8-2 0,-3 0 0,3-1 0,11 1-5,-20-2 0,4-1 0,3 1 1,5 1-1,2-1 0,2 1 0,2 0 1,1 0-1,1 0 0,0-1 1,-1 1-1,0-1 0,-2 0 0,-2-1 1,-3 0-1,-2 0 0,-5-1 1,-4-1-1,-4-1 5,19 0 0,-12-2 0,-1-1 0,6 0-147,-4 1 0,5 0 1,3 0-1,1 0 0,0-1 1,-3 1-1,-4-1 0,-7 0 147,3-2 0,-7 0 0,2-1-234,13-2 1,3-3 0,-3 1 233,-9 2 0,-3 0 0,2-1 0,9-3 0,2-1 0,-3 0 0,-1-1 0,3-2 0,-6 0 0,7-3 0,2-2 0,-1 0 0,-6 3 0,-3 1 0,-4 2 0,6-3 12,-7 2 1,6-3 0,3-1 0,1-1 0,-2 1 0,-4 1 0,-7 3-13,11-7 0,-4 1 0,2-1 0,3-1 0,-6 1 0,-9 5 0,0-2 22,0-5 1,3-5-1,1-2 1,-5 5-3,2-2 0,-1-1 2,-1-5 1,4-7-1,-2 0 1,-8 6-23,-11 8 0,-3 1 45,3-17 0,-3 0 0,-7 19 0,-2 0 180,-2-13 0,0-1-46,-2 9 1,0 1 0,-3-11 0,0 1 147,1 12 0,-5-2 320,-6-5 1,-8-7 0,-3-4 0,0 2-1,6 6-497,4 6 0,4 4 0,-4-4-114,-5-5 0,-5-6 0,-1-2 0,2 4 0,7 9 99,4 8 0,3 3 452,-15-14 1,-1 2-588,14 12 0,-1 1-510,-15-5 0,-7-1 1,5 6-166,12 8 0,-3 5-145,-13 1 1,-12 4 0,-1 1 0,8 2-820,2 2 1,-2 4 1433,12-2 0,-6 3 0,-5 1 0,-1 1 1,0 0-1,4-1 0,6-1 0,-7 3 0,6-1 1,-3 1-1,-3 1 0,1 1 0,-1-1 0,1 0 1,-1 0-1</inkml:trace>
  <inkml:trace contextRef="#ctx0" brushRef="#br0" timeOffset="47993">3859 4887 6903,'6'7'2788,"-3"-3"-2428,0-1-270,-3-2 90,-4-1-90,3 0 0,-7 0-90,6 0 90,-3 0-90,2 0 90,0-1 90,-8 1-90,6-3 0,-8 4-90,10-2 0,-1 3 0,9-2-45,22-3 0,2-1 135,-10 3-390,14-3 1,-10 1 299,-23 3 0,1 0 0,-3-2 0,2 0 90,-3-3 0,3 3 0,0-2 0,0 3 539,-5-2 150,1 2-509,-7-3-90,4 2 359,-16-4-839,12 4 390,-9-1 0,14 3 0,0 0 90,-5 0 0,1 0-91,-3 0 91,2 0 720,-36 2-630,21 1 150,-6 0 0,0 1-240,7 1 360,-15 3-361,17-5 181,-4 1 0,0-1-360,5 2 90,-4-1 0,2 0 0,12-1 90,-11-1-180,15-3 360,-3 0-270,7 0 179,-1 1 721,-10 1-810,10 0 359,-12 1-449,15 0 1080,-7-7-1080,7 3 0,-3-4 0,5 5 809,0 1-269,5 0-540,-2 1 719,6 13-539,-6-2 0,1 11 180,-1 5-271,-1-7 181,1 16-270,-1-13 225,0 7 0,1 2-1021,-1 1 886,3 11 0,0 1 0,-1-7 45,1 2 0,0 0-45,0 3-138,-1-13 1,0 3 0,0-3 47,-1-5 0,0 1-90,1 6 0,0 6 0,0 1 0,0-6 0,-1 0 0,1-2-799,-1 2 0,1 3 0,-1 8 799,-1-8 0,-1 8 0,-1 5 0,1 3 0,-1 2 0,0-1 0,1-3 0,-1-4 0,0-7 0,0 2 0,0-7 0,0 0 0,1 8-217,-1-7 0,0 7 0,0 5 0,0 2 1,1 2-1,-1-2 0,0-2 0,0-5 1,0-6-1,-1-8 217,0 5 0,0-7-658,0 3 0,-1-1 658,1-2 0,0 2-65,-1 9 0,-1 6 0,1-4 65,0-6 0,-1 1 473,1 4 1,-1 4 0,0-6-474,0-12 0,1-1 0,-1 11 0,1 5 0,0-3 0,-1-7 0,1 2 0,0 6 0,1 7 0,-1 0 0,1-8 0,1-7 0,-1-1 0,0 10 0,1 4 0,0-6 143,0-12 1,0-1-144,0 7 0,0 4 0,0-4 0,1 17-758,-1-12 0,0-2 758,2-3 0,0-3 0,0 6 1516,1-11-1516,-2 6 0,1 1 0,-1 7 0,1-5-560,-2 4 560,4 13 0,-1-8 1842,-2-36-3481,-5-32 1,-3-14-1639,1 3 2979,1-1 0,0-13 0,-1-2 0,3 10 0,0 6 0,2 1 0,0-1 0,0 1 1,0-1-1,0 1 0</inkml:trace>
  <inkml:trace contextRef="#ctx0" brushRef="#br0" timeOffset="49142">3444 5360 7173,'5'-23'1638,"-2"-3"0,0-1-4915,-1-1 2291,-1 2 0,0 1 1369,-5 3 247,-2-25-90,2 21-225,0-5 0,1 2-135,1 10 269,-1-14-269,1 23 90,-1-2-90,0 8-90,0 0 90,2 1 3096,-3 4-3016,3-2 1161,-5 4-1421,6-3 1039,0-6-1039,0 5 0,1-5 0,-1 6 90,0-7-90,0 3 0,0-14 0,0 12 0,0-11 0,0 15 0,0-3 0,4 10 0,-4 2 0,5 4 0,-4-4 0,10 2 0,-7-6 0,6 0 0,-7-1 0,4 1 0,-5-2 0,4 3 0,-5-4 0,0 2 0,2-2 0,-1 0 0,0 0 90,0 2-90,-2-2 990,9 11-630,-5-4 314,7 14 1,0 3-495,-2 1 224,3 13 1,-1 2-315,-2 0 60,-2-2 0,2 8 0,-2-5-15,-2-12 0,0 3-458,-1-2 0,1 9 0,0 5 0,1 4 1,-1 1-1,1-1 0,-1-5 0,-1-6 353,0 11 0,0-7 0,1 7-354,-2-9 0,2 5 0,-1 4 0,1 1 0,0 0 0,-1-3 0,-1-5 346,1 6 1,-1-5-1,-1-1 1,0 1-403,1 5 1,-1 1 0,0-1 0,1 1 379,-1 0 0,1 0 0,-1 0 0,1-1-254,-2-4 1,1 0-1,-1 0 1,1 2 253,-1 2 0,0 3 0,1 1 0,-1-2 0,0-5 29,-1 0 1,1-5 0,0 6-45,-1-6 0,1 6 0,-1 2 0,1-1 0,0-4 0,-1-8 15,0 0 0,0-3-90,0 18 0,0-4 491,0-19-1751,1 6 2067,-2-24-3146,-2-21 1620,-1-10-1,2-8 1,1-3 229,1 10 1,0-1-514,-2-17 1,-1-7 0,-1 3 212,1 3 0,-1 0 650,1 9 1,-2-3-1,0-1 1,1 4 229,-1-15 0,0 3 0,2 12 0,-1-1 0,1 1 0,1-2 0,-1 0 0,1 0 0</inkml:trace>
  <inkml:trace contextRef="#ctx0" brushRef="#br0" timeOffset="50158">3274 4158 6273,'8'2'-90,"1"1"90,7 2 0,-4 0 0,5 2 0</inkml:trace>
  <inkml:trace contextRef="#ctx0" brushRef="#br0" timeOffset="51409">3769 4925 6633,'17'-4'1170,"0"2"-991,0-2-89,27 2-90,-17 0 0,9 1 0,0 1-90,-5 0 0,-7 0 1,2 0-458,13-3 1,-1-1 0,4 0 0,-3 0 0,1-1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48:44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14124 4355 7263,'-5'-4'2788,"-1"1"-2248,-1-2-180,1 0 179,-1-3-179,2 3 989,-5-9-1079,6 8 270,-5-5-360,6 9 270,1 0-181,0 2 631,0 3-630,0 0 719,0 5-719,0-5 90,2 0 539,-2-3-629,0 0 90,0 2-90,0 0 0,1 3 0,2 0 899,31 24-989,-10-12-90,1 0 0,6 1-1071,2-7 0,4-2 0,-2-1 1026,5 2 0,1-1-771,4 0 0,5 1 0,-3-1 726,-10-3 0,-3-1 0,2 0-476,0 0 0,0 0 1,10 2 460,-11-3 0,7 2 0,5 1 0,5 0 0,2 1 0,3 0 0,0 1 0,-1-1 0,-1 0 0,-4-1 0,-3 0 0,-6-1-224,10 1 0,-7 0 0,-3-1 0,4 0 1,8 2 82,-16-2 0,5 0 0,5 0 0,2 1 0,3 1 0,2 0 0,0 0 0,0-1 0,0 1 1,-2-1-1,-3 0 0,-3 0 0,-4-1 0,-5-1 0,-6-1-144,17 2 0,-12-1 1,5 0-357,2 0 1,7 1-1,1 0 1,-4-1 0,-9-1-632,-4-2 0,-4 0 1287,9-1 0,-14 3 0,-27 2 0,-19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49:36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19785 3068 8342,'3'-4'1889,"-1"0"-1619,-3 2 0,-1-1-90,0 2 449,-3 0-449,2 1-90,-2 0 90,3 0-90,-2 1-1112,-13 17 1,-3 7 1111,3-4 90,-1 5 0,-4 7 0,4-4-886,3 3 856,5 7 0,1 12 0,3-10-150,4 0 0,2-8 0,2 5 0,3-11 0,8-14 0,5 0-293,-2-9 293,14-13 0,1-3 0,-2-2 0,6-7 0,-2-2-1878,-16-1 1878,3-10 1106,-10 8-1106,-9-4 0,-4-8 0,0 5-568,1 9 0,-1 0 568,-4-14 0,-3-6 0,0 8-1115,-8 1 1115,5 12 0,0 1 784,-7-7-784,-4-10 0,0 0-775,3 4 775,-1-2 0,3 3 775,13 17-775,5-20 1268,3 14-1538,11-11 0,4 0 0,-2 10 90,1 0 0,0 2-269,-4 11-181,-1 0 359,-1 2-2067,1 0 3762,-3 4-2593,-2 1 726,-2 10 1,-4 2 0,1 7-1</inkml:trace>
  <inkml:trace contextRef="#ctx0" brushRef="#br0" timeOffset="2032">20065 3478 7173,'3'10'2069,"-1"-2"-1709,1 2-181,-1-1 271,1 23-360,-2-15 0,0 17-90,-1-22 90,1 1 540,4 30-540,-3-27 0,3 21-951,-5-37 951,0-3-1,1-12-89,0 4 90,2-10-90,-1 7 0,1-2 0,0-8 0,1 5 0,2-5 0,1-1 0,0 6 0,6-19 0,-8 28 0,1 0 0,0 0 0,10-8-2531,-7 10 2621,6-5-90,-10 13 0,1 4 90,-1 1-90,2 4 0,-1 1 90,8 24-90,-6-10-1473,5 13 1383,-7-11 798,-3-13-888,2 3-2428,-6-4 1618,-2-7 1,-5 4 89,0-6 900,-1-2 0,1 0 0,2-1 0</inkml:trace>
  <inkml:trace contextRef="#ctx0" brushRef="#br0" timeOffset="2516">20470 3593 6903,'6'2'3276,"-2"4"-2144,-4-1-773,-2 11-179,0-5 0,-2 13-729,2-11 639,-1 11-90,1-11-115,-4 12 115,3-12-90,-3 4 0,6-8-180,0-1 1,2-3-3008,-9-15 2886,4 4 1,-6-11 0,6 9 0</inkml:trace>
  <inkml:trace contextRef="#ctx0" brushRef="#br0" timeOffset="3599">20728 3610 6813,'6'6'3276,"-2"-2"-2774,1 1 218,1-1-631,-3-3 91,4 0-90,-3-2 0,3-5-90,-2 2 90,12-19 0,-10 11-90,10-20 0,-10 17 0,4-11 0,-5 10 90,6-25-90,-8 21 45,-1-4 0,0 0-45,-5 6 90,-1-7-90,-1 14 270,-12-14-270,7 13 180,-15-17-180,14 21-2131,-4-3 2131,7 7 90,-16 2-90,12 3 90,-11 2-90,15 2 0,0 2 90,0 1 179,-6 25 1,-1 6-2866,4-5 2641,-4 8 0,2-1 135,8-13-988,1-2 0,1 1 898,0 6 210,1-6 0,0 0-210,1-1-90,5 21 0,-3-19 1832,4 14-1832,-4-23 2953,4 12-2953,-4-17 743,3 10-653,-5-22-90,0 1 90,0-21 329,0 8-419,2-23 156,1 18-156,2-5 0,7-6 0,3 0-3277,-1 3 3219,4-6 1,1 3-1267,-5 14 1234,9-6-316,-9 9 496,24 0-90,-21 7 0,6 9 0,-1 2-1312,-12 0 1312,11 12 1885,-20-15-1885,-1-1 1364,-2 0-1364,-3 0 0,-3 0 560,-1-1-560,-2 0 0,-12-1-767,7-1 767,-10-1 0,13-2 0,-5-3 0,8 2 0,-3 0 0,8 2 0,1 0 0,2 2 90,2 1-90,2 2 3276,10 9-3070,-3-5-206,20 14 0,-12-13 0,10 3-1080,-2-8 1,0-3-1,-3-1-1528,25-2 1439,-40-4-1,-1-1 350,-4-1 1,-2 0 0,1-1 0</inkml:trace>
  <inkml:trace contextRef="#ctx0" brushRef="#br0" timeOffset="4581">21333 3113 7803,'2'2'2068,"0"1"-1798,-1-3 270,-1 1-450,0 1 360,3 2-360,-1 0-1,4-2-89,-2 1 90,26 5-90,-16-5-90,24 4 1,-27-7-1,3-1-90,-4 0-2789,10-11 2070,-13 5 899,4-9 0,-14 11 0,-2-2 0</inkml:trace>
  <inkml:trace contextRef="#ctx0" brushRef="#br0" timeOffset="4949">21333 3285 7263,'3'7'3148,"1"-1"-2968,0 0 0,0-2 0,-1-2 0,0-1-90,2 1 0,-1-2 89,3 2-179,-1-1 90,2 3-90,-2-1 0,3-1 90,0-1-90,2 1 0,3-2 0,-4 0 0,10 0-90,-10 0-90,10-2-179,-10 1-451,5-3-10,-1-1 1,-5 1 0,3-1 0</inkml:trace>
  <inkml:trace contextRef="#ctx0" brushRef="#br0" timeOffset="6305">22218 3183 6196,'-16'14'2968,"6"-5"-1963,-11 11-915,12-10 180,-5 11-90,7-9-90,-2 14 225,5-10-45,-3 28-156,5-26-24,2 24-90,2-31 90,3 4 262,-3-10-352,11 1 0,-5-5 0,13-2 0,-10-5 0,8-7 0,-9 3 0,6-10 0,-8 8-90,0-6 90,-17-26 0,-5-2-1654,5 14 1654,-5-16 0,-1 4 0,7 29 0,1-3 0,-1 2 45,-2-21 0,0-3-45,2 5-349,-1-6 1,2 2 348,6 17-2613,1 1 2613,0 1 0,1 1 408,7-4 1,1 0-409,1 3-89,16-19-91,-16 35 0,4 2 448,-7 4-3545,6 1 3725,-10 1 1,1 1 0,-11-1-1</inkml:trace>
  <inkml:trace contextRef="#ctx0" brushRef="#br0" timeOffset="7499">22476 2913 10591,'-6'7'1529,"-1"26"-4806,5-16 1164,-2 21 3314,3-22-976,-3 14 0,0 3-225,0-2 45,-1 9 0,2-2 45,1-13 0,3 18-90,1-20 134,2 7 1,0 1-135,0-7 45,-1 1 0,-1-1-45,1-13 0,-2 2 901,0-5-812,1 7-89,-4-8 0,2 6 0,-1-12 0,0 2 3265,0-1-3265,-2 7 0,3-5 0,-1 3 384,3-6-384,-2-1 0,3 0 0,-2 0 0,2 0 0,9 8 0,-6-6 0,7 6 0,-8-8 0,-3 0 0,3-2 0,-2 1-719,6-8 179,-5 2-2698,5-19 1978,-7 11 181,-1-12 1079,-1 11 0,-3 3 0,2 1 0</inkml:trace>
  <inkml:trace contextRef="#ctx0" brushRef="#br0" timeOffset="7839">22538 2833 7533,'-2'-4'3276,"-2"1"-2505,1 2-591,1 1 270,1 0-450,5 0 0,-1 0 0,6 0 0,-2 0-90,7-1 0,-3 1-90,3-1-180,-4 1-2338,7-2 1619,-8 1 89,3 0 990,-10 0 0,-2 4 0,0 1 0</inkml:trace>
  <inkml:trace contextRef="#ctx0" brushRef="#br0" timeOffset="8550">22673 3085 7623,'0'-8'2968,"-3"0"-2698,1 5 0,-3 0-90,3 3 89,0 1-89,1 0 90,1 5-180,1-1 90,1 4 0,-1 1 359,0 18 1,-1 4-360,0-3-90,0 11 0,0-1 0,0-14 0,0 13-3367,0-19 3432,1 4-65,2-4 0,-3-7 0,0 4-90,-2-11 90,0-6-90,2-1 0,0-6 0,0 2 0,0-9 0,1 4 0,8-27 0,-2 19 0,5-16 0,-4 8 0,-2 10-45,7-7 0,2 1 45,-4 8 0,21-16 0,-23 27 0,10 1 0,-9 6 45,3 20 0,-3 6-45,-2-7 0,0 8 0,-2 0-1054,-5-15 1054,0 0 0,0 1-180,4 6-90,-2-6-89,2 2 359,17-20 0,-11 0 0,16-11 0</inkml:trace>
  <inkml:trace contextRef="#ctx0" brushRef="#br0" timeOffset="9437">23161 3303 8342,'4'3'1709,"-2"1"-1169,-1-3 0,-1 1 449,-3 4-899,1-3 90,-4 5-90,4-5 180,0-2-180,2 0 180,2 2-270,0-2 89,4 4 1,-2-4-90,3 2 90,1-1-90,1-1 0,2 1 0,8-1 0,-3-1 90,6 1-3367,-5-1 3162,0-1 115,1 1-90,-2-1 90,0-1-2268,-1 2 2268,-1-1-90,0 1-58,-2 0-32,0-1-180,3-2 1,-5 1-2918,9-21 797,-17 14 2480,3-16 0,-14 20 0,0 1 0</inkml:trace>
  <inkml:trace contextRef="#ctx0" brushRef="#br0" timeOffset="10754">23576 3463 7713,'6'-4'1889,"0"-1"-1530,0 1-89,3-4-270,-1 1 180,4-6-90,-4 4-90,2-1 90,-3 2 0,1 1 0,4-7 0,-2 4 45,5-8 0,1-1-45,-3 1-1,2-4 1,0 1 0,-7 3-90,3-4 90,-4 5 45,0-10 0,-2-1-396,2-2 306,-3-4 0,0 1-3322,-3 11 3248,-1-6-161,-1 10 190,-2-10 0,0 5 90,-5-21-1,3 23 79,-5-10-78,2 20-90,-4-4 3276,4 5-3213,-24-7 27,18 13 0,-19 3 431,23 7-431,-3 4 90,2 3-180,3-2 180,-8 18-91,9-12-89,-3 11 90,7-13-90,1 1 180,1 17-3457,2-11 3342,1 15-2076,-1-15 2011,1 1-590,-1 1 680,1 13 0,1 1-1437,1 0 1392,0 5 0,1 0-45,1-16 0,1 8 523,-2-12-523,1 15 0,-1-15 0,1 19 542,-2-24-542,0 3 1875,-7 7-1875,2-17 2804,-5 0-2804,4-22 0,1-8-1616,2-15 1616,1 11-164,1-11 164,5 5 0,1 0-90,1 0 90,0-1 0,0 3 0,0 10 0,0 2 0,0 1 0,18 5 0,-14-2 0,18 5 90,-21 0-90,7 5 3276,-8 4-3242,10 14-34,-13-8 0,4 13 0,-11-13 0,-8 7 0,1-8 0,-21 12 0,14-12 0,-15 6 0,18-12 0,-2 1 246,4-2-156,-4 6 90,8-4-180,-4 7 90,9-6 0,0-1 0,1 2 0,1 0 0,3 2-90,2 0 179,19 7-179,-14-7 0,15 8-2128,-16-11 1948,0 2-720,29-1-2356,-17-4 2446,19-2 810,-9-20 0,-17 9 0,8-13 0</inkml:trace>
  <inkml:trace contextRef="#ctx0" brushRef="#br0" timeOffset="11679">24163 2683 6813,'-2'5'3276,"-1"-2"-2414,2 1-502,0-3-1,1 1 181,4 5-450,1-3 0,7 9-90,-3-7 270,13 5-180,-9-6 0,26 19-3367,-24-21 3162,13 11-846,-19-18 1051,0-1-90,-1 3 180,11-6-180,-9 5 90,7-4 180,-12 6 2736,-4 0-1926,-2 15 446,-1-6-1347,-4 14-89,3-11-90,-2 0 135,1 17 0,1 2-3412,0-3 3264,0 11 1,1-1-1708,1-12 1810,-1 21-90,1-19 30,-1 2 0,0 7 0,0-4-30,1 6 0,-2 9 0,3-3 0,2-23 90,1 4-90,-1-10 0,-2-1 0,2 1 1720,-2-3-1720,0 1 0,2 11 0,-1-11 0,5 17 0,-4-19 0,2 13-728,-4-15 728,0 4 3031,-13-4-3031,6-3-45,-23 6 0,-5 0-3166,8-2 3121,-5 0 0,0-1-90,10-2-1459,-8-10 1,-1-3-1639,3 1 3044,-4-4 0,5-2 0,15 1 0,-1-1 0</inkml:trace>
  <inkml:trace contextRef="#ctx0" brushRef="#br0" timeOffset="12625">19597 4105 6847,'10'4'3148,"0"0"-1546,14 0-1242,-6-1 360,26 1-361,-12-3 45,-3 0 1,12 1 0,6 0 0,2 0 0,-2-1 0,-8 1-1498,0 0 1,-5-1 0,6 1 1012,1-1 0,7 1 0,3 1 0,1-1 0,-5 0 0,-8-1 431,-2 1 1,-5-1 0,-1 0-262,5 0 0,0 0 0,0 0-770,2-1 1,0 1 0,0 0 739,2 0 0,0 0 0,1 0-530,1-1 0,0 0 0,0 1 530,2-1 0,1 1 0,-1-1-60,0 0 0,1-1 0,2 1 0,-8-1 0,2 1 0,2-1 0,-1 1 0,-2-1-245,0 1 0,-3-1 0,1 1 0,6-1 222,-7 0 1,4 0-1,4 0 1,1-1 0,0 1-1,-1 0 1,-2 0 0,-5-1 22,11 1 0,-6 0 0,-1 0 0,5-1 0,-3 1 0,4-1 0,2 0 0,0 0 0,-3 1 0,-5-1 0,-3 0 0,-6 1 0,2 0 0,6-1 0,-4-1 0,7 0 0,3 0 0,2-1 0,2 0 0,-1 0 0,-1 0 0,-4 1 0,-5 0-23,11-1 1,-7 1-1,1 0 1,6-1 12,-10 1 0,5-1 0,5 0 0,1 0 0,1 0 0,-2-1 0,-4 2 0,-5-1 0,-7 1 191,1 0 0,-8 1 0,6-1-346,2-1 0,7-2 0,3 0 0,0-1 0,-4 2 0,-7 0 75,7-1 0,-2 1 264,4-1 1,8-2 0,-5 0 0,-15 4-535,-16 3-90,0 1 1897,-8-1-4724,-16-24 2457,2 15 1,-13-19 0,8 22 0</inkml:trace>
  <inkml:trace contextRef="#ctx0" brushRef="#br0" timeOffset="21449">19817 5843 8792,'2'-6'2878,"-1"0"-2698,-4 6 0,2-2 0,0 1 1169,-13-14-1169,7 9 180,-15-10-90,12 15 90,-6-1-181,4 2 541,-23 5-630,21-1 0,-18 5 0,25-5-90,0 1 90,3-2 0,8 13-90,0-7 90,9 16 0,-4-14 0,2 5 0,-1-3-90,-1-1 90,1 2-90,0 0-3123,12 21 3213,-10-15 0,8 15-792,-14-22 1062,-3 11-180,-3-10-90,-4 8-225,-17-3 0,-3-1-135,4-2-225,-7 3 1,2-2-136,14-12-1084,-1 3 814,7-6-2377,15-13 258,-3 3 1849,12-10 1170,-8 8 0,2 1 0,0 0 0</inkml:trace>
  <inkml:trace contextRef="#ctx0" brushRef="#br0" timeOffset="21699">19963 6070 8072,'0'-6'3276,"0"1"-2594,-3 1-322,1 2 1349,-2 11-1439,2-3 90,0 18-270,3-10 89,-1 13-179,2-9-269,-2 29-1,1-27-810,0 19-89,2-32 1169,-9-8 0,5-4 0,-7-8 0</inkml:trace>
  <inkml:trace contextRef="#ctx0" brushRef="#br0" timeOffset="23383">20368 6000 7803,'2'-4'2338,"0"1"-1888,-4 1-180,0 1 0,-1 1 89,-3 2-89,1 1 450,-9 9-450,6-5 90,-7 11-91,8-9-89,-2 4 450,-10 8-450,8-6 0,-5 10 179,23 14 1,8 0-450,-3-15 90,2 15 0,6-10 0,9-44 0,1-10 0,-7 8-45,10-12 0,-4 0-3232,-20 15 3162,2-9 115,-8 10 0,-7-28 0,1 21 0,-5-21 0,3 27 0,-12-11 0,6 7 0,-11-5 0,-1 0 0,2 2 0,-2-3 0,1 0 0,4 2 0,2-4 0,0-1-398,1 0 353,2-6 0,1 0 45,5 8 0,1-21 0,11 32-90,7-8-152,-2 14-1197,27-1 989,-16 9-179,16 1-1409,-17 0 959,-1 1-90,-1-1-1,-2 0 404,-6 4 766,5 6 0,-5 1 0,5 5 0</inkml:trace>
  <inkml:trace contextRef="#ctx0" brushRef="#br0" timeOffset="25400">20688 5760 7623,'0'13'3276,"-5"10"-3044,3-13 532,-3 27 1,1 5-3555,1-11 2970,0 13 0,1-1-90,1-18 135,1 5 0,0 2-225,0-2 473,1 5 0,1-1-383,0-9 375,4 17-375,-5-26 0,5 13-90,-4-16 90,8 13-2966,-5-17 2876,5 5-888,-4-9 888,-1 2 0,2-1 0,23 9 0,-18-10-90,18 4 90,-25-9 2346,0 0-5623,14-28 4493,-15 15-2296,9-25 1080,-25 15 0,3 4 0,-4-5 0</inkml:trace>
  <inkml:trace contextRef="#ctx0" brushRef="#br0" timeOffset="25650">20563 5748 6993,'10'-9'3276,"-3"3"-2504,4-1-772,-4 4 90,1 0-90,2 1-270,29-1 0,-17 3-1079,26 2 449,-34 2 80,2 9 1,-9-5 0,-1 5 0</inkml:trace>
  <inkml:trace contextRef="#ctx0" brushRef="#br0" timeOffset="26250">20890 6028 7083,'7'0'3148,"-1"0"-2338,-5 2-630,1-1 179,-3 9-179,1-4-90,0 7 0,0-2 360,-2 24-450,1-17 270,-1 18-180,2-27 539,0 12-539,1-17-90,1 6 0,0-16 0,3-15 0,-2 7 0,4-12 0,0 0-3277,-2 4 3162,8-19-1242,-8 26 1357,2-7 90,-1 5-90,6-6 0,0 0-1819,-3 5 1819,13-16 1442,-17 28-1352,3 2 90,-1 3 1962,9 29-2052,-10-12 90,4 25-90,-9-20 90,1 14 3013,-1-8-3103,0 8-90,-1-14-179,0 24-1,0-21-360,1 21-682,1-32 772,1 0-2827,10-10 1753,-7-4 874,13-11 0,-12 4 1,5-5-1</inkml:trace>
  <inkml:trace contextRef="#ctx0" brushRef="#br0" timeOffset="26804">21290 6178 9242,'6'0'1439,"-3"1"-1259,-2 0 0,-1 0 0,0 2 179,0-2-179,0 2 0,0-1 0,0 1 0,0-1 270,1 5-270,0-1 0,0 5-91,-1-2 91,-1 1 0,-1 0-90,0 1 0,-1 0 0,1 2 90,-4 11-180,3-10-90,-2 11 0,4-17-180,2 4 0,0-5-2878,6-3 1979,-4-2 89,0-5 1,-6 1 1079,-2-2 0,3-2 0,-1 0 0</inkml:trace>
  <inkml:trace contextRef="#ctx0" brushRef="#br0" timeOffset="27499">21498 6143 9602,'2'4'1349,"0"-1"-1169,0-3 89,-1 0-89,2 0-90,0 0 180,5 0-180,0 0 0,3 0 0,-1-1-90,1 0 90,-1-2-90,2 1 90,-1 0 0,21-3-90,-16 2-90,26-5 90,-30 5 0,7-1 0,-12 0-720,14-7 450,-10 6-269,11-8 89,-15 9-899,1-2 539,-4 2 810,1-1 0,-4 4 0,0-1 0</inkml:trace>
  <inkml:trace contextRef="#ctx0" brushRef="#br0" timeOffset="28666">21973 6018 6993,'14'-11'3058,"-1"0"-2788,-5 3 90,2-8-3637,-2 3 1163,1-3 2204,0 3 1499,0 1-1499,0-1 0,1-1 859,-3 2-769,2-3-90,-2 2 90,1-2-90,-2 2 90,1-2 720,1-23-811,-6 19 271,1-20 2916,-6 26-2980,-2-2-206,0 4 90,-2-1 450,-16-8-540,12 11 89,-14-6-89,18 13 0,1 1 90,-4 0-90,5 1 90,-5 1-90,6 0 0,-2 1-90,2 2 270,-1 6-270,2-3 90,-2 5 90,2-2 0,0-3-90,-1 1 0,2-3-90,-1 0 179,-1 7-89,1-5 0,-2 8 90,4-6-180,-1 1 90,2 0 0,0 0 0,0 1 0,0 0-90,0 2 270,0 6-180,0-4 90,1 9 0,1 0-90,-1-1-339,3 22 429,0-20-3457,-2-6 3334,3 5-57,-2-7 90,6 16-90,-5-16 0,3 14 0,-6-26 0,-1 1 346,-4 4-346,1-4 3276,-3 6-2890,4-3-296,-1-2 270,-2 14-360,1-10 90,-2 10 0,5-12-90,0 1 180,1-6-180,0 1 180,-1-4-1,1 1-89,-2-6-90,2 2 0,-1-4 0,1 4 0,-2-5 0,2 1 0,4-16 0,2-3-90,-1 3 90,3-8 0,2 0 0,-3 12 0,4-6-90,-4 9 90,4-4 0,-2 5 0,3-5 0,-6 10 0,4-2 0,-5 6 0,1-2-89,-2 6 89,-3-3 0,0 4-90,-6 3 90,1 1 0,-5 3 0,2-1 0,-3 4 0,1-2 90,-10 20-90,11-16 0,-4 14 0,12-16 0,1 1 0,3-1 0,4 6 0,0-5 0,26 16-90,-18-16-1126,18 7 137,-7-17-2063,-9-1 2153,9-2-650,-3-10 1,-2-1-1639,-3 3 1876,3-4 1,-4 0 231,-13 7 622,-1-1 0,0 1 0,0-1 1</inkml:trace>
  <inkml:trace contextRef="#ctx0" brushRef="#br0" timeOffset="29399">22363 5705 7173,'1'5'3276,"2"-1"-1965,-2-3-1041,2-1-90,-1 1 450,8-1-540,-6 2 90,9-2-180,-6 0 0,4 0 89,0 0 271,17-3-270,-16 2 0,14-2 0,-20 2 0,0 1-90,-2 0 810,-1 3-720,-1-1 89,0 4-89,-2-2 180,0 3-90,0-2 630,2 15-630,-1-12-90,1 12 89,-2-12 181,0 5-270,0-2 540,9 36-3907,-5-25 3342,8 25-2154,-8-30 2089,0 1-499,-1-1 769,4 19-270,-1-11 0,1 13 180,-3-17 1796,-1-1-1976,-1 0 0,2 8 1468,-2-6-1468,2 4 0,-2-8 0,3 16 1085,-3-17-1085,1 26 0,-4-33 0,-6 11 0,2-19 0,-4 1 0,2-2 0,-6-1 0,3 0-259,-29 6-550,19-4-1170,-24 6 720,26-6-1710,-12-1 1620,10-1 1349,-4 2 0,-1 2 0,-2 3 0,-18 6 0</inkml:trace>
  <inkml:trace contextRef="#ctx0" brushRef="#br0" timeOffset="33484">19737 7158 8702,'3'-1'2069,"-1"0"-1709,0-5-180,-1 2 989,1-1-809,0 3-90,-1-2-1,-1 2 181,-1-5-180,-1 2 450,-7-2-631,3 3 91,-7-1-90,3 4 90,-3 0 854,-28 12 1,-6 4-4157,13-3 3257,-13 4 0,5 2-127,28-4 397,-1 16 0,2 5-405,5-6 89,1 15 1,6-1-90,12-18-1046,2-1 1,1 1 1135,2-1 1013,7 8 0,1 0-1103,-6-7 45,1 1 0,-3-3 134,-11-13 91,-2 5 72,-3-8-162,-15 12-180,6-12-180,-18 8 90,14-9-1259,-16 3 989,14-5-2917,-16-2 78,22-2 51,-2-8 5064,12 3-1916,4-3 0,-1 6 0,1 3 0</inkml:trace>
  <inkml:trace contextRef="#ctx0" brushRef="#br0" timeOffset="33947">19710 7693 7892,'0'-12'3276,"0"-2"-1334,1 7-1673,2-3 1,2 4 270,8-3-3817,-2 4 2842,6-1 885,3 2 593,-4 3-863,4 0 90,-6 2-90,-2 1 179,0 2-89,-1 2 450,1 4 647,-3-1-1097,0 4-1,-4-3 279,1 8-548,-2-5 90,2 9 0,-3-12 0,2 5 0,-3-8-450,16 9 270,-8-10-899,15 3 179,-13-8-2467,29-9 3620,-21 4-1602,21-6 0,-26 6 0,0 0 179,-4 0 260,1 1 1,1-2 0,1 0 0</inkml:trace>
  <inkml:trace contextRef="#ctx0" brushRef="#br0" timeOffset="34449">20528 7508 7083,'-4'-5'3276,"-5"-3"-1875,0 4-411,-12 0-630,7 5 1079,-27 19-1169,24-9-1,-14 22-179,25-19 270,3 31-3637,4-27 2393,3 19 994,-1-25-110,3 1 0,0-3 0,12 3 0,-9-8 0,16-3 0,-15-8 90,8-13-90,-11 6 0,-10-19 0,-4-1 0,-1 8 0,-4-11 0,-2 0-1314,1 13 1359,3 0 0,-1 1-45,-2-5-45,1-16 0,1-2 45,5 6 0,0-1 0,2 2 0,8 12 0,3-8 2370,0 9-2370,1 1 0,1 1 3085,0 6-3175,6-10 90,-9 23-90,2 2-90,-1 1-629,7 4 359,-5 0 90,7 4-1349,2 8 990,-5-5-361,6 8 1080,0 6 0,-9-9 0,5 12 0</inkml:trace>
  <inkml:trace contextRef="#ctx0" brushRef="#br0" timeOffset="34917">20773 7340 11490,'-7'0'900,"1"0"-360,-1 2-271,1 1 1,-2 3 0,2 2 0,-1 1-90,0 3 180,2 2 134,0 22 1,1 5-1265,4-17 1,-1 0 769,-1 20 0,2-2 0,4-6 89,6 4-89,-2-17-180,3 2 1,1-2-91,-2-9-360,8 11 180,-13-22 1,4 1-91,-3-4-2737,-6-18 2457,-5 9 1,-5-16 0,-2 14 0</inkml:trace>
  <inkml:trace contextRef="#ctx0" brushRef="#br0" timeOffset="35055">20748 7438 7263,'23'-10'629,"-10"7"-2068,12-6 1439,-17 9 0,1-1 0,-2 1 0</inkml:trace>
  <inkml:trace contextRef="#ctx0" brushRef="#br0" timeOffset="35500">20955 7540 7803,'4'8'2608,"-1"-1"-2158,0 1-180,-1-1 359,-1 9-449,-1-6 0,0 7 90,0-7-180,0-2 360,0 3-360,0-7 0,1 1-1,-1-5 181,9-8-180,-5 1-90,9-16 90,-6 11 135,8-13 0,2-1-45,-5 9 0,4-6 0,-1 2 0,-9 16 89,1 0 991,11 24-1080,-10-9-1,9 17-89,-12-13 90,2 6-180,-3-3-180,1 7 1,0 0-181,-3-5-540,2 19 450,-4-32-1259,7-3 1170,-2-3-2160,14-9 1620,-11 2-990,8-10 1170,-10 7 899,2-4 0,-3 5 0,1 0 0</inkml:trace>
  <inkml:trace contextRef="#ctx0" brushRef="#br0" timeOffset="35649">21300 7615 7803,'13'1'3276,"-2"2"-1695,-8-2-1401,0 2 0,0-1-90,0 1-1,1-1-89,19 9-89,-10-5-721,25 1 360,-22-8-1349,16-11 720,-18 3 1079,19-17 0,-19 14 0,11-9 0</inkml:trace>
  <inkml:trace contextRef="#ctx0" brushRef="#br0" timeOffset="36749">21738 7428 8702,'-6'1'2249,"1"0"-1800,-3-1-179,4 0 90,-1 0-180,4-1 540,-1 2-630,2-3 89,-4 0 1,4 0-90,-4-2 90,4 2-90,-1 0 1079,-2-17-1169,3 14 0,-2-13 90,6 15-90,-1 2 0,2-1 0,0-2 0,0 0 0,0-1 90,9-11-90,-5 7 90,13-14-90,-11 13 90,6-3-90,-5 3 180,10-1 0,0 0-180,-2 0 45,5-1 0,0 1-3322,-12 5 3252,4 0 25,-6 3 450,16 16-270,-16-5 179,11 22-2537,-21-12 2448,-5 16-226,-1-10 136,-4 9 0,-1 1 2111,0-5-2291,1 0 0,2-1 0,2-12 90,1-1-90,3 2 0,1-6 0,2 2-855,36-5 1,9-5 729,-16-1-955,3-3 1,7-1 0,-11-3-360,-14-6-1,9-9 308,-20 9-37,-2-1 1169,-3 1 0,-2 3 0,-2 1 0</inkml:trace>
  <inkml:trace contextRef="#ctx0" brushRef="#br0" timeOffset="38066">22458 7015 6903,'13'11'2878,"-2"2"-2248,-1 2-270,-1 3-90,-2 4-90,1 3-187,1 15 0,1 4 97,0-1-30,-4-11 0,2 4 1,-3-5-151,-2 1-135,-2-6 0,-2 0-494,-5 2 719,-17-4 0,-11 3 0,2-4 0,7-6 0,-1-1 0,-13 4 0,1 1 0,0-1 0</inkml:trace>
  <inkml:trace contextRef="#ctx0" brushRef="#br0" timeOffset="40082">19815 8465 6903,'5'-6'2878,"-1"2"-1978,-1-11-810,-1 8 1529,-14-24-1529,6 25 360,-18-15-360,16 19 89,-5-2-89,6-1 0,-4 1 0,1 3-2105,-4 1 2105,2 1-588,-1 3 678,-9 3 0,4 1-90,-6 3 450,-9 11-361,13-8 1,-12 11-407,17-12 407,1 2-644,2-3 554,0 1 0,4-2-1,0-1 1,2 0 0,2-1-90,2 0 90,0-2-90,30 10 0,8 0 0,-13-3 918,14 4 0,-2-1-918,-19-10 360,7 14 0,-2 3 1364,-6-6-1589,-3 17 0,-7 0-135,-16-18 45,-4 2 0,-2-1-45,1-7-1639,-13 2 1,0-1-392,12-5-1247,-26 2 1157,44-15 2120,2-6 0,-1 5 0,3-2 0</inkml:trace>
  <inkml:trace contextRef="#ctx0" brushRef="#br0" timeOffset="40716">19815 8733 9062,'4'-3'1889,"-1"-2"-1709,-1 2 89,1-4-89,0 4 0,4-4-90,-1 3 90,1-2 630,12-8-720,-10 9 179,11-6-179,-17 12 0,1 2 90,-1-1 720,-1 13-810,-1-8 90,-1 12-180,0-12 90,-1 3-90,1-4 89,2 8-89,0-8 0,4 8 0,-2-12 0,2 2 0,-1-1 0,4 0 0,-1 0 0,1 1 0,-1-2 0,-3 1 0,1 0 0,-2 14 0,-4-5-3277,-9 24 3252,0-19 25,-8 10-952,-4 2 1,1-2 951,3-5-45,-3 6 0,3-4-45,13-18-629,1 3 359,3-5 0,2 1-2917,22-30 0,-14 15 3251,15-21 1,-20 22-1,0 0 1</inkml:trace>
  <inkml:trace contextRef="#ctx0" brushRef="#br0" timeOffset="42017">20468 8770 7353,'-3'4'2338,"0"1"-1978,-1-1 0,-2 1 494,-14 11 1,-2 3-765,5-5 0,-6 5 0,4 0 0,18-8 0,0-1 0,6 2 90,10 19-180,-5-18 0,12 16 0,-12-25 0,6 0 0,-2-10 0,1-2 0,-4-3 0,-5 1 0,-4 3 0,2-23 0,-3 14 0,3-16 0,-3 19 0,2 2 0,-2-3 0,-2-9 0,-4-6 45,-13-9 0,-3-1-45,12 5 0,-1 1 0,-14-6 0,3 6 0,14 17 90,-3-8-90,5 9 0,-3-14 0,6 14 0,2-22 0,2 23 0,4-12 0,-2 17 0,1 0 0,0 3-990,17-1 540,-11 4-809,19 1 270,-20 2-1,1 2-989,-7-2 1979,-2-2 0,3 1 0,3-1 0</inkml:trace>
  <inkml:trace contextRef="#ctx0" brushRef="#br0" timeOffset="43366">20810 8438 8882,'5'-2'1259,"0"1"-1079,-3 1 270,-1-1 269,-1 0-449,1-1 0,-5 9-180,4-3-90,-5 8 90,5-8-90,0 1 0,0-4 450,-2 4-360,0-5-90,0 2 90,0-7 0,0 1 0,0 0 0,0 2-90,1 1 179,1 0-89,-2 1 0,0-1-90,0 1 0,1 0 540,1 4-450,0-1 0,0 6 90,0-3 0,0 3 0,1 5-90,0 0 134,1 12 1,0 3-135,-1-3-45,1 6 0,-1-1 45,-1-10-90,0 16 90,0-16-90,2 13 90,0-13-90,1 4 0,1-9 0,0 1 90,3 1-90,-3-5 0,3 6 0,-4-9 0,1 2 0,-2-4 0,1-2 0,-1 1 0,1-2 0,-1 2 0,1-2 0,0-2 0,-1 2 0,2 1 0,-2-1 0,2-1 0,-2-2 0,2-4 0,1 1-90,13-9-3187,-5 3 3072,10-7-140,-12 5 345,6-30 0,-3-5 0,-8 13 0,4-12 0,-1 0 0</inkml:trace>
  <inkml:trace contextRef="#ctx0" brushRef="#br0" timeOffset="43566">20828 8370 7803,'4'-19'3276,"1"0"-2415,-2 13-771,3-6-90,2 4 0,2-3-270,17-3-3007,-9 5 2263,13-1 204,-14 9-1259,-1 4 990,-8-2 180,-1 2 899,-5-1 0,1 2 0,2 2 0</inkml:trace>
  <inkml:trace contextRef="#ctx0" brushRef="#br0" timeOffset="44200">21110 8438 7982,'4'1'2789,"-1"-1"-1260,-2 0-1169,-1 2 179,-2 6-359,0 2 90,-2 4-180,2-3 90,0 0 0,1 3 0,2 1 90,2 8-961,-1-5 961,0 10-180,-2-13 90,0 7-90,0-11-90,0 1 90,0-6 0,0-1 780,0-1-780,0-3 0,4-12-90,0 2 0,5-17 0,-3 11 0,3-14 0,-3 9 0,1-7 0,1-1 0,0-1 0,-1 4 0,1 0-3277,1 4 3162,1 0 115,0 2 0,9-8 90,-8 13-90,7-3 0,-9 15 0,1 3 90,5 10 0,-4 3 0,3 10 0,-4-1 3186,3 17-2980,-5-7-3573,1 12 3252,-4-14 25,0-1-90,0-2 0,0-2-90,0-3-1886,0-2 1706,-1-4 1517,3 3-2056,-2-8-360,3 0-180,-5-8-1,1-5 844,1-13 0,1 3 0,2-9 0</inkml:trace>
  <inkml:trace contextRef="#ctx0" brushRef="#br0" timeOffset="44400">21848 8538 7353,'-3'2'3238,"1"1"-630,1-3-2518,4 1 0,5 1-90,2 0 0,4 0 0,-2-3-630,12-2 1,2 0-180,-1 1-271,5-3 1,-1 1-91,-10 0-898,10-8 1248,-14 4 1,6-2 0,-7 5 0</inkml:trace>
  <inkml:trace contextRef="#ctx0" brushRef="#br0" timeOffset="45059">22376 8420 9242,'-4'-5'2788,"1"0"-2428,1 4 90,1-3-270,1 2 359,4-9-449,0 3 0,6-3 0,0 3 0,8-3 0,-2 4-90,11-5 90,-11 7 0,13-2 90,-14 4 449,21 9-449,-23 0 180,12 11-180,-21-8 630,-11 34-720,3-26-510,-10 21 510,10-29-90,1-1 0,1-2 90,12 9-90,-1-10 0,16 6 0,-9-11 0,7 0 0,-7 0 0,31 9 0,-27-4 180,21 12 329,-38-8-419,-2 4 0,-21 8 0,-7 2-180,5-2-450,-14 8 1,0-1-2738,14-14 1902,-11 6 386,22-14 989,0-21 0,12 6 0,2-17 0</inkml:trace>
  <inkml:trace contextRef="#ctx0" brushRef="#br0" timeOffset="45690">23091 8100 7263,'6'-12'3276,"-2"6"-1965,4-7-1131,0 6 0,1 0 270,11-7 0,2-1-271,-4 4 46,5-4 0,-3 3-45,-12 9 90,0 2 90,-5 3 1619,3 29-1710,-1-14 91,2 22-90,-1-21 0,0 2 0,2 3 179,7 20 1,2 4-450,0-3 0,-6-13 0,2 4 0,-1-5 0,3 0-3277,-1 1 3162,-1-1-2153,0-2 2268,-2-1 0,4 6 0,-6-7 90,2 5 0,-6-10 270,-3 8-181,-4-8 181,-3 13-270,-1-14 0,-3 4 1845,-3-9-1935,-26 9-90,20-13-900,-20 8 541,30-17-721,-2 1-89,3-5-450,-1 0-180,0-2 0,-1-2 180,-1 0 180,-2-1 1146,-1 1 383,-2 4 0,-1 2 0,-1 2 0</inkml:trace>
  <inkml:trace contextRef="#ctx0" brushRef="#br0" timeOffset="46080">21045 10828 8252,'8'-8'3276,"-4"1"0,-3-3-2272,-4 1-554,1 0-180,0 2-91,0 0-268,0 0-271,-1 3-2917,0 5 0,0 3 3166,-16 28 1,4-7-1,1-4 1,-1 1 0</inkml:trace>
  <inkml:trace contextRef="#ctx0" brushRef="#br0" timeOffset="46267">20993 11563 7173,'2'25'3276,"0"-3"-1695,-2-3-951,-1-4-360,0-3-540,5 5-270,0-11-2428,11-1 1888,-8-8-988,6-1 2068,-9 5 0,2 3 0,1 2 0</inkml:trace>
  <inkml:trace contextRef="#ctx0" brushRef="#br0" timeOffset="46349">21118 11898 7443,'2'33'1638,"0"0"0,1-1-1073,-1-1 1,-1-2-656,1-14-809,4 1-91,-5-4 990,-5 7 0,0-12 0,-5 3 0</inkml:trace>
  <inkml:trace contextRef="#ctx0" brushRef="#br0" timeOffset="46539">21085 12538 3989,'-14'25'3276,"-2"-2"0,-13 9-2728,12-16-548,-6 6 0,18-15 687,3-4-867,2 1 471,2-1-3568,32-3 2511,-20-3-403,16-2 1169,-32-2 0,-5 2 0,0 2 0</inkml:trace>
  <inkml:trace contextRef="#ctx0" brushRef="#br0" timeOffset="49450">19903 13928 7623,'2'-7'3276,"-8"-13"-1695,3 10-1311,-8-11-90,5 15-473,0 1 563,-2-1 155,2-1 115,-1 0-192,4 1 461,-13-1-539,6 6 0,-9 0 539,-4 9 1,0 3-540,1 0 135,-9 8 0,1 1-136,11-3-179,-8 11 344,11-3 1,2 0-345,4 0-45,-1 5 0,4-1-45,11-10 0,5 5 90,1-6-90,13 6 0,3 1-3277,-4-1 3174,4 0 1,-2 0 102,-13-12 90,3 28 0,-14-22-581,-1 21 401,-13-26 0,-2 1-359,-7 8 89,6-6-1939,-5 5 1669,10-7-104,-9 8-615,10-10-1710,-5 6 1530,16-17 90,0-2 180,4-4 1259,1 0 0,4-1 0,1 0 0</inkml:trace>
  <inkml:trace contextRef="#ctx0" brushRef="#br0" timeOffset="50366">19983 14488 8342,'0'5'2789,"-2"-2"-2520,1-1 91,-3-2-180,2 0 720,-4 1-720,3-1 179,-3 2-179,3 0 90,-4 2-90,3 0 809,-12 16-809,8-7 270,-7 17-360,11-12 90,0 2 0,1-7 270,-1 3-450,4-6 90,0 6-90,4-9 0,1 2 0,0-4 0,9 1 0,-6-3 0,13-1 0,-11-5 0,5 0 0,7-16 0,-10 9 0,9-11 0,-14 11 0,1 0 0,0-5 0,-2 4 0,0-3-1639,-28-25 1,-6-2 1253,13 12-118,-2 3 1,-4-4 0,4 5 413,1-5 89,9 15 0,-5-13 0,9 18 0,2 0 0,0 1 0,1 1 0,0 0 0,0 1 0,1-1 0,0 1 2556,8-11-2556,-2 8 89,5-7 2074,19 0-2163,-17 11 0,19-3 0,-27 13 0,0 5 0,-5 0 0,-9 24-90,4-16-270,-14 28-2917,12-32 2442,-4 7 386,5-11-2828,-2 3 0,2-7 2959,1 3 0,2-8 0,2 0 0</inkml:trace>
  <inkml:trace contextRef="#ctx0" brushRef="#br0" timeOffset="52150">20453 14270 11311,'-19'8'2338,"-3"7"-2248,15-6 0,-4 5 90,5-5 180,0 3-270,1-3 0,1 4 90,2-1-180,1-2 0,2 0 90,11 11-90,-5-16 0,11 9 0,-9-17 0,3-2 0,-3-2-90,18-21 90,-13 14 0,4-8 0,-2 1-1097,-10 10 1097,5-9-1761,-11 13 1761,0 1 0,-1 0 0,0 3 0,-3-2 90,0-5-90,-1 1 0,-1-5 0,0 2 0,-2-1-45,-5-8 0,0 0 45,-1-1 45,-3-6 0,-1 0-45,6 11 0,-6-10-45,4 1 0,1-1 45,2-2 442,-2-10 1,4 1-443,8 14 1973,3-13-1973,2 22 0,11-14 0,-6 15-90,14-13 90,-14 23-90,5 0-810,3 6 450,-7-1-359,9 2-270,-8-2-181,-5-1-1258,-2 1 1348,-6 2 350,3 1 1,1 2 0,3 0 0</inkml:trace>
  <inkml:trace contextRef="#ctx0" brushRef="#br0" timeOffset="52749">20778 13945 8522,'2'-5'3238,"1"2"-2428,-3 1-630,-3 2 0,2 1 0,-2 1-1,2 1 1,1 1 720,-8 37-720,6-21-135,-3 10 0,0 0-3322,4-6 3342,-3 10-785,2-10 810,3 14 0,1 3-90,0-6 0,1 5 0,1-4-2030,1-20 2030,0-1 2030,9 16-2030,-7-17-90,14 16 37,-14-26-36,4 3-1,-6-8-677,11-5 587,-7 2 2898,9-4-2988,-11 6 0,1-2-539,1-2 179,0 2-270,-1-5-179,-4 3-90,-2-4 305,-4 0-215,-2-2 1026,-2-1 1,-2 2-1,1 0 1</inkml:trace>
  <inkml:trace contextRef="#ctx0" brushRef="#br0" timeOffset="53099">20720 13913 12390,'-5'0'1079,"1"0"-719,3 0-360,7 1-90,2 0-90,2 2-449,7-1-1,-6-1-359,4-1-271,-7 0 91,0-2 1169,-2 1 0,1-2 0,2 1 0</inkml:trace>
  <inkml:trace contextRef="#ctx0" brushRef="#br0" timeOffset="53804">21015 14085 11311,'-5'0'809,"0"0"-269,2 2-360,0 0 90,-2 5-91,2-2 91,-1 11-180,1-5 90,-2 14-3457,2-10 3252,0 8 115,0-8 90,2 26-180,0-23 90,1 18 0,0-29 90,2 8-180,0-10 90,1 1 3186,-1-9-3160,-1-4-116,-1 1 0,1-3 0,-1 0 0,1-2 0,0 0 0,2-10 0,0 6 0,1-7 0,0 7 0,1 0 0,11-19 0,-7 17 0,9-14 0,-11 21 0,1 1 0,-2 1 0,5 1 0,-5 5 90,9 7-90,-9 1 0,8 22 0,-1 5-90,-4-12-1549,1 9 1,0-2 1163,-7-17 115,1-1 0,1 1-2338,5 1 1439,-4-7-1,3-1 1,-5-7 270,2-2 989,-2 1 0,3 0 0,0 2 0</inkml:trace>
  <inkml:trace contextRef="#ctx0" brushRef="#br0" timeOffset="54101">21460 14240 12660,'4'1'360,"0"1"-270,3-1-1,-2-1-89,3 1 0,-3 0-449,12 3 89,-7-2 360,29-7 0,-26 4 0,13-5 0</inkml:trace>
  <inkml:trace contextRef="#ctx0" brushRef="#br0" timeOffset="55350">21905 14233 6903,'2'-5'2968,"-1"2"-2338,-2 1 180,-2-1-541,1 3 91,-5-1-270,2 3 360,-16 16-270,11-7 0,-14 18-90,15-16 179,-5 11-3481,1 2 3302,2-4-2036,2 4 2036,5-12-386,2 0 296,1-3 0,-1 0 0,2-1 0,2 0 0,-1-1 2281,1 0-2281,20-1 0,3-2 0,-8-3-45,12 1 0,-2-3-407,-17-6 452,3-4 0,2-5 413,-5 4-503,16-27 90,-18 23 0,8-14 0,-15 21 0,0 1 0,-1 1 0,0 0 0,-1-1 0,0 1 0,-2-1 0,-5-5 0,3 3 0,-11-8 3276,9 10-3160,-8-5-116,-12-7 0,13 9 0,-15-12 0,23 14 0,-2 0 0,-5-16 0,6 13 0,-6-17 0,10 19 0,5-22 0,-1 18 0,6-14 0,-3 19 0,1 0 0,0 2 0,10-19 0,-9 15 0,7-12 0,-12 20 0,0 1 0,-6 18 0,1-8 0,-2 25 0,4-21 0,3 10-1349,6 9 450,-3-20-2378,0 15 1876,-3-27 1401,-2 2 0,1-3 0</inkml:trace>
  <inkml:trace contextRef="#ctx0" brushRef="#br0" timeOffset="56501">21850 14045 7443,'12'-7'3148,"-5"2"-2878,2-3-180,-7 3 0,1 0 180,3-6-181,-2 5 1,3-6 0,-2 6 360,10-8-360,-7 7 180,15-9-180,-16 12 180,10-5-180,-12 7 359,19 2-449,-18 2 90,12 2-90,-16-2 90,1 0 180,2 12-270,-3-7 90,1 10-90,-4-10 90,-6 9-90,2-6 0,-5 6 180,-6 9-180,9-13 0,-12 17 0,14-21 0,-5 7 0,5-6 0,-13 16-90,10-14 0,-11 13 0,11-14-90,-3 4 90,5-4-989,-3 13 719,6-15-1259,2 7 540,2-14-1260,-2-8 1350,0 1 989,0-6 0,5 2 0,2-2 0</inkml:trace>
  <inkml:trace contextRef="#ctx0" brushRef="#br0" timeOffset="57517">22203 13868 7982,'-2'-6'3276,"-4"-1"-1784,3 6-1043,1-2-359,5 3 0,2 0 0,1-1 90,11 0-180,-5 0 0,16-4 0,-15 2 0,7-2 0,-8 3 0,11-8 0,-10 6 90,11-5-90,-17 8 0,1 0 90,-6 1 450,2 12-450,-3-6 180,-1 14-180,-1-11 89,-3 4-89,2-2 630,-6 32-3997,5-19 3309,-1 6 1,1 0-2301,4-6 2357,1 10-837,0-9 793,2 5 0,0 3-260,1 2 237,2-1 1,1 11-1,2 0 1,-3-9 993,1 6-1016,1-3 0,1 5 0,-6-13 2295,-5-23-2295,-1 1 1083,-21 5-1263,11-7-360,-21 6 271,20-11-631,-8 3 943,9-2-3320,-14 1 0,14-4 3206,-6-2 1,16-1 0,4-2-1</inkml:trace>
  <inkml:trace contextRef="#ctx0" brushRef="#br0" timeOffset="58299">19357 15388 7803,'11'-6'3276,"-2"1"-1066,-4 4-321,15 6-5166,-3 0 2243,17 8 1664,1-2 219,10 0-624,-17-5 0,1 0 44,6-2 1,2 0-685,4 0 0,2 0 505,-11-2 0,1 0 0,0-1 0,2 0 0,1 0 0,3-1-344,5 1 0,4-2 1,0 1-1,-2-1 276,-7 1 1,-2-1-1,0 0 1,2 1-23,1-2 0,3 1 0,0 0 0,0 0 0,-3-1 0,1 1 0,-3-1 0,1 1 0,-1-1-92,2 0 1,0 0-1,1 0 1,2-1 91,-5 1 0,3-1 0,1 0 0,0 0 0,0 0 0,-2 0 0,8-1 0,-1 0 0,-1 0 0,3 0-30,-9 0 0,2 0 0,1 0 0,-1 0 0,-1 0 0,-2 0 252,5-1 0,-2 0 0,-1 1 1,0-1-268,0 0 0,-1 1 0,1-1 0,-1 0 22,-1 0 1,0 1-1,0-1 1,0 1-46,-2-1 1,-1 1-1,1-1 1,-1 1 7,10-2 0,-1 0 0,0 1 0,-4-1 0,-1 0 0,3 0-75,3-1 0,3-1 0,1 0 0,-6 1 105,-6 1 0,-3 0 0,3 0-78,-2 0 0,6-2 0,0 1 0,-3 0 0,-6 1 18,-2 1 0,-3 0-45,12-3 0,-4 1-225,-12 3-2917,1-9 1490,-17 8-911,-12-8 1619,-9 9 893,-11-2 1,12 0-1,-1 2 1</inkml:trace>
  <inkml:trace contextRef="#ctx0" brushRef="#br0" timeOffset="70200">6657 15008 7892,'15'-21'2429,"-2"2"-2339,-10 6 90,2-7-90,-2 5 180,3-14-180,-3 17 449,2-9-449,-4 15 180,0-1-90,-1 6 270,0-2 359,8 5-719,-3-2 0,8 2 90,-3-2-90,3 0 0,2-1 135,9-3 0,3-1-3502,4-2 3309,-1 1 1,-1-1-2212,2 0 2179,2-2 90,1 0-45,0-1 0,1 0-1547,10-2 1502,-9 2 0,0 1 90,3 0-90,-10 4 0,6 0 0,-4 0 108,-5 1 0,3-1-64,6 1 1,11-2 0,5 0 0,1 0 0,-4 1 0,-9 1-590,6-1 0,-1 1 563,-4 0 0,8 0 0,2-2 0,-4 2 0,-10 1 238,-8 1 1,-5 2-212,3-2 0,-1 1-45,2 0 0,-1 1 89,0-1 1,0 1-90,-1-1 0,3 2 90,6-1 0,8 1 0,1-1 1,-6 1-46,-1-1 0,1-1 333,5 1 1,9 0 0,-2-1-1,-10 0-378,5-4 0,-11 2 0,0-1 395,2-2 1,-3 0-396,-2 2 1288,2-1 1,-3 1-1199,-15 5 180,12 1-270,-11 0 180,13 1 0,2 0-180,-3-2 44,6 0 1,0-1 2286,-6-4-2331,9-1 45,0-2 0,1 0-45,1 2 10,7-2 1,-1 0-11,-12 6 0,13-2 0,-13 3 0,7 1 0,1 0 0,-6 0-1461,-4-1 0,2 1 1461,5 0 0,9 1 0,-1-1 0,-11 0-2268,5 2 2313,-14-1 0,1 1-804,8 1 1,0 0 758,11 2-87,-12-1 1,4 2 0,-3-2 86,13 3 0,-11-1 0,5 0 0,-5-1 0,-9-1 0,0-1 0,12 2 0,7 0 189,-7-1 1,4 1 0,1 0 0,-6-1-190,3-1 0,1 2 0,-3-1 0,9 1 0,3 0 0,-4 0 0,-8-1 0,-1-1 0,-3 0 0,3 1 0,3-1 0,-4 0 45,-6-1 0,3-1-45,2-1 0,7 1 0,3-1 0,-1 0 0,-5 0 0,-3 0 0,-3 0 0,5 0 0,3 0 0,8 0 0,3-1 0,1 1 0,-6-1 0,-7 1 0,9-1 0,-5 0 309,-9 0 1,2 0-1,0 0 1,-5 0-355,1 0 0,1 0 45,1-1 0,7 0 0,-1 1 0,-5-1 0,2 1 0,0 0 0,0 0 0,6-1 0,-2 1 0,-8 1 594,9 0-594,-16 1 0,1 0 520,-4 1 0,-1 0-520,13 1 0,7 2 0,1 0-90,-3-1 90,-6 0 0,3-1-838,-1-1 1,-2 0 837,6 2-223,-8-3 1,1 2 222,10 1-317,-22-1 317,13 3 1892,-24-2-1892,-3 0 2828,0 1-2738,3 6 828,-8-8-1008,5 6 874,-9-8-694,0 0-90,0-1 90,-2 12-90,0-6 0,-3 16 0,3-9 90,-5 16-90,3-10 150,1 9 0,0 7 0,0-3-1343,2-8 0,0 1 1283,0 16 0,1 6 0,0-6-1331,1-11 0,1-2 1286,1 12 0,1 0 0,-1-10 0,1 2-114,-1 2 1,2 7 0,0 1 0,-1-5 113,2 8 0,-1-1-438,0-6 1,0 4-1,0-1 1,-1-6 392,1-1 0,-1-4 472,0-2 1,-1 5-401,1 4 0,0 11 0,0 3 0,1-1 0,-2-9-72,1 6 0,-1 0 45,0-12 0,0 7 0,1 3 0,-1-1 0,0-5 0,-1-10 0,0-3 0,-1-5-309,0 9 0,0 1 399,0-2 0,0-1-45,-1 16-45,0-18 0,0 3 75,-2 2 0,-1 3 0,1-3-548,0-8 0,-1 1 473,-2 22 0,-1-2 789,-1-18-834,-2-3 180,-1-3-90,-1-3 924,-3-3-834,-6 2 0,-2 0-180,-1-1 1090,-3 2 1,0-1-1001,6-7-90,-8 4 90,6-7-1,-6 2 1,-7 1 0,3 0 94,8-3 1,0 1-125,-15 3 0,-6 3 0,7-2-1479,-5 1 1509,6-1 0,0 0-147,-8 1 267,5-3 0,-8 1 0,6-2-165,12-3 0,0 0 15,-14 2 0,-6 2 0,8-3-60,14-2 0,3-1 793,-10 2 0,0 0-748,10-2 0,-2 1-45,-16 2 0,-6 2 0,3 0 1637,6-1 0,-1 0-1637,9-2 0,-1 1 0,-5 1 0,-5 1-260,7-2 0,-5 1 1,-5 2-1,-4 0 0,-1 1 1,-2 0-1,1-1 0,2 1 1,3-1-1,3-1 0,6-1 278,-5 1 0,6-1 0,3-1 0,-2 1 0,-7 1-207,6-2 0,-4 2 0,-4 0 0,-4 1 0,-1 1 0,-1-1 0,1 0 0,1 0 0,3 0 0,4-2 0,6-1 0,6 0 189,-9 0 0,9-1 0,0-1-476,-3 2 1,0-1-1,0 0 476,1 0 0,-1 0 0,0 0-252,2-1 1,0 0 0,-6 1 289,0-1 1,-7 0 0,-4 1-1,-2-1 1,0 1 0,4-1-1,5-1-38,1 0 0,6 0 0,-1 0 0,-6 0 10,4-1 0,-6 1 0,-4 1 0,-2-1 0,0 1 0,1-1 0,2 0 0,5-1 0,7 0-10,-8-1 0,7-1 0,-2 1 0,-4 0 0,-1 1 0,-3-1 0,-5 0 0,7-1 0,-5-1 0,-3 0 0,0 0 0,0 0 0,4 0 0,4 0 0,0 1 0,5-1 0,0 1 0,-6 0 0,6-1 0,-5 1 0,-4-1 0,-2 1 0,0-1 0,1 1 0,2 0 0,5 0 0,6-1-57,-12 2 0,8 0 0,-2 0 57,0 0 0,-2 1 0,1-1 0,2 1 0,3-1 0,2 1 0,-7 1-12,7-1 1,-6 1 0,-5 1 0,-1 0 0,-1 0 0,1 0 0,3 0-1,6-1 12,-6 1 0,5 0 0,1-1 0,-7 1-10,8 0 0,-5 0 0,-4 1 0,-1 0 0,-1 0 0,1 0 0,3 0 0,5-1 0,5 0 256,-8 1 0,8 0 0,-2 0-246,1 0 0,0 0 0,-2 0 0,-2 2 18,-4 0 0,-3 1 0,-2 0 0,2 0 0,5 0 12,-2-1 0,4-1 0,-5 2-30,5-1 0,-5 1 0,-3 0 0,1 1 0,3-2 0,7 0 459,1-1 1,6-1 0,-2 0-460,-6 2 0,-3 0 0,-6 0 131,11-2 1,-7 0 0,-3 0 0,-3 0 0,0 1 0,2-2 0,4 1 0,5-1-132,-12 1 0,7-1 0,-7 0-170,10 0 0,-7 0 1,-4 1-1,-2 0 0,2 0 1,2-1-1,7-1 0,9-1 170,-3-1 0,5-2 397,-9 2 1,-2-1-398,-5 0 0,2-1 0,17 0 0,-2-1-30,-12-2 0,-7 0 0,7-1 30,16 0 0,1 1 0,-8-3 0,-4-1 0,6 1-635,-8-4 635,16 4 0,-4-1-30,-10-4 0,-5-1 1,4 1 29,12 3 0,-1-1 280,-16-3 1,-5-3-1,8 4-280,4-1 300,11 5 0,1 0-300,-11-4-513,10 2 1,-1 0 512,-14-6 208,14 5 1,-2-1-254,0 0 0,1 0 45,-15-5-45,6 0 0,1 0 45,-5-4-72,15-1 0,-4-8 0,-3-5 0,3 1 0,4 5-777,-1-4 0,1-1 849,1 0 0,-4-6 0,-2-3 0,4 2 0,6 7-45,5-3 0,4 3-76,1 5 0,-2-2 0,0-5 85,-1-5 0,-1-8 0,0-2 0,0 1 0,2 8 217,1 4 0,2 5 0,-2-7-193,1 5 1,-1-7 0,0-4 0,-2-2-1,2 0 1,-1 3 0,2 5 0,2 6-531,-1-12 0,0 4 542,1 2 0,-1-5 0,0 1 0,3 8 0,1 5 0,1 5 0,1-2 0,-1 0 216,1 0 0,1 0-261,-1 1 0,1 1 45,0-1 0,0 1 0,-1 0 0,1 1 0,0-24 741,0 3-741,1 3-90,1 2 566,3 6 0,2-4 0,0 3-476,-2 10 0,2-1 831,5-16 0,3-8 0,-1 10-831,7 0 634,0 0 1,1 0-635,2 3-315,-2 6 0,3-5 1,-3 6 314,-6 9 0,1 2 186,5-9 1,3-4-1,-4 7-186,4 1 0,6-7 0,-7 11 30,2 4 0,5-3 0,-3 2-1089,-5 3 1,1 0 1028,12-6 0,6-3 0,-6 4-760,-11 6 1,-2 2 834,9-5 0,2-1-45,3-1 0,-1 0 0,-7 4 0,0 0 0,7-4 0,6-1-18,-8 5 0,7-2 0,2 0 0,-1 1 0,-6 2-503,-2 1 1,-5 3-1,5-3 539,4-1 0,5-2 0,2-1 0,-3 2 0,-6 4-63,0 2 0,-4 2 45,1-1 0,3 1 0,7-2 0,5 1 0,-2 0 0,-1 0 0,0 1-369,-2-1 1,3 1 0,5-1 353,-11 1 0,3-1 0,3 0 0,0 0 0,-3 0 0,-4 2 15,2-2 0,-4 2 0,9-2-8,-12 2 1,8 0-1,5-2 1,4 0-1,2 0 1,3 0-1,-1-1 1,0 1 0,-3 0-1,-3 1 1,-5 0-1,-7 1 8,11 0 0,-10 0 0,0 1 0,7-1 10,-7 1 0,4-1 0,3-1 0,2 1 0,2-1 0,-1 1 0,0-1 0,-1 1 0,-4 0 10,3 1 0,-1-1 0,0 0 0,-2 1 0,-1 0 0,-3-1 1,-3 2-21,13-3 0,-7 2 0,7-2 11,-11 2 0,6-1 0,3-1 1,3 0-1,-2 0 0,-2 0 0,-5 1 1,-8 1-12,13-3 0,-4 0 0,6-1 0,5-1 0,-9 2 0,-15 1 0,-2 2 308,6-2 0,2 1 1,-5 0-309,6 1-45,-3 0 0,-3 2 45,-15 3 0,4-1 1306,-5 3-1306,29 2 0,-20-2 0,9 0 0,-1 0 1765,-8-3-1765,10 0-180,-5 0 495,-12 0-405,9 0 3310,-15 1-3580,12 2 270,-13 0 0,8 2-90,-15-2 341,-1 0-2770,-12 19-668,1-3 0,-15 21 3178,-1-9 1,-8 4 0,4-5-1,6-8 1,0 0 0,-10 7-1,-1 1 1,1-1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51:48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5242 7818 24575,'0'-17'0,"0"-10"0,0 24 0,0-10 0,0-1 0,0 11 0,0-10 0,0 0 0,-14 9 0,11-9 0,-10 13 0,13 0 0,0-13 0,0 9 0,0-9 0,-14 13 0,11 0 0,-10 0-3295,0 0 3295,9 0 0,-22 0 0,22 0 0,-22 0 0,9-13 0,-13 9 0,0-9 0,-13 0 0,10 9-5693,-11-22 5693,1 9-2333,-4 0 2333,-12-9-602,-15-4 602,11-3-1418,20 11 1,0 0 1417,4 0 0,1 1 1016,-39-12-1016,27 5 0,1-1 0,9 6 0,0 0 0,-11-8 0,-1 2-958,0 5 1,0 1 957,6-5 0,-1 0 292,-11 4 0,0 1-292,11-1 0,1 1 356,-12 1 0,-1 1-356,6-1 0,0 1 465,0 4 0,-1 1-465,-5-7 0,2 2 0,10 12 0,0 2 0,-11-7 0,0 1 0,11 4 0,1 1 0,-6 1 0,1-2 911,-1-5 0,0 1-911,6 11 0,-1 1-1106,-5-5 0,1-2 1106,6 1 0,0 1 0,0 4 0,0 1 379,0-6 0,0 0-379,0 7 0,1 0 0,-33 0 0,34 0 0,-1 0 0,-32 0 0,31 0 0,0 0 0,0 7 0,0 0-1080,0-6 0,0 1 1080,0 4 0,1 1 1955,-33 7-1955,34-13 0,-1 1 0,-32 25-153,31-25 0,0-1 153,0 11 0,0 3 0,-31 1 0,32-1 0,1 0 0,-33 2 0,31-4 0,0 1 0,-32 2 0,34-2 0,0 2 0,-34 14-508,1 0 508,2 0 0,1 0 0,10-13 0,-10 9 774,13-9-774,0 13 0,0 0 0,46 6 0,4 21 0,4 17 0,2 12 0,3 9 0,1 5 0,1 1 0,0-4 0,0-6 0,-1-11 0,-1-15 0,-3 6 0,0-14 0,0-1 0,2 16 0,2-6 0,-1 14 0,0 11 0,1 8 0,0 2 0,1 1 0,2-5 0,1-7 0,2-12 0,2-15 0,2-18 0,37 18-765,-18-27 1,2 1 764,-2 1 0,2-2-774,5-5 1,1 1 773,-6 5 0,1-1 626,11-5 0,1-2-626,-6 2 0,0-2 0,7-6 0,0 0 0,0 6 0,0-1 0,6-4 0,1-1 499,1-1 0,1 2-499,-2 5 0,2-1 0,4-11 0,1-1 0,-6 6 0,0-1 0,6-4 0,2-4 0,5-4 0,1-1 0,-5 6 0,-1-2-336,6-9 1,-1-2 335,-6 6 0,0-1-446,6-5 0,1-2 446,-5 2 0,-1-2 0,6-5 0,-1-1 551,1 6 1,0-2-552,1-9 0,0-2 0,0 6 0,0-1 0,6-11 0,-1-3 0,-12 6 0,1 1-422,11-5 0,1-2 422,-6 1 0,0 1 0,0 5 0,0-1 0,6-11 0,-1-1-249,-11 13 0,-1-1 249,5-11 0,1-1 0,1 13 0,-3-1 0,-10-10 0,0-2 0,10 5 0,0 1 0,-11 0 0,-2-1 0,8-4 0,0 0 0,-6 5 0,-1-1 0,-1-5 0,-1-2-224,-6 2 0,0-2 224,0 1 0,0 0 257,0 1 1,-1-1-258,-5-7 0,-1 0 744,6 7 0,-2-3-744,-8-9 0,-4-2 0,0 6 0,0-1 0,0-5 0,-4-2 0,-8 2 0,-3-2 0,7-5 0,0-1 0,-7 7 0,0-3 0,-1-6 0,1-6 0,-1 4-340,3 3 0,-1 0 340,-5-3 0,-2-4 0,1 6-209,5 6 0,-3 3 209,-10-7 0,-1 1 0,6 5 0,-1 2 0,-6-33 1238,-6 33 1,-1 2-1239,4-22 2695,-24-9-2695,11 0 0,-28 10 0,-2 3-1841,-14 3 1841,-13 24-642,29 11 0,-2 1 642,-6 4 0,-3 4 0,-4 3 0,-2 3 0,2-1 0,-1 3 0,-7 10 0,0 3-934,6-7 1,-1 2 933,-11 8 0,0 4 0,11 0 0,1 0 0,-13 0 0,1 3 0,11 10 0,1 1 0,-5-6 0,-1 1 0</inkml:trace>
  <inkml:trace contextRef="#ctx0" brushRef="#br0" timeOffset="3048">4493 16444 19853,'0'-17'0,"0"4"2207,-13 13-2207,9-13 802,-9 10-802,0-11 414,9 14-414,-9-13 0,13 10 0,-13-24 0,9 24 0,-22-11-67,22 1 67,-22 10 0,22-24 0,-22 24 0,9-24 0,-13 24 0,14-24 0,-11 24-5418,10-24 5418,-13 24 0,0-10-1940,0-1 1940,1 11-749,-15-10 749,11 13 0,-10-14 0,13 11 0,0-10-41,0-1 41,0 11 0,0-10 0,13 13 0,-9-14 0,9 11 0,-13-24 0,0 24 0,0-24 1809,0 24-1809,0-10-1011,0 13 1011,0-13-3867,-13 9 3867,10-22 0,-10 22 280,-1-9-280,-16 0-963,10-4 963,-6-13 890,13 13-890,9-9 0,-9 22 0,0-22 0,10 22 0,-11-22-278,1 23 278,10-11-1079,-11 14 1079,15-13 219,-1 10-219,0-11 0,0 14 3451,0 0-3451,0 0 0,13 0 0,-10-13 0,11 10 0,-14-11-1258,0 14 1258,0 0 0,0 0 0,13 0 0,-23 0 0,20 0 0,-23 14 0,13-11 0,0 10 0,0-13 0,0 0 0,-13 14 4516,10-11-4516,-10 10 0,13-13 0,0 0-1056,0 0 1056,0 0 6251,0 0-6251,0 0 0,0 0-6231,0 0 6231,0 0-4187,0 0 4187,0 0 707,0 0-707,0 0 0,14 0 0,-11 0 4537,10 0-4537,1 0 0,-11 0 0,24 0 3427,-24 0-3427,24 0 0,-24 0 0,11 0 0,-14 0 0,0 0 0,0 0 0,0 0 0,-14 0 0,11 0 0,-10 0 0,13 14-5672,0-11 5672,-13 10-2292,9-13 2292,-9 0 0,13 13 0,0-9 0,0 9 0,0 0 0,0-9 0,0 9 0,14-13 0,-11 13 0,11-9 0,-14 9 0,13 0 2543,-10-9-2543,11 9 0,-1 0 0,-10-9 0,11 22 0,-1-22 0,-9 22 0,22-22 0,-22 22 4826,9 4-4826,-13 3 0,13-3 2817,-9-3-2817,9-10 0,0-1 0,4 11 0,0-11-6408,9 1 6408,-22 10-3778,23-24 3778,-24 24-2230,24-11 2230,-24 1 0,24 10 0,-24-11 0,10 14 0,1-13 3432,2 9-3432,1-9 0,10 13 0,-11 0 0,14 0 2552,-13 13-2552,10-23-255,-11 33 255,14-33 0,0 24 0,0-14 0,0 0 0,0 0 0,0-1 0,0 1 0,0 0 0,0 0 0,0 0 65,0 0-65,14 0 257,-11 0-257,10 0 0,-13 0 0,0 0 0,14 0 0,-11 0 0,10-13-4300,1 9 4300,-11-9 3856,10 13-3856,-13 0 691,14 0-691,-11-14 0,24 11 0,-24-10 0,24 13 0,-24 0 0,24-1 0,-11 1 0,14 0 0,-13 0-197,9 0 197,-9-13-346,0 10 346,9-11 0,-9 14 0,0 0 0,9 0 0,-22 0-4202,22-13 4202,-9 9 0,-1-9 0,11 0-1765,-24 9 1765,24-23 0,-24 24 183,24-24-183,-10 11 3418,-1-14-3418,11 13 5111,-11-10-5111,1 11 0,10-1 0,-11-10 0,1 11-1472,10-14 1472,-11 13 0,14-10 0,-13 11-2635,10-1 2635,-24-10 0,23 11 0,-22-1 0,22-10 0,-9 11 0,13-14 0,-13 0-3697,9 13 3697,-9-10 0,0 10 3564,9-13-3564,-9 0 0,13 0 0,0 0 2604,-14 14-2604,11-11-1352,-10 10 1352,-1-13-8,11 14 8,-10-11 0,13 10-309,-14-13 309,11 0 0,-11 0 0,14 0 0,-13 0 1317,10 0-1317,-11 0 0,1 0-86,10 0 86,-11-13-1787,14 10 1787,0 3 0,-13 3 0,9 10 0,-9 1 0,0-11 0,9 10 0,-9-13 5731,13 0-5731,0 14 0,-14-11-3603,11 10 3603,-10-13-801,13 0 801,0 0-155,-14-13 155,11 10 0,-10-11 0,12 14 0,1 0 0,0 0 0,0 0 0,0 0 0,0 0 0,0 0 0,0 0 0,-13 0 791,9 0-791,-9 0 0,13 0 165,0 0-165,0-13 0,0 10 0,0-11 0,0 14 0,0 0 0,-14 0 0,24-13-682,-20 10 682,10-11 0,-3 14 0,-11-13 0,14 10 0,0-11 0,0 14 0,-13 0 0,10 0 0,-11 0 3078,14 0-3078,-13 0 0,9 0 0,-9-13 843,13 10-843,-13-10 0,9 13 0,-9 0 0,13 0 0,0-14-3239,-14 11 3239,11-10 0,-10 13-90,-1 0 90,11 0 0,-24 0 0,24 0 0,-24-14 0,24 11 6740,-24-10-6740,24 13 0,-24-14 0,37 11 0,-20-10 134,23 13-134,-26 0 0,-4 0 0,1 0 0,2 0 0,1 0 0,10 0 0,-11-14-4920,1 11 4920,9-10 0,-22 13 0,22 0 0,-22-14 0,9 11 0,0-10 0,-9 13 0,22-14 4920,-9 11-4920,0-10 0,-4 13-2382,0-14 2382,-9 11 0,22-10 0,-22 13 0,22 0 0,-23-13 0,11 9 0,-1-9 0,4 0 0,-1 9 0,11-9 0,-24 0-5995,24 9 5995,-24-22 0,24 22 1593,-10-9-1593,-1 13 0,11-13 0,-24 9 0,24-22 0,-24 9 0,10 0 0,1-9 0,-11 23 3282,10-11-3282,1 1 0,-11 10 0,10-11 0,1 1 0,-11 10 0,24-24 0,-24 10 0,24 1 0,-11-11 3502,1 24-3502,-4-24 0,0 24-6784,-9-24 6784,9 11 0,-13-1 0,13-10 0,-9 24 0,9-24 0,-13 24 0,13-24 0,-9 24 6784,9-10-6784,0-1 0,-9 11-5234,9-24 5234,0 24 0,-9-23 0,9 9 0,0 0 0,-9-9 0,9 22 0,0-22 0,-10 9 0,11-13 5234,-1 0-5234,-10 0 0,11 14-6784,-14-11 6784,0 10 0,0-13 0,13 14 0,-10-11 0,11 10 0,-14 1 0,0-11 0,0 24-343,0-24 343,0 24 4839,0-24-4839,0 24 0,0-24 0,0 24 0,0-24 0,0 24 467,0-24-467,0 24 1821,0-24-1821,0 24 0,13-24-4612,-10 24 4612,11-23 0,-14 22 0,0-22 0,0 22 0,0-22 0,0 22 0,0-9 0,0 13 4612,0-13-4612,0 9 0,0-9-3585,0 0 3585,-14 9 0,11-22 0,-10 22 0,13-9 0,0 0 0,0 9 0,0-22 3585,-14 23-3585,11-11 0,-10 1 0,13 10-2064,0-24 2064,0 24 0,-14-24 0,11 24 0,-10-11 0,13 1 0,0 10 0,0-24 0,-14 24 0,11-24 0,-10 24 0,13-11 0,0 14 937,0-13-937,-13 10 0,9-10 0,-9 13 0,13-14 0,-13 11 0,9-10 0,-9 13 1127,13 0-1127,0 0 0,0-14 0,-13 11-1589,9-10 1589,-9 13 0,13 0 0,0 0 0,-13 0 0,9 13 0,-22-10 0,9 24-6258,-13-24 6258,0 24-3474,0-24 3474,0 24-132,0-24 132,0 10 0,0-13 0,0 0 0,0 0 0,14 0 0,3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53:00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8656 6140 24575,'0'17'0,"0"-4"0,0 1 0,0-11 0,0 10 0,0-13 0,0 0 0,0 14-1672,0-11 1672,0 10 0,0-13 0,0 0 0,0 14 0,0-11 0,0 10 0,0-13 1672,0 0-1672,-13 0 0,10 0 0,-11 0 0,14 0 0,0 0 0,0 13 0,-13-9 0,10 9 0,-11-13 0,14 13-1910,0-9 1910,0 9 0,0-13 0,0 0 0,0 13 0,0-9 0,0 9 0,0-13 0,0 0 0,-13 13 0,10-9 0,-10 9 0,13-13 1910,0 0-1910,0 13 0,0-9 0,0 9 0,0-13 0,13 0 0,-10 0 0,10 0 0,-13 0 0,0 0 0,-13 0 0,10 0 0,-10 0 0,26 0 0,-10-13-1883,10 9 1883,-13-9 0,0 13 0,0 0 0,0-13 0,14 9 0,-11-9 0,10 13 0,-13 0 0,14-13-3683,-11 9 3683,24-9 0,-24 13 0,10 0 0,1 0 0,-11 0 0,24-13 0,-11 9 0,1-9 0,9 13 0,-9 0 0,13 0-1218,0 0 1218,0 0-4537,0-13 4537,0 9-557,0-9 557,0 13 0,0 0 0,0 0 0,0 0 0,0-13 0,0 10 0,0-11 0,26 1 0,-19 10 0,19-11 3969,-26 14-3969,0 0 0,0-13 0,0 10 0,0-11 814,0 14-814,0 0-4434,0 0 4434,0-13-2826,0 10 2826,0-11 1442,-14 14-1442,11 0 0,-24 0 0,24 0 0,-24 0 3749,11 0-3749,-1 0 5605,-10 0-5605,11 0 0,-1 14 1431,-10-11-1431,24 10 0,-11-13 0,1 14 0,10-11 0,-24 10 0,24-13 0,-11 0 0,1 0 2128,10 0-2128,-24 0 0,24 0-5654,-24 0 5654,24 0 0,-24 0 0,10-13 0,-13 10 0,13-11 0,-9 14 0,9 0 0,-13 0 5654,13 0-5654,-9 0 0,9 0 0,0 0-3163,-9 0 3163,22 0 0,-22 0 0,9 0 0,0 0 0,-9 0 0,9 0 0,-13 0 3163,13 0-3163,-9 0 0,9 0 0,-13 0 0,0 0 0,0-13 0,0 10 0,13-11 0,-9 14 0,9 0 0,-13 0 0,0 0 0,-13 0-1347,9 0 1347,-9-13 0,13 10 0,0-11 0,0 14 0,-13-13 0,9 10 0,-9-24 1347,0 24-1347,9-24 0,-9 11 0,13-1 0,-13-10-6784,9 11 6784,-9-14-4537,0 0 4537,9-14 0,-9 11 0,13-23-458,-13 9 458,9 0 0,-9-9 0,13 9 0,0-26 0,-13 10 0,9-10-2882,-9 13 2882,13-14-747,0 11 747,-6 20 0,-1 0 2137,4-34-2137,-11 1 599,13 32 0,2 1-599,-1-33 0,0-1 0,0 33 0,0 1 0,0-20-809,0 20 1,0 0 808,0-21-2013,0-9 2013,0 13 981,0 0-981,0 0 0,0 14 0,0-11 0,0 11 0,0-1 2852,0-9-2852,-13 22 0,10-9 0,-11 0 0,14 9 0,0-9 390,0 13-390,0 0 0,0 0 0,0 14 0,0-11 0,0 24 4458,0-11-4458,0 1 0,0 10 0,0-11 0,-13 14 0,10 0 0,-11 0 0,14 0 6666,0-13-6666,0 10 356,0-10-356,0 13 0,0 0 0,0-14 0,0 11 0,14-10 0,-11-1 0,10 11 0,-13-10 0,0 13 0,0 0 0,0-14 0,0 11 0,0-10 0,0 13 0,0 0 0,0-14-1720,0 11 1720,0-10 0,0 13 0,0 0 0,14 0 0,-11 0 0,10 0 0,-13-14 0,0 11 0,0-10 1720,0 13-1720,0 0 0,14 13 0,-11-10 0,10 11 0,-13-14 0,13 0 0,4 0 0,0 0 0,9 0 0,-9 0-6784,26 0 6784,-9 0-4537,9 0 4537,0 0-3034,4-14 3034,-1 11-524,11-10 524,-11 13 0,14-14 0,0 11 0,13-10 0,-9-1 0,9 11 0,0-10 0,-10 13 0,11 0 0,-15 0 0,1 0 0,0 0-468,0 0 468,0 0 1476,0 0-1476,-13 0 3214,9 0-3214,-23 0 0,24 0 4866,-24 0-4866,51 0 0,-58 0-2515,41 0 2515,-51 0 0,1 0 1965,-4 0-1965,-13 0 86,14 0-86,-11 0 0,10 0 0,-13 0 6255,0 0-6255,0 13 0,0-10 0,0 11 0,0-14 0,0 0 0,0 13 0,0-10 0,0 11 0,0-1 0,-13-10 0,10 24 0,-11-10-6188,14-1 6188,-13 11-4734,10-10 4734,-11 13 0,14-1-692,0 1 692,0 14 0,0-11 0,0 24 0,0-11 0,0 14 0,0 0 0,0 0-2937,0 0 2937,14 13-247,-11-10 247,10 10 1996,-13 1-1996,0-11 0,0 10 0,0-13 0,14 0 0,-11 13 599,10-10-599,-13 11 0,14-1 0,-11-10 0,10 10 0,-13-13-134,0 13 134,0-9 0,0 9 0,0 0 0,0-10 0,-13 11 0,10-15 0,-11 1-2697,14 0 2697,0 0 0,0 0 0,0-13 1620,-13 9-1620,10-23 215,-11 24-215,14-24 3606,0 11-3606,0-14 0,0 13 5393,0-10-5393,0 10-3733,0 1 3733,0-11-3388,0 10 3388,0-13-251,0 0 251,0 0 0,0 0 0,0 0 0,0-13 0,0 9 4412,0-22-4412,0 22 0,0-23 0,0 11 6598,0-14-6598,0 0 0,14 0-66,-11 0 66,10 0 0,-13 0 0,0-14 0,14 11 0,-11-10 0,10 13 0,-13 0 0,0 0 0,0-13-1294,0 9 1294,0-9 0,0 13 0,14 0 587,-11-13-587,10 9 0,0-9 0,-9 13 0,9-13 0,0 9 0,4-9-6342,0 0 6342,9 9 0,-9-9-2852,0 13 2852,9-13 0,-9 9 0,13-9 0,13 13 0,-10-13 0,11 9 0,-1-9 4929,-10 0-4929,24 10 730,-24-11-730,24 1-5171,-24 10 5171,24-11-2731,-11 14 2731,1-13-2553,9 10 2553,-22-11 0,22 14 1608,-23 0-1608,24 0 0,-24-13 0,24 10-638,-24-11 638,24 14 2436,-24 0-2436,10 0 0,1-13 0,-11 10-225,10-11 225,0 14 0,-9 0 0,9 0 0,-13 0 0,0 0 0,0 0 0,0 0-2372,0 0 2372,0 0 154,0 0-154,-1 0 0,1 0 3030,-13 0-3030,10 0 4532,-11 0-4532,14 0 0,0 0 0,-13 0 2446,10 0-2446,-24 0 0,23 0 19,-22 0-19,22 0 0,-22 0 0,9 0 0,-13 0 0,0 0 4335,0 14-4335,0-11 0,0 10 0,-13-13 0,9 0 0,-9 14 0,13-11 0,0 10 0,0-13 0,0 0 0,-13 0 0,9 0 0,-9 0 0,13 0 0,0 0 0,13 0 0,-9 0 0,9 0 0,-13 0 0,0 0 0,13 0-1987,-9-13 1987,9 10 0,-13-11 0,0 14 0,0-13 0,0 10 0,0-24 0,0 24 0,0-24 0,0 24 0,0-24-4797,0-29 4797,0 16 0,-13-44-1052,9 38 1052,-22-1 0,22-23 0,-9 20 0,13-23 0,-13 13-4189,10-13 4189,-24 10 0,25 20 0,1-1 0,-26-19-464,24 20 1,3 0 463,-14-21-537,7 21 1,1 0 536,3-20 0,-11-11 0,14 1 2155,-13 10-2155,10-10 0,-11 13-1605,14 13 1605,0-9-1541,0 9 1541,0-13 1451,0 14-1451,0-11 124,0 24-124,0-24 0,-13 24 0,10-24 0,-11 24 0,14-24 3487,0 24-3487,0-23 0,0 22 0,0-22-2210,-13 22 2210,10-9 630,-11 0-630,14 10 0,0-11 0,0 28 0,0-11 0,0 10 0,0 1 4431,0 2-4431,0 1 0,0 10 6627,0-11-6627,0 14 0,0 0 0,0-13 476,0 10-476,0-10 0,0 13 0,0 0 0,14 0 0,-11 0 0,10 0 0,-13 0 0,14-14 0,-11 11 0,10-10 0,-13 13 0,0 0 0,14 0 0,-11 0 0,10 0 0,-13 0 0,0 0 0,14 0-2251,-11-14 2251,10 11 0,-13-10 0,0 13 0,0 0 0,14 0 0,-11 0 0,10 0 0,-13 0 2251,14 0-2251,-11 0 0,10 0 0,1 0-3403,-11 0 3403,23 0 0,-22 0 0,22 0 0,-9 0 0,0 0 0,9 0 0,-9 0 0,13 0 0,0 0 0,0 0-5657,0 0 5657,13 0-2261,-10 13 2261,11-10-3034,-14 11 3034,13-14-509,3 13 509,14-10 0,0 11 0,0-14 1911,13-14-1911,-9 11 1864,-21-4 0,0 1-1864,20 6 0,-20-7 0,1 0 0,32 4-3046,1-24 3046,-34 26 0,0-1-2084,34-25 2084,0 11-255,-34 8 0,0-1 255,34-18 0,-1 24 0,-32-10 0,-1-1 0,20 11 2781,10-23-2781,-26 9 0,9 0 0,-22 4 0,9 13 0,-26 0 0,9-13 201,-22 9-201,22-9 0,-23 13 0,24 0 4258,-24 0-4258,11 0 6368,-14 0-6368,0 0 1257,-14 13-1257,11-9 0,-24 9 0,24 0 0,-10-9 0,0 9 0,9-13 0,-9 13 0,13-9 0,-13 9-5562,9 0 5562,-22-10 0,22 11 0,-9-14 0,0 13 0,9-10 0,-22 24 0,22-24 0,-22 24 0,22-24 0,-9 24 5562,0-24-5562,9 11 0,-9-1-4353,0-10 4353,10 11 0,-11-1 0,14-10 0,0 24 0,-13-24 0,10 10 0,-11 1 0,14-11 4353,0 24-4353,-13-24 0,10 24-6784,-11 3 6784,14-10 0,0 33-3393,0-33 3393,-13 23 0,10-13 0,-11 13-1208,14 4 1208,0 0 0,0 9 0,0-9 0,0 26-1010,0-10 1010,0-20 0,0 1-2678,0 19 2678,0-20 0,0 0-226,0 21 226,0 9 2072,0 0-2072,0-10 0,0-19 0,0-1 2475,0 20-2475,0 10 0,0-13 0,0 13-2036,0-9 2036,14 9-2198,-11-13 2198,10 0 220,-13 0-220,0 0 0,0-14 0,0 11 0,0-24 0,14 10 0,-11-13 0,10 0 230,-13 0-230,0 0 0,0 0 0,0-13 2944,0 9-2944,0-22 4402,0 9-4402,0-13 957,0 0-957,14 0 6233,-11 0-6233,10 0 0,-13 0 0,0 13 0,0-9 0,0 9 0,0-13 0,0 0 0,0-13 0,0 9 0,0-9 0,0 13 0,0 0 0,0-13 0,0 9 0,0-9 0,0 13 0,0 0 0,14 0 0,-11 0 0,10 13 0,-13-9 0,0 9 0,0-13 0,0 0 0,0 13 0,0-9-3356,0 9 3356,0 0 0,0-10 0,0 24 0,-13-24 0,10 24 0,-11-24 0,14 24 0,0-24 0,0 24 0,0 3 0,0-10 0,0 20 0,0-37 3356,0 10-3356,0 1 0,0 2 0,0 1 0,0 10 0,0-11 0,0 14-6784,0-13 6784,0 10-3538,0-11 3538,0 1 0,0 9 0,0-22 0,0 22 0,0-22 5031,0 22-5031,0-22 5291,0 9-5291,0-13 0,0 0 0,0 13 0,0-9 0,0 9 0,0-13 0,0 0 0,-13 0 0,10 0 0,-11 0 0,14 0 0,0 0 0,0-13 0,0 9 0,0-9 0,14 13 0,-11 0 0,10 0 0,-13 0 0,0 0 0,0 13-6784,0 4 6784,14 13 0,-11-13 0,10 9 0,-13-23 0,0 11 0,0-1 0,0-10 0,0 11 0,13-14 6784,-9 0-6784,9 0 0,-13 0 0,0 0 0,13 0 0,-9-14 0,9 11 0,-13-10 0,0 13 0,13 0 0,-9 0 0,9 0 0,0 0-1466,-9 0 1466,9 0 0,0 0 0,-9 0 0,22 0 0,-22 0 0,22 0 0,-22 0 0,22 0 0,-23 0 0,24 0-4555,-24 0 4555,24 0 0,-24 0 0,24 0 0,-10 0 0,-1 0 0,11 0 0,-10 0 0,12 0 0,-12 0 6021,10 0-6021,-11 0 0,1 0-6784,10 0 6784,-11-14-3617,14 11 3617,-13-10 0,10 13 0,-11 0 0,1 0 0,9 0 0,-9-13 0,13-4 4992,-13-13-4992,9 0-1375,-9 0 1375,13 0-4537,0 13 4537,0-9-95,0 23 95,0-11 0,0 1 0,13 10 0,-23-11 0,20 14 0,-24 0 0,14 0 0,-13 0-1761,10 0 1761,-24 0 1006,24 0-1006,-24 14 0,10-11 4115,-13 10-4115,14-13 0,-11-13 130,10 10-130,-13-11 3028,0 14-3028,0 0 4898,14 0-4898,-11 0 0,10 0 0,-13 0 0,0 0 0,13 0 0,-9 0 0,9 0 0,-13 0 0,13 0 0,-9 0 0,9 0 0,-13 0 0,13 0 0,-9 0 0,9 0 0,0 0 0,-9 0 0,9 0 0,0 0 0,-9 0 0,9 0 0,0 0 0,-9 0 0,9 0 0,-13 0 0,0 0 0,0-13 0,0 10 0,0-11 0,0 14 0,0 0 0,-13 0 0,9 0 0,-9 0 0,13 0 0,0 0 0,-13 0 0,9 0 0,-9 0 0,13 0 0,0 0 0,-13 0 0,9 0 0,-9 0 0,13 0 0,-13 0 0,9 0 0,-9-13 0,0 10 0,9-11 0,-9 14 0,13-13-3503,0 10 3503,0-24 0,0 10 0,0-13 0,0 1-355,0-1 355,0 0 0,0 0 0,0 0 0,0-14 0,0 11 0,0-10-3213,0 0 3213,0 9-4250,0-22 4250,0 22-327,0-22 327,0 23 0,0-24 0,0 24 0,0-24 0,0 11 0,0-1-2926,0-10 2926,0 24 0,0-23 0,0 9 0,13 0 0,-9-9-38,9 23 38,-13-24 0,0 24 0,0-11 0,0 1 0,13 10 2907,-9-10-2907,9-1 0,-13 11 0,0-10 0,0 0 0,0 9 0,0-22-57,0 22 57,0-9 0,0 0 0,0 10 0,0-11 0,0 14 0,0 0 0,0 0 0,0 0 0,0 1 0,0-1 0,0 0 0,0 0-315,0 0 315,0 13 0,0-10 0,13 11 0,-9-14 0,9 0 4162,-13 13-4162,0-9 0,0 9 5206,0-26-5206,13 9 0,-9-9 0,9 27 1599,-13-11-1599,0 10 0,0 1 0,13-11 0,-9 24 0,9-11 0,-13 1-674,0 10 674,0-11 1071,0 14-1071,0 0 0,0-13 0,0 10 0,0-11 0,0 14 0,0 0 0,0-13-755,0 10 755,0-10 0,0 13 0,0 0 0,0-14 0,0 11 0,13-10 0,-9 13 0,22 0 0,-23 0 0,11 0 1468,-14 0-1468,-14 0 0,11 0 0,-10 0 0,13 0 0,-13 0-1720,9 0 1720,-9 0 0,13 0 0,0 0 0,0 13 0,13 4 0,-9 12-5705,9 1 5705,-13-13 0,0 10 0,0-24 0,13 10 0,-10 1 1197,11-11-1197,-14 10 0,0-13 0,0 0 0,13 0 6228,-10 0-6228,11 0 0,-14 0 0,0-13 0,0 10 0,13-11 0,-10 14 0,11 0 0,-1 0 0,-10 0 0,11-13-3109,-1 10 3109,-10-11 0,11 14 0,-14 0 0,13 0 0,-10 0 0,11 0 0,-1 0 0,-10 0 0,24 0 0,-24 0-4847,24 0 4847,-11 0 0,1 0 0,10 0-422,-11 0 422,14 0 0,0 0 0,-13 0 0,23 0 0,-20 0 0,23 0 0,0-13 0,-9 10-4009,22-11 4009,-23 14-586,11 0 586,-14 0 1652,13-13-1652,4 10 0,-1-11-555,11 14 555,-11 0 3235,14 0-3235,-13-13 0,9 10 0,-9-10 0,0 13-3922,9-14 3922,-23-2-2281,24-14 2281,-24 0 489,11 13-489,-15-10 0,-12 24 3034,10-24-3034,-24 11 4537,24-1-4537,-24 4 6784,10 13-6784,1 0 0,-11 0-2786,10-13 2786,-13 9 0,0-9 0,14 13 0,-11 0 0,10 0 0,-13 0 0,0 0 0,0 13 0,0-9 0,0 9 0,0-13 0,0 0 2786,-13 0-2786,10 0 0,-11 0 0,14 0 0,0 0 0,-13 0 0,10 13 0,-24-10 0,24 11 0,-24-14 0,24 0 0,-24 0 0,24 0 0,-11 0 0,1 0 0,10 13 0,-10-10 0,-1 11 0,11-14 0,-10 0 0,13 0 0,0 13 0,-14-10 0,11 11 0,-10-14 0,13 0 0,0 0 0,-14 0 0,11 0 0,-10 0 0,13 0 0,0 0 0,0 13 0,0-10 0,0 24 0,0-24 0,0 24-6784,0-10 6784,0 26-4537,0 3 4537,0 14-870,13 0 870,-10 0 0,11-13 0,-14 9 0,13-22 0,-10 22 0,11-9 0,-1-1 0,-10 11 0,11-24 0,-1 24 0,-10-24 0,24 24-2164,-24-24 2164,24 24 0,-24-24 0,24 10 0,-24 0 0,10-9 0,1 9 0,-11-13 0,10 13 0,1-10 0,-11 24 0,24-24 2682,-24 11-2682,10-15 4362,-13 1-4362,0 14 0,14-11 0,-11 10 0,10-13 0,-13 0 0,0 0 0,0 0-4010,0 0 4010,13 0 0,-9-13 0,9 9 0,-13-9 0,0 13 0,13 0 0,-9 0 0,9 0 0,-13 0 0,0 0 0,13 0 0,-9-1 1601,9 1-1601,-13-13 0,0 10 0,0-11 0,0 14 0,0-13 0,0 10 5330,0-24-5330,0 23 0,0-9 0,0 0 248,0 9-248,0-22 0,0 22 0,0-9 0,0 0 0,0 9 0,0-9 0,0 0 0,0 9 0,0-23 0,0 24 0,0-24 0,0 11 1100,0-1-1100,0-10 0,0 11 0,0-14 0,0 0 0,-13 0 0,9 0 0,-9 13 0,13-10 0,0 11 0,0-14 0,0 13 3042,0-10-3042,-13 24 0,9-24 0,-9 24 0,13-24 0,0 11 0,0-14 0,0 13 0,0-10 0,0 10 0,0-13 0,0 0 0,0 14 0,0-11 0,0 10 0,0-13 0,0 0 0,0 14 0,0-11 0,0 10 0,0-13 0,0 0 0,0 14-483,0-11 483,0 10 0,0-13 0,0 0 0,0-13 0,0 10 0,0-11 0,0 14 0,0 0 0,0 14 0,0-11 0,0 10 483,0-13-483,0 0 0,13 0 0,-9 0 0,9 0 0,-13 0 0,0 0 0,0 14 0,13-11 0,-9 10 0,9-13 0,-13 0 0,13 0 0,-9 0 0,9 0 0,0 0-1752,-9 14 1752,9-11-3078,0 10 3078,-9-13 0,9 0 0,-13 0 0,13 0 0,-9 0 1463,9 0-1463,0 0 3367,-10 0-3367,11 0 0,-1 0-4073,-10 0 4073,24 0 0,-24 0 0,24 0 0,-24 0 0,24 0 0,-10 0 0,13 0 0,-1-13 0,-12 10 0,10-11 0,-11 14-2711,28-13 2711,-11 10-4537,10-11 4537,-13 14-249,13-13 249,-9 10 0,22-11 0,-22 14 0,9 0 0,0 0 0,-10-13-2952,24 10 2952,-24-11 0,10 14 0,-13 0 0,14 0 0,-11 14 167,10-11-167,-13 10 0,-13-13 3034,9 0-3034,-9 0 0,0 14 0,9-11 0,-9 10 1535,0-13-1535,9 0 0,-22 14 0,22-11 0,-9 10 5296,0-13-5296,9 0 0,-9 0 0,13 0 0,-14-13 0,11 10 0,-24-11 0,24 14 0,-24 0 942,24 0-942,-24 0 0,24 0 0,-24 0 0,11 0 0,-14 0 0,0 0 0,13 0 0,-10 0 0,10 14 0,-13-11 0,0 10 0,0-13 0,0 0 0,14 0 3548,-11 0-3548,10 0 0,-13 0 0,0 0 0,-13 14 0,10-11 0,-11-3 0,1-3 0,10-11 0,-24 14 0,11 0 0,-28 0-6784,11 0 6784,-37 0-4537,34 0 4537,-48 0 0,34 0 0,-23 0 0</inkml:trace>
  <inkml:trace contextRef="#ctx0" brushRef="#br0" timeOffset="12147">8596 9525 24575,'17'-17'0,"-4"4"0,-13 13 0,0 0-2532,14 0 2532,-11 0 0,10 0 807,-13 0-807,0 0 417,0-13-417,0 9 0,0-9 0,14 0 0,-11 9-3133,10-9 3133,-13 0 0,0 10 0,0-11 0,0 14 0,14-13 0,-11 10 0,10-11 0,-13 14 0,0 0 0,0-13 0,0 10 4441,0-11-4441,0 14 0,14-13 0,-11 10 0,10-24 0,-13 24 0,0-24 0,14 24 0,-11-24 0,10 24 0,0-24 0,-9 24 0,9-24-6784,0 11 6784,-9-14 0,22 13 0,-9-10 0,0 11 0,9-14 0,-9 0 0,0 0 0,9 0 0,-9 0-4537,-1 0 4537,11 0 1508,-10-27-1508,13 21-394,0-21 394,-14 27 0,11-13 0,-10 10 0,-1-10 0,11 13 0,-24 0 0,10 0 0,1 13-3403,-11-10 3403,10 11 3403,-13-14-3403,14 13 2916,-11-9-2916,10 9 507,-13 0-507,14-9 6784,-11 9-6784,10 0 0,1-9 0,-11 22 0,10-9 0,-13 13 0,0 0 0,0-13 0,14 9 0,-11-22 0,10 22 0,-13-22 0,0 23 0,0-11 0,0 1 0,14 10 0,-11-11 0,10 14 0,-13 0-1844,0-13 1844,0 10 0,0-11 0,14 14 0,-11 0 0,10-13 0,-13 10 0,13-11 0,-9 14 0,9-13 1289,-13 10-1289,13-11 0,-9 1 0,9 10 0,-13-11 0,0 14 0,0 0 0,13 0 0,-9 0 0,9 0 555,-13 0-555,0 0 0,0 14-1710,0-11 1710,0 10 0,0-13 0,0 0 0,13 14 0,-9-11 0,9 10 0,-13 1 0,0-11 0,13 10 0,-9 1 0,9-11 0,-13 24 0,13-11 1710,-9 1-1710,9 9-6784,-13-22 6784,13 22 0,-10-9-4537,11 0 4537,-1 9 0,-10-9 0,11 13 0,-1 0 0,-10 0 0,11 0 0,-1 0 0,-10 0 0,24 0 0,-24 0 0,24 0 0,-24 0 0,24-1 0,-24 1 0,24 0 0,-24-13 0,24 10 0,-24-11 0,10 14 0,1 0 0,-11-13 0,24 9 0,-24-9 1316,24 0-1316,-24 9 0,10-9 0,1 13-5,-11-13 5,24 9 0,-24-9 0,10 13 0,1-14 3219,-11 11-3219,10-24 0,0 24 1448,-9-10-1448,9-1 0,0 11 0,-9-24 8,9 24-8,0-10 0,-9-1 0,9 11 0,-13-24 0,13 24 0,-9-24 0,9 24 0,0-11-1449,-9 14 1449,9 0-4537,-13-13 4537,13 10 0,-9-11 0,22 14 0,-22-13 0,9 9 0,0-9 0,-10 0 0,24 9 0,-24-22 0,11 22 169,-1-9-169,-10-1 0,24 11 0,-24-24 4621,24 24-4621,-24-24 0,24 24 0,-24-24 0,11 24 0,-1-24-4621,-10 24 4621,24-10 0,-24-1 18,10 11-18,1-11 0,-11 1 0,24-4 0,-24 1 0,10-11 4629,1 10-4629,-11 1 6505,10-11-6505,1 24 0,-11-24 0,10 24-6250,-13-24 6250,0 24 0,0-24 0,0 10 0,14 1 0,-11-11 0,10 23 0,-13-22 0,14 9 6250,-11-13-6250,10 13 0,0-9 0,-9 9 0,9-13 0,-13 0-2715,13 13 2715,-9-9 0,9 9 0,-13-13 0,13 13 0,-9-9 0,9 9 0,-13-13 0,13 0-1892,-9 0 1892,9 13 2425,-13-9-2425,13 9 0,-9-13 0,9 0 0,-13 0 0,0 0 2182,0-13-2182,0 9 0,0-9 0,0 13 0,0 0 0,13 0-1547,-9-13 1547,9 9 0,-13-22 0,0 22 0,0-22 0,0 9 0,0 0 0,0 4 1547,0 13-1547,0 0 0,0-13-3728,0 10 3728,0-24 0,13 10 0,-9 1 0,9-11 0,-13 10 0,0 1 0,0-11 0,-13 10 0,9 1 0,-9-11-2927,13 11 2927,13-1 0,-9-10 0,22 11 0,-23-1 0,24-10 0,-24 24 0,24-24 0,-10 11 0,-1-14 0,11 13-129,-24-9 129,24 9-4537,-24-13 4537,24 0 0,-10 13 0,12-9 0,-12 9 0,10-13 0,-11 14 0,1-11 0,10 10 0,-24 1 0,24-11 0,-11 10 0,14-13 0,0 0 0,0 0-87,0 1 87,0-1 0,0 0 0,0 0 0,-13-14 3643,9 11-3643,-9-10 5788,13 0-5788,0 9-6011,0-22 6011,-14 22-4138,11-22 4138,-10 23 291,-1-11-291,11 1 0,-11 10 0,1-10 0,10 13 238,-24 0-238,24 0 0,-24 0 0,24 0 0,3-27 3400,-10 34-3400,19-30 382,-35 36-382,9-13 0,0 0 0,-9 0 0,22 13 0,-22-9-3243,22 9 3243,-22 1 0,9-11 4544,0 24-4544,-9-24 1137,9 24-1137,-13-24 0,13 24 0,-9-11 5199,9 1-5199,-13 10 178,0-11-178,0 14 0,0 0 0,0 14 0,13-38 0,-9 31 0,9-33 0,-13 12 0,0 11 0,0-24 0,0 24 0,0-10-1635,13 13 1635,-10 13 0,11-10 0,-14-3 0,0-3 0,0-10 0,0 13 0,0 0 0,-14 0 0,11 0 1635,-10 0-1635,13 0 0,0 0 0,13 0 0,-10 0 0,11 0 0,-14 0 0,0 0 0,0 13 0,0-10 0,0 11-2196,13-1 2196,-10-10 0,11 24 0,-14-11 0,13 14 0,-10-13 0,11 10 0,-14-11 0,0 14 0,13 0 0,-10-13-4588,11 9 4588,-14-9-4537,0 13 4537,13 13-276,-10-9 276,11 9 0,-1-13 0,-10 0 0,11 13 0,-1-10 0,-10 11-1472,23-9 1,1-1 1471,-17 6 0,18-4 0,-2-2 2673,-23-4-2673,24 0 0,-11 0 0,1 0 0,10 0 0,-24 0 0,24 0 0,-24 0 292,23-13-292,-9 9-2764,0-9 2764,9 13 0,-22-14 2237,22 11-2237,-9-10 263,0 13-263,9-14 0,-22 11 0,22-10-284,-22 13 284,22-1 0,-23 1 0,24-13-2232,-24 10 2232,24-11 0,-24 14 0,11-13 0,-1 10 3034,-10-11-3034,11 1 4537,-1 9-4537,-10-9 2270,24 13-2270,-24-13-4862,11 9 4862,-1-9 0,-10 13 0,10-13 0,-13 9 0,14-9 0,-11 13 0,10-14 0,-13 11 3138,14-24-3138,-11 24 0,10-10 5430,-13 13-5430,0-14 0,0-2 0,14-1 0,-11-10 0,10 24 0,-13-24 0,0 10 0,14 1 0,-11-11 0,10 24-1899,1-24 1899,-11 10 0,10 1 0,-13-11 0,0 10 0,0 1 0,0-11 0,14 24 0,-11-24 0,10 24 2707,-13-24-2707,0 10 0,0-13 0,0-13 0,0 10 0,0-11 0,0 14 0,0 0 0,14 0 0,-11 0 0,10 0 0,-13 0 0,0 0 0,0-13-1162,0 10 1162,0-11-3112,0 1 3112,0 10 0,0-24 0,13 24 0,-9-24 0,9 24 974,-13-24-974,0 24 0,0-24 0,0 24-505,0-24 505,0 11-4380,13-1 4380,-9-10 0,9 24 0,-13-24 0,13 11 0,-9-14 2806,9 13-2806,-13-10 0,13 11 0,-9-14-1181,22 0 1181,-22 13 0,9-9 0,0 9 0,-9-13-406,22 0 406,-22 0 0,22 0 0,-9-13 0,-1 10 0,11-11-46,-10 14 46,-1-13-4461,11 10 4461,-10-24-145,13 24 145,-1-24-664,1 11 664,0-1-2696,0-9 2696,0 9 0,0 0 2725,14-9-2725,-11 9 0,23 1 0,-22-11-2102,9 11 2102,-13-1 2748,0-10-2748,0 24 0,0-23 0,0 22 0,0-9 2529,-14 13-2529,11 0 0,-10 0 0,-1 13 0,-2-9 2567,-1 23-2567,-10-24 0,10 24 450,-13-11-450,0 14 0,0 0 0,0-13 2360,0 10-2360,0-11 3701,0 14-3701,0 0 0,14 0-1973,-11-13 1973,10 10 0,-13-11 0,0 14 0,0 0 0,0 14 0,0-11 0,0 10 0,0-13 0,0 0 0,14 0 1081,-11 0-1081,10 0 0,-13 0 0,0 0 0,14 0 0,-11 0 0,10 0 0,-13 0 0,0 0 0,0 14-1573,14-11 1573,-11 10 0,10-13 0,-13 0 0,0 0 0,0 14 0,0-11 0,0 10 0,14-13 0,-11 0 2465,10 0-2465,-13 14 0,0-11 0,0 10 0,0 0 0,0-9 0,14 9 0,-11-13 0,10 0 0,-13 13 0,0-9 0,13 9 0,-9-13 0,9 13-4190,-13-9 4190,13 22 0,-9-22 0,9 22 0,-13-22 0,13 22 0,-9-9 0,9 0 0,0 9 0,-9-9 0,22 13-5396,-22 0 5396,22 0-1735,-22 0 1735,22 13-3034,-22-10 3034,22 10-187,-9-13 187,-1 0 0,11 14 0,-10-11 0,13 10 0,0-13 2942,0 0-2942,0 0 0,-1 0 0,1 0 0,0 13 0,0-10-189,0 11 189,0-14 0,0-14 0,-13 11-75,9-10 75,-9 13 0,13-1 0,-13 1 0,9-13 0,4 23 3172,4-20-3172,-5 10 634,-2-3-634,-24-24 108,24 24-108,-24-24 6206,24 23-6206,-24-9 0,11 0-2080,-1 9 2080,-10-22 0,11 9 0,-1 0 0,-10-9 0,11 22 0,-1-22 0,-10 9 0,11 0 0,-1-9 0,-10 9 0,10-13 0,1 0 1057,-11 13-1057,10-10 0,-13 11 0,14-14 0,-11 13 0,10-10 0,-13 11 0,0-14 0,14 13 0,-11-10 2767,10 11-2767,-13-1 0,0-10 0,0 11 0,0-14 0,14 13 0,-11-10 0,10 11 0,-13-14 0,0 0 0,0 13 0,0-10 0,0 11 0,0-14 0,0 0 0,14 0 0,-11 0 0,10 0 0,-13 0 0,0-14 0,0 11 0,0-10 0,0-1-3326,14 11 3326,-11-10 0,10-1 0,-13 11 0,0-24 0,0 24 0,0-10 0,14-1 0,-11 11 0,10-10-2689,-13-1 2689,0 11 0,0-10 2804,13 0-2804,-9 9 0,9-22 0,0 22 0,-9-22 0,22 9 0,-22-13 0,22 0 0,-22 13-3573,22-9 3573,-9 9-4537,13-13 4537,0-13-271,0 10 271,0-11 0,0 1 0,0 10 0,13-24-1057,-10 11 1057,10-14 0,1 13 0,-11-23 0,10 20 0,-20 14 0,-2-1-2435,12-23 2435,10 0 428,0 0-428,-9 14 0,9-11 0,-13 24 0,0-24 2884,0 24-2884,-14-10 0,11 13 0,-24 0 0,24 0 0,-24 0-2583,11 0 2583,-1 13 0,-10-9 0,11 23 0,-14-11 3034,0 1-3034,0 10 4537,0-11-4537,0 14 6784,0 0-6784,-14 0 0,11 0 0,-10 0 0,13 0 0,13 14 0,-10-11 0,11 10 0,-14-13 0,0 0 0,0 14 0,0-11 0,0 23 0,0-22 0,0 22 0,0-22 0,0 9 0,0-13 0,0 0 0,13 13-905,-10-9 905,10 9 0,-26-13 0,10 0 0,-10 0 0,13 0 0,13 13 0,-10-9 905,10 9-905,-13-13 0,0 0 0,14 0 0,-11 0 0,10 13 0,-26-9 0,10 9 0,-11-13 0,14 0 0,0 13 0,14-9 0,-11 9 0,10-13 0,-13 0 0,0 13-1753,14-9 1753,-11 9 0,10-13 0,-13 0 0,0 0 0,0 13 0,0-10 0,0 11 0,14-14 0,-11 13 1753,10-10-1753,-13 11 0,0-1 0,0-10 0,0 24 0,14-24 0,-11 24 0,10-10 0,1-1 0,-11 11-6784,10-10 6784,1 12-4537,-11 1 4537,10 0-418,1 0 418,2 0 0,1 0 0,9 0 0,-9 13 0,13-9 0,0 9-2895,0 0 2895,0-9 0,0 22 0,0-23 0,0 24 0,0-24 33,0 24-33,0-24 0,0 10 0,0-13 0,-1 0 0,1 0 0,0 0 0,0 0 0,0 0 0,0 0 0,0 0 0,0-13 91,0 9-91,0-9 0,0 13 0,-13 0 0,9-14 0,-9 11 0,13-10 0,-14-1 0,11 11 0,-10-10 0,-1-1 193,11 11-193,-10-24 27,-1 11-27,11-1 0,-24-10 0,24 24 3066,-24-24-3066,24 10 0,-24-13 0,10 14 2297,-13-11-2297,14 10 0,-11-13 5181,10 0-5181,-13 0 360,0 0-360,0 14 0,0-11 0,0 10 3386,14-13-3386,-11 0 0,10 0 0,-13 0 0,0 0 0,14 0 0,-11 0 0,10 0 0,-13 0 0,0 0 0,0-13 0,0 10 0,0-11 0,0 14 0,0 0 0,0-13 0,0 10 0,0-11 0,0 14 0,0-13 0,0 10-2699,0-11 2699,0 1 0,14 10 0,-11-24 0,10 24 0,-13-24 0,14 24 0,-11-24 0,10 24 0,-13-10 0,0-1 0,14 11 1258,-11-10-1258,10 13 0,-13-14 0,0 11 0,0-10 0,13-1 0,-9 11 0,22-24 1441,-22 24-1441,22-23-6784,-22 9 6784,22-13-4537,-9 0 4537,13 0-1784,0-13 1784,0 10 0,13-24 0,-10 10 0,11-13 0,-14 1 0,0-1-1222,-3 17 1,2-1 1221,8-22 0,-8 23 0,-2-1 0,3-29 1252,0 10-1252,-8 26 0,0 0 0,11-36 0,10 10 0,-13-10 0,0 13 1496,0 13-1496,0-9 0,-13 22 0,9-9 0,-23 13 0,24 0 1479,-10 0-1479,-1 0 0,-2 14 0,-1-11 0,-10 10 4537,11 1-4537,-14 2 0,0 1 0,13 10 2323,-10-24-2323,11 24 0,-14-24 0,0 37 0,0-20 0,0 23 0,0-26 0,0 10 0,0-10 0,0 13 0,0 0 0,0-14 3763,0 11-3763,0-10 0,0 13 0,0 0 0,13 0 0,-10 0 0,11 0 0,-14 0 698,0 0-698,0 13 0,0-10 0,0 11 0,0-14 0,13 0 0,-10 13-3374,10-10 3374,1 10 0,-11-13-158,10 0 158,-13 14 0,0-11 0,0 10 0,0-13 0,0 0 3343,14 0-3343,-11 0 0,10 14-1293,-13-11 1293,0 10 0,0-13 0,14 14 0,-11-11 0,10 24 0,-13-24 0,14 24 0,-11-11 0,10 14 1482,1-13-1482,-11 9 0,24-9-6784,-11 0 6784,1 9-4537,9-9 4537,-9 13 0,13 0 0,0 0-740,0 0 740,0 0 0,13 0 0,4 0 0,13 0 0,0 0 0,-1 0-541,-16-9 1,1 1 540,23 11 0,-24-5 0,0 1 0,17 4 0,0 10-947,0 0 947,-14-9 0,11 9 0,-24 0 0,11-9 0,-14 9 0,-1 0-1488,1-10 1488,14 11 663,-24-1-663,20-10 2757,-24-3-2757,1-3 0,9-11 4122,-22 14-4122,9-13 0,0-4 6164,-9-13-6164,-4 0 1871,-4 0-1871,-9 0 0,0 0 0,9 0 0,-22 0 0,9-13 0,-13-4 0,0-13 0,0 0 0,0 0-6784,0 14 6784,1-11 0,-1 24 0,0-10 0</inkml:trace>
  <inkml:trace contextRef="#ctx0" brushRef="#br0" timeOffset="19142">8537 13059 13894,'16'-3'0,"-2"-7"4368,-14 23-4368,0-13 0,0 0 0,-14 0 1851,11 0-1851,-10 0 1015,13 0-1015,0 0 0,0-13 1152,0 10-1152,0-11 0,0 14 0,0-13 0,0 10 0,13-24 0,-10 11 0,11-1 0,-1-10-4489,-10 11 4489,24-14-1126,-11 0 1126,14 0 0,14-13 0,-11 9-4164,23-22 4164,-22 9 0,22-13 0,-9 0 0,13 14 0,0-11 0,0 11-2281,0-14 2281,-1 0 2207,1 13-2207,-13-9 0,10 9-999,-11-13 999,14 13 0,-13-9 0,9 9 0,-23-13 0,24 14 0,-24-11 0,24 24-487,-24-24 487,10 24 522,-13-24-522,14 24 0,-24-10 0,20 13 0,-24 0 3649,14 0-3649,0 0 0,-13 0 0,9 0-2342,-22 14 2342,9 2 484,0 14-484,-9-13 0,9 10 0,-13-11 4537,0 14-4537,0 0 0,-13 0 5364,9 0-5364,-9 0 0,13 0 0,0 0 0,0-13 0,0 10 0,0-11 0,0 14 1420,0 0-1420,0 14 0,0-11 0,0 10 0,0-13 0,0 0 0,0 14 0,0-11 0,0 10 0,0-13 0,0 0 0,-13 0 0,9 0 0,-22 0 0,36 0 0,-20 14 0,10-11 0,-4 10 0,-9-13 0,0 0 0,23 0 0,-20 14 0,23-11 0,-13 10 0,0-13 0,0 0 0,0 13 0,0-9 0,0 9 0,0-13 0,0 0 0,0 13 0,-13-9 0,10 9 0,-11-13-1622,14 13 1622,0-9 0,0 22-128,0-22 128,0 22 0,0-22 0,0 22 0,-13-22 0,10 22 0,-24-22 0,24 22 0,-11-9 0</inkml:trace>
  <inkml:trace contextRef="#ctx0" brushRef="#br0" timeOffset="23095">10064 11472 17153,'17'13'0,"-4"-9"0,-13 9 3295,0-13-3295,0 13 1274,0-9-1274,0 9 674,0 0-674,0 4 2179,-13-1-2179,9 11-5121,-9-10 5121,13-1-5088,0 11 5088,0-10 0,13 13 0,-9 0-3402,9 13 3402,-13-10 0,13 24 1583,-9-11-1583,22 1 0,-22 9 0,22-9-2800,-9 13 2800,0 0 2493,9-14-2493,-22 11 0,22-10 0,-22 12 11,9-12-11,0 10 0,-10-11 0,11 1 0,-1 9 0,-10-22 2067,11 49-2067,-14-43-641,0 30 641,0-27 504,0-10-504,0 11 0,0-15 0,0 1 0,0 0 0,0 0 0,0 0 0,0-13-2038,0 10 2038,0-11 861,0 1-861,0 9 250,0-22-250,0 9 4537,0-13-4537,0 0 0,0 13 0,0-9 0,0 9 0,0-13 6784,0 0-6784,0 13 0,0-9 0,0 9 0,0 0 0,0-9 0,0 22 0,0-22 0,0 9 0,0-13 0,0 13 0,0-9 0,0 9 0,0-13 0,13 0 0,-10-13 0,11 9 0,-14-9 0,0 0 0,13 9-4158,-10-22 4158,11 22-5142,-14-22 5142,0 9 0,13 0 0,-10-9 0,11 9 0,-1-13 0,-10 0 0,24 0-1799,-11-13 1799,1 10-222,10-24 222,-11 11-2811,14-14 2811,0 13-222,0-9 222,0 9 0,0-13 0,0 13 0,0-9 3034,0 9-3034,13-13 0,4 14 0,-1-11-321,11 11 321,-10-14-554,-1 0 554,11 0 0,-11 0 0,1 13 0,-4-9 0,1 22 0,-11-22-2744,23 23 2744,-22-11 0,9 14 0,-13-13 0,0 10 0,0-10 66,0 13-66,0 0 0,-14 13 0,11-10 2777,-24 24-2777,11-24 0,-1 24 0,-10-10 2083,11 13-2083,-14-13 5184,13 9-5184,-10-9 1447,11 13-1447,-14 0 0,0 0 0,0 13 3382,0-9-3382,0 9 0,0 0 0,0-10 0,0 11 0,0-14 0,0 13 0,0-10 0,0 11 0,0-14 0,0 0 0,-14 0 0,11 0 0,-10 0-1290,13 13 1290,0-10 0,0 11 0,0-14 0,0 0 0,13 0 0,-10 0 0,11 13 0,-14-10 0,0 11-338,0-1 338,0-10-5823,0 24 5823,0-10 0,0 13-1144,0-1 1144,13 15 0,-10-11 0,10 10 0,1 1-3251,-11-11 3251,10 23-279,1-22 279,-11 22 355,24-22-355,-11 22 0,1-9 0,10-1 0,-11 11 0,14-24 4314,-13 24-4314,9-11 0,-22 14 0,22 0-3865,-9-13 3865,0 9-1469,9-22 1469,-22 22-1013,22-23 1013,-22 24 2730,9-10-2730,-13-1 0,13 11 0,-9-24 0,9 10 0,-13-13-1915,0 0 1915,0 0 692,0-13-692,13 9 502,-10-22-502,11 22 4303,-14-22-4303,0 9 6434,0-13-6434,0 13 0,-14-9 0,11 9 1057,-10-13-1057,13 0 0,0 0 0,-13 0 0,9 0 0,-9 0 0,13 0 0,0 0 0,-13 0-574,9 0 574,-9 0 0,13 0 0,0-13 0,0 9 0,0-9 0,0 13 0,-13 0 574,9 0-574,-9 0 0,13 0 0,0 0 0,0-13 0,0 9 0,0-9 0,0 13 0,0 0 0,0-13 0,0 9 0,0-9 0,0 13 0,0-13 0,13 10 0,-9-11 0,22 1 0,-22-4-3892,22-13 3892,-9-13-5495,13 10 5495,0-24 0,0 24-680,0-24 680,0 11 0,0-14 0,13 0-3449,-10 0 3449,-5 24 0,1-1-1214,4-26 1214,-5 26 0,1 0 0,4-36 0,10 10-621,-21 20 0,-1-1 621,13-19 895,-13 26 0,1 1-895,21-24 0,-10 0 3119,11 0-3119,-14 0 0,0 0 0,0 0-859,0 14 859,-14 3 160,11-1-160,-24 11 0,24 3 0,-24 3 0,24 11 0,-24-1 0,10-9 0,1 22 0,-11-22 4319,10 22-4319,-13-9 0,0 13 6458,0 0-6458,14 0 985,-11 0-985,10 0 0,-13 0 0,0 0 0,14 0 0,-11 0 0,10 0 0,1 0-425,-11 0 425,10 0 0,-13 0 0,13 0 0,-9 0 0,9 0 0,-13 0 0,13 0 425,-9 0-425,9 0 0,-13 0 0,0 0 0,0 13 0,-13-9 0,9 9 0,-9-13 0,13 13 0,13-9 0,-9 9 0,9 0 0,-13-9-2880,0 22 2880,13-9-1377,-9 26 1377,9-10-341,-13 11 341,13-14 0,-9 13 0,9-10 0,0 24 0,-9-11-3523,22 1 3523,-22 9-3393,22-22 3393,-9 22-299,-1-9 299,11-1 0,-24 11 0,24-24 0,-24 24 0,24-10 0,-10-1 0,-1-3-2323,11 1 2323,-24 2 0,11 1 0,-1 9 2528,-10-22-2528,24 9 0,-24 0 0,10-9 104,-13 9-104,0-13 3287,14 0-3287,-11 0 1609,10 0-1609,-13-14-3954,0 11 3954,0-11 0,0 1 442,0 10-442,0-24 0,0 10 0,0 1 0,0-11 3336,0 10-3336,14-13 0,-11 0 6322,10 0-6322,-13 14 0,0-11 0,0 10 0,0-13 0,0 0 0,0 14 0,14-11 0,-11 10 0,10-13 0,-13 0 0,0 0 0,0-13 462,0 10-462,0-11 0,0 1 0,0 10-4231,0-24 4231,0 10-5184,14 1 5184,-11-11 0,10 10 0,-13-12 0,14-15 0,-11 11 0,24-10 0,-11-1-3665,14 11 3665,0-23-1163,0 9 1163,13-13-112,-9 0 112,9 0-782,-13 0 782,0 0 0,0 1 0,0-1 0,0 0 0,0 13 0,0-9 0,-1 22 0,1-22 0,-13 22 0,10-22 0,-11 23 461,14-11-461,-13 1 0,10 10 0,-11-10 2589,14 13-2589,-13 13 0,9-10 0,-22 11 0,9-1 2044,0-10-2044,-9 24 577,9-10-577,-13 13 376,0 0-376,0 13 5642,0-10-5642,0 11 3448,0-14-3448,0 0 0,0 13 0,0-10 0,0 11 0,13-14 0,-9 0 0,9 0 0,-13 13 0,0 4 0,0-1 0,0-2 0,0-14 0,0 0 0,13 0 0,-9 0 0,9 0 0,-13 0 0,0 13 0,13-10-1665,-9 24 1665,9-24 0,-13 24 0,13-11 0,-10 1 0,24 10 0,-24 3 0,11 3 0,-1 10 0,-10 0-5119,24-9 5119,-24 9-4537,24 0 4537,-10-9-100,-1 22 100,11-23 0,-10 24 0,-1-24 0,11 11-535,-11-1 535,14-10 0,0 24 0,0-24 0,0 24 0,0-24-980,13 10 980,-9-13 403,9 13-403,-13-9 0,-13 9 3937,9-13-3937,-9 0 0,13 0 0,-14 0 0,11-14-2134,-24 11 2134,24 3 86,-10-10-86,-1 20 0,-2-37 0,-14 24 4872,0-24-4872,13 10 5772,-10-13-5772,11 0 0,-14 0 0,0 0 0,0 14 0,0-11 0,0 10 0,0-13 0,0 0 0,0 14-1025,0-11 1025,0 10 0,0-13 0,0 0 0,13 0 0,-10 0 0,11 0 0,-14 0 0,0 0 0,0-13 0,0-4 0,0 1 1025,0-11-1025,0 24 0,0-24 0,-14 10 0,11 1 0,-10-11-1696,13 24 0,-14-24 0,-2 11 0</inkml:trace>
  <inkml:trace contextRef="#ctx0" brushRef="#br0" timeOffset="24002">15246 13539 24575,'0'-17'0,"0"4"0,0-1 0,0 11 0,0-10 0,0-1-8503,13-2 8503,-9-14 1360,22 13-1360,-9-9 0,13 9 0,0-13 0,0 0 0,0 0 0,0 0 0,13 0 0,-10-13 0,1 13 0,2 0-4418,14-20 4418,-21 14 0,2 2 0,26 1 2311,-24-10-2311,23-1-1127,-22 11 1127,22-23 0,-23 22 0,24-22 0,-24 22-3346,11-22 3346,-1 23 0,-10-24 0,10 24-1390,-13-24 1390,14 24 299,-11-10-299,10-1 2369,-13 11-2369,0-10 0,0-1 0,0 11 0,-13-10 0,9 0 0,-9 9-2226,13-9 2226,0 13-571,0 0 571,0 0 2594,0 14-2594,0-11 0,-14 24 3880,11-24-3880,-10 24 0,-1-11 3673,-3 14-3673,-13-13 0,14 10 2607,-11-11-2607,10 14 0,-13 0 0,0 0 0,0 14 0,0-11 0,-13 10 2488,10-26-2488,-11 10 0,14-11 0,0 14 0,0 0 0,0-13 0,0 10 0,0-10 0,0 13 0,0 0 0,0-14-1022,0 11 1022,0-10 0,0 13 0,0 0 0,-13 0 0,10 0 0,-10-14 0,-1 11 1022,11-10-1022,-10 13 0,-1-14-5802,11 11 5802,-24-10 0,11-1 0,-1 11 0,-10-10 0,11 13 0</inkml:trace>
  <inkml:trace contextRef="#ctx0" brushRef="#br0" timeOffset="25800">16564 11712 24575,'17'0'0,"-4"0"0,-13 0-1218,0 13 1218,0-10 0,13 11 398,-9-1-398,9-10 0,0 24 0,-10-11 202,11 1-202,-1 10 0,-10-11-6580,11 14 6580,-14 0-4123,13 13 4123,-10-9-3034,11 9 3034,-1 0-178,-10-9 178,11 9 0,-14 0 0,13-10 0,-10 24 0,11-24 0,-14 24 0,13-24 0,-10 10 0,11 1 2443,-28-11-2443,11 10 0,-10-13 0,26 0 252,-10 0-252,24-13 0,-24 9 0,10-9 0,-13 13 0,14-13 1797,-11-4-1797,10 0 0,-13-9 0,0 22 5171,0-23-5171,14 11 0,-11-1 934,10-10-934,-13 24 0,14-10 0,-11-1-2540,10 11 2540,-26-24 0,10 11 3331,-11-14-3331,28 0 0,-11 0 0,10 0 0,1 13 0,-11-10 3145,10 11-3145,1-14 0,-11 0 0,10 0-1683,-13 13 1683,0-10 0,0 10 0,14-13 0,-11 0 0,10 0 0,-13 14 0,0-11 0,0 10 1683,14 1-1683,-11-11 0,10 10 0,-13-13 0,0 14-975,0-11 975,0 10 0,0-13 0,0 0 0,0 14 0,0-11 0,0 10 0,0-13 975,0 0-975,13 0 0,-9-13 0,9 10 0,-13-11 0,0 14 0,0-13-3960,13 10 3960,-9-24 0,9 24 0,0-24 0,-9 24 0,9-24 0,0 11 0,-9-1 0,9-10 3960,0 11-3960,-9-1-6784,22-10 6784,-22 11-4537,22-14 4537,-22 0-187,22 0 187,-9 0 0,13 0 0,-14-13 0,11 9 0,-10-9 0,13 13 0,0 0 0,0 0 0,-1 0 0,1 0-44,0 0 44,0-13 0,14 10-846,-11-10 846,10-1 0,-13 11 4003,13-10-4003,-9 0 0,9 9 0,0-9-3794,-10 13 3794,11 0 276,-14 0-276,0 0 0,0 0 0,0 0-10,-1 14 10,1-11 0,0 24 0,-13-24 0,10 24 0,-24-24 469,24 24-469,-24-11 121,24 1-121,-24 10 10,23-10-10,-22 13 4535,22-14-4535,-22 11 5719,9-10-5719,0-1 0,-9 11-4232,9-10 4232,0-1 0,-9 11 0,9-10 0,-13 13 0,0 0 0,0-14 0,0 11 0,0-10 0,0 13 5301,0 0-5301,13 0 0,-9 0 0,9-14 0,-13 11 0,0-10 0,0 13 0,0 0 0,-13 0 0,9 0 0,-9 0 0,13 0 0,0 0 0,13 0 0,-9 0 0,9 0 0,-13 0 0,0 0 0,13 0-943,-9 0 943,9 0 0,-13 0 0,-13 0 0,9 0 0,-9 0 0,13 0 0,0 0 943,0 13-943,0-10 0,0 11 0,0-14 0,0 0 0,-13 0 0,9 0 0,-9 0 0,13 0 0,0 0 0,13 13 0,-9-10 0,9 11 0,-26-14-3288,9 13 3288,-9-10 0,0 11 0,23-1 0,-20-10 0,23 11 0,-13-14 0,13 13 0,-9-10-2108,9 11 2108,-13-1-903,13 3 903,-9 1-1961,9 10 1961,-13-24 0,0 24 0,13-11 1709,-9 1-1709,9 10 3719,-13-11-3719,0 14-3952,0 0 3952,0 0-4036,13 13 4036,-10-9 0,11 9 0,-14-13 0,13 13 0,-10-10 0,11 11 0,-14-14 4786,13 13-4786,-10-10-750,11 10 750,-1 1-4537,-10-11 4537,11 10-166,-1-13 166,-10 0 0,11 13 0,-14-9 0,13-4 0,-10-4 0,11-9-2979,-14 13 2979,13 0 565,-10-14-565,11 11 3259,-14-10-3259,0 13 182,0-14-182,13 11 0,-10-10 0,10 13 4964,-13-14-4964,0 11-1227,0-11 1227,14 14 0,-11-13-1082,10-4 1082,-13 1 0,0-11 0,0 10 0,0-13 0,0 0 0,0 14 4736,0-11-4736,0 10 1487,0-13-1487,0 0 0,14 0 0,-11 14 0,10-11 0,-13 10 0,0-13 0,0 0 0,0 14 1582,0-11-1582,0 10 0,0-13 0,0 0 0,14 0 0,-11 0 0,10 0 0,-13-13 0,0 10 0,0-11 0,0 1 0,0 10-5968,14-24 5968,-11 10 0,24-13 0,-24 0-149,24 0 149,-11-13 0,14 10-473,-13-24 473,9 11 0,-9-14 0,13-13-781,0-4 781,-8 33 0,-1-2-2126,-5 1 1,2 0 2125,10 0 0,0 0-1367,-11 1 1,-1-1 1366,12 0 0,1 0-902,-6 0 1,1 0 901,5 0 0,1 0 704,0 0 1,0 0-705,1 6 0,-2 2 0,-5-1 0,-1 2 0,20-10 0,-26 3 0,-4 13 0,-13 0-75,-13 13 0,-4 4 0,-13 13 1</inkml:trace>
  <inkml:trace contextRef="#ctx0" brushRef="#br0" timeOffset="33496">8806 16564 24575,'17'13'0,"-4"-9"0,-13 9 0,0-13 0,0 0 0,-13 0-2000,9 0 2000,-9 0 481,13 0-481,0 0 0,0-13 0,0 9 0,0-9 0,0 0 1519,0 9-1519,0-22 0,0 22 0,0-22 0,0 9-6019,0 0 6019,0-9 0,0 22-4790,0-22 4790,0 9 0,0-13 0,0 0 0,0 0 0,13 0 0,-9 0 0,9 14 0,-13-24-512,0 20 512,13-23 2270,-9 13-2270,22 0-196,-22 0 196,22 0-3721,-22 0 3721,22-13 0,-22 9 3721,22-9-3721,-22 13-2230,22 0 2230,-23-13-1157,24 10 1157,-24-11 3886,11 14-3886,-1 0 0,-10 0 0,24 1 0,-24-1 0,11 13 0,-1-10 0,-10 11 0,24-1 0,-24-10 352,24 11-352,-24-1 0,11-10 0,-14 24 0,13-23 0,-10 22 5986,10-9-5986,1 0 2410,-11 9-2410,24-9 0,-24 13-5165,10 0 5165,1-13 0,-11 9 0,24-9 0,-24 0 0,24 9 0,-24-9 0,10 13 0,1-13 0,2 9 0,1-9-3447,9 13 3447,-22 0-1255,22 0 1255,-9-13 0,13 9 0,-13-9 0,9 26 0,-9-9 0,0 9 3083,9-13-3083,-9 0 0,-1 13 521,11-9-521,-24 22 0,24-22 0,-10 9 0,-1 0 0,11-9 0,-24 22 0,24-22 0,-10 22 0,-1-22 0,11 22 0,-24-9-273,24-1 273,-24 11 0,24-24 0,-11 24 0,1-10 0,10-1 0,-24 11 0,24-24 0,-24 24 0,24-10 0,-24-1 0,37 37-3099,-20-43 3099,10 44 0,-4-38 4912,-22 14-4912,22 0 0,-22 0 0,22 0 0,-22-13 0,22 9 0,-22-9-5220,9 13 5220,0 0-1477,-10 0 1477,24 0 99,-24-14-99,11 11 0,-1-10 0,-10 13 0,24-14 4537,-24 11-4537,24 16 0,-10-6 0,-1 19 0,-2-26 0,-1 0 0,-10-13 0,10 10 0,-13-11 0,14 1 0,-11 9-4537,10-9 4537,1 0 1405,-11 9-1405,10-22 0,1 22 0,-11-9 0,10 0 0,-13 9 5233,14-22-5233,-11 22 4683,10-22-4683,-13 22 0,14-9 0,-11-1-3091,10 11 3091,-13-24 0,0 24 0,14-24 0,-11 24 0,10-24 0,-13 24 0,0-24 0,0 24 0,0-24 0,14 24 0,-11-24 3091,10 24-3091,-13-24 0,0 10 0,0 1 0,0-11 0,0 24 0,0-24 0,0 10 0,0 1 0,0-11 0,0 10 0,0-13 0,13 14 0,-9-11 0,9 24 0,-13-24 0,0 10 0,0-13 0,0 0 0,0 13 0,0-9 0,0 9 0,0-13 0,13 0 0,-9 0 0,9 0 0,-13 0 0,0 0 0,0 13 0,0-9 0,0 9 0,13-13 0,-9 0 0,9 0 0,-13 0 0,0 0 0,13 0 0,-9 0 0,9 0 0,-13-13 0,13 9-1844,-9-9 1844,9 13-3124,0 0 3124,-9-13 0,9 9 0,0-9 0,-9 0 0,22 10 0,-23-11 0,11 14 0,-1 0-1155,-10-13 1155,11 10 2892,-1-11-2892,-10 14 0,11-13 0,-1 10 0,-10-24 0,24 24 0,-24-11 3231,24 1-3231,-10-4-5790,-1-13 5790,-2 14-4505,-1-11 4505,-10 11-148,24-14 148,-11 13 0,1-10 0,10 24 0,-24-24 0,24 11 0,-24-1 0,10-10-679,1 11 679,-11-14-332,10 0 332,1 13 133,-11-9-133,10 9 0,0-13 0,-9 0 0,9 0 0,-13 0-3034,0 0 3034,0 0 0,13 14 0,-9-11 0,9 10 228,-13 1-228,13-11 0,-9 24 0,9-24 3146,-13 11-3146,0-1 4706,0-10-4706,0 11-509,13-14 509,-9 0 0,9 13-4537,0-10 4537,-9 11-312,9-14 312,0 0 0,-9 13 0,9-9 0,-13 9 0,0 0 0,0-9 0,13 22 197,-9-22-197,9 9 0,0-13 4479,4 14-4479,-1-11 0,11 10 0,-24 1 0,24-11 478,-24 24-478,11-24 0,-1 10-4115,-10 1 4115,24-11 0,-24 24 4576,24-24-4576,-24 11 0,24-1 0,-24-10 0,24 24 0,-24-24 0,10 11 0,1-14 0,-11 13-766,24-10 766,-24 24 0,10-23 0,1 22 0,-11-22 0,24 9 0,-24 0 0,24 4 6784,-24 0-6784,10 9 0,0-22 0,-9 22-3551,9-22 3551,0 22-3389,-9-22 3389,9 22 0,0-9 0,-9 0 0,9 10 0,0-11 2840,-9 14-2840,9 0 0,0 0 0,-9 0 0,9-13 0,-13 10 3459,13-11-3459,-9 14 0,9 0 0,0 0 0,-9-13 0,9 10 0,0-11 0,-10 14 0,37 0 0,-33 0 641,20 0-641,-27 0 0,13 0 0,-10 0 0,11 0 0,-14 0 0,13 14 0,-10-11-3846,11 10 3846,-14 1 0,13-11 0,-10 10 0,24 1 0,-24-11 0,24 23 0,-24-22 0,24 9 0,-24 0 0,10-9 0,1 22-2127,-11-9 2127,24 0 0,-24 9 0,24-9 0,-24 0 0,24 9 0,-24-9 0,10 13 0,1-14 0,-11 11 0,24-10 0,-24 13 0,10 0-811,0-14 811,-9 11 0,9-10 0,0 12 0,-9-12 0,9 10 0,0-11 0,-9 1 0,9 10 0,-13-24 0,13 24 0,-9-11 2109,9 1-2109,-13 10 0,13-11 0,-9 14-527,9 0 527,-13 0 0,0-13 0,13 9 0,-9-22 0,9 22 0,-13-9 0,0 0 274,0 9-274,13-23-3544,-9 24 3544,9-10 0,-13-1 0,0-2 0,0-1 0,13-10 3278,-10 24-3278,11-24 0,-14 24 0,0-10-23,0-1 23,13 11-4526,-10-11 4526,11 1 0,-14 10 0,0-24 0,0 24 0,0-24 0,0 10 0,13 1 1264,-10-11-1264,11 24 0,-14-24 0,0 24 0,0-24 5060,0 23-5060,0-22 0,0 9 0,0 0 0,0-9 0,13 22 0,-10-22 0,11 9 547,-14 0-547,0-9 0,0 9 0,0 0 0,13-9 0,-10 9 0,11-13 0,-14 13 0,0-9 2872,0 22-2872,0-22 0,13 9-4271,-10 0 4271,11-10 0,-1 11 0,-10-1 0,10-10 0,-13 11 0,14-1 0,-11-10 0,10 11 0,-13-14 0,0 0 0,14 13 1771,-11-10-1771,10 11 0,-13-14 0,0 0 0,14 13 0,-11-10 0,10 11 0,-13-14 0,14 0 2500,-11 0-2500,10 13 0,-13-10 0,14 11 0,-11-14-1590,10 0 1590,-13 13 0,14-10 0,-11 10 0,10-13 0,-13 0 0,14 0 0,-11 0 0,10 0 0,0 0 639,-9 0-639,9 0 0,-13 0 0,13 0 0,-9 0 0,9 0 0,0 0 0,-9 0 0,9 0 0,0 0 0,-9 0 0,9 0-1749,0 0 1749,-9 0 0,9 0 0,-13-13 0,13 10 0,-9-10 0,22 13 0,-22 0 0,22 0 2700,-23 0-2700,11-14 0,-1 11-1512,-10-10 1512,24-1 0,-24 11 0,11-10 0,-1 13 0,-10-14 0,11 11 0,-1-10 1512,-10 13-1512,11 0 0,-1-14-2273,-10 11 2273,11-10 0,-1-1 0,-10 11 0,10-24 0,1 24 0,-11-23 0,10 22 2273,1-9-2273,-11 0 0,10 9 0,-13-22-3558,0 22 3558,14-9 0,-11 0 0,10 9 0,1-9 0,-11 0 0,10 9 0,-13-9 0,14 0 3558,-11 9-3558,10-22 0,-13 22-2904,0-22 2904,0 23 0,14-24 0,-11 10 0,10 1 0,-13-11 0,0 10 0,14-13 0,-11 14 0,10-11 0,-13 10 0,0 1-3517,0-11 3517,0 11 0,13-1 0,-9-10 0,9 24 0,-13-24 0,0 24 0,0-24 0,0 11 0,0-1 0,0-9 1259,0 22-1259,0-22 0,0 22 0,0-22 0,0 22 0,0-22 0,0 22 0,0-22 0,0 22 0,0-9 0,0 0 0,0 9 5162,0-9-5162,0 13 0,0 0 0,13-13 0,-9 9 0,9-9 0,-13 0 0,0 10 0,0-11-1887,0 1 1887,0 10-3252,0-24 3252,13 24 0,-9-24 0,9 24 0,-13-24 0,0 24 0,13-11 1557,-9 1-1557,9-4-1767,-13-13 1767,13 14-226,-9-11 226,9 24 0,0-10 0,-9-1 0,22 11 0,-22-24 0,9 24-1414,-13-24 1414,13 11 0,-10-1-2434,11-10 2434,-1 24 0,-10-24 0,11 24 0,-1-23 0,-10 22 5477,11-22-5477,-1 22 3946,-10-22-3946,11 22 0,-1-9-4492,-10 0 4492,24 9 0,-24-9 0,11 0 0,-1 9 0,-10-22 0,24 22 0,-24-9 0,24 13 4492,-24-13-4492,10 9 0,1-22-2321,-11 23 2321,10-11-3005,1 14 3005,-11 0 0,10 0 0,-13 0 0,0 0 0,14 0 1936,-11 0-1936,10 0 0,1 0 0,-11 14 3390,10-11-3390,-13 10 0,0-13 0,0 0 0,14 0 0,-11 13 0,10-9 0,-13 9 0,13-13-2047,-9 13 2047,9-9 0,-13 22 0,13-22 0,-9 22 0,9-22 0,0 9 0,-9 0 2047,9-9-2047,-13 9 0,0 0 0,13-9-6784,-9 22 6784,9-9-267,-13-1 267,0 11 0,13-10 0,-9 13 0,9 0 0,-13-14 0,0 11 6652,0-10-6652,13-1 0,-9 11-6385,9-11 6385,-13 14 0,0-13-145,0 10 145,0-24 0,13 24 0,-9-11 0,9 14 0,-13 0-4489,0-13 4489,0 9 0,0-9 4489,13 13-4489,-10 0 0,11-13 145,-14 9-145,0-9 0,0 0 0,13 9 0,-10-22 0,11 22 687,-14-23-687,0 24 0,0-10 0,0-1 0,13 11 0,-10-10 0,11-1 0,-14-2 0,0-14 6097,0 13-6097,0 4 0,13-1 0,-10 11-5515,11-11 5515,-14 1 0,0 10 0,13-24 0,-10 24 0,11-11 0,-14 1 0,13 10 0,-10-24 0,11 24 0,-14-11 0,13 1 1966,-10 9-1966,11-22 0,-14 22 0,0-22 0,0 22 0,13-9 0,-10 0 0,10 9 0,1-22 0,-11 22-5608,10-22 5608,1 22 0,-11-23 2373,10 24-2373,1-24 0,-11 24 0,10-24 0,1 11 0,-11-14 0,10 13 0,-13-10 0,14 11 0,-11-1 0,10-10 0,-13 11 6784,0-14-6784,14 13 0,-11-10 0,23 24 0,-22-24 0,9 10 0,0-13 0,-9 14 0,9-11 0,-13 10 0,13-13-2763,-9 14 2763,9-11 0,0 10 0,-9 1 0,9-11 0,-13 10 0,13-13 0,-9 0 0,22 0 0,-22 14-1397,22-11 1397,-22 10 0,9-13-2133,-13 0 2133,13 0 0,-10 14 0,11-11 0,-1 10 0,-10-13 3616,11 0-3616,-1 0 0,-10 0 249,11 14-249,-1-11 0,-10 10 0,11-13 0,-14 0 0,13 0 0,-10 0 0,11 14 0,-14-11 2428,0 10-2428,13-13 0,-10 0 0,11 0 0,-14 0 0,13-13 0,-10 10 0,11-11 0,-1 14 0,-10 0 0,10 0 0,1 0 0,-11-13 0,24 10 0,-24-11-3583,24 14 3583,-24 0 0,10 0 0,1-13 0,-11 10 0,10-11 0,1 1 0,-11 10 0,24-11 3583,-24 1-3583,24 10 0,-24-11-5147,23 1 5147,-22 10 0,9-24 0,0 24 0,-9-11 0,22 1 0,-22 10 0,9-10 0,0-1 0,-9 11 0,22-10 0,-22-1 645,22 11-645,-22-24 0,22 24 0,-22-24 0,22 24 0,-23-10 0,24-1 0,-24 11 0,24-24 0,-24 24 0,11-23 0,-1 22-2282,-10-9 2282,24 0 0,-24 9 0,24-9 0,-24 13 0,24-13 0,-24 9 0,24-9 0,-24 0 6784,24 9-6784,-24-22 0,24 22-6784,-24-9 6784,24 0 0,-24 9 0,24-22 0,-24 22 0,24-9 0,-24 0 0,10 10 0,-13-24 6784,14 24-6784,-11-24 0,23 10-946,-22-13 946,9 14 0,0-11 0,-9 24 0,9-24 0,0 10 0,-9-12 0,9-1 0,0 0 0,-9 0-6470,9 0 6470,-13 0-3905,13 0 3905,-9 0-696,9 0 696,-13 0 0,13 0 0,-9 0 4192,9 0-4192,-13 13 6269,0-9-6269,0 9 0,13-13-3394,-9 14 3394,9-11 0,-13 24 0,0-24 0,13 24 0,-10-24 0,11 24 0,-14-24 0,13 10 0,-10 1 0,11-11 0,-14 24-266,13-24 266,-10 11 0,11-1 0,-14-10 0,13 11 0,-10-1 0,11-10 0,-14 24 0,13-24 0,-10 24 0,11-23 0,-1 9 0,-10 0 0,24-9 5216,-24 22-5216,10-9 0,-13 0 0,14 9 0,-11-9 0,24 13 0,-24 0-3759,10 0 3759,1-13 0,-11 9 0,10-9 0,1 13 0,-11 0 0,10 0 0,1 0 0,-11 0 3759,24 0-3759,-24 0 0,10 0-1081,1 0 1081,-11 0 0,10 0 0,-13 0 0,13 0 0,-9 0 0,9 0 0,-13 0 0,13 0 1081,-9 0-1081,9 0 0,0 0-1442,-9 0 1442,9 0-3291,0 13 3291,-9-9 0,9 9 0,0-13 0,-9 0 0,22 0 0,-22 0 1192,22 13-1192,-22-9 0,9 9-952,0-13 952,-10 13 0,11-9 0,-1 9 0,-10 0 0,11-9 0,-14 22 0,13-22 0,-10 22 4493,11-23-4493,-1 24-5763,-10-10 5763,11-1 0,-1 11 0,-10-10 0,11-1 0,-1 11 0,-10-10 0,24-1 0,-24 11 0,11-11 0,-1 14 0,-10-13 0,10 10-4875,-13-11 4875,14 14-683,-11 0 683,10 0 0,-13 0 0,14 0 0,-11-13 0,10 9 0,-13-9 4537,14 13-4537,-11 0 0,10 13 0,-13-10 0,0 11 6784,14-14-6784,-11-14 0,10 11 0,-13-10 0,0 13 0,14-14 0,-11 11 0,10-24-453,-13 24 453,0-11-4209,14 14 4209,-11-13-72,23 10 72,-22-11 0,9 14 0,-13-13 0,0 9 356,0-22-356,13 22 0,-9-9-1105,9 0 1105,-13 9 0,13-9 0,-9 0 69,9 9-69,0-22 0,-9 22 0,9-9 0,0-1 0,-9 11 0,9-24 1822,0 37-1822,-9-33 0,22 33 0,-22-37 0,9 24 0,0-24 0,-10 24 0,11-24 0,-14 24 0,13-24 0,-10 10 1745,11 1-1745,-1-11 0,-10 24 0,11-24 0,-14 10 0,0 1 0,0-11 0,13 10 0,-10 1 0,11-11 0,-14 10-943,13-13 943,-10 14 0,11-11 0,-1 10 0,-10-13 0,11 14 0,-1-11 0,-10 10 0,11 0 0,-14-9 0,13 9 0,-10-13-1184,10 0 1184,1 0 0,-11 0 0,10 13 0,1-9 0,-11 9 0,10-13 0,1 0 0,-11 0 0,10 0 0,-13 0 0,14 0 3113,-11 0-3113,10 0 0,1 0 0,-11 0 0,10 0 0,-13-13 0,14 9 0,-11-9 0,10 13 861,0 0-861,-9-13 0,9 9-2860,0-9 2860,-9 13 0,9-13 0,-13 10 0,0-11 0,13 14 0,-9 0 0,9 0 0,-13 0 0,0-13 0,0 10 486,13-11-486,-9 14 0,9 0 0,0 0 0,-9 0 0,9 0 0,0-13 0,-9 10 0,9-11 0,0 1 0,-9 10 0,9-11 1920,0 14-1920,4-13 0,-1-4 0,-2 1 0,-1-11 0,-10 24 0,11-11 0,-1 1 0,-10 10 0,24-24-6291,-24 24 6291,24-24 0,-24 24 0,24-24 0,-24 11 0,24-1 0,-24-10 0,24 11 0,-11-14 0,1 0 0,-4 0-39,1 0 39,-11 0 0,24 0 0,-24 13 0,24-9 0,-24 9 0,10-26 0,1 10 0,-11-11 0,10 14 0,1 0-4537,-11 0 4537,10 1 0,-13-1 0,13 0 0,-9 0-901,9-14 901,0 11 0,-9-10 0,9 13 0,-13-13 4090,13 9-4090,-9-9 0,9 0 0,-13 10-2543,0 3 2543,13 3-759,-9 10 759,9-13-8,-13 0 8,0 14 4477,0-11-4477,13 11 5362,-9-1-5362,9-10-5194,-13 11 5194,0-1 0,13-10-4524,-9 24 4524,9-24 0,-13 11 0,13-1 0,-9-10 0,9 24 4537,0-23-4537,-10 22 6784,11-22-6784,-14 22 0,13-22-3903,-10 22 3903,11-9 0,-14 0 0,0 9 0,13-22 0,-10 22 0,11-22 0,-1 22 0,-10-22 0,24 22-2881,-10-35 2881,13 19 0,-1-10-297,-12 16 297,10 1 0,-24 10 0,24-24 0,-24 24 0,10-11 0,1 14 0,-11-13 2586,10 10-2586,1-11 0,-11 14 354,10 14-354,1-11 0,-11 10 0,10-13 0,1 0 0,-11 0 4141,23 0-4141,-22 0 0,22 0-3674,-22 0 3674,22 14 0,-22-11 0,22 10 0,-22-13 0,22 0 0,-9 0 0,0 0 0,9 0 3674,-22 14-3674,22-11 0,-23 10 0,24-13-4364,-10 14 4364,-1-11 0,11 24 0,-24-24 0,24 24 0,-10-24 0,-1 23 0,11-22 0,-24 22 0,24-9 0,-11 13-5338,1 0 5338,10 0-1619,-11 0 1619,1 0 0,10 0 0,-11 0 0,1 0 0,10 0 0,-24 0 0,23 0 0,-9 13 0,0-10 0,3 21 0,0 2 0,0-9 1205,-6 14 1,2 1-1206,10-12-652,-22 23 652,22-13 0,-22 0 0,22 13 0,-9-10 0,-1 10 0,11-26-2275,-24 9 2275,24-22 0,-24 22-366,24-22 366,-24 9 0,11-13 0,-1-14 4100,-10-2-4100,11-14 0,-14-14 0,13-2 0,-10-14 0,11 0-805,-14 0 1,0 0-1,0 0 1</inkml:trace>
  <inkml:trace contextRef="#ctx0" brushRef="#br0" timeOffset="35414">2516 15186 13754,'17'17'0,"9"-4"0,-22-13 4405,9 13-4405,-13-9 1877,13 9-1877,-9-13 1031,22 13-1031,-22-9 3508,22 22-3508,-23-22-6308,11 22 6308,-1-22-4695,4 9 4695,-1 0 0,11-10 0,-10 24 0,13-10 0,0-1 0,0 11 0,-1-10 0,1 13-318,0-14 318,-13 11 0,10-10 0,-11 12-3034,14-12 3034,0 10-690,0-24 690,13 24 2629,-9-11-2629,22 1 0,-9 10 3994,13-11-3994,0 1 0,0-4 0,-1-13-2970,15 14 2970,-11-11-541,-20 3 1,0 1 540,21 6 0,-21-11 0,0 0 0,20 11 0,-20-13 0,1 0 0,33 13 0,-33-11 0,1 0 0,1 5 0,-2-1-2652,33-6 2652,-27 0 0,0 0 0,30 0 0,-29 0 0,1 0 384,-7 0 1,0 0-385,6 0 0,1 0 196,1 0 1,0 0-197,0 0 0,1 0 0,4 0 0,0 0 1614,-5 0 0,1 0-1614,12 0 0,1 0 0,-6 1 0,1-2 0,5-4 0,-1-3 0,-6 0 0,0-1-612,-1 1 1,2-1 611,5-5 0,1 2-1199,-6 10 1,1 1 1198,4-13 0,1 1-1015,0 11 1,-1 1 1014,-4-12 0,-1-1 251,6 5 1,-1 1-252,-5 1 0,-2-2 1138,1-6 1,0 3-1139,0 10 0,0 1 0,0-12 0,0-1 0,-6 6 0,-2-1 0,0-5 0,-1-2 0,1 2 0,0-1 336,-6 0 0,1 0-336,4 0 0,1 0-1251,0 0 1,-1 0 1250,-11 0 0,0 0 0,11-6 0,-2-2 2501,14-10-2501,-20 12 0,1-1 0,19-21 0,10 9-1423,-13-9 1423,0 0 239,0 10-239,0-24-537,-14 24 537,11-24 0,-24 24 0,10-24 0,1 24 0,-11-24 0,10 24 0,-13-23 0,-13 9-218,9 0 218,-9-9 516,0 9-516,9 1 0,-22-11 2320,9 10-2320,-13-12 0,-13 12 0,9-10 0,-22 11 0,9-14 0,-13 0 0,0 13-472,-13-9 472,10 9 0,-24-13-761,10 0 761,-12 0 0,-1 1 0,24 28 0,-2 2 1786,1-2 1,-2 2-1787,-6-1 0,0 0 0,0-7 0,0 1 0,1 4 0,-2 0-1573,-5-4 0,-1-1 1573,6 7 0,-1 0-355,-4 0 0,-1 0 355,0 0 0,1 0-1148,4 7 1,0 0 1147,-4-6 0,-1 1 0,7 11 0,0 1 1147,0-6 1,0 1-1148,1 5 0,-1 2 0,0 0 0,0-2 0,0-6 0,0 1-402,0 4 0,0 0 402,-6-5 0,-1 1 125,6 5 1,-1 2-126,-11-1 0,-1 0-831,6 1 1,0-2 830,-13-5 0,-1-1 0,-1 5 0,-1 1 0,-5-7 0,-2 2 0,-4 12 0,-3 2 0,1-7 0,-2 1 0,25 10 0,-1 4 0,-1-2 0,-3-4 0,-1-1 0,1 3-62,3 6 0,1 3 1,-2-1 61,-6-4 0,-1-1 0,0 2-145,-1 6 1,0 2-1,0-1 145,0-3 0,-1-2 0,-1 2 62,-6 3 1,-1 1 0,0 1-63,3 3 0,1 1 0,-1 0 0,1-4 0,0-1 0,-1 2 0,-2 6 0,-1 2 0,0-2 0,3-6 0,1-2 0,0 2 0,-1 5 0,1 3 0,-1-1 0,2-3 0,-1-1 0,1 1 0,3 3 0,2 1 0,0 1 0,2-1 0,2-1 0,0 2 0,5-2 0,0 1 0,1 1 0,-1-2 0,0 1 0,3 0 0,-13 10 0,0 0 0,17-10 0,-1 0 0,2 0 732,-11 9 1,2 2-733,1 6 0,1-1 324,-1-4 1,3 0-325,9 3 0,3 3 0,0-1 0,0-1 0,1-5 0,2 1 0,9 4 0,2 2 0,-5-2 0,-1 1 0,6 0 0,2 2-440,5 5 0,2 2 440,-1 5 0,2 1-389,5 1 1,2 1 388,5 5 0,2 2 0,-1-1 0,2-1 207,6 1 1,0 0-208,0 6 0,0 1 0,5 2 0,4-1 0,5 0 0,2 0 0,-1 0 0,3-3-351,9-4 1,3-2 350,-8 2 0,2-2 0,5-11 0,2-3 0,-1 0 0,0-3 874,30 18-874,0-14 0,0-2 0,-14-15 0,-2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57:25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13449 5032 24575,'0'-17'0,"0"4"0,0 13 0,0 0 0,-13 0 0,9 0 0,-9 0 0,13 0 0,0 0 0,13 0-1174,-9 0 1174,9 0 0,-13 0 0,0 0 0,13 0 0,-10 0 0,11 0 0,-1 0 1174,-10 0-1174,11 0 0,-14 0 0,13 13 0,-10-9 0,11 9 0,-1-13 0,-10 0 0,11 0 0,-1 0 0,-10 0 0,24 0 0,-24 0 0,24 0 0,-24 0-2823,24 0 2823,-24 0 0,24 0 0,-11 0 0,14 0 0,-13 0 0,10 0 0,-11 0 0,1 0 0,10 0 0,-11 0 0,14 0-3961,0 0 3961,0-13-1002,0 9 1002,0-9-171,0 13 171,0 0 0,0 0 0,0 0 0,0-13 0,0 9 0,-14-9 0,11 26-2015,-10-9 2015,13 9 0,-1-13 0,1 0 0,-13 0 830,10 13-830,-11-9 0,14 9 0,0-13 154,0 0-154,0 0-501,13 0 501,-9 0 1560,9 0-1560,-13 0 0,0 0 0,0 0 0,13 0 0,-10 0 0,11 0 0,-14 0 0,0 0 0,13 0-2092,-10 0 2092,10-13 0,-13 9-797,0-9 797,13 13-396,-9 0 396,9 0-148,-13 0 148,13-13 0,-9 9 4517,9-9-4517,-13 0-710,13 10 710,-10-11 0,11 14-3912,-14-13 3912,-1 10 146,-12-11-146,10 14 0,-11 0 0,14 0 4537,-13 0-4537,10 0 0,-11 0 0,1 0 4542,10 14-4542,-24-11 0,23 10 0,-22 1 0,22-11 0,-22 10 0,9-13 0,-13 13 0,0-9 0,13 9 0,-9-13 0,9 13 2242,-13-9-2242,0 9 0,0-13 0,0 0 0,-13 0 0,9 0 0,-9 0 0,13 0 0,-13-13 0,9 9 0,-22-9 0,22 0 0,-22 9 0,23-9 0,-24 13 0,10 0 0</inkml:trace>
  <inkml:trace contextRef="#ctx0" brushRef="#br0" timeOffset="960">15366 4792 24575,'16'0'0,"-2"0"0,-14 0 0,0 0 0,13 0 0,-10 0 0,11 0 0,-14 0 0,0 0 0,13-13 0,-10 10 0,11-10 0,-14 13 0,0 0 0,0 13 0,0-10 0,0 10 0,0-13 0,0 0 0,-14 0 0,11 0 0,-10 0 0,13 0 0,0 0 0,13 0 0,-10 0 0,11 0 0,-14 0-1038,0 14 1038,0-11 0,13 10 0,-10-13 0,11 0 0,-1 0 0,-10 0 0,11 0 1038,-1 0-1038,-10 0 0,11 0-1976,-1 0 1976,3 0 0,1 14 0,10-11 0,-24 10 0,24-13 0,-24 0 0,24 14 0,-24-11 0,24 24-4808,-24-24 4808,24 24 0,-24-24-1706,10 24 1706,-13-11 0,0 1 0,14 9 0,-11-22 0,10 9 5939,-13 0-5939,-13-9 2551,10 22-2551,-11-22 0,14 22-544,0-22 544,-13 9 0,10 0 0,-11-9 0,1 22 0,10-9 0,-11-1 0,1 11 0,10-24 0,-11 24 0,14-10 0,0-1-1249,0 11 1249,0-24 0,0 11 0,0-14 0,0 0 0,-13 13 0,10-10 0,-11 11 0,14-14 1793,0-14-1793,-13 11 0,-4-10-6784,-13-1 6784,1-2 0,-1-1-53,0 4 1,13 13 0,4 0 0</inkml:trace>
  <inkml:trace contextRef="#ctx0" brushRef="#br0" timeOffset="6252">16564 1797 24575,'17'0'0,"-4"0"0,-13 0 0,0 0 0,13 0 0,-9 0 0,9 0 0,-13 0 0,0 0 0,0 13 0,0-9 0,0 9 0,0 0 0,0-9 0,0 22-3916,0-22 3916,13 9 0,-10 0 0,11-9 0,-14 22 0,13-22 0,-10 22 0,24-9 0,-24 0 3916,11 9-3916,-1-9 0,-10-1-3140,11 11 3140,-1-10 0,-10 13 0,24-14 0,-24 11 0,24-10 0,-24 13 0,24-14 0,-24 11 0,10-11-5744,1 14 5744,-11-13 0,10 10 855,-13-24-855,14 10 0,-11 1 0,10-11 0,-13 10 0,0-13 0,0 0 6167,0-13-6167,-13-4 0,10 1 0,-24-11 0,10 10 0</inkml:trace>
  <inkml:trace contextRef="#ctx0" brushRef="#br0" timeOffset="6604">16534 2546 24575,'17'0'0,"-4"0"0,-13-13 0,0 9 0,0-22 0,13 22 0,-9-22 0,9 9 0,-13-13 0,13 0 0,-9 0 0,22 0-6784,-9 0 6784,-1 0-4211,11 0 4211,-10 1 0,13-15 0,0 11-305,0-10 305,-1 13 0,-12 0 0,10 0 0,-11 0-3041,14 0 3041,0 0 0,0 13 0,-13-9 1061,10 9-1061,-24-13 184,23 13-184,-9-9 3658,0 9-3658,9-13 0,-22 0 5469,9 14-5469,0-11-853,-9 10 853,9 1 0,-13-11 0,-13 24 0,-4-10 0</inkml:trace>
  <inkml:trace contextRef="#ctx0" brushRef="#br0" timeOffset="7006">17313 1827 24575,'0'17'0,"0"9"0,0-22 0,0 22 0,0-22 0,0 22 0,0-22 0,0 22 0,0-9 0,-14 13 0,11 0 0,-10 0-6784,13 0 6784,0 13-4537,0-10 4537,0 11-253,0-15 253,0 1 0,13 0 0,-10 0 0,11 0 0,-1 0 0,-10 0 0,11 0 0,-1-13 627,-10 9-627,11-22 0,-1 22 0,-10-22 4722,24 22-4722,-24-22 405,24 9-405,-24-13 0,24 0 0,-24 0 0,24-13 0,-24-4 3416,10 0-3416,-13-9 0,0-4 0,0-17 0</inkml:trace>
  <inkml:trace contextRef="#ctx0" brushRef="#br0" timeOffset="7254">17313 1767 24575,'16'0'0,"11"0"0,-24 0-3791,11-13 3791,-14 10 1178,13-11-1178,-10 28 620,24-11-620,-24 10 0,24-13 0,-10 0 1993,-1 0-1993,11 0 0,-24 0 0,10 0 0,-13 0 0,14 0 0,2 0 0</inkml:trace>
  <inkml:trace contextRef="#ctx0" brushRef="#br0" timeOffset="7665">17732 1977 24575,'0'30'0,"0"0"0,0-14 0,0 11 0,0-10-8503,0 26 8503,0-10 309,0 11-309,0-1-636,0-10 636,13 24 0,-9-24 0,9 10 0,-13-13 0,0 0 0,13 0 0,-9-13 3041,9 9-3041,-13-22 0,0 22 1686,0-22-1686,0 9 894,0-26-894,13 9 0,-9-9 0,9 0 3209,-13 9-3209,0-22-5509,13-4 5509,-9-4 0,9-9 0,-13 0-4255,13 10 4255,-9-11 0,22 14 0,-23 0 0,11 1 0,-1-15 0,-10 11 0,11-10 0,-1 26 1555,-10-10-1555,11 24 0,-14-24 4873,13 24-4873,-10-10 0,11 13 0,-1 0 0,-10 13 0,11-10 3336,-1 24-3336,-10-10-6784,11 13 6784,-14 13-4537,0-10 4537,13 11 0,-10-15 0,11 1 0,-14 0 0,13 0 0,-10 0 0,10 0 0,1 0 0,-11 0 0,10-13-233,-13-4 233,0-13 4422,0 0-4422,0-13 1652,0-4 1,0 0 0,0 4 0</inkml:trace>
  <inkml:trace contextRef="#ctx0" brushRef="#br0" timeOffset="8177">18451 1737 24575,'17'0'0,"-4"0"0,0 0 0,-9 0 0,9 0 0,-13 0 0,13 0-1449,-10 0 1449,11 0 0,-1 0 0,-10 0 0,24-13 0,-24 10 0,11-11 0,-1 14 1449,-10 0-1449,11 0 0,-14 0 0,0 0 0,0 14 0,0-11 0,13 24 0,-10-24 0,11 24-6037,-14-24 6037,0 23 0,0-9 0,0 13 0,0 0 0,0 0 0,0 0 0,0 0 0,0 0 0,13 13-4784,-10-10 4784,11 11-500,-14-1 500,13-10-892,-10 10 892,11-13 0,-14 0 0,13 0 0,-10 0 0,10 0 0,-13 0 4095,0-13-4095,0 9 0,0-9 5053,0 0-5053,0-4 0,-13-13 1880,10 13-1880,-10-9 0,-1 9 0,11-13 0,-10 0 0,-1 0 1185,11 0-1185,-10 0 0,-1 0-1384,11 13 1384,-10-9 0,13 9 0,-14-26 0,-2 9 0,-14-22 0,0 22 0,13-9 0,-9 13 0,9 0 0</inkml:trace>
  <inkml:trace contextRef="#ctx0" brushRef="#br0" timeOffset="9555">19769 2456 24575,'17'17'0,"-4"-4"0,-13-13 0,0 0 0,0 13 0,0-9-5632,0 9 5632,13 0 0,-10-9 1243,24 22-1243,-24-22 0,24 22 0,-24-9 0,24 13 0,-24-14 0,24 11 0,-24-24 0,24 24-5190,-24-10 5190,24-1 0,-24 11 0,10-24 2974,1 11-2974,-11-1 0,10-10 0,-13 11 0,0-14 0,14 0 0,-11 13 0,10-10 0,-13 11 0,0-14 1651,-13-14 0,10 11 0,-11-10 1</inkml:trace>
  <inkml:trace contextRef="#ctx0" brushRef="#br0" timeOffset="9808">19859 2935 22373,'16'-13'0,"-2"10"0,-14-24 1070,0 10-1070,13-12 0,-10-1 0,24 0 0,-24 0 370,24 0-370,-24 0 0,24 0-6406,-11 0 6406,1 13-301,10-9 301,-24 9 0,24-13 0,-24 0 0,24 13 0,-24-9 6445,24 22-6445,-24-22 0,24 22 0,-24-22-5093,10 23 5093,-13-24 0,0 24 0,14-11 0,-11 14 0,10 0 0</inkml:trace>
  <inkml:trace contextRef="#ctx0" brushRef="#br0" timeOffset="10174">20278 2606 24575,'0'17'0,"0"-4"0,0 0 0,0 4-7720,0-1 7720,0 11 0,-13-24 2180,9 24-2180,-9-10 1226,13 13-1226,0-14 0,0 11 0,0-10 4314,13 12-4314,-9-12 0,9 10-6473,-13-11 6473,0 14 0,0-13 0,13 10 0,-9-24 0,9 24 0,0-24 0,-9 24 0,9-24 6473,-13 10-6473,13-13 0,-9 0-4518,22 0 4518,-9 0 0,0-13-84,9 10 84,-23-24 0,11 10 0,-14-13 0,0 0 0,0 14 0,0 2 0</inkml:trace>
  <inkml:trace contextRef="#ctx0" brushRef="#br0" timeOffset="10428">20248 2426 20057,'17'0'0,"-4"0"2118,-13 0-2118,0 0 767,13 0-767,-9 0 0,9 0-2420,0 0 2420,-9 0 0,9 0 0,0 0 1056,-9 0-1056,9 0 0,-13 0 0,0 0 0,0 0 0</inkml:trace>
  <inkml:trace contextRef="#ctx0" brushRef="#br0" timeOffset="10900">20488 2546 18153,'0'17'0,"0"-4"2910,0 0-2910,0-9 1098,0 22-1098,13-22 575,-10 22-575,11-9-4945,-14 13 4945,0 13-1876,0-23 1876,0 20 0,0-23 0,0-1 0,0 11 0,0-24 0,0 24 0,0-24 5855,0 24-5855,0-24 0,0 10 2805,0-13-2805,0 0 0,0-13 0,0 10 0,13-24 0,-10 10-6162,11-12 6162,-14 12 0,13-10 0,-10 11 0,24-14-413,-24 0 413,24 0 0,-24 0 0,24-13 0,-24 9 0,24-9-4606,-24 13 4606,24 0 0,-11 0-2694,1 13 2694,10-9 2842,-24 23-2842,10-11 280,-13 14-280,14 0 4818,-11 0-4818,10 14 5935,-13-11-5935,0 23 0,0-9-5395,0 13 5395,0 0 0,0 0-863,0 0 863,0 13 0,0-10 0,0 11 0,0-28 0,0 11 0,0-10 0,14 13 0,-11-14 2725,10 11-2725,0-24 0,-9 24 0,9-24 1028,0 10-1028,-9-13 0,22 0 0,-22-13 0,9 10 0,0-10 0,-9-1 0,9-2 0</inkml:trace>
  <inkml:trace contextRef="#ctx0" brushRef="#br0" timeOffset="11166">21177 2756 24575,'16'0'0,"-2"0"0,-14 0 0,0 0 0,0 13 0,13-10 0,4 11 0,-1-14 0,11 0 0,-11 0 0,1 13 0,10-10 0,-11 11-6784,14-14 6784,0 0-2264,-13 13 2264,-4-23 0,-13 20 0,0-23 0,0 13 0</inkml:trace>
  <inkml:trace contextRef="#ctx0" brushRef="#br0" timeOffset="12210">21896 2935 24575,'0'17'0,"0"-4"0,0-13 0,0-13 0,0 10-3659,0-11 3659,0 1-3854,0 10 3854,0-24 0,13 24 0,-10-24 0,10 24 0,1-24 2062,-11 24-2062,24-24 5451,-24 24-5451,24-24 0,-24 24-6784,24-24 6784,-24 11 0,10-1 0,1-10 0,-11 11 0,24-14 0,-24 0 0,24 0 0,-24 0 0,10 0 0,0 0-4537,-9 0 4537,9 0 3889,-13 0-3889,0 0 0,0 0 0,0 0 0,0 0 0,0 0 0,0 14 0,-13-11 0,9 11 0,-9-14 0,13 13-2470,-13-10 2470,10 11 0,-11-14 0,1 13 0,10-10 0,-24 11 5240,24-1-5240,-11 4 4662,14 0-4662,-13 9 0,10-9 0,-11 13 0,14 0 0,-13 0 0,10 13 0,-11-9 0,1 22 0,10-22 0,-11 22 0,14-23 0,0 24 0,-13-24 0,10 24-4623,-11-10 4623,14-1 0,-13 24 0,10-20-277,-10 24 277,13-15 0,0 1 0,0 0 0,0 0 0,-14 0 0,11 14-5161,-10-11 5161,13 10 0,0 0 0,0-9 2420,0 9-2420,0 0 0,0-10 228,13 11-228,-10-14 0,11 0 0,-14 0 0,0 0 0,0-14-2766,0 11 2766,0-11 0,0 1 5103,0 10-5103,0-24 740,0 10-740,0 1 0,0-11 0,0 10 4336,0-13-4336,0 0 0,0-13 0,0 10 0,0-24 0,0 24 0,0-24 0,0 10-3030,13 1 3030,-10-11 0,10 11 0,-13-1 0,0-10 0,0 11 0,14-1 0,-11-10 0,24 11 3030,-11-1-3030,1-10 0,10 24-4273,-24-24 4273,24 24 0,-24-10 0,24 13 0,-11-13 0,1 9 0,9-9 0,-22 13 0,9 0 4273,-13 0-4273,13 0 0,-9 0 0,9 13 0,-13-9 0,0 9 0,-13 0 0,9-10 0,-22 24 0,22-24 0,-22 24 0,23-24 0,-24 24 0,24-24 0,-11 24 0,1-10-3329,10-1 3329,-11 11 0,1-24 0,10 24 0,-11-24 0,14 24 0,0-24 0,0 24 3329,0-24-3329,14 10 0,-11 1-1622,10-11 1622,1 10 0,2-13 0,1 0 0,10 0 0,-11 0 0,14 0 0,0 0 0,-13 0 0,9 0 0,-9-13-3394,13 10 3394,-13-24 0,-4 10-215,-13 1 215,13-11 0,-10 24 0,11-10 0</inkml:trace>
  <inkml:trace contextRef="#ctx0" brushRef="#br0" timeOffset="12878">22584 2187 24575,'17'0'0,"-4"0"0,-13 0 0,0 0 0,-13 0 0,10 0 0,-11 0 0,14 0 0,0 0 0,0 13 0,14-10 0,-11 11 0,10-14 0,-13 0 0,0 0 0,14 0-1219,-11 0 1219,10 0 0,1 0 0,-11 0 0,24 0 0,-24 0 0,24 0 0,-11 0 1219,1 0-1219,-4 0 0,0-14-4820,-9 11 4820,22-10 0,-22 13 0,9 0 0,-13 0 0,0 0 0,13-14 0,-9 11 0,-4-10 4820,-4 13-4820,-9 13 0,13-10 0,0 11 0,0-14 0,0 13 0,-13-10 0,9 24 0,-9-24 0,13 24 0,0-11 0,0 14 0,0 0 0,0 0-6784,0 0 6784,0 13-4537,0-9 4537,0 22-774,0-22 774,13 22-500,-9-23 500,9 11 3847,-13-1-3847,0-10 0,0 11 0,0-14-3162,0-1 3162,0 1-1674,0 0 1674,-13 0 34,9-13-34,-9 10 3433,0-11-3433,9 1 5133,-22 10-5133,23-24 0,-24 23 0,24-22 2609,-11 9-2609,14 0 0,0-9 0,-13-4 0,10-4 0,-24-22 0,10 9 0,1 1 0,2-11 0,14 10 0</inkml:trace>
  <inkml:trace contextRef="#ctx0" brushRef="#br0" timeOffset="26333">20847 3684 24575,'0'17'0,"0"9"0,0-9 0,0 0 0,0 9 0,0-9-8503,0 26 8503,0-9-2818,0 9 2818,0 0-3034,0-10 3034,0 11-320,0-1 320,0-10 0,0 10 0,0 1 0,0-11 2875,0 10-2875,0-13 0,13 0 833,-9-13-833,9 9 0,-13-22 0,13 22 525,-9-22-525,22-4 4972,-22-4-4972,9-22 0,-13 22 0,0-22 0,0 22 0,0-9 0</inkml:trace>
  <inkml:trace contextRef="#ctx0" brushRef="#br0" timeOffset="26657">21207 3654 24575,'0'30'0,"0"-13"0,0-4 0,0 0 0,0 4 0,0 13-8503,0-13 8503,0 23 1471,0-20-1471,0 23 0,-14-13 0,11 0 0,-10 13 0,13-10 0,0 24 0,0-24-4455,0 10 4455,0 1-2979,0-11 2979,0 10 2679,13-13-2679,-10-13 160,11 9-160,-14-9 4385,0 0-4385,0 9 6557,0-22-6557,0 9 0,0-13 0,-14 0-2264,-2 0 2264,-1 0 0,-10 0 0,24 0 0,-10 0 0</inkml:trace>
  <inkml:trace contextRef="#ctx0" brushRef="#br0" timeOffset="27024">20578 4074 24575,'0'16'0,"0"11"0,0-24 0,0 24 0,0-11 0,0 14-8503,13 14 8503,4-11 1190,-1 10-1190,11-13 0,-11 0 0,14 0 0,-13 0 0,10 0 0,-11-13 0,14 9 0,0-22-4361,0 22 4361,13-22 0,-9 9 0,9-13 3522,-13-13-3522,0 9 0,0-9 0,0 0 256,0-4-256,0 0-4168,0-9 4168,13 22 1347,-10-22-1347,-3 22 0,-3-22 0,-24 22 665,10-9-665,-13 13 49,0 0 0,-13 0 1,-4 0-1</inkml:trace>
  <inkml:trace contextRef="#ctx0" brushRef="#br0" timeOffset="29055">20787 5451 24575,'0'17'0,"0"-4"0,0-13 0,0 14 0,0-11 0,0 10 0,0-13 0,0 0 0,0 14 0,0-11 0,0 10 0,0-13 0,0 0 0,0 14 0,0-11 0,0 10 0,0 1 0,14 2 0,-11 1 0,10 9 0,-13-9 0,14 13-6457,-11-13 6457,10 9-4645,0-9 4645,-9 26 0,22-10 0,-22 11 0,22-14 0,-22 0 0,9 0 0,0 0-219,4 0 219,0-1 0,9 1 0,-22 0-2063,22 0 2063,-22-13 0,22 10 0,-23-24 3515,24 10-3515,-24-13 5255,24 0-5255,-24 0 0,24 0 0,-24 0 3519,-3-13-3519,-3 10-1606,-10-24 1,13 24 0,0-11 0</inkml:trace>
  <inkml:trace contextRef="#ctx0" brushRef="#br0" timeOffset="29306">20787 6110 18821,'30'-56'0,"-13"19"0,-4-19 0,-13 26 2640,13 13-2640,-9-10 0,22 11-6636,-22-14 6636,22 0-2296,-9 0 2296,0 0 725,9 13-725,-9-9 0,0 9 0,9-13 0,-9 13 0,13-9 0,-14 22 0,-2-9-1073,-14 13 1073,0-13 0,0 10 0,0-11 0</inkml:trace>
  <inkml:trace contextRef="#ctx0" brushRef="#br0" timeOffset="29811">21446 5511 18812,'-13'17'0,"10"-4"2644,-11 1-2644,1-11 983,10 24-983,-11-24 512,1 23-512,10-9 0,-11 13-5160,1 0 5160,10 0 0,-11 0-481,14 0 481,-13 13 0,10-10 0,-11 24 0,1-24 0,10 24 0,-10-24-4378,13 24 4378,0-24-2753,0 10 2753,0-13 2035,0 0-2035,0 0 295,13 0-295,-10-13 4168,24 9-4168,-11-22 5694,14 9-5694,0-13-3750,0-13 3750,-13 9 0,10-22 0,-24 9-388,23-13 388,-22 0 0,9 0 0,-13 0 0</inkml:trace>
  <inkml:trace contextRef="#ctx0" brushRef="#br0" timeOffset="30077">21326 5451 21378,'14'-16'0,"-11"2"1530,24 14-1530,-24 0 540,10 0-540,1 0 0,2 0-6226,14 14 6226,-13-11 0,9 10 569,-9-13-569,0 14 0,9-11 0,-22 10 0,9-13 0,0 14 0,4 2 0</inkml:trace>
  <inkml:trace contextRef="#ctx0" brushRef="#br0" timeOffset="30512">21776 5691 20949,'0'17'0,"0"9"0,0-22 1724,0 22-1724,0-9 614,-14 13-614,11 0 0,-10 0 0,-1 0 314,11 0-314,-10 0-5480,13 0 5480,0-14 0,0 11 0,0-11 0,-14 14 0,11-13 0,-10 10 0,13-24 0,0 24 0,0-24 6454,0 10-6454,0-13 0,0 0 0,13 0 0,-10-13 0,11 10 0,-14-24 0,13 24 0,-10-24 0,11 24 0,-1-24 0,-10 10 0,11-12-6784,-14-1 6784,13 0 0,-10 13-367,24-10 367,-24 11 0,24-14 0,-24 13 0,11-10 0,-14 24 0,13-23 0,-10 22 0,11-9 5380,-1 0-5380,-10 9 0,10-9 56,1 13-56,-11 13 0,10-9 0,1 22 0,-11-9 0,10 13 0,1 0 0,-11-14 0,10 11-2331,-13-24 2331,14 24 0,-11-10 0,10 26 0,-13-10 402,0 10-402,14-26 0,-11 10 0,10-24 0,1 10 0,-11-13 0,10 0 1873,1 0-1873,-11-13 0,10-4 0,-13 1-193,13-11 0,-9 10 0,9-12 0</inkml:trace>
  <inkml:trace contextRef="#ctx0" brushRef="#br0" timeOffset="31109">22345 5392 24575,'16'16'0,"-2"-3"0,-14 1 0,13-11 0,-10 10 0,11-13-4099,-1 0 4099,-10 14-2722,24-11 2722,-24 10 0,24-13 0,-24 0 0,11 0 0,-14 0 2490,0 0-2490,13 0 0,-10 0 0,11 0 0,-14 0 4331,0 0-4331,0 14 0,0-11 0,0 10 0,0-13 0,0 0 0,0 14 0,0-11 0,0 10 0,0 1 0,0-11 0,0 10 0,0-13 0,0 14 0,0-11 0,0 10 0,0 0 0,0-9-3252,0 22 3252,0-22 0,0 22 0,0-22 0,0 22 0,0-22 0,0 22 0,0-9 0,13 0 0,-10 9 0,10-9 0,-13-1-1457,0 11 1457,0-10 0,0-1 0,0 11 0,0-10 0,-13-1 0,10 11 0,-10-10 0,-1-1 0,11 11 0,-10-11 0,26 1 779,-10-4-779,11 1 0,-1-11 0,-10 10 0,10 1 0,-13-11 0,0 10 0,0-13 0,0 0 0,0 14 0,-13-11 0,10 10 2241,-24-13-2241,24 0 0,-10 0 0,13 14 0,-14-11 0,11 10 0,-10-13 0,26-13 0,-10 10 0,11-24-3079,-14 10 3079,0-13 0,-14 0-263,11 14 0,-24-11 0,11 11 0</inkml:trace>
  <inkml:trace contextRef="#ctx0" brushRef="#br0" timeOffset="34759">19409 5541 24575,'0'17'0,"0"-4"0,0-13 0,0 0 0,0-13 0,0 10 0,0-11 0,0 14 0,0 0 0,0-13 0,0 10 0,0-11 0,0 14 0,0 0 0,0 0 0</inkml:trace>
  <inkml:trace contextRef="#ctx0" brushRef="#br0" timeOffset="35554">19439 5451 24575,'17'0'0,"-4"0"0,-13 0 0,0 0 0,-13 0 0,10 0 0,-11 0 0,14 0 0,0 0 0,0 14 0,0-11 0,0 10 0,0-13 0,0 0 0,0-13 0,0 10 0,0-11 0,0 14 0,0 0 0,14 0 0,-11 0 0,10 14 0,-13-11 0,0 10 0,0-13 0,14 0 0,-11 0 0,10 0-427,1 0 427,-11 0-1613,24 0 1613,-24 0 0,24 0 0,-24 0 0,23 0 0,-9 0 393,0 0-393,9 0 0,-22 0 0,22 14 346,-9-11-346,0 10-4898,9-13 4898,-9 0 0,13 0 0,-14 14 0,11-11 0,-10 10 0,-1-13 969,11 0-969,-24 0 0,24 0 0,-24 0 0,11 0 3500,-1 0-3500,-10 0 0,11 0 0,-14 14 0,0-11 0,-14 10 0,11 1 0,-10-11 1730,13 10-1730,0-13 0,-14 0 0,11 0 0,-10 13 0,-1-9 0,11 22 0,-24-22 0,24 22 0,-24-9 0,11 0 0,-14 9-6784,0-9 6784,13 0 0,-9 9-3484,9-9 3484,0 13-130,-9 0 130,22 0 0,-22-14 0,22 11 4994,-9-10-4994,13 13 5144,0 0-5144,0-14 0,0 11-1613,0-24 1613,0 24 0,0-11 0,0 1 0,0-4 0,13 1 0,-9-11 0,9 10 0,0 1 0,4-11 0,0 10 0,9-13-985,-9 14 985,0-11 0,9 10 0,-9-13 0,-1 0 0,11 0 0,-10 0 0,13 0 0,-14-13 0,11 10 0,-10-11-2368,13 14 2368,-1-13 0,1 10-1307,-13-11 1307,10 1 0,-24 10 0,24-24 0,-24 24 0,10-24 4779,-13 24-4779,0-24 0,0 24-1258,-13-24 1,10 24-1,-11-10 1</inkml:trace>
  <inkml:trace contextRef="#ctx0" brushRef="#br0" timeOffset="35969">19499 5721 20223,'0'17'0,"0"-4"0,0 0 2046,0-9-2046,0 9 738,0-13-738,0 0 381,14 0-381,-11 0 0,10 13-2283,1-9 2283,-11 9 0,24-13 0,-11 0 0,14 0 0,-13 0 0,9-13 0,-9 9 0,13-9 3470,0 13-3470,-13 0 0,9 0-2768,-9 0 2768,-1 0 0,-2-13 0,-14 9 0,13-9 0,-10 13 0,24-13 0,-10-4 0</inkml:trace>
  <inkml:trace contextRef="#ctx0" brushRef="#br0" timeOffset="41752">19859 5122 24575,'16'0'0,"-2"0"0,-14 0 0,0 0 0,13 13 0,-10-9 0,11 9 0,-14-13 0,0 0 0,13 0 0,-10-13 0,11 9 0,-14-9 0,13 13 0,-10 0-3110,11 0 3110,-1 0 0,-10 0 0,24-13 0,-24 9 0,10-9 0,-13 13 0,14-13 0,-11 9 3110,10-22-3110,-13 22 0,-13-22 0,-4 9 0</inkml:trace>
  <inkml:trace contextRef="#ctx0" brushRef="#br0" timeOffset="42757">20278 4703 19096,'0'16'0,"0"-2"0,-13-14 2527,9 13-2527,-9-10 933,13 24-933,0-11 485,0 1-485,0 10 1534,0-11-1534,0 14-5686,-13 0 5686,9 0 0,-9 0 0,13 0-93,0 0 93,0 0 0,0 0 0,0 0 0,0 0 0,0 0-4870,0 0 4870,0 0-730,0 0 730,0-14-870,0 11 870,0-24 0,0 24 0,0-24 4077,0 11-4077,0-14 6097,0 13-6097,0-10 2075,0 11-2075,0-14 0,0 0 0,0-14 0,13 11 0,-9-10 0,9-1-2375,-13 11 2375,0-24 0,13 24-297,-9-10 297,9-1 0,0-2 0,-9-1 0,22-10 0,-22 11 2336,22-1-2336,-22-9 0,9 9-2443,0 0 2443,-9-9 0,9 22 0,0-22 0,-9 22 0,9-22 0,0 22 0,-10-9 0,11 0 2779,-14 9-2779,13-9 0,-10 13 0,11-13 0,-14 9 0,0-9 0,-14 13 0,11 0 0,-10 0 0,13 13 0,0-9 0,-14 9 0,11-13 0,-23 13 0,22-9-1229,-22 22 1229,22-22-1589,-22 22 1589,22-22 0,-9 22 0,0-22 0,9 9 0,-9 0 1127,0-9-1127,9 9 0,-9 0 0,13-9 801,-13 9-801,23 0 0,-20-10 0,23 24 0,-13-24 0,0 11 0,0-1 0,0-10 0,0 11 0,13-14 0,-9 0 0,9 13-3552,0-10 3552,-9 24 0,9-24 0,-13 11 0,13-1 0,-9-10 0,9 11 0,0-1 0,-9-10 4442,9 11-4442,-13-14 0,13 13-408,-9-10 408,9 10 0,-13-13 0,13-13 0,-10 10 0,24-10 0,-24 13 0,11 0 0,-14-14 0,0 11 0,0-24 0,-14 24-830,11-24 0,-10 11 0,13-14 0</inkml:trace>
  <inkml:trace contextRef="#ctx0" brushRef="#br0" timeOffset="46604">20488 3804 24575,'16'0'0,"-2"0"0,-14 0 0,0 0 0,13 0-1765,-10 0 1765,11 0 426,-14 0-426,0 0 0,0 13 0,0-9 0,0 9-2217,13-13 2217,-10-13-3589,11-4 3589,-1 0 0,4-9 0,-1 9 0,11 0 0,-24-9 1746,24 9-1746,-24 1 0,24-11 0,-11 24-1385,14-24 1385,0 10-938,0 1 938,0-11-237,-13 10 237,23 1 0,-34-11 0,34 24 0,-23-10 0,13-1 0,0 11 0,0-10 0,-14 13 0,11 13-408,-10-10 408,13 24-17,0-11 17,-14 14 0,11 0 0,-10 0-694,13 0 694,-1 14 0,15-11 0,-11 23-2941,10-22 2941,1 9-2688,-11-13 2688,23 0-101,-22 0 101,9 0 0,0 0 0,-10-14 0,11-2 0,-14-1 0,0-23 0,-14 20 1934,-2-23-1934,-14-1 0,-14 11 0,-2-10 0</inkml:trace>
  <inkml:trace contextRef="#ctx0" brushRef="#br0" timeOffset="48864">13149 4463 19392,'-16'0'0,"2"0"2403,14 0-2403,0 0 882,-13 0-882,10-13 457,-11 9-457,14-9 1441,-13 13-1441,10 0 0,-11 0 0,14 0 0,0 0 0,-13 0 0,10 0 0,-11-13 0,1 9 0,-3-9 0,-1 13 0,-10 0 0,24 0 0,-10 0 0,-1-13 0,11 9-3376,-24-9 3376,24 13 0,-24 0-1758,11 0 1758,-14-13 0,0 9 0,0-9 0,0 13 0,0 0 3029,0 0-3029,0 0-527,0 0 527,0 0 0,0 0-5774,0 0 5774,0 0 0,-13-13-149,10 10 149,-10-11 0,13 14 0,0 14 0,-14-11-3950,11 10 3950,-10-13-1855,13 13 1855,-13-9 763,9 22-763,-9-22-402,0 22 402,9-9 2884,-9 0-2884,0 9 0,10-9 0,-24 0 0,24 9 0,-24-9-1134,24 13 1134,-24-14-2312,24 11 2312,-10-10-80,0-1 80,9 11 0,-9-10 0,0 13 0,9-14 0,-9 11 0,0-11 0,10 14 0,-11-13 0,14 10 0,-13-11 2594,10 14-2594,-10-13 0,13 10 0,0-11 0,0 1 0,0 9 414,13-9-414,-9 13 3368,9 0-3368,-13-13 1928,13 9-1928,-9-9 0,22 13 0,-22 0 499,22 0-499,-9 0 0,13 0 0,-13-14 0,9 24-4037,-9-20 4037,13 23 0,0-13-1446,13 0 1446,-9 14-558,22-11 558,-22 23-300,22-22 300,4 22 0,4-22 3051,9 22-3051,0-9 0,4-1 0,-1-2-3268,11-1 3268,-11-10-1647,14 10 1647,0-13-203,0 0 203,0 0 0,13-13 0,-9 10 0,-22-18 0,2-2 0,33 10 0,-33-9 0,2-3 0,5-4 0,1-2 0,-6 2 0,1-2 0,11-5 0,0-1-405,-4 6 1,-1-1 404,0-11 0,0-1-270,6 6 0,-1-1 270,-5-5 0,0-2 0,0 1 0,1 0 0,5 1 0,-2-2 0,-10-5 0,0-1 0,4 6 0,1-1 0,-7-4 0,0-1 0,0 0 0,-1 0 0,33-11 0,-33 7 0,-2-5 0,-9 2 0,-2-1 118,6-1 0,-1-2-118,-12-3 0,-1-1 746,6 0 1,-2 1-747,6-27 0,-11 20 0,0-1 0,8-32 0,-22 31 0,0 0 0,19-32 0,-24 34 0,-3 0 0,0-34-1323,-3 1 1323,-10 2 107,-1 14-107,-2 1 2189,-1-1-2189,-10 13 0,11-10 3758,-14 24-3758,-14-10 0,11 13 0,-10 13-2736,13-9 2736,-13 9 0,9 0 524,-9 4-524,0 0 0,10 9-460,-24-9 460,24 26 0,-11-9 0,15 9 0,-15 0 0,11-9 0,-24 9-2135,24-13 2135,-10 13-155,0-9 0,-4 22 1,-13-9-1</inkml:trace>
  <inkml:trace contextRef="#ctx0" brushRef="#br0" timeOffset="52852">3564 15036 18901,'17'0'0,"-4"0"0,-13 0 1015,0 0-1015,0-13 1421,0 10-1421,0-11 758,0 14-758,0 0 1521,0 14-1521,0-11 959,14 24-959,-11-24 0,10 24 0,-13-11-6784,14 14 6784,-11 13-1131,10-9 1131,1 9-269,-11-13 269,24 0 0,-24 0 0,23 0 0,-9 0 0,0 0 0,9 0 0,-22-14-4073,9 11 4073,0-10 4073,-9-1-4073,22-2 1106,-22-1-1106,9-10 294,-13 10-294,0-13 0,0 0 0,-13-13 0,9 10 0,-9-10 0</inkml:trace>
  <inkml:trace contextRef="#ctx0" brushRef="#br0" timeOffset="53118">3654 15785 24575,'17'-16'0,"-4"2"0,-13 1-8239,0 10 8239,0-24 2291,14 10-2291,-11-13 0,10 0 0,0-13 741,-9 10-741,22-10-5059,-9 13 5059,0-14-1379,9 11 1379,-9-10-1099,13 13 1099,-13-13-248,9 9 248,-9-9 3709,-1 26-3709,11-9 5547,-24 22-5547,24-22 0,-24 22 0,24-9-2752,-10 13 2752,-1-13 0,11 10 994,-37-11-994,20 1 0,-23 10 0,13-11 0,0 14 0</inkml:trace>
  <inkml:trace contextRef="#ctx0" brushRef="#br0" timeOffset="53555">4223 15156 19874,'17'0'0,"-4"0"0,-13 0 2197,0 13-2197,0-9 799,0 9-799,0-13 412,0 13-412,0-9 0,0 22 0,0-9-5491,0 13 5491,-13 0-4537,10 0 4537,-11 0 0,14 0 0,0 0 0,14 13 0,-11-10 0,10 11 0,-13-15-3034,0 1 3034,14 0 0,-11-13 0,10 10 0,1-11 3034,-11 1-3034,10 10 0,1-24 0,-11 10 4537,10-13-4537,0 0 6784,-9 0-6784,9 0 0,-13-13-3314,0 10 3314,0-24-1422,0 10 1,0-13-1,0 0 1</inkml:trace>
  <inkml:trace contextRef="#ctx0" brushRef="#br0" timeOffset="53757">4283 15126 24575,'47'-16'0,"-17"-11"0,-4 24 0,-22-11 0,9 14 0,0 0 0,-9 0 0,9 0 0,-13-13 0,0-4 0</inkml:trace>
  <inkml:trace contextRef="#ctx0" brushRef="#br0" timeOffset="54368">4613 15276 24575,'13'17'0,"-10"-4"0,11-13 0,-14 0 0,0 0 0,0-13 0,0 9 0,0-9 0,0 13 0,0 0 0,0 13-1002,0-9 1002,0 9 0,0 0 0,0-9 0,0 22 0,0-23 0,0 24 0,0-24 1002,0 24-1002,0-10 0,0 13-6784,0-14 6784,0 11-3388,0-10 3388,0-1 0,0 11 0,0-11 0,0 1 0,0 10 5106,0-24-5106,0 10 5066,0-13-5066,0 0 0,0-13-2162,13 10 2162,-10-11 0,11 1 0,-14-4 0,0 1 0,0-11 0,0 11 0,13-14 0,-10 0-1452,11 0 1452,-14 0 0,0 13 0,13-10 0,-10 11 0,11-14 0,-14 0 0,0 13 0,0-9 0,13 22 0,-10-22 0,11 22-3559,-1-9 3559,-10 0 0,10 9 2852,-13-9-2852,14 13 0,-11 0 0,24 0 0,-24 0 0,10 13 4321,-13-9-4321,14 22 0,-11-9-6505,10 13 6505,-13 0 0,14 0 0,-11-13-116,10 9 116,1-9 0,-11 13 0,10 0 0,-13 0 0,14-14 0,-11 11 0,10-24 0,-13 11 0,0-14 0,0 0 0,-13 0 6450,10 0-6450,-11 0 0,1-14 0,-4-2 0</inkml:trace>
  <inkml:trace contextRef="#ctx0" brushRef="#br0" timeOffset="54810">5182 15066 24575,'33'0'0,"-6"0"0,-14-13 0,-10 10 0,24-11-2758,-24 14 2758,11 0-275,-14 0 275,13-13 0,-10 10 0,11-11 0,-14 14 0,0 0 1999,13 0-1999,-10 0 0,11 0 1034,-14 0-1034,0 0 0,0 14 0,0-11 0,0 24 0,0-24 0,0 24 0,0-11 0,0 14 0,0 0 0,13 0-6784,-10 0 6784,11 0-4537,-14 13 4537,13-9-417,-10 9 417,10 0 0,1-10 0,-11 11-225,10-14 225,-13 0 0,0-1 0,0 1 0,0 0 1147,0 0-1147,0-13-434,-13 10 434,10-11 243,-24 1-243,24-4 4692,-10 1-4692,13-11 4505,-14 10-4505,11-13 0,-24 0 0,24 0-3044,-24-13 3044,11 10 0,-1-24-293,-10 10 1,24 1 0,-10 2 0</inkml:trace>
  <inkml:trace contextRef="#ctx0" brushRef="#br0" timeOffset="58775">3774 15336 18125,'17'0'0,"-4"0"2921,-13 0-2921,0 0 1103,0 13-1103,-13-10 578,9 11-578,4-14 0,4 0 0,9 13 0,-13-10 0,13 11 1848,-9-14-1848,9 13 0,0-10 0,-9 24 0,22-10 0,-22-1 0,22 11 0,-22-24 0,9 24 0,0-24-2974,4 24 2974,-1-11 0,11 1 0,-24 10 0,24-24 0,-24 24 0,11-24 0,-1 24 0,-10-24 0,11 10-1038,-14 1 1038,13-11 0,-10 10 0,11-13 0,-14 0 0,0 0 0,0 0 0</inkml:trace>
  <inkml:trace contextRef="#ctx0" brushRef="#br0" timeOffset="59972">8656 14707 24575,'0'-17'0,"0"4"0,0 0 0,0 9 0,0-9 0,0 13 0,-13 0 0,10 0 0,-11 13 0,1 4 0,10 0-6784,-11 9 6784,14 4-4537,-13 3 4537,10 11-390,-10-14 390,13 13 0,0-10 0,0 10-184,13-13 184,-10 14 0,10-11 0,-13 10 0,14-26 0,-11 9 2192,24-22-2192,-24 22 0,10-22 5339,1 9-5339,2-26 717,1 9-717,10-22 361,-24 22-361,24-22-3498,-24 9 3498,23-13-4537,-9 0 4537,0 0-2378,9 0 2378,-9 0-200,0 0 200,9 1 3260,-22 12-3260,22-10 4874,-22 24-4874,22-10 0,-22 13 0,9 0 124,0 13-124,4 4 0,-1 13 0,11 13 0,-24 3-693,11 14 693,-1 0 0,-10 0 0,11 0 0,-14 0 0,0 13-4686,0-10 4686,0 11-986,0-28 986,-14 11-895,11-11 895,-24 1-38,24 10 38,-24-24 0,11 10 3431,-14-26-3431,13 9 0,-9-22 0,22 9 0,-22-13 0,22 0 1472,-22 0-1472,9-13 2594,0-4-2594,-9-13 0,22 0 0,-9 0 0,13 0 0</inkml:trace>
  <inkml:trace contextRef="#ctx0" brushRef="#br0" timeOffset="60357">9555 14767 24575,'33'0'0,"-6"13"0,-27-10 0,-13 24 0,9-24-8503,-9 24 8503,13-10-2818,-13 13 2818,9 0-72,-9-1 72,13 1 0,0 0 0,0 0 0,0 0 0,0 0 0,0 0 0,0 0 549,0-13-549,13 9-384,-9-22 384,9 9 0,-13 0 0,13-9 4583,-9 9-4583,9-13 5675,-13 0-5675,13-13 0,-23 9 0,20-22 0,-36 22 0,22-22 0,-9 9 0,13-13 0</inkml:trace>
  <inkml:trace contextRef="#ctx0" brushRef="#br0" timeOffset="60556">9405 14587 22283,'57'0'0,"-34"0"851,30 0-851,-36 0 0,0 0 0,-4 0 469,-13 0-469,0 0 0,0 13 0,0 4 0</inkml:trace>
  <inkml:trace contextRef="#ctx0" brushRef="#br0" timeOffset="60934">9854 14887 24575,'0'16'0,"0"-2"0,0-1 0,0-10-9831,0 24 8524,0-11 1307,0 1 2794,0 10-2794,0-11 1696,0 1-1696,0 10 0,0-24 0,0 24 0,0-11 0,0 1 5312,0-4-5312,0 0 0,0-9 0,0 9 0,0-13 0,-13 0 0,10 0 0,-10-13 0,13 9 1336,0-9-1336,13 0 0,-10 9-2137,10-22 2137,-13 9-3138,0 1 3138,14-11 0,-11 10 0,10-13 0,1 0 0,-11 0 0,24 14 0,-24-11 0,10 24 0,1-24-318,-11 24 318,10-10 1930,-13 26-1930,14-10 0,-11 24 0,10-10 0,-13 12 0,0 1 0,0 0 2361,0 0-2361,0 0-5482,14 0 5482,-11 0 0,10 0-2710,-13 0 2710,0-13 0,0 9 0,0-22 0,-13 9 0,-4-13 5442,1 0-5442,2 0 0,1-13 0,-4-4 0</inkml:trace>
  <inkml:trace contextRef="#ctx0" brushRef="#br0" timeOffset="62458">10214 14467 24575,'0'-16'0,"13"2"0,-9 14-4518,-4-13 4518,-4 10 0,-9-11 0,13 14 0,13-13 0,-9 10 0,22-11 0,-22 1 1383,9 10-1383,-13-11 735,0 14-735,0-13 0,13 10 0,-10 3 0,11 3 0,-14 10-4193,0 1 4193,0 2 0,13 1 0,-10 10 0,11-11 0,-1 14 0,-10 13-653,24-9 653,-24 9 0,24 0-4384,-24-9 4384,11 22-121,-1-23 121,-10 24-696,11-10 696,-14-1 0,13 11 0,-10-11 0,10 14 0,-13 0 396,0-13-396,0 9 0,0-9 0,-13 0 0,10-4 0,-10 0 624,13-10-624,0-3 0,0-3 0,0-10 4484,-14-1-4484,11-2 6706,-10-14-6706,13 0 0,-14 0-5841,11-14 5841,-24-2 0,11-1-192,-1-10 1,4 11 0,13-14 0</inkml:trace>
  <inkml:trace contextRef="#ctx0" brushRef="#br0" timeOffset="62734">10903 14917 24575,'16'0'0,"11"0"0,-24 0-7756,24-14 7756,-24 11 2187,24-10-2187,-10-1 1231,13 11-1231,0-10 0,0-1 0,-1 11 0,1-10 0,0 13 0,-13 0-4246,10 0 4246,-11 0 851,1 0-851,10 0 0,-24 0 0,10 0 0,-13 0 0,0 0 0,-13 0 1137,-4 0 1,-13 0-1,0 0 1</inkml:trace>
  <inkml:trace contextRef="#ctx0" brushRef="#br0" timeOffset="62903">10903 15126 24575,'13'17'0,"-10"9"0,24-22 0,-24-4 0,24-4 0,-10-9-6422,13 13 6422,0 0 0,0 0 0,0 0 0,-1-13 1376,1 9-1376,0-9 0,0 13 0,-13 0 0,10-13 0,-24 10 0,10-11 0,1 1 0,2-4 0</inkml:trace>
  <inkml:trace contextRef="#ctx0" brushRef="#br0" timeOffset="63304">11562 14767 24575,'0'-17'0,"0"4"0,0-1 0,13 11 0,-10-10 0,24 13-8503,-10-13 8503,13 9 0,0-22 1116,0 22-1116,13-9 0,-10 13 0,10 0-290,-13-13 290,0 9 0,0-9 0,0 26-3378,-13-9 3378,-4 22 0,0-22 4466,-23 22-4466,20 4 0,-23 3 0,0 11 0,-4-1 0,-13 4 0,0 12-4174,0 1 4174,0 0-3072,0 0 3072,0 0-608,1 0 608,12 0-393,4-14 393,13 11 2796,0-24-2796,0 24 0,0-24 4180,0 10-4180,13-13 0,-10 0 0,24-13 0,-11-4 115,1-13-115,10 0 0,-11 0 0,14 0 0,0-13 0,0 10 0,0-24 6308,0 10-6308,-13-26-5347,9 10 5347,-9-10 0,0-1 0,-4-2 0</inkml:trace>
  <inkml:trace contextRef="#ctx0" brushRef="#br0" timeOffset="63512">11532 14946 24575,'16'0'0,"11"0"0,-24 0 0,24 0 0,-10 0 0,-1 0 0,11 0 0,3 0 0,3 0 0,10 0 0,1 0 0,-11-13-5529,10 10 5529,-13-10 0,-13 13-774,9-14 774,-22 11 0,22-10 0,-9 13 0</inkml:trace>
  <inkml:trace contextRef="#ctx0" brushRef="#br0" timeOffset="64303">12281 14048 24575,'0'-17'0,"0"-9"0,0 22 0,0-9 0,0 13 0,0 0 0,-14 0 0,11 0 0,-10 0 0,13 13 0,0-9-2384,0 22 2384,0-9-2804,0 13 2804,0 13 0,0-10-773,-14 24 773,11-24 0,-10 24 0,13-24 0,0 24-4809,0-24 4809,0 10-2361,0-13 2361,0 0 976,0 0-976,0 0 443,0-13-443,0 9 4344,0-22-4344,0 9 6494,0-13-6494,0 0 0,0-13 447,0 9-447,0-9 0,0 0 0,0-4 0,0 0 0,0-9 0,13 9 0,-10-13 0,11 0-6357,-1 0 6357,-10-13-4537,24 10 4537,-24-11-2640,24 15 2640,-10-1 0,-1 13 0,-2-10 3229,-1 11-3229,-10-1 4828,10 4-4828,-13-1 0,14 11 0,-11-10 5904,10 13-5904,-13 0 0,0 13 0,0-10 0,0 11 0,0-1 0,14 4 0,-11 13 0,10 0 0,-13 0 0,14-1 0,-11 1-4640,10 0 4640,-13 0 0,14-13 0,-11 10 0,10-24 0,-13 24 0,0-24 0,14 10 0,-11-13 4640,10 0-4640,1 0 0,-11 0-5484,24-13 5484,-11 10 0,1-24 0,9 10 0,-22 1 0,22-11 0,-9 10 0,13-13 0,-13 14 0,9-11 0,-22 24 0,22-10-1795,-22-1 1795,22 11 0,-23-10 0,11 13 0,-14 13 4827,13-10-4827,-10 24 0,11 3 0,-14 3 0,0 10 0,0 1-4332,0 2 4332,0 1 0,13 9 0,-10-22-449,24 22 449,-10-23 0,-1 11 0,11-28 0,-24 11 0,11-24 0,-1 11 0,-10-28 0,24 11 0,-11-10 0</inkml:trace>
  <inkml:trace contextRef="#ctx0" brushRef="#br0" timeOffset="65485">13269 14827 24575,'0'-17'0,"0"-10"0,0 24 0,0-10 0,0-1 0,0 11 0,0-24 0,0 24 0,0-10 0,0 0 0,0 9 0,0-9 0,0 13 0,13 0-2635,-9 13 2635,9-9-4706,0 9 4706,-9 0 0,22-10-2862,-22 24 2862,22-10 0,-9 13-2926,0 0 2926,9 0-1709,-9 0 1709,13 0 0,0-1 2021,0 1-2021,0 0 0,0 0-1111,0-13 1111,-1 10-427,-12-24 427,10 10 725,-24 1-725,10-11 0,-13 10 0,0-13 3394,0 13-3394,-13-22 5074,10 18-5074,-24-22 0,10 13 0,-12 0 0</inkml:trace>
  <inkml:trace contextRef="#ctx0" brushRef="#br0" timeOffset="65655">13329 15216 24575,'17'-13'0,"9"9"0,-9-22-9831,0 9 8341,9-13-665,-22 0 2155,22 0-879,-9 0 879,26 0-377,-10 0 377,11 0 2789,-14 1-2789,13-1 0,-10 0 4229,10 0-4229,-26 0 0,10 13 0,-24-10-3374,24 11 3374,-24-14 0,10 13 0,-13 4 0</inkml:trace>
  <inkml:trace contextRef="#ctx0" brushRef="#br0" timeOffset="65904">14078 14617 24575,'0'17'0,"0"9"0,0-9-9831,-13 13 8341,9 0-665,-9 0 2155,0 0-879,9 13 879,-9-10-287,13 24 287,0-24 0,0 24 0,0-11 0,13 14 2892,-9-13-2892,9 9 0,0-22 0,-9 9 0,22-13 0,-23-14 294,24 11-294,-24-10 0,24-1 0,-24-2 4469,24-14-4469,-24 0 6684,11-14-6684,-14-2 0,0-14-1621,0 0 1,0 0 0,0 0 0</inkml:trace>
  <inkml:trace contextRef="#ctx0" brushRef="#br0" timeOffset="66112">14018 14557 22652,'70'-13'0,"-30"-4"0,30 0 0,-54 4-9831,11 0 9823,-10 10-377,13-11 385,-14 14 472,11 0-472,-24 0 54,10 0 1,1 0 0,2 0 0</inkml:trace>
  <inkml:trace contextRef="#ctx0" brushRef="#br0" timeOffset="66514">14557 14767 24575,'-17'16'0,"4"11"0,13-24-9831,0 24 9496,0-10-2398,0 13 2733,-13 0 0,9-1 2128,-9 1-2128,13 0 0,0 0 0,0-13 0,0 10 0,0-11 0,13 1 568,-9 9-568,9-22 0,-13 9 5090,0 0-5090,0-9 16,13-4-16,-9-17-5095,9-13 5095,-13 0 0,0 14 322,13-11-322,-9 10 0,9-13 0,0 0 0,-9-13 0,22 10-709,-9-10 709,0 13 0,9 0 0,-22 0 0,22 0-1354,-23 13 1354,24-9-2045,-24 22 2045,11-22 466,-1 22-466,-10-9 3451,11 13-3451,-14 0 5161,13 13-5161,-10 4 0,11 13 0,-14 0-1884,0 0 1884,13 13 0,-10-10-467,24 11 467,-24-14 0,24-1 0,-24 1 0,24 0 0,-24 0 0,24 0 0,-24-13 0,24-4-1923,-24-13 1923,10 0 0,-13 0 0,-13 0 0,23-13 0,-7-4 0</inkml:trace>
  <inkml:trace contextRef="#ctx0" brushRef="#br0" timeOffset="67034">15096 14557 20655,'17'0'0,"-4"13"1856,-13-9-1856,13 9 664,-9-13-664,22 0 340,-9-13-340,13 9 0,-13-9-5724,9 13 5724,-9-13-383,13 9 383,0-9 0,-14 0 0,11 9 0,-10-22 0,13 23 0,-14-24 6594,11 24-6594,-24-11 0,11 1-2052,-1 10 2052,-10-11 0,11 14 0,-14 14 0,0-11 0,0 24 0,0-24 0,0 10 0,-14-13 2625,11 14-2625,-10-11 0,13 23-5266,0-22 5266,0 22 0,0-22 0,0 22 0,0-9 0,0 26 0,0-9 0,0 9-789,0 0 789,0-10-4778,0 24 4778,0-24-963,0 24 963,13-24-832,-10 24 832,24-24 0,-24 10 0,24-13 346,-24 13-346,10-9 0,1-4 0,-11-4 0,10-9 0,-13 0 3262,0 9-3262,0-22 0,0 22 0,0-23 5677,0 11-5677,-13-14 1817,10 0-1817,-11 0 192,1 0-192,10 0 0,-24 0 0,11 0-2619,-1 13 2619,-10-10-5219,11 11 5219,-14-14-120,0 0 120,0 0 0,13-14 0,-9 11 0,9-10 0,-13 13 0,0 0 0</inkml:trace>
  <inkml:trace contextRef="#ctx0" brushRef="#br0" timeOffset="68583">11023 16774 19396,'26'16'0,"-6"-2"2401,24-14-2401,-15 0-6834,1 0 6834,0 0 1865,0 0-1865,0 0 0,0 0-3574,0 0 3574,0 0-3034,0 0 3034,0 0 3034,-13 0-3034,9 0 0,-22-14 0,9 11 4537,-13-10-4537,0 13 0,-13 0 0,-4 0 0</inkml:trace>
  <inkml:trace contextRef="#ctx0" brushRef="#br0" timeOffset="68768">11083 17013 24575,'-17'14'0,"4"-11"0,13 10-3094,13-13 3094,-10 0 976,11 0-976,-14 0 508,13 0-508,4 0 0,12 0 0,15 0 0,-11-13-6251,10 10 6251,1-11-3460,2 14 3460,1 0-884,9 0 884,-36-13 0,20 10 0,-23-11 0,13 14 0</inkml:trace>
  <inkml:trace contextRef="#ctx0" brushRef="#br0" timeOffset="69463">12071 16624 24575,'17'13'0,"-4"-10"0,-13 11-5707,0-1 5707,0-10-4380,0 24 4380,0-10 1921,13-1-1921,-9 11 0,22-10 0,-22 13 0,22-1 0,-9 1 0,13-13 0,0 10-2618,0-11 2618,-14 1 0,11 10 3280,-10-11-3280,13 1 0,-14 10 0,11-24 0,-11 23 0,1-22 0,10 22 0,-24-22 0,24 9 3100,-24-13-3100,10 0 891,-13 0-891,-13 0 0,10 0 0,-24 0 0,10 0 0</inkml:trace>
  <inkml:trace contextRef="#ctx0" brushRef="#br0" timeOffset="69708">12101 17133 24575,'30'-50'0,"-13"-3"0,9 36 0,-9-26-9831,13 10 8341,0-11-665,0 14 2155,13-13-879,-10 10 879,10-10-365,-13 13 365,0 0 0,0 0 0,0 0 0,0 0 0,-13 13 0,10-9 0,-24 22 1661,10-22-1661,-13 22 0,0-22 0,0 22 0,0-9 0,0 13 0</inkml:trace>
  <inkml:trace contextRef="#ctx0" brushRef="#br0" timeOffset="70120">13149 16414 24575,'0'17'0,"0"9"0,0-22 0,-13 22-8503,10-9 8503,-11 0 0,14 9-2818,0-9 2818,-13 13 0,10 0 0,-11 0 0,14 0 0,0 13 0,0-10 0,14 11 0,-11-1 0,10-10 0,1 24 0,-11-24 0,24 10-317,-24-13 317,24 13 0,-24-9 0,24-4 0,-24-4 0,10-9 4379,0 0-4379,-9-4 0,9-13 3499,0 0-3499,-9 0-3523,22-13 3523,-22-4 0,22-13-87,-22 13 87,9-23 0,-13 34 0,0-21 0</inkml:trace>
  <inkml:trace contextRef="#ctx0" brushRef="#br0" timeOffset="70353">13119 16414 24575,'17'-16'0,"10"2"0,-24 14-7618,24 0 7618,-24-13 2157,24 10-2157,-11-11 1211,14 14-1211,0 0 0,-13-13 0,9 10 4250,-22-11-4250,22 14 0,-22 0 0,9 0 0</inkml:trace>
  <inkml:trace contextRef="#ctx0" brushRef="#br0" timeOffset="70756">13629 16594 24575,'0'70'0,"0"-30"0,0 30-1271,0-27 1271,0-10 414,0 10-414,13-13-6359,-10 0 6359,10 0 0,-13 0-231,0 0 231,0 0 0,14 0 424,-11-13-424,10 9 0,-13-22 0,0 9 0,0-13 0,14 0 4050,-11 0-4050,10-13 0,-13 9 0,0-22 311,0 9-311,14-13 0,-11 0 0,10 0 0,1 0 0,-11 0 0,10 0-1438,1-13 1438,-11 23-2129,24-20 2129,-24 24-4720,24-14 4720,-24 0 0,23 0 0,-22 0 0,22 13 0,-9-10 0,0 11 0,9-1 0,-22 4 147,22 0-147,-22 9 0,22-9 0,-22 13 0,22 13 3108,-22-9-3108,9 22 0,0-9 0,-10 13 6333,11 0-6333,-1 0-6333,-10 13 6333,11-10-3353,-14 10 3353,0 1 0,0-11 0,13 24-263,-10-24 263,11 10 0,-14-13 0,13-13 0,-10 9 0,11-22 0,-14 9 0,0-13 0,13 0 0,4 0 0,13 0 0</inkml:trace>
  <inkml:trace contextRef="#ctx0" brushRef="#br0" timeOffset="71076">14557 16863 24575,'0'17'0,"0"-4"0,13-26 0,-9 10 0,22-11-4693,-9 14 4693,13 0-3875,0-13 3875,0 10 0,13-11-187,-10 14 187,11 0 0,-14 0 0,0 0 0,0 0 0,-1 0 0,-12 0-3260,10 0 3260,-11 0 0,1 0 1824,-4 0-1824,-13 0 4264,0 0-4264,0-13 0,14 10 0,2-10 0</inkml:trace>
  <inkml:trace contextRef="#ctx0" brushRef="#br0" timeOffset="72004">15426 16534 24575,'0'-17'0,"0"4"0,0 13 0,0 0 0,0-13 0,0 9 0,0-9 0,13 13 0,-10 0 0,11 0 0,-14 0 0,0 13 0,0-9-5528,13 22 5528,-10-9 0,11 0 0,-14 9 0,0-9 0,13 13 0,-10 13 0,11-10 0,-28 11 0,11-1-4953,-10-10 4953,13 10-840,0 1 840,0-11-300,0 10 300,0-13 0,0 0 0,0 0 4387,0-13-4387,0 9 6562,0-22-6562,0 9 0,0 0 672,0-9-672,0-18 0,0 8 0,0-34 0,0 23 0,13-13-6784,-10 0 6784,11-13-4537,-14 10 4537,0-11-452,0 14 452,13 0 0,-10 1 0,24-1 0,-24 0 0,10 0 0,1 0 0,-11 0 0,24 0 0,-24 0 1619,10 0-1619,1 13-382,-11-9 382,10 22 0,-13-22 0,0 22 4926,14-9-4926,-11 0 3881,10 9-3881,-13-9 0,0 13 0,14 0 847,-11 0-847,10 13 0,1-9 0,-11 22 0,10-22 0,-13 22 0,14-22 0,-11 22 0,10-9 0,-13 13 0,0 0 0,0 0-2567,0-14 2567,13 11 0,-9-10 0,9 13 0,-13-14 0,0 11 0,0-24 0,0 11 0,0-1 0,0-10 3449,0 10-3449,0-13 0,0 0 0,0-13 0,0 10 0,0-10 0,0-1 0,0 11 0,0-24 0,0 11 0,0-1 0,13-10 0,-9 24-3645,9-24 3645,-13 11 0,13-1 0,-9 4 0,9 0 0,-13 9 0,0-9 0,0 13 0,13 0 3645,-9 0-3645,9 0 0,-13 0 0,0 13 0,0-9 0,0 22 0,0-9 0,13 13 0,-9 0 0,9 0 0,-13 0 0,0 0 0,0-1 0,0-12 0,13 10-4159,-9-11 4159,9 14-5407,-13 0 5407,0 0 0,0-13 0,13 10 0,-9-24 0,9 10 0,-13-26 2782,0 10-2782,0-24 0,0 24 0,0-11 0</inkml:trace>
  <inkml:trace contextRef="#ctx0" brushRef="#br0" timeOffset="72618">16264 16324 24575,'17'0'0,"-4"0"0,1 0 0,-11 0 0,10 0 0,1 0-7491,-11-13 7491,24 10 1566,-11-11-1566,14 14 0,0 0 0,-13 0 0,9-13 0,-9 10 0,0-11 0,9 14 0,-22 0 4751,22 0-4751,-22 0 0,9 0 0,0 0 0,-9 0 0,9-13 0,-13 10 0,0-11 0,0 14 0,0 0 1174,-13 14-1174,9-11 0,-9 24 0,13-11-6784,-13 1 6784,9 23 0,-9-20-3826,13 23 3826,0-13 0,0 0 0,0 13-361,13-9 361,-9 22 0,9-23 0,-13 24 0,13-24-3150,-9 24 3150,9-24 0,0 10 790,-10 1-790,24-11 0,-24 10 0,24 1 2444,-24-11-2444,11 10 0,-14-13 364,0-13-364,13 9 0,-10-9 0,11 0 3080,-14-4-3080,-14 0 0,11-9 4304,-10 9-4304,-1-13 592,11 0-592,-24 0 0,11 0 0,-1 0 2547,-9 0-2547,9 0 0,0 0-5116,-9 0 5116,-4-13 0,-4 9 0,-9-9 0,26 0 0,-9 9 0,9-9 0</inkml:trace>
  <inkml:trace contextRef="#ctx0" brushRef="#br0" timeOffset="75704">14647 16444 24575,'17'0'0,"-4"0"0,-13 0 0,0 13 0,0-9 0,13 9 0,-9-13-2338,9 0 2338,-13 13 0,0-9 0,13 22 558,-10-9-558,11 13 0,-28 0 0,11 13 0,-10-10 0,13 11 0,0-14-6194,0 13 6194,0-10-3347,0 10 3347,0-13 0,13 0 0,-10-13 0,11 10 0,-14-11 4537,0 1-4537,0-4 6784,0-13-6784,0 0 0,0 0 0</inkml:trace>
  <inkml:trace contextRef="#ctx0" brushRef="#br0" timeOffset="79223">9645 17552 18635,'16'0'0,"11"0"2716,-24 0-2716,24 0 0,-24 0-5276,24 0 5276,3 0 1718,3 0-1718,24 0-3718,-11 0 3718,14 14-1653,-17-12 0,1-1 1653,36 12-275,-24-5 1,4-2 274,-1-5 0,2 1-1015,12 10 1,4 3 1014,5-7 0,2 0 339,-21 1 1,2 2 0,0-1-340,0 0 0,0 0 0,2 0 0,6 0 0,2 0 0,0 0 0,-1 0 0,1 0 0,2 0 0,6 0 0,2-1 0,0 2 0,-21-1 0,-1 1 0,1 1 0,1-2 0,2-1 0,0-1 0,1 0 0,0 1 0,-1 1 0,0 1 0,1 1 0,-1-2-255,1-2 0,-1-1 1,0 0-1,1 1 255,-1 2 0,0 1 0,0 1 0,1-2 0,3-1 0,-1-1 0,1 0 0,0 0 0,1 3 0,-1 1 0,0-1 0,1-1 0,3-5 0,0-1 0,0-1 0,0 1 0,0 2 0,0 1 0,0 1 0,0-2 424,-4-1 1,1-1 0,-1 0 0,1-1-425,2 1 0,0 0 0,1 0 0,-2 1 0,-4 2 0,-1 0 0,-1 0 0,2-1 0,1-4 0,2-2 0,-1 0 0,-1 1 0,-5 2 0,-1 1 0,-1 0 0,1-2 0,21-1 0,0-2 0,-2 1 0,-7 4 0,-1 2 0,0-2 0,0-3 0,-1-1 0,0 2-567,-3 2 1,-1 2 0,-1-3 566,-7-2 0,-2-1 0,1-1 31,3 1 0,0 0 0,-2 0-31,9 0 0,-3 0 0,7 0 0,-3 0 0,-18 0 0,-2 0 0,0 0 0,0 0 0,-7 0 0,-1 0 0,33 0 0,-17 0 1811,-4 0-1811,-22 0 0,-4 0 0,-4-13 2972,-22 10-2972,22-11 4444,-22 14-4444,9 0 6646,-26 0-6646,9 0 418,-9 0-418,13 0 0,0 0 0,0-13 0,-13 10 0,9-11 0,-9 14 0,13 0 0,0 0 0,-13 0 0,9 0 0,-9-13 0,13 10 0,0-11 0,0 1 0,0 10 0,-13-24-1980,9 11 1980,-9-1 0,13-10 0,0 24 0,0-24 0,0-3 0,0-30-2518,0-3 2518,0 14 0,0-2 0,0-28-2075,1 21 0,-2-1 2075,-5 6 0,-1 0-1960,6-7 0,-2 0 1960,-10-6 0,0-1-1311,11-1 1,0-1 1310,-10-11 0,-2-3-493,6 0 0,-1 0 493,0 23 0,-1 0 0,-1 0 0,1 0 0,0 1 0,0-2 0,0-3 0,0-1 0,0 1 0,0 3 0,0 0 0,0 0 0,0-3 0,0-1 0,0 1 0,0 4 0,0 0 0,0 0 0,0 1 0,0-1 0,1 0 0,2 0 0,3 0 0,-2 0 0,-3 0 0,-1 0 0,2 0-105,7-23 1,-1 0 104,-11 1 0,-1 1 314,12 6 0,1 0-314,-5 0 0,-1 0 0,-1 7 0,2 0 0,5 1 0,-1 1 456,-5 5 0,1 2-456,5-1 0,2 0 0,-1 6 0,0 2 0,0-1 0,0 2 0,0 6 0,0 1 0,0-33-138,0 4 138,0 26 1208,-14-9-1208,11 22 0,-10 4 0,13 4 3321,0 9-3321,0 0 0,0 4 4344,0 13-4344,0-13 4422,0 10-4422,0-11 519,0 14-519,0 0 0,0 14 0,-14-11 0,11 10 0,-24-13 0,11 13 0,-14-9 0,13 9 837,-9 0-837,9-9-6453,-26 9 6453,9 0-4304,-9-9 4304,13 9 0,-13-13-567,-4 0 567,1 0 0,-11 0 0,11 0 0,-28 0-1282,11 0 1282,20 0 0,0 0 0,-21 0 0,22-6 0,-2-1-187,-33 3 187,33-2 0,-2-1-1061,-5 7 1,-1 0 1060,6-6 0,-1-1-188,-11 5 0,0 0 188,11-4 0,0-1 613,-10 7 0,-2 0-613,6-6 0,-1-1 0,-5 6 0,-1-2 1507,0-10 1,0 0-1508,-7 11 0,1 1 517,4-13 0,1 1-517,-6 10 0,0 3-796,7-6 0,1-2 796,-1 2 0,0-1-861,0-1 1,0-1 860,0 2 0,0-2-651,0-5 1,0 1 650,0 4 0,1 1 0,5 1 0,1-2 0,-6-5 0,2 1 0,10 5 0,0-1 0,-4-5 0,-1-1-282,7 0 0,0 0 282,1-1 0,-2 2 0,2 5 0,-1 1 0,-1-6 0,2 1 1306,-33 10-1306,33-10 0,2-1 0,-22 11 0,-9-24 0,0 24 0,10-23 0,-10 22-1087,-1-9 1087,11 13 0,-10-13 0,0 9 0,-4-9 0,1 13-95,32 0 0,1 0 95,-33 0 742,31-7 0,0 1-742,0 4 0,0 0 1056,0-5 1,0 1-1057,0 5 0,0 2 0,0-1 0,0 0 0,0 0 0,0 0-766,0 0 1,1 0 765,-2 1 0,2-2-1617,-33-12 1617,34 11 0,0 0-561,-34-11 561,32 12 0,0 2 1972,-31-1-1972,32 0 0,1 0 0,-33 0 3390,-1 13-3390,33-11 0,1 0 0,-20 11 0,-10-13-1632,13 0 1632,-13 0-878,10 0 878,-11 0 0,1 0 0,10 0 0,-10 0 0,13 0 0,13 13 0,-9-23 0,9 20 0,-13-23 0,0 13 0,0 0 998,0-13-998,1 9 0,-1-9 0,0 26-700,0-9 700,0 9 0,0 0 0,0 4 0,0 0 0,0-4 0,0-13-2033,1 0 2033,-1 13 106,0 4-106,13-1 0,-9 11 0,9-24 0,0 11 0,-9-14 0,22 0 0,-22 13 0,9-10 0,1 11 0,-11-1 2064,24-10-2064,-10 11 0,-1-1 0,11 4 0,-10 13 0,0-14 0,9 11-2331,-9-24 2331,13 10 0,13 1 838,-9-11-838,9 24 3209,-13-11-3209,0 1 501,0 10-501,0-11 0,0 14 0,0-13 0,0 9 0,1-9 0,-1 0 1789,0 9-1789,0-22 0,0 22 0,13-9 3739,-10 0-3739,11-4 152,-14 0-152,13-9 0,-9 22 0,9-22 0,0 22 852,-9-23-852,22 24 0,-22-24-1495,22 24 1495,-22-10 0,22-1 0,-9 11 0,0-10 0,9 13 3255,-22-14-3255,23 11 0,-11-11-4689,1 14 4689,10 0 0,-11 0-2268,1 14 2268,10-11 0,-11 10 0,14-13 0,0 13 0,0-9 0,0 9 0,0 0 208,0-10-208,0 11 0,0-1-2404,0-10 2404,0 24 0,-13-24-63,10 24 63,-11-11 0,14 14-1070,0 0 1070,0 0-314,0 0 314,0 0 0,0 13 0,0-10-1319,1-19 1,-2-1 1318,-12 20 0,11-20 0,1 1 75,-13 32-75,14 1 0,0-4 1524,0-13-1524,0 0 0,0 0 0,0-1 0,0 1 726,0 0-726,0-13 0,0 9 0,0-9 350,0 13-350,0 0 0,0-14 0,0 11 1387,14-10-1387,-11-1 0,10 11 0,-13-24 0,0 10-10,0 1 10,0-11 321,14 10-321,-11-13 0,10 0 0,-13 0 0,0 0 0,0 0 0,0 0 0,0 0 264,0 0-264,0 0 0,0 0 3403,-13 0-3403,10 0 0,-11 0 396,14-1-396,0 1 0,0 0 0,0 0 0,0-13 0,0 10 0,0-11 5024,14 1-5024,-11 10 268,10-11-268,-13 14 0,0 0 0,0-13 0,0 9 0,14-9 0,-11 13 0,10-13 0,-13 9-1905,0-22 1905,0 22 0,0-23 0,0 24 1188,14-24-1188,-11 11 0,10-1 0,-13-10 0,0 11 0,0-14 0,14 0 0,-11 0 2037,10 13-2037,-13-10 0,0 11 0,0-14 0,0 0 0,13 0 0,-9 0 0,9 0 0,-13 0 0,13 0 0,-9 0 0,9 0 0,0 0-3741,-9 0 3741,22 0 0,-22 0 0,22 0 0,-22 0 0,22 0 0,-22 0 0,22 0-3043,-9 0 3043,13 0 0,-14 0-2111,11 0 2111,-10 0 0,13 0 0,0 0 0,0 0 0,0 0 0,-1 0 0,1 0 0,0 0 0,0 0 1307,0 0-1307,0 0 0,0 0 902,0 0-902,0 0 0,0 0 0,0 0 0,0 13 0,0-10 0,0 11 0,0-14 0,0 0-519,0 0 519,0 13 0,0-10-33,0 11 33,0-14 0,-1 0 0,1 0 0,0 0 0,-13 0 0,10 0 5248,-11 13-5248,1-10 0,10 11 107,-11-14-107,1 0 0,9 13 0,-9-10 0,13 10 0,0-13 0,0 14 0,-13-11 0,9 10 0,-9-13 0,13 14 0,-14-11-1419,11 10 1419,-10-13 0,-1 0 0,11 0 0,-10 14 0,13-11 0,-14 10 0,11-13 0,-24 0 0,24 0 0,-11 14-1723,1-11 1723,10 10-460,-24-13 460,24 14 0,-24-11 0,10 10 0,1-13 0,-11 0 1672,24 14-1672,-24-11 3813,24 10-3813,-24-13 0,23 0-1930,-22 0 1930,22 13 0,-22-9 0,22 9 0,-22 0 0,22-9 0,-22 9 0,22-13 0,-22 13 0,22-9 0,-9 9-570,-1 0 570,11-9-5104,-10 9 5104,13-13 0,-14 13 0,11-9 0,-24 9 0,24-13 0,-24 0 1790,24 13-1790,-24-9 0,11 9 5814,-14-13-5814,0-13 0,0 9 0,0-22 0,0 22 0,0-22 0,0 9 0,13 0 0,3 4 0</inkml:trace>
  <inkml:trace contextRef="#ctx0" brushRef="#br0" timeOffset="88712">13479 5991 24575,'-17'0'0,"4"0"0,13 0 0,0 0 0,-13 0-761,9 0 761,-9 0 188,13 0-188,0 0 0,0-14-1180,0 11 1180,0-10 0,-13 26 0,9-10 540,-9 11-540,13-14 0,0 0 0,13 0 1213,-9 0-1213,9 0 0,-13 0 0,0 0 0,13 13 0,4-10 0,-1 11 0,11-28 0,-10 11 0,13-10 0,0 13 0,13 0-6784,3 13 6784,14-10-4537,0 11 4537,0-14-2029,13 0 2029,4 0-557,-26-7 0,1 0 557,-6 6 0,1-1 0,11-11 0,1-1 465,-6 12 1,0 1-466,7-5 0,0-1 0,-7-1 0,1 2 0,4 5 0,0-1 0,-11-5 0,-1 1-490,13 5 1,-1 2 489,-11-1 0,-1 0-431,6-1 0,-1 2 431,-6 5 0,0 1 292,1-7 0,-2 3-292,-6 16 0,0 2 0,6-11 0,-1 0 0,20 33 1939,-3-13-1939,-3-13 0,-24-4 0,10-13 1163,-13 14-1163,-13-11 1424,9 10-1424,-22-13 1177,22 0-1177,-22 0 5644,22 14-5644,-22-11 3443,9 10-3443,-13-13 0,0 0 0,0-13 0,0 10 0,0-11 0,0 1 0,-13-4 0,9 1 0,-9-11 0,13 24-2821,0-24 2821,0 11 0,-13-14 0,9 13 0,-9-10 0,13 24 0,-13-24 0,9 11 0,-9-1 0,13-10 2821,-13 24-2821,9-10 0,-9 13 0,0-14 0,10 11 0,-24-10 0,24 13 0,-24 0 0,10 0 0</inkml:trace>
  <inkml:trace contextRef="#ctx0" brushRef="#br0" timeOffset="88955">15635 5841 22736,'-43'-14'0,"23"11"0,-6-10 898,12 13-898,11 0 308,-10 0-308,13 0 157,0 0-157,0 13 476,13-10-476,-10 24 0,11-24 0,-1 24 0,-10-24-3332,24 24 3332,-24-10-4193,24 13 4193,-24 0 0,10 13-304,1-10 304,-11 10 0,10-13 0,-13 14 0,0-11 0,0 10-4190,0 0 4190,0-9 0,0 9-1103,0-13 1103,0 0 2382,0 0-2382,0-14 233,14 11-233,-11-24 4941,10 11-4941,-13-28 0,14 11 0,-11-24 1208,10 11-1208,1-1 0,-11 4 0,10 13 0</inkml:trace>
  <inkml:trace contextRef="#ctx0" brushRef="#br0" timeOffset="89927">15755 5781 24575,'-16'0'0,"2"0"0,14 0 0,0 0 0,0 13-1511,0-9 1511,14 9 490,-11 0-490,10-10 0,1 11 0,2-1 251,1-10-251,9 11-6529,-9-1 6529,13-10 0,-13 11 0,9-1-3695,-9-10 3695,13 11 0,-13-1 0,9-10 0,-23 11 0,11-1 0,-14-10 4698,0 24-4698,0-24 0,-14 24-488,11-11 488,-23 14-816,9 0 816,-13 0 0,0 0 0,0-13-10,0 10 10,0-11 0,13 1 0,-9 9 0,23-22 0,-24 9-2217,24 0 2217,-11-23 5276,28 20-5276,-11-36 1009,24 22-1009,-24-22 13,23 9-13,4 1 0,4-11 0,9 10 0</inkml:trace>
  <inkml:trace contextRef="#ctx0" brushRef="#br0" timeOffset="90358">16774 5721 24575,'0'-17'0,"0"4"0,-14 26 0,11-9 0,-10 22 0,13-36 0,0 20 0,0-23 0,0 26 0,0-9 0,13 22 0,-10-9 0,11 13 0,-14 13-3765,0-10 3765,0 24-5537,0-10 5537,0 12 0,0 1-623,0 0 623,0-13 0,0 9 0,13-22 0,-10 9-3496,11-13 3496,-1-13-1275,-10 9 1275,24-22 2812,-11 9-2812,14-26 0,14 9 28,2-22-28,14 9 602,-24-4 0,1-1-602,40-12 0,-39 7 0,0-2 0,6 6 0,-1-1 0,-5-6 0,1 0-1608,5 7 1,1 0 1607,1-6 0,-2 1-1259,33-5 1259,-33 11 0,-2 1 684,22-9-684,9 0 2317,-27 0-2317,11 0 0,-24 13 4139,-3-9-4139,-3 9 0,-37 0 3794,20 4-3794,-23 26 0,-1-9 0,-2 9 0</inkml:trace>
  <inkml:trace contextRef="#ctx0" brushRef="#br0" timeOffset="94919">11592 7009 24575,'0'17'0,"0"-4"0,0-13 0,13 13 0,-10-9 0,11 9 0,-14-13 0,0 0 0,13 0-1702,-10 0 1702,11 0 0,-14 0 0,0 0 0,13 0 0,-10 0 0,11 0 0,-14 0 0,0 0 0,13 0 0,-10 0 1702,11 0-1702,-1 0 0,-10 0 0,11 0 0,-1-13 0,-10 9 0,24-9 0,-24 13 0,24 0-2320,-24 0 2320,24 0 0,-11 0 0,1 0 0,10 0 0,-11 0 0,14 0 0,0-13 0,0 9 0,0-9-6016,13 13 6016,-9 0-3494,22 0 3494,-23 0 0,24 0 0,-24 0 719,24 0-719,-11 0 0,1 0-703,10 0 703,-11 0 0,14 0 0,0 0 0,0 0-529,0 0 529,0 0-1084,0-13 1084,0 9-95,-1-9 95,15 26 0,-11-9 2184,10 9-2184,-13-13 0,13 0 0,-9 13 0,9-9-1799,-13 9 1799,0 0-707,-1-9 707,1 9 312,0-13-312,0 0 0,-13 0 0,9 0 0,-9 0 0,13 0 0,-14 0 0,11 0 0,-10 0 0,-1 0 141,11-13-141,-24 9 616,10-9-616,-13 13 0,0 0 0,0 0 0,0 0 3817,-13 0-3817,9 0 0,-22-13 3848,22 9-3848,-22-9 0,9 13 2900,0 0-2900,-9 0 0,9 0 0,-13 0 0,13 0 0,-9 0 2210,9 0-2210,-13 0 0,0 0 0,13 0 0,-9 0 0,9 0 0,-13 0 0,0 0 0,-13 0 0,9 0 0,-9 0 0,13 0 0,0 0 0,0-13 0,-13 23 0,9-20-1906,-9 10 1906,0-4 0,-4-9 0,-13 13-644,0 0 644,-13 0 0,-4 0 0,-13 0 0</inkml:trace>
  <inkml:trace contextRef="#ctx0" brushRef="#br0" timeOffset="114708">18780 7848 24575,'0'-17'0,"-13"4"0,10-1-9831,-11 11 8341,1-24 1490,10 24 2818,-10-24-2818,-1 24 0,11-10-2137,-24 13 2137,24-13 0,-10 9-954,-1-9 954,11 13 0,-24 0 0,24-13 0,-24 9 0,24-9 0,-24 13 0,11 0 0,-14-13-2943,0 9 2943,-13-9 1924,9 0-1924,-22 9-2041,22-9 2041,-22 13 0,9 0 0,-13 0 1910,-13 0-1910,10 0 0,20 0 0,-1 0 0,-19 0 0,20 0 0,0 0 0,-34 0 0,33 0 0,-2 0-1149,1 0 1,0 0 1148,0 0 0,1 0 0,-1 0 0,0 0 0,-7 0 0,1 0 0,4 0 0,0 0 0,-4 0 0,-1 0-218,7 0 0,0 0 218,-7 0 0,1 0 1611,-29 0-1611,30 0 0,0 0 0,-26 0 0,-1 0 0,34 0 0,0 0 0,-20 0 0,19 0 0,1 0 0,-20 0-1198,-10 0 1198,-1 0 488,11 0-488,-10 0 0,13 0 1867,0 0-1867,0 0 0,0 0 3849,14 0-3849,-11 0 0,11 0 0,-1 0-2123,-10 0 2123,11 0 342,-14 0-342,13 0-518,-9 13 518,9-9 0,-13 9 3528,0-13-3528,0 0-1942,0 13 1942,1-9-2908,-1 9 2908,13-13 100,-10 0-100,11 0 0,-1 0 0,-9 13 0,22-9 0,-9 9 0,0-13 0,10 0-2224,-11 0 2224,14 0 0,0 0 2576,14 0-2576,-11 0 4186,11 0-4186,-1 0 538,-10 0-538,11 0 6526,-1 0-6526,4 0 0,-1 0 0,11 0 779,-10 0-779,13 0 0,0 0 0,-14 0 0,11 0 0,-24 0 0,24 0 0,-10 0 0,13 0 0,0 0 0,-13 0 0,9 0 0,-9 0 0,0 0 0,9 0 0,-9 0 0,13 0 0,0 13 0,0-9 0,-13 9 0,9-13 0,-9 13 0,13-10 0,-13 24-5341,9-10 5341,-9-1-35,13 11 35,0-10 0,0 13 0,0 0 0,0 0 0,0 13-5003,0-10 5003,0 24-964,0-24 964,13 23-3012,-9-22 3012,9 22 0,-13-9 0,13 0 0,-9 9 2564,9-9-2564,0-1 0,4 11 0,0-24 0,-4 24 0,0-11 0,-10 1 0,24 9-436,-24-9 436,24 13 0,-24-13 0,11 9 0,-1-9 0,-10-1 0,11-2-2435,-1-1 2435,-10-10 0,11-3 1499,-14-3-1499,0-11 3625,13 14-3625,-10-13 577,11 10-577,-14-24 5706,0 24-5706,0-24 3255,0 24-3255,13-24 0,-10 23 0,11-22 0,-14 9 0,0 0 0,0-9 0,0 9 0,13-13 0,-10 0 0,10 0 0,-13 0 0,0 13 0,14-9 0,-11 9 0,10-13 0,1 0-479,-11 0 479,24 13 0,-11-9 0,1 9 0,10-13 0,-11 0 0,14 0 0,0 0-6625,0 0 6625,0 0 0,0 0-2941,0 13 2941,0-9-231,13 9 231,-10-13 0,24 0 0,-10 0 0,13 0 0,-1-13 0,1 9 0,0-9 0,13 0 0,-9 9-624,-22-3 1,2 1 623,33 6-1307,-1 0 1307,-32 0 0,-1 0 0,33 0 0,-31 0 0,0 0 0,0 0 0,0 0 0,0-1 0,0 2-1267,0 5 0,0 1 1267,-1-5 0,2 0 0,5 4 0,1 1 0,-6 0 0,1-1 0,11-5 0,1 2 0,-13 10 0,1 0-156,10-11 1,2 0 155,-5 10 0,-1 2 580,0-5 0,0-1-580,-1 0 0,-1 0 0,1 7 0,0-3 0,-6-10 0,1-1 0,4 5 0,1 2 0,0-1 0,-1-1 0,-4-4 0,-1-1 142,6 6 0,-1 0-142,-5-7 0,-2 0-461,1 0 0,0 0 461,1 0 0,-2 0 0,33 0 125,-34 0 1,0 0-126,34 0 0,-32 1 0,-1-2 0,33-13 0,-33 14 0,-1-3 0,20-24 0,10 24-254,-13-10 254,0-1 1787,0-2-1787,0-1 0,0 4 0,-1 0 0,-12 9 896,-4-9-896,-13 0 0,0 9 0,0-9 0,0 0 1312,-13 9-1312,9-9 1114,-9 13-1114,0 0 227,-4 0-227,0 0 5280,-9 0-5280,9 0 4540,-13 0-4540,0-13 0,0 9 0,0-9 0,0 13 0,0 0 0,0-13 0,0 9 0,0-22 0,-13 22 0,9-22 0,-9 9 0,0-13 0,9 0 0,-9 0 0,13 0-6784,0 0 6784,0-13-4537,-13-3 4537,9-14 0,-9 0-799,0 0 799,9 0 0,-9 0 0,0-13 0,9 10-1385,-1 19 1,-3 1 1384,-5-20-1,11 20 1,1-1 0,-13-32 0,1-1 0,11 34 0,1 0-360,-13-34 360,14 1 0,0 32 0,0 1 1627,0-20-1627,0-10 3397,0 13-3397,0 0 1072,0 13-1072,0 4 0,0 13 0,0 0 0,0 13 1938,0-9-1938,0 22 1863,0-9-1863,0 13 0,0-13 0,0 9 5353,0-9-5353,0 13 0,0 0 0,-13 13 0,10-9 0,-11 9 0,1 0 0,10-9-6784,-37 22 6784,6-9-2269,-6 4 1,-6 1 2268,7-5 0,-2 0 0,-22 10 0,-4 2 0,6-6 0,-1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30T02:59:40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 2816 24575,'16'0'0,"11"0"0,3-14 0,16 11-3529,14-24 3529,0 24 1103,13-24-1103,-28 25 0,0 1-2797,1-12 0,1-1 2797,11 12 0,1 1-2064,-6-5 1,0-1 2063,6-1 0,2 2-814,5 5 1,1-1 813,1-5 0,1 1-1111,5 5 1,2 2 1110,5 0 0,1-2 0,0-6 0,2 0 41,-25 6 1,2 1 0,-1-2-42,0-2 0,0 0 0,-1-1 0,1 0 0,0 0 0,0 2 0,4 1 0,1 3 0,-1-4-134,2-5 1,-1-2 0,1 2 133,-1 6 0,0 2 0,1-2 0,3-5 0,0-3 0,-1 1 0,-6 3 0,-2 1 0,1-1 40,8-4 1,0 0-1,0 0-40,-8 4 0,0 1 0,0-1 0,3-2 0,1-2 0,-1 2 0,-4 2 0,0 1 0,-1-1 0,2-3 0,-1-1 0,-1-1 1057,25-4 1,-1 0-1058,-1-1 0,-1 2 0,-6 6 0,-1 0 0,2-6 0,-2 1-175,-5 4 0,-1 1 175,-1 0 0,-1 0 0,-6 1 0,0 0 892,-7 0 0,0 1-892,0 4 0,-3 1 0,27 1 0,-4 3 0,-13 10 37,0 1-37,-14-11 884,-2 24-884,-14-24 0,0 10 0,-1-13 0,-12 14 4359,10-11-4359,-24 10 2064,10-13-2064,1-13 0,-11 10 0,10-11 0,-13 1 0,-13-4 1349,10-13-1349,-11 0 0,14 1 0,0-1 0</inkml:trace>
  <inkml:trace contextRef="#ctx0" brushRef="#br0" timeOffset="798">10993 2606 24575,'-30'0'0,"0"0"0,13 0 0,4 13 0,0-9 0,9 9 0,-9 0 0,13-23 0,0 20 0,0-23 0,0 0 0,0 9 0,13 4 0,4 4 0,13 9 0,13 0-1953,4-10 1953,13 11-6137,13-1 6137,-29-11 0,2-1-2052,6 6 0,2 0 2052,5-6 0,2-2-1373,5 1 1,1 0 1372,-6 0 0,1 0-548,11 0 0,1 0 548,0-1 0,1 2 0,2 5 0,-1 1 0,6-5 0,0-1 0,-7 6 0,-1 0 0,1-6 0,0-2 0,0 1 0,0 0 0,-7 0 0,0 0 0,6 0 0,-1 0 0,-12 0 0,1 0 0,12 0 0,-2 0 548,-16 0 0,-2 0-548,11 0 0,0 0 0,-11 0 0,-2 0 0,2 0 0,-1 0 0,-1 0 0,-1 0 0,-5 1 0,-2-2 0,33-13 2094,-4 11-2094,-13-10 0,-14-1 0,-2 11 0,-15-10 3782,-12 13-3782,-4-14 2279,-26 11-2279,10-23 0,-24 22 0,11-22 0,-28 22 0,11-9 0,-24 26 0,11 4 0,-14 13 0</inkml:trace>
  <inkml:trace contextRef="#ctx0" brushRef="#br0" timeOffset="70220">7219 15725 24575,'0'-16'0,"0"2"0,0 14 0,0 0 0,13 0 0,-10 0 0,11 0 0,-14 0 0,0 0 0,0 14 0,13-11-1225,-10 10 1225,11-13 0,-1 0 0,-10 0 0,24 0 0,-24 0 0,24 0 0,-11-13 0,1 10 0,10-11-3585,-24 14 3585,24 0 0,-24 0 0,24 0 0,-11 0 0,14 0 0,0 0 0,0-13 0,0 10 0,0-11 0,0 14 0,0 0-4039,0 0 4039,-14-13-898,11 10 898,-24-11 0,24 14 0,-10 0 0,-1 0 0,11-13 3727,-10 10-3727,-1-11 0,11 14 0,-24 0 4998,24 0-4998,-11 0-2735,14 0 2735,-13 0 0,10 0 0,-11 0 0,14 0 0,0 0 0,0 0 879,0 0-879,0 0 0,0 0-3906,0 0 3906,0 0 0,-13 0-1220,9 0 1220,-9 0 0,13 0 0,0 0 0,0 0 0,0 0 0,0 0 0,-14 0 0,11 0 0,-10 0 0,12 0-3317,1 0 3317,0 0 0,0 0 0,0 0 0,0 14 0,-13-11 4537,9 10-4537,-9-13 0,13 0 0,0 0 1269,0 14-1269,-13-11-4739,9 10 4739,-9-13 0,13 0 0,0 0 0,-14 0 0,11 14 0,-10-11 3769,13 10-3769,-14-13 0,11 0 1003,-10 0-1003,13 0-4968,-1 14 4968,1-11 0,-13 10 0,10-13 0,-11 0 0,14 0 0,0 0 0,0 0 0,0 0 0,0 0-871,0 0 871,0 0 0,0 0 0,0 0 0,0-13 0,0 10 0,0-11 0,0 14 0,0 0 0,-14 0 0,11 0 0,-10 0 1438,13 0-1438,-14 0 1189,11 0-1189,-11 0 0,1 0 0,10 0 0,-11 0 0,14 0 3446,0 0-3446,0 0 0,0 0 0,0 0-1536,0 0 1536,0 0-2822,-13 0 2822,9 0 0,-9 0 0,13 0 0,0 0 0,0 0 0,0 0 0,0 0 0,0 0 0,-14 0 1123,11 0-1123,-10 0 0,12 0 0,1 0 3114,0 0-3114,0 0 0,0 0 0,14 0 0,-11 0 0,10 0 0,-13 0 0,13 0-5006,-9 0 5006,22 0 1561,-23 0-1561,24 0-500,-24-13 500,24 10 0,-11-11-1040,1 14 1040,10 0 0,-24 14 0,24-11 0,-24 10-2176,23-13 2176,-22 0-442,22 0 442,-22 0 607,9 0-607,0 0 0,-10 0 0,11 0 0,-14 0 4019,0 0-4019,13 0 0,-10 0 0,10 0 0,1 0-3157,-11 0 3157,10 0 29,0 0-29,-9 0 0,22 0 0,-22 0 0,22 0 0,-23 14-2983,24-11 2983,-10 10 0,-1 1 0,11-11 1631,-11 10-1631,14-13-443,0 14 443,0-11 0,13 10 1596,-10-13-1596,11 0 0,-1 0 0,-10-13 0,-20 11 0,1 1-1877,19-13 1877,10 14-1928,0 0 1928,-9 0 768,9 0-768,-27 0 0,11 0 0,-10 0 0,-1 0 0,-3 0 0,-13 0 0,0 0 88,0 0-88,0 0 0,-13-13 0,10 10 2902,-11-11-2902,1 14 4339,9 0-4339,-22 0 805,22 0-805,-22 0 6576,9 0-6576,-13 0 0,13 0-3361,-9-13 3361,9 10 0,-13-11 0,13 14 0,-9 0 0,9 0 0,-13 0 0,0 0 0,-13-13-3423,-4 10 3423,-13-11 0,-13 14-948,-4 14 948,-26-11 0,-4 24 0,27-19 0,-3 0 0,0 7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A3FDD5-0F4D-4169-8A34-0AAD311E29DC}" type="slidenum">
              <a:rPr lang="en-US"/>
              <a:pPr/>
              <a:t>4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2BEA6E-6D18-4A43-90AE-2AF661500081}" type="slidenum">
              <a:rPr lang="en-US"/>
              <a:pPr/>
              <a:t>5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1.jpg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381000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80272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6.emf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png"/><Relationship Id="rId4" Type="http://schemas.openxmlformats.org/officeDocument/2006/relationships/image" Target="../media/image10.wmf"/><Relationship Id="rId9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3.bin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7.png"/><Relationship Id="rId4" Type="http://schemas.openxmlformats.org/officeDocument/2006/relationships/image" Target="../media/image15.wmf"/><Relationship Id="rId9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5.bin"/><Relationship Id="rId7" Type="http://schemas.openxmlformats.org/officeDocument/2006/relationships/customXml" Target="../ink/ink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0.png"/><Relationship Id="rId4" Type="http://schemas.openxmlformats.org/officeDocument/2006/relationships/image" Target="../media/image18.wmf"/><Relationship Id="rId9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oleObject" Target="../embeddings/oleObject7.bin"/><Relationship Id="rId7" Type="http://schemas.openxmlformats.org/officeDocument/2006/relationships/customXml" Target="../ink/ink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6.png"/><Relationship Id="rId4" Type="http://schemas.openxmlformats.org/officeDocument/2006/relationships/image" Target="../media/image23.wmf"/><Relationship Id="rId9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9.bin"/><Relationship Id="rId7" Type="http://schemas.openxmlformats.org/officeDocument/2006/relationships/customXml" Target="../ink/ink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png"/><Relationship Id="rId5" Type="http://schemas.openxmlformats.org/officeDocument/2006/relationships/customXml" Target="../ink/ink14.xml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11" Type="http://schemas.openxmlformats.org/officeDocument/2006/relationships/customXml" Target="../ink/ink16.xml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oleObject" Target="../embeddings/oleObject14.bin"/><Relationship Id="rId7" Type="http://schemas.openxmlformats.org/officeDocument/2006/relationships/customXml" Target="../ink/ink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microsoft.com/office/2007/relationships/media" Target="../media/media3.wav"/><Relationship Id="rId7" Type="http://schemas.openxmlformats.org/officeDocument/2006/relationships/image" Target="../media/image7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51.emf"/><Relationship Id="rId5" Type="http://schemas.openxmlformats.org/officeDocument/2006/relationships/slideLayout" Target="../slideLayouts/slideLayout6.xml"/><Relationship Id="rId4" Type="http://schemas.openxmlformats.org/officeDocument/2006/relationships/audio" Target="../media/media3.wav"/><Relationship Id="rId9" Type="http://schemas.openxmlformats.org/officeDocument/2006/relationships/image" Target="../media/image5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7.png"/><Relationship Id="rId5" Type="http://schemas.openxmlformats.org/officeDocument/2006/relationships/image" Target="../media/image51.emf"/><Relationship Id="rId4" Type="http://schemas.openxmlformats.org/officeDocument/2006/relationships/image" Target="../media/image5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microsoft.com/office/2007/relationships/media" Target="../media/media5.wav"/><Relationship Id="rId7" Type="http://schemas.openxmlformats.org/officeDocument/2006/relationships/slideLayout" Target="../slideLayouts/slideLayout6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4" Type="http://schemas.openxmlformats.org/officeDocument/2006/relationships/audio" Target="../media/media5.wav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b.monash.edu.au/tutorials/citing/compsci.html" TargetMode="External"/><Relationship Id="rId3" Type="http://schemas.openxmlformats.org/officeDocument/2006/relationships/hyperlink" Target="http://endnote.com/" TargetMode="External"/><Relationship Id="rId7" Type="http://schemas.openxmlformats.org/officeDocument/2006/relationships/hyperlink" Target="http://www.lyx.org/" TargetMode="External"/><Relationship Id="rId2" Type="http://schemas.openxmlformats.org/officeDocument/2006/relationships/hyperlink" Target="http://www.dspguid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xm1math.net/texmaker/" TargetMode="External"/><Relationship Id="rId11" Type="http://schemas.openxmlformats.org/officeDocument/2006/relationships/hyperlink" Target="http://library.concordia.ca/help/howto/turabian.pdf" TargetMode="External"/><Relationship Id="rId5" Type="http://schemas.openxmlformats.org/officeDocument/2006/relationships/hyperlink" Target="http://miktex.org/" TargetMode="External"/><Relationship Id="rId10" Type="http://schemas.openxmlformats.org/officeDocument/2006/relationships/hyperlink" Target="http://www.uis.edu/ctl/writing/MLACitation_000.pdf.pdf" TargetMode="External"/><Relationship Id="rId4" Type="http://schemas.openxmlformats.org/officeDocument/2006/relationships/hyperlink" Target="http://www.latex-project.org/" TargetMode="External"/><Relationship Id="rId9" Type="http://schemas.openxmlformats.org/officeDocument/2006/relationships/hyperlink" Target="http://www.uis.edu/ctl/writing/documents/APACitationMethod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E65040-9632-0349-B8C1-9232AFE83B45}"/>
              </a:ext>
            </a:extLst>
          </p:cNvPr>
          <p:cNvSpPr txBox="1">
            <a:spLocks/>
          </p:cNvSpPr>
          <p:nvPr/>
        </p:nvSpPr>
        <p:spPr>
          <a:xfrm>
            <a:off x="345287" y="1316217"/>
            <a:ext cx="8767281" cy="511219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300"/>
              </a:spcBef>
              <a:buFont typeface="Wingdings"/>
              <a:buNone/>
              <a:defRPr sz="1600">
                <a:latin typeface="Tahoma Bold"/>
                <a:ea typeface="Tahoma Bold"/>
                <a:cs typeface="Tahoma Bold"/>
                <a:sym typeface="Tahoma Bold"/>
              </a:defRPr>
            </a:pPr>
            <a:r>
              <a:rPr lang="en-ID" sz="1800" kern="0" dirty="0" err="1">
                <a:latin typeface="Tahoma Bold"/>
                <a:ea typeface="Tahoma Bold"/>
                <a:cs typeface="Tahoma Bold"/>
                <a:sym typeface="Tahoma Bold"/>
              </a:rPr>
              <a:t>Untuk</a:t>
            </a: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 yang </a:t>
            </a:r>
            <a:r>
              <a:rPr lang="en-ID" sz="1800" kern="0" dirty="0" err="1">
                <a:latin typeface="Tahoma Bold"/>
                <a:ea typeface="Tahoma Bold"/>
                <a:cs typeface="Tahoma Bold"/>
                <a:sym typeface="Tahoma Bold"/>
              </a:rPr>
              <a:t>sudah</a:t>
            </a: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ID" sz="1800" kern="0" dirty="0" err="1">
                <a:latin typeface="Tahoma Bold"/>
                <a:ea typeface="Tahoma Bold"/>
                <a:cs typeface="Tahoma Bold"/>
                <a:sym typeface="Tahoma Bold"/>
              </a:rPr>
              <a:t>bergabung</a:t>
            </a: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: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FF0000"/>
                </a:solidFill>
              </a:defRPr>
            </a:pPr>
            <a:r>
              <a:rPr lang="en-ID" sz="1800" kern="0" dirty="0" err="1">
                <a:solidFill>
                  <a:srgbClr val="FF0000"/>
                </a:solidFill>
              </a:rPr>
              <a:t>Tuliskan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nama</a:t>
            </a:r>
            <a:r>
              <a:rPr lang="en-ID" sz="1800" kern="0" dirty="0">
                <a:solidFill>
                  <a:srgbClr val="000000"/>
                </a:solidFill>
              </a:rPr>
              <a:t> dan NIM di </a:t>
            </a:r>
            <a:r>
              <a:rPr lang="en-ID" sz="1800" kern="0" dirty="0" err="1">
                <a:solidFill>
                  <a:srgbClr val="000000"/>
                </a:solidFill>
              </a:rPr>
              <a:t>bagian</a:t>
            </a:r>
            <a:r>
              <a:rPr lang="en-ID" sz="1800" kern="0" dirty="0">
                <a:solidFill>
                  <a:srgbClr val="000000"/>
                </a:solidFill>
              </a:rPr>
              <a:t> chat (</a:t>
            </a:r>
            <a:r>
              <a:rPr lang="en-ID" sz="1800" kern="0" dirty="0" err="1">
                <a:solidFill>
                  <a:srgbClr val="000000"/>
                </a:solidFill>
              </a:rPr>
              <a:t>klik</a:t>
            </a:r>
            <a:r>
              <a:rPr lang="en-ID" sz="1800" kern="0" dirty="0">
                <a:solidFill>
                  <a:srgbClr val="000000"/>
                </a:solidFill>
              </a:rPr>
              <a:t> di </a:t>
            </a:r>
            <a:r>
              <a:rPr lang="en-ID" sz="1800" kern="0" dirty="0" err="1">
                <a:solidFill>
                  <a:srgbClr val="000000"/>
                </a:solidFill>
              </a:rPr>
              <a:t>bagian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kiri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bawah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layar</a:t>
            </a:r>
            <a:r>
              <a:rPr lang="en-ID" sz="1800" kern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FF0000"/>
                </a:solidFill>
              </a:defRPr>
            </a:pPr>
            <a:r>
              <a:rPr lang="en-ID" sz="1800" kern="0" dirty="0" err="1">
                <a:solidFill>
                  <a:srgbClr val="FF0000"/>
                </a:solidFill>
              </a:rPr>
              <a:t>Ajak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teman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lainnya</a:t>
            </a:r>
            <a:r>
              <a:rPr lang="en-ID" sz="1800" kern="0" dirty="0">
                <a:solidFill>
                  <a:srgbClr val="000000"/>
                </a:solidFill>
              </a:rPr>
              <a:t> yang </a:t>
            </a:r>
            <a:r>
              <a:rPr lang="en-ID" sz="1800" kern="0" dirty="0" err="1">
                <a:solidFill>
                  <a:srgbClr val="000000"/>
                </a:solidFill>
              </a:rPr>
              <a:t>mungkin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belum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bergabung</a:t>
            </a:r>
            <a:r>
              <a:rPr lang="en-ID" sz="1800" kern="0" dirty="0">
                <a:solidFill>
                  <a:srgbClr val="000000"/>
                </a:solidFill>
              </a:rPr>
              <a:t> di </a:t>
            </a:r>
            <a:r>
              <a:rPr lang="en-ID" sz="1800" kern="0" dirty="0" err="1">
                <a:solidFill>
                  <a:srgbClr val="000000"/>
                </a:solidFill>
              </a:rPr>
              <a:t>sini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untuk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mengikuti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kelas</a:t>
            </a:r>
            <a:endParaRPr lang="en-ID" sz="1800" kern="0" dirty="0">
              <a:solidFill>
                <a:srgbClr val="000000"/>
              </a:solidFill>
            </a:endParaRP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/>
            </a:pPr>
            <a:r>
              <a:rPr lang="en-ID" sz="1800" kern="0" dirty="0"/>
              <a:t>Bantu </a:t>
            </a:r>
            <a:r>
              <a:rPr lang="en-ID" sz="1800" kern="0" dirty="0" err="1"/>
              <a:t>temannya</a:t>
            </a:r>
            <a:r>
              <a:rPr lang="en-ID" sz="1800" kern="0" dirty="0"/>
              <a:t> </a:t>
            </a:r>
            <a:r>
              <a:rPr lang="en-ID" sz="1800" kern="0" dirty="0" err="1"/>
              <a:t>dengan</a:t>
            </a:r>
            <a:r>
              <a:rPr lang="en-ID" sz="1800" kern="0" dirty="0"/>
              <a:t> </a:t>
            </a:r>
            <a:r>
              <a:rPr lang="en-ID" sz="1800" kern="0" dirty="0" err="1">
                <a:solidFill>
                  <a:srgbClr val="FF0000"/>
                </a:solidFill>
              </a:rPr>
              <a:t>mengapprove</a:t>
            </a:r>
            <a:r>
              <a:rPr lang="en-ID" sz="1800" kern="0" dirty="0"/>
              <a:t> </a:t>
            </a:r>
            <a:r>
              <a:rPr lang="en-ID" sz="1800" kern="0" dirty="0" err="1"/>
              <a:t>teman</a:t>
            </a:r>
            <a:r>
              <a:rPr lang="en-ID" sz="1800" kern="0" dirty="0"/>
              <a:t> yang </a:t>
            </a:r>
            <a:r>
              <a:rPr lang="en-ID" sz="1800" kern="0" dirty="0" err="1"/>
              <a:t>akan</a:t>
            </a:r>
            <a:r>
              <a:rPr lang="en-ID" sz="1800" kern="0" dirty="0"/>
              <a:t> join class meeting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FF0000"/>
                </a:solidFill>
              </a:defRPr>
            </a:pPr>
            <a:r>
              <a:rPr lang="en-ID" sz="1800" kern="0" dirty="0">
                <a:solidFill>
                  <a:srgbClr val="FF0000"/>
                </a:solidFill>
              </a:rPr>
              <a:t>Cam on </a:t>
            </a:r>
            <a:r>
              <a:rPr lang="en-ID" sz="1800" kern="0" dirty="0" err="1">
                <a:solidFill>
                  <a:srgbClr val="000000"/>
                </a:solidFill>
              </a:rPr>
              <a:t>untuk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dokumentasi</a:t>
            </a:r>
            <a:r>
              <a:rPr lang="en-ID" sz="1800" kern="0" dirty="0">
                <a:solidFill>
                  <a:srgbClr val="000000"/>
                </a:solidFill>
              </a:rPr>
              <a:t> dan </a:t>
            </a:r>
            <a:r>
              <a:rPr lang="en-ID" sz="1800" kern="0" dirty="0" err="1">
                <a:solidFill>
                  <a:srgbClr val="000000"/>
                </a:solidFill>
              </a:rPr>
              <a:t>syarat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presensi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kelas</a:t>
            </a:r>
            <a:endParaRPr lang="en-ID" sz="1800" kern="0" dirty="0">
              <a:solidFill>
                <a:srgbClr val="000000"/>
              </a:solidFill>
            </a:endParaRP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FF0000"/>
                </a:solidFill>
              </a:defRPr>
            </a:pPr>
            <a:r>
              <a:rPr lang="en-ID" sz="1800" kern="0" dirty="0">
                <a:solidFill>
                  <a:srgbClr val="FF0000"/>
                </a:solidFill>
              </a:rPr>
              <a:t>Screenshot</a:t>
            </a:r>
            <a:r>
              <a:rPr lang="en-ID" sz="1800" kern="0" dirty="0">
                <a:solidFill>
                  <a:srgbClr val="000000"/>
                </a:solidFill>
              </a:rPr>
              <a:t> sample pada </a:t>
            </a:r>
            <a:r>
              <a:rPr lang="en-ID" sz="1800" kern="0" dirty="0" err="1">
                <a:solidFill>
                  <a:srgbClr val="000000"/>
                </a:solidFill>
              </a:rPr>
              <a:t>saat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kelas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mulai</a:t>
            </a:r>
            <a:r>
              <a:rPr lang="en-ID" sz="1800" kern="0" dirty="0">
                <a:solidFill>
                  <a:srgbClr val="000000"/>
                </a:solidFill>
              </a:rPr>
              <a:t>, </a:t>
            </a:r>
            <a:r>
              <a:rPr lang="en-ID" sz="1800" kern="0" dirty="0" err="1">
                <a:solidFill>
                  <a:srgbClr val="000000"/>
                </a:solidFill>
              </a:rPr>
              <a:t>termasuk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absensi</a:t>
            </a:r>
            <a:r>
              <a:rPr lang="en-ID" sz="1800" kern="0" dirty="0">
                <a:solidFill>
                  <a:srgbClr val="000000"/>
                </a:solidFill>
              </a:rPr>
              <a:t> manual </a:t>
            </a:r>
            <a:r>
              <a:rPr lang="en-ID" sz="1800" kern="0" dirty="0" err="1">
                <a:solidFill>
                  <a:srgbClr val="000000"/>
                </a:solidFill>
              </a:rPr>
              <a:t>dengan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nama</a:t>
            </a:r>
            <a:r>
              <a:rPr lang="en-ID" sz="1800" kern="0" dirty="0">
                <a:solidFill>
                  <a:srgbClr val="000000"/>
                </a:solidFill>
              </a:rPr>
              <a:t>/NIM masing-masing, screenshot video meeting </a:t>
            </a:r>
            <a:r>
              <a:rPr lang="en-ID" sz="1800" kern="0" dirty="0" err="1">
                <a:solidFill>
                  <a:srgbClr val="000000"/>
                </a:solidFill>
              </a:rPr>
              <a:t>dengan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>
                <a:solidFill>
                  <a:srgbClr val="FF0000"/>
                </a:solidFill>
              </a:rPr>
              <a:t>cam on</a:t>
            </a:r>
            <a:r>
              <a:rPr lang="en-ID" sz="1800" kern="0" dirty="0">
                <a:solidFill>
                  <a:srgbClr val="000000"/>
                </a:solidFill>
              </a:rPr>
              <a:t> dan off </a:t>
            </a:r>
            <a:r>
              <a:rPr lang="en-ID" sz="1800" kern="0" dirty="0" err="1">
                <a:solidFill>
                  <a:srgbClr val="000000"/>
                </a:solidFill>
              </a:rPr>
              <a:t>dengan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tampilan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FF0000"/>
                </a:solidFill>
              </a:rPr>
              <a:t>materi</a:t>
            </a:r>
            <a:r>
              <a:rPr lang="en-ID" sz="1800" kern="0" dirty="0">
                <a:solidFill>
                  <a:srgbClr val="FF0000"/>
                </a:solidFill>
              </a:rPr>
              <a:t> </a:t>
            </a:r>
            <a:r>
              <a:rPr lang="en-ID" sz="1800" kern="0" dirty="0" err="1">
                <a:solidFill>
                  <a:srgbClr val="FF0000"/>
                </a:solidFill>
              </a:rPr>
              <a:t>perkuliahan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saat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ini</a:t>
            </a:r>
            <a:endParaRPr lang="en-ID" sz="1800" kern="0" dirty="0">
              <a:solidFill>
                <a:srgbClr val="000000"/>
              </a:solidFill>
            </a:endParaRP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FF0000"/>
                </a:solidFill>
              </a:defRPr>
            </a:pPr>
            <a:r>
              <a:rPr lang="en-ID" sz="1800" kern="0" dirty="0">
                <a:solidFill>
                  <a:srgbClr val="FF0000"/>
                </a:solidFill>
              </a:rPr>
              <a:t>Upload</a:t>
            </a:r>
            <a:r>
              <a:rPr lang="en-ID" sz="1800" kern="0" dirty="0">
                <a:solidFill>
                  <a:srgbClr val="000000"/>
                </a:solidFill>
              </a:rPr>
              <a:t> screenshot sample </a:t>
            </a:r>
            <a:r>
              <a:rPr lang="en-ID" sz="1800" kern="0" dirty="0" err="1">
                <a:solidFill>
                  <a:srgbClr val="000000"/>
                </a:solidFill>
              </a:rPr>
              <a:t>ke</a:t>
            </a:r>
            <a:r>
              <a:rPr lang="en-ID" sz="1800" kern="0" dirty="0">
                <a:solidFill>
                  <a:srgbClr val="000000"/>
                </a:solidFill>
              </a:rPr>
              <a:t> web E-Learning di </a:t>
            </a:r>
            <a:r>
              <a:rPr lang="en-ID" sz="1800" kern="0" dirty="0" err="1">
                <a:solidFill>
                  <a:srgbClr val="000000"/>
                </a:solidFill>
              </a:rPr>
              <a:t>alamat</a:t>
            </a:r>
            <a:r>
              <a:rPr lang="en-ID" sz="1800" kern="0" dirty="0">
                <a:solidFill>
                  <a:srgbClr val="000000"/>
                </a:solidFill>
              </a:rPr>
              <a:t> weekly meeting yang </a:t>
            </a:r>
            <a:r>
              <a:rPr lang="en-ID" sz="1800" kern="0" dirty="0" err="1">
                <a:solidFill>
                  <a:srgbClr val="000000"/>
                </a:solidFill>
              </a:rPr>
              <a:t>sudah</a:t>
            </a:r>
            <a:r>
              <a:rPr lang="en-ID" sz="1800" kern="0" dirty="0">
                <a:solidFill>
                  <a:srgbClr val="000000"/>
                </a:solidFill>
              </a:rPr>
              <a:t> </a:t>
            </a:r>
            <a:r>
              <a:rPr lang="en-ID" sz="1800" kern="0" dirty="0" err="1">
                <a:solidFill>
                  <a:srgbClr val="000000"/>
                </a:solidFill>
              </a:rPr>
              <a:t>ditentukan</a:t>
            </a:r>
            <a:endParaRPr lang="en-ID" sz="1800" kern="0" dirty="0">
              <a:solidFill>
                <a:srgbClr val="000000"/>
              </a:solidFill>
            </a:endParaRP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/>
            </a:pPr>
            <a:r>
              <a:rPr lang="en-ID" sz="1800" kern="0" dirty="0" err="1"/>
              <a:t>Absensi</a:t>
            </a:r>
            <a:r>
              <a:rPr lang="en-ID" sz="1800" kern="0" dirty="0"/>
              <a:t> </a:t>
            </a:r>
            <a:r>
              <a:rPr lang="en-ID" sz="1800" kern="0" dirty="0" err="1"/>
              <a:t>melalui</a:t>
            </a:r>
            <a:r>
              <a:rPr lang="en-ID" sz="1800" kern="0" dirty="0"/>
              <a:t> </a:t>
            </a:r>
            <a:r>
              <a:rPr lang="en-ID" sz="1800" kern="0" dirty="0" err="1">
                <a:solidFill>
                  <a:srgbClr val="FF0000"/>
                </a:solidFill>
              </a:rPr>
              <a:t>pemanggilan</a:t>
            </a:r>
            <a:r>
              <a:rPr lang="en-ID" sz="1800" kern="0" dirty="0">
                <a:solidFill>
                  <a:srgbClr val="FF0000"/>
                </a:solidFill>
              </a:rPr>
              <a:t> </a:t>
            </a:r>
            <a:r>
              <a:rPr lang="en-ID" sz="1800" kern="0" dirty="0" err="1">
                <a:solidFill>
                  <a:srgbClr val="FF0000"/>
                </a:solidFill>
              </a:rPr>
              <a:t>nama</a:t>
            </a:r>
            <a:r>
              <a:rPr lang="en-ID" sz="1800" kern="0" dirty="0"/>
              <a:t> masing-masing </a:t>
            </a:r>
            <a:r>
              <a:rPr lang="en-ID" sz="1800" kern="0" dirty="0" err="1"/>
              <a:t>akan</a:t>
            </a:r>
            <a:r>
              <a:rPr lang="en-ID" sz="1800" kern="0" dirty="0"/>
              <a:t> </a:t>
            </a:r>
            <a:r>
              <a:rPr lang="en-ID" sz="1800" kern="0" dirty="0" err="1"/>
              <a:t>dilakukan</a:t>
            </a:r>
            <a:r>
              <a:rPr lang="en-ID" sz="1800" kern="0" dirty="0"/>
              <a:t> di 30 </a:t>
            </a:r>
            <a:r>
              <a:rPr lang="en-ID" sz="1800" kern="0" dirty="0" err="1"/>
              <a:t>menit</a:t>
            </a:r>
            <a:r>
              <a:rPr lang="en-ID" sz="1800" kern="0" dirty="0"/>
              <a:t> </a:t>
            </a:r>
            <a:r>
              <a:rPr lang="en-ID" sz="1800" kern="0" dirty="0" err="1"/>
              <a:t>awal</a:t>
            </a:r>
            <a:r>
              <a:rPr lang="en-ID" sz="1800" kern="0" dirty="0"/>
              <a:t> </a:t>
            </a:r>
            <a:r>
              <a:rPr lang="en-ID" sz="1800" kern="0" dirty="0" err="1"/>
              <a:t>perkuliahan</a:t>
            </a:r>
            <a:endParaRPr lang="en-ID" sz="1800" kern="0" dirty="0"/>
          </a:p>
          <a:p>
            <a:pPr marL="0" indent="0">
              <a:buFont typeface="Wingdings"/>
              <a:buNone/>
              <a:defRPr sz="1600"/>
            </a:pPr>
            <a:endParaRPr lang="en-ID" sz="1800" kern="0" dirty="0"/>
          </a:p>
          <a:p>
            <a:pPr marL="0" indent="0">
              <a:spcBef>
                <a:spcPts val="300"/>
              </a:spcBef>
              <a:buFont typeface="Wingdings"/>
              <a:buNone/>
              <a:defRPr sz="1600">
                <a:latin typeface="Tahoma Bold"/>
                <a:ea typeface="Tahoma Bold"/>
                <a:cs typeface="Tahoma Bold"/>
                <a:sym typeface="Tahoma Bold"/>
              </a:defRPr>
            </a:pP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Ketika </a:t>
            </a:r>
            <a:r>
              <a:rPr lang="en-ID" sz="1800" kern="0" dirty="0" err="1">
                <a:latin typeface="Tahoma Bold"/>
                <a:ea typeface="Tahoma Bold"/>
                <a:cs typeface="Tahoma Bold"/>
                <a:sym typeface="Tahoma Bold"/>
              </a:rPr>
              <a:t>kuliah</a:t>
            </a: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ID" sz="1800" kern="0" dirty="0" err="1">
                <a:latin typeface="Tahoma Bold"/>
                <a:ea typeface="Tahoma Bold"/>
                <a:cs typeface="Tahoma Bold"/>
                <a:sym typeface="Tahoma Bold"/>
              </a:rPr>
              <a:t>berlangsung</a:t>
            </a:r>
            <a:r>
              <a:rPr lang="en-ID" sz="1800" kern="0" dirty="0">
                <a:latin typeface="Tahoma Bold"/>
                <a:ea typeface="Tahoma Bold"/>
                <a:cs typeface="Tahoma Bold"/>
                <a:sym typeface="Tahoma Bold"/>
              </a:rPr>
              <a:t>: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>
                <a:solidFill>
                  <a:srgbClr val="3366FF"/>
                </a:solidFill>
              </a:defRPr>
            </a:pPr>
            <a:r>
              <a:rPr lang="en-ID" sz="1800" kern="0" dirty="0">
                <a:solidFill>
                  <a:srgbClr val="3366FF"/>
                </a:solidFill>
              </a:rPr>
              <a:t>Mute</a:t>
            </a:r>
            <a:r>
              <a:rPr lang="en-ID" sz="1800" kern="0" dirty="0">
                <a:solidFill>
                  <a:srgbClr val="000000"/>
                </a:solidFill>
              </a:rPr>
              <a:t> Sound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/>
            </a:pPr>
            <a:r>
              <a:rPr lang="en-ID" sz="1800" kern="0" dirty="0"/>
              <a:t>Jika </a:t>
            </a:r>
            <a:r>
              <a:rPr lang="en-ID" sz="1800" kern="0" dirty="0" err="1"/>
              <a:t>akan</a:t>
            </a:r>
            <a:r>
              <a:rPr lang="en-ID" sz="1800" kern="0" dirty="0"/>
              <a:t> </a:t>
            </a:r>
            <a:r>
              <a:rPr lang="en-ID" sz="1800" kern="0" dirty="0" err="1">
                <a:solidFill>
                  <a:srgbClr val="3366FF"/>
                </a:solidFill>
              </a:rPr>
              <a:t>bertanya</a:t>
            </a:r>
            <a:r>
              <a:rPr lang="en-ID" sz="1800" kern="0" dirty="0"/>
              <a:t> (</a:t>
            </a:r>
            <a:r>
              <a:rPr lang="en-ID" sz="1800" kern="0" dirty="0" err="1"/>
              <a:t>atau</a:t>
            </a:r>
            <a:r>
              <a:rPr lang="en-ID" sz="1800" kern="0" dirty="0"/>
              <a:t> </a:t>
            </a:r>
            <a:r>
              <a:rPr lang="en-ID" sz="1800" kern="0" dirty="0" err="1">
                <a:solidFill>
                  <a:srgbClr val="3366FF"/>
                </a:solidFill>
              </a:rPr>
              <a:t>ditanya</a:t>
            </a:r>
            <a:r>
              <a:rPr lang="en-ID" sz="1800" kern="0" dirty="0"/>
              <a:t>), unmute sound </a:t>
            </a:r>
          </a:p>
          <a:p>
            <a:pPr>
              <a:spcBef>
                <a:spcPts val="300"/>
              </a:spcBef>
              <a:buSzPct val="100000"/>
              <a:buFontTx/>
              <a:buAutoNum type="arabicPeriod"/>
              <a:defRPr sz="1600"/>
            </a:pPr>
            <a:r>
              <a:rPr lang="en-ID" sz="1800" kern="0" dirty="0"/>
              <a:t>Unmute sound di laptop/PC </a:t>
            </a:r>
            <a:r>
              <a:rPr lang="en-ID" sz="1800" kern="0" dirty="0" err="1"/>
              <a:t>bisa</a:t>
            </a:r>
            <a:r>
              <a:rPr lang="en-ID" sz="1800" kern="0" dirty="0"/>
              <a:t> </a:t>
            </a:r>
            <a:r>
              <a:rPr lang="en-ID" sz="1800" kern="0" dirty="0" err="1"/>
              <a:t>dilakukan</a:t>
            </a:r>
            <a:r>
              <a:rPr lang="en-ID" sz="1800" kern="0" dirty="0"/>
              <a:t> </a:t>
            </a:r>
            <a:r>
              <a:rPr lang="en-ID" sz="1800" kern="0" dirty="0" err="1"/>
              <a:t>dengan</a:t>
            </a:r>
            <a:r>
              <a:rPr lang="en-ID" sz="1800" kern="0" dirty="0"/>
              <a:t> </a:t>
            </a:r>
            <a:r>
              <a:rPr lang="en-ID" sz="1800" kern="0" dirty="0" err="1"/>
              <a:t>menekan</a:t>
            </a:r>
            <a:r>
              <a:rPr lang="en-ID" sz="1800" kern="0" dirty="0"/>
              <a:t> </a:t>
            </a:r>
            <a:r>
              <a:rPr lang="en-ID" sz="1800" kern="0" dirty="0">
                <a:solidFill>
                  <a:srgbClr val="3366FF"/>
                </a:solidFill>
              </a:rPr>
              <a:t>Space Bar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6C014B7-E251-494A-AF82-3B9B2E56E857}"/>
              </a:ext>
            </a:extLst>
          </p:cNvPr>
          <p:cNvSpPr txBox="1"/>
          <p:nvPr/>
        </p:nvSpPr>
        <p:spPr>
          <a:xfrm>
            <a:off x="345287" y="620688"/>
            <a:ext cx="491447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 err="1"/>
              <a:t>Selasa</a:t>
            </a:r>
            <a:r>
              <a:rPr dirty="0"/>
              <a:t>, </a:t>
            </a:r>
            <a:r>
              <a:rPr lang="en-US" dirty="0"/>
              <a:t>23</a:t>
            </a:r>
            <a:r>
              <a:rPr dirty="0"/>
              <a:t> </a:t>
            </a:r>
            <a:r>
              <a:rPr lang="en-US" dirty="0" err="1"/>
              <a:t>Maret</a:t>
            </a:r>
            <a:r>
              <a:rPr lang="en-US" dirty="0"/>
              <a:t> </a:t>
            </a:r>
            <a:r>
              <a:rPr dirty="0"/>
              <a:t>2021 – start </a:t>
            </a:r>
            <a:r>
              <a:rPr lang="en-US" dirty="0"/>
              <a:t>07.45</a:t>
            </a:r>
            <a:r>
              <a:rPr dirty="0"/>
              <a:t> WIB</a:t>
            </a:r>
          </a:p>
        </p:txBody>
      </p:sp>
    </p:spTree>
    <p:extLst>
      <p:ext uri="{BB962C8B-B14F-4D97-AF65-F5344CB8AC3E}">
        <p14:creationId xmlns:p14="http://schemas.microsoft.com/office/powerpoint/2010/main" val="1550025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Operations on Signal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Digital Signal Processing</a:t>
            </a:r>
          </a:p>
          <a:p>
            <a:r>
              <a:rPr lang="en-US" dirty="0"/>
              <a:t>Irwan Prasetya Gunawan</a:t>
            </a:r>
          </a:p>
          <a:p>
            <a:r>
              <a:rPr lang="en-US" dirty="0"/>
              <a:t>Informatics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3/30/21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Brief review: DSP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355600" y="1052736"/>
            <a:ext cx="8509000" cy="36724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000" dirty="0"/>
              <a:t>Why </a:t>
            </a:r>
            <a:r>
              <a:rPr lang="en-US" sz="2000" b="1" dirty="0"/>
              <a:t>D</a:t>
            </a:r>
            <a:r>
              <a:rPr lang="en-US" sz="2000" dirty="0"/>
              <a:t>SP ?  use (digital) computer instead of (analog) electronics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more flexible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new functionality requires code changes, not component changes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more accurate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even simple amplification can not be done exactly in electronics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more stable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code performs consistently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more sophisticated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can perform more complex algorithms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000" dirty="0"/>
              <a:t>However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digital computers only process sequences of </a:t>
            </a:r>
            <a:r>
              <a:rPr lang="en-US" sz="2000" dirty="0">
                <a:solidFill>
                  <a:srgbClr val="FF0000"/>
                </a:solidFill>
              </a:rPr>
              <a:t>numbers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not analog signals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requires </a:t>
            </a:r>
            <a:r>
              <a:rPr lang="en-US" sz="2000" dirty="0">
                <a:solidFill>
                  <a:srgbClr val="FF0000"/>
                </a:solidFill>
              </a:rPr>
              <a:t>converting</a:t>
            </a:r>
            <a:r>
              <a:rPr lang="en-US" sz="2000" dirty="0"/>
              <a:t> analog signals </a:t>
            </a:r>
            <a:r>
              <a:rPr lang="en-US" sz="2000" dirty="0">
                <a:solidFill>
                  <a:srgbClr val="FF0000"/>
                </a:solidFill>
              </a:rPr>
              <a:t>to digital domain </a:t>
            </a:r>
            <a:r>
              <a:rPr lang="en-US" sz="2000" dirty="0"/>
              <a:t>for processing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and digital signals </a:t>
            </a:r>
            <a:r>
              <a:rPr lang="en-US" sz="2000" dirty="0">
                <a:solidFill>
                  <a:srgbClr val="FF0000"/>
                </a:solidFill>
              </a:rPr>
              <a:t>back to analog </a:t>
            </a:r>
            <a:r>
              <a:rPr lang="en-US" sz="2000" dirty="0"/>
              <a:t>domain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</p:txBody>
      </p:sp>
      <p:pic>
        <p:nvPicPr>
          <p:cNvPr id="5" name="Picture 4" descr="1000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273"/>
          <a:stretch/>
        </p:blipFill>
        <p:spPr bwMode="auto">
          <a:xfrm>
            <a:off x="827584" y="4914381"/>
            <a:ext cx="7560840" cy="175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FBD4DC-CD3D-DF41-B153-72DB48C33909}"/>
                  </a:ext>
                </a:extLst>
              </p14:cNvPr>
              <p14:cNvContentPartPr/>
              <p14:nvPr/>
            </p14:nvContentPartPr>
            <p14:xfrm>
              <a:off x="521280" y="1773000"/>
              <a:ext cx="8229600" cy="4380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FBD4DC-CD3D-DF41-B153-72DB48C339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1920" y="1763640"/>
                <a:ext cx="8248320" cy="439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956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Signals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sounds can be described as acoustic pressure that changes with time</a:t>
            </a:r>
          </a:p>
        </p:txBody>
      </p:sp>
      <p:pic>
        <p:nvPicPr>
          <p:cNvPr id="9" name="Picture 3" descr="c:\My Documents\ch01\rob99427_0118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9022" y="4941168"/>
            <a:ext cx="3466191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6" r="6685"/>
          <a:stretch/>
        </p:blipFill>
        <p:spPr>
          <a:xfrm>
            <a:off x="323528" y="2132856"/>
            <a:ext cx="6502401" cy="2520633"/>
          </a:xfrm>
          <a:prstGeom prst="rect">
            <a:avLst/>
          </a:prstGeom>
        </p:spPr>
      </p:pic>
      <p:pic>
        <p:nvPicPr>
          <p:cNvPr id="3" name="call-short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25929" y="3088372"/>
            <a:ext cx="609600" cy="609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FC2135-4AE4-BC47-97CB-5B858CDCE0FC}"/>
                  </a:ext>
                </a:extLst>
              </p14:cNvPr>
              <p14:cNvContentPartPr/>
              <p14:nvPr/>
            </p14:nvContentPartPr>
            <p14:xfrm>
              <a:off x="1185840" y="2440440"/>
              <a:ext cx="5851440" cy="1104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FC2135-4AE4-BC47-97CB-5B858CDCE0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6480" y="2431080"/>
                <a:ext cx="5870160" cy="11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387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Signals (cont’d)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In addition to one-dimensional signal, we will often find two-dimensional signals. An example is the digital image. Consider a monochromatic image. Monochromatic image represented by the level of brightness as a function of the coordinates.</a:t>
            </a:r>
          </a:p>
        </p:txBody>
      </p:sp>
      <p:pic>
        <p:nvPicPr>
          <p:cNvPr id="19460" name="Picture 4" descr="GEDUNG%20SAT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3246120"/>
            <a:ext cx="4267200" cy="263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perspectiveHeroicExtremeRightFacing"/>
            <a:lightRig rig="threePt" dir="t"/>
          </a:scene3d>
        </p:spPr>
      </p:pic>
      <p:pic>
        <p:nvPicPr>
          <p:cNvPr id="9" name="Picture 3" descr="c:\My Documents\ch01\rob99427_011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89722" y="3246120"/>
            <a:ext cx="4346461" cy="2573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perspectiveHeroicExtremeLeftFacing"/>
            <a:lightRig rig="threePt" dir="t"/>
          </a:scene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0FD1B7-0447-6D4D-BFE8-000D2255AC48}"/>
                  </a:ext>
                </a:extLst>
              </p14:cNvPr>
              <p14:cNvContentPartPr/>
              <p14:nvPr/>
            </p14:nvContentPartPr>
            <p14:xfrm>
              <a:off x="144000" y="4019040"/>
              <a:ext cx="3621600" cy="2238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0FD1B7-0447-6D4D-BFE8-000D2255AC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640" y="4009680"/>
                <a:ext cx="3640320" cy="225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16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Signal representations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0000" y="1268413"/>
            <a:ext cx="3149600" cy="1739900"/>
          </a:xfrm>
        </p:spPr>
        <p:txBody>
          <a:bodyPr/>
          <a:lstStyle/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Analog signal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         s(t)   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continuous time 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 &lt; t &lt; +</a:t>
            </a: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5118100" y="1268413"/>
            <a:ext cx="24130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Digital signal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400" b="0" dirty="0">
              <a:solidFill>
                <a:schemeClr val="accent1">
                  <a:lumMod val="50000"/>
                </a:schemeClr>
              </a:solidFill>
              <a:latin typeface="Arial" charset="0"/>
              <a:cs typeface="Arial" charset="0"/>
            </a:endParaRP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          </a:t>
            </a:r>
            <a:r>
              <a:rPr lang="en-US" sz="2400" b="0" dirty="0" err="1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s</a:t>
            </a:r>
            <a:r>
              <a:rPr lang="en-US" sz="2400" b="0" baseline="-25000" dirty="0" err="1">
                <a:solidFill>
                  <a:schemeClr val="accent1">
                    <a:lumMod val="5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400" b="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  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discrete time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n = -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 … +</a:t>
            </a: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762000" y="3211513"/>
            <a:ext cx="46482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Arial" charset="0"/>
                <a:cs typeface="Arial" charset="0"/>
              </a:rPr>
              <a:t>Physicality requirements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s values are real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s values defined for all times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Finite energy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Finite bandwidth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endParaRPr lang="en-US" sz="2000" dirty="0">
              <a:solidFill>
                <a:schemeClr val="accent2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Mathematical usage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s may be complex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s may be singular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Infinite energy allowed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chemeClr val="accent2"/>
                </a:solidFill>
                <a:latin typeface="Arial" charset="0"/>
                <a:cs typeface="Arial" charset="0"/>
                <a:sym typeface="Symbol" pitchFamily="18" charset="2"/>
              </a:rPr>
              <a:t>Infinite bandwidth allowed</a:t>
            </a:r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4140200" y="4267200"/>
            <a:ext cx="47625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Energy = how "big" the signal 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Bandwidth = how "fast" the signal 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E8D315-5D4C-3C4E-887D-4FEEAD643CB1}"/>
                  </a:ext>
                </a:extLst>
              </p14:cNvPr>
              <p14:cNvContentPartPr/>
              <p14:nvPr/>
            </p14:nvContentPartPr>
            <p14:xfrm>
              <a:off x="-360" y="510480"/>
              <a:ext cx="9144360" cy="6028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E8D315-5D4C-3C4E-887D-4FEEAD643C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720" y="501120"/>
                <a:ext cx="9162720" cy="60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98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Signal representations (examples)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124744"/>
            <a:ext cx="8352928" cy="5328592"/>
          </a:xfrm>
        </p:spPr>
        <p:txBody>
          <a:bodyPr/>
          <a:lstStyle/>
          <a:p>
            <a:r>
              <a:rPr lang="en-US" dirty="0"/>
              <a:t>Continuous-time signals:</a:t>
            </a:r>
          </a:p>
          <a:p>
            <a:pPr lvl="1"/>
            <a:r>
              <a:rPr lang="en-US" dirty="0"/>
              <a:t>x(t) = 10 sin 2t</a:t>
            </a:r>
          </a:p>
          <a:p>
            <a:pPr lvl="1"/>
            <a:r>
              <a:rPr lang="en-US" dirty="0"/>
              <a:t>x(t) = 2t+7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Discrete-time signals:</a:t>
            </a:r>
          </a:p>
          <a:p>
            <a:pPr lvl="1"/>
            <a:r>
              <a:rPr lang="en-US" dirty="0"/>
              <a:t>x[n]=2n+3</a:t>
            </a:r>
          </a:p>
          <a:p>
            <a:pPr lvl="1"/>
            <a:r>
              <a:rPr lang="en-US" dirty="0"/>
              <a:t>y[n]=[1, 2, 3, </a:t>
            </a:r>
            <a:r>
              <a:rPr lang="en-US" u="sng" dirty="0"/>
              <a:t>4</a:t>
            </a:r>
            <a:r>
              <a:rPr lang="en-US" dirty="0"/>
              <a:t>, 3, 2, 1],  note: the underscore ”_” is the reference point n=0.</a:t>
            </a:r>
          </a:p>
          <a:p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856534"/>
              </p:ext>
            </p:extLst>
          </p:nvPr>
        </p:nvGraphicFramePr>
        <p:xfrm>
          <a:off x="3059832" y="2204864"/>
          <a:ext cx="2443774" cy="919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3" imgW="863225" imgH="393529" progId="Equation.3">
                  <p:embed/>
                </p:oleObj>
              </mc:Choice>
              <mc:Fallback>
                <p:oleObj name="Equation" r:id="rId3" imgW="863225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204864"/>
                        <a:ext cx="2443774" cy="919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25225"/>
              </p:ext>
            </p:extLst>
          </p:nvPr>
        </p:nvGraphicFramePr>
        <p:xfrm>
          <a:off x="3059832" y="4941168"/>
          <a:ext cx="2458127" cy="875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5" imgW="914400" imgH="393700" progId="Equation.3">
                  <p:embed/>
                </p:oleObj>
              </mc:Choice>
              <mc:Fallback>
                <p:oleObj name="Equation" r:id="rId5" imgW="9144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941168"/>
                        <a:ext cx="2458127" cy="875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DE6745-29CE-BC4B-A4D1-35E4A20D13BD}"/>
                  </a:ext>
                </a:extLst>
              </p14:cNvPr>
              <p14:cNvContentPartPr/>
              <p14:nvPr/>
            </p14:nvContentPartPr>
            <p14:xfrm>
              <a:off x="-360" y="996480"/>
              <a:ext cx="8921520" cy="5830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DE6745-29CE-BC4B-A4D1-35E4A20D13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9720" y="987120"/>
                <a:ext cx="8940240" cy="58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42225C-0B67-3149-B18C-D04C77E8F9E6}"/>
                  </a:ext>
                </a:extLst>
              </p14:cNvPr>
              <p14:cNvContentPartPr/>
              <p14:nvPr/>
            </p14:nvContentPartPr>
            <p14:xfrm>
              <a:off x="1691280" y="3255120"/>
              <a:ext cx="6059160" cy="3169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42225C-0B67-3149-B18C-D04C77E8F9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81920" y="3245760"/>
                <a:ext cx="6077880" cy="318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992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Unit Step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Discrete unit step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u[n]=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Shifted unit step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u[n-k]=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641027"/>
              </p:ext>
            </p:extLst>
          </p:nvPr>
        </p:nvGraphicFramePr>
        <p:xfrm>
          <a:off x="1907704" y="1556792"/>
          <a:ext cx="15906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Equation" r:id="rId3" imgW="685800" imgH="457200" progId="Equation.3">
                  <p:embed/>
                </p:oleObj>
              </mc:Choice>
              <mc:Fallback>
                <p:oleObj name="Equation" r:id="rId3" imgW="685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556792"/>
                        <a:ext cx="159067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3886200" y="1268760"/>
            <a:ext cx="4876800" cy="1909763"/>
            <a:chOff x="2448" y="912"/>
            <a:chExt cx="3072" cy="1203"/>
          </a:xfrm>
        </p:grpSpPr>
        <p:sp>
          <p:nvSpPr>
            <p:cNvPr id="51205" name="Text Box 5"/>
            <p:cNvSpPr txBox="1">
              <a:spLocks noChangeArrowheads="1"/>
            </p:cNvSpPr>
            <p:nvPr/>
          </p:nvSpPr>
          <p:spPr bwMode="auto">
            <a:xfrm>
              <a:off x="3888" y="912"/>
              <a:ext cx="4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u[n]</a:t>
              </a:r>
            </a:p>
          </p:txBody>
        </p:sp>
        <p:sp>
          <p:nvSpPr>
            <p:cNvPr id="51206" name="Line 6"/>
            <p:cNvSpPr>
              <a:spLocks noChangeShapeType="1"/>
            </p:cNvSpPr>
            <p:nvPr/>
          </p:nvSpPr>
          <p:spPr bwMode="auto">
            <a:xfrm>
              <a:off x="2448" y="1824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07" name="Line 7"/>
            <p:cNvSpPr>
              <a:spLocks noChangeShapeType="1"/>
            </p:cNvSpPr>
            <p:nvPr/>
          </p:nvSpPr>
          <p:spPr bwMode="auto">
            <a:xfrm>
              <a:off x="3936" y="11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08" name="Line 8"/>
            <p:cNvSpPr>
              <a:spLocks noChangeShapeType="1"/>
            </p:cNvSpPr>
            <p:nvPr/>
          </p:nvSpPr>
          <p:spPr bwMode="auto">
            <a:xfrm>
              <a:off x="3168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09" name="Line 9"/>
            <p:cNvSpPr>
              <a:spLocks noChangeShapeType="1"/>
            </p:cNvSpPr>
            <p:nvPr/>
          </p:nvSpPr>
          <p:spPr bwMode="auto">
            <a:xfrm>
              <a:off x="3552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10" name="Text Box 10"/>
            <p:cNvSpPr txBox="1">
              <a:spLocks noChangeArrowheads="1"/>
            </p:cNvSpPr>
            <p:nvPr/>
          </p:nvSpPr>
          <p:spPr bwMode="auto">
            <a:xfrm>
              <a:off x="3456" y="1824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51211" name="Text Box 11"/>
            <p:cNvSpPr txBox="1">
              <a:spLocks noChangeArrowheads="1"/>
            </p:cNvSpPr>
            <p:nvPr/>
          </p:nvSpPr>
          <p:spPr bwMode="auto">
            <a:xfrm>
              <a:off x="3024" y="1824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-2</a:t>
              </a:r>
            </a:p>
          </p:txBody>
        </p:sp>
        <p:sp>
          <p:nvSpPr>
            <p:cNvPr id="51212" name="Text Box 12"/>
            <p:cNvSpPr txBox="1">
              <a:spLocks noChangeArrowheads="1"/>
            </p:cNvSpPr>
            <p:nvPr/>
          </p:nvSpPr>
          <p:spPr bwMode="auto">
            <a:xfrm>
              <a:off x="5328" y="158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213" name="Line 13"/>
            <p:cNvSpPr>
              <a:spLocks noChangeShapeType="1"/>
            </p:cNvSpPr>
            <p:nvPr/>
          </p:nvSpPr>
          <p:spPr bwMode="auto">
            <a:xfrm>
              <a:off x="2784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14" name="Line 14"/>
            <p:cNvSpPr>
              <a:spLocks noChangeShapeType="1"/>
            </p:cNvSpPr>
            <p:nvPr/>
          </p:nvSpPr>
          <p:spPr bwMode="auto">
            <a:xfrm>
              <a:off x="4320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15" name="Text Box 15"/>
            <p:cNvSpPr txBox="1">
              <a:spLocks noChangeArrowheads="1"/>
            </p:cNvSpPr>
            <p:nvPr/>
          </p:nvSpPr>
          <p:spPr bwMode="auto">
            <a:xfrm>
              <a:off x="4224" y="182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16" name="Text Box 16"/>
            <p:cNvSpPr txBox="1">
              <a:spLocks noChangeArrowheads="1"/>
            </p:cNvSpPr>
            <p:nvPr/>
          </p:nvSpPr>
          <p:spPr bwMode="auto">
            <a:xfrm>
              <a:off x="2640" y="1824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-3</a:t>
              </a:r>
            </a:p>
          </p:txBody>
        </p:sp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4704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18" name="Line 18"/>
            <p:cNvSpPr>
              <a:spLocks noChangeShapeType="1"/>
            </p:cNvSpPr>
            <p:nvPr/>
          </p:nvSpPr>
          <p:spPr bwMode="auto">
            <a:xfrm>
              <a:off x="5088" y="1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19" name="Text Box 19"/>
            <p:cNvSpPr txBox="1">
              <a:spLocks noChangeArrowheads="1"/>
            </p:cNvSpPr>
            <p:nvPr/>
          </p:nvSpPr>
          <p:spPr bwMode="auto">
            <a:xfrm>
              <a:off x="4992" y="182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1220" name="Text Box 20"/>
            <p:cNvSpPr txBox="1">
              <a:spLocks noChangeArrowheads="1"/>
            </p:cNvSpPr>
            <p:nvPr/>
          </p:nvSpPr>
          <p:spPr bwMode="auto">
            <a:xfrm>
              <a:off x="4608" y="182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221" name="Line 21"/>
            <p:cNvSpPr>
              <a:spLocks noChangeShapeType="1"/>
            </p:cNvSpPr>
            <p:nvPr/>
          </p:nvSpPr>
          <p:spPr bwMode="auto">
            <a:xfrm flipH="1" flipV="1">
              <a:off x="3888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22" name="Text Box 22"/>
            <p:cNvSpPr txBox="1">
              <a:spLocks noChangeArrowheads="1"/>
            </p:cNvSpPr>
            <p:nvPr/>
          </p:nvSpPr>
          <p:spPr bwMode="auto">
            <a:xfrm>
              <a:off x="3696" y="1248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23" name="Oval 23"/>
            <p:cNvSpPr>
              <a:spLocks noChangeArrowheads="1"/>
            </p:cNvSpPr>
            <p:nvPr/>
          </p:nvSpPr>
          <p:spPr bwMode="auto">
            <a:xfrm>
              <a:off x="3504" y="177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4" name="Oval 24"/>
            <p:cNvSpPr>
              <a:spLocks noChangeArrowheads="1"/>
            </p:cNvSpPr>
            <p:nvPr/>
          </p:nvSpPr>
          <p:spPr bwMode="auto">
            <a:xfrm>
              <a:off x="4272" y="139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5" name="Oval 25"/>
            <p:cNvSpPr>
              <a:spLocks noChangeArrowheads="1"/>
            </p:cNvSpPr>
            <p:nvPr/>
          </p:nvSpPr>
          <p:spPr bwMode="auto">
            <a:xfrm>
              <a:off x="4656" y="139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6" name="Oval 26"/>
            <p:cNvSpPr>
              <a:spLocks noChangeArrowheads="1"/>
            </p:cNvSpPr>
            <p:nvPr/>
          </p:nvSpPr>
          <p:spPr bwMode="auto">
            <a:xfrm>
              <a:off x="5040" y="139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7" name="Oval 27"/>
            <p:cNvSpPr>
              <a:spLocks noChangeArrowheads="1"/>
            </p:cNvSpPr>
            <p:nvPr/>
          </p:nvSpPr>
          <p:spPr bwMode="auto">
            <a:xfrm>
              <a:off x="2736" y="177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8" name="Oval 28"/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29" name="Oval 29"/>
            <p:cNvSpPr>
              <a:spLocks noChangeArrowheads="1"/>
            </p:cNvSpPr>
            <p:nvPr/>
          </p:nvSpPr>
          <p:spPr bwMode="auto">
            <a:xfrm>
              <a:off x="3888" y="139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30" name="Line 30"/>
            <p:cNvSpPr>
              <a:spLocks noChangeShapeType="1"/>
            </p:cNvSpPr>
            <p:nvPr/>
          </p:nvSpPr>
          <p:spPr bwMode="auto">
            <a:xfrm flipH="1">
              <a:off x="4320" y="144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1" name="Line 31"/>
            <p:cNvSpPr>
              <a:spLocks noChangeShapeType="1"/>
            </p:cNvSpPr>
            <p:nvPr/>
          </p:nvSpPr>
          <p:spPr bwMode="auto">
            <a:xfrm flipH="1">
              <a:off x="3936" y="144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2" name="Line 32"/>
            <p:cNvSpPr>
              <a:spLocks noChangeShapeType="1"/>
            </p:cNvSpPr>
            <p:nvPr/>
          </p:nvSpPr>
          <p:spPr bwMode="auto">
            <a:xfrm flipH="1">
              <a:off x="5088" y="144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3" name="Line 33"/>
            <p:cNvSpPr>
              <a:spLocks noChangeShapeType="1"/>
            </p:cNvSpPr>
            <p:nvPr/>
          </p:nvSpPr>
          <p:spPr bwMode="auto">
            <a:xfrm flipH="1">
              <a:off x="4704" y="144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graphicFrame>
        <p:nvGraphicFramePr>
          <p:cNvPr id="5123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460267"/>
              </p:ext>
            </p:extLst>
          </p:nvPr>
        </p:nvGraphicFramePr>
        <p:xfrm>
          <a:off x="2123728" y="3717032"/>
          <a:ext cx="15906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Equation" r:id="rId5" imgW="685800" imgH="457200" progId="Equation.3">
                  <p:embed/>
                </p:oleObj>
              </mc:Choice>
              <mc:Fallback>
                <p:oleObj name="Equation" r:id="rId5" imgW="685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717032"/>
                        <a:ext cx="159067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3886200" y="4114800"/>
            <a:ext cx="4648200" cy="1985963"/>
            <a:chOff x="2688" y="2304"/>
            <a:chExt cx="2928" cy="1251"/>
          </a:xfrm>
        </p:grpSpPr>
        <p:sp>
          <p:nvSpPr>
            <p:cNvPr id="51235" name="Text Box 35"/>
            <p:cNvSpPr txBox="1">
              <a:spLocks noChangeArrowheads="1"/>
            </p:cNvSpPr>
            <p:nvPr/>
          </p:nvSpPr>
          <p:spPr bwMode="auto">
            <a:xfrm>
              <a:off x="3504" y="2304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u[n-k]</a:t>
              </a:r>
            </a:p>
          </p:txBody>
        </p:sp>
        <p:sp>
          <p:nvSpPr>
            <p:cNvPr id="51236" name="Line 36"/>
            <p:cNvSpPr>
              <a:spLocks noChangeShapeType="1"/>
            </p:cNvSpPr>
            <p:nvPr/>
          </p:nvSpPr>
          <p:spPr bwMode="auto">
            <a:xfrm>
              <a:off x="2688" y="326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7" name="Line 37"/>
            <p:cNvSpPr>
              <a:spLocks noChangeShapeType="1"/>
            </p:cNvSpPr>
            <p:nvPr/>
          </p:nvSpPr>
          <p:spPr bwMode="auto">
            <a:xfrm>
              <a:off x="3552" y="254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8" name="Line 38"/>
            <p:cNvSpPr>
              <a:spLocks noChangeShapeType="1"/>
            </p:cNvSpPr>
            <p:nvPr/>
          </p:nvSpPr>
          <p:spPr bwMode="auto">
            <a:xfrm>
              <a:off x="3168" y="32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39" name="Text Box 39"/>
            <p:cNvSpPr txBox="1">
              <a:spLocks noChangeArrowheads="1"/>
            </p:cNvSpPr>
            <p:nvPr/>
          </p:nvSpPr>
          <p:spPr bwMode="auto">
            <a:xfrm>
              <a:off x="4080" y="3264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51240" name="Text Box 40"/>
            <p:cNvSpPr txBox="1">
              <a:spLocks noChangeArrowheads="1"/>
            </p:cNvSpPr>
            <p:nvPr/>
          </p:nvSpPr>
          <p:spPr bwMode="auto">
            <a:xfrm>
              <a:off x="3024" y="3264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51241" name="Text Box 41"/>
            <p:cNvSpPr txBox="1">
              <a:spLocks noChangeArrowheads="1"/>
            </p:cNvSpPr>
            <p:nvPr/>
          </p:nvSpPr>
          <p:spPr bwMode="auto">
            <a:xfrm>
              <a:off x="5424" y="302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51242" name="Line 42"/>
            <p:cNvSpPr>
              <a:spLocks noChangeShapeType="1"/>
            </p:cNvSpPr>
            <p:nvPr/>
          </p:nvSpPr>
          <p:spPr bwMode="auto">
            <a:xfrm>
              <a:off x="3936" y="32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43" name="Text Box 43"/>
            <p:cNvSpPr txBox="1">
              <a:spLocks noChangeArrowheads="1"/>
            </p:cNvSpPr>
            <p:nvPr/>
          </p:nvSpPr>
          <p:spPr bwMode="auto">
            <a:xfrm>
              <a:off x="3840" y="326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44" name="Line 44"/>
            <p:cNvSpPr>
              <a:spLocks noChangeShapeType="1"/>
            </p:cNvSpPr>
            <p:nvPr/>
          </p:nvSpPr>
          <p:spPr bwMode="auto">
            <a:xfrm>
              <a:off x="4560" y="32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45" name="Line 45"/>
            <p:cNvSpPr>
              <a:spLocks noChangeShapeType="1"/>
            </p:cNvSpPr>
            <p:nvPr/>
          </p:nvSpPr>
          <p:spPr bwMode="auto">
            <a:xfrm>
              <a:off x="4944" y="32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46" name="Text Box 46"/>
            <p:cNvSpPr txBox="1">
              <a:spLocks noChangeArrowheads="1"/>
            </p:cNvSpPr>
            <p:nvPr/>
          </p:nvSpPr>
          <p:spPr bwMode="auto">
            <a:xfrm>
              <a:off x="4464" y="326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51247" name="Line 47"/>
            <p:cNvSpPr>
              <a:spLocks noChangeShapeType="1"/>
            </p:cNvSpPr>
            <p:nvPr/>
          </p:nvSpPr>
          <p:spPr bwMode="auto">
            <a:xfrm flipH="1" flipV="1">
              <a:off x="3504" y="288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48" name="Text Box 48"/>
            <p:cNvSpPr txBox="1">
              <a:spLocks noChangeArrowheads="1"/>
            </p:cNvSpPr>
            <p:nvPr/>
          </p:nvSpPr>
          <p:spPr bwMode="auto">
            <a:xfrm>
              <a:off x="3312" y="2688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49" name="Oval 49"/>
            <p:cNvSpPr>
              <a:spLocks noChangeArrowheads="1"/>
            </p:cNvSpPr>
            <p:nvPr/>
          </p:nvSpPr>
          <p:spPr bwMode="auto">
            <a:xfrm>
              <a:off x="3888" y="321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0" name="Oval 50"/>
            <p:cNvSpPr>
              <a:spLocks noChangeArrowheads="1"/>
            </p:cNvSpPr>
            <p:nvPr/>
          </p:nvSpPr>
          <p:spPr bwMode="auto">
            <a:xfrm>
              <a:off x="4512" y="283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1" name="Oval 51"/>
            <p:cNvSpPr>
              <a:spLocks noChangeArrowheads="1"/>
            </p:cNvSpPr>
            <p:nvPr/>
          </p:nvSpPr>
          <p:spPr bwMode="auto">
            <a:xfrm>
              <a:off x="4896" y="283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2" name="Oval 52"/>
            <p:cNvSpPr>
              <a:spLocks noChangeArrowheads="1"/>
            </p:cNvSpPr>
            <p:nvPr/>
          </p:nvSpPr>
          <p:spPr bwMode="auto">
            <a:xfrm>
              <a:off x="5280" y="2832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3" name="Oval 53"/>
            <p:cNvSpPr>
              <a:spLocks noChangeArrowheads="1"/>
            </p:cNvSpPr>
            <p:nvPr/>
          </p:nvSpPr>
          <p:spPr bwMode="auto">
            <a:xfrm>
              <a:off x="3120" y="321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4" name="Oval 54"/>
            <p:cNvSpPr>
              <a:spLocks noChangeArrowheads="1"/>
            </p:cNvSpPr>
            <p:nvPr/>
          </p:nvSpPr>
          <p:spPr bwMode="auto">
            <a:xfrm>
              <a:off x="3504" y="3216"/>
              <a:ext cx="96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255" name="Line 55"/>
            <p:cNvSpPr>
              <a:spLocks noChangeShapeType="1"/>
            </p:cNvSpPr>
            <p:nvPr/>
          </p:nvSpPr>
          <p:spPr bwMode="auto">
            <a:xfrm flipH="1">
              <a:off x="4560" y="28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56" name="Line 56"/>
            <p:cNvSpPr>
              <a:spLocks noChangeShapeType="1"/>
            </p:cNvSpPr>
            <p:nvPr/>
          </p:nvSpPr>
          <p:spPr bwMode="auto">
            <a:xfrm flipH="1">
              <a:off x="5328" y="28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257" name="Line 57"/>
            <p:cNvSpPr>
              <a:spLocks noChangeShapeType="1"/>
            </p:cNvSpPr>
            <p:nvPr/>
          </p:nvSpPr>
          <p:spPr bwMode="auto">
            <a:xfrm flipH="1">
              <a:off x="4944" y="28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E1D9E8-3B3F-624B-B061-92D0D42B6B6C}"/>
                  </a:ext>
                </a:extLst>
              </p14:cNvPr>
              <p14:cNvContentPartPr/>
              <p14:nvPr/>
            </p14:nvContentPartPr>
            <p14:xfrm>
              <a:off x="289800" y="516600"/>
              <a:ext cx="8573760" cy="6260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E1D9E8-3B3F-624B-B061-92D0D42B6B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0440" y="507240"/>
                <a:ext cx="8592480" cy="627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A9ECEB-7F42-D54C-8976-EB67475EB2D2}"/>
                  </a:ext>
                </a:extLst>
              </p14:cNvPr>
              <p14:cNvContentPartPr/>
              <p14:nvPr/>
            </p14:nvContentPartPr>
            <p14:xfrm>
              <a:off x="803160" y="534600"/>
              <a:ext cx="6901200" cy="5630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A9ECEB-7F42-D54C-8976-EB67475EB2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3800" y="525240"/>
                <a:ext cx="6919920" cy="56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098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Unit Step (cont’d)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Continuous unit step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u(t)=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Shifted unit step</a:t>
            </a:r>
          </a:p>
          <a:p>
            <a:endParaRPr lang="en-US" sz="2000" dirty="0"/>
          </a:p>
          <a:p>
            <a:pPr lvl="1"/>
            <a:r>
              <a:rPr lang="en-US" sz="2000" dirty="0"/>
              <a:t>u(t-</a:t>
            </a:r>
            <a:r>
              <a:rPr lang="en-US" sz="2000" dirty="0">
                <a:sym typeface="Symbol" pitchFamily="18" charset="2"/>
              </a:rPr>
              <a:t></a:t>
            </a:r>
            <a:r>
              <a:rPr lang="en-US" sz="2000" dirty="0"/>
              <a:t>)=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421736"/>
              </p:ext>
            </p:extLst>
          </p:nvPr>
        </p:nvGraphicFramePr>
        <p:xfrm>
          <a:off x="2051720" y="1612167"/>
          <a:ext cx="153193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Equation" r:id="rId3" imgW="660240" imgH="457200" progId="Equation.3">
                  <p:embed/>
                </p:oleObj>
              </mc:Choice>
              <mc:Fallback>
                <p:oleObj name="Equation" r:id="rId3" imgW="660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612167"/>
                        <a:ext cx="1531937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604814"/>
              </p:ext>
            </p:extLst>
          </p:nvPr>
        </p:nvGraphicFramePr>
        <p:xfrm>
          <a:off x="2123728" y="3551481"/>
          <a:ext cx="153193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5" imgW="660240" imgH="457200" progId="Equation.3">
                  <p:embed/>
                </p:oleObj>
              </mc:Choice>
              <mc:Fallback>
                <p:oleObj name="Equation" r:id="rId5" imgW="660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551481"/>
                        <a:ext cx="1531937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419600" y="3810000"/>
            <a:ext cx="4343400" cy="1833563"/>
            <a:chOff x="2880" y="2400"/>
            <a:chExt cx="2736" cy="1155"/>
          </a:xfrm>
        </p:grpSpPr>
        <p:sp>
          <p:nvSpPr>
            <p:cNvPr id="52237" name="Text Box 13"/>
            <p:cNvSpPr txBox="1">
              <a:spLocks noChangeArrowheads="1"/>
            </p:cNvSpPr>
            <p:nvPr/>
          </p:nvSpPr>
          <p:spPr bwMode="auto">
            <a:xfrm>
              <a:off x="3600" y="2400"/>
              <a:ext cx="62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u(t- </a:t>
              </a:r>
              <a:r>
                <a:rPr lang="en-US" sz="3200">
                  <a:latin typeface="Arial" pitchFamily="34" charset="0"/>
                  <a:sym typeface="Symbol" pitchFamily="18" charset="2"/>
                </a:rPr>
                <a:t></a:t>
              </a:r>
              <a:r>
                <a:rPr lang="en-US" sz="24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>
              <a:off x="2880" y="3264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39" name="Line 15"/>
            <p:cNvSpPr>
              <a:spLocks noChangeShapeType="1"/>
            </p:cNvSpPr>
            <p:nvPr/>
          </p:nvSpPr>
          <p:spPr bwMode="auto">
            <a:xfrm>
              <a:off x="3552" y="254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0" name="Text Box 16"/>
            <p:cNvSpPr txBox="1">
              <a:spLocks noChangeArrowheads="1"/>
            </p:cNvSpPr>
            <p:nvPr/>
          </p:nvSpPr>
          <p:spPr bwMode="auto">
            <a:xfrm>
              <a:off x="5424" y="302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4560" y="321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4464" y="326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  <a:sym typeface="Symbol" pitchFamily="18" charset="2"/>
                </a:rPr>
                <a:t>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 flipH="1" flipV="1">
              <a:off x="3504" y="288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3312" y="2688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2246" name="Line 22"/>
            <p:cNvSpPr>
              <a:spLocks noChangeShapeType="1"/>
            </p:cNvSpPr>
            <p:nvPr/>
          </p:nvSpPr>
          <p:spPr bwMode="auto">
            <a:xfrm>
              <a:off x="3312" y="3264"/>
              <a:ext cx="12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7" name="Line 23"/>
            <p:cNvSpPr>
              <a:spLocks noChangeShapeType="1"/>
            </p:cNvSpPr>
            <p:nvPr/>
          </p:nvSpPr>
          <p:spPr bwMode="auto">
            <a:xfrm flipH="1">
              <a:off x="4560" y="28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8" name="Line 24"/>
            <p:cNvSpPr>
              <a:spLocks noChangeShapeType="1"/>
            </p:cNvSpPr>
            <p:nvPr/>
          </p:nvSpPr>
          <p:spPr bwMode="auto">
            <a:xfrm>
              <a:off x="4560" y="2880"/>
              <a:ext cx="81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950677" y="1031815"/>
            <a:ext cx="4876800" cy="2027237"/>
            <a:chOff x="2448" y="835"/>
            <a:chExt cx="3072" cy="1277"/>
          </a:xfrm>
        </p:grpSpPr>
        <p:sp>
          <p:nvSpPr>
            <p:cNvPr id="52229" name="Line 5"/>
            <p:cNvSpPr>
              <a:spLocks noChangeShapeType="1"/>
            </p:cNvSpPr>
            <p:nvPr/>
          </p:nvSpPr>
          <p:spPr bwMode="auto">
            <a:xfrm>
              <a:off x="2448" y="1824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30" name="Line 6"/>
            <p:cNvSpPr>
              <a:spLocks noChangeShapeType="1"/>
            </p:cNvSpPr>
            <p:nvPr/>
          </p:nvSpPr>
          <p:spPr bwMode="auto">
            <a:xfrm>
              <a:off x="3936" y="11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5328" y="1584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52232" name="Line 8"/>
            <p:cNvSpPr>
              <a:spLocks noChangeShapeType="1"/>
            </p:cNvSpPr>
            <p:nvPr/>
          </p:nvSpPr>
          <p:spPr bwMode="auto">
            <a:xfrm flipH="1" flipV="1">
              <a:off x="3888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3696" y="1248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>
              <a:off x="2688" y="1824"/>
              <a:ext cx="12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 flipH="1">
              <a:off x="3936" y="144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5" name="Line 21"/>
            <p:cNvSpPr>
              <a:spLocks noChangeShapeType="1"/>
            </p:cNvSpPr>
            <p:nvPr/>
          </p:nvSpPr>
          <p:spPr bwMode="auto">
            <a:xfrm>
              <a:off x="3936" y="1440"/>
              <a:ext cx="124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3888" y="835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u(t)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5C00B5-370F-B34C-ABF2-D073691F362F}"/>
                  </a:ext>
                </a:extLst>
              </p14:cNvPr>
              <p14:cNvContentPartPr/>
              <p14:nvPr/>
            </p14:nvContentPartPr>
            <p14:xfrm>
              <a:off x="843120" y="1447200"/>
              <a:ext cx="1807200" cy="2055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5C00B5-370F-B34C-ABF2-D073691F36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3760" y="1437840"/>
                <a:ext cx="1825920" cy="20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0A9C1F3-54F3-E341-9721-1380BF26703A}"/>
                  </a:ext>
                </a:extLst>
              </p14:cNvPr>
              <p14:cNvContentPartPr/>
              <p14:nvPr/>
            </p14:nvContentPartPr>
            <p14:xfrm>
              <a:off x="334440" y="602280"/>
              <a:ext cx="8565840" cy="5142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0A9C1F3-54F3-E341-9721-1380BF2670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5080" y="592920"/>
                <a:ext cx="8584560" cy="516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95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Unit Step (cont’d)</a:t>
            </a:r>
          </a:p>
        </p:txBody>
      </p:sp>
      <p:pic>
        <p:nvPicPr>
          <p:cNvPr id="33" name="Picture 3" descr="c:\My Documents\ch02\rob99427_020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3977640"/>
            <a:ext cx="5619210" cy="1784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3" descr="c:\My Documents\ch02\rob99427_020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691640"/>
            <a:ext cx="3581400" cy="3037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688DC7-FCA7-6E45-A94D-B58AC4F44600}"/>
                  </a:ext>
                </a:extLst>
              </p14:cNvPr>
              <p14:cNvContentPartPr/>
              <p14:nvPr/>
            </p14:nvContentPartPr>
            <p14:xfrm>
              <a:off x="4163760" y="1766880"/>
              <a:ext cx="4574520" cy="381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688DC7-FCA7-6E45-A94D-B58AC4F446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54400" y="1757520"/>
                <a:ext cx="4593240" cy="383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2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Impulse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Discrete Unit Impulse</a:t>
            </a:r>
          </a:p>
          <a:p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Shifted Unit Impulse</a:t>
            </a:r>
          </a:p>
          <a:p>
            <a:pPr lvl="1"/>
            <a:endParaRPr lang="en-US" sz="2000" dirty="0"/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1066802" y="2109788"/>
          <a:ext cx="25622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3" imgW="1104840" imgH="457200" progId="Equation.3">
                  <p:embed/>
                </p:oleObj>
              </mc:Choice>
              <mc:Fallback>
                <p:oleObj name="Equation" r:id="rId3" imgW="11048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2" y="2109788"/>
                        <a:ext cx="256222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258272" y="1412776"/>
            <a:ext cx="76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  <a:sym typeface="Symbol" pitchFamily="18" charset="2"/>
              </a:rPr>
              <a:t></a:t>
            </a:r>
            <a:r>
              <a:rPr lang="en-US" sz="2400">
                <a:latin typeface="Times New Roman" pitchFamily="18" charset="0"/>
              </a:rPr>
              <a:t>[n]</a:t>
            </a:r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3886200" y="28956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>
            <a:off x="6248400" y="1752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50292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56388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5486400" y="2895601"/>
            <a:ext cx="45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-1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4800600" y="2895601"/>
            <a:ext cx="45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-2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8458200" y="2514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</a:t>
            </a: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>
            <a:off x="44196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68580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6705600" y="2895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4191000" y="2895601"/>
            <a:ext cx="45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-3</a:t>
            </a:r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>
            <a:off x="74676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90" name="Line 18"/>
          <p:cNvSpPr>
            <a:spLocks noChangeShapeType="1"/>
          </p:cNvSpPr>
          <p:nvPr/>
        </p:nvSpPr>
        <p:spPr bwMode="auto">
          <a:xfrm>
            <a:off x="80772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7924800" y="2895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7315200" y="2895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 flipH="1" flipV="1">
            <a:off x="6172200" y="228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294" name="Text Box 22"/>
          <p:cNvSpPr txBox="1">
            <a:spLocks noChangeArrowheads="1"/>
          </p:cNvSpPr>
          <p:nvPr/>
        </p:nvSpPr>
        <p:spPr bwMode="auto">
          <a:xfrm>
            <a:off x="5867400" y="19812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4295" name="Oval 23"/>
          <p:cNvSpPr>
            <a:spLocks noChangeArrowheads="1"/>
          </p:cNvSpPr>
          <p:nvPr/>
        </p:nvSpPr>
        <p:spPr bwMode="auto">
          <a:xfrm>
            <a:off x="55626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67818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7" name="Oval 25"/>
          <p:cNvSpPr>
            <a:spLocks noChangeArrowheads="1"/>
          </p:cNvSpPr>
          <p:nvPr/>
        </p:nvSpPr>
        <p:spPr bwMode="auto">
          <a:xfrm>
            <a:off x="73914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80010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43434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4953000" y="2819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01" name="Oval 29"/>
          <p:cNvSpPr>
            <a:spLocks noChangeArrowheads="1"/>
          </p:cNvSpPr>
          <p:nvPr/>
        </p:nvSpPr>
        <p:spPr bwMode="auto">
          <a:xfrm>
            <a:off x="6172200" y="22098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02" name="Line 30"/>
          <p:cNvSpPr>
            <a:spLocks noChangeShapeType="1"/>
          </p:cNvSpPr>
          <p:nvPr/>
        </p:nvSpPr>
        <p:spPr bwMode="auto">
          <a:xfrm flipH="1">
            <a:off x="6248400" y="2286000"/>
            <a:ext cx="0" cy="609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03" name="Text Box 31"/>
          <p:cNvSpPr txBox="1">
            <a:spLocks noChangeArrowheads="1"/>
          </p:cNvSpPr>
          <p:nvPr/>
        </p:nvSpPr>
        <p:spPr bwMode="auto">
          <a:xfrm>
            <a:off x="5638800" y="3886201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  <a:sym typeface="Symbol" pitchFamily="18" charset="2"/>
              </a:rPr>
              <a:t></a:t>
            </a:r>
            <a:r>
              <a:rPr lang="en-US" sz="2400">
                <a:latin typeface="Times New Roman" pitchFamily="18" charset="0"/>
              </a:rPr>
              <a:t>[n-k]</a:t>
            </a:r>
          </a:p>
        </p:txBody>
      </p:sp>
      <p:sp>
        <p:nvSpPr>
          <p:cNvPr id="54304" name="Line 32"/>
          <p:cNvSpPr>
            <a:spLocks noChangeShapeType="1"/>
          </p:cNvSpPr>
          <p:nvPr/>
        </p:nvSpPr>
        <p:spPr bwMode="auto">
          <a:xfrm>
            <a:off x="4267200" y="51816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5638800" y="40386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06" name="Line 34"/>
          <p:cNvSpPr>
            <a:spLocks noChangeShapeType="1"/>
          </p:cNvSpPr>
          <p:nvPr/>
        </p:nvSpPr>
        <p:spPr bwMode="auto">
          <a:xfrm>
            <a:off x="5029200" y="5105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07" name="Text Box 35"/>
          <p:cNvSpPr txBox="1">
            <a:spLocks noChangeArrowheads="1"/>
          </p:cNvSpPr>
          <p:nvPr/>
        </p:nvSpPr>
        <p:spPr bwMode="auto">
          <a:xfrm>
            <a:off x="6477000" y="5181601"/>
            <a:ext cx="45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…</a:t>
            </a:r>
          </a:p>
        </p:txBody>
      </p:sp>
      <p:sp>
        <p:nvSpPr>
          <p:cNvPr id="54308" name="Text Box 36"/>
          <p:cNvSpPr txBox="1">
            <a:spLocks noChangeArrowheads="1"/>
          </p:cNvSpPr>
          <p:nvPr/>
        </p:nvSpPr>
        <p:spPr bwMode="auto">
          <a:xfrm>
            <a:off x="4800600" y="5181601"/>
            <a:ext cx="45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-1</a:t>
            </a:r>
          </a:p>
        </p:txBody>
      </p:sp>
      <p:sp>
        <p:nvSpPr>
          <p:cNvPr id="54309" name="Text Box 37"/>
          <p:cNvSpPr txBox="1">
            <a:spLocks noChangeArrowheads="1"/>
          </p:cNvSpPr>
          <p:nvPr/>
        </p:nvSpPr>
        <p:spPr bwMode="auto">
          <a:xfrm>
            <a:off x="8610600" y="4800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n</a:t>
            </a:r>
          </a:p>
        </p:txBody>
      </p:sp>
      <p:sp>
        <p:nvSpPr>
          <p:cNvPr id="54310" name="Line 38"/>
          <p:cNvSpPr>
            <a:spLocks noChangeShapeType="1"/>
          </p:cNvSpPr>
          <p:nvPr/>
        </p:nvSpPr>
        <p:spPr bwMode="auto">
          <a:xfrm>
            <a:off x="6248400" y="5105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11" name="Text Box 39"/>
          <p:cNvSpPr txBox="1">
            <a:spLocks noChangeArrowheads="1"/>
          </p:cNvSpPr>
          <p:nvPr/>
        </p:nvSpPr>
        <p:spPr bwMode="auto">
          <a:xfrm>
            <a:off x="6096000" y="5181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4312" name="Line 40"/>
          <p:cNvSpPr>
            <a:spLocks noChangeShapeType="1"/>
          </p:cNvSpPr>
          <p:nvPr/>
        </p:nvSpPr>
        <p:spPr bwMode="auto">
          <a:xfrm>
            <a:off x="7239000" y="5105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13" name="Line 41"/>
          <p:cNvSpPr>
            <a:spLocks noChangeShapeType="1"/>
          </p:cNvSpPr>
          <p:nvPr/>
        </p:nvSpPr>
        <p:spPr bwMode="auto">
          <a:xfrm>
            <a:off x="7848600" y="5105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14" name="Text Box 42"/>
          <p:cNvSpPr txBox="1">
            <a:spLocks noChangeArrowheads="1"/>
          </p:cNvSpPr>
          <p:nvPr/>
        </p:nvSpPr>
        <p:spPr bwMode="auto">
          <a:xfrm>
            <a:off x="7086600" y="51816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k</a:t>
            </a:r>
          </a:p>
        </p:txBody>
      </p:sp>
      <p:sp>
        <p:nvSpPr>
          <p:cNvPr id="54315" name="Line 43"/>
          <p:cNvSpPr>
            <a:spLocks noChangeShapeType="1"/>
          </p:cNvSpPr>
          <p:nvPr/>
        </p:nvSpPr>
        <p:spPr bwMode="auto">
          <a:xfrm flipH="1" flipV="1">
            <a:off x="5562600" y="4572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4316" name="Text Box 44"/>
          <p:cNvSpPr txBox="1">
            <a:spLocks noChangeArrowheads="1"/>
          </p:cNvSpPr>
          <p:nvPr/>
        </p:nvSpPr>
        <p:spPr bwMode="auto">
          <a:xfrm>
            <a:off x="5257800" y="4267201"/>
            <a:ext cx="304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4317" name="Oval 45"/>
          <p:cNvSpPr>
            <a:spLocks noChangeArrowheads="1"/>
          </p:cNvSpPr>
          <p:nvPr/>
        </p:nvSpPr>
        <p:spPr bwMode="auto">
          <a:xfrm>
            <a:off x="61722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18" name="Oval 46"/>
          <p:cNvSpPr>
            <a:spLocks noChangeArrowheads="1"/>
          </p:cNvSpPr>
          <p:nvPr/>
        </p:nvSpPr>
        <p:spPr bwMode="auto">
          <a:xfrm>
            <a:off x="7162800" y="44958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19" name="Oval 47"/>
          <p:cNvSpPr>
            <a:spLocks noChangeArrowheads="1"/>
          </p:cNvSpPr>
          <p:nvPr/>
        </p:nvSpPr>
        <p:spPr bwMode="auto">
          <a:xfrm>
            <a:off x="77724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20" name="Oval 48"/>
          <p:cNvSpPr>
            <a:spLocks noChangeArrowheads="1"/>
          </p:cNvSpPr>
          <p:nvPr/>
        </p:nvSpPr>
        <p:spPr bwMode="auto">
          <a:xfrm>
            <a:off x="83820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21" name="Oval 49"/>
          <p:cNvSpPr>
            <a:spLocks noChangeArrowheads="1"/>
          </p:cNvSpPr>
          <p:nvPr/>
        </p:nvSpPr>
        <p:spPr bwMode="auto">
          <a:xfrm>
            <a:off x="49530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22" name="Oval 50"/>
          <p:cNvSpPr>
            <a:spLocks noChangeArrowheads="1"/>
          </p:cNvSpPr>
          <p:nvPr/>
        </p:nvSpPr>
        <p:spPr bwMode="auto">
          <a:xfrm>
            <a:off x="55626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4323" name="Line 51"/>
          <p:cNvSpPr>
            <a:spLocks noChangeShapeType="1"/>
          </p:cNvSpPr>
          <p:nvPr/>
        </p:nvSpPr>
        <p:spPr bwMode="auto">
          <a:xfrm flipH="1">
            <a:off x="7239000" y="4572000"/>
            <a:ext cx="0" cy="609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graphicFrame>
        <p:nvGraphicFramePr>
          <p:cNvPr id="54324" name="Object 52"/>
          <p:cNvGraphicFramePr>
            <a:graphicFrameLocks noChangeAspect="1"/>
          </p:cNvGraphicFramePr>
          <p:nvPr/>
        </p:nvGraphicFramePr>
        <p:xfrm>
          <a:off x="741365" y="4419600"/>
          <a:ext cx="306228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Equation" r:id="rId5" imgW="1320480" imgH="457200" progId="Equation.3">
                  <p:embed/>
                </p:oleObj>
              </mc:Choice>
              <mc:Fallback>
                <p:oleObj name="Equation" r:id="rId5" imgW="1320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5" y="4419600"/>
                        <a:ext cx="3062287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25" name="Oval 53"/>
          <p:cNvSpPr>
            <a:spLocks noChangeArrowheads="1"/>
          </p:cNvSpPr>
          <p:nvPr/>
        </p:nvSpPr>
        <p:spPr bwMode="auto">
          <a:xfrm>
            <a:off x="6705600" y="5105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CAD540-BE64-5C4A-8798-E22414D183DB}"/>
                  </a:ext>
                </a:extLst>
              </p14:cNvPr>
              <p14:cNvContentPartPr/>
              <p14:nvPr/>
            </p14:nvContentPartPr>
            <p14:xfrm>
              <a:off x="882000" y="1085400"/>
              <a:ext cx="7818480" cy="554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CAD540-BE64-5C4A-8798-E22414D183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640" y="1076040"/>
                <a:ext cx="7837200" cy="55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CAB8AF-294F-E746-A004-79A63E5035E9}"/>
                  </a:ext>
                </a:extLst>
              </p14:cNvPr>
              <p14:cNvContentPartPr/>
              <p14:nvPr/>
            </p14:nvContentPartPr>
            <p14:xfrm>
              <a:off x="3863520" y="43560"/>
              <a:ext cx="5118840" cy="3804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CAB8AF-294F-E746-A004-79A63E5035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54160" y="34200"/>
                <a:ext cx="5137560" cy="382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77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Impulse (cont’d)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Properties of discrete unit impulse: 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600" dirty="0"/>
          </a:p>
          <a:p>
            <a:pPr lvl="1"/>
            <a:endParaRPr lang="en-US" sz="2200" dirty="0"/>
          </a:p>
        </p:txBody>
      </p:sp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2819401" y="2514600"/>
          <a:ext cx="3414713" cy="320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3" imgW="1650960" imgH="1549080" progId="Equation.3">
                  <p:embed/>
                </p:oleObj>
              </mc:Choice>
              <mc:Fallback>
                <p:oleObj name="Equation" r:id="rId3" imgW="1650960" imgH="1549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2514600"/>
                        <a:ext cx="3414713" cy="320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7E5ED8-31B9-8248-AE25-1CBA2FBF7F6D}"/>
                  </a:ext>
                </a:extLst>
              </p14:cNvPr>
              <p14:cNvContentPartPr/>
              <p14:nvPr/>
            </p14:nvContentPartPr>
            <p14:xfrm>
              <a:off x="2145240" y="1553040"/>
              <a:ext cx="6681240" cy="516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7E5ED8-31B9-8248-AE25-1CBA2FBF7F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5880" y="1543680"/>
                <a:ext cx="6699960" cy="51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6D4361-AD29-A449-850C-B43627EAF4FD}"/>
                  </a:ext>
                </a:extLst>
              </p14:cNvPr>
              <p14:cNvContentPartPr/>
              <p14:nvPr/>
            </p14:nvContentPartPr>
            <p14:xfrm>
              <a:off x="237240" y="1833120"/>
              <a:ext cx="8492040" cy="3202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6D4361-AD29-A449-850C-B43627EAF4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880" y="1823760"/>
                <a:ext cx="8510760" cy="322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62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Unit Impulse (cont’d)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Continuous Unit Impulse: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000" dirty="0"/>
          </a:p>
          <a:p>
            <a:pPr lvl="1"/>
            <a:endParaRPr lang="en-US" sz="2000" dirty="0"/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1219200" y="2238375"/>
          <a:ext cx="2413000" cy="2105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8" name="Equation" r:id="rId3" imgW="1104840" imgH="965160" progId="Equation.3">
                  <p:embed/>
                </p:oleObj>
              </mc:Choice>
              <mc:Fallback>
                <p:oleObj name="Equation" r:id="rId3" imgW="11048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38375"/>
                        <a:ext cx="2413000" cy="2105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1143000" y="4449764"/>
          <a:ext cx="388620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9" name="Equation" r:id="rId5" imgW="2260440" imgH="660240" progId="Equation.3">
                  <p:embed/>
                </p:oleObj>
              </mc:Choice>
              <mc:Fallback>
                <p:oleObj name="Equation" r:id="rId5" imgW="226044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49764"/>
                        <a:ext cx="3886200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724400" y="1828800"/>
            <a:ext cx="3200400" cy="1828800"/>
            <a:chOff x="2976" y="672"/>
            <a:chExt cx="2304" cy="1296"/>
          </a:xfrm>
        </p:grpSpPr>
        <p:sp>
          <p:nvSpPr>
            <p:cNvPr id="56326" name="Line 6"/>
            <p:cNvSpPr>
              <a:spLocks noChangeShapeType="1"/>
            </p:cNvSpPr>
            <p:nvPr/>
          </p:nvSpPr>
          <p:spPr bwMode="auto">
            <a:xfrm>
              <a:off x="2976" y="1632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27" name="Line 7"/>
            <p:cNvSpPr>
              <a:spLocks noChangeShapeType="1"/>
            </p:cNvSpPr>
            <p:nvPr/>
          </p:nvSpPr>
          <p:spPr bwMode="auto">
            <a:xfrm>
              <a:off x="4080" y="91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28" name="Text Box 8"/>
            <p:cNvSpPr txBox="1">
              <a:spLocks noChangeArrowheads="1"/>
            </p:cNvSpPr>
            <p:nvPr/>
          </p:nvSpPr>
          <p:spPr bwMode="auto">
            <a:xfrm>
              <a:off x="5088" y="1344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56329" name="Text Box 9"/>
            <p:cNvSpPr txBox="1">
              <a:spLocks noChangeArrowheads="1"/>
            </p:cNvSpPr>
            <p:nvPr/>
          </p:nvSpPr>
          <p:spPr bwMode="auto">
            <a:xfrm>
              <a:off x="4416" y="1152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1/</a:t>
              </a:r>
              <a:r>
                <a:rPr lang="en-US" sz="2400">
                  <a:latin typeface="Times New Roman" pitchFamily="18" charset="0"/>
                  <a:sym typeface="Symbol" pitchFamily="18" charset="2"/>
                </a:rPr>
                <a:t>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6330" name="Line 10"/>
            <p:cNvSpPr>
              <a:spLocks noChangeShapeType="1"/>
            </p:cNvSpPr>
            <p:nvPr/>
          </p:nvSpPr>
          <p:spPr bwMode="auto">
            <a:xfrm>
              <a:off x="3120" y="1632"/>
              <a:ext cx="62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31" name="Line 11"/>
            <p:cNvSpPr>
              <a:spLocks noChangeShapeType="1"/>
            </p:cNvSpPr>
            <p:nvPr/>
          </p:nvSpPr>
          <p:spPr bwMode="auto">
            <a:xfrm flipH="1">
              <a:off x="3744" y="1344"/>
              <a:ext cx="67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32" name="Line 12"/>
            <p:cNvSpPr>
              <a:spLocks noChangeShapeType="1"/>
            </p:cNvSpPr>
            <p:nvPr/>
          </p:nvSpPr>
          <p:spPr bwMode="auto">
            <a:xfrm>
              <a:off x="4416" y="1632"/>
              <a:ext cx="57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33" name="Text Box 13"/>
            <p:cNvSpPr txBox="1">
              <a:spLocks noChangeArrowheads="1"/>
            </p:cNvSpPr>
            <p:nvPr/>
          </p:nvSpPr>
          <p:spPr bwMode="auto">
            <a:xfrm>
              <a:off x="4080" y="672"/>
              <a:ext cx="6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 i="1">
                  <a:latin typeface="Times New Roman" pitchFamily="18" charset="0"/>
                  <a:sym typeface="Symbol" pitchFamily="18" charset="2"/>
                </a:rPr>
                <a:t></a:t>
              </a:r>
              <a:r>
                <a:rPr lang="en-US" sz="2400" i="1" baseline="-25000">
                  <a:latin typeface="Times New Roman" pitchFamily="18" charset="0"/>
                  <a:sym typeface="Symbol" pitchFamily="18" charset="2"/>
                </a:rPr>
                <a:t></a:t>
              </a:r>
              <a:r>
                <a:rPr lang="en-US" sz="2400" i="1">
                  <a:latin typeface="Times New Roman" pitchFamily="18" charset="0"/>
                </a:rPr>
                <a:t>(t)</a:t>
              </a:r>
            </a:p>
          </p:txBody>
        </p:sp>
        <p:sp>
          <p:nvSpPr>
            <p:cNvPr id="56334" name="Line 14"/>
            <p:cNvSpPr>
              <a:spLocks noChangeShapeType="1"/>
            </p:cNvSpPr>
            <p:nvPr/>
          </p:nvSpPr>
          <p:spPr bwMode="auto">
            <a:xfrm>
              <a:off x="4416" y="15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56335" name="Object 15"/>
            <p:cNvGraphicFramePr>
              <a:graphicFrameLocks noChangeAspect="1"/>
            </p:cNvGraphicFramePr>
            <p:nvPr/>
          </p:nvGraphicFramePr>
          <p:xfrm>
            <a:off x="4368" y="1671"/>
            <a:ext cx="115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0" name="Equation" r:id="rId7" imgW="152280" imgH="393480" progId="Equation.3">
                    <p:embed/>
                  </p:oleObj>
                </mc:Choice>
                <mc:Fallback>
                  <p:oleObj name="Equation" r:id="rId7" imgW="15228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671"/>
                          <a:ext cx="115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6" name="Object 16"/>
            <p:cNvGraphicFramePr>
              <a:graphicFrameLocks noChangeAspect="1"/>
            </p:cNvGraphicFramePr>
            <p:nvPr/>
          </p:nvGraphicFramePr>
          <p:xfrm>
            <a:off x="3653" y="1671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41" name="Equation" r:id="rId9" imgW="266400" imgH="393480" progId="Equation.3">
                    <p:embed/>
                  </p:oleObj>
                </mc:Choice>
                <mc:Fallback>
                  <p:oleObj name="Equation" r:id="rId9" imgW="2664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" y="1671"/>
                          <a:ext cx="201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3744" y="15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38" name="Line 18"/>
            <p:cNvSpPr>
              <a:spLocks noChangeShapeType="1"/>
            </p:cNvSpPr>
            <p:nvPr/>
          </p:nvSpPr>
          <p:spPr bwMode="auto">
            <a:xfrm flipH="1" flipV="1">
              <a:off x="3744" y="1344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 flipH="1" flipV="1">
              <a:off x="4416" y="1344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486400" y="4038600"/>
            <a:ext cx="2667000" cy="1981200"/>
            <a:chOff x="3888" y="2160"/>
            <a:chExt cx="1680" cy="1248"/>
          </a:xfrm>
        </p:grpSpPr>
        <p:sp>
          <p:nvSpPr>
            <p:cNvPr id="56340" name="Line 20"/>
            <p:cNvSpPr>
              <a:spLocks noChangeShapeType="1"/>
            </p:cNvSpPr>
            <p:nvPr/>
          </p:nvSpPr>
          <p:spPr bwMode="auto">
            <a:xfrm>
              <a:off x="3888" y="3120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41" name="Line 21"/>
            <p:cNvSpPr>
              <a:spLocks noChangeShapeType="1"/>
            </p:cNvSpPr>
            <p:nvPr/>
          </p:nvSpPr>
          <p:spPr bwMode="auto">
            <a:xfrm>
              <a:off x="4416" y="240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342" name="Text Box 22"/>
            <p:cNvSpPr txBox="1">
              <a:spLocks noChangeArrowheads="1"/>
            </p:cNvSpPr>
            <p:nvPr/>
          </p:nvSpPr>
          <p:spPr bwMode="auto">
            <a:xfrm>
              <a:off x="5088" y="2976"/>
              <a:ext cx="1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56343" name="Text Box 23"/>
            <p:cNvSpPr txBox="1">
              <a:spLocks noChangeArrowheads="1"/>
            </p:cNvSpPr>
            <p:nvPr/>
          </p:nvSpPr>
          <p:spPr bwMode="auto">
            <a:xfrm>
              <a:off x="4992" y="2496"/>
              <a:ext cx="5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  <a:sym typeface="Symbol" pitchFamily="18" charset="2"/>
                </a:rPr>
                <a:t></a:t>
              </a:r>
              <a:r>
                <a:rPr lang="en-US" sz="2400">
                  <a:latin typeface="Times New Roman" pitchFamily="18" charset="0"/>
                  <a:sym typeface="Wingdings" pitchFamily="2" charset="2"/>
                </a:rPr>
                <a:t>0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56344" name="Text Box 24"/>
            <p:cNvSpPr txBox="1">
              <a:spLocks noChangeArrowheads="1"/>
            </p:cNvSpPr>
            <p:nvPr/>
          </p:nvSpPr>
          <p:spPr bwMode="auto">
            <a:xfrm>
              <a:off x="4416" y="2160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 i="1">
                  <a:latin typeface="Times New Roman" pitchFamily="18" charset="0"/>
                  <a:sym typeface="Symbol" pitchFamily="18" charset="2"/>
                </a:rPr>
                <a:t></a:t>
              </a:r>
              <a:r>
                <a:rPr lang="en-US" sz="2400" i="1">
                  <a:latin typeface="Times New Roman" pitchFamily="18" charset="0"/>
                </a:rPr>
                <a:t>(t)</a:t>
              </a:r>
            </a:p>
          </p:txBody>
        </p:sp>
        <p:sp>
          <p:nvSpPr>
            <p:cNvPr id="56345" name="Line 25"/>
            <p:cNvSpPr>
              <a:spLocks noChangeShapeType="1"/>
            </p:cNvSpPr>
            <p:nvPr/>
          </p:nvSpPr>
          <p:spPr bwMode="auto">
            <a:xfrm>
              <a:off x="4416" y="2592"/>
              <a:ext cx="0" cy="5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stealth" w="med" len="med"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55696E-2F9B-4843-A4AB-F5C6A9FAB0B9}"/>
                  </a:ext>
                </a:extLst>
              </p14:cNvPr>
              <p14:cNvContentPartPr/>
              <p14:nvPr/>
            </p14:nvContentPartPr>
            <p14:xfrm>
              <a:off x="463320" y="1035000"/>
              <a:ext cx="8551800" cy="5219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55696E-2F9B-4843-A4AB-F5C6A9FAB0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3960" y="1025640"/>
                <a:ext cx="8570520" cy="52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43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Unit Impuls (cont’d)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Shifted Unit Impulse: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sz="2000" dirty="0"/>
          </a:p>
          <a:p>
            <a:r>
              <a:rPr lang="en-US" sz="2000" dirty="0"/>
              <a:t>Continuous Unit Impulse Properties:</a:t>
            </a:r>
          </a:p>
          <a:p>
            <a:pPr lvl="1"/>
            <a:endParaRPr lang="en-US" sz="2200" dirty="0"/>
          </a:p>
          <a:p>
            <a:endParaRPr lang="en-US" sz="2000" dirty="0"/>
          </a:p>
          <a:p>
            <a:pPr lvl="1"/>
            <a:endParaRPr lang="en-US" sz="2200" dirty="0"/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1905002" y="3473450"/>
          <a:ext cx="2752725" cy="2665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quation" r:id="rId3" imgW="1612800" imgH="1562040" progId="Equation.3">
                  <p:embed/>
                </p:oleObj>
              </mc:Choice>
              <mc:Fallback>
                <p:oleObj name="Equation" r:id="rId3" imgW="1612800" imgH="1562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2" y="3473450"/>
                        <a:ext cx="2752725" cy="26654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346854" y="1245577"/>
            <a:ext cx="2743200" cy="1576510"/>
            <a:chOff x="3456" y="192"/>
            <a:chExt cx="1968" cy="1291"/>
          </a:xfrm>
        </p:grpSpPr>
        <p:sp>
          <p:nvSpPr>
            <p:cNvPr id="57349" name="Line 5"/>
            <p:cNvSpPr>
              <a:spLocks noChangeShapeType="1"/>
            </p:cNvSpPr>
            <p:nvPr/>
          </p:nvSpPr>
          <p:spPr bwMode="auto">
            <a:xfrm>
              <a:off x="3456" y="1152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7350" name="Line 6"/>
            <p:cNvSpPr>
              <a:spLocks noChangeShapeType="1"/>
            </p:cNvSpPr>
            <p:nvPr/>
          </p:nvSpPr>
          <p:spPr bwMode="auto">
            <a:xfrm>
              <a:off x="3984" y="43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7351" name="Text Box 7"/>
            <p:cNvSpPr txBox="1">
              <a:spLocks noChangeArrowheads="1"/>
            </p:cNvSpPr>
            <p:nvPr/>
          </p:nvSpPr>
          <p:spPr bwMode="auto">
            <a:xfrm>
              <a:off x="5232" y="1008"/>
              <a:ext cx="192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57352" name="Text Box 8"/>
            <p:cNvSpPr txBox="1">
              <a:spLocks noChangeArrowheads="1"/>
            </p:cNvSpPr>
            <p:nvPr/>
          </p:nvSpPr>
          <p:spPr bwMode="auto">
            <a:xfrm>
              <a:off x="3984" y="192"/>
              <a:ext cx="625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 i="1">
                  <a:latin typeface="Times New Roman" pitchFamily="18" charset="0"/>
                  <a:sym typeface="Symbol" pitchFamily="18" charset="2"/>
                </a:rPr>
                <a:t></a:t>
              </a:r>
              <a:r>
                <a:rPr lang="en-US" sz="2400" i="1">
                  <a:latin typeface="Times New Roman" pitchFamily="18" charset="0"/>
                </a:rPr>
                <a:t>(t-</a:t>
              </a:r>
              <a:r>
                <a:rPr lang="en-US" sz="2400" i="1">
                  <a:latin typeface="Times New Roman" pitchFamily="18" charset="0"/>
                  <a:sym typeface="Symbol" pitchFamily="18" charset="2"/>
                </a:rPr>
                <a:t></a:t>
              </a:r>
              <a:r>
                <a:rPr lang="en-US" sz="2400" i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57353" name="Line 9"/>
            <p:cNvSpPr>
              <a:spLocks noChangeShapeType="1"/>
            </p:cNvSpPr>
            <p:nvPr/>
          </p:nvSpPr>
          <p:spPr bwMode="auto">
            <a:xfrm>
              <a:off x="4608" y="624"/>
              <a:ext cx="0" cy="52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stealth" w="med" len="med"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7354" name="Text Box 10"/>
            <p:cNvSpPr txBox="1">
              <a:spLocks noChangeArrowheads="1"/>
            </p:cNvSpPr>
            <p:nvPr/>
          </p:nvSpPr>
          <p:spPr bwMode="auto">
            <a:xfrm>
              <a:off x="4512" y="1105"/>
              <a:ext cx="288" cy="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sz="2400" i="1">
                  <a:latin typeface="Times New Roman" pitchFamily="18" charset="0"/>
                  <a:sym typeface="Symbol" pitchFamily="18" charset="2"/>
                </a:rPr>
                <a:t></a:t>
              </a:r>
              <a:endParaRPr lang="en-US" sz="2400" i="1">
                <a:latin typeface="Times New Roman" pitchFamily="18" charset="0"/>
              </a:endParaRPr>
            </a:p>
          </p:txBody>
        </p:sp>
      </p:grpSp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5334002" y="3890963"/>
          <a:ext cx="2994025" cy="981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1" name="Equation" r:id="rId5" imgW="1434960" imgH="469800" progId="Equation.3">
                  <p:embed/>
                </p:oleObj>
              </mc:Choice>
              <mc:Fallback>
                <p:oleObj name="Equation" r:id="rId5" imgW="1434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2" y="3890963"/>
                        <a:ext cx="2994025" cy="9810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05158-EBC6-1247-87E7-5F044484CFFF}"/>
                  </a:ext>
                </a:extLst>
              </p14:cNvPr>
              <p14:cNvContentPartPr/>
              <p14:nvPr/>
            </p14:nvContentPartPr>
            <p14:xfrm>
              <a:off x="1347840" y="3574080"/>
              <a:ext cx="7785720" cy="328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05158-EBC6-1247-87E7-5F044484CF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8480" y="3564720"/>
                <a:ext cx="7804440" cy="33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37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signal construction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84784"/>
            <a:ext cx="5165750" cy="448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873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signal with impulses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1080000"/>
            <a:ext cx="6560820" cy="536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0238C2-86A5-3E4B-880A-13011BE869A6}"/>
                  </a:ext>
                </a:extLst>
              </p14:cNvPr>
              <p14:cNvContentPartPr/>
              <p14:nvPr/>
            </p14:nvContentPartPr>
            <p14:xfrm>
              <a:off x="184680" y="1052280"/>
              <a:ext cx="7014240" cy="2988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0238C2-86A5-3E4B-880A-13011BE869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320" y="1042920"/>
                <a:ext cx="7032960" cy="30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720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signal with impulses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1080000"/>
            <a:ext cx="6680835" cy="536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66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signal with impulses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0" y="1080000"/>
            <a:ext cx="6694170" cy="536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E9D6BC-06B2-514C-9B9C-87300655D3A6}"/>
                  </a:ext>
                </a:extLst>
              </p14:cNvPr>
              <p14:cNvContentPartPr/>
              <p14:nvPr/>
            </p14:nvContentPartPr>
            <p14:xfrm>
              <a:off x="5054760" y="1544400"/>
              <a:ext cx="932040" cy="18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E9D6BC-06B2-514C-9B9C-87300655D3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5400" y="1535040"/>
                <a:ext cx="950760" cy="2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7824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(digital) signal construction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68760"/>
            <a:ext cx="5400600" cy="493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817FC5-F40C-AC4E-86E6-61385A32B05A}"/>
                  </a:ext>
                </a:extLst>
              </p14:cNvPr>
              <p14:cNvContentPartPr/>
              <p14:nvPr/>
            </p14:nvContentPartPr>
            <p14:xfrm>
              <a:off x="1027440" y="918360"/>
              <a:ext cx="7750080" cy="574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817FC5-F40C-AC4E-86E6-61385A32B0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8080" y="909000"/>
                <a:ext cx="7768800" cy="57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284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063" y="165100"/>
            <a:ext cx="668655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Some digital “signals”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638" y="1689100"/>
            <a:ext cx="3656012" cy="491648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chemeClr val="accent6"/>
                </a:solidFill>
              </a:rPr>
              <a:t>Zero signal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Constant signal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( </a:t>
            </a:r>
            <a:r>
              <a:rPr lang="en-US" sz="1600" b="1" dirty="0">
                <a:solidFill>
                  <a:srgbClr val="FF3300"/>
                </a:solidFill>
                <a:sym typeface="Symbol"/>
              </a:rPr>
              <a:t></a:t>
            </a:r>
            <a:r>
              <a:rPr lang="en-US" sz="1600" b="1" dirty="0">
                <a:solidFill>
                  <a:srgbClr val="FF3300"/>
                </a:solidFill>
              </a:rPr>
              <a:t> energy!)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chemeClr val="accent6"/>
                </a:solidFill>
              </a:rPr>
              <a:t>Unit Impulse (UI)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chemeClr val="accent6"/>
                </a:solidFill>
              </a:rPr>
              <a:t>Shifted Unit Impulse (SUI)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Step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( </a:t>
            </a:r>
            <a:r>
              <a:rPr lang="en-US" sz="1600" b="1" dirty="0">
                <a:solidFill>
                  <a:srgbClr val="FF3300"/>
                </a:solidFill>
                <a:sym typeface="Symbol"/>
              </a:rPr>
              <a:t></a:t>
            </a:r>
            <a:r>
              <a:rPr lang="en-US" sz="1600" b="1" dirty="0">
                <a:solidFill>
                  <a:srgbClr val="FF3300"/>
                </a:solidFill>
              </a:rPr>
              <a:t> energy!)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</p:txBody>
      </p:sp>
      <p:grpSp>
        <p:nvGrpSpPr>
          <p:cNvPr id="18437" name="Group 268"/>
          <p:cNvGrpSpPr>
            <a:grpSpLocks/>
          </p:cNvGrpSpPr>
          <p:nvPr/>
        </p:nvGrpSpPr>
        <p:grpSpPr bwMode="auto">
          <a:xfrm>
            <a:off x="2928938" y="1512888"/>
            <a:ext cx="4914900" cy="650875"/>
            <a:chOff x="3038475" y="1581150"/>
            <a:chExt cx="4914900" cy="650875"/>
          </a:xfrm>
        </p:grpSpPr>
        <p:cxnSp>
          <p:nvCxnSpPr>
            <p:cNvPr id="6" name="Straight Arrow Connector 5"/>
            <p:cNvCxnSpPr/>
            <p:nvPr/>
          </p:nvCxnSpPr>
          <p:spPr bwMode="auto">
            <a:xfrm>
              <a:off x="3111500" y="1936750"/>
              <a:ext cx="4749800" cy="158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616" name="Straight Connector 9"/>
            <p:cNvCxnSpPr>
              <a:cxnSpLocks noChangeShapeType="1"/>
            </p:cNvCxnSpPr>
            <p:nvPr/>
          </p:nvCxnSpPr>
          <p:spPr bwMode="auto">
            <a:xfrm rot="5400000">
              <a:off x="33274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17" name="Straight Connector 10"/>
            <p:cNvCxnSpPr>
              <a:cxnSpLocks noChangeShapeType="1"/>
            </p:cNvCxnSpPr>
            <p:nvPr/>
          </p:nvCxnSpPr>
          <p:spPr bwMode="auto">
            <a:xfrm rot="5400000">
              <a:off x="34798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18" name="Straight Connector 11"/>
            <p:cNvCxnSpPr>
              <a:cxnSpLocks noChangeShapeType="1"/>
            </p:cNvCxnSpPr>
            <p:nvPr/>
          </p:nvCxnSpPr>
          <p:spPr bwMode="auto">
            <a:xfrm rot="5400000">
              <a:off x="36322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19" name="Straight Connector 12"/>
            <p:cNvCxnSpPr>
              <a:cxnSpLocks noChangeShapeType="1"/>
            </p:cNvCxnSpPr>
            <p:nvPr/>
          </p:nvCxnSpPr>
          <p:spPr bwMode="auto">
            <a:xfrm rot="5400000">
              <a:off x="37846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0" name="Straight Connector 13"/>
            <p:cNvCxnSpPr>
              <a:cxnSpLocks noChangeShapeType="1"/>
            </p:cNvCxnSpPr>
            <p:nvPr/>
          </p:nvCxnSpPr>
          <p:spPr bwMode="auto">
            <a:xfrm rot="5400000">
              <a:off x="39370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1" name="Straight Connector 36"/>
            <p:cNvCxnSpPr>
              <a:cxnSpLocks noChangeShapeType="1"/>
            </p:cNvCxnSpPr>
            <p:nvPr/>
          </p:nvCxnSpPr>
          <p:spPr bwMode="auto">
            <a:xfrm rot="5400000">
              <a:off x="40861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2" name="Straight Connector 37"/>
            <p:cNvCxnSpPr>
              <a:cxnSpLocks noChangeShapeType="1"/>
            </p:cNvCxnSpPr>
            <p:nvPr/>
          </p:nvCxnSpPr>
          <p:spPr bwMode="auto">
            <a:xfrm rot="5400000">
              <a:off x="42385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3" name="Straight Connector 38"/>
            <p:cNvCxnSpPr>
              <a:cxnSpLocks noChangeShapeType="1"/>
            </p:cNvCxnSpPr>
            <p:nvPr/>
          </p:nvCxnSpPr>
          <p:spPr bwMode="auto">
            <a:xfrm rot="5400000">
              <a:off x="43909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4" name="Straight Connector 39"/>
            <p:cNvCxnSpPr>
              <a:cxnSpLocks noChangeShapeType="1"/>
            </p:cNvCxnSpPr>
            <p:nvPr/>
          </p:nvCxnSpPr>
          <p:spPr bwMode="auto">
            <a:xfrm rot="5400000">
              <a:off x="45433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5" name="Straight Connector 41"/>
            <p:cNvCxnSpPr>
              <a:cxnSpLocks noChangeShapeType="1"/>
            </p:cNvCxnSpPr>
            <p:nvPr/>
          </p:nvCxnSpPr>
          <p:spPr bwMode="auto">
            <a:xfrm rot="5400000">
              <a:off x="46896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6" name="Straight Connector 42"/>
            <p:cNvCxnSpPr>
              <a:cxnSpLocks noChangeShapeType="1"/>
            </p:cNvCxnSpPr>
            <p:nvPr/>
          </p:nvCxnSpPr>
          <p:spPr bwMode="auto">
            <a:xfrm rot="5400000">
              <a:off x="48420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7" name="Straight Connector 43"/>
            <p:cNvCxnSpPr>
              <a:cxnSpLocks noChangeShapeType="1"/>
            </p:cNvCxnSpPr>
            <p:nvPr/>
          </p:nvCxnSpPr>
          <p:spPr bwMode="auto">
            <a:xfrm rot="5400000">
              <a:off x="49944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8" name="Straight Connector 44"/>
            <p:cNvCxnSpPr>
              <a:cxnSpLocks noChangeShapeType="1"/>
            </p:cNvCxnSpPr>
            <p:nvPr/>
          </p:nvCxnSpPr>
          <p:spPr bwMode="auto">
            <a:xfrm rot="5400000">
              <a:off x="51468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29" name="Straight Connector 45"/>
            <p:cNvCxnSpPr>
              <a:cxnSpLocks noChangeShapeType="1"/>
            </p:cNvCxnSpPr>
            <p:nvPr/>
          </p:nvCxnSpPr>
          <p:spPr bwMode="auto">
            <a:xfrm rot="5400000">
              <a:off x="52960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0" name="Straight Connector 46"/>
            <p:cNvCxnSpPr>
              <a:cxnSpLocks noChangeShapeType="1"/>
            </p:cNvCxnSpPr>
            <p:nvPr/>
          </p:nvCxnSpPr>
          <p:spPr bwMode="auto">
            <a:xfrm rot="5400000">
              <a:off x="54484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1" name="Straight Connector 47"/>
            <p:cNvCxnSpPr>
              <a:cxnSpLocks noChangeShapeType="1"/>
            </p:cNvCxnSpPr>
            <p:nvPr/>
          </p:nvCxnSpPr>
          <p:spPr bwMode="auto">
            <a:xfrm rot="5400000">
              <a:off x="56008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2" name="Straight Connector 48"/>
            <p:cNvCxnSpPr>
              <a:cxnSpLocks noChangeShapeType="1"/>
            </p:cNvCxnSpPr>
            <p:nvPr/>
          </p:nvCxnSpPr>
          <p:spPr bwMode="auto">
            <a:xfrm rot="5400000">
              <a:off x="57532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3" name="Straight Connector 55"/>
            <p:cNvCxnSpPr>
              <a:cxnSpLocks noChangeShapeType="1"/>
            </p:cNvCxnSpPr>
            <p:nvPr/>
          </p:nvCxnSpPr>
          <p:spPr bwMode="auto">
            <a:xfrm rot="5400000">
              <a:off x="59016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4" name="Straight Connector 56"/>
            <p:cNvCxnSpPr>
              <a:cxnSpLocks noChangeShapeType="1"/>
            </p:cNvCxnSpPr>
            <p:nvPr/>
          </p:nvCxnSpPr>
          <p:spPr bwMode="auto">
            <a:xfrm rot="5400000">
              <a:off x="60540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5" name="Straight Connector 57"/>
            <p:cNvCxnSpPr>
              <a:cxnSpLocks noChangeShapeType="1"/>
            </p:cNvCxnSpPr>
            <p:nvPr/>
          </p:nvCxnSpPr>
          <p:spPr bwMode="auto">
            <a:xfrm rot="5400000">
              <a:off x="62064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6" name="Straight Connector 58"/>
            <p:cNvCxnSpPr>
              <a:cxnSpLocks noChangeShapeType="1"/>
            </p:cNvCxnSpPr>
            <p:nvPr/>
          </p:nvCxnSpPr>
          <p:spPr bwMode="auto">
            <a:xfrm rot="5400000">
              <a:off x="63527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7" name="Straight Connector 59"/>
            <p:cNvCxnSpPr>
              <a:cxnSpLocks noChangeShapeType="1"/>
            </p:cNvCxnSpPr>
            <p:nvPr/>
          </p:nvCxnSpPr>
          <p:spPr bwMode="auto">
            <a:xfrm rot="5400000">
              <a:off x="65051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8" name="Straight Connector 60"/>
            <p:cNvCxnSpPr>
              <a:cxnSpLocks noChangeShapeType="1"/>
            </p:cNvCxnSpPr>
            <p:nvPr/>
          </p:nvCxnSpPr>
          <p:spPr bwMode="auto">
            <a:xfrm rot="5400000">
              <a:off x="66575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39" name="Straight Connector 61"/>
            <p:cNvCxnSpPr>
              <a:cxnSpLocks noChangeShapeType="1"/>
            </p:cNvCxnSpPr>
            <p:nvPr/>
          </p:nvCxnSpPr>
          <p:spPr bwMode="auto">
            <a:xfrm rot="5400000">
              <a:off x="68099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40" name="Straight Connector 62"/>
            <p:cNvCxnSpPr>
              <a:cxnSpLocks noChangeShapeType="1"/>
            </p:cNvCxnSpPr>
            <p:nvPr/>
          </p:nvCxnSpPr>
          <p:spPr bwMode="auto">
            <a:xfrm rot="5400000">
              <a:off x="69591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41" name="Straight Connector 63"/>
            <p:cNvCxnSpPr>
              <a:cxnSpLocks noChangeShapeType="1"/>
            </p:cNvCxnSpPr>
            <p:nvPr/>
          </p:nvCxnSpPr>
          <p:spPr bwMode="auto">
            <a:xfrm rot="5400000">
              <a:off x="71115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42" name="Straight Connector 64"/>
            <p:cNvCxnSpPr>
              <a:cxnSpLocks noChangeShapeType="1"/>
            </p:cNvCxnSpPr>
            <p:nvPr/>
          </p:nvCxnSpPr>
          <p:spPr bwMode="auto">
            <a:xfrm rot="5400000">
              <a:off x="72639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643" name="Straight Connector 65"/>
            <p:cNvCxnSpPr>
              <a:cxnSpLocks noChangeShapeType="1"/>
            </p:cNvCxnSpPr>
            <p:nvPr/>
          </p:nvCxnSpPr>
          <p:spPr bwMode="auto">
            <a:xfrm rot="5400000">
              <a:off x="74163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644" name="Oval 66"/>
            <p:cNvSpPr>
              <a:spLocks noChangeArrowheads="1"/>
            </p:cNvSpPr>
            <p:nvPr/>
          </p:nvSpPr>
          <p:spPr bwMode="auto">
            <a:xfrm>
              <a:off x="5176299" y="190221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72050" y="1919287"/>
              <a:ext cx="454025" cy="2762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dirty="0">
                  <a:latin typeface="+mn-lt"/>
                </a:rPr>
                <a:t>n=0</a:t>
              </a:r>
            </a:p>
          </p:txBody>
        </p:sp>
        <p:sp>
          <p:nvSpPr>
            <p:cNvPr id="18646" name="Rectangle 221"/>
            <p:cNvSpPr>
              <a:spLocks noChangeArrowheads="1"/>
            </p:cNvSpPr>
            <p:nvPr/>
          </p:nvSpPr>
          <p:spPr bwMode="auto">
            <a:xfrm>
              <a:off x="3038475" y="1581150"/>
              <a:ext cx="4914900" cy="65087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47" name="Oval 186"/>
            <p:cNvSpPr>
              <a:spLocks noChangeArrowheads="1"/>
            </p:cNvSpPr>
            <p:nvPr/>
          </p:nvSpPr>
          <p:spPr bwMode="auto">
            <a:xfrm>
              <a:off x="5328699" y="190354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8" name="Oval 220"/>
            <p:cNvSpPr>
              <a:spLocks noChangeArrowheads="1"/>
            </p:cNvSpPr>
            <p:nvPr/>
          </p:nvSpPr>
          <p:spPr bwMode="auto">
            <a:xfrm>
              <a:off x="5481099" y="190487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49" name="Oval 223"/>
            <p:cNvSpPr>
              <a:spLocks noChangeArrowheads="1"/>
            </p:cNvSpPr>
            <p:nvPr/>
          </p:nvSpPr>
          <p:spPr bwMode="auto">
            <a:xfrm>
              <a:off x="5633499" y="189709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0" name="Oval 225"/>
            <p:cNvSpPr>
              <a:spLocks noChangeArrowheads="1"/>
            </p:cNvSpPr>
            <p:nvPr/>
          </p:nvSpPr>
          <p:spPr bwMode="auto">
            <a:xfrm>
              <a:off x="5785899" y="189843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1" name="Oval 227"/>
            <p:cNvSpPr>
              <a:spLocks noChangeArrowheads="1"/>
            </p:cNvSpPr>
            <p:nvPr/>
          </p:nvSpPr>
          <p:spPr bwMode="auto">
            <a:xfrm>
              <a:off x="5938299" y="18997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2" name="Oval 228"/>
            <p:cNvSpPr>
              <a:spLocks noChangeArrowheads="1"/>
            </p:cNvSpPr>
            <p:nvPr/>
          </p:nvSpPr>
          <p:spPr bwMode="auto">
            <a:xfrm>
              <a:off x="6084349" y="190109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3" name="Oval 232"/>
            <p:cNvSpPr>
              <a:spLocks noChangeArrowheads="1"/>
            </p:cNvSpPr>
            <p:nvPr/>
          </p:nvSpPr>
          <p:spPr bwMode="auto">
            <a:xfrm>
              <a:off x="6237289" y="189843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4" name="Oval 233"/>
            <p:cNvSpPr>
              <a:spLocks noChangeArrowheads="1"/>
            </p:cNvSpPr>
            <p:nvPr/>
          </p:nvSpPr>
          <p:spPr bwMode="auto">
            <a:xfrm>
              <a:off x="6389689" y="18997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5" name="Oval 234"/>
            <p:cNvSpPr>
              <a:spLocks noChangeArrowheads="1"/>
            </p:cNvSpPr>
            <p:nvPr/>
          </p:nvSpPr>
          <p:spPr bwMode="auto">
            <a:xfrm>
              <a:off x="6535739" y="190109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6" name="Oval 236"/>
            <p:cNvSpPr>
              <a:spLocks noChangeArrowheads="1"/>
            </p:cNvSpPr>
            <p:nvPr/>
          </p:nvSpPr>
          <p:spPr bwMode="auto">
            <a:xfrm>
              <a:off x="6687599" y="189843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7" name="Oval 237"/>
            <p:cNvSpPr>
              <a:spLocks noChangeArrowheads="1"/>
            </p:cNvSpPr>
            <p:nvPr/>
          </p:nvSpPr>
          <p:spPr bwMode="auto">
            <a:xfrm>
              <a:off x="6839999" y="18997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8" name="Oval 238"/>
            <p:cNvSpPr>
              <a:spLocks noChangeArrowheads="1"/>
            </p:cNvSpPr>
            <p:nvPr/>
          </p:nvSpPr>
          <p:spPr bwMode="auto">
            <a:xfrm>
              <a:off x="6992399" y="190109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59" name="Oval 239"/>
            <p:cNvSpPr>
              <a:spLocks noChangeArrowheads="1"/>
            </p:cNvSpPr>
            <p:nvPr/>
          </p:nvSpPr>
          <p:spPr bwMode="auto">
            <a:xfrm>
              <a:off x="7151689" y="189843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0" name="Oval 240"/>
            <p:cNvSpPr>
              <a:spLocks noChangeArrowheads="1"/>
            </p:cNvSpPr>
            <p:nvPr/>
          </p:nvSpPr>
          <p:spPr bwMode="auto">
            <a:xfrm>
              <a:off x="7297739" y="18997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1" name="Oval 241"/>
            <p:cNvSpPr>
              <a:spLocks noChangeArrowheads="1"/>
            </p:cNvSpPr>
            <p:nvPr/>
          </p:nvSpPr>
          <p:spPr bwMode="auto">
            <a:xfrm>
              <a:off x="7450139" y="190109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2" name="Oval 256"/>
            <p:cNvSpPr>
              <a:spLocks noChangeArrowheads="1"/>
            </p:cNvSpPr>
            <p:nvPr/>
          </p:nvSpPr>
          <p:spPr bwMode="auto">
            <a:xfrm>
              <a:off x="3360199" y="190478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3" name="Oval 257"/>
            <p:cNvSpPr>
              <a:spLocks noChangeArrowheads="1"/>
            </p:cNvSpPr>
            <p:nvPr/>
          </p:nvSpPr>
          <p:spPr bwMode="auto">
            <a:xfrm>
              <a:off x="3512599" y="190611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4" name="Oval 258"/>
            <p:cNvSpPr>
              <a:spLocks noChangeArrowheads="1"/>
            </p:cNvSpPr>
            <p:nvPr/>
          </p:nvSpPr>
          <p:spPr bwMode="auto">
            <a:xfrm>
              <a:off x="3658649" y="190744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5" name="Oval 259"/>
            <p:cNvSpPr>
              <a:spLocks noChangeArrowheads="1"/>
            </p:cNvSpPr>
            <p:nvPr/>
          </p:nvSpPr>
          <p:spPr bwMode="auto">
            <a:xfrm>
              <a:off x="3811589" y="190478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6" name="Oval 260"/>
            <p:cNvSpPr>
              <a:spLocks noChangeArrowheads="1"/>
            </p:cNvSpPr>
            <p:nvPr/>
          </p:nvSpPr>
          <p:spPr bwMode="auto">
            <a:xfrm>
              <a:off x="3963989" y="190611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7" name="Oval 261"/>
            <p:cNvSpPr>
              <a:spLocks noChangeArrowheads="1"/>
            </p:cNvSpPr>
            <p:nvPr/>
          </p:nvSpPr>
          <p:spPr bwMode="auto">
            <a:xfrm>
              <a:off x="4110039" y="190744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8" name="Oval 262"/>
            <p:cNvSpPr>
              <a:spLocks noChangeArrowheads="1"/>
            </p:cNvSpPr>
            <p:nvPr/>
          </p:nvSpPr>
          <p:spPr bwMode="auto">
            <a:xfrm>
              <a:off x="4261899" y="190478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69" name="Oval 263"/>
            <p:cNvSpPr>
              <a:spLocks noChangeArrowheads="1"/>
            </p:cNvSpPr>
            <p:nvPr/>
          </p:nvSpPr>
          <p:spPr bwMode="auto">
            <a:xfrm>
              <a:off x="4414299" y="190611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70" name="Oval 264"/>
            <p:cNvSpPr>
              <a:spLocks noChangeArrowheads="1"/>
            </p:cNvSpPr>
            <p:nvPr/>
          </p:nvSpPr>
          <p:spPr bwMode="auto">
            <a:xfrm>
              <a:off x="4566699" y="190744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71" name="Oval 265"/>
            <p:cNvSpPr>
              <a:spLocks noChangeArrowheads="1"/>
            </p:cNvSpPr>
            <p:nvPr/>
          </p:nvSpPr>
          <p:spPr bwMode="auto">
            <a:xfrm>
              <a:off x="4725989" y="190478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72" name="Oval 266"/>
            <p:cNvSpPr>
              <a:spLocks noChangeArrowheads="1"/>
            </p:cNvSpPr>
            <p:nvPr/>
          </p:nvSpPr>
          <p:spPr bwMode="auto">
            <a:xfrm>
              <a:off x="4872039" y="190611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73" name="Oval 267"/>
            <p:cNvSpPr>
              <a:spLocks noChangeArrowheads="1"/>
            </p:cNvSpPr>
            <p:nvPr/>
          </p:nvSpPr>
          <p:spPr bwMode="auto">
            <a:xfrm>
              <a:off x="5024439" y="190744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8" name="Group 329"/>
          <p:cNvGrpSpPr>
            <a:grpSpLocks/>
          </p:cNvGrpSpPr>
          <p:nvPr/>
        </p:nvGrpSpPr>
        <p:grpSpPr bwMode="auto">
          <a:xfrm>
            <a:off x="2936875" y="2468563"/>
            <a:ext cx="4914900" cy="650875"/>
            <a:chOff x="3018346" y="2509927"/>
            <a:chExt cx="4914900" cy="650875"/>
          </a:xfrm>
        </p:grpSpPr>
        <p:cxnSp>
          <p:nvCxnSpPr>
            <p:cNvPr id="271" name="Straight Arrow Connector 270"/>
            <p:cNvCxnSpPr/>
            <p:nvPr/>
          </p:nvCxnSpPr>
          <p:spPr bwMode="auto">
            <a:xfrm>
              <a:off x="3091371" y="2865527"/>
              <a:ext cx="4749800" cy="158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557" name="Straight Connector 271"/>
            <p:cNvCxnSpPr>
              <a:cxnSpLocks noChangeShapeType="1"/>
            </p:cNvCxnSpPr>
            <p:nvPr/>
          </p:nvCxnSpPr>
          <p:spPr bwMode="auto">
            <a:xfrm rot="5400000">
              <a:off x="3307271" y="286595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58" name="Straight Connector 272"/>
            <p:cNvCxnSpPr>
              <a:cxnSpLocks noChangeShapeType="1"/>
            </p:cNvCxnSpPr>
            <p:nvPr/>
          </p:nvCxnSpPr>
          <p:spPr bwMode="auto">
            <a:xfrm rot="5400000">
              <a:off x="3459671" y="286595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59" name="Straight Connector 273"/>
            <p:cNvCxnSpPr>
              <a:cxnSpLocks noChangeShapeType="1"/>
            </p:cNvCxnSpPr>
            <p:nvPr/>
          </p:nvCxnSpPr>
          <p:spPr bwMode="auto">
            <a:xfrm rot="5400000">
              <a:off x="3612071" y="286595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0" name="Straight Connector 274"/>
            <p:cNvCxnSpPr>
              <a:cxnSpLocks noChangeShapeType="1"/>
            </p:cNvCxnSpPr>
            <p:nvPr/>
          </p:nvCxnSpPr>
          <p:spPr bwMode="auto">
            <a:xfrm rot="5400000">
              <a:off x="3764471" y="286595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1" name="Straight Connector 275"/>
            <p:cNvCxnSpPr>
              <a:cxnSpLocks noChangeShapeType="1"/>
            </p:cNvCxnSpPr>
            <p:nvPr/>
          </p:nvCxnSpPr>
          <p:spPr bwMode="auto">
            <a:xfrm rot="5400000">
              <a:off x="3916871" y="286595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2" name="Straight Connector 276"/>
            <p:cNvCxnSpPr>
              <a:cxnSpLocks noChangeShapeType="1"/>
            </p:cNvCxnSpPr>
            <p:nvPr/>
          </p:nvCxnSpPr>
          <p:spPr bwMode="auto">
            <a:xfrm rot="5400000">
              <a:off x="4066069" y="286232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3" name="Straight Connector 277"/>
            <p:cNvCxnSpPr>
              <a:cxnSpLocks noChangeShapeType="1"/>
            </p:cNvCxnSpPr>
            <p:nvPr/>
          </p:nvCxnSpPr>
          <p:spPr bwMode="auto">
            <a:xfrm rot="5400000">
              <a:off x="4218469" y="286232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4" name="Straight Connector 278"/>
            <p:cNvCxnSpPr>
              <a:cxnSpLocks noChangeShapeType="1"/>
            </p:cNvCxnSpPr>
            <p:nvPr/>
          </p:nvCxnSpPr>
          <p:spPr bwMode="auto">
            <a:xfrm rot="5400000">
              <a:off x="4370869" y="286232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5" name="Straight Connector 279"/>
            <p:cNvCxnSpPr>
              <a:cxnSpLocks noChangeShapeType="1"/>
            </p:cNvCxnSpPr>
            <p:nvPr/>
          </p:nvCxnSpPr>
          <p:spPr bwMode="auto">
            <a:xfrm rot="5400000">
              <a:off x="4523269" y="286232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6" name="Straight Connector 280"/>
            <p:cNvCxnSpPr>
              <a:cxnSpLocks noChangeShapeType="1"/>
            </p:cNvCxnSpPr>
            <p:nvPr/>
          </p:nvCxnSpPr>
          <p:spPr bwMode="auto">
            <a:xfrm rot="5400000">
              <a:off x="4669554" y="28672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7" name="Straight Connector 281"/>
            <p:cNvCxnSpPr>
              <a:cxnSpLocks noChangeShapeType="1"/>
            </p:cNvCxnSpPr>
            <p:nvPr/>
          </p:nvCxnSpPr>
          <p:spPr bwMode="auto">
            <a:xfrm rot="5400000">
              <a:off x="4821954" y="28672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8" name="Straight Connector 282"/>
            <p:cNvCxnSpPr>
              <a:cxnSpLocks noChangeShapeType="1"/>
            </p:cNvCxnSpPr>
            <p:nvPr/>
          </p:nvCxnSpPr>
          <p:spPr bwMode="auto">
            <a:xfrm rot="5400000">
              <a:off x="4974354" y="28672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69" name="Straight Connector 283"/>
            <p:cNvCxnSpPr>
              <a:cxnSpLocks noChangeShapeType="1"/>
            </p:cNvCxnSpPr>
            <p:nvPr/>
          </p:nvCxnSpPr>
          <p:spPr bwMode="auto">
            <a:xfrm rot="5400000">
              <a:off x="5126754" y="28672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0" name="Straight Connector 284"/>
            <p:cNvCxnSpPr>
              <a:cxnSpLocks noChangeShapeType="1"/>
            </p:cNvCxnSpPr>
            <p:nvPr/>
          </p:nvCxnSpPr>
          <p:spPr bwMode="auto">
            <a:xfrm rot="5400000">
              <a:off x="5275952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1" name="Straight Connector 285"/>
            <p:cNvCxnSpPr>
              <a:cxnSpLocks noChangeShapeType="1"/>
            </p:cNvCxnSpPr>
            <p:nvPr/>
          </p:nvCxnSpPr>
          <p:spPr bwMode="auto">
            <a:xfrm rot="5400000">
              <a:off x="5428352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2" name="Straight Connector 286"/>
            <p:cNvCxnSpPr>
              <a:cxnSpLocks noChangeShapeType="1"/>
            </p:cNvCxnSpPr>
            <p:nvPr/>
          </p:nvCxnSpPr>
          <p:spPr bwMode="auto">
            <a:xfrm rot="5400000">
              <a:off x="5580752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3" name="Straight Connector 287"/>
            <p:cNvCxnSpPr>
              <a:cxnSpLocks noChangeShapeType="1"/>
            </p:cNvCxnSpPr>
            <p:nvPr/>
          </p:nvCxnSpPr>
          <p:spPr bwMode="auto">
            <a:xfrm rot="5400000">
              <a:off x="5733152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4" name="Straight Connector 288"/>
            <p:cNvCxnSpPr>
              <a:cxnSpLocks noChangeShapeType="1"/>
            </p:cNvCxnSpPr>
            <p:nvPr/>
          </p:nvCxnSpPr>
          <p:spPr bwMode="auto">
            <a:xfrm rot="5400000">
              <a:off x="5881559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5" name="Straight Connector 289"/>
            <p:cNvCxnSpPr>
              <a:cxnSpLocks noChangeShapeType="1"/>
            </p:cNvCxnSpPr>
            <p:nvPr/>
          </p:nvCxnSpPr>
          <p:spPr bwMode="auto">
            <a:xfrm rot="5400000">
              <a:off x="6033959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6" name="Straight Connector 290"/>
            <p:cNvCxnSpPr>
              <a:cxnSpLocks noChangeShapeType="1"/>
            </p:cNvCxnSpPr>
            <p:nvPr/>
          </p:nvCxnSpPr>
          <p:spPr bwMode="auto">
            <a:xfrm rot="5400000">
              <a:off x="6186359" y="286365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7" name="Straight Connector 291"/>
            <p:cNvCxnSpPr>
              <a:cxnSpLocks noChangeShapeType="1"/>
            </p:cNvCxnSpPr>
            <p:nvPr/>
          </p:nvCxnSpPr>
          <p:spPr bwMode="auto">
            <a:xfrm rot="5400000">
              <a:off x="6332644" y="28686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8" name="Straight Connector 292"/>
            <p:cNvCxnSpPr>
              <a:cxnSpLocks noChangeShapeType="1"/>
            </p:cNvCxnSpPr>
            <p:nvPr/>
          </p:nvCxnSpPr>
          <p:spPr bwMode="auto">
            <a:xfrm rot="5400000">
              <a:off x="6485044" y="28686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79" name="Straight Connector 293"/>
            <p:cNvCxnSpPr>
              <a:cxnSpLocks noChangeShapeType="1"/>
            </p:cNvCxnSpPr>
            <p:nvPr/>
          </p:nvCxnSpPr>
          <p:spPr bwMode="auto">
            <a:xfrm rot="5400000">
              <a:off x="6637444" y="28686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80" name="Straight Connector 294"/>
            <p:cNvCxnSpPr>
              <a:cxnSpLocks noChangeShapeType="1"/>
            </p:cNvCxnSpPr>
            <p:nvPr/>
          </p:nvCxnSpPr>
          <p:spPr bwMode="auto">
            <a:xfrm rot="5400000">
              <a:off x="6789844" y="28686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81" name="Straight Connector 295"/>
            <p:cNvCxnSpPr>
              <a:cxnSpLocks noChangeShapeType="1"/>
            </p:cNvCxnSpPr>
            <p:nvPr/>
          </p:nvCxnSpPr>
          <p:spPr bwMode="auto">
            <a:xfrm rot="5400000">
              <a:off x="6939042" y="286498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82" name="Straight Connector 296"/>
            <p:cNvCxnSpPr>
              <a:cxnSpLocks noChangeShapeType="1"/>
            </p:cNvCxnSpPr>
            <p:nvPr/>
          </p:nvCxnSpPr>
          <p:spPr bwMode="auto">
            <a:xfrm rot="5400000">
              <a:off x="7091442" y="286498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83" name="Straight Connector 297"/>
            <p:cNvCxnSpPr>
              <a:cxnSpLocks noChangeShapeType="1"/>
            </p:cNvCxnSpPr>
            <p:nvPr/>
          </p:nvCxnSpPr>
          <p:spPr bwMode="auto">
            <a:xfrm rot="5400000">
              <a:off x="7243842" y="286498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84" name="Straight Connector 298"/>
            <p:cNvCxnSpPr>
              <a:cxnSpLocks noChangeShapeType="1"/>
            </p:cNvCxnSpPr>
            <p:nvPr/>
          </p:nvCxnSpPr>
          <p:spPr bwMode="auto">
            <a:xfrm rot="5400000">
              <a:off x="7396242" y="286498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585" name="Oval 299"/>
            <p:cNvSpPr>
              <a:spLocks noChangeArrowheads="1"/>
            </p:cNvSpPr>
            <p:nvPr/>
          </p:nvSpPr>
          <p:spPr bwMode="auto">
            <a:xfrm>
              <a:off x="5156170" y="264121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4961446" y="2848064"/>
              <a:ext cx="452438" cy="2762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dirty="0">
                  <a:latin typeface="+mn-lt"/>
                </a:rPr>
                <a:t>n=0</a:t>
              </a:r>
            </a:p>
          </p:txBody>
        </p:sp>
        <p:sp>
          <p:nvSpPr>
            <p:cNvPr id="18587" name="Rectangle 301"/>
            <p:cNvSpPr>
              <a:spLocks noChangeArrowheads="1"/>
            </p:cNvSpPr>
            <p:nvPr/>
          </p:nvSpPr>
          <p:spPr bwMode="auto">
            <a:xfrm>
              <a:off x="3018346" y="2509927"/>
              <a:ext cx="4914900" cy="65087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8" name="Oval 302"/>
            <p:cNvSpPr>
              <a:spLocks noChangeArrowheads="1"/>
            </p:cNvSpPr>
            <p:nvPr/>
          </p:nvSpPr>
          <p:spPr bwMode="auto">
            <a:xfrm>
              <a:off x="5308570" y="263392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89" name="Oval 303"/>
            <p:cNvSpPr>
              <a:spLocks noChangeArrowheads="1"/>
            </p:cNvSpPr>
            <p:nvPr/>
          </p:nvSpPr>
          <p:spPr bwMode="auto">
            <a:xfrm>
              <a:off x="5460970" y="263525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0" name="Oval 304"/>
            <p:cNvSpPr>
              <a:spLocks noChangeArrowheads="1"/>
            </p:cNvSpPr>
            <p:nvPr/>
          </p:nvSpPr>
          <p:spPr bwMode="auto">
            <a:xfrm>
              <a:off x="5613370" y="262747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1" name="Oval 305"/>
            <p:cNvSpPr>
              <a:spLocks noChangeArrowheads="1"/>
            </p:cNvSpPr>
            <p:nvPr/>
          </p:nvSpPr>
          <p:spPr bwMode="auto">
            <a:xfrm>
              <a:off x="5765770" y="262880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2" name="Oval 306"/>
            <p:cNvSpPr>
              <a:spLocks noChangeArrowheads="1"/>
            </p:cNvSpPr>
            <p:nvPr/>
          </p:nvSpPr>
          <p:spPr bwMode="auto">
            <a:xfrm>
              <a:off x="5918170" y="263014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3" name="Oval 307"/>
            <p:cNvSpPr>
              <a:spLocks noChangeArrowheads="1"/>
            </p:cNvSpPr>
            <p:nvPr/>
          </p:nvSpPr>
          <p:spPr bwMode="auto">
            <a:xfrm>
              <a:off x="6064220" y="263147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4" name="Oval 308"/>
            <p:cNvSpPr>
              <a:spLocks noChangeArrowheads="1"/>
            </p:cNvSpPr>
            <p:nvPr/>
          </p:nvSpPr>
          <p:spPr bwMode="auto">
            <a:xfrm>
              <a:off x="6217160" y="262880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5" name="Oval 309"/>
            <p:cNvSpPr>
              <a:spLocks noChangeArrowheads="1"/>
            </p:cNvSpPr>
            <p:nvPr/>
          </p:nvSpPr>
          <p:spPr bwMode="auto">
            <a:xfrm>
              <a:off x="6369560" y="263014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6" name="Oval 310"/>
            <p:cNvSpPr>
              <a:spLocks noChangeArrowheads="1"/>
            </p:cNvSpPr>
            <p:nvPr/>
          </p:nvSpPr>
          <p:spPr bwMode="auto">
            <a:xfrm>
              <a:off x="6515610" y="263147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7" name="Oval 311"/>
            <p:cNvSpPr>
              <a:spLocks noChangeArrowheads="1"/>
            </p:cNvSpPr>
            <p:nvPr/>
          </p:nvSpPr>
          <p:spPr bwMode="auto">
            <a:xfrm>
              <a:off x="6667470" y="262880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8" name="Oval 312"/>
            <p:cNvSpPr>
              <a:spLocks noChangeArrowheads="1"/>
            </p:cNvSpPr>
            <p:nvPr/>
          </p:nvSpPr>
          <p:spPr bwMode="auto">
            <a:xfrm>
              <a:off x="6819870" y="263014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9" name="Oval 313"/>
            <p:cNvSpPr>
              <a:spLocks noChangeArrowheads="1"/>
            </p:cNvSpPr>
            <p:nvPr/>
          </p:nvSpPr>
          <p:spPr bwMode="auto">
            <a:xfrm>
              <a:off x="6972270" y="263147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0" name="Oval 314"/>
            <p:cNvSpPr>
              <a:spLocks noChangeArrowheads="1"/>
            </p:cNvSpPr>
            <p:nvPr/>
          </p:nvSpPr>
          <p:spPr bwMode="auto">
            <a:xfrm>
              <a:off x="7131560" y="262880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1" name="Oval 315"/>
            <p:cNvSpPr>
              <a:spLocks noChangeArrowheads="1"/>
            </p:cNvSpPr>
            <p:nvPr/>
          </p:nvSpPr>
          <p:spPr bwMode="auto">
            <a:xfrm>
              <a:off x="7277610" y="263014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2" name="Oval 316"/>
            <p:cNvSpPr>
              <a:spLocks noChangeArrowheads="1"/>
            </p:cNvSpPr>
            <p:nvPr/>
          </p:nvSpPr>
          <p:spPr bwMode="auto">
            <a:xfrm>
              <a:off x="7430010" y="263147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3" name="Oval 317"/>
            <p:cNvSpPr>
              <a:spLocks noChangeArrowheads="1"/>
            </p:cNvSpPr>
            <p:nvPr/>
          </p:nvSpPr>
          <p:spPr bwMode="auto">
            <a:xfrm>
              <a:off x="3340070" y="263515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4" name="Oval 318"/>
            <p:cNvSpPr>
              <a:spLocks noChangeArrowheads="1"/>
            </p:cNvSpPr>
            <p:nvPr/>
          </p:nvSpPr>
          <p:spPr bwMode="auto">
            <a:xfrm>
              <a:off x="3492470" y="263649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5" name="Oval 319"/>
            <p:cNvSpPr>
              <a:spLocks noChangeArrowheads="1"/>
            </p:cNvSpPr>
            <p:nvPr/>
          </p:nvSpPr>
          <p:spPr bwMode="auto">
            <a:xfrm>
              <a:off x="3638520" y="263782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6" name="Oval 320"/>
            <p:cNvSpPr>
              <a:spLocks noChangeArrowheads="1"/>
            </p:cNvSpPr>
            <p:nvPr/>
          </p:nvSpPr>
          <p:spPr bwMode="auto">
            <a:xfrm>
              <a:off x="3791460" y="263515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7" name="Oval 321"/>
            <p:cNvSpPr>
              <a:spLocks noChangeArrowheads="1"/>
            </p:cNvSpPr>
            <p:nvPr/>
          </p:nvSpPr>
          <p:spPr bwMode="auto">
            <a:xfrm>
              <a:off x="3943860" y="263649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8" name="Oval 322"/>
            <p:cNvSpPr>
              <a:spLocks noChangeArrowheads="1"/>
            </p:cNvSpPr>
            <p:nvPr/>
          </p:nvSpPr>
          <p:spPr bwMode="auto">
            <a:xfrm>
              <a:off x="4089910" y="263782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09" name="Oval 323"/>
            <p:cNvSpPr>
              <a:spLocks noChangeArrowheads="1"/>
            </p:cNvSpPr>
            <p:nvPr/>
          </p:nvSpPr>
          <p:spPr bwMode="auto">
            <a:xfrm>
              <a:off x="4241770" y="263515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0" name="Oval 324"/>
            <p:cNvSpPr>
              <a:spLocks noChangeArrowheads="1"/>
            </p:cNvSpPr>
            <p:nvPr/>
          </p:nvSpPr>
          <p:spPr bwMode="auto">
            <a:xfrm>
              <a:off x="4394170" y="263649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1" name="Oval 325"/>
            <p:cNvSpPr>
              <a:spLocks noChangeArrowheads="1"/>
            </p:cNvSpPr>
            <p:nvPr/>
          </p:nvSpPr>
          <p:spPr bwMode="auto">
            <a:xfrm>
              <a:off x="4546570" y="263782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2" name="Oval 326"/>
            <p:cNvSpPr>
              <a:spLocks noChangeArrowheads="1"/>
            </p:cNvSpPr>
            <p:nvPr/>
          </p:nvSpPr>
          <p:spPr bwMode="auto">
            <a:xfrm>
              <a:off x="4705860" y="2635159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3" name="Oval 327"/>
            <p:cNvSpPr>
              <a:spLocks noChangeArrowheads="1"/>
            </p:cNvSpPr>
            <p:nvPr/>
          </p:nvSpPr>
          <p:spPr bwMode="auto">
            <a:xfrm>
              <a:off x="4851910" y="263649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4" name="Oval 328"/>
            <p:cNvSpPr>
              <a:spLocks noChangeArrowheads="1"/>
            </p:cNvSpPr>
            <p:nvPr/>
          </p:nvSpPr>
          <p:spPr bwMode="auto">
            <a:xfrm>
              <a:off x="5004310" y="263782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9" name="Group 330"/>
          <p:cNvGrpSpPr>
            <a:grpSpLocks/>
          </p:cNvGrpSpPr>
          <p:nvPr/>
        </p:nvGrpSpPr>
        <p:grpSpPr bwMode="auto">
          <a:xfrm>
            <a:off x="2928938" y="3354388"/>
            <a:ext cx="4914900" cy="944562"/>
            <a:chOff x="3038475" y="1252593"/>
            <a:chExt cx="4914900" cy="944912"/>
          </a:xfrm>
        </p:grpSpPr>
        <p:cxnSp>
          <p:nvCxnSpPr>
            <p:cNvPr id="332" name="Straight Arrow Connector 331"/>
            <p:cNvCxnSpPr/>
            <p:nvPr/>
          </p:nvCxnSpPr>
          <p:spPr bwMode="auto">
            <a:xfrm>
              <a:off x="3111500" y="1937059"/>
              <a:ext cx="4749800" cy="1589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524" name="Straight Connector 332"/>
            <p:cNvCxnSpPr>
              <a:cxnSpLocks noChangeShapeType="1"/>
            </p:cNvCxnSpPr>
            <p:nvPr/>
          </p:nvCxnSpPr>
          <p:spPr bwMode="auto">
            <a:xfrm rot="5400000">
              <a:off x="33274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25" name="Straight Connector 333"/>
            <p:cNvCxnSpPr>
              <a:cxnSpLocks noChangeShapeType="1"/>
            </p:cNvCxnSpPr>
            <p:nvPr/>
          </p:nvCxnSpPr>
          <p:spPr bwMode="auto">
            <a:xfrm rot="5400000">
              <a:off x="34798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26" name="Straight Connector 334"/>
            <p:cNvCxnSpPr>
              <a:cxnSpLocks noChangeShapeType="1"/>
            </p:cNvCxnSpPr>
            <p:nvPr/>
          </p:nvCxnSpPr>
          <p:spPr bwMode="auto">
            <a:xfrm rot="5400000">
              <a:off x="36322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27" name="Straight Connector 335"/>
            <p:cNvCxnSpPr>
              <a:cxnSpLocks noChangeShapeType="1"/>
            </p:cNvCxnSpPr>
            <p:nvPr/>
          </p:nvCxnSpPr>
          <p:spPr bwMode="auto">
            <a:xfrm rot="5400000">
              <a:off x="37846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28" name="Straight Connector 336"/>
            <p:cNvCxnSpPr>
              <a:cxnSpLocks noChangeShapeType="1"/>
            </p:cNvCxnSpPr>
            <p:nvPr/>
          </p:nvCxnSpPr>
          <p:spPr bwMode="auto">
            <a:xfrm rot="5400000">
              <a:off x="3937000" y="19371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29" name="Straight Connector 337"/>
            <p:cNvCxnSpPr>
              <a:cxnSpLocks noChangeShapeType="1"/>
            </p:cNvCxnSpPr>
            <p:nvPr/>
          </p:nvCxnSpPr>
          <p:spPr bwMode="auto">
            <a:xfrm rot="5400000">
              <a:off x="40861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0" name="Straight Connector 338"/>
            <p:cNvCxnSpPr>
              <a:cxnSpLocks noChangeShapeType="1"/>
            </p:cNvCxnSpPr>
            <p:nvPr/>
          </p:nvCxnSpPr>
          <p:spPr bwMode="auto">
            <a:xfrm rot="5400000">
              <a:off x="42385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1" name="Straight Connector 339"/>
            <p:cNvCxnSpPr>
              <a:cxnSpLocks noChangeShapeType="1"/>
            </p:cNvCxnSpPr>
            <p:nvPr/>
          </p:nvCxnSpPr>
          <p:spPr bwMode="auto">
            <a:xfrm rot="5400000">
              <a:off x="43909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2" name="Straight Connector 340"/>
            <p:cNvCxnSpPr>
              <a:cxnSpLocks noChangeShapeType="1"/>
            </p:cNvCxnSpPr>
            <p:nvPr/>
          </p:nvCxnSpPr>
          <p:spPr bwMode="auto">
            <a:xfrm rot="5400000">
              <a:off x="4543398" y="19335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3" name="Straight Connector 341"/>
            <p:cNvCxnSpPr>
              <a:cxnSpLocks noChangeShapeType="1"/>
            </p:cNvCxnSpPr>
            <p:nvPr/>
          </p:nvCxnSpPr>
          <p:spPr bwMode="auto">
            <a:xfrm rot="5400000">
              <a:off x="46896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4" name="Straight Connector 342"/>
            <p:cNvCxnSpPr>
              <a:cxnSpLocks noChangeShapeType="1"/>
            </p:cNvCxnSpPr>
            <p:nvPr/>
          </p:nvCxnSpPr>
          <p:spPr bwMode="auto">
            <a:xfrm rot="5400000">
              <a:off x="48420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5" name="Straight Connector 343"/>
            <p:cNvCxnSpPr>
              <a:cxnSpLocks noChangeShapeType="1"/>
            </p:cNvCxnSpPr>
            <p:nvPr/>
          </p:nvCxnSpPr>
          <p:spPr bwMode="auto">
            <a:xfrm rot="5400000">
              <a:off x="49944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6" name="Straight Connector 344"/>
            <p:cNvCxnSpPr>
              <a:cxnSpLocks noChangeShapeType="1"/>
            </p:cNvCxnSpPr>
            <p:nvPr/>
          </p:nvCxnSpPr>
          <p:spPr bwMode="auto">
            <a:xfrm rot="5400000">
              <a:off x="5146883" y="19385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7" name="Straight Connector 345"/>
            <p:cNvCxnSpPr>
              <a:cxnSpLocks noChangeShapeType="1"/>
            </p:cNvCxnSpPr>
            <p:nvPr/>
          </p:nvCxnSpPr>
          <p:spPr bwMode="auto">
            <a:xfrm rot="5400000">
              <a:off x="52960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8" name="Straight Connector 346"/>
            <p:cNvCxnSpPr>
              <a:cxnSpLocks noChangeShapeType="1"/>
            </p:cNvCxnSpPr>
            <p:nvPr/>
          </p:nvCxnSpPr>
          <p:spPr bwMode="auto">
            <a:xfrm rot="5400000">
              <a:off x="54484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39" name="Straight Connector 347"/>
            <p:cNvCxnSpPr>
              <a:cxnSpLocks noChangeShapeType="1"/>
            </p:cNvCxnSpPr>
            <p:nvPr/>
          </p:nvCxnSpPr>
          <p:spPr bwMode="auto">
            <a:xfrm rot="5400000">
              <a:off x="56008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0" name="Straight Connector 348"/>
            <p:cNvCxnSpPr>
              <a:cxnSpLocks noChangeShapeType="1"/>
            </p:cNvCxnSpPr>
            <p:nvPr/>
          </p:nvCxnSpPr>
          <p:spPr bwMode="auto">
            <a:xfrm rot="5400000">
              <a:off x="5753281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1" name="Straight Connector 349"/>
            <p:cNvCxnSpPr>
              <a:cxnSpLocks noChangeShapeType="1"/>
            </p:cNvCxnSpPr>
            <p:nvPr/>
          </p:nvCxnSpPr>
          <p:spPr bwMode="auto">
            <a:xfrm rot="5400000">
              <a:off x="59016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2" name="Straight Connector 350"/>
            <p:cNvCxnSpPr>
              <a:cxnSpLocks noChangeShapeType="1"/>
            </p:cNvCxnSpPr>
            <p:nvPr/>
          </p:nvCxnSpPr>
          <p:spPr bwMode="auto">
            <a:xfrm rot="5400000">
              <a:off x="60540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3" name="Straight Connector 351"/>
            <p:cNvCxnSpPr>
              <a:cxnSpLocks noChangeShapeType="1"/>
            </p:cNvCxnSpPr>
            <p:nvPr/>
          </p:nvCxnSpPr>
          <p:spPr bwMode="auto">
            <a:xfrm rot="5400000">
              <a:off x="6206488" y="19348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4" name="Straight Connector 352"/>
            <p:cNvCxnSpPr>
              <a:cxnSpLocks noChangeShapeType="1"/>
            </p:cNvCxnSpPr>
            <p:nvPr/>
          </p:nvCxnSpPr>
          <p:spPr bwMode="auto">
            <a:xfrm rot="5400000">
              <a:off x="63527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5" name="Straight Connector 353"/>
            <p:cNvCxnSpPr>
              <a:cxnSpLocks noChangeShapeType="1"/>
            </p:cNvCxnSpPr>
            <p:nvPr/>
          </p:nvCxnSpPr>
          <p:spPr bwMode="auto">
            <a:xfrm rot="5400000">
              <a:off x="65051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6" name="Straight Connector 354"/>
            <p:cNvCxnSpPr>
              <a:cxnSpLocks noChangeShapeType="1"/>
            </p:cNvCxnSpPr>
            <p:nvPr/>
          </p:nvCxnSpPr>
          <p:spPr bwMode="auto">
            <a:xfrm rot="5400000">
              <a:off x="66575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7" name="Straight Connector 355"/>
            <p:cNvCxnSpPr>
              <a:cxnSpLocks noChangeShapeType="1"/>
            </p:cNvCxnSpPr>
            <p:nvPr/>
          </p:nvCxnSpPr>
          <p:spPr bwMode="auto">
            <a:xfrm rot="5400000">
              <a:off x="6809973" y="19398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8" name="Straight Connector 356"/>
            <p:cNvCxnSpPr>
              <a:cxnSpLocks noChangeShapeType="1"/>
            </p:cNvCxnSpPr>
            <p:nvPr/>
          </p:nvCxnSpPr>
          <p:spPr bwMode="auto">
            <a:xfrm rot="5400000">
              <a:off x="69591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49" name="Straight Connector 357"/>
            <p:cNvCxnSpPr>
              <a:cxnSpLocks noChangeShapeType="1"/>
            </p:cNvCxnSpPr>
            <p:nvPr/>
          </p:nvCxnSpPr>
          <p:spPr bwMode="auto">
            <a:xfrm rot="5400000">
              <a:off x="71115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50" name="Straight Connector 358"/>
            <p:cNvCxnSpPr>
              <a:cxnSpLocks noChangeShapeType="1"/>
            </p:cNvCxnSpPr>
            <p:nvPr/>
          </p:nvCxnSpPr>
          <p:spPr bwMode="auto">
            <a:xfrm rot="5400000">
              <a:off x="72639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51" name="Straight Connector 359"/>
            <p:cNvCxnSpPr>
              <a:cxnSpLocks noChangeShapeType="1"/>
            </p:cNvCxnSpPr>
            <p:nvPr/>
          </p:nvCxnSpPr>
          <p:spPr bwMode="auto">
            <a:xfrm rot="5400000">
              <a:off x="7416371" y="19362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552" name="Oval 360"/>
            <p:cNvSpPr>
              <a:spLocks noChangeArrowheads="1"/>
            </p:cNvSpPr>
            <p:nvPr/>
          </p:nvSpPr>
          <p:spPr bwMode="auto">
            <a:xfrm>
              <a:off x="5168348" y="135596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4960937" y="1252593"/>
              <a:ext cx="319088" cy="26203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100" dirty="0">
                  <a:cs typeface="+mn-cs"/>
                </a:rPr>
                <a:t>1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4984750" y="1921178"/>
              <a:ext cx="454025" cy="27632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dirty="0">
                  <a:latin typeface="+mn-lt"/>
                </a:rPr>
                <a:t>n=0</a:t>
              </a:r>
            </a:p>
          </p:txBody>
        </p:sp>
        <p:sp>
          <p:nvSpPr>
            <p:cNvPr id="18555" name="Rectangle 363"/>
            <p:cNvSpPr>
              <a:spLocks noChangeArrowheads="1"/>
            </p:cNvSpPr>
            <p:nvPr/>
          </p:nvSpPr>
          <p:spPr bwMode="auto">
            <a:xfrm>
              <a:off x="3038475" y="1276350"/>
              <a:ext cx="4914900" cy="8858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0" name="Group 364"/>
          <p:cNvGrpSpPr>
            <a:grpSpLocks/>
          </p:cNvGrpSpPr>
          <p:nvPr/>
        </p:nvGrpSpPr>
        <p:grpSpPr bwMode="auto">
          <a:xfrm>
            <a:off x="2928938" y="4467225"/>
            <a:ext cx="4914900" cy="946150"/>
            <a:chOff x="3038475" y="2243193"/>
            <a:chExt cx="4914900" cy="944912"/>
          </a:xfrm>
        </p:grpSpPr>
        <p:cxnSp>
          <p:nvCxnSpPr>
            <p:cNvPr id="366" name="Straight Arrow Connector 365"/>
            <p:cNvCxnSpPr/>
            <p:nvPr/>
          </p:nvCxnSpPr>
          <p:spPr bwMode="auto">
            <a:xfrm>
              <a:off x="3111500" y="2928096"/>
              <a:ext cx="4749800" cy="158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491" name="Straight Connector 366"/>
            <p:cNvCxnSpPr>
              <a:cxnSpLocks noChangeShapeType="1"/>
            </p:cNvCxnSpPr>
            <p:nvPr/>
          </p:nvCxnSpPr>
          <p:spPr bwMode="auto">
            <a:xfrm rot="5400000">
              <a:off x="3327400" y="29277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2" name="Straight Connector 367"/>
            <p:cNvCxnSpPr>
              <a:cxnSpLocks noChangeShapeType="1"/>
            </p:cNvCxnSpPr>
            <p:nvPr/>
          </p:nvCxnSpPr>
          <p:spPr bwMode="auto">
            <a:xfrm rot="5400000">
              <a:off x="3479800" y="29277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3" name="Straight Connector 368"/>
            <p:cNvCxnSpPr>
              <a:cxnSpLocks noChangeShapeType="1"/>
            </p:cNvCxnSpPr>
            <p:nvPr/>
          </p:nvCxnSpPr>
          <p:spPr bwMode="auto">
            <a:xfrm rot="5400000">
              <a:off x="3632200" y="29277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4" name="Straight Connector 369"/>
            <p:cNvCxnSpPr>
              <a:cxnSpLocks noChangeShapeType="1"/>
            </p:cNvCxnSpPr>
            <p:nvPr/>
          </p:nvCxnSpPr>
          <p:spPr bwMode="auto">
            <a:xfrm rot="5400000">
              <a:off x="3784600" y="29277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5" name="Straight Connector 370"/>
            <p:cNvCxnSpPr>
              <a:cxnSpLocks noChangeShapeType="1"/>
            </p:cNvCxnSpPr>
            <p:nvPr/>
          </p:nvCxnSpPr>
          <p:spPr bwMode="auto">
            <a:xfrm rot="5400000">
              <a:off x="3937000" y="29277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6" name="Straight Connector 371"/>
            <p:cNvCxnSpPr>
              <a:cxnSpLocks noChangeShapeType="1"/>
            </p:cNvCxnSpPr>
            <p:nvPr/>
          </p:nvCxnSpPr>
          <p:spPr bwMode="auto">
            <a:xfrm rot="5400000">
              <a:off x="4086198" y="29241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7" name="Straight Connector 372"/>
            <p:cNvCxnSpPr>
              <a:cxnSpLocks noChangeShapeType="1"/>
            </p:cNvCxnSpPr>
            <p:nvPr/>
          </p:nvCxnSpPr>
          <p:spPr bwMode="auto">
            <a:xfrm rot="5400000">
              <a:off x="4238598" y="29241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8" name="Straight Connector 373"/>
            <p:cNvCxnSpPr>
              <a:cxnSpLocks noChangeShapeType="1"/>
            </p:cNvCxnSpPr>
            <p:nvPr/>
          </p:nvCxnSpPr>
          <p:spPr bwMode="auto">
            <a:xfrm rot="5400000">
              <a:off x="4390998" y="29241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99" name="Straight Connector 374"/>
            <p:cNvCxnSpPr>
              <a:cxnSpLocks noChangeShapeType="1"/>
            </p:cNvCxnSpPr>
            <p:nvPr/>
          </p:nvCxnSpPr>
          <p:spPr bwMode="auto">
            <a:xfrm rot="5400000">
              <a:off x="4543398" y="2924144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0" name="Straight Connector 375"/>
            <p:cNvCxnSpPr>
              <a:cxnSpLocks noChangeShapeType="1"/>
            </p:cNvCxnSpPr>
            <p:nvPr/>
          </p:nvCxnSpPr>
          <p:spPr bwMode="auto">
            <a:xfrm rot="5400000">
              <a:off x="4689683" y="29291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1" name="Straight Connector 376"/>
            <p:cNvCxnSpPr>
              <a:cxnSpLocks noChangeShapeType="1"/>
            </p:cNvCxnSpPr>
            <p:nvPr/>
          </p:nvCxnSpPr>
          <p:spPr bwMode="auto">
            <a:xfrm rot="5400000">
              <a:off x="4842083" y="29291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2" name="Straight Connector 377"/>
            <p:cNvCxnSpPr>
              <a:cxnSpLocks noChangeShapeType="1"/>
            </p:cNvCxnSpPr>
            <p:nvPr/>
          </p:nvCxnSpPr>
          <p:spPr bwMode="auto">
            <a:xfrm rot="5400000">
              <a:off x="4994483" y="29291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3" name="Straight Connector 378"/>
            <p:cNvCxnSpPr>
              <a:cxnSpLocks noChangeShapeType="1"/>
            </p:cNvCxnSpPr>
            <p:nvPr/>
          </p:nvCxnSpPr>
          <p:spPr bwMode="auto">
            <a:xfrm rot="5400000">
              <a:off x="5146883" y="29291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4" name="Straight Connector 379"/>
            <p:cNvCxnSpPr>
              <a:cxnSpLocks noChangeShapeType="1"/>
            </p:cNvCxnSpPr>
            <p:nvPr/>
          </p:nvCxnSpPr>
          <p:spPr bwMode="auto">
            <a:xfrm rot="5400000">
              <a:off x="5296081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5" name="Straight Connector 380"/>
            <p:cNvCxnSpPr>
              <a:cxnSpLocks noChangeShapeType="1"/>
            </p:cNvCxnSpPr>
            <p:nvPr/>
          </p:nvCxnSpPr>
          <p:spPr bwMode="auto">
            <a:xfrm rot="5400000">
              <a:off x="5448481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6" name="Straight Connector 381"/>
            <p:cNvCxnSpPr>
              <a:cxnSpLocks noChangeShapeType="1"/>
            </p:cNvCxnSpPr>
            <p:nvPr/>
          </p:nvCxnSpPr>
          <p:spPr bwMode="auto">
            <a:xfrm rot="5400000">
              <a:off x="5600881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7" name="Straight Connector 382"/>
            <p:cNvCxnSpPr>
              <a:cxnSpLocks noChangeShapeType="1"/>
            </p:cNvCxnSpPr>
            <p:nvPr/>
          </p:nvCxnSpPr>
          <p:spPr bwMode="auto">
            <a:xfrm rot="5400000">
              <a:off x="5753281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8" name="Straight Connector 383"/>
            <p:cNvCxnSpPr>
              <a:cxnSpLocks noChangeShapeType="1"/>
            </p:cNvCxnSpPr>
            <p:nvPr/>
          </p:nvCxnSpPr>
          <p:spPr bwMode="auto">
            <a:xfrm rot="5400000">
              <a:off x="5901688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09" name="Straight Connector 384"/>
            <p:cNvCxnSpPr>
              <a:cxnSpLocks noChangeShapeType="1"/>
            </p:cNvCxnSpPr>
            <p:nvPr/>
          </p:nvCxnSpPr>
          <p:spPr bwMode="auto">
            <a:xfrm rot="5400000">
              <a:off x="6054088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0" name="Straight Connector 385"/>
            <p:cNvCxnSpPr>
              <a:cxnSpLocks noChangeShapeType="1"/>
            </p:cNvCxnSpPr>
            <p:nvPr/>
          </p:nvCxnSpPr>
          <p:spPr bwMode="auto">
            <a:xfrm rot="5400000">
              <a:off x="6206488" y="292547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1" name="Straight Connector 386"/>
            <p:cNvCxnSpPr>
              <a:cxnSpLocks noChangeShapeType="1"/>
            </p:cNvCxnSpPr>
            <p:nvPr/>
          </p:nvCxnSpPr>
          <p:spPr bwMode="auto">
            <a:xfrm rot="5400000">
              <a:off x="6352773" y="29304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2" name="Straight Connector 387"/>
            <p:cNvCxnSpPr>
              <a:cxnSpLocks noChangeShapeType="1"/>
            </p:cNvCxnSpPr>
            <p:nvPr/>
          </p:nvCxnSpPr>
          <p:spPr bwMode="auto">
            <a:xfrm rot="5400000">
              <a:off x="6505173" y="29304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3" name="Straight Connector 388"/>
            <p:cNvCxnSpPr>
              <a:cxnSpLocks noChangeShapeType="1"/>
            </p:cNvCxnSpPr>
            <p:nvPr/>
          </p:nvCxnSpPr>
          <p:spPr bwMode="auto">
            <a:xfrm rot="5400000">
              <a:off x="6657573" y="29304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4" name="Straight Connector 389"/>
            <p:cNvCxnSpPr>
              <a:cxnSpLocks noChangeShapeType="1"/>
            </p:cNvCxnSpPr>
            <p:nvPr/>
          </p:nvCxnSpPr>
          <p:spPr bwMode="auto">
            <a:xfrm rot="5400000">
              <a:off x="6809973" y="293044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5" name="Straight Connector 390"/>
            <p:cNvCxnSpPr>
              <a:cxnSpLocks noChangeShapeType="1"/>
            </p:cNvCxnSpPr>
            <p:nvPr/>
          </p:nvCxnSpPr>
          <p:spPr bwMode="auto">
            <a:xfrm rot="5400000">
              <a:off x="6959171" y="29268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6" name="Straight Connector 391"/>
            <p:cNvCxnSpPr>
              <a:cxnSpLocks noChangeShapeType="1"/>
            </p:cNvCxnSpPr>
            <p:nvPr/>
          </p:nvCxnSpPr>
          <p:spPr bwMode="auto">
            <a:xfrm rot="5400000">
              <a:off x="7111571" y="29268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7" name="Straight Connector 392"/>
            <p:cNvCxnSpPr>
              <a:cxnSpLocks noChangeShapeType="1"/>
            </p:cNvCxnSpPr>
            <p:nvPr/>
          </p:nvCxnSpPr>
          <p:spPr bwMode="auto">
            <a:xfrm rot="5400000">
              <a:off x="7263971" y="29268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518" name="Straight Connector 393"/>
            <p:cNvCxnSpPr>
              <a:cxnSpLocks noChangeShapeType="1"/>
            </p:cNvCxnSpPr>
            <p:nvPr/>
          </p:nvCxnSpPr>
          <p:spPr bwMode="auto">
            <a:xfrm rot="5400000">
              <a:off x="7416371" y="292680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519" name="Oval 394"/>
            <p:cNvSpPr>
              <a:spLocks noChangeArrowheads="1"/>
            </p:cNvSpPr>
            <p:nvPr/>
          </p:nvSpPr>
          <p:spPr bwMode="auto">
            <a:xfrm>
              <a:off x="5320748" y="234656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5113337" y="2243193"/>
              <a:ext cx="319088" cy="2615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100" dirty="0">
                  <a:cs typeface="+mn-cs"/>
                </a:rPr>
                <a:t>1</a:t>
              </a: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5127625" y="2910657"/>
              <a:ext cx="454025" cy="2774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dirty="0">
                  <a:latin typeface="+mn-lt"/>
                </a:rPr>
                <a:t>n=1</a:t>
              </a:r>
            </a:p>
          </p:txBody>
        </p:sp>
        <p:sp>
          <p:nvSpPr>
            <p:cNvPr id="18522" name="Rectangle 397"/>
            <p:cNvSpPr>
              <a:spLocks noChangeArrowheads="1"/>
            </p:cNvSpPr>
            <p:nvPr/>
          </p:nvSpPr>
          <p:spPr bwMode="auto">
            <a:xfrm>
              <a:off x="3038475" y="2276475"/>
              <a:ext cx="4914900" cy="8858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1" name="Group 398"/>
          <p:cNvGrpSpPr>
            <a:grpSpLocks/>
          </p:cNvGrpSpPr>
          <p:nvPr/>
        </p:nvGrpSpPr>
        <p:grpSpPr bwMode="auto">
          <a:xfrm>
            <a:off x="2921000" y="5592763"/>
            <a:ext cx="4914900" cy="938212"/>
            <a:chOff x="3057525" y="3436525"/>
            <a:chExt cx="4914900" cy="937597"/>
          </a:xfrm>
        </p:grpSpPr>
        <p:cxnSp>
          <p:nvCxnSpPr>
            <p:cNvPr id="400" name="Straight Arrow Connector 399"/>
            <p:cNvCxnSpPr/>
            <p:nvPr/>
          </p:nvCxnSpPr>
          <p:spPr bwMode="auto">
            <a:xfrm>
              <a:off x="3114675" y="4113943"/>
              <a:ext cx="4749800" cy="158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443" name="Straight Connector 400"/>
            <p:cNvCxnSpPr>
              <a:cxnSpLocks noChangeShapeType="1"/>
            </p:cNvCxnSpPr>
            <p:nvPr/>
          </p:nvCxnSpPr>
          <p:spPr bwMode="auto">
            <a:xfrm rot="5400000">
              <a:off x="3330944" y="41137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4" name="Straight Connector 401"/>
            <p:cNvCxnSpPr>
              <a:cxnSpLocks noChangeShapeType="1"/>
            </p:cNvCxnSpPr>
            <p:nvPr/>
          </p:nvCxnSpPr>
          <p:spPr bwMode="auto">
            <a:xfrm rot="5400000">
              <a:off x="3483344" y="41137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5" name="Straight Connector 402"/>
            <p:cNvCxnSpPr>
              <a:cxnSpLocks noChangeShapeType="1"/>
            </p:cNvCxnSpPr>
            <p:nvPr/>
          </p:nvCxnSpPr>
          <p:spPr bwMode="auto">
            <a:xfrm rot="5400000">
              <a:off x="3635744" y="41137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6" name="Straight Connector 403"/>
            <p:cNvCxnSpPr>
              <a:cxnSpLocks noChangeShapeType="1"/>
            </p:cNvCxnSpPr>
            <p:nvPr/>
          </p:nvCxnSpPr>
          <p:spPr bwMode="auto">
            <a:xfrm rot="5400000">
              <a:off x="3788144" y="41137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7" name="Straight Connector 404"/>
            <p:cNvCxnSpPr>
              <a:cxnSpLocks noChangeShapeType="1"/>
            </p:cNvCxnSpPr>
            <p:nvPr/>
          </p:nvCxnSpPr>
          <p:spPr bwMode="auto">
            <a:xfrm rot="5400000">
              <a:off x="3940544" y="41137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8" name="Straight Connector 405"/>
            <p:cNvCxnSpPr>
              <a:cxnSpLocks noChangeShapeType="1"/>
            </p:cNvCxnSpPr>
            <p:nvPr/>
          </p:nvCxnSpPr>
          <p:spPr bwMode="auto">
            <a:xfrm rot="5400000">
              <a:off x="4089742" y="41101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49" name="Straight Connector 406"/>
            <p:cNvCxnSpPr>
              <a:cxnSpLocks noChangeShapeType="1"/>
            </p:cNvCxnSpPr>
            <p:nvPr/>
          </p:nvCxnSpPr>
          <p:spPr bwMode="auto">
            <a:xfrm rot="5400000">
              <a:off x="4242142" y="41101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0" name="Straight Connector 407"/>
            <p:cNvCxnSpPr>
              <a:cxnSpLocks noChangeShapeType="1"/>
            </p:cNvCxnSpPr>
            <p:nvPr/>
          </p:nvCxnSpPr>
          <p:spPr bwMode="auto">
            <a:xfrm rot="5400000">
              <a:off x="4394542" y="41101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1" name="Straight Connector 408"/>
            <p:cNvCxnSpPr>
              <a:cxnSpLocks noChangeShapeType="1"/>
            </p:cNvCxnSpPr>
            <p:nvPr/>
          </p:nvCxnSpPr>
          <p:spPr bwMode="auto">
            <a:xfrm rot="5400000">
              <a:off x="4546942" y="41101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2" name="Straight Connector 409"/>
            <p:cNvCxnSpPr>
              <a:cxnSpLocks noChangeShapeType="1"/>
            </p:cNvCxnSpPr>
            <p:nvPr/>
          </p:nvCxnSpPr>
          <p:spPr bwMode="auto">
            <a:xfrm rot="5400000">
              <a:off x="4693227" y="41151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3" name="Straight Connector 410"/>
            <p:cNvCxnSpPr>
              <a:cxnSpLocks noChangeShapeType="1"/>
            </p:cNvCxnSpPr>
            <p:nvPr/>
          </p:nvCxnSpPr>
          <p:spPr bwMode="auto">
            <a:xfrm rot="5400000">
              <a:off x="4845627" y="41151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4" name="Straight Connector 411"/>
            <p:cNvCxnSpPr>
              <a:cxnSpLocks noChangeShapeType="1"/>
            </p:cNvCxnSpPr>
            <p:nvPr/>
          </p:nvCxnSpPr>
          <p:spPr bwMode="auto">
            <a:xfrm rot="5400000">
              <a:off x="4998027" y="41151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5" name="Straight Connector 412"/>
            <p:cNvCxnSpPr>
              <a:cxnSpLocks noChangeShapeType="1"/>
            </p:cNvCxnSpPr>
            <p:nvPr/>
          </p:nvCxnSpPr>
          <p:spPr bwMode="auto">
            <a:xfrm rot="5400000">
              <a:off x="5150427" y="41151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6" name="Straight Connector 413"/>
            <p:cNvCxnSpPr>
              <a:cxnSpLocks noChangeShapeType="1"/>
            </p:cNvCxnSpPr>
            <p:nvPr/>
          </p:nvCxnSpPr>
          <p:spPr bwMode="auto">
            <a:xfrm rot="5400000">
              <a:off x="5299625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7" name="Straight Connector 414"/>
            <p:cNvCxnSpPr>
              <a:cxnSpLocks noChangeShapeType="1"/>
            </p:cNvCxnSpPr>
            <p:nvPr/>
          </p:nvCxnSpPr>
          <p:spPr bwMode="auto">
            <a:xfrm rot="5400000">
              <a:off x="5452025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8" name="Straight Connector 415"/>
            <p:cNvCxnSpPr>
              <a:cxnSpLocks noChangeShapeType="1"/>
            </p:cNvCxnSpPr>
            <p:nvPr/>
          </p:nvCxnSpPr>
          <p:spPr bwMode="auto">
            <a:xfrm rot="5400000">
              <a:off x="5604425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59" name="Straight Connector 416"/>
            <p:cNvCxnSpPr>
              <a:cxnSpLocks noChangeShapeType="1"/>
            </p:cNvCxnSpPr>
            <p:nvPr/>
          </p:nvCxnSpPr>
          <p:spPr bwMode="auto">
            <a:xfrm rot="5400000">
              <a:off x="5756825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0" name="Straight Connector 417"/>
            <p:cNvCxnSpPr>
              <a:cxnSpLocks noChangeShapeType="1"/>
            </p:cNvCxnSpPr>
            <p:nvPr/>
          </p:nvCxnSpPr>
          <p:spPr bwMode="auto">
            <a:xfrm rot="5400000">
              <a:off x="5905232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1" name="Straight Connector 418"/>
            <p:cNvCxnSpPr>
              <a:cxnSpLocks noChangeShapeType="1"/>
            </p:cNvCxnSpPr>
            <p:nvPr/>
          </p:nvCxnSpPr>
          <p:spPr bwMode="auto">
            <a:xfrm rot="5400000">
              <a:off x="6057632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2" name="Straight Connector 419"/>
            <p:cNvCxnSpPr>
              <a:cxnSpLocks noChangeShapeType="1"/>
            </p:cNvCxnSpPr>
            <p:nvPr/>
          </p:nvCxnSpPr>
          <p:spPr bwMode="auto">
            <a:xfrm rot="5400000">
              <a:off x="6210032" y="41114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3" name="Straight Connector 420"/>
            <p:cNvCxnSpPr>
              <a:cxnSpLocks noChangeShapeType="1"/>
            </p:cNvCxnSpPr>
            <p:nvPr/>
          </p:nvCxnSpPr>
          <p:spPr bwMode="auto">
            <a:xfrm rot="5400000">
              <a:off x="6356317" y="41164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4" name="Straight Connector 421"/>
            <p:cNvCxnSpPr>
              <a:cxnSpLocks noChangeShapeType="1"/>
            </p:cNvCxnSpPr>
            <p:nvPr/>
          </p:nvCxnSpPr>
          <p:spPr bwMode="auto">
            <a:xfrm rot="5400000">
              <a:off x="6508717" y="41164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5" name="Straight Connector 422"/>
            <p:cNvCxnSpPr>
              <a:cxnSpLocks noChangeShapeType="1"/>
            </p:cNvCxnSpPr>
            <p:nvPr/>
          </p:nvCxnSpPr>
          <p:spPr bwMode="auto">
            <a:xfrm rot="5400000">
              <a:off x="6661117" y="41164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6" name="Straight Connector 423"/>
            <p:cNvCxnSpPr>
              <a:cxnSpLocks noChangeShapeType="1"/>
            </p:cNvCxnSpPr>
            <p:nvPr/>
          </p:nvCxnSpPr>
          <p:spPr bwMode="auto">
            <a:xfrm rot="5400000">
              <a:off x="6813517" y="41164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7" name="Straight Connector 424"/>
            <p:cNvCxnSpPr>
              <a:cxnSpLocks noChangeShapeType="1"/>
            </p:cNvCxnSpPr>
            <p:nvPr/>
          </p:nvCxnSpPr>
          <p:spPr bwMode="auto">
            <a:xfrm rot="5400000">
              <a:off x="6962715" y="41128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8" name="Straight Connector 425"/>
            <p:cNvCxnSpPr>
              <a:cxnSpLocks noChangeShapeType="1"/>
            </p:cNvCxnSpPr>
            <p:nvPr/>
          </p:nvCxnSpPr>
          <p:spPr bwMode="auto">
            <a:xfrm rot="5400000">
              <a:off x="7115115" y="41128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69" name="Straight Connector 426"/>
            <p:cNvCxnSpPr>
              <a:cxnSpLocks noChangeShapeType="1"/>
            </p:cNvCxnSpPr>
            <p:nvPr/>
          </p:nvCxnSpPr>
          <p:spPr bwMode="auto">
            <a:xfrm rot="5400000">
              <a:off x="7267515" y="41128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8470" name="Straight Connector 427"/>
            <p:cNvCxnSpPr>
              <a:cxnSpLocks noChangeShapeType="1"/>
            </p:cNvCxnSpPr>
            <p:nvPr/>
          </p:nvCxnSpPr>
          <p:spPr bwMode="auto">
            <a:xfrm rot="5400000">
              <a:off x="7419915" y="41128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8471" name="Oval 428"/>
            <p:cNvSpPr>
              <a:spLocks noChangeArrowheads="1"/>
            </p:cNvSpPr>
            <p:nvPr/>
          </p:nvSpPr>
          <p:spPr bwMode="auto">
            <a:xfrm>
              <a:off x="5171892" y="35325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4892675" y="3436525"/>
              <a:ext cx="317500" cy="2617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100" dirty="0">
                  <a:cs typeface="+mn-cs"/>
                </a:rPr>
                <a:t>1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4989513" y="4096492"/>
              <a:ext cx="452437" cy="2776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200" dirty="0">
                  <a:latin typeface="+mn-lt"/>
                </a:rPr>
                <a:t>n=0</a:t>
              </a:r>
            </a:p>
          </p:txBody>
        </p:sp>
        <p:sp>
          <p:nvSpPr>
            <p:cNvPr id="18474" name="Oval 431"/>
            <p:cNvSpPr>
              <a:spLocks noChangeArrowheads="1"/>
            </p:cNvSpPr>
            <p:nvPr/>
          </p:nvSpPr>
          <p:spPr bwMode="auto">
            <a:xfrm>
              <a:off x="5324292" y="352880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Oval 432"/>
            <p:cNvSpPr>
              <a:spLocks noChangeArrowheads="1"/>
            </p:cNvSpPr>
            <p:nvPr/>
          </p:nvSpPr>
          <p:spPr bwMode="auto">
            <a:xfrm>
              <a:off x="5476692" y="352902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Oval 433"/>
            <p:cNvSpPr>
              <a:spLocks noChangeArrowheads="1"/>
            </p:cNvSpPr>
            <p:nvPr/>
          </p:nvSpPr>
          <p:spPr bwMode="auto">
            <a:xfrm>
              <a:off x="5629092" y="352924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Oval 434"/>
            <p:cNvSpPr>
              <a:spLocks noChangeArrowheads="1"/>
            </p:cNvSpPr>
            <p:nvPr/>
          </p:nvSpPr>
          <p:spPr bwMode="auto">
            <a:xfrm>
              <a:off x="5781492" y="352771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Oval 435"/>
            <p:cNvSpPr>
              <a:spLocks noChangeArrowheads="1"/>
            </p:cNvSpPr>
            <p:nvPr/>
          </p:nvSpPr>
          <p:spPr bwMode="auto">
            <a:xfrm>
              <a:off x="5933892" y="35265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Oval 436"/>
            <p:cNvSpPr>
              <a:spLocks noChangeArrowheads="1"/>
            </p:cNvSpPr>
            <p:nvPr/>
          </p:nvSpPr>
          <p:spPr bwMode="auto">
            <a:xfrm>
              <a:off x="6086292" y="352528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Oval 437"/>
            <p:cNvSpPr>
              <a:spLocks noChangeArrowheads="1"/>
            </p:cNvSpPr>
            <p:nvPr/>
          </p:nvSpPr>
          <p:spPr bwMode="auto">
            <a:xfrm>
              <a:off x="6238692" y="352407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Oval 438"/>
            <p:cNvSpPr>
              <a:spLocks noChangeArrowheads="1"/>
            </p:cNvSpPr>
            <p:nvPr/>
          </p:nvSpPr>
          <p:spPr bwMode="auto">
            <a:xfrm>
              <a:off x="6392282" y="353136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Oval 439"/>
            <p:cNvSpPr>
              <a:spLocks noChangeArrowheads="1"/>
            </p:cNvSpPr>
            <p:nvPr/>
          </p:nvSpPr>
          <p:spPr bwMode="auto">
            <a:xfrm>
              <a:off x="6544682" y="352758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Oval 440"/>
            <p:cNvSpPr>
              <a:spLocks noChangeArrowheads="1"/>
            </p:cNvSpPr>
            <p:nvPr/>
          </p:nvSpPr>
          <p:spPr bwMode="auto">
            <a:xfrm>
              <a:off x="6697082" y="352780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Oval 441"/>
            <p:cNvSpPr>
              <a:spLocks noChangeArrowheads="1"/>
            </p:cNvSpPr>
            <p:nvPr/>
          </p:nvSpPr>
          <p:spPr bwMode="auto">
            <a:xfrm>
              <a:off x="6849482" y="35280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Oval 442"/>
            <p:cNvSpPr>
              <a:spLocks noChangeArrowheads="1"/>
            </p:cNvSpPr>
            <p:nvPr/>
          </p:nvSpPr>
          <p:spPr bwMode="auto">
            <a:xfrm>
              <a:off x="7001882" y="35265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Oval 443"/>
            <p:cNvSpPr>
              <a:spLocks noChangeArrowheads="1"/>
            </p:cNvSpPr>
            <p:nvPr/>
          </p:nvSpPr>
          <p:spPr bwMode="auto">
            <a:xfrm>
              <a:off x="7154282" y="352528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Oval 444"/>
            <p:cNvSpPr>
              <a:spLocks noChangeArrowheads="1"/>
            </p:cNvSpPr>
            <p:nvPr/>
          </p:nvSpPr>
          <p:spPr bwMode="auto">
            <a:xfrm>
              <a:off x="7306682" y="352407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Oval 445"/>
            <p:cNvSpPr>
              <a:spLocks noChangeArrowheads="1"/>
            </p:cNvSpPr>
            <p:nvPr/>
          </p:nvSpPr>
          <p:spPr bwMode="auto">
            <a:xfrm>
              <a:off x="7459082" y="35228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Rectangle 446"/>
            <p:cNvSpPr>
              <a:spLocks noChangeArrowheads="1"/>
            </p:cNvSpPr>
            <p:nvPr/>
          </p:nvSpPr>
          <p:spPr bwMode="auto">
            <a:xfrm>
              <a:off x="3057525" y="3438525"/>
              <a:ext cx="4914900" cy="8858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9917F5-54FD-CF4F-9C18-E9F4134FF3B3}"/>
                  </a:ext>
                </a:extLst>
              </p14:cNvPr>
              <p14:cNvContentPartPr/>
              <p14:nvPr/>
            </p14:nvContentPartPr>
            <p14:xfrm>
              <a:off x="3960" y="2404440"/>
              <a:ext cx="1947960" cy="416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9917F5-54FD-CF4F-9C18-E9F4134FF3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400" y="2395080"/>
                <a:ext cx="1966680" cy="418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156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675" y="165100"/>
            <a:ext cx="7669213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Some periodic digital “signals”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050" y="1317625"/>
            <a:ext cx="2460625" cy="515937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Square wave</a:t>
            </a: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Triangle wave</a:t>
            </a: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Saw tooth</a:t>
            </a: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chemeClr val="accent6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sz="1600" b="1" dirty="0">
              <a:solidFill>
                <a:srgbClr val="FF33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1600" b="1" dirty="0">
                <a:solidFill>
                  <a:srgbClr val="FF3300"/>
                </a:solidFill>
              </a:rPr>
              <a:t>Sinusoid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400" b="1" dirty="0">
                <a:solidFill>
                  <a:srgbClr val="FF3300"/>
                </a:solidFill>
              </a:rPr>
              <a:t>(not always periodic!)</a:t>
            </a:r>
          </a:p>
        </p:txBody>
      </p:sp>
      <p:grpSp>
        <p:nvGrpSpPr>
          <p:cNvPr id="19461" name="Group 228"/>
          <p:cNvGrpSpPr>
            <a:grpSpLocks/>
          </p:cNvGrpSpPr>
          <p:nvPr/>
        </p:nvGrpSpPr>
        <p:grpSpPr bwMode="auto">
          <a:xfrm>
            <a:off x="2795588" y="1062038"/>
            <a:ext cx="5033962" cy="1355725"/>
            <a:chOff x="2920641" y="5379625"/>
            <a:chExt cx="5032734" cy="1354550"/>
          </a:xfrm>
        </p:grpSpPr>
        <p:grpSp>
          <p:nvGrpSpPr>
            <p:cNvPr id="19645" name="Group 186"/>
            <p:cNvGrpSpPr>
              <a:grpSpLocks/>
            </p:cNvGrpSpPr>
            <p:nvPr/>
          </p:nvGrpSpPr>
          <p:grpSpPr bwMode="auto">
            <a:xfrm>
              <a:off x="2920641" y="5379625"/>
              <a:ext cx="4944203" cy="1347460"/>
              <a:chOff x="2920641" y="4122325"/>
              <a:chExt cx="4944203" cy="1347460"/>
            </a:xfrm>
          </p:grpSpPr>
          <p:cxnSp>
            <p:nvCxnSpPr>
              <p:cNvPr id="121" name="Straight Arrow Connector 120"/>
              <p:cNvCxnSpPr/>
              <p:nvPr/>
            </p:nvCxnSpPr>
            <p:spPr bwMode="auto">
              <a:xfrm>
                <a:off x="3114269" y="4799599"/>
                <a:ext cx="4750228" cy="1587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9648" name="Straight Connector 121"/>
              <p:cNvCxnSpPr>
                <a:cxnSpLocks noChangeShapeType="1"/>
              </p:cNvCxnSpPr>
              <p:nvPr/>
            </p:nvCxnSpPr>
            <p:spPr bwMode="auto">
              <a:xfrm rot="5400000">
                <a:off x="3330944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49" name="Straight Connector 122"/>
              <p:cNvCxnSpPr>
                <a:cxnSpLocks noChangeShapeType="1"/>
              </p:cNvCxnSpPr>
              <p:nvPr/>
            </p:nvCxnSpPr>
            <p:spPr bwMode="auto">
              <a:xfrm rot="5400000">
                <a:off x="3483344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0" name="Straight Connector 123"/>
              <p:cNvCxnSpPr>
                <a:cxnSpLocks noChangeShapeType="1"/>
              </p:cNvCxnSpPr>
              <p:nvPr/>
            </p:nvCxnSpPr>
            <p:spPr bwMode="auto">
              <a:xfrm rot="5400000">
                <a:off x="3635744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1" name="Straight Connector 124"/>
              <p:cNvCxnSpPr>
                <a:cxnSpLocks noChangeShapeType="1"/>
              </p:cNvCxnSpPr>
              <p:nvPr/>
            </p:nvCxnSpPr>
            <p:spPr bwMode="auto">
              <a:xfrm rot="5400000">
                <a:off x="3788144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2" name="Straight Connector 125"/>
              <p:cNvCxnSpPr>
                <a:cxnSpLocks noChangeShapeType="1"/>
              </p:cNvCxnSpPr>
              <p:nvPr/>
            </p:nvCxnSpPr>
            <p:spPr bwMode="auto">
              <a:xfrm rot="5400000">
                <a:off x="3940544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3" name="Straight Connector 126"/>
              <p:cNvCxnSpPr>
                <a:cxnSpLocks noChangeShapeType="1"/>
              </p:cNvCxnSpPr>
              <p:nvPr/>
            </p:nvCxnSpPr>
            <p:spPr bwMode="auto">
              <a:xfrm rot="5400000">
                <a:off x="4089742" y="4795961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4" name="Straight Connector 127"/>
              <p:cNvCxnSpPr>
                <a:cxnSpLocks noChangeShapeType="1"/>
              </p:cNvCxnSpPr>
              <p:nvPr/>
            </p:nvCxnSpPr>
            <p:spPr bwMode="auto">
              <a:xfrm rot="5400000">
                <a:off x="4242142" y="4795961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5" name="Straight Connector 128"/>
              <p:cNvCxnSpPr>
                <a:cxnSpLocks noChangeShapeType="1"/>
              </p:cNvCxnSpPr>
              <p:nvPr/>
            </p:nvCxnSpPr>
            <p:spPr bwMode="auto">
              <a:xfrm rot="5400000">
                <a:off x="4394542" y="4795961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6" name="Straight Connector 129"/>
              <p:cNvCxnSpPr>
                <a:cxnSpLocks noChangeShapeType="1"/>
              </p:cNvCxnSpPr>
              <p:nvPr/>
            </p:nvCxnSpPr>
            <p:spPr bwMode="auto">
              <a:xfrm rot="5400000">
                <a:off x="4546942" y="4795961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7" name="Straight Connector 130"/>
              <p:cNvCxnSpPr>
                <a:cxnSpLocks noChangeShapeType="1"/>
              </p:cNvCxnSpPr>
              <p:nvPr/>
            </p:nvCxnSpPr>
            <p:spPr bwMode="auto">
              <a:xfrm rot="5400000">
                <a:off x="4693227" y="4800926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8" name="Straight Connector 131"/>
              <p:cNvCxnSpPr>
                <a:cxnSpLocks noChangeShapeType="1"/>
              </p:cNvCxnSpPr>
              <p:nvPr/>
            </p:nvCxnSpPr>
            <p:spPr bwMode="auto">
              <a:xfrm rot="5400000">
                <a:off x="4845627" y="4800926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59" name="Straight Connector 132"/>
              <p:cNvCxnSpPr>
                <a:cxnSpLocks noChangeShapeType="1"/>
              </p:cNvCxnSpPr>
              <p:nvPr/>
            </p:nvCxnSpPr>
            <p:spPr bwMode="auto">
              <a:xfrm rot="5400000">
                <a:off x="4998027" y="4800926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0" name="Straight Connector 133"/>
              <p:cNvCxnSpPr>
                <a:cxnSpLocks noChangeShapeType="1"/>
              </p:cNvCxnSpPr>
              <p:nvPr/>
            </p:nvCxnSpPr>
            <p:spPr bwMode="auto">
              <a:xfrm rot="5400000">
                <a:off x="5150427" y="4800926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1" name="Straight Connector 134"/>
              <p:cNvCxnSpPr>
                <a:cxnSpLocks noChangeShapeType="1"/>
              </p:cNvCxnSpPr>
              <p:nvPr/>
            </p:nvCxnSpPr>
            <p:spPr bwMode="auto">
              <a:xfrm rot="5400000">
                <a:off x="5299625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2" name="Straight Connector 135"/>
              <p:cNvCxnSpPr>
                <a:cxnSpLocks noChangeShapeType="1"/>
              </p:cNvCxnSpPr>
              <p:nvPr/>
            </p:nvCxnSpPr>
            <p:spPr bwMode="auto">
              <a:xfrm rot="5400000">
                <a:off x="5452025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3" name="Straight Connector 136"/>
              <p:cNvCxnSpPr>
                <a:cxnSpLocks noChangeShapeType="1"/>
              </p:cNvCxnSpPr>
              <p:nvPr/>
            </p:nvCxnSpPr>
            <p:spPr bwMode="auto">
              <a:xfrm rot="5400000">
                <a:off x="5604425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4" name="Straight Connector 137"/>
              <p:cNvCxnSpPr>
                <a:cxnSpLocks noChangeShapeType="1"/>
              </p:cNvCxnSpPr>
              <p:nvPr/>
            </p:nvCxnSpPr>
            <p:spPr bwMode="auto">
              <a:xfrm rot="5400000">
                <a:off x="5756825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5" name="Straight Connector 138"/>
              <p:cNvCxnSpPr>
                <a:cxnSpLocks noChangeShapeType="1"/>
              </p:cNvCxnSpPr>
              <p:nvPr/>
            </p:nvCxnSpPr>
            <p:spPr bwMode="auto">
              <a:xfrm rot="5400000">
                <a:off x="5905232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6" name="Straight Connector 139"/>
              <p:cNvCxnSpPr>
                <a:cxnSpLocks noChangeShapeType="1"/>
              </p:cNvCxnSpPr>
              <p:nvPr/>
            </p:nvCxnSpPr>
            <p:spPr bwMode="auto">
              <a:xfrm rot="5400000">
                <a:off x="6057632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7" name="Straight Connector 140"/>
              <p:cNvCxnSpPr>
                <a:cxnSpLocks noChangeShapeType="1"/>
              </p:cNvCxnSpPr>
              <p:nvPr/>
            </p:nvCxnSpPr>
            <p:spPr bwMode="auto">
              <a:xfrm rot="5400000">
                <a:off x="6210032" y="4797292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8" name="Straight Connector 141"/>
              <p:cNvCxnSpPr>
                <a:cxnSpLocks noChangeShapeType="1"/>
              </p:cNvCxnSpPr>
              <p:nvPr/>
            </p:nvCxnSpPr>
            <p:spPr bwMode="auto">
              <a:xfrm rot="5400000">
                <a:off x="6356317" y="4802257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69" name="Straight Connector 142"/>
              <p:cNvCxnSpPr>
                <a:cxnSpLocks noChangeShapeType="1"/>
              </p:cNvCxnSpPr>
              <p:nvPr/>
            </p:nvCxnSpPr>
            <p:spPr bwMode="auto">
              <a:xfrm rot="5400000">
                <a:off x="6508717" y="4802257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0" name="Straight Connector 143"/>
              <p:cNvCxnSpPr>
                <a:cxnSpLocks noChangeShapeType="1"/>
              </p:cNvCxnSpPr>
              <p:nvPr/>
            </p:nvCxnSpPr>
            <p:spPr bwMode="auto">
              <a:xfrm rot="5400000">
                <a:off x="6661117" y="4802257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1" name="Straight Connector 144"/>
              <p:cNvCxnSpPr>
                <a:cxnSpLocks noChangeShapeType="1"/>
              </p:cNvCxnSpPr>
              <p:nvPr/>
            </p:nvCxnSpPr>
            <p:spPr bwMode="auto">
              <a:xfrm rot="5400000">
                <a:off x="6813517" y="4802257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2" name="Straight Connector 145"/>
              <p:cNvCxnSpPr>
                <a:cxnSpLocks noChangeShapeType="1"/>
              </p:cNvCxnSpPr>
              <p:nvPr/>
            </p:nvCxnSpPr>
            <p:spPr bwMode="auto">
              <a:xfrm rot="5400000">
                <a:off x="6962715" y="4798623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3" name="Straight Connector 146"/>
              <p:cNvCxnSpPr>
                <a:cxnSpLocks noChangeShapeType="1"/>
              </p:cNvCxnSpPr>
              <p:nvPr/>
            </p:nvCxnSpPr>
            <p:spPr bwMode="auto">
              <a:xfrm rot="5400000">
                <a:off x="7115115" y="4798623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4" name="Straight Connector 147"/>
              <p:cNvCxnSpPr>
                <a:cxnSpLocks noChangeShapeType="1"/>
              </p:cNvCxnSpPr>
              <p:nvPr/>
            </p:nvCxnSpPr>
            <p:spPr bwMode="auto">
              <a:xfrm rot="5400000">
                <a:off x="7267515" y="4798623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19675" name="Straight Connector 148"/>
              <p:cNvCxnSpPr>
                <a:cxnSpLocks noChangeShapeType="1"/>
              </p:cNvCxnSpPr>
              <p:nvPr/>
            </p:nvCxnSpPr>
            <p:spPr bwMode="auto">
              <a:xfrm rot="5400000">
                <a:off x="7419915" y="4798623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19676" name="Oval 149"/>
              <p:cNvSpPr>
                <a:spLocks noChangeArrowheads="1"/>
              </p:cNvSpPr>
              <p:nvPr/>
            </p:nvSpPr>
            <p:spPr bwMode="auto">
              <a:xfrm>
                <a:off x="5171892" y="421837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3606274" y="4122325"/>
                <a:ext cx="317423" cy="26171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100" dirty="0">
                    <a:cs typeface="+mn-cs"/>
                  </a:rPr>
                  <a:t>1</a:t>
                </a:r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4988649" y="4783738"/>
                <a:ext cx="453914" cy="275986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200" dirty="0">
                    <a:latin typeface="+mn-lt"/>
                  </a:rPr>
                  <a:t>n=0</a:t>
                </a:r>
              </a:p>
            </p:txBody>
          </p:sp>
          <p:sp>
            <p:nvSpPr>
              <p:cNvPr id="19679" name="Oval 152"/>
              <p:cNvSpPr>
                <a:spLocks noChangeArrowheads="1"/>
              </p:cNvSpPr>
              <p:nvPr/>
            </p:nvSpPr>
            <p:spPr bwMode="auto">
              <a:xfrm>
                <a:off x="5324292" y="421460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0" name="Oval 153"/>
              <p:cNvSpPr>
                <a:spLocks noChangeArrowheads="1"/>
              </p:cNvSpPr>
              <p:nvPr/>
            </p:nvSpPr>
            <p:spPr bwMode="auto">
              <a:xfrm>
                <a:off x="5476692" y="421482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1" name="Oval 154"/>
              <p:cNvSpPr>
                <a:spLocks noChangeArrowheads="1"/>
              </p:cNvSpPr>
              <p:nvPr/>
            </p:nvSpPr>
            <p:spPr bwMode="auto">
              <a:xfrm>
                <a:off x="5629092" y="421504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2" name="Oval 155"/>
              <p:cNvSpPr>
                <a:spLocks noChangeArrowheads="1"/>
              </p:cNvSpPr>
              <p:nvPr/>
            </p:nvSpPr>
            <p:spPr bwMode="auto">
              <a:xfrm>
                <a:off x="5781492" y="531841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3" name="Oval 156"/>
              <p:cNvSpPr>
                <a:spLocks noChangeArrowheads="1"/>
              </p:cNvSpPr>
              <p:nvPr/>
            </p:nvSpPr>
            <p:spPr bwMode="auto">
              <a:xfrm>
                <a:off x="5933892" y="531720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4" name="Oval 157"/>
              <p:cNvSpPr>
                <a:spLocks noChangeArrowheads="1"/>
              </p:cNvSpPr>
              <p:nvPr/>
            </p:nvSpPr>
            <p:spPr bwMode="auto">
              <a:xfrm>
                <a:off x="6086292" y="531598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5" name="Oval 158"/>
              <p:cNvSpPr>
                <a:spLocks noChangeArrowheads="1"/>
              </p:cNvSpPr>
              <p:nvPr/>
            </p:nvSpPr>
            <p:spPr bwMode="auto">
              <a:xfrm>
                <a:off x="6238692" y="531477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6" name="Oval 159"/>
              <p:cNvSpPr>
                <a:spLocks noChangeArrowheads="1"/>
              </p:cNvSpPr>
              <p:nvPr/>
            </p:nvSpPr>
            <p:spPr bwMode="auto">
              <a:xfrm>
                <a:off x="6392282" y="421716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7" name="Oval 160"/>
              <p:cNvSpPr>
                <a:spLocks noChangeArrowheads="1"/>
              </p:cNvSpPr>
              <p:nvPr/>
            </p:nvSpPr>
            <p:spPr bwMode="auto">
              <a:xfrm>
                <a:off x="6544682" y="4213385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8" name="Oval 161"/>
              <p:cNvSpPr>
                <a:spLocks noChangeArrowheads="1"/>
              </p:cNvSpPr>
              <p:nvPr/>
            </p:nvSpPr>
            <p:spPr bwMode="auto">
              <a:xfrm>
                <a:off x="6697082" y="4213605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9" name="Oval 162"/>
              <p:cNvSpPr>
                <a:spLocks noChangeArrowheads="1"/>
              </p:cNvSpPr>
              <p:nvPr/>
            </p:nvSpPr>
            <p:spPr bwMode="auto">
              <a:xfrm>
                <a:off x="6849482" y="4213825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0" name="Oval 163"/>
              <p:cNvSpPr>
                <a:spLocks noChangeArrowheads="1"/>
              </p:cNvSpPr>
              <p:nvPr/>
            </p:nvSpPr>
            <p:spPr bwMode="auto">
              <a:xfrm>
                <a:off x="7001882" y="531720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1" name="Oval 164"/>
              <p:cNvSpPr>
                <a:spLocks noChangeArrowheads="1"/>
              </p:cNvSpPr>
              <p:nvPr/>
            </p:nvSpPr>
            <p:spPr bwMode="auto">
              <a:xfrm>
                <a:off x="7154282" y="531598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2" name="Oval 165"/>
              <p:cNvSpPr>
                <a:spLocks noChangeArrowheads="1"/>
              </p:cNvSpPr>
              <p:nvPr/>
            </p:nvSpPr>
            <p:spPr bwMode="auto">
              <a:xfrm>
                <a:off x="7306682" y="531477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3" name="Oval 166"/>
              <p:cNvSpPr>
                <a:spLocks noChangeArrowheads="1"/>
              </p:cNvSpPr>
              <p:nvPr/>
            </p:nvSpPr>
            <p:spPr bwMode="auto">
              <a:xfrm>
                <a:off x="7459082" y="531355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4" name="Oval 167"/>
              <p:cNvSpPr>
                <a:spLocks noChangeArrowheads="1"/>
              </p:cNvSpPr>
              <p:nvPr/>
            </p:nvSpPr>
            <p:spPr bwMode="auto">
              <a:xfrm>
                <a:off x="3190692" y="531841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5" name="Oval 168"/>
              <p:cNvSpPr>
                <a:spLocks noChangeArrowheads="1"/>
              </p:cNvSpPr>
              <p:nvPr/>
            </p:nvSpPr>
            <p:spPr bwMode="auto">
              <a:xfrm>
                <a:off x="3343092" y="531720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6" name="Oval 169"/>
              <p:cNvSpPr>
                <a:spLocks noChangeArrowheads="1"/>
              </p:cNvSpPr>
              <p:nvPr/>
            </p:nvSpPr>
            <p:spPr bwMode="auto">
              <a:xfrm>
                <a:off x="3495492" y="531598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7" name="Oval 170"/>
              <p:cNvSpPr>
                <a:spLocks noChangeArrowheads="1"/>
              </p:cNvSpPr>
              <p:nvPr/>
            </p:nvSpPr>
            <p:spPr bwMode="auto">
              <a:xfrm>
                <a:off x="3647892" y="531477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8" name="Oval 171"/>
              <p:cNvSpPr>
                <a:spLocks noChangeArrowheads="1"/>
              </p:cNvSpPr>
              <p:nvPr/>
            </p:nvSpPr>
            <p:spPr bwMode="auto">
              <a:xfrm>
                <a:off x="4411082" y="531720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9" name="Oval 172"/>
              <p:cNvSpPr>
                <a:spLocks noChangeArrowheads="1"/>
              </p:cNvSpPr>
              <p:nvPr/>
            </p:nvSpPr>
            <p:spPr bwMode="auto">
              <a:xfrm>
                <a:off x="4563482" y="531598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0" name="Oval 173"/>
              <p:cNvSpPr>
                <a:spLocks noChangeArrowheads="1"/>
              </p:cNvSpPr>
              <p:nvPr/>
            </p:nvSpPr>
            <p:spPr bwMode="auto">
              <a:xfrm>
                <a:off x="4715882" y="5314772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1" name="Oval 174"/>
              <p:cNvSpPr>
                <a:spLocks noChangeArrowheads="1"/>
              </p:cNvSpPr>
              <p:nvPr/>
            </p:nvSpPr>
            <p:spPr bwMode="auto">
              <a:xfrm>
                <a:off x="4868282" y="531355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2" name="Oval 179"/>
              <p:cNvSpPr>
                <a:spLocks noChangeArrowheads="1"/>
              </p:cNvSpPr>
              <p:nvPr/>
            </p:nvSpPr>
            <p:spPr bwMode="auto">
              <a:xfrm>
                <a:off x="3839582" y="4226687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3" name="Oval 180"/>
              <p:cNvSpPr>
                <a:spLocks noChangeArrowheads="1"/>
              </p:cNvSpPr>
              <p:nvPr/>
            </p:nvSpPr>
            <p:spPr bwMode="auto">
              <a:xfrm>
                <a:off x="3991982" y="422291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4" name="Oval 181"/>
              <p:cNvSpPr>
                <a:spLocks noChangeArrowheads="1"/>
              </p:cNvSpPr>
              <p:nvPr/>
            </p:nvSpPr>
            <p:spPr bwMode="auto">
              <a:xfrm>
                <a:off x="4144382" y="422313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5" name="Oval 182"/>
              <p:cNvSpPr>
                <a:spLocks noChangeArrowheads="1"/>
              </p:cNvSpPr>
              <p:nvPr/>
            </p:nvSpPr>
            <p:spPr bwMode="auto">
              <a:xfrm>
                <a:off x="4296782" y="4223350"/>
                <a:ext cx="63610" cy="6361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9706" name="Straight Connector 183"/>
              <p:cNvCxnSpPr>
                <a:cxnSpLocks noChangeShapeType="1"/>
              </p:cNvCxnSpPr>
              <p:nvPr/>
            </p:nvCxnSpPr>
            <p:spPr bwMode="auto">
              <a:xfrm rot="5400000">
                <a:off x="3169019" y="4799595"/>
                <a:ext cx="127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186" name="TextBox 185"/>
              <p:cNvSpPr txBox="1"/>
              <p:nvPr/>
            </p:nvSpPr>
            <p:spPr>
              <a:xfrm>
                <a:off x="2920641" y="5208819"/>
                <a:ext cx="317423" cy="26171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1100" dirty="0">
                    <a:cs typeface="+mn-cs"/>
                  </a:rPr>
                  <a:t>-1</a:t>
                </a:r>
              </a:p>
            </p:txBody>
          </p:sp>
        </p:grpSp>
        <p:sp>
          <p:nvSpPr>
            <p:cNvPr id="19646" name="Rectangle 226"/>
            <p:cNvSpPr>
              <a:spLocks noChangeArrowheads="1"/>
            </p:cNvSpPr>
            <p:nvPr/>
          </p:nvSpPr>
          <p:spPr bwMode="auto">
            <a:xfrm>
              <a:off x="2981325" y="5391150"/>
              <a:ext cx="4972050" cy="13430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62" name="Group 322"/>
          <p:cNvGrpSpPr>
            <a:grpSpLocks/>
          </p:cNvGrpSpPr>
          <p:nvPr/>
        </p:nvGrpSpPr>
        <p:grpSpPr bwMode="auto">
          <a:xfrm>
            <a:off x="2871788" y="2579688"/>
            <a:ext cx="4972050" cy="1343025"/>
            <a:chOff x="2850961" y="3069325"/>
            <a:chExt cx="4972050" cy="1343025"/>
          </a:xfrm>
        </p:grpSpPr>
        <p:cxnSp>
          <p:nvCxnSpPr>
            <p:cNvPr id="224" name="Straight Arrow Connector 223"/>
            <p:cNvCxnSpPr/>
            <p:nvPr/>
          </p:nvCxnSpPr>
          <p:spPr bwMode="auto">
            <a:xfrm>
              <a:off x="2965261" y="3715437"/>
              <a:ext cx="4749800" cy="158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586" name="Straight Connector 225"/>
            <p:cNvCxnSpPr>
              <a:cxnSpLocks noChangeShapeType="1"/>
            </p:cNvCxnSpPr>
            <p:nvPr/>
          </p:nvCxnSpPr>
          <p:spPr bwMode="auto">
            <a:xfrm rot="5400000">
              <a:off x="3181530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87" name="Straight Connector 227"/>
            <p:cNvCxnSpPr>
              <a:cxnSpLocks noChangeShapeType="1"/>
            </p:cNvCxnSpPr>
            <p:nvPr/>
          </p:nvCxnSpPr>
          <p:spPr bwMode="auto">
            <a:xfrm rot="5400000">
              <a:off x="3333930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88" name="Straight Connector 228"/>
            <p:cNvCxnSpPr>
              <a:cxnSpLocks noChangeShapeType="1"/>
            </p:cNvCxnSpPr>
            <p:nvPr/>
          </p:nvCxnSpPr>
          <p:spPr bwMode="auto">
            <a:xfrm rot="5400000">
              <a:off x="3486330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89" name="Straight Connector 229"/>
            <p:cNvCxnSpPr>
              <a:cxnSpLocks noChangeShapeType="1"/>
            </p:cNvCxnSpPr>
            <p:nvPr/>
          </p:nvCxnSpPr>
          <p:spPr bwMode="auto">
            <a:xfrm rot="5400000">
              <a:off x="3638730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0" name="Straight Connector 230"/>
            <p:cNvCxnSpPr>
              <a:cxnSpLocks noChangeShapeType="1"/>
            </p:cNvCxnSpPr>
            <p:nvPr/>
          </p:nvCxnSpPr>
          <p:spPr bwMode="auto">
            <a:xfrm rot="5400000">
              <a:off x="3791130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1" name="Straight Connector 231"/>
            <p:cNvCxnSpPr>
              <a:cxnSpLocks noChangeShapeType="1"/>
            </p:cNvCxnSpPr>
            <p:nvPr/>
          </p:nvCxnSpPr>
          <p:spPr bwMode="auto">
            <a:xfrm rot="5400000">
              <a:off x="3940328" y="37123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2" name="Straight Connector 232"/>
            <p:cNvCxnSpPr>
              <a:cxnSpLocks noChangeShapeType="1"/>
            </p:cNvCxnSpPr>
            <p:nvPr/>
          </p:nvCxnSpPr>
          <p:spPr bwMode="auto">
            <a:xfrm rot="5400000">
              <a:off x="4092728" y="37123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3" name="Straight Connector 233"/>
            <p:cNvCxnSpPr>
              <a:cxnSpLocks noChangeShapeType="1"/>
            </p:cNvCxnSpPr>
            <p:nvPr/>
          </p:nvCxnSpPr>
          <p:spPr bwMode="auto">
            <a:xfrm rot="5400000">
              <a:off x="4245128" y="37123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4" name="Straight Connector 234"/>
            <p:cNvCxnSpPr>
              <a:cxnSpLocks noChangeShapeType="1"/>
            </p:cNvCxnSpPr>
            <p:nvPr/>
          </p:nvCxnSpPr>
          <p:spPr bwMode="auto">
            <a:xfrm rot="5400000">
              <a:off x="4397528" y="371238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5" name="Straight Connector 235"/>
            <p:cNvCxnSpPr>
              <a:cxnSpLocks noChangeShapeType="1"/>
            </p:cNvCxnSpPr>
            <p:nvPr/>
          </p:nvCxnSpPr>
          <p:spPr bwMode="auto">
            <a:xfrm rot="5400000">
              <a:off x="4543813" y="371735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6" name="Straight Connector 236"/>
            <p:cNvCxnSpPr>
              <a:cxnSpLocks noChangeShapeType="1"/>
            </p:cNvCxnSpPr>
            <p:nvPr/>
          </p:nvCxnSpPr>
          <p:spPr bwMode="auto">
            <a:xfrm rot="5400000">
              <a:off x="4696213" y="371735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7" name="Straight Connector 237"/>
            <p:cNvCxnSpPr>
              <a:cxnSpLocks noChangeShapeType="1"/>
            </p:cNvCxnSpPr>
            <p:nvPr/>
          </p:nvCxnSpPr>
          <p:spPr bwMode="auto">
            <a:xfrm rot="5400000">
              <a:off x="4848613" y="371735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8" name="Straight Connector 238"/>
            <p:cNvCxnSpPr>
              <a:cxnSpLocks noChangeShapeType="1"/>
            </p:cNvCxnSpPr>
            <p:nvPr/>
          </p:nvCxnSpPr>
          <p:spPr bwMode="auto">
            <a:xfrm rot="5400000">
              <a:off x="5001013" y="371735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99" name="Straight Connector 239"/>
            <p:cNvCxnSpPr>
              <a:cxnSpLocks noChangeShapeType="1"/>
            </p:cNvCxnSpPr>
            <p:nvPr/>
          </p:nvCxnSpPr>
          <p:spPr bwMode="auto">
            <a:xfrm rot="5400000">
              <a:off x="5150211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0" name="Straight Connector 240"/>
            <p:cNvCxnSpPr>
              <a:cxnSpLocks noChangeShapeType="1"/>
            </p:cNvCxnSpPr>
            <p:nvPr/>
          </p:nvCxnSpPr>
          <p:spPr bwMode="auto">
            <a:xfrm rot="5400000">
              <a:off x="5302611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1" name="Straight Connector 241"/>
            <p:cNvCxnSpPr>
              <a:cxnSpLocks noChangeShapeType="1"/>
            </p:cNvCxnSpPr>
            <p:nvPr/>
          </p:nvCxnSpPr>
          <p:spPr bwMode="auto">
            <a:xfrm rot="5400000">
              <a:off x="5455011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2" name="Straight Connector 242"/>
            <p:cNvCxnSpPr>
              <a:cxnSpLocks noChangeShapeType="1"/>
            </p:cNvCxnSpPr>
            <p:nvPr/>
          </p:nvCxnSpPr>
          <p:spPr bwMode="auto">
            <a:xfrm rot="5400000">
              <a:off x="5607411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3" name="Straight Connector 243"/>
            <p:cNvCxnSpPr>
              <a:cxnSpLocks noChangeShapeType="1"/>
            </p:cNvCxnSpPr>
            <p:nvPr/>
          </p:nvCxnSpPr>
          <p:spPr bwMode="auto">
            <a:xfrm rot="5400000">
              <a:off x="5755818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4" name="Straight Connector 244"/>
            <p:cNvCxnSpPr>
              <a:cxnSpLocks noChangeShapeType="1"/>
            </p:cNvCxnSpPr>
            <p:nvPr/>
          </p:nvCxnSpPr>
          <p:spPr bwMode="auto">
            <a:xfrm rot="5400000">
              <a:off x="5908218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5" name="Straight Connector 245"/>
            <p:cNvCxnSpPr>
              <a:cxnSpLocks noChangeShapeType="1"/>
            </p:cNvCxnSpPr>
            <p:nvPr/>
          </p:nvCxnSpPr>
          <p:spPr bwMode="auto">
            <a:xfrm rot="5400000">
              <a:off x="6060618" y="371371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6" name="Straight Connector 246"/>
            <p:cNvCxnSpPr>
              <a:cxnSpLocks noChangeShapeType="1"/>
            </p:cNvCxnSpPr>
            <p:nvPr/>
          </p:nvCxnSpPr>
          <p:spPr bwMode="auto">
            <a:xfrm rot="5400000">
              <a:off x="6206903" y="371868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7" name="Straight Connector 247"/>
            <p:cNvCxnSpPr>
              <a:cxnSpLocks noChangeShapeType="1"/>
            </p:cNvCxnSpPr>
            <p:nvPr/>
          </p:nvCxnSpPr>
          <p:spPr bwMode="auto">
            <a:xfrm rot="5400000">
              <a:off x="6359303" y="371868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8" name="Straight Connector 248"/>
            <p:cNvCxnSpPr>
              <a:cxnSpLocks noChangeShapeType="1"/>
            </p:cNvCxnSpPr>
            <p:nvPr/>
          </p:nvCxnSpPr>
          <p:spPr bwMode="auto">
            <a:xfrm rot="5400000">
              <a:off x="6511703" y="371868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09" name="Straight Connector 249"/>
            <p:cNvCxnSpPr>
              <a:cxnSpLocks noChangeShapeType="1"/>
            </p:cNvCxnSpPr>
            <p:nvPr/>
          </p:nvCxnSpPr>
          <p:spPr bwMode="auto">
            <a:xfrm rot="5400000">
              <a:off x="6664103" y="371868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10" name="Straight Connector 250"/>
            <p:cNvCxnSpPr>
              <a:cxnSpLocks noChangeShapeType="1"/>
            </p:cNvCxnSpPr>
            <p:nvPr/>
          </p:nvCxnSpPr>
          <p:spPr bwMode="auto">
            <a:xfrm rot="5400000">
              <a:off x="6813301" y="371504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11" name="Straight Connector 251"/>
            <p:cNvCxnSpPr>
              <a:cxnSpLocks noChangeShapeType="1"/>
            </p:cNvCxnSpPr>
            <p:nvPr/>
          </p:nvCxnSpPr>
          <p:spPr bwMode="auto">
            <a:xfrm rot="5400000">
              <a:off x="6965701" y="371504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12" name="Straight Connector 252"/>
            <p:cNvCxnSpPr>
              <a:cxnSpLocks noChangeShapeType="1"/>
            </p:cNvCxnSpPr>
            <p:nvPr/>
          </p:nvCxnSpPr>
          <p:spPr bwMode="auto">
            <a:xfrm rot="5400000">
              <a:off x="7118101" y="371504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613" name="Straight Connector 253"/>
            <p:cNvCxnSpPr>
              <a:cxnSpLocks noChangeShapeType="1"/>
            </p:cNvCxnSpPr>
            <p:nvPr/>
          </p:nvCxnSpPr>
          <p:spPr bwMode="auto">
            <a:xfrm rot="5400000">
              <a:off x="7270501" y="371504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614" name="Oval 254"/>
            <p:cNvSpPr>
              <a:spLocks noChangeArrowheads="1"/>
            </p:cNvSpPr>
            <p:nvPr/>
          </p:nvSpPr>
          <p:spPr bwMode="auto">
            <a:xfrm>
              <a:off x="5041528" y="35824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5" name="Oval 257"/>
            <p:cNvSpPr>
              <a:spLocks noChangeArrowheads="1"/>
            </p:cNvSpPr>
            <p:nvPr/>
          </p:nvSpPr>
          <p:spPr bwMode="auto">
            <a:xfrm>
              <a:off x="5174878" y="338820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Oval 278"/>
            <p:cNvSpPr>
              <a:spLocks noChangeArrowheads="1"/>
            </p:cNvSpPr>
            <p:nvPr/>
          </p:nvSpPr>
          <p:spPr bwMode="auto">
            <a:xfrm>
              <a:off x="4756968" y="394544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7" name="Oval 279"/>
            <p:cNvSpPr>
              <a:spLocks noChangeArrowheads="1"/>
            </p:cNvSpPr>
            <p:nvPr/>
          </p:nvSpPr>
          <p:spPr bwMode="auto">
            <a:xfrm>
              <a:off x="4890318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9618" name="Straight Connector 284"/>
            <p:cNvCxnSpPr>
              <a:cxnSpLocks noChangeShapeType="1"/>
            </p:cNvCxnSpPr>
            <p:nvPr/>
          </p:nvCxnSpPr>
          <p:spPr bwMode="auto">
            <a:xfrm rot="5400000">
              <a:off x="3019605" y="3716020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619" name="Rectangle 220"/>
            <p:cNvSpPr>
              <a:spLocks noChangeArrowheads="1"/>
            </p:cNvSpPr>
            <p:nvPr/>
          </p:nvSpPr>
          <p:spPr bwMode="auto">
            <a:xfrm>
              <a:off x="2850961" y="3069325"/>
              <a:ext cx="4972050" cy="13430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Oval 292"/>
            <p:cNvSpPr>
              <a:spLocks noChangeArrowheads="1"/>
            </p:cNvSpPr>
            <p:nvPr/>
          </p:nvSpPr>
          <p:spPr bwMode="auto">
            <a:xfrm>
              <a:off x="5328468" y="357295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Oval 294"/>
            <p:cNvSpPr>
              <a:spLocks noChangeArrowheads="1"/>
            </p:cNvSpPr>
            <p:nvPr/>
          </p:nvSpPr>
          <p:spPr bwMode="auto">
            <a:xfrm>
              <a:off x="5622553" y="396449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Oval 295"/>
            <p:cNvSpPr>
              <a:spLocks noChangeArrowheads="1"/>
            </p:cNvSpPr>
            <p:nvPr/>
          </p:nvSpPr>
          <p:spPr bwMode="auto">
            <a:xfrm>
              <a:off x="5479678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Oval 297"/>
            <p:cNvSpPr>
              <a:spLocks noChangeArrowheads="1"/>
            </p:cNvSpPr>
            <p:nvPr/>
          </p:nvSpPr>
          <p:spPr bwMode="auto">
            <a:xfrm>
              <a:off x="5946403" y="35824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4" name="Oval 298"/>
            <p:cNvSpPr>
              <a:spLocks noChangeArrowheads="1"/>
            </p:cNvSpPr>
            <p:nvPr/>
          </p:nvSpPr>
          <p:spPr bwMode="auto">
            <a:xfrm>
              <a:off x="6079753" y="338820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5" name="Oval 300"/>
            <p:cNvSpPr>
              <a:spLocks noChangeArrowheads="1"/>
            </p:cNvSpPr>
            <p:nvPr/>
          </p:nvSpPr>
          <p:spPr bwMode="auto">
            <a:xfrm>
              <a:off x="5795193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6" name="Oval 301"/>
            <p:cNvSpPr>
              <a:spLocks noChangeArrowheads="1"/>
            </p:cNvSpPr>
            <p:nvPr/>
          </p:nvSpPr>
          <p:spPr bwMode="auto">
            <a:xfrm>
              <a:off x="6233343" y="357295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7" name="Oval 302"/>
            <p:cNvSpPr>
              <a:spLocks noChangeArrowheads="1"/>
            </p:cNvSpPr>
            <p:nvPr/>
          </p:nvSpPr>
          <p:spPr bwMode="auto">
            <a:xfrm>
              <a:off x="6527428" y="396449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8" name="Oval 303"/>
            <p:cNvSpPr>
              <a:spLocks noChangeArrowheads="1"/>
            </p:cNvSpPr>
            <p:nvPr/>
          </p:nvSpPr>
          <p:spPr bwMode="auto">
            <a:xfrm>
              <a:off x="6384553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9" name="Oval 304"/>
            <p:cNvSpPr>
              <a:spLocks noChangeArrowheads="1"/>
            </p:cNvSpPr>
            <p:nvPr/>
          </p:nvSpPr>
          <p:spPr bwMode="auto">
            <a:xfrm>
              <a:off x="6851278" y="35824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0" name="Oval 305"/>
            <p:cNvSpPr>
              <a:spLocks noChangeArrowheads="1"/>
            </p:cNvSpPr>
            <p:nvPr/>
          </p:nvSpPr>
          <p:spPr bwMode="auto">
            <a:xfrm>
              <a:off x="6984628" y="338820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1" name="Oval 306"/>
            <p:cNvSpPr>
              <a:spLocks noChangeArrowheads="1"/>
            </p:cNvSpPr>
            <p:nvPr/>
          </p:nvSpPr>
          <p:spPr bwMode="auto">
            <a:xfrm>
              <a:off x="6700068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2" name="Oval 307"/>
            <p:cNvSpPr>
              <a:spLocks noChangeArrowheads="1"/>
            </p:cNvSpPr>
            <p:nvPr/>
          </p:nvSpPr>
          <p:spPr bwMode="auto">
            <a:xfrm>
              <a:off x="7138218" y="357295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3" name="Oval 309"/>
            <p:cNvSpPr>
              <a:spLocks noChangeArrowheads="1"/>
            </p:cNvSpPr>
            <p:nvPr/>
          </p:nvSpPr>
          <p:spPr bwMode="auto">
            <a:xfrm>
              <a:off x="7289428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4" name="Oval 310"/>
            <p:cNvSpPr>
              <a:spLocks noChangeArrowheads="1"/>
            </p:cNvSpPr>
            <p:nvPr/>
          </p:nvSpPr>
          <p:spPr bwMode="auto">
            <a:xfrm>
              <a:off x="3231778" y="35824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5" name="Oval 311"/>
            <p:cNvSpPr>
              <a:spLocks noChangeArrowheads="1"/>
            </p:cNvSpPr>
            <p:nvPr/>
          </p:nvSpPr>
          <p:spPr bwMode="auto">
            <a:xfrm>
              <a:off x="3374653" y="33977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6" name="Oval 313"/>
            <p:cNvSpPr>
              <a:spLocks noChangeArrowheads="1"/>
            </p:cNvSpPr>
            <p:nvPr/>
          </p:nvSpPr>
          <p:spPr bwMode="auto">
            <a:xfrm>
              <a:off x="3071043" y="38108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7" name="Oval 314"/>
            <p:cNvSpPr>
              <a:spLocks noChangeArrowheads="1"/>
            </p:cNvSpPr>
            <p:nvPr/>
          </p:nvSpPr>
          <p:spPr bwMode="auto">
            <a:xfrm>
              <a:off x="3528243" y="357295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8" name="Oval 315"/>
            <p:cNvSpPr>
              <a:spLocks noChangeArrowheads="1"/>
            </p:cNvSpPr>
            <p:nvPr/>
          </p:nvSpPr>
          <p:spPr bwMode="auto">
            <a:xfrm>
              <a:off x="3831853" y="396449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39" name="Oval 316"/>
            <p:cNvSpPr>
              <a:spLocks noChangeArrowheads="1"/>
            </p:cNvSpPr>
            <p:nvPr/>
          </p:nvSpPr>
          <p:spPr bwMode="auto">
            <a:xfrm>
              <a:off x="3679453" y="38108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0" name="Oval 317"/>
            <p:cNvSpPr>
              <a:spLocks noChangeArrowheads="1"/>
            </p:cNvSpPr>
            <p:nvPr/>
          </p:nvSpPr>
          <p:spPr bwMode="auto">
            <a:xfrm>
              <a:off x="4146178" y="358247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1" name="Oval 318"/>
            <p:cNvSpPr>
              <a:spLocks noChangeArrowheads="1"/>
            </p:cNvSpPr>
            <p:nvPr/>
          </p:nvSpPr>
          <p:spPr bwMode="auto">
            <a:xfrm>
              <a:off x="4279528" y="33977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2" name="Oval 319"/>
            <p:cNvSpPr>
              <a:spLocks noChangeArrowheads="1"/>
            </p:cNvSpPr>
            <p:nvPr/>
          </p:nvSpPr>
          <p:spPr bwMode="auto">
            <a:xfrm>
              <a:off x="3985443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3" name="Oval 320"/>
            <p:cNvSpPr>
              <a:spLocks noChangeArrowheads="1"/>
            </p:cNvSpPr>
            <p:nvPr/>
          </p:nvSpPr>
          <p:spPr bwMode="auto">
            <a:xfrm>
              <a:off x="4433118" y="357295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Oval 321"/>
            <p:cNvSpPr>
              <a:spLocks noChangeArrowheads="1"/>
            </p:cNvSpPr>
            <p:nvPr/>
          </p:nvSpPr>
          <p:spPr bwMode="auto">
            <a:xfrm>
              <a:off x="4584328" y="380135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63" name="Group 397"/>
          <p:cNvGrpSpPr>
            <a:grpSpLocks/>
          </p:cNvGrpSpPr>
          <p:nvPr/>
        </p:nvGrpSpPr>
        <p:grpSpPr bwMode="auto">
          <a:xfrm>
            <a:off x="2882900" y="4052888"/>
            <a:ext cx="4972050" cy="896937"/>
            <a:chOff x="2850961" y="4829175"/>
            <a:chExt cx="4972050" cy="897625"/>
          </a:xfrm>
        </p:grpSpPr>
        <p:cxnSp>
          <p:nvCxnSpPr>
            <p:cNvPr id="325" name="Straight Arrow Connector 324"/>
            <p:cNvCxnSpPr/>
            <p:nvPr/>
          </p:nvCxnSpPr>
          <p:spPr bwMode="auto">
            <a:xfrm>
              <a:off x="2946211" y="5572695"/>
              <a:ext cx="4749800" cy="158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526" name="Straight Connector 325"/>
            <p:cNvCxnSpPr>
              <a:cxnSpLocks noChangeShapeType="1"/>
            </p:cNvCxnSpPr>
            <p:nvPr/>
          </p:nvCxnSpPr>
          <p:spPr bwMode="auto">
            <a:xfrm rot="5400000">
              <a:off x="3162480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27" name="Straight Connector 326"/>
            <p:cNvCxnSpPr>
              <a:cxnSpLocks noChangeShapeType="1"/>
            </p:cNvCxnSpPr>
            <p:nvPr/>
          </p:nvCxnSpPr>
          <p:spPr bwMode="auto">
            <a:xfrm rot="5400000">
              <a:off x="3314880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28" name="Straight Connector 327"/>
            <p:cNvCxnSpPr>
              <a:cxnSpLocks noChangeShapeType="1"/>
            </p:cNvCxnSpPr>
            <p:nvPr/>
          </p:nvCxnSpPr>
          <p:spPr bwMode="auto">
            <a:xfrm rot="5400000">
              <a:off x="3467280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29" name="Straight Connector 328"/>
            <p:cNvCxnSpPr>
              <a:cxnSpLocks noChangeShapeType="1"/>
            </p:cNvCxnSpPr>
            <p:nvPr/>
          </p:nvCxnSpPr>
          <p:spPr bwMode="auto">
            <a:xfrm rot="5400000">
              <a:off x="3619680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0" name="Straight Connector 329"/>
            <p:cNvCxnSpPr>
              <a:cxnSpLocks noChangeShapeType="1"/>
            </p:cNvCxnSpPr>
            <p:nvPr/>
          </p:nvCxnSpPr>
          <p:spPr bwMode="auto">
            <a:xfrm rot="5400000">
              <a:off x="3772080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1" name="Straight Connector 330"/>
            <p:cNvCxnSpPr>
              <a:cxnSpLocks noChangeShapeType="1"/>
            </p:cNvCxnSpPr>
            <p:nvPr/>
          </p:nvCxnSpPr>
          <p:spPr bwMode="auto">
            <a:xfrm rot="5400000">
              <a:off x="3921278" y="55697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2" name="Straight Connector 331"/>
            <p:cNvCxnSpPr>
              <a:cxnSpLocks noChangeShapeType="1"/>
            </p:cNvCxnSpPr>
            <p:nvPr/>
          </p:nvCxnSpPr>
          <p:spPr bwMode="auto">
            <a:xfrm rot="5400000">
              <a:off x="4073678" y="55697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3" name="Straight Connector 332"/>
            <p:cNvCxnSpPr>
              <a:cxnSpLocks noChangeShapeType="1"/>
            </p:cNvCxnSpPr>
            <p:nvPr/>
          </p:nvCxnSpPr>
          <p:spPr bwMode="auto">
            <a:xfrm rot="5400000">
              <a:off x="4226078" y="55697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4" name="Straight Connector 333"/>
            <p:cNvCxnSpPr>
              <a:cxnSpLocks noChangeShapeType="1"/>
            </p:cNvCxnSpPr>
            <p:nvPr/>
          </p:nvCxnSpPr>
          <p:spPr bwMode="auto">
            <a:xfrm rot="5400000">
              <a:off x="4378478" y="556976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5" name="Straight Connector 334"/>
            <p:cNvCxnSpPr>
              <a:cxnSpLocks noChangeShapeType="1"/>
            </p:cNvCxnSpPr>
            <p:nvPr/>
          </p:nvCxnSpPr>
          <p:spPr bwMode="auto">
            <a:xfrm rot="5400000">
              <a:off x="4524763" y="55747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6" name="Straight Connector 335"/>
            <p:cNvCxnSpPr>
              <a:cxnSpLocks noChangeShapeType="1"/>
            </p:cNvCxnSpPr>
            <p:nvPr/>
          </p:nvCxnSpPr>
          <p:spPr bwMode="auto">
            <a:xfrm rot="5400000">
              <a:off x="4677163" y="55747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7" name="Straight Connector 336"/>
            <p:cNvCxnSpPr>
              <a:cxnSpLocks noChangeShapeType="1"/>
            </p:cNvCxnSpPr>
            <p:nvPr/>
          </p:nvCxnSpPr>
          <p:spPr bwMode="auto">
            <a:xfrm rot="5400000">
              <a:off x="4829563" y="55747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8" name="Straight Connector 337"/>
            <p:cNvCxnSpPr>
              <a:cxnSpLocks noChangeShapeType="1"/>
            </p:cNvCxnSpPr>
            <p:nvPr/>
          </p:nvCxnSpPr>
          <p:spPr bwMode="auto">
            <a:xfrm rot="5400000">
              <a:off x="4981963" y="5574726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39" name="Straight Connector 338"/>
            <p:cNvCxnSpPr>
              <a:cxnSpLocks noChangeShapeType="1"/>
            </p:cNvCxnSpPr>
            <p:nvPr/>
          </p:nvCxnSpPr>
          <p:spPr bwMode="auto">
            <a:xfrm rot="5400000">
              <a:off x="5131161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0" name="Straight Connector 339"/>
            <p:cNvCxnSpPr>
              <a:cxnSpLocks noChangeShapeType="1"/>
            </p:cNvCxnSpPr>
            <p:nvPr/>
          </p:nvCxnSpPr>
          <p:spPr bwMode="auto">
            <a:xfrm rot="5400000">
              <a:off x="5283561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1" name="Straight Connector 340"/>
            <p:cNvCxnSpPr>
              <a:cxnSpLocks noChangeShapeType="1"/>
            </p:cNvCxnSpPr>
            <p:nvPr/>
          </p:nvCxnSpPr>
          <p:spPr bwMode="auto">
            <a:xfrm rot="5400000">
              <a:off x="5435961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2" name="Straight Connector 341"/>
            <p:cNvCxnSpPr>
              <a:cxnSpLocks noChangeShapeType="1"/>
            </p:cNvCxnSpPr>
            <p:nvPr/>
          </p:nvCxnSpPr>
          <p:spPr bwMode="auto">
            <a:xfrm rot="5400000">
              <a:off x="5588361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3" name="Straight Connector 342"/>
            <p:cNvCxnSpPr>
              <a:cxnSpLocks noChangeShapeType="1"/>
            </p:cNvCxnSpPr>
            <p:nvPr/>
          </p:nvCxnSpPr>
          <p:spPr bwMode="auto">
            <a:xfrm rot="5400000">
              <a:off x="5736768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4" name="Straight Connector 343"/>
            <p:cNvCxnSpPr>
              <a:cxnSpLocks noChangeShapeType="1"/>
            </p:cNvCxnSpPr>
            <p:nvPr/>
          </p:nvCxnSpPr>
          <p:spPr bwMode="auto">
            <a:xfrm rot="5400000">
              <a:off x="5889168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5" name="Straight Connector 344"/>
            <p:cNvCxnSpPr>
              <a:cxnSpLocks noChangeShapeType="1"/>
            </p:cNvCxnSpPr>
            <p:nvPr/>
          </p:nvCxnSpPr>
          <p:spPr bwMode="auto">
            <a:xfrm rot="5400000">
              <a:off x="6041568" y="557109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6" name="Straight Connector 345"/>
            <p:cNvCxnSpPr>
              <a:cxnSpLocks noChangeShapeType="1"/>
            </p:cNvCxnSpPr>
            <p:nvPr/>
          </p:nvCxnSpPr>
          <p:spPr bwMode="auto">
            <a:xfrm rot="5400000">
              <a:off x="6187853" y="55760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7" name="Straight Connector 346"/>
            <p:cNvCxnSpPr>
              <a:cxnSpLocks noChangeShapeType="1"/>
            </p:cNvCxnSpPr>
            <p:nvPr/>
          </p:nvCxnSpPr>
          <p:spPr bwMode="auto">
            <a:xfrm rot="5400000">
              <a:off x="6340253" y="55760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8" name="Straight Connector 347"/>
            <p:cNvCxnSpPr>
              <a:cxnSpLocks noChangeShapeType="1"/>
            </p:cNvCxnSpPr>
            <p:nvPr/>
          </p:nvCxnSpPr>
          <p:spPr bwMode="auto">
            <a:xfrm rot="5400000">
              <a:off x="6492653" y="55760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49" name="Straight Connector 348"/>
            <p:cNvCxnSpPr>
              <a:cxnSpLocks noChangeShapeType="1"/>
            </p:cNvCxnSpPr>
            <p:nvPr/>
          </p:nvCxnSpPr>
          <p:spPr bwMode="auto">
            <a:xfrm rot="5400000">
              <a:off x="6645053" y="557605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50" name="Straight Connector 349"/>
            <p:cNvCxnSpPr>
              <a:cxnSpLocks noChangeShapeType="1"/>
            </p:cNvCxnSpPr>
            <p:nvPr/>
          </p:nvCxnSpPr>
          <p:spPr bwMode="auto">
            <a:xfrm rot="5400000">
              <a:off x="6794251" y="55724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51" name="Straight Connector 350"/>
            <p:cNvCxnSpPr>
              <a:cxnSpLocks noChangeShapeType="1"/>
            </p:cNvCxnSpPr>
            <p:nvPr/>
          </p:nvCxnSpPr>
          <p:spPr bwMode="auto">
            <a:xfrm rot="5400000">
              <a:off x="6946651" y="55724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52" name="Straight Connector 351"/>
            <p:cNvCxnSpPr>
              <a:cxnSpLocks noChangeShapeType="1"/>
            </p:cNvCxnSpPr>
            <p:nvPr/>
          </p:nvCxnSpPr>
          <p:spPr bwMode="auto">
            <a:xfrm rot="5400000">
              <a:off x="7099051" y="55724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553" name="Straight Connector 352"/>
            <p:cNvCxnSpPr>
              <a:cxnSpLocks noChangeShapeType="1"/>
            </p:cNvCxnSpPr>
            <p:nvPr/>
          </p:nvCxnSpPr>
          <p:spPr bwMode="auto">
            <a:xfrm rot="5400000">
              <a:off x="7251451" y="557242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554" name="Oval 353"/>
            <p:cNvSpPr>
              <a:spLocks noChangeArrowheads="1"/>
            </p:cNvSpPr>
            <p:nvPr/>
          </p:nvSpPr>
          <p:spPr bwMode="auto">
            <a:xfrm>
              <a:off x="3955678" y="516362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Oval 354"/>
            <p:cNvSpPr>
              <a:spLocks noChangeArrowheads="1"/>
            </p:cNvSpPr>
            <p:nvPr/>
          </p:nvSpPr>
          <p:spPr bwMode="auto">
            <a:xfrm>
              <a:off x="4089028" y="496935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Oval 355"/>
            <p:cNvSpPr>
              <a:spLocks noChangeArrowheads="1"/>
            </p:cNvSpPr>
            <p:nvPr/>
          </p:nvSpPr>
          <p:spPr bwMode="auto">
            <a:xfrm>
              <a:off x="3661593" y="552659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Oval 356"/>
            <p:cNvSpPr>
              <a:spLocks noChangeArrowheads="1"/>
            </p:cNvSpPr>
            <p:nvPr/>
          </p:nvSpPr>
          <p:spPr bwMode="auto">
            <a:xfrm>
              <a:off x="3804468" y="5382507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9558" name="Straight Connector 357"/>
            <p:cNvCxnSpPr>
              <a:cxnSpLocks noChangeShapeType="1"/>
            </p:cNvCxnSpPr>
            <p:nvPr/>
          </p:nvCxnSpPr>
          <p:spPr bwMode="auto">
            <a:xfrm rot="5400000">
              <a:off x="3000555" y="5573395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559" name="Rectangle 358"/>
            <p:cNvSpPr>
              <a:spLocks noChangeArrowheads="1"/>
            </p:cNvSpPr>
            <p:nvPr/>
          </p:nvSpPr>
          <p:spPr bwMode="auto">
            <a:xfrm>
              <a:off x="2850961" y="4829175"/>
              <a:ext cx="4972050" cy="8976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60" name="Oval 360"/>
            <p:cNvSpPr>
              <a:spLocks noChangeArrowheads="1"/>
            </p:cNvSpPr>
            <p:nvPr/>
          </p:nvSpPr>
          <p:spPr bwMode="auto">
            <a:xfrm>
              <a:off x="4260478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1" name="Oval 362"/>
            <p:cNvSpPr>
              <a:spLocks noChangeArrowheads="1"/>
            </p:cNvSpPr>
            <p:nvPr/>
          </p:nvSpPr>
          <p:spPr bwMode="auto">
            <a:xfrm>
              <a:off x="4584328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2" name="Oval 363"/>
            <p:cNvSpPr>
              <a:spLocks noChangeArrowheads="1"/>
            </p:cNvSpPr>
            <p:nvPr/>
          </p:nvSpPr>
          <p:spPr bwMode="auto">
            <a:xfrm>
              <a:off x="4717678" y="49598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3" name="Oval 364"/>
            <p:cNvSpPr>
              <a:spLocks noChangeArrowheads="1"/>
            </p:cNvSpPr>
            <p:nvPr/>
          </p:nvSpPr>
          <p:spPr bwMode="auto">
            <a:xfrm>
              <a:off x="4433118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4" name="Oval 366"/>
            <p:cNvSpPr>
              <a:spLocks noChangeArrowheads="1"/>
            </p:cNvSpPr>
            <p:nvPr/>
          </p:nvSpPr>
          <p:spPr bwMode="auto">
            <a:xfrm>
              <a:off x="4870078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5" name="Oval 368"/>
            <p:cNvSpPr>
              <a:spLocks noChangeArrowheads="1"/>
            </p:cNvSpPr>
            <p:nvPr/>
          </p:nvSpPr>
          <p:spPr bwMode="auto">
            <a:xfrm>
              <a:off x="5193928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6" name="Oval 369"/>
            <p:cNvSpPr>
              <a:spLocks noChangeArrowheads="1"/>
            </p:cNvSpPr>
            <p:nvPr/>
          </p:nvSpPr>
          <p:spPr bwMode="auto">
            <a:xfrm>
              <a:off x="5327278" y="49598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7" name="Oval 370"/>
            <p:cNvSpPr>
              <a:spLocks noChangeArrowheads="1"/>
            </p:cNvSpPr>
            <p:nvPr/>
          </p:nvSpPr>
          <p:spPr bwMode="auto">
            <a:xfrm>
              <a:off x="5042718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8" name="Oval 377"/>
            <p:cNvSpPr>
              <a:spLocks noChangeArrowheads="1"/>
            </p:cNvSpPr>
            <p:nvPr/>
          </p:nvSpPr>
          <p:spPr bwMode="auto">
            <a:xfrm>
              <a:off x="3041278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69" name="Oval 379"/>
            <p:cNvSpPr>
              <a:spLocks noChangeArrowheads="1"/>
            </p:cNvSpPr>
            <p:nvPr/>
          </p:nvSpPr>
          <p:spPr bwMode="auto">
            <a:xfrm>
              <a:off x="3355603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0" name="Oval 380"/>
            <p:cNvSpPr>
              <a:spLocks noChangeArrowheads="1"/>
            </p:cNvSpPr>
            <p:nvPr/>
          </p:nvSpPr>
          <p:spPr bwMode="auto">
            <a:xfrm>
              <a:off x="3488953" y="496935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1" name="Oval 381"/>
            <p:cNvSpPr>
              <a:spLocks noChangeArrowheads="1"/>
            </p:cNvSpPr>
            <p:nvPr/>
          </p:nvSpPr>
          <p:spPr bwMode="auto">
            <a:xfrm>
              <a:off x="3194868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2" name="Oval 384"/>
            <p:cNvSpPr>
              <a:spLocks noChangeArrowheads="1"/>
            </p:cNvSpPr>
            <p:nvPr/>
          </p:nvSpPr>
          <p:spPr bwMode="auto">
            <a:xfrm>
              <a:off x="5470153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3" name="Oval 385"/>
            <p:cNvSpPr>
              <a:spLocks noChangeArrowheads="1"/>
            </p:cNvSpPr>
            <p:nvPr/>
          </p:nvSpPr>
          <p:spPr bwMode="auto">
            <a:xfrm>
              <a:off x="5794003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4" name="Oval 386"/>
            <p:cNvSpPr>
              <a:spLocks noChangeArrowheads="1"/>
            </p:cNvSpPr>
            <p:nvPr/>
          </p:nvSpPr>
          <p:spPr bwMode="auto">
            <a:xfrm>
              <a:off x="5927353" y="49598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5" name="Oval 387"/>
            <p:cNvSpPr>
              <a:spLocks noChangeArrowheads="1"/>
            </p:cNvSpPr>
            <p:nvPr/>
          </p:nvSpPr>
          <p:spPr bwMode="auto">
            <a:xfrm>
              <a:off x="5642793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6" name="Oval 388"/>
            <p:cNvSpPr>
              <a:spLocks noChangeArrowheads="1"/>
            </p:cNvSpPr>
            <p:nvPr/>
          </p:nvSpPr>
          <p:spPr bwMode="auto">
            <a:xfrm>
              <a:off x="6079753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7" name="Oval 389"/>
            <p:cNvSpPr>
              <a:spLocks noChangeArrowheads="1"/>
            </p:cNvSpPr>
            <p:nvPr/>
          </p:nvSpPr>
          <p:spPr bwMode="auto">
            <a:xfrm>
              <a:off x="6403603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8" name="Oval 390"/>
            <p:cNvSpPr>
              <a:spLocks noChangeArrowheads="1"/>
            </p:cNvSpPr>
            <p:nvPr/>
          </p:nvSpPr>
          <p:spPr bwMode="auto">
            <a:xfrm>
              <a:off x="6536953" y="49598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79" name="Oval 391"/>
            <p:cNvSpPr>
              <a:spLocks noChangeArrowheads="1"/>
            </p:cNvSpPr>
            <p:nvPr/>
          </p:nvSpPr>
          <p:spPr bwMode="auto">
            <a:xfrm>
              <a:off x="6252393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0" name="Oval 392"/>
            <p:cNvSpPr>
              <a:spLocks noChangeArrowheads="1"/>
            </p:cNvSpPr>
            <p:nvPr/>
          </p:nvSpPr>
          <p:spPr bwMode="auto">
            <a:xfrm>
              <a:off x="6689353" y="553612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1" name="Oval 393"/>
            <p:cNvSpPr>
              <a:spLocks noChangeArrowheads="1"/>
            </p:cNvSpPr>
            <p:nvPr/>
          </p:nvSpPr>
          <p:spPr bwMode="auto">
            <a:xfrm>
              <a:off x="7013203" y="515410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2" name="Oval 394"/>
            <p:cNvSpPr>
              <a:spLocks noChangeArrowheads="1"/>
            </p:cNvSpPr>
            <p:nvPr/>
          </p:nvSpPr>
          <p:spPr bwMode="auto">
            <a:xfrm>
              <a:off x="7146553" y="4959825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3" name="Oval 395"/>
            <p:cNvSpPr>
              <a:spLocks noChangeArrowheads="1"/>
            </p:cNvSpPr>
            <p:nvPr/>
          </p:nvSpPr>
          <p:spPr bwMode="auto">
            <a:xfrm>
              <a:off x="6861993" y="5372982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4" name="Oval 396"/>
            <p:cNvSpPr>
              <a:spLocks noChangeArrowheads="1"/>
            </p:cNvSpPr>
            <p:nvPr/>
          </p:nvSpPr>
          <p:spPr bwMode="auto">
            <a:xfrm>
              <a:off x="7298953" y="5540850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64" name="Group 459"/>
          <p:cNvGrpSpPr>
            <a:grpSpLocks/>
          </p:cNvGrpSpPr>
          <p:nvPr/>
        </p:nvGrpSpPr>
        <p:grpSpPr bwMode="auto">
          <a:xfrm>
            <a:off x="2889250" y="5164138"/>
            <a:ext cx="4972050" cy="1343025"/>
            <a:chOff x="2889724" y="5164086"/>
            <a:chExt cx="4972050" cy="1343025"/>
          </a:xfrm>
        </p:grpSpPr>
        <p:cxnSp>
          <p:nvCxnSpPr>
            <p:cNvPr id="400" name="Straight Arrow Connector 399"/>
            <p:cNvCxnSpPr/>
            <p:nvPr/>
          </p:nvCxnSpPr>
          <p:spPr bwMode="auto">
            <a:xfrm>
              <a:off x="3004024" y="5810198"/>
              <a:ext cx="4749800" cy="158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466" name="Straight Connector 400"/>
            <p:cNvCxnSpPr>
              <a:cxnSpLocks noChangeShapeType="1"/>
            </p:cNvCxnSpPr>
            <p:nvPr/>
          </p:nvCxnSpPr>
          <p:spPr bwMode="auto">
            <a:xfrm rot="5400000">
              <a:off x="3220293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67" name="Straight Connector 401"/>
            <p:cNvCxnSpPr>
              <a:cxnSpLocks noChangeShapeType="1"/>
            </p:cNvCxnSpPr>
            <p:nvPr/>
          </p:nvCxnSpPr>
          <p:spPr bwMode="auto">
            <a:xfrm rot="5400000">
              <a:off x="3372693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68" name="Straight Connector 402"/>
            <p:cNvCxnSpPr>
              <a:cxnSpLocks noChangeShapeType="1"/>
            </p:cNvCxnSpPr>
            <p:nvPr/>
          </p:nvCxnSpPr>
          <p:spPr bwMode="auto">
            <a:xfrm rot="5400000">
              <a:off x="3525093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69" name="Straight Connector 403"/>
            <p:cNvCxnSpPr>
              <a:cxnSpLocks noChangeShapeType="1"/>
            </p:cNvCxnSpPr>
            <p:nvPr/>
          </p:nvCxnSpPr>
          <p:spPr bwMode="auto">
            <a:xfrm rot="5400000">
              <a:off x="3677493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0" name="Straight Connector 404"/>
            <p:cNvCxnSpPr>
              <a:cxnSpLocks noChangeShapeType="1"/>
            </p:cNvCxnSpPr>
            <p:nvPr/>
          </p:nvCxnSpPr>
          <p:spPr bwMode="auto">
            <a:xfrm rot="5400000">
              <a:off x="3829893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1" name="Straight Connector 405"/>
            <p:cNvCxnSpPr>
              <a:cxnSpLocks noChangeShapeType="1"/>
            </p:cNvCxnSpPr>
            <p:nvPr/>
          </p:nvCxnSpPr>
          <p:spPr bwMode="auto">
            <a:xfrm rot="5400000">
              <a:off x="3979091" y="580714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2" name="Straight Connector 406"/>
            <p:cNvCxnSpPr>
              <a:cxnSpLocks noChangeShapeType="1"/>
            </p:cNvCxnSpPr>
            <p:nvPr/>
          </p:nvCxnSpPr>
          <p:spPr bwMode="auto">
            <a:xfrm rot="5400000">
              <a:off x="4131491" y="580714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3" name="Straight Connector 407"/>
            <p:cNvCxnSpPr>
              <a:cxnSpLocks noChangeShapeType="1"/>
            </p:cNvCxnSpPr>
            <p:nvPr/>
          </p:nvCxnSpPr>
          <p:spPr bwMode="auto">
            <a:xfrm rot="5400000">
              <a:off x="4283891" y="580714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4" name="Straight Connector 408"/>
            <p:cNvCxnSpPr>
              <a:cxnSpLocks noChangeShapeType="1"/>
            </p:cNvCxnSpPr>
            <p:nvPr/>
          </p:nvCxnSpPr>
          <p:spPr bwMode="auto">
            <a:xfrm rot="5400000">
              <a:off x="4436291" y="5807147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5" name="Straight Connector 409"/>
            <p:cNvCxnSpPr>
              <a:cxnSpLocks noChangeShapeType="1"/>
            </p:cNvCxnSpPr>
            <p:nvPr/>
          </p:nvCxnSpPr>
          <p:spPr bwMode="auto">
            <a:xfrm rot="5400000">
              <a:off x="4582576" y="581211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6" name="Straight Connector 410"/>
            <p:cNvCxnSpPr>
              <a:cxnSpLocks noChangeShapeType="1"/>
            </p:cNvCxnSpPr>
            <p:nvPr/>
          </p:nvCxnSpPr>
          <p:spPr bwMode="auto">
            <a:xfrm rot="5400000">
              <a:off x="4734976" y="581211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7" name="Straight Connector 411"/>
            <p:cNvCxnSpPr>
              <a:cxnSpLocks noChangeShapeType="1"/>
            </p:cNvCxnSpPr>
            <p:nvPr/>
          </p:nvCxnSpPr>
          <p:spPr bwMode="auto">
            <a:xfrm rot="5400000">
              <a:off x="4887376" y="581211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8" name="Straight Connector 412"/>
            <p:cNvCxnSpPr>
              <a:cxnSpLocks noChangeShapeType="1"/>
            </p:cNvCxnSpPr>
            <p:nvPr/>
          </p:nvCxnSpPr>
          <p:spPr bwMode="auto">
            <a:xfrm rot="5400000">
              <a:off x="5039776" y="5812112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79" name="Straight Connector 413"/>
            <p:cNvCxnSpPr>
              <a:cxnSpLocks noChangeShapeType="1"/>
            </p:cNvCxnSpPr>
            <p:nvPr/>
          </p:nvCxnSpPr>
          <p:spPr bwMode="auto">
            <a:xfrm rot="5400000">
              <a:off x="5188974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0" name="Straight Connector 414"/>
            <p:cNvCxnSpPr>
              <a:cxnSpLocks noChangeShapeType="1"/>
            </p:cNvCxnSpPr>
            <p:nvPr/>
          </p:nvCxnSpPr>
          <p:spPr bwMode="auto">
            <a:xfrm rot="5400000">
              <a:off x="5341374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1" name="Straight Connector 415"/>
            <p:cNvCxnSpPr>
              <a:cxnSpLocks noChangeShapeType="1"/>
            </p:cNvCxnSpPr>
            <p:nvPr/>
          </p:nvCxnSpPr>
          <p:spPr bwMode="auto">
            <a:xfrm rot="5400000">
              <a:off x="5493774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2" name="Straight Connector 416"/>
            <p:cNvCxnSpPr>
              <a:cxnSpLocks noChangeShapeType="1"/>
            </p:cNvCxnSpPr>
            <p:nvPr/>
          </p:nvCxnSpPr>
          <p:spPr bwMode="auto">
            <a:xfrm rot="5400000">
              <a:off x="5646174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3" name="Straight Connector 417"/>
            <p:cNvCxnSpPr>
              <a:cxnSpLocks noChangeShapeType="1"/>
            </p:cNvCxnSpPr>
            <p:nvPr/>
          </p:nvCxnSpPr>
          <p:spPr bwMode="auto">
            <a:xfrm rot="5400000">
              <a:off x="5794581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4" name="Straight Connector 418"/>
            <p:cNvCxnSpPr>
              <a:cxnSpLocks noChangeShapeType="1"/>
            </p:cNvCxnSpPr>
            <p:nvPr/>
          </p:nvCxnSpPr>
          <p:spPr bwMode="auto">
            <a:xfrm rot="5400000">
              <a:off x="5946981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5" name="Straight Connector 419"/>
            <p:cNvCxnSpPr>
              <a:cxnSpLocks noChangeShapeType="1"/>
            </p:cNvCxnSpPr>
            <p:nvPr/>
          </p:nvCxnSpPr>
          <p:spPr bwMode="auto">
            <a:xfrm rot="5400000">
              <a:off x="6099381" y="5808478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6" name="Straight Connector 420"/>
            <p:cNvCxnSpPr>
              <a:cxnSpLocks noChangeShapeType="1"/>
            </p:cNvCxnSpPr>
            <p:nvPr/>
          </p:nvCxnSpPr>
          <p:spPr bwMode="auto">
            <a:xfrm rot="5400000">
              <a:off x="6245666" y="581344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7" name="Straight Connector 421"/>
            <p:cNvCxnSpPr>
              <a:cxnSpLocks noChangeShapeType="1"/>
            </p:cNvCxnSpPr>
            <p:nvPr/>
          </p:nvCxnSpPr>
          <p:spPr bwMode="auto">
            <a:xfrm rot="5400000">
              <a:off x="6398066" y="581344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8" name="Straight Connector 422"/>
            <p:cNvCxnSpPr>
              <a:cxnSpLocks noChangeShapeType="1"/>
            </p:cNvCxnSpPr>
            <p:nvPr/>
          </p:nvCxnSpPr>
          <p:spPr bwMode="auto">
            <a:xfrm rot="5400000">
              <a:off x="6550466" y="581344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89" name="Straight Connector 423"/>
            <p:cNvCxnSpPr>
              <a:cxnSpLocks noChangeShapeType="1"/>
            </p:cNvCxnSpPr>
            <p:nvPr/>
          </p:nvCxnSpPr>
          <p:spPr bwMode="auto">
            <a:xfrm rot="5400000">
              <a:off x="6702866" y="5813443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90" name="Straight Connector 424"/>
            <p:cNvCxnSpPr>
              <a:cxnSpLocks noChangeShapeType="1"/>
            </p:cNvCxnSpPr>
            <p:nvPr/>
          </p:nvCxnSpPr>
          <p:spPr bwMode="auto">
            <a:xfrm rot="5400000">
              <a:off x="6852064" y="58098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91" name="Straight Connector 425"/>
            <p:cNvCxnSpPr>
              <a:cxnSpLocks noChangeShapeType="1"/>
            </p:cNvCxnSpPr>
            <p:nvPr/>
          </p:nvCxnSpPr>
          <p:spPr bwMode="auto">
            <a:xfrm rot="5400000">
              <a:off x="7004464" y="58098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92" name="Straight Connector 426"/>
            <p:cNvCxnSpPr>
              <a:cxnSpLocks noChangeShapeType="1"/>
            </p:cNvCxnSpPr>
            <p:nvPr/>
          </p:nvCxnSpPr>
          <p:spPr bwMode="auto">
            <a:xfrm rot="5400000">
              <a:off x="7156864" y="58098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9493" name="Straight Connector 427"/>
            <p:cNvCxnSpPr>
              <a:cxnSpLocks noChangeShapeType="1"/>
            </p:cNvCxnSpPr>
            <p:nvPr/>
          </p:nvCxnSpPr>
          <p:spPr bwMode="auto">
            <a:xfrm rot="5400000">
              <a:off x="7309264" y="5809809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494" name="Oval 428"/>
            <p:cNvSpPr>
              <a:spLocks noChangeArrowheads="1"/>
            </p:cNvSpPr>
            <p:nvPr/>
          </p:nvSpPr>
          <p:spPr bwMode="auto">
            <a:xfrm>
              <a:off x="5080291" y="563913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Oval 429"/>
            <p:cNvSpPr>
              <a:spLocks noChangeArrowheads="1"/>
            </p:cNvSpPr>
            <p:nvPr/>
          </p:nvSpPr>
          <p:spPr bwMode="auto">
            <a:xfrm>
              <a:off x="5213641" y="54829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Oval 430"/>
            <p:cNvSpPr>
              <a:spLocks noChangeArrowheads="1"/>
            </p:cNvSpPr>
            <p:nvPr/>
          </p:nvSpPr>
          <p:spPr bwMode="auto">
            <a:xfrm>
              <a:off x="4795731" y="604020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Oval 431"/>
            <p:cNvSpPr>
              <a:spLocks noChangeArrowheads="1"/>
            </p:cNvSpPr>
            <p:nvPr/>
          </p:nvSpPr>
          <p:spPr bwMode="auto">
            <a:xfrm>
              <a:off x="4929081" y="593421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9498" name="Straight Connector 432"/>
            <p:cNvCxnSpPr>
              <a:cxnSpLocks noChangeShapeType="1"/>
            </p:cNvCxnSpPr>
            <p:nvPr/>
          </p:nvCxnSpPr>
          <p:spPr bwMode="auto">
            <a:xfrm rot="5400000">
              <a:off x="3058368" y="5810781"/>
              <a:ext cx="127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9499" name="Rectangle 433"/>
            <p:cNvSpPr>
              <a:spLocks noChangeArrowheads="1"/>
            </p:cNvSpPr>
            <p:nvPr/>
          </p:nvSpPr>
          <p:spPr bwMode="auto">
            <a:xfrm>
              <a:off x="2889724" y="5164086"/>
              <a:ext cx="4972050" cy="13430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Oval 434"/>
            <p:cNvSpPr>
              <a:spLocks noChangeArrowheads="1"/>
            </p:cNvSpPr>
            <p:nvPr/>
          </p:nvSpPr>
          <p:spPr bwMode="auto">
            <a:xfrm>
              <a:off x="5367231" y="563913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Oval 435"/>
            <p:cNvSpPr>
              <a:spLocks noChangeArrowheads="1"/>
            </p:cNvSpPr>
            <p:nvPr/>
          </p:nvSpPr>
          <p:spPr bwMode="auto">
            <a:xfrm>
              <a:off x="5661316" y="605925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Oval 436"/>
            <p:cNvSpPr>
              <a:spLocks noChangeArrowheads="1"/>
            </p:cNvSpPr>
            <p:nvPr/>
          </p:nvSpPr>
          <p:spPr bwMode="auto">
            <a:xfrm>
              <a:off x="5518441" y="59437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Oval 437"/>
            <p:cNvSpPr>
              <a:spLocks noChangeArrowheads="1"/>
            </p:cNvSpPr>
            <p:nvPr/>
          </p:nvSpPr>
          <p:spPr bwMode="auto">
            <a:xfrm>
              <a:off x="5985166" y="562008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Oval 438"/>
            <p:cNvSpPr>
              <a:spLocks noChangeArrowheads="1"/>
            </p:cNvSpPr>
            <p:nvPr/>
          </p:nvSpPr>
          <p:spPr bwMode="auto">
            <a:xfrm>
              <a:off x="6118516" y="54829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Oval 439"/>
            <p:cNvSpPr>
              <a:spLocks noChangeArrowheads="1"/>
            </p:cNvSpPr>
            <p:nvPr/>
          </p:nvSpPr>
          <p:spPr bwMode="auto">
            <a:xfrm>
              <a:off x="5833956" y="59437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Oval 440"/>
            <p:cNvSpPr>
              <a:spLocks noChangeArrowheads="1"/>
            </p:cNvSpPr>
            <p:nvPr/>
          </p:nvSpPr>
          <p:spPr bwMode="auto">
            <a:xfrm>
              <a:off x="6272106" y="561056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Oval 441"/>
            <p:cNvSpPr>
              <a:spLocks noChangeArrowheads="1"/>
            </p:cNvSpPr>
            <p:nvPr/>
          </p:nvSpPr>
          <p:spPr bwMode="auto">
            <a:xfrm>
              <a:off x="6566191" y="605925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Oval 442"/>
            <p:cNvSpPr>
              <a:spLocks noChangeArrowheads="1"/>
            </p:cNvSpPr>
            <p:nvPr/>
          </p:nvSpPr>
          <p:spPr bwMode="auto">
            <a:xfrm>
              <a:off x="6423316" y="59437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Oval 443"/>
            <p:cNvSpPr>
              <a:spLocks noChangeArrowheads="1"/>
            </p:cNvSpPr>
            <p:nvPr/>
          </p:nvSpPr>
          <p:spPr bwMode="auto">
            <a:xfrm>
              <a:off x="6890041" y="562008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Oval 444"/>
            <p:cNvSpPr>
              <a:spLocks noChangeArrowheads="1"/>
            </p:cNvSpPr>
            <p:nvPr/>
          </p:nvSpPr>
          <p:spPr bwMode="auto">
            <a:xfrm>
              <a:off x="7023391" y="5482961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Oval 445"/>
            <p:cNvSpPr>
              <a:spLocks noChangeArrowheads="1"/>
            </p:cNvSpPr>
            <p:nvPr/>
          </p:nvSpPr>
          <p:spPr bwMode="auto">
            <a:xfrm>
              <a:off x="6738831" y="59437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2" name="Oval 446"/>
            <p:cNvSpPr>
              <a:spLocks noChangeArrowheads="1"/>
            </p:cNvSpPr>
            <p:nvPr/>
          </p:nvSpPr>
          <p:spPr bwMode="auto">
            <a:xfrm>
              <a:off x="7176981" y="561056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Oval 447"/>
            <p:cNvSpPr>
              <a:spLocks noChangeArrowheads="1"/>
            </p:cNvSpPr>
            <p:nvPr/>
          </p:nvSpPr>
          <p:spPr bwMode="auto">
            <a:xfrm>
              <a:off x="7328191" y="59437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Oval 448"/>
            <p:cNvSpPr>
              <a:spLocks noChangeArrowheads="1"/>
            </p:cNvSpPr>
            <p:nvPr/>
          </p:nvSpPr>
          <p:spPr bwMode="auto">
            <a:xfrm>
              <a:off x="3270541" y="563913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Oval 449"/>
            <p:cNvSpPr>
              <a:spLocks noChangeArrowheads="1"/>
            </p:cNvSpPr>
            <p:nvPr/>
          </p:nvSpPr>
          <p:spPr bwMode="auto">
            <a:xfrm>
              <a:off x="3413416" y="5492486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6" name="Oval 450"/>
            <p:cNvSpPr>
              <a:spLocks noChangeArrowheads="1"/>
            </p:cNvSpPr>
            <p:nvPr/>
          </p:nvSpPr>
          <p:spPr bwMode="auto">
            <a:xfrm>
              <a:off x="3109806" y="590564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Oval 451"/>
            <p:cNvSpPr>
              <a:spLocks noChangeArrowheads="1"/>
            </p:cNvSpPr>
            <p:nvPr/>
          </p:nvSpPr>
          <p:spPr bwMode="auto">
            <a:xfrm>
              <a:off x="3567006" y="562961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Oval 452"/>
            <p:cNvSpPr>
              <a:spLocks noChangeArrowheads="1"/>
            </p:cNvSpPr>
            <p:nvPr/>
          </p:nvSpPr>
          <p:spPr bwMode="auto">
            <a:xfrm>
              <a:off x="3870616" y="605925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Oval 453"/>
            <p:cNvSpPr>
              <a:spLocks noChangeArrowheads="1"/>
            </p:cNvSpPr>
            <p:nvPr/>
          </p:nvSpPr>
          <p:spPr bwMode="auto">
            <a:xfrm>
              <a:off x="3718216" y="593421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Oval 454"/>
            <p:cNvSpPr>
              <a:spLocks noChangeArrowheads="1"/>
            </p:cNvSpPr>
            <p:nvPr/>
          </p:nvSpPr>
          <p:spPr bwMode="auto">
            <a:xfrm>
              <a:off x="4175416" y="563913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Oval 455"/>
            <p:cNvSpPr>
              <a:spLocks noChangeArrowheads="1"/>
            </p:cNvSpPr>
            <p:nvPr/>
          </p:nvSpPr>
          <p:spPr bwMode="auto">
            <a:xfrm>
              <a:off x="4318291" y="5492486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Oval 456"/>
            <p:cNvSpPr>
              <a:spLocks noChangeArrowheads="1"/>
            </p:cNvSpPr>
            <p:nvPr/>
          </p:nvSpPr>
          <p:spPr bwMode="auto">
            <a:xfrm>
              <a:off x="4024206" y="593421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Oval 457"/>
            <p:cNvSpPr>
              <a:spLocks noChangeArrowheads="1"/>
            </p:cNvSpPr>
            <p:nvPr/>
          </p:nvSpPr>
          <p:spPr bwMode="auto">
            <a:xfrm>
              <a:off x="4471881" y="5629613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4" name="Oval 458"/>
            <p:cNvSpPr>
              <a:spLocks noChangeArrowheads="1"/>
            </p:cNvSpPr>
            <p:nvPr/>
          </p:nvSpPr>
          <p:spPr bwMode="auto">
            <a:xfrm>
              <a:off x="4623091" y="5934218"/>
              <a:ext cx="63610" cy="6361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62761C-581E-C848-BCB2-C336BB665A13}"/>
                  </a:ext>
                </a:extLst>
              </p14:cNvPr>
              <p14:cNvContentPartPr/>
              <p14:nvPr/>
            </p14:nvContentPartPr>
            <p14:xfrm>
              <a:off x="344880" y="1143000"/>
              <a:ext cx="7177320" cy="501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62761C-581E-C848-BCB2-C336BB665A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20" y="1133640"/>
                <a:ext cx="7196040" cy="50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685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Signal types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01713"/>
            <a:ext cx="8001000" cy="57023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000" dirty="0"/>
              <a:t>Signals (analog or digital) can be: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deterministic or stochastic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if stochastic : white noise or colored noise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if deterministic :  periodic or aperiodic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finite or infinite time duration</a:t>
            </a:r>
          </a:p>
        </p:txBody>
      </p:sp>
    </p:spTree>
    <p:extLst>
      <p:ext uri="{BB962C8B-B14F-4D97-AF65-F5344CB8AC3E}">
        <p14:creationId xmlns:p14="http://schemas.microsoft.com/office/powerpoint/2010/main" val="1511461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Signal types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24" y="1147763"/>
            <a:ext cx="7088652" cy="5649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945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Signal types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01713"/>
            <a:ext cx="8001000" cy="57023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000" dirty="0"/>
              <a:t>Signals are more than their representation(s)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we can invert a signal  y = </a:t>
            </a:r>
            <a:r>
              <a:rPr lang="en-US" sz="2000" dirty="0" err="1"/>
              <a:t>-x</a:t>
            </a:r>
            <a:endParaRPr lang="en-US" sz="20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we can time-shift a signal y = </a:t>
            </a:r>
            <a:r>
              <a:rPr lang="en-US" sz="2000" dirty="0" err="1"/>
              <a:t>z</a:t>
            </a:r>
            <a:r>
              <a:rPr lang="en-US" sz="2000" baseline="30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</a:t>
            </a:r>
            <a:r>
              <a:rPr lang="en-US" sz="2000" dirty="0"/>
              <a:t> x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we can add two signals z = x + 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we can compare two signals (correlation)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various other operations on signals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first finite difference y = </a:t>
            </a:r>
            <a:r>
              <a:rPr lang="en-US" sz="2000" dirty="0">
                <a:latin typeface="Symbol" pitchFamily="18" charset="2"/>
              </a:rPr>
              <a:t>D</a:t>
            </a:r>
            <a:r>
              <a:rPr lang="en-US" sz="2000" dirty="0"/>
              <a:t> x  means </a:t>
            </a:r>
            <a:r>
              <a:rPr lang="en-US" sz="2000" dirty="0" err="1"/>
              <a:t>y</a:t>
            </a:r>
            <a:r>
              <a:rPr lang="en-US" sz="2000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dirty="0"/>
              <a:t> = </a:t>
            </a:r>
            <a:r>
              <a:rPr lang="en-US" sz="2000" dirty="0" err="1"/>
              <a:t>x</a:t>
            </a:r>
            <a:r>
              <a:rPr lang="en-US" sz="2000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dirty="0"/>
              <a:t> - x</a:t>
            </a:r>
            <a:r>
              <a:rPr lang="en-US" sz="20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n-1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Note </a:t>
            </a:r>
            <a:r>
              <a:rPr lang="en-US" sz="2000" dirty="0">
                <a:latin typeface="Symbol" pitchFamily="18" charset="2"/>
              </a:rPr>
              <a:t>D </a:t>
            </a:r>
            <a:r>
              <a:rPr lang="en-US" sz="2000" dirty="0"/>
              <a:t>= 1 - z</a:t>
            </a:r>
            <a:r>
              <a:rPr lang="en-US" sz="2000" baseline="30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higher order finite differences 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y = </a:t>
            </a:r>
            <a:r>
              <a:rPr lang="en-US" sz="2000" dirty="0" err="1">
                <a:latin typeface="Symbol" pitchFamily="18" charset="2"/>
                <a:ea typeface="Arial Unicode MS" pitchFamily="34" charset="-128"/>
                <a:cs typeface="Arial Unicode MS" pitchFamily="34" charset="-128"/>
              </a:rPr>
              <a:t>D</a:t>
            </a:r>
            <a:r>
              <a:rPr lang="en-US" sz="2000" baseline="30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</a:t>
            </a: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x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accumulator y =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000" dirty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2000" dirty="0">
                <a:sym typeface="Symbol" pitchFamily="18" charset="2"/>
              </a:rPr>
              <a:t>x  means </a:t>
            </a:r>
            <a:r>
              <a:rPr lang="en-US" sz="2000" dirty="0" err="1"/>
              <a:t>y</a:t>
            </a:r>
            <a:r>
              <a:rPr lang="en-US" sz="2000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dirty="0"/>
              <a:t> = </a:t>
            </a:r>
            <a:r>
              <a:rPr lang="en-US" sz="2000" dirty="0" err="1">
                <a:latin typeface="Symbol" pitchFamily="18" charset="2"/>
              </a:rPr>
              <a:t>S</a:t>
            </a:r>
            <a:r>
              <a:rPr lang="en-US" sz="2000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</a:t>
            </a:r>
            <a:r>
              <a:rPr lang="en-US" sz="20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=-</a:t>
            </a:r>
            <a:r>
              <a:rPr lang="en-US" sz="20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</a:t>
            </a:r>
            <a:r>
              <a:rPr lang="en-US" sz="2000" baseline="30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n</a:t>
            </a:r>
            <a:r>
              <a:rPr lang="en-US" sz="2000" dirty="0"/>
              <a:t> </a:t>
            </a:r>
            <a:r>
              <a:rPr lang="en-US" sz="2000" dirty="0" err="1"/>
              <a:t>x</a:t>
            </a:r>
            <a:r>
              <a:rPr lang="en-US" sz="2000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</a:t>
            </a:r>
            <a:endParaRPr lang="en-US" sz="2000" baseline="-250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/>
              <a:t>Note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000" dirty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</a:t>
            </a:r>
            <a:r>
              <a:rPr lang="en-US" sz="2000" dirty="0">
                <a:latin typeface="Symbol" pitchFamily="18" charset="2"/>
              </a:rPr>
              <a:t>D = D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000" dirty="0">
                <a:latin typeface="Symbol" pitchFamily="18" charset="2"/>
                <a:ea typeface="Arial Unicode MS" pitchFamily="34" charset="-128"/>
                <a:cs typeface="Arial Unicode MS" pitchFamily="34" charset="-128"/>
                <a:sym typeface="Symbol" pitchFamily="18" charset="2"/>
              </a:rPr>
              <a:t> = 1</a:t>
            </a:r>
            <a:endParaRPr lang="en-US" sz="2000" dirty="0"/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2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Hilbert transform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D6623F-622A-E643-B4C5-14D4834345B3}"/>
                  </a:ext>
                </a:extLst>
              </p14:cNvPr>
              <p14:cNvContentPartPr/>
              <p14:nvPr/>
            </p14:nvContentPartPr>
            <p14:xfrm>
              <a:off x="1283040" y="571680"/>
              <a:ext cx="6940080" cy="598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D6623F-622A-E643-B4C5-14D4834345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680" y="562320"/>
                <a:ext cx="6958800" cy="600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6351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Digital signals and vectors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55713"/>
            <a:ext cx="8153400" cy="52197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</a:rPr>
              <a:t>Digital signals are in many ways like </a:t>
            </a:r>
            <a:r>
              <a:rPr lang="en-US" sz="2400" b="1" i="1" dirty="0">
                <a:solidFill>
                  <a:schemeClr val="accent2"/>
                </a:solidFill>
              </a:rPr>
              <a:t>vectors</a:t>
            </a:r>
          </a:p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…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-5</a:t>
            </a:r>
            <a:r>
              <a:rPr lang="en-US" sz="2400" dirty="0"/>
              <a:t>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-4 </a:t>
            </a:r>
            <a:r>
              <a:rPr lang="en-US" sz="2400" dirty="0"/>
              <a:t>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-3</a:t>
            </a:r>
            <a:r>
              <a:rPr lang="en-US" sz="2400" dirty="0"/>
              <a:t>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-2 </a:t>
            </a:r>
            <a:r>
              <a:rPr lang="en-US" sz="2400" dirty="0"/>
              <a:t>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</a:t>
            </a:r>
            <a:r>
              <a:rPr lang="en-US" sz="2400" dirty="0"/>
              <a:t>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 </a:t>
            </a:r>
            <a:r>
              <a:rPr lang="en-US" sz="2400" dirty="0"/>
              <a:t>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2400" dirty="0"/>
              <a:t>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</a:t>
            </a:r>
            <a:r>
              <a:rPr lang="en-US" sz="2400" dirty="0"/>
              <a:t>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dirty="0"/>
              <a:t> 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4 </a:t>
            </a:r>
            <a:r>
              <a:rPr lang="en-US" sz="2400" dirty="0"/>
              <a:t>s</a:t>
            </a:r>
            <a:r>
              <a:rPr lang="en-US" sz="2400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5 </a:t>
            </a:r>
            <a:r>
              <a:rPr lang="en-US" sz="2400" dirty="0">
                <a:ea typeface="Arial Unicode MS" pitchFamily="34" charset="-128"/>
                <a:cs typeface="Arial Unicode MS" pitchFamily="34" charset="-128"/>
              </a:rPr>
              <a:t>…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   (x, y, z)</a:t>
            </a:r>
            <a:endParaRPr lang="en-US" sz="2400" dirty="0"/>
          </a:p>
          <a:p>
            <a:pPr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chemeClr val="accent2"/>
                </a:solidFill>
              </a:rPr>
              <a:t>In fact, they form a </a:t>
            </a:r>
            <a:r>
              <a:rPr lang="en-US" sz="2000" b="1" dirty="0">
                <a:solidFill>
                  <a:schemeClr val="accent2"/>
                </a:solidFill>
              </a:rPr>
              <a:t>linear vector space</a:t>
            </a:r>
          </a:p>
          <a:p>
            <a:pPr eaLnBrk="1" hangingPunct="1">
              <a:lnSpc>
                <a:spcPct val="100000"/>
              </a:lnSpc>
            </a:pPr>
            <a:r>
              <a:rPr lang="en-US" sz="1800" dirty="0">
                <a:solidFill>
                  <a:schemeClr val="accent2"/>
                </a:solidFill>
              </a:rPr>
              <a:t>the zero vector 0 (0</a:t>
            </a:r>
            <a:r>
              <a:rPr lang="en-US" sz="1800" baseline="-25000" dirty="0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 </a:t>
            </a:r>
            <a:r>
              <a:rPr lang="en-US" sz="1800" dirty="0">
                <a:solidFill>
                  <a:schemeClr val="accent2"/>
                </a:solidFill>
              </a:rPr>
              <a:t>= 0 for all times n)</a:t>
            </a:r>
          </a:p>
          <a:p>
            <a:pPr eaLnBrk="1" hangingPunct="1">
              <a:lnSpc>
                <a:spcPct val="100000"/>
              </a:lnSpc>
            </a:pPr>
            <a:r>
              <a:rPr lang="en-US" sz="1800" dirty="0">
                <a:solidFill>
                  <a:schemeClr val="accent2"/>
                </a:solidFill>
              </a:rPr>
              <a:t>every two signals can be added to form a new signal x + y = z</a:t>
            </a:r>
          </a:p>
          <a:p>
            <a:pPr eaLnBrk="1" hangingPunct="1">
              <a:lnSpc>
                <a:spcPct val="100000"/>
              </a:lnSpc>
            </a:pPr>
            <a:r>
              <a:rPr lang="en-US" sz="1800" dirty="0">
                <a:solidFill>
                  <a:schemeClr val="accent2"/>
                </a:solidFill>
              </a:rPr>
              <a:t>every signal can be multiplied by a real number (amplified!)</a:t>
            </a:r>
          </a:p>
          <a:p>
            <a:pPr eaLnBrk="1" hangingPunct="1">
              <a:lnSpc>
                <a:spcPct val="100000"/>
              </a:lnSpc>
            </a:pPr>
            <a:r>
              <a:rPr lang="en-US" sz="1800" dirty="0">
                <a:solidFill>
                  <a:schemeClr val="accent2"/>
                </a:solidFill>
              </a:rPr>
              <a:t>every signal has an opposite signal -s</a:t>
            </a:r>
            <a:r>
              <a:rPr lang="en-US" sz="1800" baseline="-25000" dirty="0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1800" dirty="0">
                <a:solidFill>
                  <a:schemeClr val="accent2"/>
                </a:solidFill>
              </a:rPr>
              <a:t>so that  s + -s = 0 (zero signal)</a:t>
            </a:r>
          </a:p>
          <a:p>
            <a:pPr eaLnBrk="1" hangingPunct="1">
              <a:lnSpc>
                <a:spcPct val="100000"/>
              </a:lnSpc>
            </a:pPr>
            <a:r>
              <a:rPr lang="en-US" sz="1800" dirty="0">
                <a:solidFill>
                  <a:schemeClr val="accent2"/>
                </a:solidFill>
              </a:rPr>
              <a:t>every signal has a length - its energy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Similarly, analog signals, periodic signals with given period, etc.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</a:rPr>
              <a:t>However</a:t>
            </a:r>
          </a:p>
          <a:p>
            <a:pPr eaLnBrk="1" hangingPunct="1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</a:rPr>
              <a:t>they are (</a:t>
            </a:r>
            <a:r>
              <a:rPr lang="en-US" sz="2000" dirty="0" err="1">
                <a:solidFill>
                  <a:srgbClr val="FF0000"/>
                </a:solidFill>
              </a:rPr>
              <a:t>denumerably</a:t>
            </a:r>
            <a:r>
              <a:rPr lang="en-US" sz="2000" dirty="0">
                <a:solidFill>
                  <a:srgbClr val="FF0000"/>
                </a:solidFill>
              </a:rPr>
              <a:t>) infinite dimension vectors</a:t>
            </a:r>
          </a:p>
          <a:p>
            <a:pPr eaLnBrk="1" hangingPunct="1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</a:rPr>
              <a:t>the component order is </a:t>
            </a:r>
            <a:r>
              <a:rPr lang="en-US" sz="2000" b="1" dirty="0">
                <a:solidFill>
                  <a:srgbClr val="FF0000"/>
                </a:solidFill>
              </a:rPr>
              <a:t>not</a:t>
            </a:r>
            <a:r>
              <a:rPr lang="en-US" sz="2000" dirty="0">
                <a:solidFill>
                  <a:srgbClr val="FF0000"/>
                </a:solidFill>
              </a:rPr>
              <a:t> arbitrary </a:t>
            </a:r>
            <a:r>
              <a:rPr lang="en-US" sz="1800" dirty="0">
                <a:solidFill>
                  <a:srgbClr val="FF0000"/>
                </a:solidFill>
              </a:rPr>
              <a:t>(time flows in one direction)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</a:rPr>
              <a:t>time advance operator </a:t>
            </a:r>
            <a:r>
              <a:rPr lang="en-US" sz="2000" b="1" dirty="0">
                <a:solidFill>
                  <a:srgbClr val="FF0000"/>
                </a:solidFill>
              </a:rPr>
              <a:t>z    (z s)</a:t>
            </a:r>
            <a:r>
              <a:rPr lang="en-US" sz="2000" b="1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 = s</a:t>
            </a:r>
            <a:r>
              <a:rPr lang="en-US" sz="2000" b="1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n+1</a:t>
            </a: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solidFill>
                  <a:srgbClr val="FF0000"/>
                </a:solidFill>
              </a:rPr>
              <a:t>time delay operator </a:t>
            </a:r>
            <a:r>
              <a:rPr lang="en-US" sz="2000" b="1" dirty="0">
                <a:solidFill>
                  <a:srgbClr val="FF0000"/>
                </a:solidFill>
              </a:rPr>
              <a:t>z</a:t>
            </a:r>
            <a:r>
              <a:rPr lang="en-US" sz="2000" b="1" baseline="30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           </a:t>
            </a:r>
            <a:r>
              <a:rPr lang="en-US" sz="2000" b="1" dirty="0">
                <a:solidFill>
                  <a:srgbClr val="FF0000"/>
                </a:solidFill>
              </a:rPr>
              <a:t>(z</a:t>
            </a:r>
            <a:r>
              <a:rPr lang="en-US" sz="2000" b="1" baseline="30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</a:t>
            </a:r>
            <a:r>
              <a:rPr lang="en-US" sz="2000" b="1" dirty="0">
                <a:solidFill>
                  <a:srgbClr val="FF0000"/>
                </a:solidFill>
              </a:rPr>
              <a:t> s)</a:t>
            </a:r>
            <a:r>
              <a:rPr lang="en-US" sz="2000" b="1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 b="1" dirty="0">
                <a:solidFill>
                  <a:srgbClr val="FF0000"/>
                </a:solidFill>
              </a:rPr>
              <a:t> = s</a:t>
            </a:r>
            <a:r>
              <a:rPr lang="en-US" sz="2000" b="1" baseline="-25000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5242A1-A5A8-B74D-AC7F-AFD701992A5A}"/>
                  </a:ext>
                </a:extLst>
              </p14:cNvPr>
              <p14:cNvContentPartPr/>
              <p14:nvPr/>
            </p14:nvContentPartPr>
            <p14:xfrm>
              <a:off x="571680" y="787320"/>
              <a:ext cx="4593600" cy="489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5242A1-A5A8-B74D-AC7F-AFD701992A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20" y="777960"/>
                <a:ext cx="4612320" cy="49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057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4" r="8382"/>
          <a:stretch/>
        </p:blipFill>
        <p:spPr>
          <a:xfrm>
            <a:off x="323528" y="980728"/>
            <a:ext cx="8568952" cy="1800200"/>
          </a:xfrm>
          <a:prstGeom prst="rect">
            <a:avLst/>
          </a:prstGeom>
        </p:spPr>
      </p:pic>
      <p:pic>
        <p:nvPicPr>
          <p:cNvPr id="11" name="1busy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672" y="1576028"/>
            <a:ext cx="609600" cy="609600"/>
          </a:xfrm>
          <a:prstGeom prst="rect">
            <a:avLst/>
          </a:prstGeom>
        </p:spPr>
      </p:pic>
      <p:pic>
        <p:nvPicPr>
          <p:cNvPr id="12" name="dialtone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596336" y="5517232"/>
            <a:ext cx="609600" cy="60960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 bwMode="auto">
          <a:xfrm>
            <a:off x="179512" y="3192264"/>
            <a:ext cx="1152128" cy="398512"/>
          </a:xfrm>
          <a:prstGeom prst="wedgeRoundRectCallout">
            <a:avLst>
              <a:gd name="adj1" fmla="val 36609"/>
              <a:gd name="adj2" fmla="val -222302"/>
              <a:gd name="adj3" fmla="val 1666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Dial tone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75520" y="2600908"/>
            <a:ext cx="2988332" cy="828092"/>
            <a:chOff x="1775520" y="2600908"/>
            <a:chExt cx="2988332" cy="828092"/>
          </a:xfrm>
        </p:grpSpPr>
        <p:sp>
          <p:nvSpPr>
            <p:cNvPr id="14" name="Right Brace 13"/>
            <p:cNvSpPr/>
            <p:nvPr/>
          </p:nvSpPr>
          <p:spPr bwMode="auto">
            <a:xfrm rot="5400000">
              <a:off x="3017658" y="1358770"/>
              <a:ext cx="504056" cy="2988332"/>
            </a:xfrm>
            <a:prstGeom prst="rightBrace">
              <a:avLst>
                <a:gd name="adj1" fmla="val 15388"/>
                <a:gd name="adj2" fmla="val 5000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 bwMode="auto">
            <a:xfrm>
              <a:off x="2524454" y="3031480"/>
              <a:ext cx="1490464" cy="397520"/>
            </a:xfrm>
            <a:prstGeom prst="roundRect">
              <a:avLst/>
            </a:prstGeom>
            <a:no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DTMF pulse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300192" y="2564904"/>
            <a:ext cx="1728192" cy="829568"/>
            <a:chOff x="6300192" y="2564904"/>
            <a:chExt cx="1728192" cy="829568"/>
          </a:xfrm>
        </p:grpSpPr>
        <p:sp>
          <p:nvSpPr>
            <p:cNvPr id="19" name="Right Brace 18"/>
            <p:cNvSpPr/>
            <p:nvPr/>
          </p:nvSpPr>
          <p:spPr bwMode="auto">
            <a:xfrm rot="5400000">
              <a:off x="6912260" y="1952836"/>
              <a:ext cx="504056" cy="1728192"/>
            </a:xfrm>
            <a:prstGeom prst="rightBrace">
              <a:avLst>
                <a:gd name="adj1" fmla="val 15388"/>
                <a:gd name="adj2" fmla="val 5000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 bwMode="auto">
            <a:xfrm>
              <a:off x="6444208" y="2996952"/>
              <a:ext cx="1346448" cy="397520"/>
            </a:xfrm>
            <a:prstGeom prst="roundRect">
              <a:avLst/>
            </a:prstGeom>
            <a:no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Busy tone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448272" y="2564904"/>
            <a:ext cx="6148064" cy="4171289"/>
            <a:chOff x="1448272" y="2564904"/>
            <a:chExt cx="6148064" cy="417128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9832" y="3507793"/>
              <a:ext cx="4536504" cy="3228400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/>
          </p:nvCxnSpPr>
          <p:spPr bwMode="auto">
            <a:xfrm>
              <a:off x="1619672" y="2564904"/>
              <a:ext cx="5497760" cy="11521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1448272" y="2564904"/>
              <a:ext cx="2043608" cy="3888432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4913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9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0" r="5036"/>
          <a:stretch/>
        </p:blipFill>
        <p:spPr>
          <a:xfrm>
            <a:off x="0" y="2780928"/>
            <a:ext cx="8748464" cy="3960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(spectrum)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4" r="8382"/>
          <a:stretch/>
        </p:blipFill>
        <p:spPr>
          <a:xfrm>
            <a:off x="323528" y="980728"/>
            <a:ext cx="8568952" cy="1800200"/>
          </a:xfrm>
          <a:prstGeom prst="rect">
            <a:avLst/>
          </a:prstGeom>
        </p:spPr>
      </p:pic>
      <p:pic>
        <p:nvPicPr>
          <p:cNvPr id="11" name="1busy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672" y="1576028"/>
            <a:ext cx="609600" cy="609600"/>
          </a:xfrm>
          <a:prstGeom prst="rect">
            <a:avLst/>
          </a:prstGeom>
        </p:spPr>
      </p:pic>
      <p:sp>
        <p:nvSpPr>
          <p:cNvPr id="14" name="Right Brace 13"/>
          <p:cNvSpPr/>
          <p:nvPr/>
        </p:nvSpPr>
        <p:spPr bwMode="auto">
          <a:xfrm rot="5400000">
            <a:off x="3017658" y="1358770"/>
            <a:ext cx="504056" cy="2988332"/>
          </a:xfrm>
          <a:prstGeom prst="rightBrace">
            <a:avLst>
              <a:gd name="adj1" fmla="val 15388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2524454" y="3031480"/>
            <a:ext cx="1490464" cy="397520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DTMF pulse</a:t>
            </a:r>
          </a:p>
        </p:txBody>
      </p:sp>
      <p:sp>
        <p:nvSpPr>
          <p:cNvPr id="19" name="Right Brace 18"/>
          <p:cNvSpPr/>
          <p:nvPr/>
        </p:nvSpPr>
        <p:spPr bwMode="auto">
          <a:xfrm rot="5400000">
            <a:off x="6912260" y="1952836"/>
            <a:ext cx="504056" cy="1728192"/>
          </a:xfrm>
          <a:prstGeom prst="rightBrace">
            <a:avLst>
              <a:gd name="adj1" fmla="val 15388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6444208" y="2996952"/>
            <a:ext cx="1346448" cy="397520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Busy tone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179512" y="3192264"/>
            <a:ext cx="1152128" cy="398512"/>
          </a:xfrm>
          <a:prstGeom prst="wedgeRoundRectCallout">
            <a:avLst>
              <a:gd name="adj1" fmla="val 36609"/>
              <a:gd name="adj2" fmla="val -222302"/>
              <a:gd name="adj3" fmla="val 16667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Dial tone</a:t>
            </a: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179512" y="3174504"/>
            <a:ext cx="1152128" cy="398512"/>
          </a:xfrm>
          <a:prstGeom prst="wedgeRoundRectCallout">
            <a:avLst>
              <a:gd name="adj1" fmla="val 33302"/>
              <a:gd name="adj2" fmla="val 647709"/>
              <a:gd name="adj3" fmla="val 16667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Dial tone</a:t>
            </a:r>
          </a:p>
        </p:txBody>
      </p:sp>
    </p:spTree>
    <p:extLst>
      <p:ext uri="{BB962C8B-B14F-4D97-AF65-F5344CB8AC3E}">
        <p14:creationId xmlns:p14="http://schemas.microsoft.com/office/powerpoint/2010/main" val="39317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9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(spectrum)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96752"/>
            <a:ext cx="4235028" cy="3013855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 bwMode="auto">
          <a:xfrm>
            <a:off x="1043608" y="4522440"/>
            <a:ext cx="1152128" cy="398512"/>
          </a:xfrm>
          <a:prstGeom prst="wedgeRoundRectCallout">
            <a:avLst>
              <a:gd name="adj1" fmla="val 20074"/>
              <a:gd name="adj2" fmla="val -352963"/>
              <a:gd name="adj3" fmla="val 1666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Dial tone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571" y="3278573"/>
            <a:ext cx="4896545" cy="328475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16016" y="1364575"/>
            <a:ext cx="3995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Dial Tone is sent to a customer or operator to indicate that the receiving end is ready to receive dial pulses or DTMF signals. </a:t>
            </a:r>
          </a:p>
        </p:txBody>
      </p:sp>
    </p:spTree>
    <p:extLst>
      <p:ext uri="{BB962C8B-B14F-4D97-AF65-F5344CB8AC3E}">
        <p14:creationId xmlns:p14="http://schemas.microsoft.com/office/powerpoint/2010/main" val="2836552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1" t="3165" r="7222" b="3577"/>
          <a:stretch/>
        </p:blipFill>
        <p:spPr>
          <a:xfrm>
            <a:off x="251520" y="1170112"/>
            <a:ext cx="7005261" cy="5472608"/>
          </a:xfrm>
          <a:prstGeom prst="rect">
            <a:avLst/>
          </a:prstGeom>
        </p:spPr>
      </p:pic>
      <p:pic>
        <p:nvPicPr>
          <p:cNvPr id="4" name="dialtone-low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530352" y="3628256"/>
            <a:ext cx="609600" cy="609600"/>
          </a:xfrm>
          <a:prstGeom prst="rect">
            <a:avLst/>
          </a:prstGeom>
        </p:spPr>
      </p:pic>
      <p:pic>
        <p:nvPicPr>
          <p:cNvPr id="5" name="dialtone-high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530352" y="5373216"/>
            <a:ext cx="609600" cy="609600"/>
          </a:xfrm>
          <a:prstGeom prst="rect">
            <a:avLst/>
          </a:prstGeom>
        </p:spPr>
      </p:pic>
      <p:pic>
        <p:nvPicPr>
          <p:cNvPr id="6" name="dialtone.wav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530352" y="1772816"/>
            <a:ext cx="609600" cy="6096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308304" y="1396180"/>
            <a:ext cx="1096716" cy="1096716"/>
            <a:chOff x="3822664" y="1871797"/>
            <a:chExt cx="1096716" cy="1096716"/>
          </a:xfrm>
        </p:grpSpPr>
        <p:sp>
          <p:nvSpPr>
            <p:cNvPr id="9" name="Oval 8"/>
            <p:cNvSpPr/>
            <p:nvPr/>
          </p:nvSpPr>
          <p:spPr>
            <a:xfrm>
              <a:off x="3822664" y="1871797"/>
              <a:ext cx="1096716" cy="109671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Oval 4"/>
            <p:cNvSpPr/>
            <p:nvPr/>
          </p:nvSpPr>
          <p:spPr>
            <a:xfrm>
              <a:off x="3983274" y="2032407"/>
              <a:ext cx="775496" cy="775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230" tIns="62230" rIns="62230" bIns="62230" numCol="1" spcCol="1270" anchor="ctr" anchorCtr="0">
              <a:noAutofit/>
            </a:bodyPr>
            <a:lstStyle/>
            <a:p>
              <a:pPr lvl="0"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z</a:t>
              </a:r>
              <a:r>
                <a:rPr lang="en-US" sz="2800" kern="1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[n]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308304" y="3268388"/>
            <a:ext cx="1096716" cy="1096716"/>
            <a:chOff x="3822664" y="1871797"/>
            <a:chExt cx="1096716" cy="1096716"/>
          </a:xfrm>
        </p:grpSpPr>
        <p:sp>
          <p:nvSpPr>
            <p:cNvPr id="12" name="Oval 11"/>
            <p:cNvSpPr/>
            <p:nvPr/>
          </p:nvSpPr>
          <p:spPr>
            <a:xfrm>
              <a:off x="3822664" y="1871797"/>
              <a:ext cx="1096716" cy="109671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Oval 4"/>
            <p:cNvSpPr/>
            <p:nvPr/>
          </p:nvSpPr>
          <p:spPr>
            <a:xfrm>
              <a:off x="3983274" y="2032407"/>
              <a:ext cx="775496" cy="775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230" tIns="62230" rIns="62230" bIns="62230" numCol="1" spcCol="1270" anchor="ctr" anchorCtr="0">
              <a:noAutofit/>
            </a:bodyPr>
            <a:lstStyle/>
            <a:p>
              <a:pPr lvl="0"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kern="1200" dirty="0"/>
                <a:t>x[n]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308304" y="5140596"/>
            <a:ext cx="1096716" cy="1096716"/>
            <a:chOff x="3822664" y="1871797"/>
            <a:chExt cx="1096716" cy="1096716"/>
          </a:xfrm>
        </p:grpSpPr>
        <p:sp>
          <p:nvSpPr>
            <p:cNvPr id="15" name="Oval 14"/>
            <p:cNvSpPr/>
            <p:nvPr/>
          </p:nvSpPr>
          <p:spPr>
            <a:xfrm>
              <a:off x="3822664" y="1871797"/>
              <a:ext cx="1096716" cy="109671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Oval 4"/>
            <p:cNvSpPr/>
            <p:nvPr/>
          </p:nvSpPr>
          <p:spPr>
            <a:xfrm>
              <a:off x="3983274" y="2032407"/>
              <a:ext cx="775496" cy="77549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230" tIns="62230" rIns="62230" bIns="62230" numCol="1" spcCol="1270" anchor="ctr" anchorCtr="0">
              <a:noAutofit/>
            </a:bodyPr>
            <a:lstStyle/>
            <a:p>
              <a:pPr lvl="0" algn="ctr"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/>
                <a:t>y</a:t>
              </a:r>
              <a:r>
                <a:rPr lang="en-US" sz="2800" kern="1200" dirty="0"/>
                <a:t>[n]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 rot="16200000">
            <a:off x="7538614" y="2564905"/>
            <a:ext cx="636095" cy="636095"/>
            <a:chOff x="3097515" y="2102108"/>
            <a:chExt cx="636095" cy="636095"/>
          </a:xfrm>
        </p:grpSpPr>
        <p:sp>
          <p:nvSpPr>
            <p:cNvPr id="18" name="Equal 17"/>
            <p:cNvSpPr/>
            <p:nvPr/>
          </p:nvSpPr>
          <p:spPr>
            <a:xfrm>
              <a:off x="3097515" y="2102108"/>
              <a:ext cx="636095" cy="636095"/>
            </a:xfrm>
            <a:prstGeom prst="mathEqual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Equal 4"/>
            <p:cNvSpPr/>
            <p:nvPr/>
          </p:nvSpPr>
          <p:spPr>
            <a:xfrm>
              <a:off x="3181829" y="2233144"/>
              <a:ext cx="467467" cy="3740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800" kern="120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38613" y="4437112"/>
            <a:ext cx="636095" cy="636095"/>
            <a:chOff x="1186597" y="2102108"/>
            <a:chExt cx="636095" cy="636095"/>
          </a:xfrm>
        </p:grpSpPr>
        <p:sp>
          <p:nvSpPr>
            <p:cNvPr id="21" name="Plus 20"/>
            <p:cNvSpPr/>
            <p:nvPr/>
          </p:nvSpPr>
          <p:spPr>
            <a:xfrm>
              <a:off x="1186597" y="2102108"/>
              <a:ext cx="636095" cy="636095"/>
            </a:xfrm>
            <a:prstGeom prst="mathPlus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Plus 4"/>
            <p:cNvSpPr/>
            <p:nvPr/>
          </p:nvSpPr>
          <p:spPr>
            <a:xfrm>
              <a:off x="1270911" y="2345351"/>
              <a:ext cx="467467" cy="1496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1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7257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Analog to Digital Conversion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2460625"/>
          </a:xfrm>
          <a:noFill/>
          <a:ln/>
        </p:spPr>
        <p:txBody>
          <a:bodyPr/>
          <a:lstStyle/>
          <a:p>
            <a:r>
              <a:rPr lang="en-US"/>
              <a:t>To convert “real-world” analog signals to digital signals for processing</a:t>
            </a:r>
          </a:p>
          <a:p>
            <a:r>
              <a:rPr lang="en-US"/>
              <a:t>Sampling</a:t>
            </a:r>
          </a:p>
          <a:p>
            <a:r>
              <a:rPr lang="en-US"/>
              <a:t>Quantizing and coding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800225" y="4408488"/>
            <a:ext cx="2025650" cy="12795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116513" y="4429125"/>
            <a:ext cx="2025650" cy="12795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630238" y="5084763"/>
            <a:ext cx="1157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7143750" y="5046663"/>
            <a:ext cx="1157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3865563" y="5083175"/>
            <a:ext cx="1249362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523875" y="4545013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1"/>
              <a:t>X</a:t>
            </a:r>
            <a:r>
              <a:rPr lang="en-US" i="1" baseline="-25000"/>
              <a:t>a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4102100" y="4484688"/>
            <a:ext cx="801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1"/>
              <a:t>X </a:t>
            </a:r>
            <a:r>
              <a:rPr lang="en-US"/>
              <a:t>[</a:t>
            </a:r>
            <a:r>
              <a:rPr lang="en-US" i="1"/>
              <a:t>n</a:t>
            </a:r>
            <a:r>
              <a:rPr lang="en-US"/>
              <a:t>]</a:t>
            </a: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7240588" y="4491038"/>
            <a:ext cx="827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1"/>
              <a:t>X</a:t>
            </a:r>
            <a:r>
              <a:rPr lang="en-US" i="1" baseline="-25000"/>
              <a:t>q</a:t>
            </a:r>
            <a:r>
              <a:rPr lang="en-US"/>
              <a:t>[</a:t>
            </a:r>
            <a:r>
              <a:rPr lang="en-US" i="1"/>
              <a:t>n</a:t>
            </a:r>
            <a:r>
              <a:rPr lang="en-US"/>
              <a:t>]</a:t>
            </a: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106613" y="4821238"/>
            <a:ext cx="120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Sampler</a:t>
            </a: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5300663" y="4645025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Quantizer</a:t>
            </a:r>
          </a:p>
          <a:p>
            <a:r>
              <a:rPr lang="en-US"/>
              <a:t>and Coder</a:t>
            </a: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127000" y="5691188"/>
            <a:ext cx="188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Analog signal</a:t>
            </a:r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3590925" y="5829300"/>
            <a:ext cx="200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Discrete signal</a:t>
            </a: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6923088" y="5807075"/>
            <a:ext cx="183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Digital signal</a:t>
            </a:r>
          </a:p>
        </p:txBody>
      </p:sp>
    </p:spTree>
    <p:extLst>
      <p:ext uri="{BB962C8B-B14F-4D97-AF65-F5344CB8AC3E}">
        <p14:creationId xmlns:p14="http://schemas.microsoft.com/office/powerpoint/2010/main" val="3117201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9" name="Group 7"/>
          <p:cNvGrpSpPr>
            <a:grpSpLocks/>
          </p:cNvGrpSpPr>
          <p:nvPr/>
        </p:nvGrpSpPr>
        <p:grpSpPr bwMode="auto">
          <a:xfrm>
            <a:off x="103188" y="1230313"/>
            <a:ext cx="2109787" cy="1774825"/>
            <a:chOff x="65" y="775"/>
            <a:chExt cx="1329" cy="1118"/>
          </a:xfrm>
        </p:grpSpPr>
        <p:sp>
          <p:nvSpPr>
            <p:cNvPr id="23554" name="Line 2"/>
            <p:cNvSpPr>
              <a:spLocks noChangeShapeType="1"/>
            </p:cNvSpPr>
            <p:nvPr/>
          </p:nvSpPr>
          <p:spPr bwMode="auto">
            <a:xfrm>
              <a:off x="65" y="1893"/>
              <a:ext cx="13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5" name="Rectangle 3"/>
            <p:cNvSpPr>
              <a:spLocks noChangeArrowheads="1"/>
            </p:cNvSpPr>
            <p:nvPr/>
          </p:nvSpPr>
          <p:spPr bwMode="auto">
            <a:xfrm>
              <a:off x="136" y="1497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/>
                <a:t>x</a:t>
              </a:r>
              <a:r>
                <a:rPr lang="en-US" i="1" baseline="-25000"/>
                <a:t>a</a:t>
              </a:r>
              <a:r>
                <a:rPr lang="en-US"/>
                <a:t>(</a:t>
              </a:r>
              <a:r>
                <a:rPr lang="en-US" i="1"/>
                <a:t>t</a:t>
              </a:r>
              <a:r>
                <a:rPr lang="en-US"/>
                <a:t>)</a:t>
              </a:r>
            </a:p>
          </p:txBody>
        </p:sp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>
              <a:off x="74" y="1477"/>
              <a:ext cx="9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7" name="Freeform 5"/>
            <p:cNvSpPr>
              <a:spLocks/>
            </p:cNvSpPr>
            <p:nvPr/>
          </p:nvSpPr>
          <p:spPr bwMode="auto">
            <a:xfrm>
              <a:off x="101" y="1163"/>
              <a:ext cx="934" cy="121"/>
            </a:xfrm>
            <a:custGeom>
              <a:avLst/>
              <a:gdLst>
                <a:gd name="T0" fmla="*/ 0 w 934"/>
                <a:gd name="T1" fmla="*/ 120 h 121"/>
                <a:gd name="T2" fmla="*/ 0 w 934"/>
                <a:gd name="T3" fmla="*/ 83 h 121"/>
                <a:gd name="T4" fmla="*/ 19 w 934"/>
                <a:gd name="T5" fmla="*/ 55 h 121"/>
                <a:gd name="T6" fmla="*/ 28 w 934"/>
                <a:gd name="T7" fmla="*/ 28 h 121"/>
                <a:gd name="T8" fmla="*/ 46 w 934"/>
                <a:gd name="T9" fmla="*/ 9 h 121"/>
                <a:gd name="T10" fmla="*/ 65 w 934"/>
                <a:gd name="T11" fmla="*/ 9 h 121"/>
                <a:gd name="T12" fmla="*/ 93 w 934"/>
                <a:gd name="T13" fmla="*/ 19 h 121"/>
                <a:gd name="T14" fmla="*/ 120 w 934"/>
                <a:gd name="T15" fmla="*/ 37 h 121"/>
                <a:gd name="T16" fmla="*/ 139 w 934"/>
                <a:gd name="T17" fmla="*/ 55 h 121"/>
                <a:gd name="T18" fmla="*/ 157 w 934"/>
                <a:gd name="T19" fmla="*/ 74 h 121"/>
                <a:gd name="T20" fmla="*/ 176 w 934"/>
                <a:gd name="T21" fmla="*/ 83 h 121"/>
                <a:gd name="T22" fmla="*/ 203 w 934"/>
                <a:gd name="T23" fmla="*/ 102 h 121"/>
                <a:gd name="T24" fmla="*/ 222 w 934"/>
                <a:gd name="T25" fmla="*/ 102 h 121"/>
                <a:gd name="T26" fmla="*/ 249 w 934"/>
                <a:gd name="T27" fmla="*/ 102 h 121"/>
                <a:gd name="T28" fmla="*/ 268 w 934"/>
                <a:gd name="T29" fmla="*/ 102 h 121"/>
                <a:gd name="T30" fmla="*/ 296 w 934"/>
                <a:gd name="T31" fmla="*/ 92 h 121"/>
                <a:gd name="T32" fmla="*/ 323 w 934"/>
                <a:gd name="T33" fmla="*/ 83 h 121"/>
                <a:gd name="T34" fmla="*/ 342 w 934"/>
                <a:gd name="T35" fmla="*/ 74 h 121"/>
                <a:gd name="T36" fmla="*/ 369 w 934"/>
                <a:gd name="T37" fmla="*/ 55 h 121"/>
                <a:gd name="T38" fmla="*/ 397 w 934"/>
                <a:gd name="T39" fmla="*/ 46 h 121"/>
                <a:gd name="T40" fmla="*/ 425 w 934"/>
                <a:gd name="T41" fmla="*/ 28 h 121"/>
                <a:gd name="T42" fmla="*/ 453 w 934"/>
                <a:gd name="T43" fmla="*/ 19 h 121"/>
                <a:gd name="T44" fmla="*/ 471 w 934"/>
                <a:gd name="T45" fmla="*/ 0 h 121"/>
                <a:gd name="T46" fmla="*/ 499 w 934"/>
                <a:gd name="T47" fmla="*/ 0 h 121"/>
                <a:gd name="T48" fmla="*/ 526 w 934"/>
                <a:gd name="T49" fmla="*/ 0 h 121"/>
                <a:gd name="T50" fmla="*/ 563 w 934"/>
                <a:gd name="T51" fmla="*/ 9 h 121"/>
                <a:gd name="T52" fmla="*/ 582 w 934"/>
                <a:gd name="T53" fmla="*/ 19 h 121"/>
                <a:gd name="T54" fmla="*/ 609 w 934"/>
                <a:gd name="T55" fmla="*/ 37 h 121"/>
                <a:gd name="T56" fmla="*/ 628 w 934"/>
                <a:gd name="T57" fmla="*/ 37 h 121"/>
                <a:gd name="T58" fmla="*/ 656 w 934"/>
                <a:gd name="T59" fmla="*/ 46 h 121"/>
                <a:gd name="T60" fmla="*/ 683 w 934"/>
                <a:gd name="T61" fmla="*/ 55 h 121"/>
                <a:gd name="T62" fmla="*/ 720 w 934"/>
                <a:gd name="T63" fmla="*/ 55 h 121"/>
                <a:gd name="T64" fmla="*/ 739 w 934"/>
                <a:gd name="T65" fmla="*/ 55 h 121"/>
                <a:gd name="T66" fmla="*/ 766 w 934"/>
                <a:gd name="T67" fmla="*/ 55 h 121"/>
                <a:gd name="T68" fmla="*/ 794 w 934"/>
                <a:gd name="T69" fmla="*/ 55 h 121"/>
                <a:gd name="T70" fmla="*/ 813 w 934"/>
                <a:gd name="T71" fmla="*/ 46 h 121"/>
                <a:gd name="T72" fmla="*/ 840 w 934"/>
                <a:gd name="T73" fmla="*/ 37 h 121"/>
                <a:gd name="T74" fmla="*/ 859 w 934"/>
                <a:gd name="T75" fmla="*/ 37 h 121"/>
                <a:gd name="T76" fmla="*/ 886 w 934"/>
                <a:gd name="T77" fmla="*/ 28 h 121"/>
                <a:gd name="T78" fmla="*/ 914 w 934"/>
                <a:gd name="T79" fmla="*/ 19 h 121"/>
                <a:gd name="T80" fmla="*/ 933 w 934"/>
                <a:gd name="T81" fmla="*/ 1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4" h="121">
                  <a:moveTo>
                    <a:pt x="0" y="120"/>
                  </a:moveTo>
                  <a:lnTo>
                    <a:pt x="0" y="83"/>
                  </a:lnTo>
                  <a:lnTo>
                    <a:pt x="19" y="55"/>
                  </a:lnTo>
                  <a:lnTo>
                    <a:pt x="28" y="28"/>
                  </a:lnTo>
                  <a:lnTo>
                    <a:pt x="46" y="9"/>
                  </a:lnTo>
                  <a:lnTo>
                    <a:pt x="65" y="9"/>
                  </a:lnTo>
                  <a:lnTo>
                    <a:pt x="93" y="19"/>
                  </a:lnTo>
                  <a:lnTo>
                    <a:pt x="120" y="37"/>
                  </a:lnTo>
                  <a:lnTo>
                    <a:pt x="139" y="55"/>
                  </a:lnTo>
                  <a:lnTo>
                    <a:pt x="157" y="74"/>
                  </a:lnTo>
                  <a:lnTo>
                    <a:pt x="176" y="83"/>
                  </a:lnTo>
                  <a:lnTo>
                    <a:pt x="203" y="102"/>
                  </a:lnTo>
                  <a:lnTo>
                    <a:pt x="222" y="102"/>
                  </a:lnTo>
                  <a:lnTo>
                    <a:pt x="249" y="102"/>
                  </a:lnTo>
                  <a:lnTo>
                    <a:pt x="268" y="102"/>
                  </a:lnTo>
                  <a:lnTo>
                    <a:pt x="296" y="92"/>
                  </a:lnTo>
                  <a:lnTo>
                    <a:pt x="323" y="83"/>
                  </a:lnTo>
                  <a:lnTo>
                    <a:pt x="342" y="74"/>
                  </a:lnTo>
                  <a:lnTo>
                    <a:pt x="369" y="55"/>
                  </a:lnTo>
                  <a:lnTo>
                    <a:pt x="397" y="46"/>
                  </a:lnTo>
                  <a:lnTo>
                    <a:pt x="425" y="28"/>
                  </a:lnTo>
                  <a:lnTo>
                    <a:pt x="453" y="19"/>
                  </a:lnTo>
                  <a:lnTo>
                    <a:pt x="471" y="0"/>
                  </a:lnTo>
                  <a:lnTo>
                    <a:pt x="499" y="0"/>
                  </a:lnTo>
                  <a:lnTo>
                    <a:pt x="526" y="0"/>
                  </a:lnTo>
                  <a:lnTo>
                    <a:pt x="563" y="9"/>
                  </a:lnTo>
                  <a:lnTo>
                    <a:pt x="582" y="19"/>
                  </a:lnTo>
                  <a:lnTo>
                    <a:pt x="609" y="37"/>
                  </a:lnTo>
                  <a:lnTo>
                    <a:pt x="628" y="37"/>
                  </a:lnTo>
                  <a:lnTo>
                    <a:pt x="656" y="46"/>
                  </a:lnTo>
                  <a:lnTo>
                    <a:pt x="683" y="55"/>
                  </a:lnTo>
                  <a:lnTo>
                    <a:pt x="720" y="55"/>
                  </a:lnTo>
                  <a:lnTo>
                    <a:pt x="739" y="55"/>
                  </a:lnTo>
                  <a:lnTo>
                    <a:pt x="766" y="55"/>
                  </a:lnTo>
                  <a:lnTo>
                    <a:pt x="794" y="55"/>
                  </a:lnTo>
                  <a:lnTo>
                    <a:pt x="813" y="46"/>
                  </a:lnTo>
                  <a:lnTo>
                    <a:pt x="840" y="37"/>
                  </a:lnTo>
                  <a:lnTo>
                    <a:pt x="859" y="37"/>
                  </a:lnTo>
                  <a:lnTo>
                    <a:pt x="886" y="28"/>
                  </a:lnTo>
                  <a:lnTo>
                    <a:pt x="914" y="19"/>
                  </a:lnTo>
                  <a:lnTo>
                    <a:pt x="933" y="1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 flipV="1">
              <a:off x="83" y="775"/>
              <a:ext cx="0" cy="7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76" name="Group 24"/>
          <p:cNvGrpSpPr>
            <a:grpSpLocks/>
          </p:cNvGrpSpPr>
          <p:nvPr/>
        </p:nvGrpSpPr>
        <p:grpSpPr bwMode="auto">
          <a:xfrm>
            <a:off x="919163" y="3122613"/>
            <a:ext cx="2535237" cy="3184525"/>
            <a:chOff x="579" y="1967"/>
            <a:chExt cx="1597" cy="2006"/>
          </a:xfrm>
        </p:grpSpPr>
        <p:sp>
          <p:nvSpPr>
            <p:cNvPr id="23560" name="Rectangle 8"/>
            <p:cNvSpPr>
              <a:spLocks noChangeArrowheads="1"/>
            </p:cNvSpPr>
            <p:nvPr/>
          </p:nvSpPr>
          <p:spPr bwMode="auto">
            <a:xfrm>
              <a:off x="1040" y="3288"/>
              <a:ext cx="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1"/>
                <a:t>n=</a:t>
              </a:r>
              <a:r>
                <a:rPr lang="en-US" i="1">
                  <a:latin typeface="Symbol" pitchFamily="18" charset="2"/>
                </a:rPr>
                <a:t>-</a:t>
              </a:r>
              <a:r>
                <a:rPr lang="en-US">
                  <a:latin typeface="Symbol" pitchFamily="18" charset="2"/>
                </a:rPr>
                <a:t>¥</a:t>
              </a:r>
            </a:p>
          </p:txBody>
        </p:sp>
        <p:sp>
          <p:nvSpPr>
            <p:cNvPr id="23561" name="Rectangle 9"/>
            <p:cNvSpPr>
              <a:spLocks noChangeArrowheads="1"/>
            </p:cNvSpPr>
            <p:nvPr/>
          </p:nvSpPr>
          <p:spPr bwMode="auto">
            <a:xfrm>
              <a:off x="1050" y="2725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Symbol" pitchFamily="18" charset="2"/>
                </a:rPr>
                <a:t>¥</a:t>
              </a:r>
            </a:p>
          </p:txBody>
        </p:sp>
        <p:grpSp>
          <p:nvGrpSpPr>
            <p:cNvPr id="23575" name="Group 23"/>
            <p:cNvGrpSpPr>
              <a:grpSpLocks/>
            </p:cNvGrpSpPr>
            <p:nvPr/>
          </p:nvGrpSpPr>
          <p:grpSpPr bwMode="auto">
            <a:xfrm>
              <a:off x="579" y="1967"/>
              <a:ext cx="1597" cy="2006"/>
              <a:chOff x="579" y="1967"/>
              <a:chExt cx="1597" cy="2006"/>
            </a:xfrm>
          </p:grpSpPr>
          <p:sp>
            <p:nvSpPr>
              <p:cNvPr id="23562" name="Line 10"/>
              <p:cNvSpPr>
                <a:spLocks noChangeShapeType="1"/>
              </p:cNvSpPr>
              <p:nvPr/>
            </p:nvSpPr>
            <p:spPr bwMode="auto">
              <a:xfrm>
                <a:off x="1514" y="1967"/>
                <a:ext cx="0" cy="94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3" name="Rectangle 11"/>
              <p:cNvSpPr>
                <a:spLocks noChangeArrowheads="1"/>
              </p:cNvSpPr>
              <p:nvPr/>
            </p:nvSpPr>
            <p:spPr bwMode="auto">
              <a:xfrm>
                <a:off x="579" y="2933"/>
                <a:ext cx="1597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i="1"/>
                  <a:t>S</a:t>
                </a:r>
                <a:r>
                  <a:rPr lang="en-US"/>
                  <a:t>(</a:t>
                </a:r>
                <a:r>
                  <a:rPr lang="en-US" i="1"/>
                  <a:t>t</a:t>
                </a:r>
                <a:r>
                  <a:rPr lang="en-US"/>
                  <a:t>) = </a:t>
                </a:r>
                <a:r>
                  <a:rPr lang="en-US" sz="3600">
                    <a:latin typeface="Symbol" pitchFamily="18" charset="2"/>
                  </a:rPr>
                  <a:t>å</a:t>
                </a:r>
                <a:r>
                  <a:rPr lang="en-US" sz="2800">
                    <a:latin typeface="Symbol" pitchFamily="18" charset="2"/>
                  </a:rPr>
                  <a:t>d</a:t>
                </a:r>
                <a:r>
                  <a:rPr lang="en-US" sz="2800"/>
                  <a:t>(</a:t>
                </a:r>
                <a:r>
                  <a:rPr lang="en-US" sz="2800" i="1"/>
                  <a:t>t</a:t>
                </a:r>
                <a:r>
                  <a:rPr lang="en-US" sz="2800" i="1">
                    <a:latin typeface="Symbol" pitchFamily="18" charset="2"/>
                  </a:rPr>
                  <a:t>-  </a:t>
                </a:r>
                <a:r>
                  <a:rPr lang="en-US" sz="2800" i="1"/>
                  <a:t>nT</a:t>
                </a:r>
                <a:r>
                  <a:rPr lang="en-US" sz="2800"/>
                  <a:t>)</a:t>
                </a:r>
              </a:p>
            </p:txBody>
          </p:sp>
          <p:grpSp>
            <p:nvGrpSpPr>
              <p:cNvPr id="23574" name="Group 22"/>
              <p:cNvGrpSpPr>
                <a:grpSpLocks/>
              </p:cNvGrpSpPr>
              <p:nvPr/>
            </p:nvGrpSpPr>
            <p:grpSpPr bwMode="auto">
              <a:xfrm>
                <a:off x="1092" y="3552"/>
                <a:ext cx="1015" cy="421"/>
                <a:chOff x="1092" y="3552"/>
                <a:chExt cx="1015" cy="421"/>
              </a:xfrm>
            </p:grpSpPr>
            <p:sp>
              <p:nvSpPr>
                <p:cNvPr id="23564" name="Line 12"/>
                <p:cNvSpPr>
                  <a:spLocks noChangeShapeType="1"/>
                </p:cNvSpPr>
                <p:nvPr/>
              </p:nvSpPr>
              <p:spPr bwMode="auto">
                <a:xfrm>
                  <a:off x="1092" y="3973"/>
                  <a:ext cx="101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221" y="3558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317" y="3555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413" y="3552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509" y="3558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9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605" y="3555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0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701" y="3552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797" y="3558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893" y="3555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1989" y="3552"/>
                  <a:ext cx="0" cy="4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3597" name="Group 45"/>
          <p:cNvGrpSpPr>
            <a:grpSpLocks/>
          </p:cNvGrpSpPr>
          <p:nvPr/>
        </p:nvGrpSpPr>
        <p:grpSpPr bwMode="auto">
          <a:xfrm>
            <a:off x="2222501" y="430213"/>
            <a:ext cx="3862388" cy="2697163"/>
            <a:chOff x="1400" y="271"/>
            <a:chExt cx="2433" cy="1699"/>
          </a:xfrm>
        </p:grpSpPr>
        <p:sp>
          <p:nvSpPr>
            <p:cNvPr id="23577" name="Oval 25"/>
            <p:cNvSpPr>
              <a:spLocks noChangeArrowheads="1"/>
            </p:cNvSpPr>
            <p:nvPr/>
          </p:nvSpPr>
          <p:spPr bwMode="auto">
            <a:xfrm>
              <a:off x="1411" y="1781"/>
              <a:ext cx="187" cy="1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23578" name="Rectangle 26"/>
            <p:cNvSpPr>
              <a:spLocks noChangeArrowheads="1"/>
            </p:cNvSpPr>
            <p:nvPr/>
          </p:nvSpPr>
          <p:spPr bwMode="auto">
            <a:xfrm>
              <a:off x="1400" y="1737"/>
              <a:ext cx="16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dirty="0">
                  <a:latin typeface="Symbol" pitchFamily="18" charset="2"/>
                </a:rPr>
                <a:t>´</a:t>
              </a:r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>
              <a:off x="1628" y="1897"/>
              <a:ext cx="13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83" name="Group 31"/>
            <p:cNvGrpSpPr>
              <a:grpSpLocks/>
            </p:cNvGrpSpPr>
            <p:nvPr/>
          </p:nvGrpSpPr>
          <p:grpSpPr bwMode="auto">
            <a:xfrm>
              <a:off x="1573" y="961"/>
              <a:ext cx="2260" cy="851"/>
              <a:chOff x="1573" y="961"/>
              <a:chExt cx="2260" cy="851"/>
            </a:xfrm>
          </p:grpSpPr>
          <p:sp>
            <p:nvSpPr>
              <p:cNvPr id="23580" name="Rectangle 28"/>
              <p:cNvSpPr>
                <a:spLocks noChangeArrowheads="1"/>
              </p:cNvSpPr>
              <p:nvPr/>
            </p:nvSpPr>
            <p:spPr bwMode="auto">
              <a:xfrm>
                <a:off x="1573" y="1169"/>
                <a:ext cx="22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i="1"/>
                  <a:t>x</a:t>
                </a:r>
                <a:r>
                  <a:rPr lang="en-US" i="1" baseline="-25000"/>
                  <a:t>s</a:t>
                </a:r>
                <a:r>
                  <a:rPr lang="en-US"/>
                  <a:t>(</a:t>
                </a:r>
                <a:r>
                  <a:rPr lang="en-US" i="1"/>
                  <a:t>t</a:t>
                </a:r>
                <a:r>
                  <a:rPr lang="en-US"/>
                  <a:t>) = </a:t>
                </a:r>
                <a:r>
                  <a:rPr lang="en-US" sz="3600">
                    <a:latin typeface="Symbol" pitchFamily="18" charset="2"/>
                  </a:rPr>
                  <a:t>å </a:t>
                </a:r>
                <a:r>
                  <a:rPr lang="en-US" i="1"/>
                  <a:t>x</a:t>
                </a:r>
                <a:r>
                  <a:rPr lang="en-US" i="1" baseline="-25000"/>
                  <a:t>a</a:t>
                </a:r>
                <a:r>
                  <a:rPr lang="en-US"/>
                  <a:t>(</a:t>
                </a:r>
                <a:r>
                  <a:rPr lang="en-US" i="1"/>
                  <a:t>nT</a:t>
                </a:r>
                <a:r>
                  <a:rPr lang="en-US"/>
                  <a:t>)</a:t>
                </a:r>
                <a:r>
                  <a:rPr lang="en-US" sz="3600">
                    <a:latin typeface="Symbol" pitchFamily="18" charset="2"/>
                  </a:rPr>
                  <a:t> </a:t>
                </a:r>
                <a:r>
                  <a:rPr lang="en-US" sz="2800">
                    <a:latin typeface="Symbol" pitchFamily="18" charset="2"/>
                  </a:rPr>
                  <a:t>d</a:t>
                </a:r>
                <a:r>
                  <a:rPr lang="en-US" sz="2800"/>
                  <a:t>(</a:t>
                </a:r>
                <a:r>
                  <a:rPr lang="en-US" sz="2800" i="1"/>
                  <a:t>t</a:t>
                </a:r>
                <a:r>
                  <a:rPr lang="en-US" sz="2800" i="1">
                    <a:latin typeface="Symbol" pitchFamily="18" charset="2"/>
                  </a:rPr>
                  <a:t>-  </a:t>
                </a:r>
                <a:r>
                  <a:rPr lang="en-US" sz="2800" i="1"/>
                  <a:t>nT</a:t>
                </a:r>
                <a:r>
                  <a:rPr lang="en-US" sz="2800"/>
                  <a:t>)</a:t>
                </a:r>
              </a:p>
            </p:txBody>
          </p:sp>
          <p:sp>
            <p:nvSpPr>
              <p:cNvPr id="23581" name="Rectangle 29"/>
              <p:cNvSpPr>
                <a:spLocks noChangeArrowheads="1"/>
              </p:cNvSpPr>
              <p:nvPr/>
            </p:nvSpPr>
            <p:spPr bwMode="auto">
              <a:xfrm>
                <a:off x="2034" y="1524"/>
                <a:ext cx="5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i="1"/>
                  <a:t>n=</a:t>
                </a:r>
                <a:r>
                  <a:rPr lang="en-US" i="1">
                    <a:latin typeface="Symbol" pitchFamily="18" charset="2"/>
                  </a:rPr>
                  <a:t>-</a:t>
                </a:r>
                <a:r>
                  <a:rPr lang="en-US">
                    <a:latin typeface="Symbol" pitchFamily="18" charset="2"/>
                  </a:rPr>
                  <a:t>¥</a:t>
                </a:r>
              </a:p>
            </p:txBody>
          </p:sp>
          <p:sp>
            <p:nvSpPr>
              <p:cNvPr id="23582" name="Rectangle 30"/>
              <p:cNvSpPr>
                <a:spLocks noChangeArrowheads="1"/>
              </p:cNvSpPr>
              <p:nvPr/>
            </p:nvSpPr>
            <p:spPr bwMode="auto">
              <a:xfrm>
                <a:off x="2044" y="961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>
                    <a:latin typeface="Symbol" pitchFamily="18" charset="2"/>
                  </a:rPr>
                  <a:t>¥</a:t>
                </a:r>
              </a:p>
            </p:txBody>
          </p:sp>
        </p:grpSp>
        <p:grpSp>
          <p:nvGrpSpPr>
            <p:cNvPr id="23596" name="Group 44"/>
            <p:cNvGrpSpPr>
              <a:grpSpLocks/>
            </p:cNvGrpSpPr>
            <p:nvPr/>
          </p:nvGrpSpPr>
          <p:grpSpPr bwMode="auto">
            <a:xfrm>
              <a:off x="2256" y="271"/>
              <a:ext cx="978" cy="702"/>
              <a:chOff x="2256" y="271"/>
              <a:chExt cx="978" cy="702"/>
            </a:xfrm>
          </p:grpSpPr>
          <p:grpSp>
            <p:nvGrpSpPr>
              <p:cNvPr id="23587" name="Group 35"/>
              <p:cNvGrpSpPr>
                <a:grpSpLocks/>
              </p:cNvGrpSpPr>
              <p:nvPr/>
            </p:nvGrpSpPr>
            <p:grpSpPr bwMode="auto">
              <a:xfrm>
                <a:off x="2256" y="271"/>
                <a:ext cx="978" cy="702"/>
                <a:chOff x="2256" y="271"/>
                <a:chExt cx="978" cy="702"/>
              </a:xfrm>
            </p:grpSpPr>
            <p:sp>
              <p:nvSpPr>
                <p:cNvPr id="23584" name="Line 32"/>
                <p:cNvSpPr>
                  <a:spLocks noChangeShapeType="1"/>
                </p:cNvSpPr>
                <p:nvPr/>
              </p:nvSpPr>
              <p:spPr bwMode="auto">
                <a:xfrm>
                  <a:off x="2256" y="973"/>
                  <a:ext cx="97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85" name="Freeform 33"/>
                <p:cNvSpPr>
                  <a:spLocks/>
                </p:cNvSpPr>
                <p:nvPr/>
              </p:nvSpPr>
              <p:spPr bwMode="auto">
                <a:xfrm>
                  <a:off x="2283" y="659"/>
                  <a:ext cx="934" cy="121"/>
                </a:xfrm>
                <a:custGeom>
                  <a:avLst/>
                  <a:gdLst>
                    <a:gd name="T0" fmla="*/ 0 w 934"/>
                    <a:gd name="T1" fmla="*/ 120 h 121"/>
                    <a:gd name="T2" fmla="*/ 0 w 934"/>
                    <a:gd name="T3" fmla="*/ 83 h 121"/>
                    <a:gd name="T4" fmla="*/ 19 w 934"/>
                    <a:gd name="T5" fmla="*/ 55 h 121"/>
                    <a:gd name="T6" fmla="*/ 28 w 934"/>
                    <a:gd name="T7" fmla="*/ 28 h 121"/>
                    <a:gd name="T8" fmla="*/ 46 w 934"/>
                    <a:gd name="T9" fmla="*/ 9 h 121"/>
                    <a:gd name="T10" fmla="*/ 65 w 934"/>
                    <a:gd name="T11" fmla="*/ 9 h 121"/>
                    <a:gd name="T12" fmla="*/ 93 w 934"/>
                    <a:gd name="T13" fmla="*/ 19 h 121"/>
                    <a:gd name="T14" fmla="*/ 120 w 934"/>
                    <a:gd name="T15" fmla="*/ 37 h 121"/>
                    <a:gd name="T16" fmla="*/ 139 w 934"/>
                    <a:gd name="T17" fmla="*/ 55 h 121"/>
                    <a:gd name="T18" fmla="*/ 157 w 934"/>
                    <a:gd name="T19" fmla="*/ 74 h 121"/>
                    <a:gd name="T20" fmla="*/ 176 w 934"/>
                    <a:gd name="T21" fmla="*/ 83 h 121"/>
                    <a:gd name="T22" fmla="*/ 203 w 934"/>
                    <a:gd name="T23" fmla="*/ 102 h 121"/>
                    <a:gd name="T24" fmla="*/ 222 w 934"/>
                    <a:gd name="T25" fmla="*/ 102 h 121"/>
                    <a:gd name="T26" fmla="*/ 249 w 934"/>
                    <a:gd name="T27" fmla="*/ 102 h 121"/>
                    <a:gd name="T28" fmla="*/ 268 w 934"/>
                    <a:gd name="T29" fmla="*/ 102 h 121"/>
                    <a:gd name="T30" fmla="*/ 296 w 934"/>
                    <a:gd name="T31" fmla="*/ 92 h 121"/>
                    <a:gd name="T32" fmla="*/ 323 w 934"/>
                    <a:gd name="T33" fmla="*/ 83 h 121"/>
                    <a:gd name="T34" fmla="*/ 342 w 934"/>
                    <a:gd name="T35" fmla="*/ 74 h 121"/>
                    <a:gd name="T36" fmla="*/ 369 w 934"/>
                    <a:gd name="T37" fmla="*/ 55 h 121"/>
                    <a:gd name="T38" fmla="*/ 397 w 934"/>
                    <a:gd name="T39" fmla="*/ 46 h 121"/>
                    <a:gd name="T40" fmla="*/ 425 w 934"/>
                    <a:gd name="T41" fmla="*/ 28 h 121"/>
                    <a:gd name="T42" fmla="*/ 453 w 934"/>
                    <a:gd name="T43" fmla="*/ 19 h 121"/>
                    <a:gd name="T44" fmla="*/ 471 w 934"/>
                    <a:gd name="T45" fmla="*/ 0 h 121"/>
                    <a:gd name="T46" fmla="*/ 499 w 934"/>
                    <a:gd name="T47" fmla="*/ 0 h 121"/>
                    <a:gd name="T48" fmla="*/ 526 w 934"/>
                    <a:gd name="T49" fmla="*/ 0 h 121"/>
                    <a:gd name="T50" fmla="*/ 563 w 934"/>
                    <a:gd name="T51" fmla="*/ 9 h 121"/>
                    <a:gd name="T52" fmla="*/ 582 w 934"/>
                    <a:gd name="T53" fmla="*/ 19 h 121"/>
                    <a:gd name="T54" fmla="*/ 609 w 934"/>
                    <a:gd name="T55" fmla="*/ 37 h 121"/>
                    <a:gd name="T56" fmla="*/ 628 w 934"/>
                    <a:gd name="T57" fmla="*/ 37 h 121"/>
                    <a:gd name="T58" fmla="*/ 656 w 934"/>
                    <a:gd name="T59" fmla="*/ 46 h 121"/>
                    <a:gd name="T60" fmla="*/ 683 w 934"/>
                    <a:gd name="T61" fmla="*/ 55 h 121"/>
                    <a:gd name="T62" fmla="*/ 720 w 934"/>
                    <a:gd name="T63" fmla="*/ 55 h 121"/>
                    <a:gd name="T64" fmla="*/ 739 w 934"/>
                    <a:gd name="T65" fmla="*/ 55 h 121"/>
                    <a:gd name="T66" fmla="*/ 766 w 934"/>
                    <a:gd name="T67" fmla="*/ 55 h 121"/>
                    <a:gd name="T68" fmla="*/ 794 w 934"/>
                    <a:gd name="T69" fmla="*/ 55 h 121"/>
                    <a:gd name="T70" fmla="*/ 813 w 934"/>
                    <a:gd name="T71" fmla="*/ 46 h 121"/>
                    <a:gd name="T72" fmla="*/ 840 w 934"/>
                    <a:gd name="T73" fmla="*/ 37 h 121"/>
                    <a:gd name="T74" fmla="*/ 859 w 934"/>
                    <a:gd name="T75" fmla="*/ 37 h 121"/>
                    <a:gd name="T76" fmla="*/ 886 w 934"/>
                    <a:gd name="T77" fmla="*/ 28 h 121"/>
                    <a:gd name="T78" fmla="*/ 914 w 934"/>
                    <a:gd name="T79" fmla="*/ 19 h 121"/>
                    <a:gd name="T80" fmla="*/ 933 w 934"/>
                    <a:gd name="T81" fmla="*/ 19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934" h="121">
                      <a:moveTo>
                        <a:pt x="0" y="120"/>
                      </a:moveTo>
                      <a:lnTo>
                        <a:pt x="0" y="83"/>
                      </a:lnTo>
                      <a:lnTo>
                        <a:pt x="19" y="55"/>
                      </a:lnTo>
                      <a:lnTo>
                        <a:pt x="28" y="28"/>
                      </a:lnTo>
                      <a:lnTo>
                        <a:pt x="46" y="9"/>
                      </a:lnTo>
                      <a:lnTo>
                        <a:pt x="65" y="9"/>
                      </a:lnTo>
                      <a:lnTo>
                        <a:pt x="93" y="19"/>
                      </a:lnTo>
                      <a:lnTo>
                        <a:pt x="120" y="37"/>
                      </a:lnTo>
                      <a:lnTo>
                        <a:pt x="139" y="55"/>
                      </a:lnTo>
                      <a:lnTo>
                        <a:pt x="157" y="74"/>
                      </a:lnTo>
                      <a:lnTo>
                        <a:pt x="176" y="83"/>
                      </a:lnTo>
                      <a:lnTo>
                        <a:pt x="203" y="102"/>
                      </a:lnTo>
                      <a:lnTo>
                        <a:pt x="222" y="102"/>
                      </a:lnTo>
                      <a:lnTo>
                        <a:pt x="249" y="102"/>
                      </a:lnTo>
                      <a:lnTo>
                        <a:pt x="268" y="102"/>
                      </a:lnTo>
                      <a:lnTo>
                        <a:pt x="296" y="92"/>
                      </a:lnTo>
                      <a:lnTo>
                        <a:pt x="323" y="83"/>
                      </a:lnTo>
                      <a:lnTo>
                        <a:pt x="342" y="74"/>
                      </a:lnTo>
                      <a:lnTo>
                        <a:pt x="369" y="55"/>
                      </a:lnTo>
                      <a:lnTo>
                        <a:pt x="397" y="46"/>
                      </a:lnTo>
                      <a:lnTo>
                        <a:pt x="425" y="28"/>
                      </a:lnTo>
                      <a:lnTo>
                        <a:pt x="453" y="19"/>
                      </a:lnTo>
                      <a:lnTo>
                        <a:pt x="471" y="0"/>
                      </a:lnTo>
                      <a:lnTo>
                        <a:pt x="499" y="0"/>
                      </a:lnTo>
                      <a:lnTo>
                        <a:pt x="526" y="0"/>
                      </a:lnTo>
                      <a:lnTo>
                        <a:pt x="563" y="9"/>
                      </a:lnTo>
                      <a:lnTo>
                        <a:pt x="582" y="19"/>
                      </a:lnTo>
                      <a:lnTo>
                        <a:pt x="609" y="37"/>
                      </a:lnTo>
                      <a:lnTo>
                        <a:pt x="628" y="37"/>
                      </a:lnTo>
                      <a:lnTo>
                        <a:pt x="656" y="46"/>
                      </a:lnTo>
                      <a:lnTo>
                        <a:pt x="683" y="55"/>
                      </a:lnTo>
                      <a:lnTo>
                        <a:pt x="720" y="55"/>
                      </a:lnTo>
                      <a:lnTo>
                        <a:pt x="739" y="55"/>
                      </a:lnTo>
                      <a:lnTo>
                        <a:pt x="766" y="55"/>
                      </a:lnTo>
                      <a:lnTo>
                        <a:pt x="794" y="55"/>
                      </a:lnTo>
                      <a:lnTo>
                        <a:pt x="813" y="46"/>
                      </a:lnTo>
                      <a:lnTo>
                        <a:pt x="840" y="37"/>
                      </a:lnTo>
                      <a:lnTo>
                        <a:pt x="859" y="37"/>
                      </a:lnTo>
                      <a:lnTo>
                        <a:pt x="886" y="28"/>
                      </a:lnTo>
                      <a:lnTo>
                        <a:pt x="914" y="19"/>
                      </a:lnTo>
                      <a:lnTo>
                        <a:pt x="933" y="19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6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2265" y="271"/>
                  <a:ext cx="0" cy="70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588" name="Line 36"/>
              <p:cNvSpPr>
                <a:spLocks noChangeShapeType="1"/>
              </p:cNvSpPr>
              <p:nvPr/>
            </p:nvSpPr>
            <p:spPr bwMode="auto">
              <a:xfrm flipH="1" flipV="1">
                <a:off x="2363" y="683"/>
                <a:ext cx="1" cy="2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37"/>
              <p:cNvSpPr>
                <a:spLocks noChangeShapeType="1"/>
              </p:cNvSpPr>
              <p:nvPr/>
            </p:nvSpPr>
            <p:spPr bwMode="auto">
              <a:xfrm flipH="1" flipV="1">
                <a:off x="2455" y="748"/>
                <a:ext cx="5" cy="2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Line 38"/>
              <p:cNvSpPr>
                <a:spLocks noChangeShapeType="1"/>
              </p:cNvSpPr>
              <p:nvPr/>
            </p:nvSpPr>
            <p:spPr bwMode="auto">
              <a:xfrm flipV="1">
                <a:off x="2556" y="766"/>
                <a:ext cx="1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Line 39"/>
              <p:cNvSpPr>
                <a:spLocks noChangeShapeType="1"/>
              </p:cNvSpPr>
              <p:nvPr/>
            </p:nvSpPr>
            <p:spPr bwMode="auto">
              <a:xfrm flipH="1" flipV="1">
                <a:off x="2649" y="729"/>
                <a:ext cx="3" cy="2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Line 40"/>
              <p:cNvSpPr>
                <a:spLocks noChangeShapeType="1"/>
              </p:cNvSpPr>
              <p:nvPr/>
            </p:nvSpPr>
            <p:spPr bwMode="auto">
              <a:xfrm flipV="1">
                <a:off x="2748" y="674"/>
                <a:ext cx="3" cy="2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Line 41"/>
              <p:cNvSpPr>
                <a:spLocks noChangeShapeType="1"/>
              </p:cNvSpPr>
              <p:nvPr/>
            </p:nvSpPr>
            <p:spPr bwMode="auto">
              <a:xfrm flipH="1" flipV="1">
                <a:off x="2843" y="674"/>
                <a:ext cx="1" cy="2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4" name="Line 42"/>
              <p:cNvSpPr>
                <a:spLocks noChangeShapeType="1"/>
              </p:cNvSpPr>
              <p:nvPr/>
            </p:nvSpPr>
            <p:spPr bwMode="auto">
              <a:xfrm flipV="1">
                <a:off x="2940" y="711"/>
                <a:ext cx="5" cy="2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5" name="Line 43"/>
              <p:cNvSpPr>
                <a:spLocks noChangeShapeType="1"/>
              </p:cNvSpPr>
              <p:nvPr/>
            </p:nvSpPr>
            <p:spPr bwMode="auto">
              <a:xfrm flipV="1">
                <a:off x="3036" y="720"/>
                <a:ext cx="1" cy="2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3600" name="Group 48"/>
          <p:cNvGrpSpPr>
            <a:grpSpLocks/>
          </p:cNvGrpSpPr>
          <p:nvPr/>
        </p:nvGrpSpPr>
        <p:grpSpPr bwMode="auto">
          <a:xfrm>
            <a:off x="4672013" y="2405063"/>
            <a:ext cx="1792287" cy="1187450"/>
            <a:chOff x="2943" y="1515"/>
            <a:chExt cx="1129" cy="748"/>
          </a:xfrm>
        </p:grpSpPr>
        <p:sp>
          <p:nvSpPr>
            <p:cNvPr id="23598" name="Rectangle 46"/>
            <p:cNvSpPr>
              <a:spLocks noChangeArrowheads="1"/>
            </p:cNvSpPr>
            <p:nvPr/>
          </p:nvSpPr>
          <p:spPr bwMode="auto">
            <a:xfrm>
              <a:off x="2943" y="1559"/>
              <a:ext cx="1129" cy="6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Rectangle 47"/>
            <p:cNvSpPr>
              <a:spLocks noChangeArrowheads="1"/>
            </p:cNvSpPr>
            <p:nvPr/>
          </p:nvSpPr>
          <p:spPr bwMode="auto">
            <a:xfrm>
              <a:off x="3007" y="1515"/>
              <a:ext cx="88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convert to</a:t>
              </a:r>
            </a:p>
            <a:p>
              <a:r>
                <a:rPr lang="en-US"/>
                <a:t>discrete</a:t>
              </a:r>
            </a:p>
            <a:p>
              <a:r>
                <a:rPr lang="en-US"/>
                <a:t>sequence</a:t>
              </a:r>
            </a:p>
          </p:txBody>
        </p:sp>
      </p:grpSp>
      <p:grpSp>
        <p:nvGrpSpPr>
          <p:cNvPr id="23621" name="Group 69"/>
          <p:cNvGrpSpPr>
            <a:grpSpLocks/>
          </p:cNvGrpSpPr>
          <p:nvPr/>
        </p:nvGrpSpPr>
        <p:grpSpPr bwMode="auto">
          <a:xfrm>
            <a:off x="6477000" y="1462088"/>
            <a:ext cx="2330450" cy="2133600"/>
            <a:chOff x="4080" y="921"/>
            <a:chExt cx="1468" cy="1344"/>
          </a:xfrm>
        </p:grpSpPr>
        <p:sp>
          <p:nvSpPr>
            <p:cNvPr id="23601" name="Line 49"/>
            <p:cNvSpPr>
              <a:spLocks noChangeShapeType="1"/>
            </p:cNvSpPr>
            <p:nvPr/>
          </p:nvSpPr>
          <p:spPr bwMode="auto">
            <a:xfrm>
              <a:off x="4080" y="1883"/>
              <a:ext cx="1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2" name="Rectangle 50"/>
            <p:cNvSpPr>
              <a:spLocks noChangeArrowheads="1"/>
            </p:cNvSpPr>
            <p:nvPr/>
          </p:nvSpPr>
          <p:spPr bwMode="auto">
            <a:xfrm>
              <a:off x="4271" y="1938"/>
              <a:ext cx="12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800" i="1"/>
                <a:t>x</a:t>
              </a:r>
              <a:r>
                <a:rPr lang="en-US" sz="2800"/>
                <a:t>[</a:t>
              </a:r>
              <a:r>
                <a:rPr lang="en-US" sz="2800" i="1"/>
                <a:t>n</a:t>
              </a:r>
              <a:r>
                <a:rPr lang="en-US" sz="2800"/>
                <a:t>] = </a:t>
              </a:r>
              <a:r>
                <a:rPr lang="en-US" sz="2800" i="1"/>
                <a:t>x</a:t>
              </a:r>
              <a:r>
                <a:rPr lang="en-US" sz="2800" i="1" baseline="-25000"/>
                <a:t>a</a:t>
              </a:r>
              <a:r>
                <a:rPr lang="en-US" sz="2800"/>
                <a:t>(</a:t>
              </a:r>
              <a:r>
                <a:rPr lang="en-US" sz="2800" i="1"/>
                <a:t>nT</a:t>
              </a:r>
              <a:r>
                <a:rPr lang="en-US" sz="2800"/>
                <a:t>)</a:t>
              </a:r>
            </a:p>
          </p:txBody>
        </p:sp>
        <p:sp>
          <p:nvSpPr>
            <p:cNvPr id="23603" name="Line 51"/>
            <p:cNvSpPr>
              <a:spLocks noChangeShapeType="1"/>
            </p:cNvSpPr>
            <p:nvPr/>
          </p:nvSpPr>
          <p:spPr bwMode="auto">
            <a:xfrm>
              <a:off x="4300" y="1625"/>
              <a:ext cx="9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Line 52"/>
            <p:cNvSpPr>
              <a:spLocks noChangeShapeType="1"/>
            </p:cNvSpPr>
            <p:nvPr/>
          </p:nvSpPr>
          <p:spPr bwMode="auto">
            <a:xfrm flipV="1">
              <a:off x="4309" y="921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Line 53"/>
            <p:cNvSpPr>
              <a:spLocks noChangeShapeType="1"/>
            </p:cNvSpPr>
            <p:nvPr/>
          </p:nvSpPr>
          <p:spPr bwMode="auto">
            <a:xfrm flipH="1" flipV="1">
              <a:off x="4407" y="1334"/>
              <a:ext cx="1" cy="2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6" name="Line 54"/>
            <p:cNvSpPr>
              <a:spLocks noChangeShapeType="1"/>
            </p:cNvSpPr>
            <p:nvPr/>
          </p:nvSpPr>
          <p:spPr bwMode="auto">
            <a:xfrm flipH="1" flipV="1">
              <a:off x="4499" y="1399"/>
              <a:ext cx="5" cy="2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55"/>
            <p:cNvSpPr>
              <a:spLocks noChangeShapeType="1"/>
            </p:cNvSpPr>
            <p:nvPr/>
          </p:nvSpPr>
          <p:spPr bwMode="auto">
            <a:xfrm flipV="1">
              <a:off x="4600" y="1417"/>
              <a:ext cx="1" cy="2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56"/>
            <p:cNvSpPr>
              <a:spLocks noChangeShapeType="1"/>
            </p:cNvSpPr>
            <p:nvPr/>
          </p:nvSpPr>
          <p:spPr bwMode="auto">
            <a:xfrm flipH="1" flipV="1">
              <a:off x="4693" y="1380"/>
              <a:ext cx="3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57"/>
            <p:cNvSpPr>
              <a:spLocks noChangeShapeType="1"/>
            </p:cNvSpPr>
            <p:nvPr/>
          </p:nvSpPr>
          <p:spPr bwMode="auto">
            <a:xfrm flipV="1">
              <a:off x="4792" y="1325"/>
              <a:ext cx="3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58"/>
            <p:cNvSpPr>
              <a:spLocks noChangeShapeType="1"/>
            </p:cNvSpPr>
            <p:nvPr/>
          </p:nvSpPr>
          <p:spPr bwMode="auto">
            <a:xfrm flipH="1" flipV="1">
              <a:off x="4887" y="1325"/>
              <a:ext cx="1" cy="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Line 59"/>
            <p:cNvSpPr>
              <a:spLocks noChangeShapeType="1"/>
            </p:cNvSpPr>
            <p:nvPr/>
          </p:nvSpPr>
          <p:spPr bwMode="auto">
            <a:xfrm flipV="1">
              <a:off x="4984" y="1362"/>
              <a:ext cx="5" cy="2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2" name="Line 60"/>
            <p:cNvSpPr>
              <a:spLocks noChangeShapeType="1"/>
            </p:cNvSpPr>
            <p:nvPr/>
          </p:nvSpPr>
          <p:spPr bwMode="auto">
            <a:xfrm flipV="1">
              <a:off x="5080" y="1371"/>
              <a:ext cx="1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Oval 61"/>
            <p:cNvSpPr>
              <a:spLocks noChangeArrowheads="1"/>
            </p:cNvSpPr>
            <p:nvPr/>
          </p:nvSpPr>
          <p:spPr bwMode="auto">
            <a:xfrm>
              <a:off x="4379" y="1333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4" name="Oval 62"/>
            <p:cNvSpPr>
              <a:spLocks noChangeArrowheads="1"/>
            </p:cNvSpPr>
            <p:nvPr/>
          </p:nvSpPr>
          <p:spPr bwMode="auto">
            <a:xfrm>
              <a:off x="4475" y="1383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Oval 63"/>
            <p:cNvSpPr>
              <a:spLocks noChangeArrowheads="1"/>
            </p:cNvSpPr>
            <p:nvPr/>
          </p:nvSpPr>
          <p:spPr bwMode="auto">
            <a:xfrm>
              <a:off x="4571" y="1377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Oval 64"/>
            <p:cNvSpPr>
              <a:spLocks noChangeArrowheads="1"/>
            </p:cNvSpPr>
            <p:nvPr/>
          </p:nvSpPr>
          <p:spPr bwMode="auto">
            <a:xfrm>
              <a:off x="4667" y="1362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Oval 65"/>
            <p:cNvSpPr>
              <a:spLocks noChangeArrowheads="1"/>
            </p:cNvSpPr>
            <p:nvPr/>
          </p:nvSpPr>
          <p:spPr bwMode="auto">
            <a:xfrm>
              <a:off x="4754" y="1283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8" name="Oval 66"/>
            <p:cNvSpPr>
              <a:spLocks noChangeArrowheads="1"/>
            </p:cNvSpPr>
            <p:nvPr/>
          </p:nvSpPr>
          <p:spPr bwMode="auto">
            <a:xfrm>
              <a:off x="4860" y="1305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9" name="Oval 67"/>
            <p:cNvSpPr>
              <a:spLocks noChangeArrowheads="1"/>
            </p:cNvSpPr>
            <p:nvPr/>
          </p:nvSpPr>
          <p:spPr bwMode="auto">
            <a:xfrm>
              <a:off x="4955" y="1356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Oval 68"/>
            <p:cNvSpPr>
              <a:spLocks noChangeArrowheads="1"/>
            </p:cNvSpPr>
            <p:nvPr/>
          </p:nvSpPr>
          <p:spPr bwMode="auto">
            <a:xfrm>
              <a:off x="5051" y="1359"/>
              <a:ext cx="56" cy="5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364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6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Sampling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408113"/>
            <a:ext cx="8318500" cy="5092700"/>
          </a:xfrm>
        </p:spPr>
        <p:txBody>
          <a:bodyPr/>
          <a:lstStyle/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</a:rPr>
              <a:t>From an analog signal we can create a digital signal</a:t>
            </a:r>
          </a:p>
          <a:p>
            <a:pPr marL="876300" lvl="1" indent="-419100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by </a:t>
            </a:r>
            <a:r>
              <a:rPr lang="en-US" sz="2400" b="1" dirty="0">
                <a:solidFill>
                  <a:schemeClr val="accent2"/>
                </a:solidFill>
              </a:rPr>
              <a:t>SAMPLING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rgbClr val="FF33CC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rgbClr val="FF33CC"/>
              </a:solidFill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Under certain conditions </a:t>
            </a:r>
          </a:p>
          <a:p>
            <a:pPr marL="876300" lvl="1" indent="-419100" eaLnBrk="1" hangingPunct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sz="2400" dirty="0">
                <a:solidFill>
                  <a:srgbClr val="FF0000"/>
                </a:solidFill>
              </a:rPr>
              <a:t>we can uniquely return to the analog signal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400" dirty="0">
              <a:solidFill>
                <a:srgbClr val="FF33CC"/>
              </a:solidFill>
            </a:endParaRPr>
          </a:p>
          <a:p>
            <a:pPr marL="419100" indent="-419100" eaLnBrk="1" hangingPunct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dirty="0" err="1"/>
              <a:t>Nyquist</a:t>
            </a:r>
            <a:r>
              <a:rPr lang="en-US" sz="2400" dirty="0"/>
              <a:t> (Low pass) Sampling Theorem</a:t>
            </a:r>
          </a:p>
          <a:p>
            <a:pPr marL="419100" indent="-41910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2000" i="1" dirty="0"/>
              <a:t>	if</a:t>
            </a:r>
            <a:r>
              <a:rPr lang="en-US" sz="2000" dirty="0"/>
              <a:t> the analog signal is BW limited and </a:t>
            </a:r>
          </a:p>
          <a:p>
            <a:pPr marL="876300" lvl="1" indent="-4191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	has no frequencies in its spectrum above </a:t>
            </a:r>
            <a:r>
              <a:rPr lang="en-US" sz="2000" dirty="0" err="1"/>
              <a:t>F</a:t>
            </a:r>
            <a:r>
              <a:rPr lang="en-US" sz="2000" baseline="-25000" dirty="0" err="1"/>
              <a:t>Nyquist</a:t>
            </a:r>
            <a:endParaRPr lang="en-US" sz="2000" baseline="-25000" dirty="0"/>
          </a:p>
          <a:p>
            <a:pPr marL="419100" indent="-419100" eaLnBrk="1" hangingPunct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000" i="1" dirty="0"/>
              <a:t>	then</a:t>
            </a:r>
            <a:r>
              <a:rPr lang="en-US" sz="2000" dirty="0"/>
              <a:t> sampling at above 2F</a:t>
            </a:r>
            <a:r>
              <a:rPr lang="en-US" sz="2000" baseline="-25000" dirty="0"/>
              <a:t>Nyquist</a:t>
            </a:r>
            <a:r>
              <a:rPr lang="en-US" sz="2000" dirty="0"/>
              <a:t> causes no information loss</a:t>
            </a:r>
          </a:p>
        </p:txBody>
      </p:sp>
      <p:pic>
        <p:nvPicPr>
          <p:cNvPr id="21509" name="Picture 4" descr="C:\Documents and Settings\Yaakov_s\Desktop\te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588" y="1966913"/>
            <a:ext cx="34004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7332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5581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0701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309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9899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4038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581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592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7002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315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694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Sampling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3038"/>
            <a:ext cx="7772400" cy="4960937"/>
          </a:xfrm>
          <a:noFill/>
          <a:ln/>
        </p:spPr>
        <p:txBody>
          <a:bodyPr/>
          <a:lstStyle/>
          <a:p>
            <a:r>
              <a:rPr lang="en-US" dirty="0"/>
              <a:t>Uniform</a:t>
            </a:r>
          </a:p>
          <a:p>
            <a:pPr lvl="1"/>
            <a:r>
              <a:rPr lang="en-US" dirty="0"/>
              <a:t>One sample every </a:t>
            </a:r>
            <a:r>
              <a:rPr lang="en-US" i="1" dirty="0"/>
              <a:t>T</a:t>
            </a:r>
            <a:r>
              <a:rPr lang="en-US" dirty="0"/>
              <a:t> seconds (ideally)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 = </a:t>
            </a:r>
            <a:r>
              <a:rPr lang="en-US" i="1" dirty="0" err="1"/>
              <a:t>x</a:t>
            </a:r>
            <a:r>
              <a:rPr lang="en-US" i="1" baseline="-25000" dirty="0" err="1"/>
              <a:t>a</a:t>
            </a:r>
            <a:r>
              <a:rPr lang="en-US" dirty="0"/>
              <a:t>(</a:t>
            </a:r>
            <a:r>
              <a:rPr lang="en-US" i="1" dirty="0" err="1"/>
              <a:t>nT</a:t>
            </a:r>
            <a:r>
              <a:rPr lang="en-US" dirty="0"/>
              <a:t>),       </a:t>
            </a:r>
            <a:r>
              <a:rPr lang="en-US" dirty="0">
                <a:latin typeface="Symbol" pitchFamily="18" charset="2"/>
              </a:rPr>
              <a:t>-¥&lt;</a:t>
            </a:r>
            <a:r>
              <a:rPr lang="en-US" i="1" dirty="0"/>
              <a:t>n</a:t>
            </a:r>
            <a:r>
              <a:rPr lang="en-US" dirty="0">
                <a:latin typeface="Symbol" pitchFamily="18" charset="2"/>
              </a:rPr>
              <a:t>&lt;+¥</a:t>
            </a:r>
          </a:p>
          <a:p>
            <a:pPr lvl="1"/>
            <a:r>
              <a:rPr lang="en-US" dirty="0"/>
              <a:t>Sampling period:    </a:t>
            </a:r>
            <a:r>
              <a:rPr lang="en-US" i="1" dirty="0"/>
              <a:t>T</a:t>
            </a:r>
          </a:p>
          <a:p>
            <a:pPr lvl="1"/>
            <a:r>
              <a:rPr lang="en-US" dirty="0"/>
              <a:t>Sampling frequency:    </a:t>
            </a:r>
            <a:r>
              <a:rPr lang="en-US" i="1" dirty="0" err="1"/>
              <a:t>F</a:t>
            </a:r>
            <a:r>
              <a:rPr lang="en-US" i="1" baseline="-25000" dirty="0" err="1"/>
              <a:t>s</a:t>
            </a:r>
            <a:r>
              <a:rPr lang="en-US" dirty="0"/>
              <a:t>=1</a:t>
            </a:r>
            <a:r>
              <a:rPr lang="en-US" i="1" dirty="0"/>
              <a:t>/T</a:t>
            </a:r>
          </a:p>
          <a:p>
            <a:r>
              <a:rPr lang="en-US" dirty="0"/>
              <a:t>Assume: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a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) = </a:t>
            </a:r>
            <a:r>
              <a:rPr lang="en-US" sz="2800" i="1" dirty="0" err="1"/>
              <a:t>A</a:t>
            </a:r>
            <a:r>
              <a:rPr lang="en-US" sz="2800" dirty="0" err="1"/>
              <a:t>cos</a:t>
            </a:r>
            <a:r>
              <a:rPr lang="en-US" sz="2800" dirty="0"/>
              <a:t>( 2</a:t>
            </a:r>
            <a:r>
              <a:rPr lang="en-US" sz="2800" dirty="0">
                <a:latin typeface="Symbol" pitchFamily="18" charset="2"/>
              </a:rPr>
              <a:t>p</a:t>
            </a:r>
            <a:r>
              <a:rPr lang="en-US" sz="2800" i="1" dirty="0"/>
              <a:t>Ft+</a:t>
            </a:r>
            <a:r>
              <a:rPr lang="en-US" sz="2800" dirty="0">
                <a:latin typeface="Symbol" pitchFamily="18" charset="2"/>
              </a:rPr>
              <a:t>q</a:t>
            </a:r>
            <a:r>
              <a:rPr lang="en-US" sz="2800" dirty="0"/>
              <a:t>) = </a:t>
            </a:r>
            <a:r>
              <a:rPr lang="en-US" sz="2800" i="1" dirty="0" err="1"/>
              <a:t>A</a:t>
            </a:r>
            <a:r>
              <a:rPr lang="en-US" sz="2800" dirty="0" err="1"/>
              <a:t>cos</a:t>
            </a:r>
            <a:r>
              <a:rPr lang="en-US" sz="2800" dirty="0"/>
              <a:t>(</a:t>
            </a:r>
            <a:r>
              <a:rPr lang="en-US" sz="2800" i="1" dirty="0">
                <a:latin typeface="Symbol" pitchFamily="18" charset="2"/>
              </a:rPr>
              <a:t>W </a:t>
            </a:r>
            <a:r>
              <a:rPr lang="en-US" sz="2800" i="1" dirty="0" err="1"/>
              <a:t>t+</a:t>
            </a:r>
            <a:r>
              <a:rPr lang="en-US" sz="2800" dirty="0" err="1">
                <a:latin typeface="Symbol" pitchFamily="18" charset="2"/>
              </a:rPr>
              <a:t>q</a:t>
            </a:r>
            <a:r>
              <a:rPr lang="en-US" sz="2800" dirty="0"/>
              <a:t>)</a:t>
            </a:r>
            <a:endParaRPr lang="en-US" dirty="0"/>
          </a:p>
          <a:p>
            <a:r>
              <a:rPr lang="en-US" dirty="0"/>
              <a:t>Then: </a:t>
            </a:r>
            <a:r>
              <a:rPr lang="en-US" sz="2800" i="1" dirty="0"/>
              <a:t>x</a:t>
            </a:r>
            <a:r>
              <a:rPr lang="en-US" sz="2800" dirty="0"/>
              <a:t>[</a:t>
            </a:r>
            <a:r>
              <a:rPr lang="en-US" sz="2800" i="1" dirty="0"/>
              <a:t>n</a:t>
            </a:r>
            <a:r>
              <a:rPr lang="en-US" sz="2800" dirty="0"/>
              <a:t>] = </a:t>
            </a:r>
            <a:r>
              <a:rPr lang="en-US" sz="2800" i="1" dirty="0" err="1"/>
              <a:t>A</a:t>
            </a:r>
            <a:r>
              <a:rPr lang="en-US" sz="2800" dirty="0" err="1"/>
              <a:t>cos</a:t>
            </a:r>
            <a:r>
              <a:rPr lang="en-US" sz="2800" dirty="0"/>
              <a:t>[2</a:t>
            </a:r>
            <a:r>
              <a:rPr lang="en-US" dirty="0">
                <a:latin typeface="Symbol" pitchFamily="18" charset="2"/>
              </a:rPr>
              <a:t>p</a:t>
            </a:r>
            <a:r>
              <a:rPr lang="en-US" sz="2800" i="1" dirty="0"/>
              <a:t>FnT+</a:t>
            </a:r>
            <a:r>
              <a:rPr lang="en-US" sz="2800" dirty="0">
                <a:latin typeface="Symbol" pitchFamily="18" charset="2"/>
              </a:rPr>
              <a:t>q</a:t>
            </a:r>
            <a:r>
              <a:rPr lang="en-US" sz="2800" dirty="0"/>
              <a:t>] = </a:t>
            </a:r>
            <a:r>
              <a:rPr lang="en-US" sz="2800" i="1" dirty="0" err="1"/>
              <a:t>A</a:t>
            </a:r>
            <a:r>
              <a:rPr lang="en-US" sz="2800" dirty="0" err="1"/>
              <a:t>cos</a:t>
            </a:r>
            <a:r>
              <a:rPr lang="en-US" sz="2800" dirty="0"/>
              <a:t>[</a:t>
            </a:r>
            <a:r>
              <a:rPr lang="en-US" sz="2800" i="1" dirty="0">
                <a:latin typeface="Symbol" pitchFamily="18" charset="2"/>
              </a:rPr>
              <a:t>W </a:t>
            </a:r>
            <a:r>
              <a:rPr lang="en-US" sz="2800" i="1" dirty="0" err="1"/>
              <a:t>Tn+</a:t>
            </a:r>
            <a:r>
              <a:rPr lang="en-US" sz="2800" dirty="0" err="1">
                <a:latin typeface="Symbol" pitchFamily="18" charset="2"/>
              </a:rPr>
              <a:t>q</a:t>
            </a:r>
            <a:r>
              <a:rPr lang="en-US" sz="2800" dirty="0"/>
              <a:t>]</a:t>
            </a:r>
          </a:p>
          <a:p>
            <a:pPr>
              <a:buFont typeface="Monotype Sorts" pitchFamily="2" charset="2"/>
              <a:buNone/>
            </a:pPr>
            <a:r>
              <a:rPr lang="en-US" sz="2800" dirty="0"/>
              <a:t>           = </a:t>
            </a:r>
            <a:r>
              <a:rPr lang="en-US" sz="2800" i="1" dirty="0" err="1"/>
              <a:t>A</a:t>
            </a:r>
            <a:r>
              <a:rPr lang="en-US" sz="2800" dirty="0" err="1"/>
              <a:t>cos</a:t>
            </a:r>
            <a:r>
              <a:rPr lang="en-US" sz="2800" dirty="0"/>
              <a:t>[</a:t>
            </a:r>
            <a:r>
              <a:rPr lang="en-US" i="1" dirty="0">
                <a:latin typeface="Symbol" pitchFamily="18" charset="2"/>
              </a:rPr>
              <a:t>w</a:t>
            </a:r>
            <a:r>
              <a:rPr lang="en-US" i="1" dirty="0"/>
              <a:t> </a:t>
            </a:r>
            <a:r>
              <a:rPr lang="en-US" sz="2800" i="1" dirty="0" err="1"/>
              <a:t>n+</a:t>
            </a:r>
            <a:r>
              <a:rPr lang="en-US" sz="2800" dirty="0" err="1">
                <a:latin typeface="Symbol" pitchFamily="18" charset="2"/>
              </a:rPr>
              <a:t>q</a:t>
            </a:r>
            <a:r>
              <a:rPr lang="en-US" sz="2800" dirty="0"/>
              <a:t>], where </a:t>
            </a:r>
            <a:r>
              <a:rPr lang="en-US" i="1" dirty="0">
                <a:latin typeface="Symbol" pitchFamily="18" charset="2"/>
              </a:rPr>
              <a:t>w </a:t>
            </a:r>
            <a:r>
              <a:rPr lang="en-US" dirty="0">
                <a:latin typeface="Symbol" pitchFamily="18" charset="2"/>
              </a:rPr>
              <a:t>=</a:t>
            </a:r>
            <a:r>
              <a:rPr lang="en-US" sz="2800" i="1" dirty="0">
                <a:latin typeface="Symbol" pitchFamily="18" charset="2"/>
              </a:rPr>
              <a:t>W </a:t>
            </a:r>
            <a:r>
              <a:rPr lang="en-US" sz="2800" i="1" dirty="0"/>
              <a:t>T </a:t>
            </a:r>
            <a:r>
              <a:rPr lang="en-US" sz="2800" dirty="0"/>
              <a:t> is called the normalized or discrete domain frequency</a:t>
            </a:r>
          </a:p>
        </p:txBody>
      </p:sp>
    </p:spTree>
    <p:extLst>
      <p:ext uri="{BB962C8B-B14F-4D97-AF65-F5344CB8AC3E}">
        <p14:creationId xmlns:p14="http://schemas.microsoft.com/office/powerpoint/2010/main" val="3185177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928688"/>
            <a:ext cx="7772400" cy="5172075"/>
          </a:xfrm>
          <a:noFill/>
          <a:ln/>
        </p:spPr>
        <p:txBody>
          <a:bodyPr/>
          <a:lstStyle/>
          <a:p>
            <a:r>
              <a:rPr lang="en-US" i="1"/>
              <a:t>f = F/</a:t>
            </a:r>
            <a:r>
              <a:rPr lang="en-US" sz="2800" i="1"/>
              <a:t>F</a:t>
            </a:r>
            <a:r>
              <a:rPr lang="en-US" i="1" baseline="-25000"/>
              <a:t>s </a:t>
            </a:r>
            <a:r>
              <a:rPr lang="en-US" sz="2800"/>
              <a:t>must be rational in order for </a:t>
            </a:r>
            <a:r>
              <a:rPr lang="en-US" sz="2800" i="1"/>
              <a:t>x</a:t>
            </a:r>
            <a:r>
              <a:rPr lang="en-US" sz="2800"/>
              <a:t>[</a:t>
            </a:r>
            <a:r>
              <a:rPr lang="en-US" sz="2800" i="1"/>
              <a:t>n</a:t>
            </a:r>
            <a:r>
              <a:rPr lang="en-US" sz="2800"/>
              <a:t>] to be periodic</a:t>
            </a:r>
          </a:p>
          <a:p>
            <a:r>
              <a:rPr lang="en-US" sz="2800"/>
              <a:t>If  </a:t>
            </a:r>
            <a:r>
              <a:rPr lang="en-US" i="1"/>
              <a:t>f = k/N</a:t>
            </a:r>
            <a:r>
              <a:rPr lang="en-US"/>
              <a:t>, then </a:t>
            </a:r>
            <a:r>
              <a:rPr lang="en-US" sz="2800" i="1"/>
              <a:t>x</a:t>
            </a:r>
            <a:r>
              <a:rPr lang="en-US" sz="2800"/>
              <a:t>[</a:t>
            </a:r>
            <a:r>
              <a:rPr lang="en-US" sz="2800" i="1"/>
              <a:t>n</a:t>
            </a:r>
            <a:r>
              <a:rPr lang="en-US" sz="2800"/>
              <a:t>] is periodic with period </a:t>
            </a:r>
            <a:r>
              <a:rPr lang="en-US" sz="2800" i="1"/>
              <a:t>N</a:t>
            </a:r>
          </a:p>
          <a:p>
            <a:r>
              <a:rPr lang="en-US" sz="2800"/>
              <a:t>Now, </a:t>
            </a:r>
            <a:r>
              <a:rPr lang="en-US" sz="2800" i="1"/>
              <a:t>x</a:t>
            </a:r>
            <a:r>
              <a:rPr lang="en-US" sz="2800" i="1" baseline="-25000"/>
              <a:t>a</a:t>
            </a:r>
            <a:r>
              <a:rPr lang="en-US" sz="2800"/>
              <a:t>(</a:t>
            </a:r>
            <a:r>
              <a:rPr lang="en-US" sz="2800" i="1"/>
              <a:t>nT</a:t>
            </a:r>
            <a:r>
              <a:rPr lang="en-US" sz="2800"/>
              <a:t>) = </a:t>
            </a:r>
            <a:r>
              <a:rPr lang="en-US" sz="2800" i="1"/>
              <a:t>A</a:t>
            </a:r>
            <a:r>
              <a:rPr lang="en-US" sz="2800"/>
              <a:t>cos(</a:t>
            </a:r>
            <a:r>
              <a:rPr lang="en-US" sz="2800" i="1">
                <a:latin typeface="Symbol" pitchFamily="18" charset="2"/>
              </a:rPr>
              <a:t>W </a:t>
            </a:r>
            <a:r>
              <a:rPr lang="en-US" sz="2800" i="1"/>
              <a:t>Tn+</a:t>
            </a:r>
            <a:r>
              <a:rPr lang="en-US" sz="2800">
                <a:latin typeface="Symbol" pitchFamily="18" charset="2"/>
              </a:rPr>
              <a:t>q</a:t>
            </a:r>
            <a:r>
              <a:rPr lang="en-US" sz="2800"/>
              <a:t>) 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                         = </a:t>
            </a:r>
            <a:r>
              <a:rPr lang="en-US" sz="2800" i="1"/>
              <a:t>A</a:t>
            </a:r>
            <a:r>
              <a:rPr lang="en-US" sz="2800"/>
              <a:t>cos((</a:t>
            </a:r>
            <a:r>
              <a:rPr lang="en-US" sz="2800" i="1">
                <a:latin typeface="Symbol" pitchFamily="18" charset="2"/>
              </a:rPr>
              <a:t>W  </a:t>
            </a:r>
            <a:r>
              <a:rPr lang="en-US" sz="2800" i="1"/>
              <a:t>+</a:t>
            </a:r>
            <a:r>
              <a:rPr lang="en-US" sz="2800"/>
              <a:t>2</a:t>
            </a:r>
            <a:r>
              <a:rPr lang="en-US" sz="2800">
                <a:latin typeface="Symbol" pitchFamily="18" charset="2"/>
              </a:rPr>
              <a:t>p</a:t>
            </a:r>
            <a:r>
              <a:rPr lang="en-US" sz="2800" i="1"/>
              <a:t>k/T</a:t>
            </a:r>
            <a:r>
              <a:rPr lang="en-US" sz="2800">
                <a:latin typeface="Symbol" pitchFamily="18" charset="2"/>
              </a:rPr>
              <a:t>)</a:t>
            </a:r>
            <a:r>
              <a:rPr lang="en-US" sz="2800" i="1"/>
              <a:t>Tn+</a:t>
            </a:r>
            <a:r>
              <a:rPr lang="en-US" sz="2800">
                <a:latin typeface="Symbol" pitchFamily="18" charset="2"/>
              </a:rPr>
              <a:t>q</a:t>
            </a:r>
            <a:r>
              <a:rPr lang="en-US" sz="2800"/>
              <a:t>)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    is periodic in </a:t>
            </a:r>
            <a:r>
              <a:rPr lang="en-US" sz="2800" i="1">
                <a:latin typeface="Symbol" pitchFamily="18" charset="2"/>
              </a:rPr>
              <a:t>W  </a:t>
            </a:r>
            <a:r>
              <a:rPr lang="en-US" sz="2800"/>
              <a:t>with period 2</a:t>
            </a:r>
            <a:r>
              <a:rPr lang="en-US" sz="2800">
                <a:latin typeface="Symbol" pitchFamily="18" charset="2"/>
              </a:rPr>
              <a:t>p</a:t>
            </a:r>
            <a:r>
              <a:rPr lang="en-US" sz="2800" i="1"/>
              <a:t>/T</a:t>
            </a:r>
          </a:p>
          <a:p>
            <a:r>
              <a:rPr lang="en-US" sz="2800"/>
              <a:t>Also, </a:t>
            </a:r>
            <a:r>
              <a:rPr lang="en-US" sz="2800" i="1"/>
              <a:t>x</a:t>
            </a:r>
            <a:r>
              <a:rPr lang="en-US" sz="2800"/>
              <a:t>[</a:t>
            </a:r>
            <a:r>
              <a:rPr lang="en-US" sz="2800" i="1"/>
              <a:t>n</a:t>
            </a:r>
            <a:r>
              <a:rPr lang="en-US" sz="2800"/>
              <a:t>] = </a:t>
            </a:r>
            <a:r>
              <a:rPr lang="en-US" sz="2800" i="1"/>
              <a:t>A</a:t>
            </a:r>
            <a:r>
              <a:rPr lang="en-US" sz="2800"/>
              <a:t>cos[</a:t>
            </a:r>
            <a:r>
              <a:rPr lang="en-US" i="1">
                <a:latin typeface="Symbol" pitchFamily="18" charset="2"/>
              </a:rPr>
              <a:t>w</a:t>
            </a:r>
            <a:r>
              <a:rPr lang="en-US" i="1"/>
              <a:t> </a:t>
            </a:r>
            <a:r>
              <a:rPr lang="en-US" sz="2800" i="1"/>
              <a:t>n+</a:t>
            </a:r>
            <a:r>
              <a:rPr lang="en-US" sz="2800">
                <a:latin typeface="Symbol" pitchFamily="18" charset="2"/>
              </a:rPr>
              <a:t>q</a:t>
            </a:r>
            <a:r>
              <a:rPr lang="en-US" sz="2800"/>
              <a:t>] = </a:t>
            </a:r>
            <a:r>
              <a:rPr lang="en-US" sz="2800" i="1"/>
              <a:t>A</a:t>
            </a:r>
            <a:r>
              <a:rPr lang="en-US" sz="2800"/>
              <a:t>cos[(</a:t>
            </a:r>
            <a:r>
              <a:rPr lang="en-US" i="1">
                <a:latin typeface="Symbol" pitchFamily="18" charset="2"/>
              </a:rPr>
              <a:t>w</a:t>
            </a:r>
            <a:r>
              <a:rPr lang="en-US" sz="2800"/>
              <a:t>+2</a:t>
            </a:r>
            <a:r>
              <a:rPr lang="en-US" sz="2800">
                <a:latin typeface="Symbol" pitchFamily="18" charset="2"/>
              </a:rPr>
              <a:t>p</a:t>
            </a:r>
            <a:r>
              <a:rPr lang="en-US" sz="2800" i="1"/>
              <a:t>k</a:t>
            </a:r>
            <a:r>
              <a:rPr lang="en-US" sz="2800"/>
              <a:t>) </a:t>
            </a:r>
            <a:r>
              <a:rPr lang="en-US" sz="2800" i="1"/>
              <a:t>n</a:t>
            </a:r>
            <a:r>
              <a:rPr lang="en-US" sz="2800"/>
              <a:t> </a:t>
            </a:r>
            <a:r>
              <a:rPr lang="en-US" sz="2800" i="1"/>
              <a:t>+</a:t>
            </a:r>
            <a:r>
              <a:rPr lang="en-US" sz="2800">
                <a:latin typeface="Symbol" pitchFamily="18" charset="2"/>
              </a:rPr>
              <a:t>q</a:t>
            </a:r>
            <a:r>
              <a:rPr lang="en-US" sz="2800"/>
              <a:t>] is periodic in </a:t>
            </a:r>
            <a:r>
              <a:rPr lang="en-US" i="1">
                <a:latin typeface="Symbol" pitchFamily="18" charset="2"/>
              </a:rPr>
              <a:t>w </a:t>
            </a:r>
            <a:r>
              <a:rPr lang="en-US"/>
              <a:t>with period </a:t>
            </a:r>
            <a:r>
              <a:rPr lang="en-US" sz="2800"/>
              <a:t>2</a:t>
            </a:r>
            <a:r>
              <a:rPr lang="en-US" sz="2800">
                <a:latin typeface="Symbol" pitchFamily="18" charset="2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0725004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Consider the analog signal:</a:t>
            </a:r>
          </a:p>
          <a:p>
            <a:pPr lvl="1">
              <a:buFontTx/>
              <a:buNone/>
            </a:pPr>
            <a:r>
              <a:rPr lang="en-US" dirty="0"/>
              <a:t>      </a:t>
            </a:r>
            <a:r>
              <a:rPr lang="en-US" sz="3200" i="1" dirty="0" err="1"/>
              <a:t>x</a:t>
            </a:r>
            <a:r>
              <a:rPr lang="en-US" sz="3200" i="1" baseline="-25000" dirty="0" err="1"/>
              <a:t>a</a:t>
            </a:r>
            <a:r>
              <a:rPr lang="en-US" sz="3200" dirty="0"/>
              <a:t>(</a:t>
            </a:r>
            <a:r>
              <a:rPr lang="en-US" sz="3200" i="1" dirty="0"/>
              <a:t>t</a:t>
            </a:r>
            <a:r>
              <a:rPr lang="en-US" sz="3200" dirty="0"/>
              <a:t>) = </a:t>
            </a:r>
            <a:r>
              <a:rPr lang="en-US" sz="3200" i="1" dirty="0"/>
              <a:t>3</a:t>
            </a:r>
            <a:r>
              <a:rPr lang="en-US" sz="3200" dirty="0"/>
              <a:t>cos( 2000</a:t>
            </a:r>
            <a:r>
              <a:rPr lang="en-US" sz="3200" dirty="0">
                <a:latin typeface="Symbol" pitchFamily="18" charset="2"/>
              </a:rPr>
              <a:t>p</a:t>
            </a:r>
            <a:r>
              <a:rPr lang="en-US" sz="3200" i="1" dirty="0"/>
              <a:t>t</a:t>
            </a:r>
            <a:r>
              <a:rPr lang="en-US" sz="3200" dirty="0"/>
              <a:t>) +</a:t>
            </a:r>
            <a:r>
              <a:rPr lang="en-US" sz="3200" i="1" dirty="0"/>
              <a:t>5</a:t>
            </a:r>
            <a:r>
              <a:rPr lang="en-US" sz="3200" dirty="0"/>
              <a:t>sin( 6000</a:t>
            </a:r>
            <a:r>
              <a:rPr lang="en-US" sz="3200" dirty="0">
                <a:latin typeface="Symbol" pitchFamily="18" charset="2"/>
              </a:rPr>
              <a:t>p</a:t>
            </a:r>
            <a:r>
              <a:rPr lang="en-US" sz="3200" i="1" dirty="0"/>
              <a:t>t</a:t>
            </a:r>
            <a:r>
              <a:rPr lang="en-US" sz="3200" dirty="0"/>
              <a:t>) +</a:t>
            </a:r>
          </a:p>
          <a:p>
            <a:pPr lvl="1">
              <a:buFontTx/>
              <a:buNone/>
            </a:pPr>
            <a:r>
              <a:rPr lang="en-US" sz="3200" dirty="0"/>
              <a:t>                    </a:t>
            </a:r>
            <a:r>
              <a:rPr lang="en-US" sz="3200" i="1" dirty="0"/>
              <a:t>10</a:t>
            </a:r>
            <a:r>
              <a:rPr lang="en-US" sz="3200" dirty="0"/>
              <a:t>cos( 12000</a:t>
            </a:r>
            <a:r>
              <a:rPr lang="en-US" sz="3200" dirty="0">
                <a:latin typeface="Symbol" pitchFamily="18" charset="2"/>
              </a:rPr>
              <a:t>p</a:t>
            </a:r>
            <a:r>
              <a:rPr lang="en-US" sz="3200" i="1" dirty="0"/>
              <a:t>t</a:t>
            </a:r>
            <a:r>
              <a:rPr lang="en-US" sz="3200" dirty="0"/>
              <a:t>)</a:t>
            </a:r>
          </a:p>
          <a:p>
            <a:r>
              <a:rPr lang="en-US" sz="2800" dirty="0"/>
              <a:t>What is the </a:t>
            </a:r>
            <a:r>
              <a:rPr lang="en-US" sz="2800" dirty="0" err="1"/>
              <a:t>Nyquist</a:t>
            </a:r>
            <a:r>
              <a:rPr lang="en-US" sz="2800" dirty="0"/>
              <a:t> rate for this signal?</a:t>
            </a:r>
          </a:p>
          <a:p>
            <a:r>
              <a:rPr lang="en-US" sz="2800" dirty="0"/>
              <a:t>The max. frequency in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a</a:t>
            </a:r>
            <a:r>
              <a:rPr lang="en-US" sz="2800" dirty="0"/>
              <a:t>(</a:t>
            </a:r>
            <a:r>
              <a:rPr lang="en-US" sz="2800" i="1" dirty="0"/>
              <a:t>t</a:t>
            </a:r>
            <a:r>
              <a:rPr lang="en-US" sz="2800" dirty="0"/>
              <a:t>) is</a:t>
            </a:r>
            <a:r>
              <a:rPr lang="en-US" sz="2800" i="1" dirty="0"/>
              <a:t> </a:t>
            </a:r>
            <a:r>
              <a:rPr lang="en-US" sz="2800" i="1" dirty="0" err="1"/>
              <a:t>f</a:t>
            </a:r>
            <a:r>
              <a:rPr lang="en-US" sz="2800" baseline="-25000" dirty="0" err="1"/>
              <a:t>MAX</a:t>
            </a:r>
            <a:r>
              <a:rPr lang="en-US" sz="2800" dirty="0"/>
              <a:t>=6 </a:t>
            </a:r>
            <a:r>
              <a:rPr lang="en-US" sz="2800" dirty="0" err="1"/>
              <a:t>Khz</a:t>
            </a:r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dirty="0" err="1"/>
              <a:t>Nyquist</a:t>
            </a:r>
            <a:r>
              <a:rPr lang="en-US" sz="2800" dirty="0"/>
              <a:t> rate is 12 </a:t>
            </a:r>
            <a:r>
              <a:rPr lang="en-US" sz="2800" dirty="0" err="1"/>
              <a:t>Khz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763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1513" y="1744663"/>
            <a:ext cx="7772400" cy="4029075"/>
          </a:xfrm>
          <a:noFill/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) = </a:t>
            </a:r>
            <a:r>
              <a:rPr lang="en-US" sz="2400" i="1" dirty="0"/>
              <a:t>3</a:t>
            </a:r>
            <a:r>
              <a:rPr lang="en-US" sz="2400" dirty="0"/>
              <a:t>cos( 2000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)+</a:t>
            </a:r>
            <a:r>
              <a:rPr lang="en-US" sz="2400" i="1" dirty="0"/>
              <a:t>5</a:t>
            </a:r>
            <a:r>
              <a:rPr lang="en-US" sz="2400" dirty="0"/>
              <a:t>sin( 6000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)+</a:t>
            </a:r>
            <a:r>
              <a:rPr lang="en-US" sz="2400" i="1" dirty="0"/>
              <a:t>10</a:t>
            </a:r>
            <a:r>
              <a:rPr lang="en-US" sz="2400" dirty="0"/>
              <a:t>cos(12000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</a:t>
            </a:r>
          </a:p>
          <a:p>
            <a:r>
              <a:rPr lang="en-US" sz="2400" dirty="0"/>
              <a:t>If the signal is sampled at </a:t>
            </a:r>
            <a:r>
              <a:rPr lang="en-US" sz="2400" i="1" dirty="0"/>
              <a:t>F</a:t>
            </a:r>
            <a:r>
              <a:rPr lang="en-US" sz="2400" i="1" baseline="-25000" dirty="0"/>
              <a:t>S</a:t>
            </a:r>
            <a:r>
              <a:rPr lang="en-US" sz="2400" i="1" dirty="0"/>
              <a:t> = </a:t>
            </a:r>
            <a:r>
              <a:rPr lang="en-US" sz="2400" dirty="0"/>
              <a:t>5000 samples/sec, what is the discrete time signal obtained after sampling?</a:t>
            </a:r>
          </a:p>
          <a:p>
            <a:r>
              <a:rPr lang="en-US" sz="2400" i="1" dirty="0"/>
              <a:t>x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 =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en-US" sz="2400" dirty="0"/>
              <a:t>(</a:t>
            </a:r>
            <a:r>
              <a:rPr lang="en-US" sz="2400" i="1" dirty="0" err="1"/>
              <a:t>nT</a:t>
            </a:r>
            <a:r>
              <a:rPr lang="en-US" sz="2400" dirty="0"/>
              <a:t>) =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en-US" sz="2400" dirty="0"/>
              <a:t>(</a:t>
            </a:r>
            <a:r>
              <a:rPr lang="en-US" sz="2400" i="1" dirty="0"/>
              <a:t>n/</a:t>
            </a:r>
            <a:r>
              <a:rPr lang="en-US" sz="2400" dirty="0"/>
              <a:t>5000) </a:t>
            </a:r>
          </a:p>
          <a:p>
            <a:pPr>
              <a:buFont typeface="Monotype Sorts" pitchFamily="2" charset="2"/>
              <a:buNone/>
            </a:pPr>
            <a:r>
              <a:rPr lang="en-US" sz="2400" dirty="0"/>
              <a:t>           = </a:t>
            </a:r>
            <a:r>
              <a:rPr lang="en-US" sz="2400" i="1" dirty="0"/>
              <a:t>3</a:t>
            </a:r>
            <a:r>
              <a:rPr lang="en-US" sz="2400" dirty="0"/>
              <a:t>cos(2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n/</a:t>
            </a:r>
            <a:r>
              <a:rPr lang="en-US" sz="2400" dirty="0"/>
              <a:t>5)+</a:t>
            </a:r>
            <a:r>
              <a:rPr lang="en-US" sz="2400" i="1" dirty="0"/>
              <a:t>5</a:t>
            </a:r>
            <a:r>
              <a:rPr lang="en-US" sz="2400" dirty="0"/>
              <a:t>sin(6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n/</a:t>
            </a:r>
            <a:r>
              <a:rPr lang="en-US" sz="2400" dirty="0"/>
              <a:t>5)+</a:t>
            </a:r>
            <a:r>
              <a:rPr lang="en-US" sz="2400" i="1" dirty="0"/>
              <a:t>10</a:t>
            </a:r>
            <a:r>
              <a:rPr lang="en-US" sz="2400" dirty="0"/>
              <a:t>cos(12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n/</a:t>
            </a:r>
            <a:r>
              <a:rPr lang="en-US" sz="2400" dirty="0"/>
              <a:t>5)</a:t>
            </a:r>
          </a:p>
          <a:p>
            <a:pPr>
              <a:buFont typeface="Monotype Sorts" pitchFamily="2" charset="2"/>
              <a:buNone/>
            </a:pPr>
            <a:r>
              <a:rPr lang="en-US" sz="2400" dirty="0"/>
              <a:t>           = 13cos(2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n/</a:t>
            </a:r>
            <a:r>
              <a:rPr lang="en-US" sz="2400" dirty="0"/>
              <a:t>5)+</a:t>
            </a:r>
            <a:r>
              <a:rPr lang="en-US" sz="2400" i="1" dirty="0"/>
              <a:t>5</a:t>
            </a:r>
            <a:r>
              <a:rPr lang="en-US" sz="2400" dirty="0"/>
              <a:t>sin(2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n3/</a:t>
            </a:r>
            <a:r>
              <a:rPr lang="en-US" sz="2400" dirty="0"/>
              <a:t>5)</a:t>
            </a:r>
          </a:p>
          <a:p>
            <a:pPr>
              <a:buFont typeface="Monotype Sorts" pitchFamily="2" charset="2"/>
              <a:buNone/>
            </a:pPr>
            <a:r>
              <a:rPr lang="en-US" sz="2400" dirty="0"/>
              <a:t>           = 13cos(2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n/</a:t>
            </a:r>
            <a:r>
              <a:rPr lang="en-US" sz="2400" dirty="0"/>
              <a:t>5)</a:t>
            </a:r>
            <a:r>
              <a:rPr lang="en-US" sz="2400" dirty="0">
                <a:latin typeface="Symbol" pitchFamily="18" charset="2"/>
              </a:rPr>
              <a:t>-</a:t>
            </a:r>
            <a:r>
              <a:rPr lang="en-US" sz="2400" i="1" dirty="0"/>
              <a:t>5</a:t>
            </a:r>
            <a:r>
              <a:rPr lang="en-US" sz="2400" dirty="0"/>
              <a:t>sin(2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n2/</a:t>
            </a:r>
            <a:r>
              <a:rPr lang="en-US" sz="2400" dirty="0"/>
              <a:t>5)</a:t>
            </a:r>
          </a:p>
          <a:p>
            <a:pPr>
              <a:buFont typeface="Monotype Sorts" pitchFamily="2" charset="2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575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1513" y="352425"/>
            <a:ext cx="7772400" cy="1816100"/>
          </a:xfrm>
          <a:noFill/>
          <a:ln/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 i="1" dirty="0" err="1"/>
              <a:t>x</a:t>
            </a:r>
            <a:r>
              <a:rPr lang="en-US" sz="2400" i="1" baseline="-25000" dirty="0" err="1"/>
              <a:t>a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) = </a:t>
            </a:r>
            <a:r>
              <a:rPr lang="en-US" sz="2400" i="1" dirty="0"/>
              <a:t>3</a:t>
            </a:r>
            <a:r>
              <a:rPr lang="en-US" sz="2400" dirty="0"/>
              <a:t>cos( 2000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)+</a:t>
            </a:r>
            <a:r>
              <a:rPr lang="en-US" sz="2400" i="1" dirty="0"/>
              <a:t>5</a:t>
            </a:r>
            <a:r>
              <a:rPr lang="en-US" sz="2400" dirty="0"/>
              <a:t>sin( 6000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)+</a:t>
            </a:r>
            <a:r>
              <a:rPr lang="en-US" sz="2400" i="1" dirty="0"/>
              <a:t>10</a:t>
            </a:r>
            <a:r>
              <a:rPr lang="en-US" sz="2400" dirty="0"/>
              <a:t>cos(12000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/>
              <a:t>t</a:t>
            </a:r>
            <a:r>
              <a:rPr lang="en-US" sz="2400" dirty="0"/>
              <a:t>)</a:t>
            </a:r>
          </a:p>
          <a:p>
            <a:r>
              <a:rPr lang="en-US" sz="2400" dirty="0"/>
              <a:t>What is the analog signal that can be reconstructed from the resulting discrete signal, assuming  ideal interpolation?</a:t>
            </a:r>
          </a:p>
          <a:p>
            <a:pPr>
              <a:buFont typeface="Monotype Sorts" pitchFamily="2" charset="2"/>
              <a:buNone/>
            </a:pPr>
            <a:endParaRPr lang="en-US" sz="2400" dirty="0"/>
          </a:p>
          <a:p>
            <a:pPr>
              <a:buFont typeface="Monotype Sorts" pitchFamily="2" charset="2"/>
              <a:buNone/>
            </a:pPr>
            <a:endParaRPr lang="en-US" sz="2400" dirty="0"/>
          </a:p>
        </p:txBody>
      </p:sp>
      <p:grpSp>
        <p:nvGrpSpPr>
          <p:cNvPr id="30740" name="Group 20"/>
          <p:cNvGrpSpPr>
            <a:grpSpLocks/>
          </p:cNvGrpSpPr>
          <p:nvPr/>
        </p:nvGrpSpPr>
        <p:grpSpPr bwMode="auto">
          <a:xfrm>
            <a:off x="160338" y="1914525"/>
            <a:ext cx="8675687" cy="4941888"/>
            <a:chOff x="101" y="1206"/>
            <a:chExt cx="5465" cy="3113"/>
          </a:xfrm>
        </p:grpSpPr>
        <p:sp>
          <p:nvSpPr>
            <p:cNvPr id="30723" name="Line 3"/>
            <p:cNvSpPr>
              <a:spLocks noChangeShapeType="1"/>
            </p:cNvSpPr>
            <p:nvPr/>
          </p:nvSpPr>
          <p:spPr bwMode="auto">
            <a:xfrm flipH="1">
              <a:off x="4108" y="1290"/>
              <a:ext cx="2" cy="30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4" name="Line 4"/>
            <p:cNvSpPr>
              <a:spLocks noChangeShapeType="1"/>
            </p:cNvSpPr>
            <p:nvPr/>
          </p:nvSpPr>
          <p:spPr bwMode="auto">
            <a:xfrm flipV="1">
              <a:off x="2890" y="1206"/>
              <a:ext cx="0" cy="3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32" name="Group 12"/>
            <p:cNvGrpSpPr>
              <a:grpSpLocks/>
            </p:cNvGrpSpPr>
            <p:nvPr/>
          </p:nvGrpSpPr>
          <p:grpSpPr bwMode="auto">
            <a:xfrm>
              <a:off x="101" y="1620"/>
              <a:ext cx="5465" cy="439"/>
              <a:chOff x="101" y="1620"/>
              <a:chExt cx="5465" cy="439"/>
            </a:xfrm>
          </p:grpSpPr>
          <p:sp>
            <p:nvSpPr>
              <p:cNvPr id="30725" name="Line 5"/>
              <p:cNvSpPr>
                <a:spLocks noChangeShapeType="1"/>
              </p:cNvSpPr>
              <p:nvPr/>
            </p:nvSpPr>
            <p:spPr bwMode="auto">
              <a:xfrm>
                <a:off x="101" y="2059"/>
                <a:ext cx="546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6" name="Line 6"/>
              <p:cNvSpPr>
                <a:spLocks noChangeShapeType="1"/>
              </p:cNvSpPr>
              <p:nvPr/>
            </p:nvSpPr>
            <p:spPr bwMode="auto">
              <a:xfrm flipV="1">
                <a:off x="3158" y="1633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7" name="Line 7"/>
              <p:cNvSpPr>
                <a:spLocks noChangeShapeType="1"/>
              </p:cNvSpPr>
              <p:nvPr/>
            </p:nvSpPr>
            <p:spPr bwMode="auto">
              <a:xfrm flipV="1">
                <a:off x="3595" y="1630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8" name="Line 8"/>
              <p:cNvSpPr>
                <a:spLocks noChangeShapeType="1"/>
              </p:cNvSpPr>
              <p:nvPr/>
            </p:nvSpPr>
            <p:spPr bwMode="auto">
              <a:xfrm flipV="1">
                <a:off x="4367" y="1627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29" name="Line 9"/>
              <p:cNvSpPr>
                <a:spLocks noChangeShapeType="1"/>
              </p:cNvSpPr>
              <p:nvPr/>
            </p:nvSpPr>
            <p:spPr bwMode="auto">
              <a:xfrm flipV="1">
                <a:off x="2597" y="1627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30" name="Line 10"/>
              <p:cNvSpPr>
                <a:spLocks noChangeShapeType="1"/>
              </p:cNvSpPr>
              <p:nvPr/>
            </p:nvSpPr>
            <p:spPr bwMode="auto">
              <a:xfrm flipV="1">
                <a:off x="2151" y="1624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31" name="Line 11"/>
              <p:cNvSpPr>
                <a:spLocks noChangeShapeType="1"/>
              </p:cNvSpPr>
              <p:nvPr/>
            </p:nvSpPr>
            <p:spPr bwMode="auto">
              <a:xfrm flipV="1">
                <a:off x="1342" y="1620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 flipH="1">
              <a:off x="1606" y="1337"/>
              <a:ext cx="3" cy="29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Rectangle 14"/>
            <p:cNvSpPr>
              <a:spLocks noChangeArrowheads="1"/>
            </p:cNvSpPr>
            <p:nvPr/>
          </p:nvSpPr>
          <p:spPr bwMode="auto">
            <a:xfrm>
              <a:off x="3007" y="1383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3/2</a:t>
              </a:r>
            </a:p>
          </p:txBody>
        </p:sp>
        <p:sp>
          <p:nvSpPr>
            <p:cNvPr id="30735" name="Rectangle 15"/>
            <p:cNvSpPr>
              <a:spLocks noChangeArrowheads="1"/>
            </p:cNvSpPr>
            <p:nvPr/>
          </p:nvSpPr>
          <p:spPr bwMode="auto">
            <a:xfrm>
              <a:off x="2376" y="1361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3/2</a:t>
              </a:r>
            </a:p>
          </p:txBody>
        </p:sp>
        <p:sp>
          <p:nvSpPr>
            <p:cNvPr id="30736" name="Rectangle 16"/>
            <p:cNvSpPr>
              <a:spLocks noChangeArrowheads="1"/>
            </p:cNvSpPr>
            <p:nvPr/>
          </p:nvSpPr>
          <p:spPr bwMode="auto">
            <a:xfrm>
              <a:off x="4251" y="133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30737" name="Rectangle 17"/>
            <p:cNvSpPr>
              <a:spLocks noChangeArrowheads="1"/>
            </p:cNvSpPr>
            <p:nvPr/>
          </p:nvSpPr>
          <p:spPr bwMode="auto">
            <a:xfrm>
              <a:off x="3392" y="1369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5/2</a:t>
              </a:r>
              <a:r>
                <a:rPr lang="en-US" i="1"/>
                <a:t>j</a:t>
              </a:r>
            </a:p>
          </p:txBody>
        </p:sp>
        <p:sp>
          <p:nvSpPr>
            <p:cNvPr id="30738" name="Rectangle 18"/>
            <p:cNvSpPr>
              <a:spLocks noChangeArrowheads="1"/>
            </p:cNvSpPr>
            <p:nvPr/>
          </p:nvSpPr>
          <p:spPr bwMode="auto">
            <a:xfrm>
              <a:off x="1227" y="135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30739" name="Rectangle 19"/>
            <p:cNvSpPr>
              <a:spLocks noChangeArrowheads="1"/>
            </p:cNvSpPr>
            <p:nvPr/>
          </p:nvSpPr>
          <p:spPr bwMode="auto">
            <a:xfrm>
              <a:off x="1892" y="1360"/>
              <a:ext cx="4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-5/2</a:t>
              </a:r>
              <a:r>
                <a:rPr lang="en-US" i="1"/>
                <a:t>j</a:t>
              </a:r>
            </a:p>
          </p:txBody>
        </p:sp>
      </p:grpSp>
      <p:grpSp>
        <p:nvGrpSpPr>
          <p:cNvPr id="30759" name="Group 39"/>
          <p:cNvGrpSpPr>
            <a:grpSpLocks/>
          </p:cNvGrpSpPr>
          <p:nvPr/>
        </p:nvGrpSpPr>
        <p:grpSpPr bwMode="auto">
          <a:xfrm>
            <a:off x="219075" y="3260725"/>
            <a:ext cx="8734425" cy="1144588"/>
            <a:chOff x="138" y="2054"/>
            <a:chExt cx="5502" cy="721"/>
          </a:xfrm>
        </p:grpSpPr>
        <p:sp>
          <p:nvSpPr>
            <p:cNvPr id="30741" name="Rectangle 21"/>
            <p:cNvSpPr>
              <a:spLocks noChangeArrowheads="1"/>
            </p:cNvSpPr>
            <p:nvPr/>
          </p:nvSpPr>
          <p:spPr bwMode="auto">
            <a:xfrm>
              <a:off x="3041" y="20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</a:t>
              </a:r>
            </a:p>
          </p:txBody>
        </p:sp>
        <p:grpSp>
          <p:nvGrpSpPr>
            <p:cNvPr id="30758" name="Group 38"/>
            <p:cNvGrpSpPr>
              <a:grpSpLocks/>
            </p:cNvGrpSpPr>
            <p:nvPr/>
          </p:nvGrpSpPr>
          <p:grpSpPr bwMode="auto">
            <a:xfrm>
              <a:off x="138" y="2070"/>
              <a:ext cx="5502" cy="705"/>
              <a:chOff x="138" y="2070"/>
              <a:chExt cx="5502" cy="705"/>
            </a:xfrm>
          </p:grpSpPr>
          <p:sp>
            <p:nvSpPr>
              <p:cNvPr id="30742" name="Line 22"/>
              <p:cNvSpPr>
                <a:spLocks noChangeShapeType="1"/>
              </p:cNvSpPr>
              <p:nvPr/>
            </p:nvSpPr>
            <p:spPr bwMode="auto">
              <a:xfrm flipV="1">
                <a:off x="1966" y="2349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3" name="Line 23"/>
              <p:cNvSpPr>
                <a:spLocks noChangeShapeType="1"/>
              </p:cNvSpPr>
              <p:nvPr/>
            </p:nvSpPr>
            <p:spPr bwMode="auto">
              <a:xfrm flipV="1">
                <a:off x="2385" y="2346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4" name="Line 24"/>
              <p:cNvSpPr>
                <a:spLocks noChangeShapeType="1"/>
              </p:cNvSpPr>
              <p:nvPr/>
            </p:nvSpPr>
            <p:spPr bwMode="auto">
              <a:xfrm flipV="1">
                <a:off x="3157" y="2343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5" name="Line 25"/>
              <p:cNvSpPr>
                <a:spLocks noChangeShapeType="1"/>
              </p:cNvSpPr>
              <p:nvPr/>
            </p:nvSpPr>
            <p:spPr bwMode="auto">
              <a:xfrm flipV="1">
                <a:off x="1360" y="2343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6" name="Rectangle 26"/>
              <p:cNvSpPr>
                <a:spLocks noChangeArrowheads="1"/>
              </p:cNvSpPr>
              <p:nvPr/>
            </p:nvSpPr>
            <p:spPr bwMode="auto">
              <a:xfrm>
                <a:off x="1797" y="2099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3/2</a:t>
                </a:r>
              </a:p>
            </p:txBody>
          </p:sp>
          <p:sp>
            <p:nvSpPr>
              <p:cNvPr id="30747" name="Rectangle 27"/>
              <p:cNvSpPr>
                <a:spLocks noChangeArrowheads="1"/>
              </p:cNvSpPr>
              <p:nvPr/>
            </p:nvSpPr>
            <p:spPr bwMode="auto">
              <a:xfrm>
                <a:off x="1166" y="2077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3/2</a:t>
                </a:r>
              </a:p>
            </p:txBody>
          </p:sp>
          <p:sp>
            <p:nvSpPr>
              <p:cNvPr id="30748" name="Rectangle 28"/>
              <p:cNvSpPr>
                <a:spLocks noChangeArrowheads="1"/>
              </p:cNvSpPr>
              <p:nvPr/>
            </p:nvSpPr>
            <p:spPr bwMode="auto">
              <a:xfrm>
                <a:off x="2182" y="2085"/>
                <a:ext cx="4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5/2</a:t>
                </a:r>
                <a:r>
                  <a:rPr lang="en-US" i="1"/>
                  <a:t>j</a:t>
                </a:r>
              </a:p>
            </p:txBody>
          </p:sp>
          <p:sp>
            <p:nvSpPr>
              <p:cNvPr id="30749" name="Line 29"/>
              <p:cNvSpPr>
                <a:spLocks noChangeShapeType="1"/>
              </p:cNvSpPr>
              <p:nvPr/>
            </p:nvSpPr>
            <p:spPr bwMode="auto">
              <a:xfrm>
                <a:off x="138" y="2775"/>
                <a:ext cx="55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0" name="Line 30"/>
              <p:cNvSpPr>
                <a:spLocks noChangeShapeType="1"/>
              </p:cNvSpPr>
              <p:nvPr/>
            </p:nvSpPr>
            <p:spPr bwMode="auto">
              <a:xfrm flipV="1">
                <a:off x="4392" y="2352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1" name="Line 31"/>
              <p:cNvSpPr>
                <a:spLocks noChangeShapeType="1"/>
              </p:cNvSpPr>
              <p:nvPr/>
            </p:nvSpPr>
            <p:spPr bwMode="auto">
              <a:xfrm flipV="1">
                <a:off x="3849" y="2346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2" name="Line 32"/>
              <p:cNvSpPr>
                <a:spLocks noChangeShapeType="1"/>
              </p:cNvSpPr>
              <p:nvPr/>
            </p:nvSpPr>
            <p:spPr bwMode="auto">
              <a:xfrm flipV="1">
                <a:off x="3430" y="2343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3" name="Line 33"/>
              <p:cNvSpPr>
                <a:spLocks noChangeShapeType="1"/>
              </p:cNvSpPr>
              <p:nvPr/>
            </p:nvSpPr>
            <p:spPr bwMode="auto">
              <a:xfrm flipV="1">
                <a:off x="2621" y="2339"/>
                <a:ext cx="0" cy="4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4" name="Rectangle 34"/>
              <p:cNvSpPr>
                <a:spLocks noChangeArrowheads="1"/>
              </p:cNvSpPr>
              <p:nvPr/>
            </p:nvSpPr>
            <p:spPr bwMode="auto">
              <a:xfrm>
                <a:off x="4286" y="2102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3/2</a:t>
                </a:r>
              </a:p>
            </p:txBody>
          </p:sp>
          <p:sp>
            <p:nvSpPr>
              <p:cNvPr id="30755" name="Rectangle 35"/>
              <p:cNvSpPr>
                <a:spLocks noChangeArrowheads="1"/>
              </p:cNvSpPr>
              <p:nvPr/>
            </p:nvSpPr>
            <p:spPr bwMode="auto">
              <a:xfrm>
                <a:off x="3201" y="2085"/>
                <a:ext cx="47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-5/2</a:t>
                </a:r>
                <a:r>
                  <a:rPr lang="en-US" i="1"/>
                  <a:t>j</a:t>
                </a:r>
              </a:p>
            </p:txBody>
          </p:sp>
          <p:sp>
            <p:nvSpPr>
              <p:cNvPr id="30756" name="Rectangle 36"/>
              <p:cNvSpPr>
                <a:spLocks noChangeArrowheads="1"/>
              </p:cNvSpPr>
              <p:nvPr/>
            </p:nvSpPr>
            <p:spPr bwMode="auto">
              <a:xfrm>
                <a:off x="3655" y="2080"/>
                <a:ext cx="36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3/2</a:t>
                </a:r>
              </a:p>
            </p:txBody>
          </p:sp>
          <p:sp>
            <p:nvSpPr>
              <p:cNvPr id="30757" name="Rectangle 37"/>
              <p:cNvSpPr>
                <a:spLocks noChangeArrowheads="1"/>
              </p:cNvSpPr>
              <p:nvPr/>
            </p:nvSpPr>
            <p:spPr bwMode="auto">
              <a:xfrm>
                <a:off x="2506" y="207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</p:grpSp>
      </p:grpSp>
      <p:grpSp>
        <p:nvGrpSpPr>
          <p:cNvPr id="30781" name="Group 61"/>
          <p:cNvGrpSpPr>
            <a:grpSpLocks/>
          </p:cNvGrpSpPr>
          <p:nvPr/>
        </p:nvGrpSpPr>
        <p:grpSpPr bwMode="auto">
          <a:xfrm>
            <a:off x="214313" y="4464050"/>
            <a:ext cx="8734425" cy="1108075"/>
            <a:chOff x="135" y="2812"/>
            <a:chExt cx="5502" cy="698"/>
          </a:xfrm>
        </p:grpSpPr>
        <p:sp>
          <p:nvSpPr>
            <p:cNvPr id="30760" name="Rectangle 40"/>
            <p:cNvSpPr>
              <a:spLocks noChangeArrowheads="1"/>
            </p:cNvSpPr>
            <p:nvPr/>
          </p:nvSpPr>
          <p:spPr bwMode="auto">
            <a:xfrm>
              <a:off x="1952" y="3150"/>
              <a:ext cx="4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-5/2</a:t>
              </a:r>
              <a:r>
                <a:rPr lang="en-US" i="1"/>
                <a:t>j</a:t>
              </a:r>
            </a:p>
          </p:txBody>
        </p:sp>
        <p:sp>
          <p:nvSpPr>
            <p:cNvPr id="30761" name="Line 41"/>
            <p:cNvSpPr>
              <a:spLocks noChangeShapeType="1"/>
            </p:cNvSpPr>
            <p:nvPr/>
          </p:nvSpPr>
          <p:spPr bwMode="auto">
            <a:xfrm flipV="1">
              <a:off x="1963" y="3084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2" name="Line 42"/>
            <p:cNvSpPr>
              <a:spLocks noChangeShapeType="1"/>
            </p:cNvSpPr>
            <p:nvPr/>
          </p:nvSpPr>
          <p:spPr bwMode="auto">
            <a:xfrm flipV="1">
              <a:off x="2382" y="3081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3" name="Line 43"/>
            <p:cNvSpPr>
              <a:spLocks noChangeShapeType="1"/>
            </p:cNvSpPr>
            <p:nvPr/>
          </p:nvSpPr>
          <p:spPr bwMode="auto">
            <a:xfrm flipV="1">
              <a:off x="3154" y="3078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Line 44"/>
            <p:cNvSpPr>
              <a:spLocks noChangeShapeType="1"/>
            </p:cNvSpPr>
            <p:nvPr/>
          </p:nvSpPr>
          <p:spPr bwMode="auto">
            <a:xfrm flipV="1">
              <a:off x="1357" y="3078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5" name="Rectangle 45"/>
            <p:cNvSpPr>
              <a:spLocks noChangeArrowheads="1"/>
            </p:cNvSpPr>
            <p:nvPr/>
          </p:nvSpPr>
          <p:spPr bwMode="auto">
            <a:xfrm>
              <a:off x="1794" y="2834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3/2</a:t>
              </a:r>
            </a:p>
          </p:txBody>
        </p:sp>
        <p:sp>
          <p:nvSpPr>
            <p:cNvPr id="30766" name="Rectangle 46"/>
            <p:cNvSpPr>
              <a:spLocks noChangeArrowheads="1"/>
            </p:cNvSpPr>
            <p:nvPr/>
          </p:nvSpPr>
          <p:spPr bwMode="auto">
            <a:xfrm>
              <a:off x="1163" y="2812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67" name="Rectangle 47"/>
            <p:cNvSpPr>
              <a:spLocks noChangeArrowheads="1"/>
            </p:cNvSpPr>
            <p:nvPr/>
          </p:nvSpPr>
          <p:spPr bwMode="auto">
            <a:xfrm>
              <a:off x="2930" y="3122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68" name="Rectangle 48"/>
            <p:cNvSpPr>
              <a:spLocks noChangeArrowheads="1"/>
            </p:cNvSpPr>
            <p:nvPr/>
          </p:nvSpPr>
          <p:spPr bwMode="auto">
            <a:xfrm>
              <a:off x="2179" y="2820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5/2</a:t>
              </a:r>
              <a:r>
                <a:rPr lang="en-US" i="1"/>
                <a:t>j</a:t>
              </a:r>
            </a:p>
          </p:txBody>
        </p:sp>
        <p:sp>
          <p:nvSpPr>
            <p:cNvPr id="30769" name="Line 49"/>
            <p:cNvSpPr>
              <a:spLocks noChangeShapeType="1"/>
            </p:cNvSpPr>
            <p:nvPr/>
          </p:nvSpPr>
          <p:spPr bwMode="auto">
            <a:xfrm>
              <a:off x="135" y="3510"/>
              <a:ext cx="55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0" name="Line 50"/>
            <p:cNvSpPr>
              <a:spLocks noChangeShapeType="1"/>
            </p:cNvSpPr>
            <p:nvPr/>
          </p:nvSpPr>
          <p:spPr bwMode="auto">
            <a:xfrm flipV="1">
              <a:off x="4407" y="3087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1" name="Line 51"/>
            <p:cNvSpPr>
              <a:spLocks noChangeShapeType="1"/>
            </p:cNvSpPr>
            <p:nvPr/>
          </p:nvSpPr>
          <p:spPr bwMode="auto">
            <a:xfrm flipV="1">
              <a:off x="3846" y="3081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2" name="Line 52"/>
            <p:cNvSpPr>
              <a:spLocks noChangeShapeType="1"/>
            </p:cNvSpPr>
            <p:nvPr/>
          </p:nvSpPr>
          <p:spPr bwMode="auto">
            <a:xfrm flipV="1">
              <a:off x="3427" y="3078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3" name="Line 53"/>
            <p:cNvSpPr>
              <a:spLocks noChangeShapeType="1"/>
            </p:cNvSpPr>
            <p:nvPr/>
          </p:nvSpPr>
          <p:spPr bwMode="auto">
            <a:xfrm flipV="1">
              <a:off x="2618" y="3074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4" name="Rectangle 54"/>
            <p:cNvSpPr>
              <a:spLocks noChangeArrowheads="1"/>
            </p:cNvSpPr>
            <p:nvPr/>
          </p:nvSpPr>
          <p:spPr bwMode="auto">
            <a:xfrm>
              <a:off x="4283" y="2837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75" name="Rectangle 55"/>
            <p:cNvSpPr>
              <a:spLocks noChangeArrowheads="1"/>
            </p:cNvSpPr>
            <p:nvPr/>
          </p:nvSpPr>
          <p:spPr bwMode="auto">
            <a:xfrm>
              <a:off x="3198" y="2820"/>
              <a:ext cx="4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-5/2</a:t>
              </a:r>
              <a:r>
                <a:rPr lang="en-US" i="1"/>
                <a:t>j</a:t>
              </a:r>
            </a:p>
          </p:txBody>
        </p:sp>
        <p:sp>
          <p:nvSpPr>
            <p:cNvPr id="30776" name="Rectangle 56"/>
            <p:cNvSpPr>
              <a:spLocks noChangeArrowheads="1"/>
            </p:cNvSpPr>
            <p:nvPr/>
          </p:nvSpPr>
          <p:spPr bwMode="auto">
            <a:xfrm>
              <a:off x="3652" y="2815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3/2</a:t>
              </a:r>
            </a:p>
          </p:txBody>
        </p:sp>
        <p:sp>
          <p:nvSpPr>
            <p:cNvPr id="30777" name="Rectangle 57"/>
            <p:cNvSpPr>
              <a:spLocks noChangeArrowheads="1"/>
            </p:cNvSpPr>
            <p:nvPr/>
          </p:nvSpPr>
          <p:spPr bwMode="auto">
            <a:xfrm>
              <a:off x="2404" y="3129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78" name="Line 58"/>
            <p:cNvSpPr>
              <a:spLocks noChangeShapeType="1"/>
            </p:cNvSpPr>
            <p:nvPr/>
          </p:nvSpPr>
          <p:spPr bwMode="auto">
            <a:xfrm flipV="1">
              <a:off x="2192" y="3080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9" name="Line 59"/>
            <p:cNvSpPr>
              <a:spLocks noChangeShapeType="1"/>
            </p:cNvSpPr>
            <p:nvPr/>
          </p:nvSpPr>
          <p:spPr bwMode="auto">
            <a:xfrm flipV="1">
              <a:off x="3636" y="3076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0" name="Rectangle 60"/>
            <p:cNvSpPr>
              <a:spLocks noChangeArrowheads="1"/>
            </p:cNvSpPr>
            <p:nvPr/>
          </p:nvSpPr>
          <p:spPr bwMode="auto">
            <a:xfrm>
              <a:off x="3451" y="3165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5/2</a:t>
              </a:r>
              <a:r>
                <a:rPr lang="en-US" i="1"/>
                <a:t>j</a:t>
              </a:r>
            </a:p>
          </p:txBody>
        </p:sp>
      </p:grpSp>
      <p:grpSp>
        <p:nvGrpSpPr>
          <p:cNvPr id="30792" name="Group 72"/>
          <p:cNvGrpSpPr>
            <a:grpSpLocks/>
          </p:cNvGrpSpPr>
          <p:nvPr/>
        </p:nvGrpSpPr>
        <p:grpSpPr bwMode="auto">
          <a:xfrm>
            <a:off x="238125" y="5743575"/>
            <a:ext cx="8734425" cy="1012825"/>
            <a:chOff x="150" y="3618"/>
            <a:chExt cx="5502" cy="638"/>
          </a:xfrm>
        </p:grpSpPr>
        <p:sp>
          <p:nvSpPr>
            <p:cNvPr id="30782" name="Line 62"/>
            <p:cNvSpPr>
              <a:spLocks noChangeShapeType="1"/>
            </p:cNvSpPr>
            <p:nvPr/>
          </p:nvSpPr>
          <p:spPr bwMode="auto">
            <a:xfrm>
              <a:off x="150" y="4254"/>
              <a:ext cx="55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3" name="Line 63"/>
            <p:cNvSpPr>
              <a:spLocks noChangeShapeType="1"/>
            </p:cNvSpPr>
            <p:nvPr/>
          </p:nvSpPr>
          <p:spPr bwMode="auto">
            <a:xfrm flipV="1">
              <a:off x="2388" y="3825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4" name="Line 64"/>
            <p:cNvSpPr>
              <a:spLocks noChangeShapeType="1"/>
            </p:cNvSpPr>
            <p:nvPr/>
          </p:nvSpPr>
          <p:spPr bwMode="auto">
            <a:xfrm flipV="1">
              <a:off x="3160" y="3822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Rectangle 65"/>
            <p:cNvSpPr>
              <a:spLocks noChangeArrowheads="1"/>
            </p:cNvSpPr>
            <p:nvPr/>
          </p:nvSpPr>
          <p:spPr bwMode="auto">
            <a:xfrm>
              <a:off x="2936" y="3866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86" name="Line 66"/>
            <p:cNvSpPr>
              <a:spLocks noChangeShapeType="1"/>
            </p:cNvSpPr>
            <p:nvPr/>
          </p:nvSpPr>
          <p:spPr bwMode="auto">
            <a:xfrm flipV="1">
              <a:off x="3433" y="3822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Line 67"/>
            <p:cNvSpPr>
              <a:spLocks noChangeShapeType="1"/>
            </p:cNvSpPr>
            <p:nvPr/>
          </p:nvSpPr>
          <p:spPr bwMode="auto">
            <a:xfrm flipV="1">
              <a:off x="2624" y="3818"/>
              <a:ext cx="0" cy="4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8" name="Rectangle 68"/>
            <p:cNvSpPr>
              <a:spLocks noChangeArrowheads="1"/>
            </p:cNvSpPr>
            <p:nvPr/>
          </p:nvSpPr>
          <p:spPr bwMode="auto">
            <a:xfrm>
              <a:off x="2410" y="3873"/>
              <a:ext cx="4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13/2</a:t>
              </a:r>
            </a:p>
          </p:txBody>
        </p:sp>
        <p:sp>
          <p:nvSpPr>
            <p:cNvPr id="30789" name="Rectangle 69"/>
            <p:cNvSpPr>
              <a:spLocks noChangeArrowheads="1"/>
            </p:cNvSpPr>
            <p:nvPr/>
          </p:nvSpPr>
          <p:spPr bwMode="auto">
            <a:xfrm>
              <a:off x="2212" y="3627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5/2</a:t>
              </a:r>
              <a:r>
                <a:rPr lang="en-US" i="1"/>
                <a:t>j</a:t>
              </a:r>
            </a:p>
          </p:txBody>
        </p:sp>
        <p:sp>
          <p:nvSpPr>
            <p:cNvPr id="30790" name="Rectangle 70"/>
            <p:cNvSpPr>
              <a:spLocks noChangeArrowheads="1"/>
            </p:cNvSpPr>
            <p:nvPr/>
          </p:nvSpPr>
          <p:spPr bwMode="auto">
            <a:xfrm>
              <a:off x="3195" y="3618"/>
              <a:ext cx="4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-5/2</a:t>
              </a:r>
              <a:r>
                <a:rPr lang="en-US" i="1"/>
                <a:t>j</a:t>
              </a:r>
            </a:p>
          </p:txBody>
        </p:sp>
        <p:sp>
          <p:nvSpPr>
            <p:cNvPr id="30791" name="Freeform 71"/>
            <p:cNvSpPr>
              <a:spLocks/>
            </p:cNvSpPr>
            <p:nvPr/>
          </p:nvSpPr>
          <p:spPr bwMode="auto">
            <a:xfrm>
              <a:off x="2308" y="3646"/>
              <a:ext cx="1219" cy="610"/>
            </a:xfrm>
            <a:custGeom>
              <a:avLst/>
              <a:gdLst>
                <a:gd name="T0" fmla="*/ 0 w 1219"/>
                <a:gd name="T1" fmla="*/ 609 h 610"/>
                <a:gd name="T2" fmla="*/ 0 w 1219"/>
                <a:gd name="T3" fmla="*/ 0 h 610"/>
                <a:gd name="T4" fmla="*/ 1218 w 1219"/>
                <a:gd name="T5" fmla="*/ 0 h 610"/>
                <a:gd name="T6" fmla="*/ 1218 w 1219"/>
                <a:gd name="T7" fmla="*/ 609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9" h="610">
                  <a:moveTo>
                    <a:pt x="0" y="609"/>
                  </a:moveTo>
                  <a:lnTo>
                    <a:pt x="0" y="0"/>
                  </a:lnTo>
                  <a:lnTo>
                    <a:pt x="1218" y="0"/>
                  </a:lnTo>
                  <a:lnTo>
                    <a:pt x="1218" y="60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563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6868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6868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6868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6868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50925" y="1933575"/>
            <a:ext cx="5456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i="1"/>
              <a:t>x</a:t>
            </a:r>
            <a:r>
              <a:rPr lang="en-US" sz="2800" i="1" baseline="-25000"/>
              <a:t>a</a:t>
            </a:r>
            <a:r>
              <a:rPr lang="en-US" sz="2800"/>
              <a:t>(</a:t>
            </a:r>
            <a:r>
              <a:rPr lang="en-US" sz="2800" i="1"/>
              <a:t>t</a:t>
            </a:r>
            <a:r>
              <a:rPr lang="en-US" sz="2800"/>
              <a:t>) = 13cos( 2000</a:t>
            </a:r>
            <a:r>
              <a:rPr lang="en-US" sz="2800">
                <a:latin typeface="Symbol" pitchFamily="18" charset="2"/>
              </a:rPr>
              <a:t>p</a:t>
            </a:r>
            <a:r>
              <a:rPr lang="en-US" sz="2800" i="1"/>
              <a:t>t</a:t>
            </a:r>
            <a:r>
              <a:rPr lang="en-US" sz="2800"/>
              <a:t>)</a:t>
            </a:r>
            <a:r>
              <a:rPr lang="en-US" sz="2800">
                <a:latin typeface="Symbol" pitchFamily="18" charset="2"/>
              </a:rPr>
              <a:t>-</a:t>
            </a:r>
            <a:r>
              <a:rPr lang="en-US" sz="2800" i="1"/>
              <a:t>5</a:t>
            </a:r>
            <a:r>
              <a:rPr lang="en-US" sz="2800"/>
              <a:t>sin( 4000</a:t>
            </a:r>
            <a:r>
              <a:rPr lang="en-US" sz="2800">
                <a:latin typeface="Symbol" pitchFamily="18" charset="2"/>
              </a:rPr>
              <a:t>p</a:t>
            </a:r>
            <a:r>
              <a:rPr lang="en-US" sz="2800" i="1"/>
              <a:t>t</a:t>
            </a:r>
            <a:r>
              <a:rPr lang="en-US" sz="2800"/>
              <a:t>)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065213" y="187801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^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47663" y="1068388"/>
            <a:ext cx="808715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dirty="0"/>
              <a:t>Resulting analog signal after perfect interpolation:</a:t>
            </a:r>
          </a:p>
        </p:txBody>
      </p:sp>
    </p:spTree>
    <p:extLst>
      <p:ext uri="{BB962C8B-B14F-4D97-AF65-F5344CB8AC3E}">
        <p14:creationId xmlns:p14="http://schemas.microsoft.com/office/powerpoint/2010/main" val="12081751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Reconstruction</a:t>
            </a:r>
          </a:p>
        </p:txBody>
      </p:sp>
      <p:grpSp>
        <p:nvGrpSpPr>
          <p:cNvPr id="13322" name="Group 10"/>
          <p:cNvGrpSpPr>
            <a:grpSpLocks/>
          </p:cNvGrpSpPr>
          <p:nvPr/>
        </p:nvGrpSpPr>
        <p:grpSpPr bwMode="auto">
          <a:xfrm>
            <a:off x="1573213" y="1544638"/>
            <a:ext cx="6100762" cy="1974850"/>
            <a:chOff x="991" y="973"/>
            <a:chExt cx="3843" cy="1244"/>
          </a:xfrm>
        </p:grpSpPr>
        <p:sp>
          <p:nvSpPr>
            <p:cNvPr id="13315" name="Rectangle 3"/>
            <p:cNvSpPr>
              <a:spLocks noChangeArrowheads="1"/>
            </p:cNvSpPr>
            <p:nvPr/>
          </p:nvSpPr>
          <p:spPr bwMode="auto">
            <a:xfrm>
              <a:off x="991" y="973"/>
              <a:ext cx="38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0"/>
                <a:t>Frequency response of ideal reconstruction filter</a:t>
              </a:r>
            </a:p>
          </p:txBody>
        </p:sp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2327" y="1914"/>
              <a:ext cx="4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0">
                  <a:latin typeface="Symbol" pitchFamily="18" charset="2"/>
                </a:rPr>
                <a:t>-W</a:t>
              </a:r>
              <a:r>
                <a:rPr lang="en-US" i="0" baseline="-25000"/>
                <a:t>c</a:t>
              </a: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3035" y="1929"/>
              <a:ext cx="3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i="0">
                  <a:latin typeface="Symbol" pitchFamily="18" charset="2"/>
                </a:rPr>
                <a:t>W</a:t>
              </a:r>
              <a:r>
                <a:rPr lang="en-US" i="0" baseline="-25000"/>
                <a:t>c</a:t>
              </a:r>
            </a:p>
          </p:txBody>
        </p:sp>
        <p:sp>
          <p:nvSpPr>
            <p:cNvPr id="13318" name="Freeform 6"/>
            <p:cNvSpPr>
              <a:spLocks/>
            </p:cNvSpPr>
            <p:nvPr/>
          </p:nvSpPr>
          <p:spPr bwMode="auto">
            <a:xfrm>
              <a:off x="2538" y="1462"/>
              <a:ext cx="648" cy="481"/>
            </a:xfrm>
            <a:custGeom>
              <a:avLst/>
              <a:gdLst>
                <a:gd name="T0" fmla="*/ 0 w 648"/>
                <a:gd name="T1" fmla="*/ 480 h 481"/>
                <a:gd name="T2" fmla="*/ 0 w 648"/>
                <a:gd name="T3" fmla="*/ 0 h 481"/>
                <a:gd name="T4" fmla="*/ 647 w 648"/>
                <a:gd name="T5" fmla="*/ 0 h 481"/>
                <a:gd name="T6" fmla="*/ 647 w 648"/>
                <a:gd name="T7" fmla="*/ 48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8" h="481">
                  <a:moveTo>
                    <a:pt x="0" y="480"/>
                  </a:moveTo>
                  <a:lnTo>
                    <a:pt x="0" y="0"/>
                  </a:lnTo>
                  <a:lnTo>
                    <a:pt x="647" y="0"/>
                  </a:lnTo>
                  <a:lnTo>
                    <a:pt x="647" y="48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3207" y="1302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 flipV="1">
              <a:off x="1134" y="1949"/>
              <a:ext cx="3386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Line 9"/>
            <p:cNvSpPr>
              <a:spLocks noChangeShapeType="1"/>
            </p:cNvSpPr>
            <p:nvPr/>
          </p:nvSpPr>
          <p:spPr bwMode="auto">
            <a:xfrm>
              <a:off x="2874" y="1221"/>
              <a:ext cx="0" cy="7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1781175" y="3727450"/>
            <a:ext cx="587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/>
              <a:t>Impulse response of  ideal reconstruction filter</a:t>
            </a: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1403350" y="5675313"/>
            <a:ext cx="6315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584700" y="4100513"/>
            <a:ext cx="0" cy="157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44" name="Group 32"/>
          <p:cNvGrpSpPr>
            <a:grpSpLocks/>
          </p:cNvGrpSpPr>
          <p:nvPr/>
        </p:nvGrpSpPr>
        <p:grpSpPr bwMode="auto">
          <a:xfrm>
            <a:off x="2417763" y="4273550"/>
            <a:ext cx="4340225" cy="1695450"/>
            <a:chOff x="1523" y="2692"/>
            <a:chExt cx="2734" cy="1068"/>
          </a:xfrm>
        </p:grpSpPr>
        <p:sp>
          <p:nvSpPr>
            <p:cNvPr id="13326" name="Arc 14"/>
            <p:cNvSpPr>
              <a:spLocks/>
            </p:cNvSpPr>
            <p:nvPr/>
          </p:nvSpPr>
          <p:spPr bwMode="auto">
            <a:xfrm>
              <a:off x="2743" y="2692"/>
              <a:ext cx="161" cy="33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466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722"/>
                    <a:pt x="9589" y="74"/>
                    <a:pt x="21466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22"/>
                    <a:pt x="9589" y="74"/>
                    <a:pt x="21466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Line 15"/>
            <p:cNvSpPr>
              <a:spLocks noChangeShapeType="1"/>
            </p:cNvSpPr>
            <p:nvPr/>
          </p:nvSpPr>
          <p:spPr bwMode="auto">
            <a:xfrm flipH="1">
              <a:off x="2634" y="2998"/>
              <a:ext cx="108" cy="6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8" name="Arc 16"/>
            <p:cNvSpPr>
              <a:spLocks/>
            </p:cNvSpPr>
            <p:nvPr/>
          </p:nvSpPr>
          <p:spPr bwMode="auto">
            <a:xfrm rot="5460000">
              <a:off x="2449" y="3566"/>
              <a:ext cx="131" cy="238"/>
            </a:xfrm>
            <a:custGeom>
              <a:avLst/>
              <a:gdLst>
                <a:gd name="G0" fmla="+- 133 0 0"/>
                <a:gd name="G1" fmla="+- 21600 0 0"/>
                <a:gd name="G2" fmla="+- 21600 0 0"/>
                <a:gd name="T0" fmla="*/ 0 w 17510"/>
                <a:gd name="T1" fmla="*/ 0 h 21600"/>
                <a:gd name="T2" fmla="*/ 17510 w 17510"/>
                <a:gd name="T3" fmla="*/ 8771 h 21600"/>
                <a:gd name="T4" fmla="*/ 133 w 1751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510" h="21600" fill="none" extrusionOk="0">
                  <a:moveTo>
                    <a:pt x="0" y="0"/>
                  </a:moveTo>
                  <a:cubicBezTo>
                    <a:pt x="44" y="0"/>
                    <a:pt x="88" y="-1"/>
                    <a:pt x="133" y="0"/>
                  </a:cubicBezTo>
                  <a:cubicBezTo>
                    <a:pt x="6989" y="0"/>
                    <a:pt x="13438" y="3254"/>
                    <a:pt x="17510" y="8770"/>
                  </a:cubicBezTo>
                </a:path>
                <a:path w="17510" h="21600" stroke="0" extrusionOk="0">
                  <a:moveTo>
                    <a:pt x="0" y="0"/>
                  </a:moveTo>
                  <a:cubicBezTo>
                    <a:pt x="44" y="0"/>
                    <a:pt x="88" y="-1"/>
                    <a:pt x="133" y="0"/>
                  </a:cubicBezTo>
                  <a:cubicBezTo>
                    <a:pt x="6989" y="0"/>
                    <a:pt x="13438" y="3254"/>
                    <a:pt x="17510" y="8770"/>
                  </a:cubicBezTo>
                  <a:lnTo>
                    <a:pt x="133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9" name="Arc 17"/>
            <p:cNvSpPr>
              <a:spLocks/>
            </p:cNvSpPr>
            <p:nvPr/>
          </p:nvSpPr>
          <p:spPr bwMode="auto">
            <a:xfrm>
              <a:off x="2335" y="3575"/>
              <a:ext cx="193" cy="185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0" name="Arc 18"/>
            <p:cNvSpPr>
              <a:spLocks/>
            </p:cNvSpPr>
            <p:nvPr/>
          </p:nvSpPr>
          <p:spPr bwMode="auto">
            <a:xfrm rot="15420000">
              <a:off x="2148" y="3447"/>
              <a:ext cx="144" cy="19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Arc 19"/>
            <p:cNvSpPr>
              <a:spLocks/>
            </p:cNvSpPr>
            <p:nvPr/>
          </p:nvSpPr>
          <p:spPr bwMode="auto">
            <a:xfrm>
              <a:off x="1996" y="3476"/>
              <a:ext cx="138" cy="101"/>
            </a:xfrm>
            <a:custGeom>
              <a:avLst/>
              <a:gdLst>
                <a:gd name="G0" fmla="+- 21600 0 0"/>
                <a:gd name="G1" fmla="+- 21599 0 0"/>
                <a:gd name="G2" fmla="+- 21600 0 0"/>
                <a:gd name="T0" fmla="*/ 0 w 21600"/>
                <a:gd name="T1" fmla="*/ 21599 h 21599"/>
                <a:gd name="T2" fmla="*/ 21443 w 21600"/>
                <a:gd name="T3" fmla="*/ 0 h 21599"/>
                <a:gd name="T4" fmla="*/ 21600 w 21600"/>
                <a:gd name="T5" fmla="*/ 21599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30"/>
                    <a:pt x="9575" y="85"/>
                    <a:pt x="21442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30"/>
                    <a:pt x="9575" y="85"/>
                    <a:pt x="21442" y="-1"/>
                  </a:cubicBezTo>
                  <a:lnTo>
                    <a:pt x="2160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Arc 20"/>
            <p:cNvSpPr>
              <a:spLocks/>
            </p:cNvSpPr>
            <p:nvPr/>
          </p:nvSpPr>
          <p:spPr bwMode="auto">
            <a:xfrm rot="10860000">
              <a:off x="1873" y="3569"/>
              <a:ext cx="117" cy="92"/>
            </a:xfrm>
            <a:custGeom>
              <a:avLst/>
              <a:gdLst>
                <a:gd name="G0" fmla="+- 21600 0 0"/>
                <a:gd name="G1" fmla="+- 21599 0 0"/>
                <a:gd name="G2" fmla="+- 21600 0 0"/>
                <a:gd name="T0" fmla="*/ 0 w 21600"/>
                <a:gd name="T1" fmla="*/ 21599 h 21599"/>
                <a:gd name="T2" fmla="*/ 21415 w 21600"/>
                <a:gd name="T3" fmla="*/ 0 h 21599"/>
                <a:gd name="T4" fmla="*/ 21600 w 21600"/>
                <a:gd name="T5" fmla="*/ 21599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9"/>
                  </a:moveTo>
                  <a:cubicBezTo>
                    <a:pt x="0" y="9741"/>
                    <a:pt x="9558" y="101"/>
                    <a:pt x="21414" y="-1"/>
                  </a:cubicBezTo>
                </a:path>
                <a:path w="21600" h="21599" stroke="0" extrusionOk="0">
                  <a:moveTo>
                    <a:pt x="0" y="21599"/>
                  </a:moveTo>
                  <a:cubicBezTo>
                    <a:pt x="0" y="9741"/>
                    <a:pt x="9558" y="101"/>
                    <a:pt x="21414" y="-1"/>
                  </a:cubicBezTo>
                  <a:lnTo>
                    <a:pt x="21600" y="21599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Arc 21"/>
            <p:cNvSpPr>
              <a:spLocks/>
            </p:cNvSpPr>
            <p:nvPr/>
          </p:nvSpPr>
          <p:spPr bwMode="auto">
            <a:xfrm rot="10860000">
              <a:off x="1721" y="3571"/>
              <a:ext cx="169" cy="96"/>
            </a:xfrm>
            <a:custGeom>
              <a:avLst/>
              <a:gdLst>
                <a:gd name="G0" fmla="+- 129 0 0"/>
                <a:gd name="G1" fmla="+- 21600 0 0"/>
                <a:gd name="G2" fmla="+- 21600 0 0"/>
                <a:gd name="T0" fmla="*/ 0 w 21729"/>
                <a:gd name="T1" fmla="*/ 0 h 21600"/>
                <a:gd name="T2" fmla="*/ 21729 w 21729"/>
                <a:gd name="T3" fmla="*/ 21600 h 21600"/>
                <a:gd name="T4" fmla="*/ 129 w 217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29" h="21600" fill="none" extrusionOk="0">
                  <a:moveTo>
                    <a:pt x="0" y="0"/>
                  </a:moveTo>
                  <a:cubicBezTo>
                    <a:pt x="43" y="0"/>
                    <a:pt x="86" y="-1"/>
                    <a:pt x="129" y="0"/>
                  </a:cubicBezTo>
                  <a:cubicBezTo>
                    <a:pt x="12058" y="0"/>
                    <a:pt x="21729" y="9670"/>
                    <a:pt x="21729" y="21600"/>
                  </a:cubicBezTo>
                </a:path>
                <a:path w="21729" h="21600" stroke="0" extrusionOk="0">
                  <a:moveTo>
                    <a:pt x="0" y="0"/>
                  </a:moveTo>
                  <a:cubicBezTo>
                    <a:pt x="43" y="0"/>
                    <a:pt x="86" y="-1"/>
                    <a:pt x="129" y="0"/>
                  </a:cubicBezTo>
                  <a:cubicBezTo>
                    <a:pt x="12058" y="0"/>
                    <a:pt x="21729" y="9670"/>
                    <a:pt x="21729" y="21600"/>
                  </a:cubicBezTo>
                  <a:lnTo>
                    <a:pt x="129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Arc 22"/>
            <p:cNvSpPr>
              <a:spLocks/>
            </p:cNvSpPr>
            <p:nvPr/>
          </p:nvSpPr>
          <p:spPr bwMode="auto">
            <a:xfrm>
              <a:off x="1523" y="3484"/>
              <a:ext cx="170" cy="85"/>
            </a:xfrm>
            <a:custGeom>
              <a:avLst/>
              <a:gdLst>
                <a:gd name="G0" fmla="+- 128 0 0"/>
                <a:gd name="G1" fmla="+- 21600 0 0"/>
                <a:gd name="G2" fmla="+- 21600 0 0"/>
                <a:gd name="T0" fmla="*/ 0 w 21728"/>
                <a:gd name="T1" fmla="*/ 0 h 21600"/>
                <a:gd name="T2" fmla="*/ 21728 w 21728"/>
                <a:gd name="T3" fmla="*/ 21600 h 21600"/>
                <a:gd name="T4" fmla="*/ 128 w 2172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728" h="21600" fill="none" extrusionOk="0">
                  <a:moveTo>
                    <a:pt x="0" y="0"/>
                  </a:moveTo>
                  <a:cubicBezTo>
                    <a:pt x="42" y="0"/>
                    <a:pt x="85" y="-1"/>
                    <a:pt x="128" y="0"/>
                  </a:cubicBezTo>
                  <a:cubicBezTo>
                    <a:pt x="12057" y="0"/>
                    <a:pt x="21728" y="9670"/>
                    <a:pt x="21728" y="21600"/>
                  </a:cubicBezTo>
                </a:path>
                <a:path w="21728" h="21600" stroke="0" extrusionOk="0">
                  <a:moveTo>
                    <a:pt x="0" y="0"/>
                  </a:moveTo>
                  <a:cubicBezTo>
                    <a:pt x="42" y="0"/>
                    <a:pt x="85" y="-1"/>
                    <a:pt x="128" y="0"/>
                  </a:cubicBezTo>
                  <a:cubicBezTo>
                    <a:pt x="12057" y="0"/>
                    <a:pt x="21728" y="9670"/>
                    <a:pt x="21728" y="21600"/>
                  </a:cubicBezTo>
                  <a:lnTo>
                    <a:pt x="12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5" name="Arc 23"/>
            <p:cNvSpPr>
              <a:spLocks/>
            </p:cNvSpPr>
            <p:nvPr/>
          </p:nvSpPr>
          <p:spPr bwMode="auto">
            <a:xfrm>
              <a:off x="2872" y="2699"/>
              <a:ext cx="166" cy="33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Line 24"/>
            <p:cNvSpPr>
              <a:spLocks noChangeShapeType="1"/>
            </p:cNvSpPr>
            <p:nvPr/>
          </p:nvSpPr>
          <p:spPr bwMode="auto">
            <a:xfrm>
              <a:off x="3038" y="3006"/>
              <a:ext cx="108" cy="6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Arc 25"/>
            <p:cNvSpPr>
              <a:spLocks/>
            </p:cNvSpPr>
            <p:nvPr/>
          </p:nvSpPr>
          <p:spPr bwMode="auto">
            <a:xfrm rot="16140000">
              <a:off x="3201" y="3574"/>
              <a:ext cx="131" cy="238"/>
            </a:xfrm>
            <a:custGeom>
              <a:avLst/>
              <a:gdLst>
                <a:gd name="G0" fmla="+- 17424 0 0"/>
                <a:gd name="G1" fmla="+- 21600 0 0"/>
                <a:gd name="G2" fmla="+- 21600 0 0"/>
                <a:gd name="T0" fmla="*/ 0 w 17424"/>
                <a:gd name="T1" fmla="*/ 8834 h 21600"/>
                <a:gd name="T2" fmla="*/ 17291 w 17424"/>
                <a:gd name="T3" fmla="*/ 0 h 21600"/>
                <a:gd name="T4" fmla="*/ 17424 w 1742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24" h="21600" fill="none" extrusionOk="0">
                  <a:moveTo>
                    <a:pt x="0" y="8834"/>
                  </a:moveTo>
                  <a:cubicBezTo>
                    <a:pt x="4040" y="3318"/>
                    <a:pt x="10454" y="42"/>
                    <a:pt x="17291" y="0"/>
                  </a:cubicBezTo>
                </a:path>
                <a:path w="17424" h="21600" stroke="0" extrusionOk="0">
                  <a:moveTo>
                    <a:pt x="0" y="8834"/>
                  </a:moveTo>
                  <a:cubicBezTo>
                    <a:pt x="4040" y="3318"/>
                    <a:pt x="10454" y="42"/>
                    <a:pt x="17291" y="0"/>
                  </a:cubicBezTo>
                  <a:lnTo>
                    <a:pt x="17424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Arc 26"/>
            <p:cNvSpPr>
              <a:spLocks/>
            </p:cNvSpPr>
            <p:nvPr/>
          </p:nvSpPr>
          <p:spPr bwMode="auto">
            <a:xfrm>
              <a:off x="3253" y="3559"/>
              <a:ext cx="193" cy="185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Arc 27"/>
            <p:cNvSpPr>
              <a:spLocks/>
            </p:cNvSpPr>
            <p:nvPr/>
          </p:nvSpPr>
          <p:spPr bwMode="auto">
            <a:xfrm rot="6180000">
              <a:off x="3489" y="3447"/>
              <a:ext cx="144" cy="190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Arc 28"/>
            <p:cNvSpPr>
              <a:spLocks/>
            </p:cNvSpPr>
            <p:nvPr/>
          </p:nvSpPr>
          <p:spPr bwMode="auto">
            <a:xfrm>
              <a:off x="3647" y="3484"/>
              <a:ext cx="138" cy="10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1" name="Arc 29"/>
            <p:cNvSpPr>
              <a:spLocks/>
            </p:cNvSpPr>
            <p:nvPr/>
          </p:nvSpPr>
          <p:spPr bwMode="auto">
            <a:xfrm rot="10740000">
              <a:off x="3791" y="3577"/>
              <a:ext cx="117" cy="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Arc 30"/>
            <p:cNvSpPr>
              <a:spLocks/>
            </p:cNvSpPr>
            <p:nvPr/>
          </p:nvSpPr>
          <p:spPr bwMode="auto">
            <a:xfrm rot="10740000">
              <a:off x="3891" y="3579"/>
              <a:ext cx="168" cy="96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471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720"/>
                    <a:pt x="9592" y="71"/>
                    <a:pt x="2147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20"/>
                    <a:pt x="9592" y="71"/>
                    <a:pt x="21471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3" name="Arc 31"/>
            <p:cNvSpPr>
              <a:spLocks/>
            </p:cNvSpPr>
            <p:nvPr/>
          </p:nvSpPr>
          <p:spPr bwMode="auto">
            <a:xfrm>
              <a:off x="4088" y="3492"/>
              <a:ext cx="169" cy="8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472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720"/>
                    <a:pt x="9592" y="70"/>
                    <a:pt x="21472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20"/>
                    <a:pt x="9592" y="70"/>
                    <a:pt x="21472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669925" y="1979613"/>
            <a:ext cx="1620838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r</a:t>
            </a:r>
            <a:r>
              <a:rPr lang="en-US" i="0"/>
              <a:t>(</a:t>
            </a:r>
            <a:r>
              <a:rPr lang="en-US"/>
              <a:t>j</a:t>
            </a:r>
            <a:r>
              <a:rPr lang="en-US" i="0">
                <a:latin typeface="Symbol" pitchFamily="18" charset="2"/>
              </a:rPr>
              <a:t>W</a:t>
            </a:r>
            <a:r>
              <a:rPr lang="en-US" i="0"/>
              <a:t>) = </a:t>
            </a:r>
            <a:r>
              <a:rPr lang="en-US" sz="4800" i="0"/>
              <a:t>{</a:t>
            </a: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2170113" y="2008188"/>
            <a:ext cx="183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T,  </a:t>
            </a:r>
            <a:r>
              <a:rPr lang="en-US" i="0">
                <a:latin typeface="Symbol" pitchFamily="18" charset="2"/>
              </a:rPr>
              <a:t>W</a:t>
            </a:r>
            <a:r>
              <a:rPr lang="en-US" sz="2800" i="0" baseline="-25000"/>
              <a:t>c</a:t>
            </a:r>
            <a:r>
              <a:rPr lang="en-US" i="0">
                <a:latin typeface="Symbol" pitchFamily="18" charset="2"/>
              </a:rPr>
              <a:t>&lt;W£W</a:t>
            </a:r>
            <a:r>
              <a:rPr lang="en-US" sz="2800" i="0" baseline="-25000"/>
              <a:t>c</a:t>
            </a:r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2193925" y="2357438"/>
            <a:ext cx="167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/>
              <a:t>0, otherwise</a:t>
            </a: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635000" y="4514850"/>
            <a:ext cx="992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/>
              <a:t>h</a:t>
            </a:r>
            <a:r>
              <a:rPr lang="en-US" sz="2800" baseline="-25000"/>
              <a:t>r</a:t>
            </a:r>
            <a:r>
              <a:rPr lang="en-US" sz="2800" i="0"/>
              <a:t>(</a:t>
            </a:r>
            <a:r>
              <a:rPr lang="en-US" sz="2800"/>
              <a:t>t</a:t>
            </a:r>
            <a:r>
              <a:rPr lang="en-US" sz="2800" i="0"/>
              <a:t>)=</a:t>
            </a:r>
          </a:p>
        </p:txBody>
      </p:sp>
      <p:sp>
        <p:nvSpPr>
          <p:cNvPr id="13349" name="Line 37"/>
          <p:cNvSpPr>
            <a:spLocks noChangeShapeType="1"/>
          </p:cNvSpPr>
          <p:nvPr/>
        </p:nvSpPr>
        <p:spPr bwMode="auto">
          <a:xfrm>
            <a:off x="1571625" y="4775200"/>
            <a:ext cx="103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>
            <a:off x="1538288" y="4300538"/>
            <a:ext cx="1277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i="0"/>
              <a:t>sin </a:t>
            </a:r>
            <a:r>
              <a:rPr lang="en-US" sz="2800" i="0">
                <a:latin typeface="Symbol" pitchFamily="18" charset="2"/>
              </a:rPr>
              <a:t>p</a:t>
            </a:r>
            <a:r>
              <a:rPr lang="en-US" sz="2800"/>
              <a:t>t/T</a:t>
            </a:r>
          </a:p>
        </p:txBody>
      </p:sp>
      <p:sp>
        <p:nvSpPr>
          <p:cNvPr id="13351" name="Rectangle 39"/>
          <p:cNvSpPr>
            <a:spLocks noChangeArrowheads="1"/>
          </p:cNvSpPr>
          <p:nvPr/>
        </p:nvSpPr>
        <p:spPr bwMode="auto">
          <a:xfrm>
            <a:off x="1727200" y="4699000"/>
            <a:ext cx="774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i="0">
                <a:latin typeface="Symbol" pitchFamily="18" charset="2"/>
              </a:rPr>
              <a:t>p</a:t>
            </a:r>
            <a:r>
              <a:rPr lang="en-US" sz="2800"/>
              <a:t>t/T</a:t>
            </a:r>
          </a:p>
        </p:txBody>
      </p:sp>
    </p:spTree>
    <p:extLst>
      <p:ext uri="{BB962C8B-B14F-4D97-AF65-F5344CB8AC3E}">
        <p14:creationId xmlns:p14="http://schemas.microsoft.com/office/powerpoint/2010/main" val="23940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500063" y="882650"/>
            <a:ext cx="1992312" cy="1019175"/>
            <a:chOff x="315" y="556"/>
            <a:chExt cx="1255" cy="642"/>
          </a:xfrm>
        </p:grpSpPr>
        <p:sp>
          <p:nvSpPr>
            <p:cNvPr id="15362" name="Rectangle 2"/>
            <p:cNvSpPr>
              <a:spLocks noChangeArrowheads="1"/>
            </p:cNvSpPr>
            <p:nvPr/>
          </p:nvSpPr>
          <p:spPr bwMode="auto">
            <a:xfrm>
              <a:off x="654" y="833"/>
              <a:ext cx="5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3200"/>
                <a:t>x</a:t>
              </a:r>
              <a:r>
                <a:rPr lang="en-US" sz="3200" baseline="-25000"/>
                <a:t>a</a:t>
              </a:r>
              <a:r>
                <a:rPr lang="en-US" sz="3200" i="0"/>
                <a:t>(</a:t>
              </a:r>
              <a:r>
                <a:rPr lang="en-US" sz="3200"/>
                <a:t>t</a:t>
              </a:r>
              <a:r>
                <a:rPr lang="en-US" sz="3200" i="0"/>
                <a:t>)</a:t>
              </a:r>
            </a:p>
          </p:txBody>
        </p:sp>
        <p:sp>
          <p:nvSpPr>
            <p:cNvPr id="15363" name="Line 3"/>
            <p:cNvSpPr>
              <a:spLocks noChangeShapeType="1"/>
            </p:cNvSpPr>
            <p:nvPr/>
          </p:nvSpPr>
          <p:spPr bwMode="auto">
            <a:xfrm>
              <a:off x="315" y="870"/>
              <a:ext cx="12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4" name="Freeform 4"/>
            <p:cNvSpPr>
              <a:spLocks/>
            </p:cNvSpPr>
            <p:nvPr/>
          </p:nvSpPr>
          <p:spPr bwMode="auto">
            <a:xfrm>
              <a:off x="619" y="556"/>
              <a:ext cx="934" cy="121"/>
            </a:xfrm>
            <a:custGeom>
              <a:avLst/>
              <a:gdLst>
                <a:gd name="T0" fmla="*/ 0 w 934"/>
                <a:gd name="T1" fmla="*/ 120 h 121"/>
                <a:gd name="T2" fmla="*/ 0 w 934"/>
                <a:gd name="T3" fmla="*/ 83 h 121"/>
                <a:gd name="T4" fmla="*/ 19 w 934"/>
                <a:gd name="T5" fmla="*/ 55 h 121"/>
                <a:gd name="T6" fmla="*/ 28 w 934"/>
                <a:gd name="T7" fmla="*/ 28 h 121"/>
                <a:gd name="T8" fmla="*/ 46 w 934"/>
                <a:gd name="T9" fmla="*/ 9 h 121"/>
                <a:gd name="T10" fmla="*/ 65 w 934"/>
                <a:gd name="T11" fmla="*/ 9 h 121"/>
                <a:gd name="T12" fmla="*/ 93 w 934"/>
                <a:gd name="T13" fmla="*/ 19 h 121"/>
                <a:gd name="T14" fmla="*/ 120 w 934"/>
                <a:gd name="T15" fmla="*/ 37 h 121"/>
                <a:gd name="T16" fmla="*/ 139 w 934"/>
                <a:gd name="T17" fmla="*/ 55 h 121"/>
                <a:gd name="T18" fmla="*/ 157 w 934"/>
                <a:gd name="T19" fmla="*/ 74 h 121"/>
                <a:gd name="T20" fmla="*/ 176 w 934"/>
                <a:gd name="T21" fmla="*/ 83 h 121"/>
                <a:gd name="T22" fmla="*/ 203 w 934"/>
                <a:gd name="T23" fmla="*/ 102 h 121"/>
                <a:gd name="T24" fmla="*/ 222 w 934"/>
                <a:gd name="T25" fmla="*/ 102 h 121"/>
                <a:gd name="T26" fmla="*/ 249 w 934"/>
                <a:gd name="T27" fmla="*/ 102 h 121"/>
                <a:gd name="T28" fmla="*/ 268 w 934"/>
                <a:gd name="T29" fmla="*/ 102 h 121"/>
                <a:gd name="T30" fmla="*/ 296 w 934"/>
                <a:gd name="T31" fmla="*/ 92 h 121"/>
                <a:gd name="T32" fmla="*/ 323 w 934"/>
                <a:gd name="T33" fmla="*/ 83 h 121"/>
                <a:gd name="T34" fmla="*/ 342 w 934"/>
                <a:gd name="T35" fmla="*/ 74 h 121"/>
                <a:gd name="T36" fmla="*/ 369 w 934"/>
                <a:gd name="T37" fmla="*/ 55 h 121"/>
                <a:gd name="T38" fmla="*/ 397 w 934"/>
                <a:gd name="T39" fmla="*/ 46 h 121"/>
                <a:gd name="T40" fmla="*/ 425 w 934"/>
                <a:gd name="T41" fmla="*/ 28 h 121"/>
                <a:gd name="T42" fmla="*/ 453 w 934"/>
                <a:gd name="T43" fmla="*/ 19 h 121"/>
                <a:gd name="T44" fmla="*/ 471 w 934"/>
                <a:gd name="T45" fmla="*/ 0 h 121"/>
                <a:gd name="T46" fmla="*/ 499 w 934"/>
                <a:gd name="T47" fmla="*/ 0 h 121"/>
                <a:gd name="T48" fmla="*/ 526 w 934"/>
                <a:gd name="T49" fmla="*/ 0 h 121"/>
                <a:gd name="T50" fmla="*/ 563 w 934"/>
                <a:gd name="T51" fmla="*/ 9 h 121"/>
                <a:gd name="T52" fmla="*/ 582 w 934"/>
                <a:gd name="T53" fmla="*/ 19 h 121"/>
                <a:gd name="T54" fmla="*/ 609 w 934"/>
                <a:gd name="T55" fmla="*/ 37 h 121"/>
                <a:gd name="T56" fmla="*/ 628 w 934"/>
                <a:gd name="T57" fmla="*/ 37 h 121"/>
                <a:gd name="T58" fmla="*/ 656 w 934"/>
                <a:gd name="T59" fmla="*/ 46 h 121"/>
                <a:gd name="T60" fmla="*/ 683 w 934"/>
                <a:gd name="T61" fmla="*/ 55 h 121"/>
                <a:gd name="T62" fmla="*/ 720 w 934"/>
                <a:gd name="T63" fmla="*/ 55 h 121"/>
                <a:gd name="T64" fmla="*/ 739 w 934"/>
                <a:gd name="T65" fmla="*/ 55 h 121"/>
                <a:gd name="T66" fmla="*/ 766 w 934"/>
                <a:gd name="T67" fmla="*/ 55 h 121"/>
                <a:gd name="T68" fmla="*/ 794 w 934"/>
                <a:gd name="T69" fmla="*/ 55 h 121"/>
                <a:gd name="T70" fmla="*/ 813 w 934"/>
                <a:gd name="T71" fmla="*/ 46 h 121"/>
                <a:gd name="T72" fmla="*/ 840 w 934"/>
                <a:gd name="T73" fmla="*/ 37 h 121"/>
                <a:gd name="T74" fmla="*/ 859 w 934"/>
                <a:gd name="T75" fmla="*/ 37 h 121"/>
                <a:gd name="T76" fmla="*/ 886 w 934"/>
                <a:gd name="T77" fmla="*/ 28 h 121"/>
                <a:gd name="T78" fmla="*/ 914 w 934"/>
                <a:gd name="T79" fmla="*/ 19 h 121"/>
                <a:gd name="T80" fmla="*/ 933 w 934"/>
                <a:gd name="T81" fmla="*/ 1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4" h="121">
                  <a:moveTo>
                    <a:pt x="0" y="120"/>
                  </a:moveTo>
                  <a:lnTo>
                    <a:pt x="0" y="83"/>
                  </a:lnTo>
                  <a:lnTo>
                    <a:pt x="19" y="55"/>
                  </a:lnTo>
                  <a:lnTo>
                    <a:pt x="28" y="28"/>
                  </a:lnTo>
                  <a:lnTo>
                    <a:pt x="46" y="9"/>
                  </a:lnTo>
                  <a:lnTo>
                    <a:pt x="65" y="9"/>
                  </a:lnTo>
                  <a:lnTo>
                    <a:pt x="93" y="19"/>
                  </a:lnTo>
                  <a:lnTo>
                    <a:pt x="120" y="37"/>
                  </a:lnTo>
                  <a:lnTo>
                    <a:pt x="139" y="55"/>
                  </a:lnTo>
                  <a:lnTo>
                    <a:pt x="157" y="74"/>
                  </a:lnTo>
                  <a:lnTo>
                    <a:pt x="176" y="83"/>
                  </a:lnTo>
                  <a:lnTo>
                    <a:pt x="203" y="102"/>
                  </a:lnTo>
                  <a:lnTo>
                    <a:pt x="222" y="102"/>
                  </a:lnTo>
                  <a:lnTo>
                    <a:pt x="249" y="102"/>
                  </a:lnTo>
                  <a:lnTo>
                    <a:pt x="268" y="102"/>
                  </a:lnTo>
                  <a:lnTo>
                    <a:pt x="296" y="92"/>
                  </a:lnTo>
                  <a:lnTo>
                    <a:pt x="323" y="83"/>
                  </a:lnTo>
                  <a:lnTo>
                    <a:pt x="342" y="74"/>
                  </a:lnTo>
                  <a:lnTo>
                    <a:pt x="369" y="55"/>
                  </a:lnTo>
                  <a:lnTo>
                    <a:pt x="397" y="46"/>
                  </a:lnTo>
                  <a:lnTo>
                    <a:pt x="425" y="28"/>
                  </a:lnTo>
                  <a:lnTo>
                    <a:pt x="453" y="19"/>
                  </a:lnTo>
                  <a:lnTo>
                    <a:pt x="471" y="0"/>
                  </a:lnTo>
                  <a:lnTo>
                    <a:pt x="499" y="0"/>
                  </a:lnTo>
                  <a:lnTo>
                    <a:pt x="526" y="0"/>
                  </a:lnTo>
                  <a:lnTo>
                    <a:pt x="563" y="9"/>
                  </a:lnTo>
                  <a:lnTo>
                    <a:pt x="582" y="19"/>
                  </a:lnTo>
                  <a:lnTo>
                    <a:pt x="609" y="37"/>
                  </a:lnTo>
                  <a:lnTo>
                    <a:pt x="628" y="37"/>
                  </a:lnTo>
                  <a:lnTo>
                    <a:pt x="656" y="46"/>
                  </a:lnTo>
                  <a:lnTo>
                    <a:pt x="683" y="55"/>
                  </a:lnTo>
                  <a:lnTo>
                    <a:pt x="720" y="55"/>
                  </a:lnTo>
                  <a:lnTo>
                    <a:pt x="739" y="55"/>
                  </a:lnTo>
                  <a:lnTo>
                    <a:pt x="766" y="55"/>
                  </a:lnTo>
                  <a:lnTo>
                    <a:pt x="794" y="55"/>
                  </a:lnTo>
                  <a:lnTo>
                    <a:pt x="813" y="46"/>
                  </a:lnTo>
                  <a:lnTo>
                    <a:pt x="840" y="37"/>
                  </a:lnTo>
                  <a:lnTo>
                    <a:pt x="859" y="37"/>
                  </a:lnTo>
                  <a:lnTo>
                    <a:pt x="886" y="28"/>
                  </a:lnTo>
                  <a:lnTo>
                    <a:pt x="914" y="19"/>
                  </a:lnTo>
                  <a:lnTo>
                    <a:pt x="933" y="1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78" name="Group 18"/>
          <p:cNvGrpSpPr>
            <a:grpSpLocks/>
          </p:cNvGrpSpPr>
          <p:nvPr/>
        </p:nvGrpSpPr>
        <p:grpSpPr bwMode="auto">
          <a:xfrm>
            <a:off x="3511550" y="857250"/>
            <a:ext cx="1905000" cy="1052513"/>
            <a:chOff x="2212" y="540"/>
            <a:chExt cx="1200" cy="663"/>
          </a:xfrm>
        </p:grpSpPr>
        <p:grpSp>
          <p:nvGrpSpPr>
            <p:cNvPr id="15376" name="Group 16"/>
            <p:cNvGrpSpPr>
              <a:grpSpLocks/>
            </p:cNvGrpSpPr>
            <p:nvPr/>
          </p:nvGrpSpPr>
          <p:grpSpPr bwMode="auto">
            <a:xfrm>
              <a:off x="2212" y="540"/>
              <a:ext cx="1200" cy="316"/>
              <a:chOff x="2212" y="540"/>
              <a:chExt cx="1200" cy="316"/>
            </a:xfrm>
          </p:grpSpPr>
          <p:sp>
            <p:nvSpPr>
              <p:cNvPr id="15366" name="Line 6"/>
              <p:cNvSpPr>
                <a:spLocks noChangeShapeType="1"/>
              </p:cNvSpPr>
              <p:nvPr/>
            </p:nvSpPr>
            <p:spPr bwMode="auto">
              <a:xfrm>
                <a:off x="2212" y="856"/>
                <a:ext cx="12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67" name="Freeform 7"/>
              <p:cNvSpPr>
                <a:spLocks/>
              </p:cNvSpPr>
              <p:nvPr/>
            </p:nvSpPr>
            <p:spPr bwMode="auto">
              <a:xfrm>
                <a:off x="2470" y="540"/>
                <a:ext cx="934" cy="121"/>
              </a:xfrm>
              <a:custGeom>
                <a:avLst/>
                <a:gdLst>
                  <a:gd name="T0" fmla="*/ 0 w 934"/>
                  <a:gd name="T1" fmla="*/ 120 h 121"/>
                  <a:gd name="T2" fmla="*/ 0 w 934"/>
                  <a:gd name="T3" fmla="*/ 83 h 121"/>
                  <a:gd name="T4" fmla="*/ 19 w 934"/>
                  <a:gd name="T5" fmla="*/ 55 h 121"/>
                  <a:gd name="T6" fmla="*/ 28 w 934"/>
                  <a:gd name="T7" fmla="*/ 28 h 121"/>
                  <a:gd name="T8" fmla="*/ 46 w 934"/>
                  <a:gd name="T9" fmla="*/ 9 h 121"/>
                  <a:gd name="T10" fmla="*/ 65 w 934"/>
                  <a:gd name="T11" fmla="*/ 9 h 121"/>
                  <a:gd name="T12" fmla="*/ 93 w 934"/>
                  <a:gd name="T13" fmla="*/ 19 h 121"/>
                  <a:gd name="T14" fmla="*/ 120 w 934"/>
                  <a:gd name="T15" fmla="*/ 37 h 121"/>
                  <a:gd name="T16" fmla="*/ 139 w 934"/>
                  <a:gd name="T17" fmla="*/ 55 h 121"/>
                  <a:gd name="T18" fmla="*/ 157 w 934"/>
                  <a:gd name="T19" fmla="*/ 74 h 121"/>
                  <a:gd name="T20" fmla="*/ 176 w 934"/>
                  <a:gd name="T21" fmla="*/ 83 h 121"/>
                  <a:gd name="T22" fmla="*/ 203 w 934"/>
                  <a:gd name="T23" fmla="*/ 102 h 121"/>
                  <a:gd name="T24" fmla="*/ 222 w 934"/>
                  <a:gd name="T25" fmla="*/ 102 h 121"/>
                  <a:gd name="T26" fmla="*/ 249 w 934"/>
                  <a:gd name="T27" fmla="*/ 102 h 121"/>
                  <a:gd name="T28" fmla="*/ 268 w 934"/>
                  <a:gd name="T29" fmla="*/ 102 h 121"/>
                  <a:gd name="T30" fmla="*/ 296 w 934"/>
                  <a:gd name="T31" fmla="*/ 92 h 121"/>
                  <a:gd name="T32" fmla="*/ 323 w 934"/>
                  <a:gd name="T33" fmla="*/ 83 h 121"/>
                  <a:gd name="T34" fmla="*/ 342 w 934"/>
                  <a:gd name="T35" fmla="*/ 74 h 121"/>
                  <a:gd name="T36" fmla="*/ 369 w 934"/>
                  <a:gd name="T37" fmla="*/ 55 h 121"/>
                  <a:gd name="T38" fmla="*/ 397 w 934"/>
                  <a:gd name="T39" fmla="*/ 46 h 121"/>
                  <a:gd name="T40" fmla="*/ 425 w 934"/>
                  <a:gd name="T41" fmla="*/ 28 h 121"/>
                  <a:gd name="T42" fmla="*/ 453 w 934"/>
                  <a:gd name="T43" fmla="*/ 19 h 121"/>
                  <a:gd name="T44" fmla="*/ 471 w 934"/>
                  <a:gd name="T45" fmla="*/ 0 h 121"/>
                  <a:gd name="T46" fmla="*/ 499 w 934"/>
                  <a:gd name="T47" fmla="*/ 0 h 121"/>
                  <a:gd name="T48" fmla="*/ 526 w 934"/>
                  <a:gd name="T49" fmla="*/ 0 h 121"/>
                  <a:gd name="T50" fmla="*/ 563 w 934"/>
                  <a:gd name="T51" fmla="*/ 9 h 121"/>
                  <a:gd name="T52" fmla="*/ 582 w 934"/>
                  <a:gd name="T53" fmla="*/ 19 h 121"/>
                  <a:gd name="T54" fmla="*/ 609 w 934"/>
                  <a:gd name="T55" fmla="*/ 37 h 121"/>
                  <a:gd name="T56" fmla="*/ 628 w 934"/>
                  <a:gd name="T57" fmla="*/ 37 h 121"/>
                  <a:gd name="T58" fmla="*/ 656 w 934"/>
                  <a:gd name="T59" fmla="*/ 46 h 121"/>
                  <a:gd name="T60" fmla="*/ 683 w 934"/>
                  <a:gd name="T61" fmla="*/ 55 h 121"/>
                  <a:gd name="T62" fmla="*/ 720 w 934"/>
                  <a:gd name="T63" fmla="*/ 55 h 121"/>
                  <a:gd name="T64" fmla="*/ 739 w 934"/>
                  <a:gd name="T65" fmla="*/ 55 h 121"/>
                  <a:gd name="T66" fmla="*/ 766 w 934"/>
                  <a:gd name="T67" fmla="*/ 55 h 121"/>
                  <a:gd name="T68" fmla="*/ 794 w 934"/>
                  <a:gd name="T69" fmla="*/ 55 h 121"/>
                  <a:gd name="T70" fmla="*/ 813 w 934"/>
                  <a:gd name="T71" fmla="*/ 46 h 121"/>
                  <a:gd name="T72" fmla="*/ 840 w 934"/>
                  <a:gd name="T73" fmla="*/ 37 h 121"/>
                  <a:gd name="T74" fmla="*/ 859 w 934"/>
                  <a:gd name="T75" fmla="*/ 37 h 121"/>
                  <a:gd name="T76" fmla="*/ 886 w 934"/>
                  <a:gd name="T77" fmla="*/ 28 h 121"/>
                  <a:gd name="T78" fmla="*/ 914 w 934"/>
                  <a:gd name="T79" fmla="*/ 19 h 121"/>
                  <a:gd name="T80" fmla="*/ 933 w 934"/>
                  <a:gd name="T81" fmla="*/ 1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34" h="121">
                    <a:moveTo>
                      <a:pt x="0" y="120"/>
                    </a:moveTo>
                    <a:lnTo>
                      <a:pt x="0" y="83"/>
                    </a:lnTo>
                    <a:lnTo>
                      <a:pt x="19" y="55"/>
                    </a:lnTo>
                    <a:lnTo>
                      <a:pt x="28" y="28"/>
                    </a:lnTo>
                    <a:lnTo>
                      <a:pt x="46" y="9"/>
                    </a:lnTo>
                    <a:lnTo>
                      <a:pt x="65" y="9"/>
                    </a:lnTo>
                    <a:lnTo>
                      <a:pt x="93" y="19"/>
                    </a:lnTo>
                    <a:lnTo>
                      <a:pt x="120" y="37"/>
                    </a:lnTo>
                    <a:lnTo>
                      <a:pt x="139" y="55"/>
                    </a:lnTo>
                    <a:lnTo>
                      <a:pt x="157" y="74"/>
                    </a:lnTo>
                    <a:lnTo>
                      <a:pt x="176" y="83"/>
                    </a:lnTo>
                    <a:lnTo>
                      <a:pt x="203" y="102"/>
                    </a:lnTo>
                    <a:lnTo>
                      <a:pt x="222" y="102"/>
                    </a:lnTo>
                    <a:lnTo>
                      <a:pt x="249" y="102"/>
                    </a:lnTo>
                    <a:lnTo>
                      <a:pt x="268" y="102"/>
                    </a:lnTo>
                    <a:lnTo>
                      <a:pt x="296" y="92"/>
                    </a:lnTo>
                    <a:lnTo>
                      <a:pt x="323" y="83"/>
                    </a:lnTo>
                    <a:lnTo>
                      <a:pt x="342" y="74"/>
                    </a:lnTo>
                    <a:lnTo>
                      <a:pt x="369" y="55"/>
                    </a:lnTo>
                    <a:lnTo>
                      <a:pt x="397" y="46"/>
                    </a:lnTo>
                    <a:lnTo>
                      <a:pt x="425" y="28"/>
                    </a:lnTo>
                    <a:lnTo>
                      <a:pt x="453" y="19"/>
                    </a:lnTo>
                    <a:lnTo>
                      <a:pt x="471" y="0"/>
                    </a:lnTo>
                    <a:lnTo>
                      <a:pt x="499" y="0"/>
                    </a:lnTo>
                    <a:lnTo>
                      <a:pt x="526" y="0"/>
                    </a:lnTo>
                    <a:lnTo>
                      <a:pt x="563" y="9"/>
                    </a:lnTo>
                    <a:lnTo>
                      <a:pt x="582" y="19"/>
                    </a:lnTo>
                    <a:lnTo>
                      <a:pt x="609" y="37"/>
                    </a:lnTo>
                    <a:lnTo>
                      <a:pt x="628" y="37"/>
                    </a:lnTo>
                    <a:lnTo>
                      <a:pt x="656" y="46"/>
                    </a:lnTo>
                    <a:lnTo>
                      <a:pt x="683" y="55"/>
                    </a:lnTo>
                    <a:lnTo>
                      <a:pt x="720" y="55"/>
                    </a:lnTo>
                    <a:lnTo>
                      <a:pt x="739" y="55"/>
                    </a:lnTo>
                    <a:lnTo>
                      <a:pt x="766" y="55"/>
                    </a:lnTo>
                    <a:lnTo>
                      <a:pt x="794" y="55"/>
                    </a:lnTo>
                    <a:lnTo>
                      <a:pt x="813" y="46"/>
                    </a:lnTo>
                    <a:lnTo>
                      <a:pt x="840" y="37"/>
                    </a:lnTo>
                    <a:lnTo>
                      <a:pt x="859" y="37"/>
                    </a:lnTo>
                    <a:lnTo>
                      <a:pt x="886" y="28"/>
                    </a:lnTo>
                    <a:lnTo>
                      <a:pt x="914" y="19"/>
                    </a:lnTo>
                    <a:lnTo>
                      <a:pt x="933" y="19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8" name="Line 8"/>
              <p:cNvSpPr>
                <a:spLocks noChangeShapeType="1"/>
              </p:cNvSpPr>
              <p:nvPr/>
            </p:nvSpPr>
            <p:spPr bwMode="auto">
              <a:xfrm flipH="1" flipV="1">
                <a:off x="2550" y="564"/>
                <a:ext cx="1" cy="2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69" name="Line 9"/>
              <p:cNvSpPr>
                <a:spLocks noChangeShapeType="1"/>
              </p:cNvSpPr>
              <p:nvPr/>
            </p:nvSpPr>
            <p:spPr bwMode="auto">
              <a:xfrm flipH="1" flipV="1">
                <a:off x="2642" y="629"/>
                <a:ext cx="5" cy="2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0" name="Line 10"/>
              <p:cNvSpPr>
                <a:spLocks noChangeShapeType="1"/>
              </p:cNvSpPr>
              <p:nvPr/>
            </p:nvSpPr>
            <p:spPr bwMode="auto">
              <a:xfrm flipV="1">
                <a:off x="2743" y="647"/>
                <a:ext cx="1" cy="2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1" name="Line 11"/>
              <p:cNvSpPr>
                <a:spLocks noChangeShapeType="1"/>
              </p:cNvSpPr>
              <p:nvPr/>
            </p:nvSpPr>
            <p:spPr bwMode="auto">
              <a:xfrm flipH="1" flipV="1">
                <a:off x="2836" y="610"/>
                <a:ext cx="3" cy="2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2" name="Line 12"/>
              <p:cNvSpPr>
                <a:spLocks noChangeShapeType="1"/>
              </p:cNvSpPr>
              <p:nvPr/>
            </p:nvSpPr>
            <p:spPr bwMode="auto">
              <a:xfrm flipV="1">
                <a:off x="2935" y="555"/>
                <a:ext cx="3" cy="2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3" name="Line 13"/>
              <p:cNvSpPr>
                <a:spLocks noChangeShapeType="1"/>
              </p:cNvSpPr>
              <p:nvPr/>
            </p:nvSpPr>
            <p:spPr bwMode="auto">
              <a:xfrm flipH="1" flipV="1">
                <a:off x="3030" y="555"/>
                <a:ext cx="1" cy="2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4" name="Line 14"/>
              <p:cNvSpPr>
                <a:spLocks noChangeShapeType="1"/>
              </p:cNvSpPr>
              <p:nvPr/>
            </p:nvSpPr>
            <p:spPr bwMode="auto">
              <a:xfrm flipV="1">
                <a:off x="3127" y="592"/>
                <a:ext cx="5" cy="2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5" name="Line 15"/>
              <p:cNvSpPr>
                <a:spLocks noChangeShapeType="1"/>
              </p:cNvSpPr>
              <p:nvPr/>
            </p:nvSpPr>
            <p:spPr bwMode="auto">
              <a:xfrm flipV="1">
                <a:off x="3223" y="601"/>
                <a:ext cx="1" cy="2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7" name="Rectangle 17"/>
            <p:cNvSpPr>
              <a:spLocks noChangeArrowheads="1"/>
            </p:cNvSpPr>
            <p:nvPr/>
          </p:nvSpPr>
          <p:spPr bwMode="auto">
            <a:xfrm>
              <a:off x="2641" y="838"/>
              <a:ext cx="5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3200"/>
                <a:t>x</a:t>
              </a:r>
              <a:r>
                <a:rPr lang="en-US" sz="3200" baseline="-25000"/>
                <a:t>s</a:t>
              </a:r>
              <a:r>
                <a:rPr lang="en-US" sz="3200" i="0"/>
                <a:t>(</a:t>
              </a:r>
              <a:r>
                <a:rPr lang="en-US" sz="3200"/>
                <a:t>t</a:t>
              </a:r>
              <a:r>
                <a:rPr lang="en-US" sz="3200" i="0"/>
                <a:t>)</a:t>
              </a:r>
            </a:p>
          </p:txBody>
        </p:sp>
      </p:grpSp>
      <p:grpSp>
        <p:nvGrpSpPr>
          <p:cNvPr id="15402" name="Group 42"/>
          <p:cNvGrpSpPr>
            <a:grpSpLocks/>
          </p:cNvGrpSpPr>
          <p:nvPr/>
        </p:nvGrpSpPr>
        <p:grpSpPr bwMode="auto">
          <a:xfrm>
            <a:off x="6329363" y="533400"/>
            <a:ext cx="2333625" cy="1408113"/>
            <a:chOff x="3987" y="336"/>
            <a:chExt cx="1470" cy="887"/>
          </a:xfrm>
        </p:grpSpPr>
        <p:grpSp>
          <p:nvGrpSpPr>
            <p:cNvPr id="15400" name="Group 40"/>
            <p:cNvGrpSpPr>
              <a:grpSpLocks/>
            </p:cNvGrpSpPr>
            <p:nvPr/>
          </p:nvGrpSpPr>
          <p:grpSpPr bwMode="auto">
            <a:xfrm>
              <a:off x="3987" y="336"/>
              <a:ext cx="1470" cy="645"/>
              <a:chOff x="3987" y="336"/>
              <a:chExt cx="1470" cy="645"/>
            </a:xfrm>
          </p:grpSpPr>
          <p:grpSp>
            <p:nvGrpSpPr>
              <p:cNvPr id="15397" name="Group 37"/>
              <p:cNvGrpSpPr>
                <a:grpSpLocks/>
              </p:cNvGrpSpPr>
              <p:nvPr/>
            </p:nvGrpSpPr>
            <p:grpSpPr bwMode="auto">
              <a:xfrm>
                <a:off x="4024" y="454"/>
                <a:ext cx="1384" cy="494"/>
                <a:chOff x="4024" y="454"/>
                <a:chExt cx="1384" cy="494"/>
              </a:xfrm>
            </p:grpSpPr>
            <p:sp>
              <p:nvSpPr>
                <p:cNvPr id="15379" name="Arc 19"/>
                <p:cNvSpPr>
                  <a:spLocks/>
                </p:cNvSpPr>
                <p:nvPr/>
              </p:nvSpPr>
              <p:spPr bwMode="auto">
                <a:xfrm>
                  <a:off x="4642" y="454"/>
                  <a:ext cx="81" cy="152"/>
                </a:xfrm>
                <a:custGeom>
                  <a:avLst/>
                  <a:gdLst>
                    <a:gd name="G0" fmla="+- 21600 0 0"/>
                    <a:gd name="G1" fmla="+- 21598 0 0"/>
                    <a:gd name="G2" fmla="+- 21600 0 0"/>
                    <a:gd name="T0" fmla="*/ 0 w 21600"/>
                    <a:gd name="T1" fmla="*/ 21456 h 21598"/>
                    <a:gd name="T2" fmla="*/ 21334 w 21600"/>
                    <a:gd name="T3" fmla="*/ 0 h 21598"/>
                    <a:gd name="T4" fmla="*/ 21600 w 21600"/>
                    <a:gd name="T5" fmla="*/ 21598 h 215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8" fill="none" extrusionOk="0">
                      <a:moveTo>
                        <a:pt x="0" y="21456"/>
                      </a:moveTo>
                      <a:cubicBezTo>
                        <a:pt x="77" y="9685"/>
                        <a:pt x="9564" y="144"/>
                        <a:pt x="21333" y="-1"/>
                      </a:cubicBezTo>
                    </a:path>
                    <a:path w="21600" h="21598" stroke="0" extrusionOk="0">
                      <a:moveTo>
                        <a:pt x="0" y="21456"/>
                      </a:moveTo>
                      <a:cubicBezTo>
                        <a:pt x="77" y="9685"/>
                        <a:pt x="9564" y="144"/>
                        <a:pt x="21333" y="-1"/>
                      </a:cubicBezTo>
                      <a:lnTo>
                        <a:pt x="21600" y="2159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0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4586" y="594"/>
                  <a:ext cx="55" cy="29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1" name="Arc 21"/>
                <p:cNvSpPr>
                  <a:spLocks/>
                </p:cNvSpPr>
                <p:nvPr/>
              </p:nvSpPr>
              <p:spPr bwMode="auto">
                <a:xfrm rot="5460000">
                  <a:off x="4491" y="855"/>
                  <a:ext cx="67" cy="110"/>
                </a:xfrm>
                <a:custGeom>
                  <a:avLst/>
                  <a:gdLst>
                    <a:gd name="G0" fmla="+- 262 0 0"/>
                    <a:gd name="G1" fmla="+- 21600 0 0"/>
                    <a:gd name="G2" fmla="+- 21600 0 0"/>
                    <a:gd name="T0" fmla="*/ 0 w 17551"/>
                    <a:gd name="T1" fmla="*/ 2 h 21600"/>
                    <a:gd name="T2" fmla="*/ 17551 w 17551"/>
                    <a:gd name="T3" fmla="*/ 8653 h 21600"/>
                    <a:gd name="T4" fmla="*/ 262 w 1755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51" h="21600" fill="none" extrusionOk="0">
                      <a:moveTo>
                        <a:pt x="-1" y="1"/>
                      </a:moveTo>
                      <a:cubicBezTo>
                        <a:pt x="87" y="0"/>
                        <a:pt x="174" y="-1"/>
                        <a:pt x="262" y="0"/>
                      </a:cubicBezTo>
                      <a:cubicBezTo>
                        <a:pt x="7066" y="0"/>
                        <a:pt x="13472" y="3206"/>
                        <a:pt x="17551" y="8652"/>
                      </a:cubicBezTo>
                    </a:path>
                    <a:path w="17551" h="21600" stroke="0" extrusionOk="0">
                      <a:moveTo>
                        <a:pt x="-1" y="1"/>
                      </a:moveTo>
                      <a:cubicBezTo>
                        <a:pt x="87" y="0"/>
                        <a:pt x="174" y="-1"/>
                        <a:pt x="262" y="0"/>
                      </a:cubicBezTo>
                      <a:cubicBezTo>
                        <a:pt x="7066" y="0"/>
                        <a:pt x="13472" y="3206"/>
                        <a:pt x="17551" y="8652"/>
                      </a:cubicBezTo>
                      <a:lnTo>
                        <a:pt x="262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2" name="Arc 22"/>
                <p:cNvSpPr>
                  <a:spLocks/>
                </p:cNvSpPr>
                <p:nvPr/>
              </p:nvSpPr>
              <p:spPr bwMode="auto">
                <a:xfrm>
                  <a:off x="4435" y="859"/>
                  <a:ext cx="98" cy="86"/>
                </a:xfrm>
                <a:custGeom>
                  <a:avLst/>
                  <a:gdLst>
                    <a:gd name="G0" fmla="+- 21600 0 0"/>
                    <a:gd name="G1" fmla="+- 256 0 0"/>
                    <a:gd name="G2" fmla="+- 21600 0 0"/>
                    <a:gd name="T0" fmla="*/ 21600 w 21600"/>
                    <a:gd name="T1" fmla="*/ 21856 h 21856"/>
                    <a:gd name="T2" fmla="*/ 2 w 21600"/>
                    <a:gd name="T3" fmla="*/ 0 h 21856"/>
                    <a:gd name="T4" fmla="*/ 21600 w 21600"/>
                    <a:gd name="T5" fmla="*/ 256 h 218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856" fill="none" extrusionOk="0">
                      <a:moveTo>
                        <a:pt x="21600" y="21856"/>
                      </a:moveTo>
                      <a:cubicBezTo>
                        <a:pt x="9670" y="21856"/>
                        <a:pt x="0" y="12185"/>
                        <a:pt x="0" y="256"/>
                      </a:cubicBezTo>
                      <a:cubicBezTo>
                        <a:pt x="-1" y="170"/>
                        <a:pt x="0" y="85"/>
                        <a:pt x="1" y="-1"/>
                      </a:cubicBezTo>
                    </a:path>
                    <a:path w="21600" h="21856" stroke="0" extrusionOk="0">
                      <a:moveTo>
                        <a:pt x="21600" y="21856"/>
                      </a:moveTo>
                      <a:cubicBezTo>
                        <a:pt x="9670" y="21856"/>
                        <a:pt x="0" y="12185"/>
                        <a:pt x="0" y="256"/>
                      </a:cubicBezTo>
                      <a:cubicBezTo>
                        <a:pt x="-1" y="170"/>
                        <a:pt x="0" y="85"/>
                        <a:pt x="1" y="-1"/>
                      </a:cubicBezTo>
                      <a:lnTo>
                        <a:pt x="21600" y="25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3" name="Arc 23"/>
                <p:cNvSpPr>
                  <a:spLocks/>
                </p:cNvSpPr>
                <p:nvPr/>
              </p:nvSpPr>
              <p:spPr bwMode="auto">
                <a:xfrm rot="15420000">
                  <a:off x="4340" y="799"/>
                  <a:ext cx="73" cy="89"/>
                </a:xfrm>
                <a:custGeom>
                  <a:avLst/>
                  <a:gdLst>
                    <a:gd name="G0" fmla="+- 0 0 0"/>
                    <a:gd name="G1" fmla="+- 247 0 0"/>
                    <a:gd name="G2" fmla="+- 21600 0 0"/>
                    <a:gd name="T0" fmla="*/ 21599 w 21600"/>
                    <a:gd name="T1" fmla="*/ 0 h 21847"/>
                    <a:gd name="T2" fmla="*/ 0 w 21600"/>
                    <a:gd name="T3" fmla="*/ 21847 h 21847"/>
                    <a:gd name="T4" fmla="*/ 0 w 21600"/>
                    <a:gd name="T5" fmla="*/ 247 h 218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847" fill="none" extrusionOk="0">
                      <a:moveTo>
                        <a:pt x="21598" y="0"/>
                      </a:moveTo>
                      <a:cubicBezTo>
                        <a:pt x="21599" y="82"/>
                        <a:pt x="21600" y="164"/>
                        <a:pt x="21600" y="247"/>
                      </a:cubicBezTo>
                      <a:cubicBezTo>
                        <a:pt x="21600" y="12176"/>
                        <a:pt x="11929" y="21846"/>
                        <a:pt x="0" y="21847"/>
                      </a:cubicBezTo>
                    </a:path>
                    <a:path w="21600" h="21847" stroke="0" extrusionOk="0">
                      <a:moveTo>
                        <a:pt x="21598" y="0"/>
                      </a:moveTo>
                      <a:cubicBezTo>
                        <a:pt x="21599" y="82"/>
                        <a:pt x="21600" y="164"/>
                        <a:pt x="21600" y="247"/>
                      </a:cubicBezTo>
                      <a:cubicBezTo>
                        <a:pt x="21600" y="12176"/>
                        <a:pt x="11929" y="21846"/>
                        <a:pt x="0" y="21847"/>
                      </a:cubicBezTo>
                      <a:lnTo>
                        <a:pt x="0" y="247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4" name="Arc 24"/>
                <p:cNvSpPr>
                  <a:spLocks/>
                </p:cNvSpPr>
                <p:nvPr/>
              </p:nvSpPr>
              <p:spPr bwMode="auto">
                <a:xfrm>
                  <a:off x="4265" y="815"/>
                  <a:ext cx="69" cy="46"/>
                </a:xfrm>
                <a:custGeom>
                  <a:avLst/>
                  <a:gdLst>
                    <a:gd name="G0" fmla="+- 21595 0 0"/>
                    <a:gd name="G1" fmla="+- 21598 0 0"/>
                    <a:gd name="G2" fmla="+- 21600 0 0"/>
                    <a:gd name="T0" fmla="*/ 0 w 21595"/>
                    <a:gd name="T1" fmla="*/ 21137 h 21598"/>
                    <a:gd name="T2" fmla="*/ 21288 w 21595"/>
                    <a:gd name="T3" fmla="*/ 0 h 21598"/>
                    <a:gd name="T4" fmla="*/ 21595 w 21595"/>
                    <a:gd name="T5" fmla="*/ 21598 h 215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5" h="21598" fill="none" extrusionOk="0">
                      <a:moveTo>
                        <a:pt x="-1" y="21136"/>
                      </a:moveTo>
                      <a:cubicBezTo>
                        <a:pt x="248" y="9509"/>
                        <a:pt x="9658" y="165"/>
                        <a:pt x="21288" y="0"/>
                      </a:cubicBezTo>
                    </a:path>
                    <a:path w="21595" h="21598" stroke="0" extrusionOk="0">
                      <a:moveTo>
                        <a:pt x="-1" y="21136"/>
                      </a:moveTo>
                      <a:cubicBezTo>
                        <a:pt x="248" y="9509"/>
                        <a:pt x="9658" y="165"/>
                        <a:pt x="21288" y="0"/>
                      </a:cubicBezTo>
                      <a:lnTo>
                        <a:pt x="21595" y="2159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5" name="Arc 25"/>
                <p:cNvSpPr>
                  <a:spLocks/>
                </p:cNvSpPr>
                <p:nvPr/>
              </p:nvSpPr>
              <p:spPr bwMode="auto">
                <a:xfrm rot="10860000">
                  <a:off x="4202" y="858"/>
                  <a:ext cx="59" cy="42"/>
                </a:xfrm>
                <a:custGeom>
                  <a:avLst/>
                  <a:gdLst>
                    <a:gd name="G0" fmla="+- 21594 0 0"/>
                    <a:gd name="G1" fmla="+- 21597 0 0"/>
                    <a:gd name="G2" fmla="+- 21600 0 0"/>
                    <a:gd name="T0" fmla="*/ 0 w 21594"/>
                    <a:gd name="T1" fmla="*/ 21093 h 21597"/>
                    <a:gd name="T2" fmla="*/ 21235 w 21594"/>
                    <a:gd name="T3" fmla="*/ 0 h 21597"/>
                    <a:gd name="T4" fmla="*/ 21594 w 21594"/>
                    <a:gd name="T5" fmla="*/ 21597 h 215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4" h="21597" fill="none" extrusionOk="0">
                      <a:moveTo>
                        <a:pt x="-1" y="21092"/>
                      </a:moveTo>
                      <a:cubicBezTo>
                        <a:pt x="270" y="9502"/>
                        <a:pt x="9642" y="192"/>
                        <a:pt x="21234" y="-1"/>
                      </a:cubicBezTo>
                    </a:path>
                    <a:path w="21594" h="21597" stroke="0" extrusionOk="0">
                      <a:moveTo>
                        <a:pt x="-1" y="21092"/>
                      </a:moveTo>
                      <a:cubicBezTo>
                        <a:pt x="270" y="9502"/>
                        <a:pt x="9642" y="192"/>
                        <a:pt x="21234" y="-1"/>
                      </a:cubicBezTo>
                      <a:lnTo>
                        <a:pt x="21594" y="21597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6" name="Arc 26"/>
                <p:cNvSpPr>
                  <a:spLocks/>
                </p:cNvSpPr>
                <p:nvPr/>
              </p:nvSpPr>
              <p:spPr bwMode="auto">
                <a:xfrm rot="10860000">
                  <a:off x="4125" y="857"/>
                  <a:ext cx="86" cy="45"/>
                </a:xfrm>
                <a:custGeom>
                  <a:avLst/>
                  <a:gdLst>
                    <a:gd name="G0" fmla="+- 250 0 0"/>
                    <a:gd name="G1" fmla="+- 21600 0 0"/>
                    <a:gd name="G2" fmla="+- 21600 0 0"/>
                    <a:gd name="T0" fmla="*/ 0 w 21844"/>
                    <a:gd name="T1" fmla="*/ 1 h 21600"/>
                    <a:gd name="T2" fmla="*/ 21844 w 21844"/>
                    <a:gd name="T3" fmla="*/ 21112 h 21600"/>
                    <a:gd name="T4" fmla="*/ 250 w 21844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844" h="21600" fill="none" extrusionOk="0">
                      <a:moveTo>
                        <a:pt x="0" y="1"/>
                      </a:moveTo>
                      <a:cubicBezTo>
                        <a:pt x="83" y="0"/>
                        <a:pt x="166" y="-1"/>
                        <a:pt x="250" y="0"/>
                      </a:cubicBezTo>
                      <a:cubicBezTo>
                        <a:pt x="11989" y="0"/>
                        <a:pt x="21579" y="9375"/>
                        <a:pt x="21844" y="21111"/>
                      </a:cubicBezTo>
                    </a:path>
                    <a:path w="21844" h="21600" stroke="0" extrusionOk="0">
                      <a:moveTo>
                        <a:pt x="0" y="1"/>
                      </a:moveTo>
                      <a:cubicBezTo>
                        <a:pt x="83" y="0"/>
                        <a:pt x="166" y="-1"/>
                        <a:pt x="250" y="0"/>
                      </a:cubicBezTo>
                      <a:cubicBezTo>
                        <a:pt x="11989" y="0"/>
                        <a:pt x="21579" y="9375"/>
                        <a:pt x="21844" y="21111"/>
                      </a:cubicBezTo>
                      <a:lnTo>
                        <a:pt x="25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7" name="Arc 27"/>
                <p:cNvSpPr>
                  <a:spLocks/>
                </p:cNvSpPr>
                <p:nvPr/>
              </p:nvSpPr>
              <p:spPr bwMode="auto">
                <a:xfrm>
                  <a:off x="4024" y="817"/>
                  <a:ext cx="87" cy="40"/>
                </a:xfrm>
                <a:custGeom>
                  <a:avLst/>
                  <a:gdLst>
                    <a:gd name="G0" fmla="+- 248 0 0"/>
                    <a:gd name="G1" fmla="+- 21600 0 0"/>
                    <a:gd name="G2" fmla="+- 21600 0 0"/>
                    <a:gd name="T0" fmla="*/ 0 w 21841"/>
                    <a:gd name="T1" fmla="*/ 1 h 21600"/>
                    <a:gd name="T2" fmla="*/ 21841 w 21841"/>
                    <a:gd name="T3" fmla="*/ 21053 h 21600"/>
                    <a:gd name="T4" fmla="*/ 248 w 2184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841" h="21600" fill="none" extrusionOk="0">
                      <a:moveTo>
                        <a:pt x="0" y="1"/>
                      </a:moveTo>
                      <a:cubicBezTo>
                        <a:pt x="82" y="0"/>
                        <a:pt x="165" y="-1"/>
                        <a:pt x="248" y="0"/>
                      </a:cubicBezTo>
                      <a:cubicBezTo>
                        <a:pt x="11964" y="0"/>
                        <a:pt x="21544" y="9340"/>
                        <a:pt x="21841" y="21052"/>
                      </a:cubicBezTo>
                    </a:path>
                    <a:path w="21841" h="21600" stroke="0" extrusionOk="0">
                      <a:moveTo>
                        <a:pt x="0" y="1"/>
                      </a:moveTo>
                      <a:cubicBezTo>
                        <a:pt x="82" y="0"/>
                        <a:pt x="165" y="-1"/>
                        <a:pt x="248" y="0"/>
                      </a:cubicBezTo>
                      <a:cubicBezTo>
                        <a:pt x="11964" y="0"/>
                        <a:pt x="21544" y="9340"/>
                        <a:pt x="21841" y="21052"/>
                      </a:cubicBezTo>
                      <a:lnTo>
                        <a:pt x="24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8" name="Arc 28"/>
                <p:cNvSpPr>
                  <a:spLocks/>
                </p:cNvSpPr>
                <p:nvPr/>
              </p:nvSpPr>
              <p:spPr bwMode="auto">
                <a:xfrm>
                  <a:off x="4707" y="456"/>
                  <a:ext cx="84" cy="153"/>
                </a:xfrm>
                <a:custGeom>
                  <a:avLst/>
                  <a:gdLst>
                    <a:gd name="G0" fmla="+- 258 0 0"/>
                    <a:gd name="G1" fmla="+- 21600 0 0"/>
                    <a:gd name="G2" fmla="+- 21600 0 0"/>
                    <a:gd name="T0" fmla="*/ 0 w 21858"/>
                    <a:gd name="T1" fmla="*/ 2 h 21600"/>
                    <a:gd name="T2" fmla="*/ 21858 w 21858"/>
                    <a:gd name="T3" fmla="*/ 21458 h 21600"/>
                    <a:gd name="T4" fmla="*/ 258 w 2185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858" h="21600" fill="none" extrusionOk="0">
                      <a:moveTo>
                        <a:pt x="-1" y="1"/>
                      </a:moveTo>
                      <a:cubicBezTo>
                        <a:pt x="85" y="0"/>
                        <a:pt x="171" y="-1"/>
                        <a:pt x="258" y="0"/>
                      </a:cubicBezTo>
                      <a:cubicBezTo>
                        <a:pt x="12131" y="0"/>
                        <a:pt x="21779" y="9584"/>
                        <a:pt x="21857" y="21458"/>
                      </a:cubicBezTo>
                    </a:path>
                    <a:path w="21858" h="21600" stroke="0" extrusionOk="0">
                      <a:moveTo>
                        <a:pt x="-1" y="1"/>
                      </a:moveTo>
                      <a:cubicBezTo>
                        <a:pt x="85" y="0"/>
                        <a:pt x="171" y="-1"/>
                        <a:pt x="258" y="0"/>
                      </a:cubicBezTo>
                      <a:cubicBezTo>
                        <a:pt x="12131" y="0"/>
                        <a:pt x="21779" y="9584"/>
                        <a:pt x="21857" y="21458"/>
                      </a:cubicBezTo>
                      <a:lnTo>
                        <a:pt x="25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9" name="Line 29"/>
                <p:cNvSpPr>
                  <a:spLocks noChangeShapeType="1"/>
                </p:cNvSpPr>
                <p:nvPr/>
              </p:nvSpPr>
              <p:spPr bwMode="auto">
                <a:xfrm>
                  <a:off x="4790" y="597"/>
                  <a:ext cx="55" cy="29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0" name="Arc 30"/>
                <p:cNvSpPr>
                  <a:spLocks/>
                </p:cNvSpPr>
                <p:nvPr/>
              </p:nvSpPr>
              <p:spPr bwMode="auto">
                <a:xfrm rot="16140000">
                  <a:off x="4874" y="860"/>
                  <a:ext cx="66" cy="109"/>
                </a:xfrm>
                <a:custGeom>
                  <a:avLst/>
                  <a:gdLst>
                    <a:gd name="G0" fmla="+- 17382 0 0"/>
                    <a:gd name="G1" fmla="+- 21598 0 0"/>
                    <a:gd name="G2" fmla="+- 21600 0 0"/>
                    <a:gd name="T0" fmla="*/ 0 w 17382"/>
                    <a:gd name="T1" fmla="*/ 8775 h 21598"/>
                    <a:gd name="T2" fmla="*/ 17120 w 17382"/>
                    <a:gd name="T3" fmla="*/ 0 h 21598"/>
                    <a:gd name="T4" fmla="*/ 17382 w 17382"/>
                    <a:gd name="T5" fmla="*/ 21598 h 215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382" h="21598" fill="none" extrusionOk="0">
                      <a:moveTo>
                        <a:pt x="0" y="8775"/>
                      </a:moveTo>
                      <a:cubicBezTo>
                        <a:pt x="4017" y="3329"/>
                        <a:pt x="10353" y="81"/>
                        <a:pt x="17119" y="-1"/>
                      </a:cubicBezTo>
                    </a:path>
                    <a:path w="17382" h="21598" stroke="0" extrusionOk="0">
                      <a:moveTo>
                        <a:pt x="0" y="8775"/>
                      </a:moveTo>
                      <a:cubicBezTo>
                        <a:pt x="4017" y="3329"/>
                        <a:pt x="10353" y="81"/>
                        <a:pt x="17119" y="-1"/>
                      </a:cubicBezTo>
                      <a:lnTo>
                        <a:pt x="17382" y="2159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1" name="Arc 31"/>
                <p:cNvSpPr>
                  <a:spLocks/>
                </p:cNvSpPr>
                <p:nvPr/>
              </p:nvSpPr>
              <p:spPr bwMode="auto">
                <a:xfrm>
                  <a:off x="4899" y="852"/>
                  <a:ext cx="98" cy="85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2" name="Arc 32"/>
                <p:cNvSpPr>
                  <a:spLocks/>
                </p:cNvSpPr>
                <p:nvPr/>
              </p:nvSpPr>
              <p:spPr bwMode="auto">
                <a:xfrm rot="6180000">
                  <a:off x="5019" y="799"/>
                  <a:ext cx="73" cy="89"/>
                </a:xfrm>
                <a:custGeom>
                  <a:avLst/>
                  <a:gdLst>
                    <a:gd name="G0" fmla="+- 21600 0 0"/>
                    <a:gd name="G1" fmla="+- 247 0 0"/>
                    <a:gd name="G2" fmla="+- 21600 0 0"/>
                    <a:gd name="T0" fmla="*/ 21600 w 21600"/>
                    <a:gd name="T1" fmla="*/ 21847 h 21847"/>
                    <a:gd name="T2" fmla="*/ 1 w 21600"/>
                    <a:gd name="T3" fmla="*/ 0 h 21847"/>
                    <a:gd name="T4" fmla="*/ 21600 w 21600"/>
                    <a:gd name="T5" fmla="*/ 247 h 218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847" fill="none" extrusionOk="0">
                      <a:moveTo>
                        <a:pt x="21600" y="21847"/>
                      </a:moveTo>
                      <a:cubicBezTo>
                        <a:pt x="9670" y="21847"/>
                        <a:pt x="0" y="12176"/>
                        <a:pt x="0" y="247"/>
                      </a:cubicBezTo>
                      <a:cubicBezTo>
                        <a:pt x="-1" y="164"/>
                        <a:pt x="0" y="82"/>
                        <a:pt x="1" y="0"/>
                      </a:cubicBezTo>
                    </a:path>
                    <a:path w="21600" h="21847" stroke="0" extrusionOk="0">
                      <a:moveTo>
                        <a:pt x="21600" y="21847"/>
                      </a:moveTo>
                      <a:cubicBezTo>
                        <a:pt x="9670" y="21847"/>
                        <a:pt x="0" y="12176"/>
                        <a:pt x="0" y="247"/>
                      </a:cubicBezTo>
                      <a:cubicBezTo>
                        <a:pt x="-1" y="164"/>
                        <a:pt x="0" y="82"/>
                        <a:pt x="1" y="0"/>
                      </a:cubicBezTo>
                      <a:lnTo>
                        <a:pt x="21600" y="247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3" name="Arc 33"/>
                <p:cNvSpPr>
                  <a:spLocks/>
                </p:cNvSpPr>
                <p:nvPr/>
              </p:nvSpPr>
              <p:spPr bwMode="auto">
                <a:xfrm>
                  <a:off x="5098" y="817"/>
                  <a:ext cx="71" cy="47"/>
                </a:xfrm>
                <a:custGeom>
                  <a:avLst/>
                  <a:gdLst>
                    <a:gd name="G0" fmla="+- 311 0 0"/>
                    <a:gd name="G1" fmla="+- 21600 0 0"/>
                    <a:gd name="G2" fmla="+- 21600 0 0"/>
                    <a:gd name="T0" fmla="*/ 0 w 21911"/>
                    <a:gd name="T1" fmla="*/ 2 h 21600"/>
                    <a:gd name="T2" fmla="*/ 21911 w 21911"/>
                    <a:gd name="T3" fmla="*/ 21600 h 21600"/>
                    <a:gd name="T4" fmla="*/ 311 w 2191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911" h="21600" fill="none" extrusionOk="0">
                      <a:moveTo>
                        <a:pt x="0" y="2"/>
                      </a:moveTo>
                      <a:cubicBezTo>
                        <a:pt x="103" y="0"/>
                        <a:pt x="207" y="-1"/>
                        <a:pt x="311" y="0"/>
                      </a:cubicBezTo>
                      <a:cubicBezTo>
                        <a:pt x="12240" y="0"/>
                        <a:pt x="21911" y="9670"/>
                        <a:pt x="21911" y="21600"/>
                      </a:cubicBezTo>
                    </a:path>
                    <a:path w="21911" h="21600" stroke="0" extrusionOk="0">
                      <a:moveTo>
                        <a:pt x="0" y="2"/>
                      </a:moveTo>
                      <a:cubicBezTo>
                        <a:pt x="103" y="0"/>
                        <a:pt x="207" y="-1"/>
                        <a:pt x="311" y="0"/>
                      </a:cubicBezTo>
                      <a:cubicBezTo>
                        <a:pt x="12240" y="0"/>
                        <a:pt x="21911" y="9670"/>
                        <a:pt x="21911" y="21600"/>
                      </a:cubicBezTo>
                      <a:lnTo>
                        <a:pt x="311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4" name="Arc 34"/>
                <p:cNvSpPr>
                  <a:spLocks/>
                </p:cNvSpPr>
                <p:nvPr/>
              </p:nvSpPr>
              <p:spPr bwMode="auto">
                <a:xfrm rot="10740000">
                  <a:off x="5172" y="861"/>
                  <a:ext cx="60" cy="42"/>
                </a:xfrm>
                <a:custGeom>
                  <a:avLst/>
                  <a:gdLst>
                    <a:gd name="G0" fmla="+- 363 0 0"/>
                    <a:gd name="G1" fmla="+- 21600 0 0"/>
                    <a:gd name="G2" fmla="+- 21600 0 0"/>
                    <a:gd name="T0" fmla="*/ 0 w 21963"/>
                    <a:gd name="T1" fmla="*/ 3 h 21600"/>
                    <a:gd name="T2" fmla="*/ 21963 w 21963"/>
                    <a:gd name="T3" fmla="*/ 21600 h 21600"/>
                    <a:gd name="T4" fmla="*/ 363 w 21963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963" h="21600" fill="none" extrusionOk="0">
                      <a:moveTo>
                        <a:pt x="0" y="3"/>
                      </a:moveTo>
                      <a:cubicBezTo>
                        <a:pt x="120" y="1"/>
                        <a:pt x="241" y="-1"/>
                        <a:pt x="363" y="0"/>
                      </a:cubicBezTo>
                      <a:cubicBezTo>
                        <a:pt x="12292" y="0"/>
                        <a:pt x="21963" y="9670"/>
                        <a:pt x="21963" y="21600"/>
                      </a:cubicBezTo>
                    </a:path>
                    <a:path w="21963" h="21600" stroke="0" extrusionOk="0">
                      <a:moveTo>
                        <a:pt x="0" y="3"/>
                      </a:moveTo>
                      <a:cubicBezTo>
                        <a:pt x="120" y="1"/>
                        <a:pt x="241" y="-1"/>
                        <a:pt x="363" y="0"/>
                      </a:cubicBezTo>
                      <a:cubicBezTo>
                        <a:pt x="12292" y="0"/>
                        <a:pt x="21963" y="9670"/>
                        <a:pt x="21963" y="21600"/>
                      </a:cubicBezTo>
                      <a:lnTo>
                        <a:pt x="36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5" name="Arc 35"/>
                <p:cNvSpPr>
                  <a:spLocks/>
                </p:cNvSpPr>
                <p:nvPr/>
              </p:nvSpPr>
              <p:spPr bwMode="auto">
                <a:xfrm rot="10740000">
                  <a:off x="5222" y="862"/>
                  <a:ext cx="86" cy="44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347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68"/>
                        <a:pt x="9517" y="139"/>
                        <a:pt x="21347" y="0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68"/>
                        <a:pt x="9517" y="139"/>
                        <a:pt x="21347" y="0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96" name="Arc 36"/>
                <p:cNvSpPr>
                  <a:spLocks/>
                </p:cNvSpPr>
                <p:nvPr/>
              </p:nvSpPr>
              <p:spPr bwMode="auto">
                <a:xfrm>
                  <a:off x="5322" y="823"/>
                  <a:ext cx="86" cy="38"/>
                </a:xfrm>
                <a:custGeom>
                  <a:avLst/>
                  <a:gdLst>
                    <a:gd name="G0" fmla="+- 21593 0 0"/>
                    <a:gd name="G1" fmla="+- 21599 0 0"/>
                    <a:gd name="G2" fmla="+- 21600 0 0"/>
                    <a:gd name="T0" fmla="*/ 0 w 21593"/>
                    <a:gd name="T1" fmla="*/ 21038 h 21599"/>
                    <a:gd name="T2" fmla="*/ 21345 w 21593"/>
                    <a:gd name="T3" fmla="*/ 0 h 21599"/>
                    <a:gd name="T4" fmla="*/ 21593 w 21593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3" h="21599" fill="none" extrusionOk="0">
                      <a:moveTo>
                        <a:pt x="0" y="21038"/>
                      </a:moveTo>
                      <a:cubicBezTo>
                        <a:pt x="301" y="9427"/>
                        <a:pt x="9731" y="133"/>
                        <a:pt x="21345" y="0"/>
                      </a:cubicBezTo>
                    </a:path>
                    <a:path w="21593" h="21599" stroke="0" extrusionOk="0">
                      <a:moveTo>
                        <a:pt x="0" y="21038"/>
                      </a:moveTo>
                      <a:cubicBezTo>
                        <a:pt x="301" y="9427"/>
                        <a:pt x="9731" y="133"/>
                        <a:pt x="21345" y="0"/>
                      </a:cubicBezTo>
                      <a:lnTo>
                        <a:pt x="21593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98" name="Line 38"/>
              <p:cNvSpPr>
                <a:spLocks noChangeShapeType="1"/>
              </p:cNvSpPr>
              <p:nvPr/>
            </p:nvSpPr>
            <p:spPr bwMode="auto">
              <a:xfrm>
                <a:off x="3987" y="854"/>
                <a:ext cx="147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9" name="Line 39"/>
              <p:cNvSpPr>
                <a:spLocks noChangeShapeType="1"/>
              </p:cNvSpPr>
              <p:nvPr/>
            </p:nvSpPr>
            <p:spPr bwMode="auto">
              <a:xfrm>
                <a:off x="4715" y="336"/>
                <a:ext cx="0" cy="64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401" name="Rectangle 41"/>
            <p:cNvSpPr>
              <a:spLocks noChangeArrowheads="1"/>
            </p:cNvSpPr>
            <p:nvPr/>
          </p:nvSpPr>
          <p:spPr bwMode="auto">
            <a:xfrm>
              <a:off x="4488" y="858"/>
              <a:ext cx="5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3200"/>
                <a:t>h</a:t>
              </a:r>
              <a:r>
                <a:rPr lang="en-US" sz="3200" baseline="-25000"/>
                <a:t>r</a:t>
              </a:r>
              <a:r>
                <a:rPr lang="en-US" sz="3200" i="0"/>
                <a:t>(</a:t>
              </a:r>
              <a:r>
                <a:rPr lang="en-US" sz="3200"/>
                <a:t>t</a:t>
              </a:r>
              <a:r>
                <a:rPr lang="en-US" sz="3200" i="0"/>
                <a:t>)</a:t>
              </a:r>
            </a:p>
          </p:txBody>
        </p:sp>
      </p:grpSp>
      <p:grpSp>
        <p:nvGrpSpPr>
          <p:cNvPr id="15654" name="Group 294"/>
          <p:cNvGrpSpPr>
            <a:grpSpLocks/>
          </p:cNvGrpSpPr>
          <p:nvPr/>
        </p:nvGrpSpPr>
        <p:grpSpPr bwMode="auto">
          <a:xfrm>
            <a:off x="738188" y="3606800"/>
            <a:ext cx="7905750" cy="2030413"/>
            <a:chOff x="465" y="2272"/>
            <a:chExt cx="4980" cy="1279"/>
          </a:xfrm>
        </p:grpSpPr>
        <p:grpSp>
          <p:nvGrpSpPr>
            <p:cNvPr id="15652" name="Group 292"/>
            <p:cNvGrpSpPr>
              <a:grpSpLocks/>
            </p:cNvGrpSpPr>
            <p:nvPr/>
          </p:nvGrpSpPr>
          <p:grpSpPr bwMode="auto">
            <a:xfrm>
              <a:off x="465" y="2272"/>
              <a:ext cx="4980" cy="1279"/>
              <a:chOff x="465" y="2272"/>
              <a:chExt cx="4980" cy="1279"/>
            </a:xfrm>
          </p:grpSpPr>
          <p:sp>
            <p:nvSpPr>
              <p:cNvPr id="15403" name="Line 43"/>
              <p:cNvSpPr>
                <a:spLocks noChangeShapeType="1"/>
              </p:cNvSpPr>
              <p:nvPr/>
            </p:nvSpPr>
            <p:spPr bwMode="auto">
              <a:xfrm>
                <a:off x="465" y="3269"/>
                <a:ext cx="49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4" name="Freeform 44"/>
              <p:cNvSpPr>
                <a:spLocks/>
              </p:cNvSpPr>
              <p:nvPr/>
            </p:nvSpPr>
            <p:spPr bwMode="auto">
              <a:xfrm>
                <a:off x="1982" y="2272"/>
                <a:ext cx="1758" cy="382"/>
              </a:xfrm>
              <a:custGeom>
                <a:avLst/>
                <a:gdLst>
                  <a:gd name="T0" fmla="*/ 0 w 1758"/>
                  <a:gd name="T1" fmla="*/ 381 h 382"/>
                  <a:gd name="T2" fmla="*/ 0 w 1758"/>
                  <a:gd name="T3" fmla="*/ 263 h 382"/>
                  <a:gd name="T4" fmla="*/ 35 w 1758"/>
                  <a:gd name="T5" fmla="*/ 174 h 382"/>
                  <a:gd name="T6" fmla="*/ 52 w 1758"/>
                  <a:gd name="T7" fmla="*/ 88 h 382"/>
                  <a:gd name="T8" fmla="*/ 86 w 1758"/>
                  <a:gd name="T9" fmla="*/ 28 h 382"/>
                  <a:gd name="T10" fmla="*/ 122 w 1758"/>
                  <a:gd name="T11" fmla="*/ 28 h 382"/>
                  <a:gd name="T12" fmla="*/ 175 w 1758"/>
                  <a:gd name="T13" fmla="*/ 60 h 382"/>
                  <a:gd name="T14" fmla="*/ 225 w 1758"/>
                  <a:gd name="T15" fmla="*/ 117 h 382"/>
                  <a:gd name="T16" fmla="*/ 261 w 1758"/>
                  <a:gd name="T17" fmla="*/ 174 h 382"/>
                  <a:gd name="T18" fmla="*/ 295 w 1758"/>
                  <a:gd name="T19" fmla="*/ 234 h 382"/>
                  <a:gd name="T20" fmla="*/ 331 w 1758"/>
                  <a:gd name="T21" fmla="*/ 263 h 382"/>
                  <a:gd name="T22" fmla="*/ 382 w 1758"/>
                  <a:gd name="T23" fmla="*/ 323 h 382"/>
                  <a:gd name="T24" fmla="*/ 418 w 1758"/>
                  <a:gd name="T25" fmla="*/ 323 h 382"/>
                  <a:gd name="T26" fmla="*/ 468 w 1758"/>
                  <a:gd name="T27" fmla="*/ 323 h 382"/>
                  <a:gd name="T28" fmla="*/ 504 w 1758"/>
                  <a:gd name="T29" fmla="*/ 323 h 382"/>
                  <a:gd name="T30" fmla="*/ 557 w 1758"/>
                  <a:gd name="T31" fmla="*/ 292 h 382"/>
                  <a:gd name="T32" fmla="*/ 608 w 1758"/>
                  <a:gd name="T33" fmla="*/ 263 h 382"/>
                  <a:gd name="T34" fmla="*/ 644 w 1758"/>
                  <a:gd name="T35" fmla="*/ 234 h 382"/>
                  <a:gd name="T36" fmla="*/ 694 w 1758"/>
                  <a:gd name="T37" fmla="*/ 174 h 382"/>
                  <a:gd name="T38" fmla="*/ 747 w 1758"/>
                  <a:gd name="T39" fmla="*/ 146 h 382"/>
                  <a:gd name="T40" fmla="*/ 800 w 1758"/>
                  <a:gd name="T41" fmla="*/ 88 h 382"/>
                  <a:gd name="T42" fmla="*/ 853 w 1758"/>
                  <a:gd name="T43" fmla="*/ 60 h 382"/>
                  <a:gd name="T44" fmla="*/ 886 w 1758"/>
                  <a:gd name="T45" fmla="*/ 0 h 382"/>
                  <a:gd name="T46" fmla="*/ 939 w 1758"/>
                  <a:gd name="T47" fmla="*/ 0 h 382"/>
                  <a:gd name="T48" fmla="*/ 990 w 1758"/>
                  <a:gd name="T49" fmla="*/ 0 h 382"/>
                  <a:gd name="T50" fmla="*/ 1060 w 1758"/>
                  <a:gd name="T51" fmla="*/ 28 h 382"/>
                  <a:gd name="T52" fmla="*/ 1096 w 1758"/>
                  <a:gd name="T53" fmla="*/ 60 h 382"/>
                  <a:gd name="T54" fmla="*/ 1146 w 1758"/>
                  <a:gd name="T55" fmla="*/ 117 h 382"/>
                  <a:gd name="T56" fmla="*/ 1182 w 1758"/>
                  <a:gd name="T57" fmla="*/ 117 h 382"/>
                  <a:gd name="T58" fmla="*/ 1235 w 1758"/>
                  <a:gd name="T59" fmla="*/ 146 h 382"/>
                  <a:gd name="T60" fmla="*/ 1286 w 1758"/>
                  <a:gd name="T61" fmla="*/ 174 h 382"/>
                  <a:gd name="T62" fmla="*/ 1355 w 1758"/>
                  <a:gd name="T63" fmla="*/ 174 h 382"/>
                  <a:gd name="T64" fmla="*/ 1391 w 1758"/>
                  <a:gd name="T65" fmla="*/ 174 h 382"/>
                  <a:gd name="T66" fmla="*/ 1442 w 1758"/>
                  <a:gd name="T67" fmla="*/ 174 h 382"/>
                  <a:gd name="T68" fmla="*/ 1495 w 1758"/>
                  <a:gd name="T69" fmla="*/ 174 h 382"/>
                  <a:gd name="T70" fmla="*/ 1531 w 1758"/>
                  <a:gd name="T71" fmla="*/ 146 h 382"/>
                  <a:gd name="T72" fmla="*/ 1581 w 1758"/>
                  <a:gd name="T73" fmla="*/ 117 h 382"/>
                  <a:gd name="T74" fmla="*/ 1617 w 1758"/>
                  <a:gd name="T75" fmla="*/ 117 h 382"/>
                  <a:gd name="T76" fmla="*/ 1668 w 1758"/>
                  <a:gd name="T77" fmla="*/ 88 h 382"/>
                  <a:gd name="T78" fmla="*/ 1721 w 1758"/>
                  <a:gd name="T79" fmla="*/ 60 h 382"/>
                  <a:gd name="T80" fmla="*/ 1757 w 1758"/>
                  <a:gd name="T81" fmla="*/ 6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58" h="382">
                    <a:moveTo>
                      <a:pt x="0" y="381"/>
                    </a:moveTo>
                    <a:lnTo>
                      <a:pt x="0" y="263"/>
                    </a:lnTo>
                    <a:lnTo>
                      <a:pt x="35" y="174"/>
                    </a:lnTo>
                    <a:lnTo>
                      <a:pt x="52" y="88"/>
                    </a:lnTo>
                    <a:lnTo>
                      <a:pt x="86" y="28"/>
                    </a:lnTo>
                    <a:lnTo>
                      <a:pt x="122" y="28"/>
                    </a:lnTo>
                    <a:lnTo>
                      <a:pt x="175" y="60"/>
                    </a:lnTo>
                    <a:lnTo>
                      <a:pt x="225" y="117"/>
                    </a:lnTo>
                    <a:lnTo>
                      <a:pt x="261" y="174"/>
                    </a:lnTo>
                    <a:lnTo>
                      <a:pt x="295" y="234"/>
                    </a:lnTo>
                    <a:lnTo>
                      <a:pt x="331" y="263"/>
                    </a:lnTo>
                    <a:lnTo>
                      <a:pt x="382" y="323"/>
                    </a:lnTo>
                    <a:lnTo>
                      <a:pt x="418" y="323"/>
                    </a:lnTo>
                    <a:lnTo>
                      <a:pt x="468" y="323"/>
                    </a:lnTo>
                    <a:lnTo>
                      <a:pt x="504" y="323"/>
                    </a:lnTo>
                    <a:lnTo>
                      <a:pt x="557" y="292"/>
                    </a:lnTo>
                    <a:lnTo>
                      <a:pt x="608" y="263"/>
                    </a:lnTo>
                    <a:lnTo>
                      <a:pt x="644" y="234"/>
                    </a:lnTo>
                    <a:lnTo>
                      <a:pt x="694" y="174"/>
                    </a:lnTo>
                    <a:lnTo>
                      <a:pt x="747" y="146"/>
                    </a:lnTo>
                    <a:lnTo>
                      <a:pt x="800" y="88"/>
                    </a:lnTo>
                    <a:lnTo>
                      <a:pt x="853" y="60"/>
                    </a:lnTo>
                    <a:lnTo>
                      <a:pt x="886" y="0"/>
                    </a:lnTo>
                    <a:lnTo>
                      <a:pt x="939" y="0"/>
                    </a:lnTo>
                    <a:lnTo>
                      <a:pt x="990" y="0"/>
                    </a:lnTo>
                    <a:lnTo>
                      <a:pt x="1060" y="28"/>
                    </a:lnTo>
                    <a:lnTo>
                      <a:pt x="1096" y="60"/>
                    </a:lnTo>
                    <a:lnTo>
                      <a:pt x="1146" y="117"/>
                    </a:lnTo>
                    <a:lnTo>
                      <a:pt x="1182" y="117"/>
                    </a:lnTo>
                    <a:lnTo>
                      <a:pt x="1235" y="146"/>
                    </a:lnTo>
                    <a:lnTo>
                      <a:pt x="1286" y="174"/>
                    </a:lnTo>
                    <a:lnTo>
                      <a:pt x="1355" y="174"/>
                    </a:lnTo>
                    <a:lnTo>
                      <a:pt x="1391" y="174"/>
                    </a:lnTo>
                    <a:lnTo>
                      <a:pt x="1442" y="174"/>
                    </a:lnTo>
                    <a:lnTo>
                      <a:pt x="1495" y="174"/>
                    </a:lnTo>
                    <a:lnTo>
                      <a:pt x="1531" y="146"/>
                    </a:lnTo>
                    <a:lnTo>
                      <a:pt x="1581" y="117"/>
                    </a:lnTo>
                    <a:lnTo>
                      <a:pt x="1617" y="117"/>
                    </a:lnTo>
                    <a:lnTo>
                      <a:pt x="1668" y="88"/>
                    </a:lnTo>
                    <a:lnTo>
                      <a:pt x="1721" y="60"/>
                    </a:lnTo>
                    <a:lnTo>
                      <a:pt x="1757" y="6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423" name="Group 63"/>
              <p:cNvGrpSpPr>
                <a:grpSpLocks/>
              </p:cNvGrpSpPr>
              <p:nvPr/>
            </p:nvGrpSpPr>
            <p:grpSpPr bwMode="auto">
              <a:xfrm>
                <a:off x="757" y="2304"/>
                <a:ext cx="2734" cy="1146"/>
                <a:chOff x="757" y="2304"/>
                <a:chExt cx="2734" cy="1146"/>
              </a:xfrm>
            </p:grpSpPr>
            <p:sp>
              <p:nvSpPr>
                <p:cNvPr id="15405" name="Arc 45"/>
                <p:cNvSpPr>
                  <a:spLocks/>
                </p:cNvSpPr>
                <p:nvPr/>
              </p:nvSpPr>
              <p:spPr bwMode="auto">
                <a:xfrm>
                  <a:off x="1977" y="2304"/>
                  <a:ext cx="161" cy="35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6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868" y="2632"/>
                  <a:ext cx="108" cy="67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7" name="Arc 47"/>
                <p:cNvSpPr>
                  <a:spLocks/>
                </p:cNvSpPr>
                <p:nvPr/>
              </p:nvSpPr>
              <p:spPr bwMode="auto">
                <a:xfrm rot="5460000">
                  <a:off x="1683" y="3241"/>
                  <a:ext cx="131" cy="255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13"/>
                    <a:gd name="T1" fmla="*/ 0 h 21600"/>
                    <a:gd name="T2" fmla="*/ 17513 w 17513"/>
                    <a:gd name="T3" fmla="*/ 8775 h 21600"/>
                    <a:gd name="T4" fmla="*/ 133 w 17513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13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0" y="0"/>
                        <a:pt x="13441" y="3256"/>
                        <a:pt x="17513" y="8774"/>
                      </a:cubicBezTo>
                    </a:path>
                    <a:path w="17513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0" y="0"/>
                        <a:pt x="13441" y="3256"/>
                        <a:pt x="17513" y="8774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8" name="Arc 48"/>
                <p:cNvSpPr>
                  <a:spLocks/>
                </p:cNvSpPr>
                <p:nvPr/>
              </p:nvSpPr>
              <p:spPr bwMode="auto">
                <a:xfrm>
                  <a:off x="1569" y="3250"/>
                  <a:ext cx="193" cy="200"/>
                </a:xfrm>
                <a:custGeom>
                  <a:avLst/>
                  <a:gdLst>
                    <a:gd name="G0" fmla="+- 21600 0 0"/>
                    <a:gd name="G1" fmla="+- 109 0 0"/>
                    <a:gd name="G2" fmla="+- 21600 0 0"/>
                    <a:gd name="T0" fmla="*/ 21600 w 21600"/>
                    <a:gd name="T1" fmla="*/ 21709 h 21709"/>
                    <a:gd name="T2" fmla="*/ 0 w 21600"/>
                    <a:gd name="T3" fmla="*/ 0 h 21709"/>
                    <a:gd name="T4" fmla="*/ 21600 w 21600"/>
                    <a:gd name="T5" fmla="*/ 109 h 21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9" fill="none" extrusionOk="0">
                      <a:moveTo>
                        <a:pt x="21600" y="21709"/>
                      </a:moveTo>
                      <a:cubicBezTo>
                        <a:pt x="9670" y="21709"/>
                        <a:pt x="0" y="12038"/>
                        <a:pt x="0" y="109"/>
                      </a:cubicBezTo>
                      <a:cubicBezTo>
                        <a:pt x="-1" y="72"/>
                        <a:pt x="0" y="36"/>
                        <a:pt x="0" y="0"/>
                      </a:cubicBezTo>
                    </a:path>
                    <a:path w="21600" h="21709" stroke="0" extrusionOk="0">
                      <a:moveTo>
                        <a:pt x="21600" y="21709"/>
                      </a:moveTo>
                      <a:cubicBezTo>
                        <a:pt x="9670" y="21709"/>
                        <a:pt x="0" y="12038"/>
                        <a:pt x="0" y="109"/>
                      </a:cubicBezTo>
                      <a:cubicBezTo>
                        <a:pt x="-1" y="72"/>
                        <a:pt x="0" y="36"/>
                        <a:pt x="0" y="0"/>
                      </a:cubicBezTo>
                      <a:lnTo>
                        <a:pt x="21600" y="10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09" name="Arc 49"/>
                <p:cNvSpPr>
                  <a:spLocks/>
                </p:cNvSpPr>
                <p:nvPr/>
              </p:nvSpPr>
              <p:spPr bwMode="auto">
                <a:xfrm rot="15420000">
                  <a:off x="1382" y="3114"/>
                  <a:ext cx="144" cy="204"/>
                </a:xfrm>
                <a:custGeom>
                  <a:avLst/>
                  <a:gdLst>
                    <a:gd name="G0" fmla="+- 0 0 0"/>
                    <a:gd name="G1" fmla="+- 106 0 0"/>
                    <a:gd name="G2" fmla="+- 21600 0 0"/>
                    <a:gd name="T0" fmla="*/ 21600 w 21600"/>
                    <a:gd name="T1" fmla="*/ 0 h 21706"/>
                    <a:gd name="T2" fmla="*/ 0 w 21600"/>
                    <a:gd name="T3" fmla="*/ 21706 h 21706"/>
                    <a:gd name="T4" fmla="*/ 0 w 21600"/>
                    <a:gd name="T5" fmla="*/ 106 h 21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6" fill="none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</a:path>
                    <a:path w="21600" h="21706" stroke="0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  <a:lnTo>
                        <a:pt x="0" y="10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0" name="Arc 50"/>
                <p:cNvSpPr>
                  <a:spLocks/>
                </p:cNvSpPr>
                <p:nvPr/>
              </p:nvSpPr>
              <p:spPr bwMode="auto">
                <a:xfrm>
                  <a:off x="1230" y="3145"/>
                  <a:ext cx="138" cy="108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400 h 21599"/>
                    <a:gd name="T2" fmla="*/ 21443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-1" y="21399"/>
                      </a:moveTo>
                      <a:cubicBezTo>
                        <a:pt x="108" y="9609"/>
                        <a:pt x="9652" y="84"/>
                        <a:pt x="21442" y="-1"/>
                      </a:cubicBezTo>
                    </a:path>
                    <a:path w="21599" h="21599" stroke="0" extrusionOk="0">
                      <a:moveTo>
                        <a:pt x="-1" y="21399"/>
                      </a:moveTo>
                      <a:cubicBezTo>
                        <a:pt x="108" y="9609"/>
                        <a:pt x="9652" y="84"/>
                        <a:pt x="21442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1" name="Arc 51"/>
                <p:cNvSpPr>
                  <a:spLocks/>
                </p:cNvSpPr>
                <p:nvPr/>
              </p:nvSpPr>
              <p:spPr bwMode="auto">
                <a:xfrm rot="10860000">
                  <a:off x="1107" y="3244"/>
                  <a:ext cx="117" cy="99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2" name="Arc 52"/>
                <p:cNvSpPr>
                  <a:spLocks/>
                </p:cNvSpPr>
                <p:nvPr/>
              </p:nvSpPr>
              <p:spPr bwMode="auto">
                <a:xfrm rot="10860000">
                  <a:off x="955" y="3246"/>
                  <a:ext cx="169" cy="103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3" name="Arc 53"/>
                <p:cNvSpPr>
                  <a:spLocks/>
                </p:cNvSpPr>
                <p:nvPr/>
              </p:nvSpPr>
              <p:spPr bwMode="auto">
                <a:xfrm>
                  <a:off x="757" y="3153"/>
                  <a:ext cx="170" cy="91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4" name="Arc 54"/>
                <p:cNvSpPr>
                  <a:spLocks/>
                </p:cNvSpPr>
                <p:nvPr/>
              </p:nvSpPr>
              <p:spPr bwMode="auto">
                <a:xfrm>
                  <a:off x="2106" y="2311"/>
                  <a:ext cx="166" cy="35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5" name="Line 55"/>
                <p:cNvSpPr>
                  <a:spLocks noChangeShapeType="1"/>
                </p:cNvSpPr>
                <p:nvPr/>
              </p:nvSpPr>
              <p:spPr bwMode="auto">
                <a:xfrm>
                  <a:off x="2272" y="2640"/>
                  <a:ext cx="108" cy="67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6" name="Arc 56"/>
                <p:cNvSpPr>
                  <a:spLocks/>
                </p:cNvSpPr>
                <p:nvPr/>
              </p:nvSpPr>
              <p:spPr bwMode="auto">
                <a:xfrm rot="16140000">
                  <a:off x="2436" y="3249"/>
                  <a:ext cx="130" cy="256"/>
                </a:xfrm>
                <a:custGeom>
                  <a:avLst/>
                  <a:gdLst>
                    <a:gd name="G0" fmla="+- 17399 0 0"/>
                    <a:gd name="G1" fmla="+- 21600 0 0"/>
                    <a:gd name="G2" fmla="+- 21600 0 0"/>
                    <a:gd name="T0" fmla="*/ 0 w 17399"/>
                    <a:gd name="T1" fmla="*/ 8800 h 21600"/>
                    <a:gd name="T2" fmla="*/ 17266 w 17399"/>
                    <a:gd name="T3" fmla="*/ 0 h 21600"/>
                    <a:gd name="T4" fmla="*/ 17399 w 173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399" h="21600" fill="none" extrusionOk="0">
                      <a:moveTo>
                        <a:pt x="0" y="8800"/>
                      </a:moveTo>
                      <a:cubicBezTo>
                        <a:pt x="4042" y="3304"/>
                        <a:pt x="10444" y="42"/>
                        <a:pt x="17266" y="0"/>
                      </a:cubicBezTo>
                    </a:path>
                    <a:path w="17399" h="21600" stroke="0" extrusionOk="0">
                      <a:moveTo>
                        <a:pt x="0" y="8800"/>
                      </a:moveTo>
                      <a:cubicBezTo>
                        <a:pt x="4042" y="3304"/>
                        <a:pt x="10444" y="42"/>
                        <a:pt x="17266" y="0"/>
                      </a:cubicBezTo>
                      <a:lnTo>
                        <a:pt x="173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7" name="Arc 57"/>
                <p:cNvSpPr>
                  <a:spLocks/>
                </p:cNvSpPr>
                <p:nvPr/>
              </p:nvSpPr>
              <p:spPr bwMode="auto">
                <a:xfrm>
                  <a:off x="2487" y="3233"/>
                  <a:ext cx="193" cy="200"/>
                </a:xfrm>
                <a:custGeom>
                  <a:avLst/>
                  <a:gdLst>
                    <a:gd name="G0" fmla="+- 0 0 0"/>
                    <a:gd name="G1" fmla="+- 109 0 0"/>
                    <a:gd name="G2" fmla="+- 21600 0 0"/>
                    <a:gd name="T0" fmla="*/ 21600 w 21600"/>
                    <a:gd name="T1" fmla="*/ 0 h 21709"/>
                    <a:gd name="T2" fmla="*/ 0 w 21600"/>
                    <a:gd name="T3" fmla="*/ 21709 h 21709"/>
                    <a:gd name="T4" fmla="*/ 0 w 21600"/>
                    <a:gd name="T5" fmla="*/ 109 h 21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9" fill="none" extrusionOk="0">
                      <a:moveTo>
                        <a:pt x="21599" y="0"/>
                      </a:moveTo>
                      <a:cubicBezTo>
                        <a:pt x="21599" y="36"/>
                        <a:pt x="21600" y="72"/>
                        <a:pt x="21600" y="109"/>
                      </a:cubicBezTo>
                      <a:cubicBezTo>
                        <a:pt x="21600" y="12038"/>
                        <a:pt x="11929" y="21708"/>
                        <a:pt x="0" y="21709"/>
                      </a:cubicBezTo>
                    </a:path>
                    <a:path w="21600" h="21709" stroke="0" extrusionOk="0">
                      <a:moveTo>
                        <a:pt x="21599" y="0"/>
                      </a:moveTo>
                      <a:cubicBezTo>
                        <a:pt x="21599" y="36"/>
                        <a:pt x="21600" y="72"/>
                        <a:pt x="21600" y="109"/>
                      </a:cubicBezTo>
                      <a:cubicBezTo>
                        <a:pt x="21600" y="12038"/>
                        <a:pt x="11929" y="21708"/>
                        <a:pt x="0" y="21709"/>
                      </a:cubicBezTo>
                      <a:lnTo>
                        <a:pt x="0" y="10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8" name="Arc 58"/>
                <p:cNvSpPr>
                  <a:spLocks/>
                </p:cNvSpPr>
                <p:nvPr/>
              </p:nvSpPr>
              <p:spPr bwMode="auto">
                <a:xfrm rot="6180000">
                  <a:off x="2723" y="3114"/>
                  <a:ext cx="144" cy="204"/>
                </a:xfrm>
                <a:custGeom>
                  <a:avLst/>
                  <a:gdLst>
                    <a:gd name="G0" fmla="+- 21600 0 0"/>
                    <a:gd name="G1" fmla="+- 106 0 0"/>
                    <a:gd name="G2" fmla="+- 21600 0 0"/>
                    <a:gd name="T0" fmla="*/ 21600 w 21600"/>
                    <a:gd name="T1" fmla="*/ 21706 h 21706"/>
                    <a:gd name="T2" fmla="*/ 0 w 21600"/>
                    <a:gd name="T3" fmla="*/ 0 h 21706"/>
                    <a:gd name="T4" fmla="*/ 21600 w 21600"/>
                    <a:gd name="T5" fmla="*/ 106 h 21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6" fill="none" extrusionOk="0">
                      <a:moveTo>
                        <a:pt x="21600" y="21706"/>
                      </a:moveTo>
                      <a:cubicBezTo>
                        <a:pt x="9670" y="21706"/>
                        <a:pt x="0" y="12035"/>
                        <a:pt x="0" y="106"/>
                      </a:cubicBezTo>
                      <a:cubicBezTo>
                        <a:pt x="-1" y="70"/>
                        <a:pt x="0" y="35"/>
                        <a:pt x="0" y="0"/>
                      </a:cubicBezTo>
                    </a:path>
                    <a:path w="21600" h="21706" stroke="0" extrusionOk="0">
                      <a:moveTo>
                        <a:pt x="21600" y="21706"/>
                      </a:moveTo>
                      <a:cubicBezTo>
                        <a:pt x="9670" y="21706"/>
                        <a:pt x="0" y="12035"/>
                        <a:pt x="0" y="106"/>
                      </a:cubicBezTo>
                      <a:cubicBezTo>
                        <a:pt x="-1" y="70"/>
                        <a:pt x="0" y="35"/>
                        <a:pt x="0" y="0"/>
                      </a:cubicBezTo>
                      <a:lnTo>
                        <a:pt x="21600" y="10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19" name="Arc 59"/>
                <p:cNvSpPr>
                  <a:spLocks/>
                </p:cNvSpPr>
                <p:nvPr/>
              </p:nvSpPr>
              <p:spPr bwMode="auto">
                <a:xfrm>
                  <a:off x="2881" y="3153"/>
                  <a:ext cx="138" cy="10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0" name="Arc 60"/>
                <p:cNvSpPr>
                  <a:spLocks/>
                </p:cNvSpPr>
                <p:nvPr/>
              </p:nvSpPr>
              <p:spPr bwMode="auto">
                <a:xfrm rot="10740000">
                  <a:off x="3025" y="3253"/>
                  <a:ext cx="117" cy="9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81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3" y="0"/>
                        <a:pt x="21478" y="9537"/>
                        <a:pt x="21598" y="21381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3" y="0"/>
                        <a:pt x="21478" y="9537"/>
                        <a:pt x="21598" y="2138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1" name="Arc 61"/>
                <p:cNvSpPr>
                  <a:spLocks/>
                </p:cNvSpPr>
                <p:nvPr/>
              </p:nvSpPr>
              <p:spPr bwMode="auto">
                <a:xfrm rot="10740000">
                  <a:off x="3125" y="3255"/>
                  <a:ext cx="168" cy="10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2" name="Arc 62"/>
                <p:cNvSpPr>
                  <a:spLocks/>
                </p:cNvSpPr>
                <p:nvPr/>
              </p:nvSpPr>
              <p:spPr bwMode="auto">
                <a:xfrm>
                  <a:off x="3322" y="3161"/>
                  <a:ext cx="169" cy="92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64 h 21600"/>
                    <a:gd name="T2" fmla="*/ 21472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64"/>
                      </a:moveTo>
                      <a:cubicBezTo>
                        <a:pt x="129" y="9576"/>
                        <a:pt x="9684" y="69"/>
                        <a:pt x="21472" y="0"/>
                      </a:cubicBezTo>
                    </a:path>
                    <a:path w="21599" h="21600" stroke="0" extrusionOk="0">
                      <a:moveTo>
                        <a:pt x="0" y="21364"/>
                      </a:moveTo>
                      <a:cubicBezTo>
                        <a:pt x="129" y="9576"/>
                        <a:pt x="9684" y="69"/>
                        <a:pt x="21472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442" name="Group 82"/>
              <p:cNvGrpSpPr>
                <a:grpSpLocks/>
              </p:cNvGrpSpPr>
              <p:nvPr/>
            </p:nvGrpSpPr>
            <p:grpSpPr bwMode="auto">
              <a:xfrm>
                <a:off x="2184" y="2394"/>
                <a:ext cx="2733" cy="1148"/>
                <a:chOff x="2184" y="2394"/>
                <a:chExt cx="2733" cy="1148"/>
              </a:xfrm>
            </p:grpSpPr>
            <p:sp>
              <p:nvSpPr>
                <p:cNvPr id="15424" name="Arc 64"/>
                <p:cNvSpPr>
                  <a:spLocks/>
                </p:cNvSpPr>
                <p:nvPr/>
              </p:nvSpPr>
              <p:spPr bwMode="auto">
                <a:xfrm>
                  <a:off x="3403" y="2394"/>
                  <a:ext cx="161" cy="355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39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39"/>
                      </a:moveTo>
                      <a:cubicBezTo>
                        <a:pt x="33" y="9685"/>
                        <a:pt x="9612" y="73"/>
                        <a:pt x="21466" y="0"/>
                      </a:cubicBezTo>
                    </a:path>
                    <a:path w="21600" h="21600" stroke="0" extrusionOk="0">
                      <a:moveTo>
                        <a:pt x="0" y="21539"/>
                      </a:moveTo>
                      <a:cubicBezTo>
                        <a:pt x="33" y="9685"/>
                        <a:pt x="9612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5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3294" y="2723"/>
                  <a:ext cx="108" cy="6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6" name="Arc 66"/>
                <p:cNvSpPr>
                  <a:spLocks/>
                </p:cNvSpPr>
                <p:nvPr/>
              </p:nvSpPr>
              <p:spPr bwMode="auto">
                <a:xfrm rot="5460000">
                  <a:off x="3108" y="3333"/>
                  <a:ext cx="132" cy="256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37"/>
                    <a:gd name="T1" fmla="*/ 0 h 21600"/>
                    <a:gd name="T2" fmla="*/ 17537 w 17537"/>
                    <a:gd name="T3" fmla="*/ 8807 h 21600"/>
                    <a:gd name="T4" fmla="*/ 133 w 1753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37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7004" y="0"/>
                        <a:pt x="13466" y="3269"/>
                        <a:pt x="17536" y="8807"/>
                      </a:cubicBezTo>
                    </a:path>
                    <a:path w="17537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7004" y="0"/>
                        <a:pt x="13466" y="3269"/>
                        <a:pt x="17536" y="8807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7" name="Arc 67"/>
                <p:cNvSpPr>
                  <a:spLocks/>
                </p:cNvSpPr>
                <p:nvPr/>
              </p:nvSpPr>
              <p:spPr bwMode="auto">
                <a:xfrm>
                  <a:off x="2995" y="3343"/>
                  <a:ext cx="193" cy="199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8" name="Arc 68"/>
                <p:cNvSpPr>
                  <a:spLocks/>
                </p:cNvSpPr>
                <p:nvPr/>
              </p:nvSpPr>
              <p:spPr bwMode="auto">
                <a:xfrm rot="15420000">
                  <a:off x="2808" y="3205"/>
                  <a:ext cx="144" cy="206"/>
                </a:xfrm>
                <a:custGeom>
                  <a:avLst/>
                  <a:gdLst>
                    <a:gd name="G0" fmla="+- 0 0 0"/>
                    <a:gd name="G1" fmla="+- 106 0 0"/>
                    <a:gd name="G2" fmla="+- 21600 0 0"/>
                    <a:gd name="T0" fmla="*/ 21600 w 21600"/>
                    <a:gd name="T1" fmla="*/ 0 h 21706"/>
                    <a:gd name="T2" fmla="*/ 0 w 21600"/>
                    <a:gd name="T3" fmla="*/ 21706 h 21706"/>
                    <a:gd name="T4" fmla="*/ 0 w 21600"/>
                    <a:gd name="T5" fmla="*/ 106 h 21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6" fill="none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</a:path>
                    <a:path w="21600" h="21706" stroke="0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  <a:lnTo>
                        <a:pt x="0" y="10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29" name="Arc 69"/>
                <p:cNvSpPr>
                  <a:spLocks/>
                </p:cNvSpPr>
                <p:nvPr/>
              </p:nvSpPr>
              <p:spPr bwMode="auto">
                <a:xfrm>
                  <a:off x="2656" y="3238"/>
                  <a:ext cx="138" cy="108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400 h 21599"/>
                    <a:gd name="T2" fmla="*/ 21443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-1" y="21399"/>
                      </a:moveTo>
                      <a:cubicBezTo>
                        <a:pt x="108" y="9609"/>
                        <a:pt x="9652" y="84"/>
                        <a:pt x="21442" y="-1"/>
                      </a:cubicBezTo>
                    </a:path>
                    <a:path w="21599" h="21599" stroke="0" extrusionOk="0">
                      <a:moveTo>
                        <a:pt x="-1" y="21399"/>
                      </a:moveTo>
                      <a:cubicBezTo>
                        <a:pt x="108" y="9609"/>
                        <a:pt x="9652" y="84"/>
                        <a:pt x="21442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0" name="Arc 70"/>
                <p:cNvSpPr>
                  <a:spLocks/>
                </p:cNvSpPr>
                <p:nvPr/>
              </p:nvSpPr>
              <p:spPr bwMode="auto">
                <a:xfrm rot="10860000">
                  <a:off x="2533" y="3338"/>
                  <a:ext cx="117" cy="98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380 h 21599"/>
                    <a:gd name="T2" fmla="*/ 21415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0" y="21380"/>
                      </a:moveTo>
                      <a:cubicBezTo>
                        <a:pt x="119" y="9608"/>
                        <a:pt x="9643" y="100"/>
                        <a:pt x="21414" y="-1"/>
                      </a:cubicBezTo>
                    </a:path>
                    <a:path w="21599" h="21599" stroke="0" extrusionOk="0">
                      <a:moveTo>
                        <a:pt x="0" y="21380"/>
                      </a:moveTo>
                      <a:cubicBezTo>
                        <a:pt x="119" y="9608"/>
                        <a:pt x="9643" y="100"/>
                        <a:pt x="21414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1" name="Arc 71"/>
                <p:cNvSpPr>
                  <a:spLocks/>
                </p:cNvSpPr>
                <p:nvPr/>
              </p:nvSpPr>
              <p:spPr bwMode="auto">
                <a:xfrm rot="10860000">
                  <a:off x="2381" y="3339"/>
                  <a:ext cx="169" cy="103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2" name="Arc 72"/>
                <p:cNvSpPr>
                  <a:spLocks/>
                </p:cNvSpPr>
                <p:nvPr/>
              </p:nvSpPr>
              <p:spPr bwMode="auto">
                <a:xfrm>
                  <a:off x="2184" y="3245"/>
                  <a:ext cx="170" cy="92"/>
                </a:xfrm>
                <a:custGeom>
                  <a:avLst/>
                  <a:gdLst>
                    <a:gd name="G0" fmla="+- 127 0 0"/>
                    <a:gd name="G1" fmla="+- 21600 0 0"/>
                    <a:gd name="G2" fmla="+- 21600 0 0"/>
                    <a:gd name="T0" fmla="*/ 0 w 21726"/>
                    <a:gd name="T1" fmla="*/ 0 h 21600"/>
                    <a:gd name="T2" fmla="*/ 21726 w 21726"/>
                    <a:gd name="T3" fmla="*/ 21364 h 21600"/>
                    <a:gd name="T4" fmla="*/ 127 w 217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6" h="21600" fill="none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4" y="0"/>
                        <a:pt x="21596" y="9527"/>
                        <a:pt x="21725" y="21364"/>
                      </a:cubicBezTo>
                    </a:path>
                    <a:path w="21726" h="21600" stroke="0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4" y="0"/>
                        <a:pt x="21596" y="9527"/>
                        <a:pt x="21725" y="21364"/>
                      </a:cubicBezTo>
                      <a:lnTo>
                        <a:pt x="127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3" name="Arc 73"/>
                <p:cNvSpPr>
                  <a:spLocks/>
                </p:cNvSpPr>
                <p:nvPr/>
              </p:nvSpPr>
              <p:spPr bwMode="auto">
                <a:xfrm>
                  <a:off x="3532" y="2402"/>
                  <a:ext cx="166" cy="35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539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05" y="0"/>
                        <a:pt x="21566" y="9633"/>
                        <a:pt x="21599" y="21539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05" y="0"/>
                        <a:pt x="21566" y="9633"/>
                        <a:pt x="21599" y="2153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4" name="Line 74"/>
                <p:cNvSpPr>
                  <a:spLocks noChangeShapeType="1"/>
                </p:cNvSpPr>
                <p:nvPr/>
              </p:nvSpPr>
              <p:spPr bwMode="auto">
                <a:xfrm>
                  <a:off x="3698" y="2732"/>
                  <a:ext cx="108" cy="6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5" name="Arc 75"/>
                <p:cNvSpPr>
                  <a:spLocks/>
                </p:cNvSpPr>
                <p:nvPr/>
              </p:nvSpPr>
              <p:spPr bwMode="auto">
                <a:xfrm rot="16140000">
                  <a:off x="3861" y="3342"/>
                  <a:ext cx="131" cy="256"/>
                </a:xfrm>
                <a:custGeom>
                  <a:avLst/>
                  <a:gdLst>
                    <a:gd name="G0" fmla="+- 17451 0 0"/>
                    <a:gd name="G1" fmla="+- 21600 0 0"/>
                    <a:gd name="G2" fmla="+- 21600 0 0"/>
                    <a:gd name="T0" fmla="*/ 0 w 17451"/>
                    <a:gd name="T1" fmla="*/ 8871 h 21600"/>
                    <a:gd name="T2" fmla="*/ 17318 w 17451"/>
                    <a:gd name="T3" fmla="*/ 0 h 21600"/>
                    <a:gd name="T4" fmla="*/ 17451 w 1745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51" h="21600" fill="none" extrusionOk="0">
                      <a:moveTo>
                        <a:pt x="0" y="8871"/>
                      </a:moveTo>
                      <a:cubicBezTo>
                        <a:pt x="4038" y="3334"/>
                        <a:pt x="10465" y="42"/>
                        <a:pt x="17318" y="0"/>
                      </a:cubicBezTo>
                    </a:path>
                    <a:path w="17451" h="21600" stroke="0" extrusionOk="0">
                      <a:moveTo>
                        <a:pt x="0" y="8871"/>
                      </a:moveTo>
                      <a:cubicBezTo>
                        <a:pt x="4038" y="3334"/>
                        <a:pt x="10465" y="42"/>
                        <a:pt x="17318" y="0"/>
                      </a:cubicBezTo>
                      <a:lnTo>
                        <a:pt x="17451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6" name="Arc 76"/>
                <p:cNvSpPr>
                  <a:spLocks/>
                </p:cNvSpPr>
                <p:nvPr/>
              </p:nvSpPr>
              <p:spPr bwMode="auto">
                <a:xfrm>
                  <a:off x="3913" y="3326"/>
                  <a:ext cx="193" cy="199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7" name="Arc 77"/>
                <p:cNvSpPr>
                  <a:spLocks/>
                </p:cNvSpPr>
                <p:nvPr/>
              </p:nvSpPr>
              <p:spPr bwMode="auto">
                <a:xfrm rot="6180000">
                  <a:off x="4149" y="3205"/>
                  <a:ext cx="144" cy="206"/>
                </a:xfrm>
                <a:custGeom>
                  <a:avLst/>
                  <a:gdLst>
                    <a:gd name="G0" fmla="+- 21600 0 0"/>
                    <a:gd name="G1" fmla="+- 106 0 0"/>
                    <a:gd name="G2" fmla="+- 21600 0 0"/>
                    <a:gd name="T0" fmla="*/ 21600 w 21600"/>
                    <a:gd name="T1" fmla="*/ 21706 h 21706"/>
                    <a:gd name="T2" fmla="*/ 0 w 21600"/>
                    <a:gd name="T3" fmla="*/ 0 h 21706"/>
                    <a:gd name="T4" fmla="*/ 21600 w 21600"/>
                    <a:gd name="T5" fmla="*/ 106 h 21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6" fill="none" extrusionOk="0">
                      <a:moveTo>
                        <a:pt x="21600" y="21706"/>
                      </a:moveTo>
                      <a:cubicBezTo>
                        <a:pt x="9670" y="21706"/>
                        <a:pt x="0" y="12035"/>
                        <a:pt x="0" y="106"/>
                      </a:cubicBezTo>
                      <a:cubicBezTo>
                        <a:pt x="-1" y="70"/>
                        <a:pt x="0" y="35"/>
                        <a:pt x="0" y="0"/>
                      </a:cubicBezTo>
                    </a:path>
                    <a:path w="21600" h="21706" stroke="0" extrusionOk="0">
                      <a:moveTo>
                        <a:pt x="21600" y="21706"/>
                      </a:moveTo>
                      <a:cubicBezTo>
                        <a:pt x="9670" y="21706"/>
                        <a:pt x="0" y="12035"/>
                        <a:pt x="0" y="106"/>
                      </a:cubicBezTo>
                      <a:cubicBezTo>
                        <a:pt x="-1" y="70"/>
                        <a:pt x="0" y="35"/>
                        <a:pt x="0" y="0"/>
                      </a:cubicBezTo>
                      <a:lnTo>
                        <a:pt x="21600" y="10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8" name="Arc 78"/>
                <p:cNvSpPr>
                  <a:spLocks/>
                </p:cNvSpPr>
                <p:nvPr/>
              </p:nvSpPr>
              <p:spPr bwMode="auto">
                <a:xfrm>
                  <a:off x="4307" y="3245"/>
                  <a:ext cx="138" cy="10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401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51" y="0"/>
                        <a:pt x="21489" y="9549"/>
                        <a:pt x="21599" y="21400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51" y="0"/>
                        <a:pt x="21489" y="9549"/>
                        <a:pt x="21599" y="214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39" name="Arc 79"/>
                <p:cNvSpPr>
                  <a:spLocks/>
                </p:cNvSpPr>
                <p:nvPr/>
              </p:nvSpPr>
              <p:spPr bwMode="auto">
                <a:xfrm rot="10740000">
                  <a:off x="4451" y="3345"/>
                  <a:ext cx="117" cy="9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0" name="Arc 80"/>
                <p:cNvSpPr>
                  <a:spLocks/>
                </p:cNvSpPr>
                <p:nvPr/>
              </p:nvSpPr>
              <p:spPr bwMode="auto">
                <a:xfrm rot="10740000">
                  <a:off x="4551" y="3347"/>
                  <a:ext cx="168" cy="104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91 h 21600"/>
                    <a:gd name="T2" fmla="*/ 21471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91"/>
                      </a:moveTo>
                      <a:cubicBezTo>
                        <a:pt x="114" y="9593"/>
                        <a:pt x="9673" y="70"/>
                        <a:pt x="21471" y="0"/>
                      </a:cubicBezTo>
                    </a:path>
                    <a:path w="21599" h="21600" stroke="0" extrusionOk="0">
                      <a:moveTo>
                        <a:pt x="0" y="21391"/>
                      </a:moveTo>
                      <a:cubicBezTo>
                        <a:pt x="114" y="9593"/>
                        <a:pt x="9673" y="70"/>
                        <a:pt x="21471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1" name="Arc 81"/>
                <p:cNvSpPr>
                  <a:spLocks/>
                </p:cNvSpPr>
                <p:nvPr/>
              </p:nvSpPr>
              <p:spPr bwMode="auto">
                <a:xfrm>
                  <a:off x="4748" y="3254"/>
                  <a:ext cx="169" cy="92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64 h 21600"/>
                    <a:gd name="T2" fmla="*/ 21472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64"/>
                      </a:moveTo>
                      <a:cubicBezTo>
                        <a:pt x="129" y="9576"/>
                        <a:pt x="9684" y="69"/>
                        <a:pt x="21472" y="0"/>
                      </a:cubicBezTo>
                    </a:path>
                    <a:path w="21599" h="21600" stroke="0" extrusionOk="0">
                      <a:moveTo>
                        <a:pt x="0" y="21364"/>
                      </a:moveTo>
                      <a:cubicBezTo>
                        <a:pt x="129" y="9576"/>
                        <a:pt x="9684" y="69"/>
                        <a:pt x="21472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461" name="Group 101"/>
              <p:cNvGrpSpPr>
                <a:grpSpLocks/>
              </p:cNvGrpSpPr>
              <p:nvPr/>
            </p:nvGrpSpPr>
            <p:grpSpPr bwMode="auto">
              <a:xfrm>
                <a:off x="850" y="2424"/>
                <a:ext cx="2734" cy="1013"/>
                <a:chOff x="850" y="2424"/>
                <a:chExt cx="2734" cy="1013"/>
              </a:xfrm>
            </p:grpSpPr>
            <p:sp>
              <p:nvSpPr>
                <p:cNvPr id="15443" name="Arc 83"/>
                <p:cNvSpPr>
                  <a:spLocks/>
                </p:cNvSpPr>
                <p:nvPr/>
              </p:nvSpPr>
              <p:spPr bwMode="auto">
                <a:xfrm>
                  <a:off x="2070" y="2424"/>
                  <a:ext cx="161" cy="31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31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31"/>
                      </a:moveTo>
                      <a:cubicBezTo>
                        <a:pt x="37" y="9680"/>
                        <a:pt x="9616" y="73"/>
                        <a:pt x="21466" y="0"/>
                      </a:cubicBezTo>
                    </a:path>
                    <a:path w="21600" h="21600" stroke="0" extrusionOk="0">
                      <a:moveTo>
                        <a:pt x="0" y="21531"/>
                      </a:moveTo>
                      <a:cubicBezTo>
                        <a:pt x="37" y="9680"/>
                        <a:pt x="9616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961" y="2714"/>
                  <a:ext cx="108" cy="5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5" name="Arc 85"/>
                <p:cNvSpPr>
                  <a:spLocks/>
                </p:cNvSpPr>
                <p:nvPr/>
              </p:nvSpPr>
              <p:spPr bwMode="auto">
                <a:xfrm rot="5460000">
                  <a:off x="1776" y="3251"/>
                  <a:ext cx="131" cy="226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492"/>
                    <a:gd name="T1" fmla="*/ 0 h 21600"/>
                    <a:gd name="T2" fmla="*/ 17492 w 17492"/>
                    <a:gd name="T3" fmla="*/ 8746 h 21600"/>
                    <a:gd name="T4" fmla="*/ 133 w 1749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92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8" y="0"/>
                        <a:pt x="13418" y="3244"/>
                        <a:pt x="17491" y="8746"/>
                      </a:cubicBezTo>
                    </a:path>
                    <a:path w="17492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8" y="0"/>
                        <a:pt x="13418" y="3244"/>
                        <a:pt x="17491" y="8746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6" name="Arc 86"/>
                <p:cNvSpPr>
                  <a:spLocks/>
                </p:cNvSpPr>
                <p:nvPr/>
              </p:nvSpPr>
              <p:spPr bwMode="auto">
                <a:xfrm>
                  <a:off x="1662" y="3260"/>
                  <a:ext cx="193" cy="175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7" name="Arc 87"/>
                <p:cNvSpPr>
                  <a:spLocks/>
                </p:cNvSpPr>
                <p:nvPr/>
              </p:nvSpPr>
              <p:spPr bwMode="auto">
                <a:xfrm rot="15420000">
                  <a:off x="1475" y="3139"/>
                  <a:ext cx="144" cy="180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8" name="Arc 88"/>
                <p:cNvSpPr>
                  <a:spLocks/>
                </p:cNvSpPr>
                <p:nvPr/>
              </p:nvSpPr>
              <p:spPr bwMode="auto">
                <a:xfrm>
                  <a:off x="1323" y="3167"/>
                  <a:ext cx="138" cy="95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373 h 21599"/>
                    <a:gd name="T2" fmla="*/ 21443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0" y="21373"/>
                      </a:moveTo>
                      <a:cubicBezTo>
                        <a:pt x="123" y="9593"/>
                        <a:pt x="9662" y="84"/>
                        <a:pt x="21442" y="-1"/>
                      </a:cubicBezTo>
                    </a:path>
                    <a:path w="21599" h="21599" stroke="0" extrusionOk="0">
                      <a:moveTo>
                        <a:pt x="0" y="21373"/>
                      </a:moveTo>
                      <a:cubicBezTo>
                        <a:pt x="123" y="9593"/>
                        <a:pt x="9662" y="84"/>
                        <a:pt x="21442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49" name="Arc 89"/>
                <p:cNvSpPr>
                  <a:spLocks/>
                </p:cNvSpPr>
                <p:nvPr/>
              </p:nvSpPr>
              <p:spPr bwMode="auto">
                <a:xfrm rot="10860000">
                  <a:off x="1200" y="3254"/>
                  <a:ext cx="117" cy="87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0" name="Arc 90"/>
                <p:cNvSpPr>
                  <a:spLocks/>
                </p:cNvSpPr>
                <p:nvPr/>
              </p:nvSpPr>
              <p:spPr bwMode="auto">
                <a:xfrm rot="10860000">
                  <a:off x="1048" y="3256"/>
                  <a:ext cx="169" cy="91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1" name="Arc 91"/>
                <p:cNvSpPr>
                  <a:spLocks/>
                </p:cNvSpPr>
                <p:nvPr/>
              </p:nvSpPr>
              <p:spPr bwMode="auto">
                <a:xfrm>
                  <a:off x="850" y="3174"/>
                  <a:ext cx="170" cy="80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2" name="Arc 92"/>
                <p:cNvSpPr>
                  <a:spLocks/>
                </p:cNvSpPr>
                <p:nvPr/>
              </p:nvSpPr>
              <p:spPr bwMode="auto">
                <a:xfrm>
                  <a:off x="2199" y="2431"/>
                  <a:ext cx="166" cy="31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3" name="Line 93"/>
                <p:cNvSpPr>
                  <a:spLocks noChangeShapeType="1"/>
                </p:cNvSpPr>
                <p:nvPr/>
              </p:nvSpPr>
              <p:spPr bwMode="auto">
                <a:xfrm>
                  <a:off x="2365" y="2720"/>
                  <a:ext cx="108" cy="59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4" name="Arc 94"/>
                <p:cNvSpPr>
                  <a:spLocks/>
                </p:cNvSpPr>
                <p:nvPr/>
              </p:nvSpPr>
              <p:spPr bwMode="auto">
                <a:xfrm rot="16140000">
                  <a:off x="2528" y="3259"/>
                  <a:ext cx="131" cy="226"/>
                </a:xfrm>
                <a:custGeom>
                  <a:avLst/>
                  <a:gdLst>
                    <a:gd name="G0" fmla="+- 17406 0 0"/>
                    <a:gd name="G1" fmla="+- 21600 0 0"/>
                    <a:gd name="G2" fmla="+- 21600 0 0"/>
                    <a:gd name="T0" fmla="*/ 0 w 17406"/>
                    <a:gd name="T1" fmla="*/ 8809 h 21600"/>
                    <a:gd name="T2" fmla="*/ 17273 w 17406"/>
                    <a:gd name="T3" fmla="*/ 0 h 21600"/>
                    <a:gd name="T4" fmla="*/ 17406 w 1740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06" h="21600" fill="none" extrusionOk="0">
                      <a:moveTo>
                        <a:pt x="0" y="8809"/>
                      </a:moveTo>
                      <a:cubicBezTo>
                        <a:pt x="4042" y="3308"/>
                        <a:pt x="10446" y="42"/>
                        <a:pt x="17273" y="0"/>
                      </a:cubicBezTo>
                    </a:path>
                    <a:path w="17406" h="21600" stroke="0" extrusionOk="0">
                      <a:moveTo>
                        <a:pt x="0" y="8809"/>
                      </a:moveTo>
                      <a:cubicBezTo>
                        <a:pt x="4042" y="3308"/>
                        <a:pt x="10446" y="42"/>
                        <a:pt x="17273" y="0"/>
                      </a:cubicBezTo>
                      <a:lnTo>
                        <a:pt x="17406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5" name="Arc 95"/>
                <p:cNvSpPr>
                  <a:spLocks/>
                </p:cNvSpPr>
                <p:nvPr/>
              </p:nvSpPr>
              <p:spPr bwMode="auto">
                <a:xfrm>
                  <a:off x="2580" y="3244"/>
                  <a:ext cx="193" cy="176"/>
                </a:xfrm>
                <a:custGeom>
                  <a:avLst/>
                  <a:gdLst>
                    <a:gd name="G0" fmla="+- 0 0 0"/>
                    <a:gd name="G1" fmla="+- 124 0 0"/>
                    <a:gd name="G2" fmla="+- 21600 0 0"/>
                    <a:gd name="T0" fmla="*/ 21600 w 21600"/>
                    <a:gd name="T1" fmla="*/ 0 h 21724"/>
                    <a:gd name="T2" fmla="*/ 0 w 21600"/>
                    <a:gd name="T3" fmla="*/ 21724 h 21724"/>
                    <a:gd name="T4" fmla="*/ 0 w 21600"/>
                    <a:gd name="T5" fmla="*/ 124 h 217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24" fill="none" extrusionOk="0">
                      <a:moveTo>
                        <a:pt x="21599" y="0"/>
                      </a:moveTo>
                      <a:cubicBezTo>
                        <a:pt x="21599" y="41"/>
                        <a:pt x="21600" y="82"/>
                        <a:pt x="21600" y="124"/>
                      </a:cubicBezTo>
                      <a:cubicBezTo>
                        <a:pt x="21600" y="12053"/>
                        <a:pt x="11929" y="21723"/>
                        <a:pt x="0" y="21724"/>
                      </a:cubicBezTo>
                    </a:path>
                    <a:path w="21600" h="21724" stroke="0" extrusionOk="0">
                      <a:moveTo>
                        <a:pt x="21599" y="0"/>
                      </a:moveTo>
                      <a:cubicBezTo>
                        <a:pt x="21599" y="41"/>
                        <a:pt x="21600" y="82"/>
                        <a:pt x="21600" y="124"/>
                      </a:cubicBezTo>
                      <a:cubicBezTo>
                        <a:pt x="21600" y="12053"/>
                        <a:pt x="11929" y="21723"/>
                        <a:pt x="0" y="21724"/>
                      </a:cubicBezTo>
                      <a:lnTo>
                        <a:pt x="0" y="124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6" name="Arc 96"/>
                <p:cNvSpPr>
                  <a:spLocks/>
                </p:cNvSpPr>
                <p:nvPr/>
              </p:nvSpPr>
              <p:spPr bwMode="auto">
                <a:xfrm rot="6180000">
                  <a:off x="2816" y="3139"/>
                  <a:ext cx="144" cy="180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7" name="Arc 97"/>
                <p:cNvSpPr>
                  <a:spLocks/>
                </p:cNvSpPr>
                <p:nvPr/>
              </p:nvSpPr>
              <p:spPr bwMode="auto">
                <a:xfrm>
                  <a:off x="2974" y="3174"/>
                  <a:ext cx="138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74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1" y="0"/>
                        <a:pt x="21474" y="9533"/>
                        <a:pt x="21598" y="21374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1" y="0"/>
                        <a:pt x="21474" y="9533"/>
                        <a:pt x="21598" y="213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8" name="Arc 98"/>
                <p:cNvSpPr>
                  <a:spLocks/>
                </p:cNvSpPr>
                <p:nvPr/>
              </p:nvSpPr>
              <p:spPr bwMode="auto">
                <a:xfrm rot="10740000">
                  <a:off x="3118" y="3261"/>
                  <a:ext cx="117" cy="8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53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33" y="0"/>
                        <a:pt x="21463" y="9520"/>
                        <a:pt x="21598" y="21353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33" y="0"/>
                        <a:pt x="21463" y="9520"/>
                        <a:pt x="21598" y="2135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59" name="Arc 99"/>
                <p:cNvSpPr>
                  <a:spLocks/>
                </p:cNvSpPr>
                <p:nvPr/>
              </p:nvSpPr>
              <p:spPr bwMode="auto">
                <a:xfrm rot="10740000">
                  <a:off x="3218" y="3263"/>
                  <a:ext cx="168" cy="9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0" name="Arc 100"/>
                <p:cNvSpPr>
                  <a:spLocks/>
                </p:cNvSpPr>
                <p:nvPr/>
              </p:nvSpPr>
              <p:spPr bwMode="auto">
                <a:xfrm>
                  <a:off x="3415" y="3182"/>
                  <a:ext cx="169" cy="81"/>
                </a:xfrm>
                <a:custGeom>
                  <a:avLst/>
                  <a:gdLst>
                    <a:gd name="G0" fmla="+- 21598 0 0"/>
                    <a:gd name="G1" fmla="+- 21600 0 0"/>
                    <a:gd name="G2" fmla="+- 21600 0 0"/>
                    <a:gd name="T0" fmla="*/ 0 w 21598"/>
                    <a:gd name="T1" fmla="*/ 21332 h 21600"/>
                    <a:gd name="T2" fmla="*/ 21471 w 21598"/>
                    <a:gd name="T3" fmla="*/ 0 h 21600"/>
                    <a:gd name="T4" fmla="*/ 21598 w 2159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8" h="21600" fill="none" extrusionOk="0">
                      <a:moveTo>
                        <a:pt x="-1" y="21331"/>
                      </a:moveTo>
                      <a:cubicBezTo>
                        <a:pt x="145" y="9557"/>
                        <a:pt x="9695" y="69"/>
                        <a:pt x="21471" y="0"/>
                      </a:cubicBezTo>
                    </a:path>
                    <a:path w="21598" h="21600" stroke="0" extrusionOk="0">
                      <a:moveTo>
                        <a:pt x="-1" y="21331"/>
                      </a:moveTo>
                      <a:cubicBezTo>
                        <a:pt x="145" y="9557"/>
                        <a:pt x="9695" y="69"/>
                        <a:pt x="21471" y="0"/>
                      </a:cubicBezTo>
                      <a:lnTo>
                        <a:pt x="2159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480" name="Group 120"/>
              <p:cNvGrpSpPr>
                <a:grpSpLocks/>
              </p:cNvGrpSpPr>
              <p:nvPr/>
            </p:nvGrpSpPr>
            <p:grpSpPr bwMode="auto">
              <a:xfrm>
                <a:off x="985" y="2574"/>
                <a:ext cx="2734" cy="887"/>
                <a:chOff x="985" y="2574"/>
                <a:chExt cx="2734" cy="887"/>
              </a:xfrm>
            </p:grpSpPr>
            <p:sp>
              <p:nvSpPr>
                <p:cNvPr id="15462" name="Arc 102"/>
                <p:cNvSpPr>
                  <a:spLocks/>
                </p:cNvSpPr>
                <p:nvPr/>
              </p:nvSpPr>
              <p:spPr bwMode="auto">
                <a:xfrm>
                  <a:off x="2205" y="2574"/>
                  <a:ext cx="161" cy="27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2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20"/>
                      </a:moveTo>
                      <a:cubicBezTo>
                        <a:pt x="44" y="9674"/>
                        <a:pt x="9620" y="73"/>
                        <a:pt x="21466" y="0"/>
                      </a:cubicBezTo>
                    </a:path>
                    <a:path w="21600" h="21600" stroke="0" extrusionOk="0">
                      <a:moveTo>
                        <a:pt x="0" y="21520"/>
                      </a:moveTo>
                      <a:cubicBezTo>
                        <a:pt x="44" y="9674"/>
                        <a:pt x="9620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3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2096" y="2825"/>
                  <a:ext cx="108" cy="51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4" name="Arc 104"/>
                <p:cNvSpPr>
                  <a:spLocks/>
                </p:cNvSpPr>
                <p:nvPr/>
              </p:nvSpPr>
              <p:spPr bwMode="auto">
                <a:xfrm rot="5460000">
                  <a:off x="1910" y="3292"/>
                  <a:ext cx="132" cy="195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38"/>
                    <a:gd name="T1" fmla="*/ 0 h 21600"/>
                    <a:gd name="T2" fmla="*/ 17538 w 17538"/>
                    <a:gd name="T3" fmla="*/ 8809 h 21600"/>
                    <a:gd name="T4" fmla="*/ 133 w 1753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38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7005" y="0"/>
                        <a:pt x="13468" y="3270"/>
                        <a:pt x="17538" y="8808"/>
                      </a:cubicBezTo>
                    </a:path>
                    <a:path w="17538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7005" y="0"/>
                        <a:pt x="13468" y="3270"/>
                        <a:pt x="17538" y="8808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5" name="Arc 105"/>
                <p:cNvSpPr>
                  <a:spLocks/>
                </p:cNvSpPr>
                <p:nvPr/>
              </p:nvSpPr>
              <p:spPr bwMode="auto">
                <a:xfrm>
                  <a:off x="1797" y="3299"/>
                  <a:ext cx="193" cy="152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6" name="Arc 106"/>
                <p:cNvSpPr>
                  <a:spLocks/>
                </p:cNvSpPr>
                <p:nvPr/>
              </p:nvSpPr>
              <p:spPr bwMode="auto">
                <a:xfrm rot="15420000">
                  <a:off x="1610" y="3194"/>
                  <a:ext cx="144" cy="157"/>
                </a:xfrm>
                <a:custGeom>
                  <a:avLst/>
                  <a:gdLst>
                    <a:gd name="G0" fmla="+- 0 0 0"/>
                    <a:gd name="G1" fmla="+- 138 0 0"/>
                    <a:gd name="G2" fmla="+- 21600 0 0"/>
                    <a:gd name="T0" fmla="*/ 21600 w 21600"/>
                    <a:gd name="T1" fmla="*/ 0 h 21738"/>
                    <a:gd name="T2" fmla="*/ 0 w 21600"/>
                    <a:gd name="T3" fmla="*/ 21738 h 21738"/>
                    <a:gd name="T4" fmla="*/ 0 w 21600"/>
                    <a:gd name="T5" fmla="*/ 138 h 217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38" fill="none" extrusionOk="0">
                      <a:moveTo>
                        <a:pt x="21599" y="0"/>
                      </a:moveTo>
                      <a:cubicBezTo>
                        <a:pt x="21599" y="46"/>
                        <a:pt x="21600" y="92"/>
                        <a:pt x="21600" y="138"/>
                      </a:cubicBezTo>
                      <a:cubicBezTo>
                        <a:pt x="21600" y="12067"/>
                        <a:pt x="11929" y="21737"/>
                        <a:pt x="0" y="21738"/>
                      </a:cubicBezTo>
                    </a:path>
                    <a:path w="21600" h="21738" stroke="0" extrusionOk="0">
                      <a:moveTo>
                        <a:pt x="21599" y="0"/>
                      </a:moveTo>
                      <a:cubicBezTo>
                        <a:pt x="21599" y="46"/>
                        <a:pt x="21600" y="92"/>
                        <a:pt x="21600" y="138"/>
                      </a:cubicBezTo>
                      <a:cubicBezTo>
                        <a:pt x="21600" y="12067"/>
                        <a:pt x="11929" y="21737"/>
                        <a:pt x="0" y="21738"/>
                      </a:cubicBezTo>
                      <a:lnTo>
                        <a:pt x="0" y="13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7" name="Arc 107"/>
                <p:cNvSpPr>
                  <a:spLocks/>
                </p:cNvSpPr>
                <p:nvPr/>
              </p:nvSpPr>
              <p:spPr bwMode="auto">
                <a:xfrm>
                  <a:off x="1458" y="3218"/>
                  <a:ext cx="138" cy="83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8" name="Arc 108"/>
                <p:cNvSpPr>
                  <a:spLocks/>
                </p:cNvSpPr>
                <p:nvPr/>
              </p:nvSpPr>
              <p:spPr bwMode="auto">
                <a:xfrm rot="10860000">
                  <a:off x="1335" y="3294"/>
                  <a:ext cx="117" cy="76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9" name="Arc 109"/>
                <p:cNvSpPr>
                  <a:spLocks/>
                </p:cNvSpPr>
                <p:nvPr/>
              </p:nvSpPr>
              <p:spPr bwMode="auto">
                <a:xfrm rot="10860000">
                  <a:off x="1183" y="3296"/>
                  <a:ext cx="169" cy="79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0" name="Arc 110"/>
                <p:cNvSpPr>
                  <a:spLocks/>
                </p:cNvSpPr>
                <p:nvPr/>
              </p:nvSpPr>
              <p:spPr bwMode="auto">
                <a:xfrm>
                  <a:off x="985" y="3224"/>
                  <a:ext cx="170" cy="70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1" name="Arc 111"/>
                <p:cNvSpPr>
                  <a:spLocks/>
                </p:cNvSpPr>
                <p:nvPr/>
              </p:nvSpPr>
              <p:spPr bwMode="auto">
                <a:xfrm>
                  <a:off x="2334" y="2580"/>
                  <a:ext cx="166" cy="27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2" name="Line 112"/>
                <p:cNvSpPr>
                  <a:spLocks noChangeShapeType="1"/>
                </p:cNvSpPr>
                <p:nvPr/>
              </p:nvSpPr>
              <p:spPr bwMode="auto">
                <a:xfrm>
                  <a:off x="2500" y="2831"/>
                  <a:ext cx="108" cy="51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3" name="Arc 113"/>
                <p:cNvSpPr>
                  <a:spLocks/>
                </p:cNvSpPr>
                <p:nvPr/>
              </p:nvSpPr>
              <p:spPr bwMode="auto">
                <a:xfrm rot="16140000">
                  <a:off x="2663" y="3298"/>
                  <a:ext cx="131" cy="196"/>
                </a:xfrm>
                <a:custGeom>
                  <a:avLst/>
                  <a:gdLst>
                    <a:gd name="G0" fmla="+- 17415 0 0"/>
                    <a:gd name="G1" fmla="+- 21600 0 0"/>
                    <a:gd name="G2" fmla="+- 21600 0 0"/>
                    <a:gd name="T0" fmla="*/ 0 w 17415"/>
                    <a:gd name="T1" fmla="*/ 8822 h 21600"/>
                    <a:gd name="T2" fmla="*/ 17282 w 17415"/>
                    <a:gd name="T3" fmla="*/ 0 h 21600"/>
                    <a:gd name="T4" fmla="*/ 17415 w 1741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15" h="21600" fill="none" extrusionOk="0">
                      <a:moveTo>
                        <a:pt x="-1" y="8821"/>
                      </a:moveTo>
                      <a:cubicBezTo>
                        <a:pt x="4041" y="3313"/>
                        <a:pt x="10450" y="42"/>
                        <a:pt x="17282" y="0"/>
                      </a:cubicBezTo>
                    </a:path>
                    <a:path w="17415" h="21600" stroke="0" extrusionOk="0">
                      <a:moveTo>
                        <a:pt x="-1" y="8821"/>
                      </a:moveTo>
                      <a:cubicBezTo>
                        <a:pt x="4041" y="3313"/>
                        <a:pt x="10450" y="42"/>
                        <a:pt x="17282" y="0"/>
                      </a:cubicBezTo>
                      <a:lnTo>
                        <a:pt x="17415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4" name="Arc 114"/>
                <p:cNvSpPr>
                  <a:spLocks/>
                </p:cNvSpPr>
                <p:nvPr/>
              </p:nvSpPr>
              <p:spPr bwMode="auto">
                <a:xfrm>
                  <a:off x="2715" y="3285"/>
                  <a:ext cx="193" cy="153"/>
                </a:xfrm>
                <a:custGeom>
                  <a:avLst/>
                  <a:gdLst>
                    <a:gd name="G0" fmla="+- 0 0 0"/>
                    <a:gd name="G1" fmla="+- 143 0 0"/>
                    <a:gd name="G2" fmla="+- 21600 0 0"/>
                    <a:gd name="T0" fmla="*/ 21600 w 21600"/>
                    <a:gd name="T1" fmla="*/ 0 h 21743"/>
                    <a:gd name="T2" fmla="*/ 0 w 21600"/>
                    <a:gd name="T3" fmla="*/ 21743 h 21743"/>
                    <a:gd name="T4" fmla="*/ 0 w 21600"/>
                    <a:gd name="T5" fmla="*/ 143 h 217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43" fill="none" extrusionOk="0">
                      <a:moveTo>
                        <a:pt x="21599" y="0"/>
                      </a:moveTo>
                      <a:cubicBezTo>
                        <a:pt x="21599" y="47"/>
                        <a:pt x="21600" y="95"/>
                        <a:pt x="21600" y="143"/>
                      </a:cubicBezTo>
                      <a:cubicBezTo>
                        <a:pt x="21600" y="12072"/>
                        <a:pt x="11929" y="21742"/>
                        <a:pt x="0" y="21743"/>
                      </a:cubicBezTo>
                    </a:path>
                    <a:path w="21600" h="21743" stroke="0" extrusionOk="0">
                      <a:moveTo>
                        <a:pt x="21599" y="0"/>
                      </a:moveTo>
                      <a:cubicBezTo>
                        <a:pt x="21599" y="47"/>
                        <a:pt x="21600" y="95"/>
                        <a:pt x="21600" y="143"/>
                      </a:cubicBezTo>
                      <a:cubicBezTo>
                        <a:pt x="21600" y="12072"/>
                        <a:pt x="11929" y="21742"/>
                        <a:pt x="0" y="21743"/>
                      </a:cubicBezTo>
                      <a:lnTo>
                        <a:pt x="0" y="14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5" name="Arc 115"/>
                <p:cNvSpPr>
                  <a:spLocks/>
                </p:cNvSpPr>
                <p:nvPr/>
              </p:nvSpPr>
              <p:spPr bwMode="auto">
                <a:xfrm rot="6180000">
                  <a:off x="2951" y="3194"/>
                  <a:ext cx="144" cy="157"/>
                </a:xfrm>
                <a:custGeom>
                  <a:avLst/>
                  <a:gdLst>
                    <a:gd name="G0" fmla="+- 21600 0 0"/>
                    <a:gd name="G1" fmla="+- 138 0 0"/>
                    <a:gd name="G2" fmla="+- 21600 0 0"/>
                    <a:gd name="T0" fmla="*/ 21600 w 21600"/>
                    <a:gd name="T1" fmla="*/ 21738 h 21738"/>
                    <a:gd name="T2" fmla="*/ 0 w 21600"/>
                    <a:gd name="T3" fmla="*/ 0 h 21738"/>
                    <a:gd name="T4" fmla="*/ 21600 w 21600"/>
                    <a:gd name="T5" fmla="*/ 138 h 217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38" fill="none" extrusionOk="0">
                      <a:moveTo>
                        <a:pt x="21600" y="21738"/>
                      </a:moveTo>
                      <a:cubicBezTo>
                        <a:pt x="9670" y="21738"/>
                        <a:pt x="0" y="12067"/>
                        <a:pt x="0" y="138"/>
                      </a:cubicBezTo>
                      <a:cubicBezTo>
                        <a:pt x="-1" y="92"/>
                        <a:pt x="0" y="46"/>
                        <a:pt x="0" y="0"/>
                      </a:cubicBezTo>
                    </a:path>
                    <a:path w="21600" h="21738" stroke="0" extrusionOk="0">
                      <a:moveTo>
                        <a:pt x="21600" y="21738"/>
                      </a:moveTo>
                      <a:cubicBezTo>
                        <a:pt x="9670" y="21738"/>
                        <a:pt x="0" y="12067"/>
                        <a:pt x="0" y="138"/>
                      </a:cubicBezTo>
                      <a:cubicBezTo>
                        <a:pt x="-1" y="92"/>
                        <a:pt x="0" y="46"/>
                        <a:pt x="0" y="0"/>
                      </a:cubicBezTo>
                      <a:lnTo>
                        <a:pt x="21600" y="13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6" name="Arc 116"/>
                <p:cNvSpPr>
                  <a:spLocks/>
                </p:cNvSpPr>
                <p:nvPr/>
              </p:nvSpPr>
              <p:spPr bwMode="auto">
                <a:xfrm>
                  <a:off x="3109" y="3224"/>
                  <a:ext cx="138" cy="8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7" name="Arc 117"/>
                <p:cNvSpPr>
                  <a:spLocks/>
                </p:cNvSpPr>
                <p:nvPr/>
              </p:nvSpPr>
              <p:spPr bwMode="auto">
                <a:xfrm rot="10740000">
                  <a:off x="3253" y="3301"/>
                  <a:ext cx="117" cy="7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8"/>
                    <a:gd name="T1" fmla="*/ 0 h 21600"/>
                    <a:gd name="T2" fmla="*/ 21598 w 21598"/>
                    <a:gd name="T3" fmla="*/ 21314 h 21600"/>
                    <a:gd name="T4" fmla="*/ 0 w 2159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8" h="21600" fill="none" extrusionOk="0">
                      <a:moveTo>
                        <a:pt x="-1" y="0"/>
                      </a:moveTo>
                      <a:cubicBezTo>
                        <a:pt x="11817" y="0"/>
                        <a:pt x="21441" y="9497"/>
                        <a:pt x="21598" y="21313"/>
                      </a:cubicBezTo>
                    </a:path>
                    <a:path w="21598" h="21600" stroke="0" extrusionOk="0">
                      <a:moveTo>
                        <a:pt x="-1" y="0"/>
                      </a:moveTo>
                      <a:cubicBezTo>
                        <a:pt x="11817" y="0"/>
                        <a:pt x="21441" y="9497"/>
                        <a:pt x="21598" y="2131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8" name="Arc 118"/>
                <p:cNvSpPr>
                  <a:spLocks/>
                </p:cNvSpPr>
                <p:nvPr/>
              </p:nvSpPr>
              <p:spPr bwMode="auto">
                <a:xfrm rot="10740000">
                  <a:off x="3353" y="3302"/>
                  <a:ext cx="168" cy="79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79" name="Arc 119"/>
                <p:cNvSpPr>
                  <a:spLocks/>
                </p:cNvSpPr>
                <p:nvPr/>
              </p:nvSpPr>
              <p:spPr bwMode="auto">
                <a:xfrm>
                  <a:off x="3550" y="3231"/>
                  <a:ext cx="169" cy="7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499" name="Group 139"/>
              <p:cNvGrpSpPr>
                <a:grpSpLocks/>
              </p:cNvGrpSpPr>
              <p:nvPr/>
            </p:nvGrpSpPr>
            <p:grpSpPr bwMode="auto">
              <a:xfrm>
                <a:off x="1179" y="2581"/>
                <a:ext cx="2734" cy="920"/>
                <a:chOff x="1179" y="2581"/>
                <a:chExt cx="2734" cy="920"/>
              </a:xfrm>
            </p:grpSpPr>
            <p:sp>
              <p:nvSpPr>
                <p:cNvPr id="15481" name="Arc 121"/>
                <p:cNvSpPr>
                  <a:spLocks/>
                </p:cNvSpPr>
                <p:nvPr/>
              </p:nvSpPr>
              <p:spPr bwMode="auto">
                <a:xfrm>
                  <a:off x="2399" y="2581"/>
                  <a:ext cx="161" cy="282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2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2290" y="2843"/>
                  <a:ext cx="108" cy="5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3" name="Arc 123"/>
                <p:cNvSpPr>
                  <a:spLocks/>
                </p:cNvSpPr>
                <p:nvPr/>
              </p:nvSpPr>
              <p:spPr bwMode="auto">
                <a:xfrm rot="5460000">
                  <a:off x="2105" y="3328"/>
                  <a:ext cx="131" cy="203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24"/>
                    <a:gd name="T1" fmla="*/ 0 h 21600"/>
                    <a:gd name="T2" fmla="*/ 17524 w 17524"/>
                    <a:gd name="T3" fmla="*/ 8789 h 21600"/>
                    <a:gd name="T4" fmla="*/ 133 w 17524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24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7" y="0"/>
                        <a:pt x="13452" y="3262"/>
                        <a:pt x="17523" y="8789"/>
                      </a:cubicBezTo>
                    </a:path>
                    <a:path w="17524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7" y="0"/>
                        <a:pt x="13452" y="3262"/>
                        <a:pt x="17523" y="8789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4" name="Arc 124"/>
                <p:cNvSpPr>
                  <a:spLocks/>
                </p:cNvSpPr>
                <p:nvPr/>
              </p:nvSpPr>
              <p:spPr bwMode="auto">
                <a:xfrm>
                  <a:off x="1991" y="3336"/>
                  <a:ext cx="193" cy="159"/>
                </a:xfrm>
                <a:custGeom>
                  <a:avLst/>
                  <a:gdLst>
                    <a:gd name="G0" fmla="+- 21600 0 0"/>
                    <a:gd name="G1" fmla="+- 136 0 0"/>
                    <a:gd name="G2" fmla="+- 21600 0 0"/>
                    <a:gd name="T0" fmla="*/ 21600 w 21600"/>
                    <a:gd name="T1" fmla="*/ 21736 h 21736"/>
                    <a:gd name="T2" fmla="*/ 0 w 21600"/>
                    <a:gd name="T3" fmla="*/ 0 h 21736"/>
                    <a:gd name="T4" fmla="*/ 21600 w 21600"/>
                    <a:gd name="T5" fmla="*/ 136 h 217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36" fill="none" extrusionOk="0">
                      <a:moveTo>
                        <a:pt x="21600" y="21736"/>
                      </a:moveTo>
                      <a:cubicBezTo>
                        <a:pt x="9670" y="21736"/>
                        <a:pt x="0" y="12065"/>
                        <a:pt x="0" y="136"/>
                      </a:cubicBezTo>
                      <a:cubicBezTo>
                        <a:pt x="-1" y="90"/>
                        <a:pt x="0" y="45"/>
                        <a:pt x="0" y="0"/>
                      </a:cubicBezTo>
                    </a:path>
                    <a:path w="21600" h="21736" stroke="0" extrusionOk="0">
                      <a:moveTo>
                        <a:pt x="21600" y="21736"/>
                      </a:moveTo>
                      <a:cubicBezTo>
                        <a:pt x="9670" y="21736"/>
                        <a:pt x="0" y="12065"/>
                        <a:pt x="0" y="136"/>
                      </a:cubicBezTo>
                      <a:cubicBezTo>
                        <a:pt x="-1" y="90"/>
                        <a:pt x="0" y="45"/>
                        <a:pt x="0" y="0"/>
                      </a:cubicBezTo>
                      <a:lnTo>
                        <a:pt x="21600" y="13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5" name="Arc 125"/>
                <p:cNvSpPr>
                  <a:spLocks/>
                </p:cNvSpPr>
                <p:nvPr/>
              </p:nvSpPr>
              <p:spPr bwMode="auto">
                <a:xfrm rot="15420000">
                  <a:off x="1804" y="3226"/>
                  <a:ext cx="144" cy="162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6" name="Arc 126"/>
                <p:cNvSpPr>
                  <a:spLocks/>
                </p:cNvSpPr>
                <p:nvPr/>
              </p:nvSpPr>
              <p:spPr bwMode="auto">
                <a:xfrm>
                  <a:off x="1652" y="3251"/>
                  <a:ext cx="138" cy="86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7" name="Arc 127"/>
                <p:cNvSpPr>
                  <a:spLocks/>
                </p:cNvSpPr>
                <p:nvPr/>
              </p:nvSpPr>
              <p:spPr bwMode="auto">
                <a:xfrm rot="10860000">
                  <a:off x="1529" y="3331"/>
                  <a:ext cx="117" cy="78"/>
                </a:xfrm>
                <a:custGeom>
                  <a:avLst/>
                  <a:gdLst>
                    <a:gd name="G0" fmla="+- 21598 0 0"/>
                    <a:gd name="G1" fmla="+- 21599 0 0"/>
                    <a:gd name="G2" fmla="+- 21600 0 0"/>
                    <a:gd name="T0" fmla="*/ 0 w 21598"/>
                    <a:gd name="T1" fmla="*/ 21324 h 21599"/>
                    <a:gd name="T2" fmla="*/ 21415 w 21598"/>
                    <a:gd name="T3" fmla="*/ 0 h 21599"/>
                    <a:gd name="T4" fmla="*/ 21598 w 21598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8" h="21599" fill="none" extrusionOk="0">
                      <a:moveTo>
                        <a:pt x="-1" y="21323"/>
                      </a:moveTo>
                      <a:cubicBezTo>
                        <a:pt x="149" y="9574"/>
                        <a:pt x="9664" y="99"/>
                        <a:pt x="21414" y="-1"/>
                      </a:cubicBezTo>
                    </a:path>
                    <a:path w="21598" h="21599" stroke="0" extrusionOk="0">
                      <a:moveTo>
                        <a:pt x="-1" y="21323"/>
                      </a:moveTo>
                      <a:cubicBezTo>
                        <a:pt x="149" y="9574"/>
                        <a:pt x="9664" y="99"/>
                        <a:pt x="21414" y="-1"/>
                      </a:cubicBezTo>
                      <a:lnTo>
                        <a:pt x="21598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8" name="Arc 128"/>
                <p:cNvSpPr>
                  <a:spLocks/>
                </p:cNvSpPr>
                <p:nvPr/>
              </p:nvSpPr>
              <p:spPr bwMode="auto">
                <a:xfrm rot="10860000">
                  <a:off x="1378" y="3332"/>
                  <a:ext cx="169" cy="83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6"/>
                    <a:gd name="T1" fmla="*/ 0 h 21600"/>
                    <a:gd name="T2" fmla="*/ 21726 w 21726"/>
                    <a:gd name="T3" fmla="*/ 21338 h 21600"/>
                    <a:gd name="T4" fmla="*/ 128 w 217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6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55" y="0"/>
                        <a:pt x="21582" y="9511"/>
                        <a:pt x="21726" y="21337"/>
                      </a:cubicBezTo>
                    </a:path>
                    <a:path w="21726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55" y="0"/>
                        <a:pt x="21582" y="9511"/>
                        <a:pt x="21726" y="21337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89" name="Arc 129"/>
                <p:cNvSpPr>
                  <a:spLocks/>
                </p:cNvSpPr>
                <p:nvPr/>
              </p:nvSpPr>
              <p:spPr bwMode="auto">
                <a:xfrm>
                  <a:off x="1179" y="3258"/>
                  <a:ext cx="170" cy="73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0" name="Arc 130"/>
                <p:cNvSpPr>
                  <a:spLocks/>
                </p:cNvSpPr>
                <p:nvPr/>
              </p:nvSpPr>
              <p:spPr bwMode="auto">
                <a:xfrm>
                  <a:off x="2528" y="2587"/>
                  <a:ext cx="166" cy="28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1" name="Line 131"/>
                <p:cNvSpPr>
                  <a:spLocks noChangeShapeType="1"/>
                </p:cNvSpPr>
                <p:nvPr/>
              </p:nvSpPr>
              <p:spPr bwMode="auto">
                <a:xfrm>
                  <a:off x="2694" y="2849"/>
                  <a:ext cx="108" cy="5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2" name="Arc 132"/>
                <p:cNvSpPr>
                  <a:spLocks/>
                </p:cNvSpPr>
                <p:nvPr/>
              </p:nvSpPr>
              <p:spPr bwMode="auto">
                <a:xfrm rot="16140000">
                  <a:off x="2857" y="3334"/>
                  <a:ext cx="131" cy="204"/>
                </a:xfrm>
                <a:custGeom>
                  <a:avLst/>
                  <a:gdLst>
                    <a:gd name="G0" fmla="+- 17417 0 0"/>
                    <a:gd name="G1" fmla="+- 21600 0 0"/>
                    <a:gd name="G2" fmla="+- 21600 0 0"/>
                    <a:gd name="T0" fmla="*/ 0 w 17417"/>
                    <a:gd name="T1" fmla="*/ 8825 h 21600"/>
                    <a:gd name="T2" fmla="*/ 17284 w 17417"/>
                    <a:gd name="T3" fmla="*/ 0 h 21600"/>
                    <a:gd name="T4" fmla="*/ 17417 w 1741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17" h="21600" fill="none" extrusionOk="0">
                      <a:moveTo>
                        <a:pt x="-1" y="8824"/>
                      </a:moveTo>
                      <a:cubicBezTo>
                        <a:pt x="4041" y="3315"/>
                        <a:pt x="10451" y="42"/>
                        <a:pt x="17284" y="0"/>
                      </a:cubicBezTo>
                    </a:path>
                    <a:path w="17417" h="21600" stroke="0" extrusionOk="0">
                      <a:moveTo>
                        <a:pt x="-1" y="8824"/>
                      </a:moveTo>
                      <a:cubicBezTo>
                        <a:pt x="4041" y="3315"/>
                        <a:pt x="10451" y="42"/>
                        <a:pt x="17284" y="0"/>
                      </a:cubicBezTo>
                      <a:lnTo>
                        <a:pt x="17417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3" name="Arc 133"/>
                <p:cNvSpPr>
                  <a:spLocks/>
                </p:cNvSpPr>
                <p:nvPr/>
              </p:nvSpPr>
              <p:spPr bwMode="auto">
                <a:xfrm>
                  <a:off x="2909" y="3322"/>
                  <a:ext cx="193" cy="158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4" name="Arc 134"/>
                <p:cNvSpPr>
                  <a:spLocks/>
                </p:cNvSpPr>
                <p:nvPr/>
              </p:nvSpPr>
              <p:spPr bwMode="auto">
                <a:xfrm rot="6180000">
                  <a:off x="3145" y="3226"/>
                  <a:ext cx="144" cy="162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5" name="Arc 135"/>
                <p:cNvSpPr>
                  <a:spLocks/>
                </p:cNvSpPr>
                <p:nvPr/>
              </p:nvSpPr>
              <p:spPr bwMode="auto">
                <a:xfrm>
                  <a:off x="3303" y="3258"/>
                  <a:ext cx="138" cy="8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50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31" y="0"/>
                        <a:pt x="21461" y="9518"/>
                        <a:pt x="21598" y="21350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31" y="0"/>
                        <a:pt x="21461" y="9518"/>
                        <a:pt x="21598" y="2135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6" name="Arc 136"/>
                <p:cNvSpPr>
                  <a:spLocks/>
                </p:cNvSpPr>
                <p:nvPr/>
              </p:nvSpPr>
              <p:spPr bwMode="auto">
                <a:xfrm rot="10740000">
                  <a:off x="3447" y="3338"/>
                  <a:ext cx="117" cy="7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8"/>
                    <a:gd name="T1" fmla="*/ 0 h 21600"/>
                    <a:gd name="T2" fmla="*/ 21598 w 21598"/>
                    <a:gd name="T3" fmla="*/ 21325 h 21600"/>
                    <a:gd name="T4" fmla="*/ 0 w 2159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8" h="21600" fill="none" extrusionOk="0">
                      <a:moveTo>
                        <a:pt x="-1" y="0"/>
                      </a:moveTo>
                      <a:cubicBezTo>
                        <a:pt x="11822" y="0"/>
                        <a:pt x="21447" y="9503"/>
                        <a:pt x="21598" y="21324"/>
                      </a:cubicBezTo>
                    </a:path>
                    <a:path w="21598" h="21600" stroke="0" extrusionOk="0">
                      <a:moveTo>
                        <a:pt x="-1" y="0"/>
                      </a:moveTo>
                      <a:cubicBezTo>
                        <a:pt x="11822" y="0"/>
                        <a:pt x="21447" y="9503"/>
                        <a:pt x="21598" y="2132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7" name="Arc 137"/>
                <p:cNvSpPr>
                  <a:spLocks/>
                </p:cNvSpPr>
                <p:nvPr/>
              </p:nvSpPr>
              <p:spPr bwMode="auto">
                <a:xfrm rot="10740000">
                  <a:off x="3547" y="3339"/>
                  <a:ext cx="168" cy="82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98" name="Arc 138"/>
                <p:cNvSpPr>
                  <a:spLocks/>
                </p:cNvSpPr>
                <p:nvPr/>
              </p:nvSpPr>
              <p:spPr bwMode="auto">
                <a:xfrm>
                  <a:off x="3744" y="3265"/>
                  <a:ext cx="169" cy="73"/>
                </a:xfrm>
                <a:custGeom>
                  <a:avLst/>
                  <a:gdLst>
                    <a:gd name="G0" fmla="+- 21598 0 0"/>
                    <a:gd name="G1" fmla="+- 21600 0 0"/>
                    <a:gd name="G2" fmla="+- 21600 0 0"/>
                    <a:gd name="T0" fmla="*/ 0 w 21598"/>
                    <a:gd name="T1" fmla="*/ 21302 h 21600"/>
                    <a:gd name="T2" fmla="*/ 21471 w 21598"/>
                    <a:gd name="T3" fmla="*/ 0 h 21600"/>
                    <a:gd name="T4" fmla="*/ 21598 w 2159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8" h="21600" fill="none" extrusionOk="0">
                      <a:moveTo>
                        <a:pt x="0" y="21302"/>
                      </a:moveTo>
                      <a:cubicBezTo>
                        <a:pt x="162" y="9539"/>
                        <a:pt x="9707" y="69"/>
                        <a:pt x="21471" y="0"/>
                      </a:cubicBezTo>
                    </a:path>
                    <a:path w="21598" h="21600" stroke="0" extrusionOk="0">
                      <a:moveTo>
                        <a:pt x="0" y="21302"/>
                      </a:moveTo>
                      <a:cubicBezTo>
                        <a:pt x="162" y="9539"/>
                        <a:pt x="9707" y="69"/>
                        <a:pt x="21471" y="0"/>
                      </a:cubicBezTo>
                      <a:lnTo>
                        <a:pt x="2159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18" name="Group 158"/>
              <p:cNvGrpSpPr>
                <a:grpSpLocks/>
              </p:cNvGrpSpPr>
              <p:nvPr/>
            </p:nvGrpSpPr>
            <p:grpSpPr bwMode="auto">
              <a:xfrm>
                <a:off x="2092" y="2439"/>
                <a:ext cx="2734" cy="1108"/>
                <a:chOff x="2092" y="2439"/>
                <a:chExt cx="2734" cy="1108"/>
              </a:xfrm>
            </p:grpSpPr>
            <p:sp>
              <p:nvSpPr>
                <p:cNvPr id="15500" name="Arc 140"/>
                <p:cNvSpPr>
                  <a:spLocks/>
                </p:cNvSpPr>
                <p:nvPr/>
              </p:nvSpPr>
              <p:spPr bwMode="auto">
                <a:xfrm>
                  <a:off x="3312" y="2439"/>
                  <a:ext cx="161" cy="34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37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37"/>
                      </a:moveTo>
                      <a:cubicBezTo>
                        <a:pt x="34" y="9684"/>
                        <a:pt x="9613" y="73"/>
                        <a:pt x="21466" y="0"/>
                      </a:cubicBezTo>
                    </a:path>
                    <a:path w="21600" h="21600" stroke="0" extrusionOk="0">
                      <a:moveTo>
                        <a:pt x="0" y="21537"/>
                      </a:moveTo>
                      <a:cubicBezTo>
                        <a:pt x="34" y="9684"/>
                        <a:pt x="9613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1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203" y="2756"/>
                  <a:ext cx="108" cy="65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2" name="Arc 142"/>
                <p:cNvSpPr>
                  <a:spLocks/>
                </p:cNvSpPr>
                <p:nvPr/>
              </p:nvSpPr>
              <p:spPr bwMode="auto">
                <a:xfrm rot="5460000">
                  <a:off x="3018" y="3346"/>
                  <a:ext cx="131" cy="247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24"/>
                    <a:gd name="T1" fmla="*/ 0 h 21600"/>
                    <a:gd name="T2" fmla="*/ 17524 w 17524"/>
                    <a:gd name="T3" fmla="*/ 8790 h 21600"/>
                    <a:gd name="T4" fmla="*/ 133 w 17524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24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7" y="0"/>
                        <a:pt x="13453" y="3262"/>
                        <a:pt x="17524" y="8789"/>
                      </a:cubicBezTo>
                    </a:path>
                    <a:path w="17524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7" y="0"/>
                        <a:pt x="13453" y="3262"/>
                        <a:pt x="17524" y="8789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3" name="Arc 143"/>
                <p:cNvSpPr>
                  <a:spLocks/>
                </p:cNvSpPr>
                <p:nvPr/>
              </p:nvSpPr>
              <p:spPr bwMode="auto">
                <a:xfrm>
                  <a:off x="2904" y="3355"/>
                  <a:ext cx="193" cy="192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4" name="Arc 144"/>
                <p:cNvSpPr>
                  <a:spLocks/>
                </p:cNvSpPr>
                <p:nvPr/>
              </p:nvSpPr>
              <p:spPr bwMode="auto">
                <a:xfrm rot="15420000">
                  <a:off x="2717" y="3222"/>
                  <a:ext cx="144" cy="197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5" name="Arc 145"/>
                <p:cNvSpPr>
                  <a:spLocks/>
                </p:cNvSpPr>
                <p:nvPr/>
              </p:nvSpPr>
              <p:spPr bwMode="auto">
                <a:xfrm>
                  <a:off x="2565" y="3252"/>
                  <a:ext cx="138" cy="105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6" name="Arc 146"/>
                <p:cNvSpPr>
                  <a:spLocks/>
                </p:cNvSpPr>
                <p:nvPr/>
              </p:nvSpPr>
              <p:spPr bwMode="auto">
                <a:xfrm rot="10860000">
                  <a:off x="2442" y="3350"/>
                  <a:ext cx="117" cy="95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373 h 21599"/>
                    <a:gd name="T2" fmla="*/ 21415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0" y="21373"/>
                      </a:moveTo>
                      <a:cubicBezTo>
                        <a:pt x="123" y="9604"/>
                        <a:pt x="9645" y="100"/>
                        <a:pt x="21414" y="-1"/>
                      </a:cubicBezTo>
                    </a:path>
                    <a:path w="21599" h="21599" stroke="0" extrusionOk="0">
                      <a:moveTo>
                        <a:pt x="0" y="21373"/>
                      </a:moveTo>
                      <a:cubicBezTo>
                        <a:pt x="123" y="9604"/>
                        <a:pt x="9645" y="100"/>
                        <a:pt x="21414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7" name="Arc 147"/>
                <p:cNvSpPr>
                  <a:spLocks/>
                </p:cNvSpPr>
                <p:nvPr/>
              </p:nvSpPr>
              <p:spPr bwMode="auto">
                <a:xfrm rot="10860000">
                  <a:off x="2291" y="3351"/>
                  <a:ext cx="169" cy="100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7"/>
                    <a:gd name="T1" fmla="*/ 0 h 21600"/>
                    <a:gd name="T2" fmla="*/ 21727 w 21727"/>
                    <a:gd name="T3" fmla="*/ 21383 h 21600"/>
                    <a:gd name="T4" fmla="*/ 128 w 2172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7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2" y="0"/>
                        <a:pt x="21607" y="9538"/>
                        <a:pt x="21726" y="21383"/>
                      </a:cubicBezTo>
                    </a:path>
                    <a:path w="21727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2" y="0"/>
                        <a:pt x="21607" y="9538"/>
                        <a:pt x="21726" y="21383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8" name="Arc 148"/>
                <p:cNvSpPr>
                  <a:spLocks/>
                </p:cNvSpPr>
                <p:nvPr/>
              </p:nvSpPr>
              <p:spPr bwMode="auto">
                <a:xfrm>
                  <a:off x="2092" y="3261"/>
                  <a:ext cx="170" cy="88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09" name="Arc 149"/>
                <p:cNvSpPr>
                  <a:spLocks/>
                </p:cNvSpPr>
                <p:nvPr/>
              </p:nvSpPr>
              <p:spPr bwMode="auto">
                <a:xfrm>
                  <a:off x="3441" y="2446"/>
                  <a:ext cx="166" cy="344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537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04" y="0"/>
                        <a:pt x="21565" y="9632"/>
                        <a:pt x="21599" y="21537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04" y="0"/>
                        <a:pt x="21565" y="9632"/>
                        <a:pt x="21599" y="21537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0" name="Line 150"/>
                <p:cNvSpPr>
                  <a:spLocks noChangeShapeType="1"/>
                </p:cNvSpPr>
                <p:nvPr/>
              </p:nvSpPr>
              <p:spPr bwMode="auto">
                <a:xfrm>
                  <a:off x="3607" y="2765"/>
                  <a:ext cx="108" cy="65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1" name="Arc 151"/>
                <p:cNvSpPr>
                  <a:spLocks/>
                </p:cNvSpPr>
                <p:nvPr/>
              </p:nvSpPr>
              <p:spPr bwMode="auto">
                <a:xfrm rot="16140000">
                  <a:off x="3770" y="3354"/>
                  <a:ext cx="131" cy="247"/>
                </a:xfrm>
                <a:custGeom>
                  <a:avLst/>
                  <a:gdLst>
                    <a:gd name="G0" fmla="+- 17438 0 0"/>
                    <a:gd name="G1" fmla="+- 21600 0 0"/>
                    <a:gd name="G2" fmla="+- 21600 0 0"/>
                    <a:gd name="T0" fmla="*/ 0 w 17438"/>
                    <a:gd name="T1" fmla="*/ 8853 h 21600"/>
                    <a:gd name="T2" fmla="*/ 17305 w 17438"/>
                    <a:gd name="T3" fmla="*/ 0 h 21600"/>
                    <a:gd name="T4" fmla="*/ 17438 w 1743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38" h="21600" fill="none" extrusionOk="0">
                      <a:moveTo>
                        <a:pt x="0" y="8853"/>
                      </a:moveTo>
                      <a:cubicBezTo>
                        <a:pt x="4039" y="3326"/>
                        <a:pt x="10459" y="42"/>
                        <a:pt x="17305" y="0"/>
                      </a:cubicBezTo>
                    </a:path>
                    <a:path w="17438" h="21600" stroke="0" extrusionOk="0">
                      <a:moveTo>
                        <a:pt x="0" y="8853"/>
                      </a:moveTo>
                      <a:cubicBezTo>
                        <a:pt x="4039" y="3326"/>
                        <a:pt x="10459" y="42"/>
                        <a:pt x="17305" y="0"/>
                      </a:cubicBezTo>
                      <a:lnTo>
                        <a:pt x="1743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2" name="Arc 152"/>
                <p:cNvSpPr>
                  <a:spLocks/>
                </p:cNvSpPr>
                <p:nvPr/>
              </p:nvSpPr>
              <p:spPr bwMode="auto">
                <a:xfrm>
                  <a:off x="3822" y="3338"/>
                  <a:ext cx="193" cy="193"/>
                </a:xfrm>
                <a:custGeom>
                  <a:avLst/>
                  <a:gdLst>
                    <a:gd name="G0" fmla="+- 0 0 0"/>
                    <a:gd name="G1" fmla="+- 113 0 0"/>
                    <a:gd name="G2" fmla="+- 21600 0 0"/>
                    <a:gd name="T0" fmla="*/ 21600 w 21600"/>
                    <a:gd name="T1" fmla="*/ 0 h 21713"/>
                    <a:gd name="T2" fmla="*/ 0 w 21600"/>
                    <a:gd name="T3" fmla="*/ 21713 h 21713"/>
                    <a:gd name="T4" fmla="*/ 0 w 21600"/>
                    <a:gd name="T5" fmla="*/ 113 h 217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13" fill="none" extrusionOk="0">
                      <a:moveTo>
                        <a:pt x="21599" y="0"/>
                      </a:moveTo>
                      <a:cubicBezTo>
                        <a:pt x="21599" y="37"/>
                        <a:pt x="21600" y="75"/>
                        <a:pt x="21600" y="113"/>
                      </a:cubicBezTo>
                      <a:cubicBezTo>
                        <a:pt x="21600" y="12042"/>
                        <a:pt x="11929" y="21712"/>
                        <a:pt x="0" y="21713"/>
                      </a:cubicBezTo>
                    </a:path>
                    <a:path w="21600" h="21713" stroke="0" extrusionOk="0">
                      <a:moveTo>
                        <a:pt x="21599" y="0"/>
                      </a:moveTo>
                      <a:cubicBezTo>
                        <a:pt x="21599" y="37"/>
                        <a:pt x="21600" y="75"/>
                        <a:pt x="21600" y="113"/>
                      </a:cubicBezTo>
                      <a:cubicBezTo>
                        <a:pt x="21600" y="12042"/>
                        <a:pt x="11929" y="21712"/>
                        <a:pt x="0" y="21713"/>
                      </a:cubicBezTo>
                      <a:lnTo>
                        <a:pt x="0" y="11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3" name="Arc 153"/>
                <p:cNvSpPr>
                  <a:spLocks/>
                </p:cNvSpPr>
                <p:nvPr/>
              </p:nvSpPr>
              <p:spPr bwMode="auto">
                <a:xfrm rot="6180000">
                  <a:off x="4058" y="3222"/>
                  <a:ext cx="144" cy="197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4" name="Arc 154"/>
                <p:cNvSpPr>
                  <a:spLocks/>
                </p:cNvSpPr>
                <p:nvPr/>
              </p:nvSpPr>
              <p:spPr bwMode="auto">
                <a:xfrm>
                  <a:off x="4216" y="3261"/>
                  <a:ext cx="138" cy="10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93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8" y="0"/>
                        <a:pt x="21485" y="9544"/>
                        <a:pt x="21599" y="21392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8" y="0"/>
                        <a:pt x="21485" y="9544"/>
                        <a:pt x="21599" y="21392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5" name="Arc 155"/>
                <p:cNvSpPr>
                  <a:spLocks/>
                </p:cNvSpPr>
                <p:nvPr/>
              </p:nvSpPr>
              <p:spPr bwMode="auto">
                <a:xfrm rot="10740000">
                  <a:off x="4360" y="3357"/>
                  <a:ext cx="117" cy="9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74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1" y="0"/>
                        <a:pt x="21474" y="9533"/>
                        <a:pt x="21598" y="21374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1" y="0"/>
                        <a:pt x="21474" y="9533"/>
                        <a:pt x="21598" y="213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6" name="Arc 156"/>
                <p:cNvSpPr>
                  <a:spLocks/>
                </p:cNvSpPr>
                <p:nvPr/>
              </p:nvSpPr>
              <p:spPr bwMode="auto">
                <a:xfrm rot="10740000">
                  <a:off x="4460" y="3359"/>
                  <a:ext cx="168" cy="100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83 h 21600"/>
                    <a:gd name="T2" fmla="*/ 21471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83"/>
                      </a:moveTo>
                      <a:cubicBezTo>
                        <a:pt x="118" y="9588"/>
                        <a:pt x="9676" y="70"/>
                        <a:pt x="21471" y="0"/>
                      </a:cubicBezTo>
                    </a:path>
                    <a:path w="21599" h="21600" stroke="0" extrusionOk="0">
                      <a:moveTo>
                        <a:pt x="0" y="21383"/>
                      </a:moveTo>
                      <a:cubicBezTo>
                        <a:pt x="118" y="9588"/>
                        <a:pt x="9676" y="70"/>
                        <a:pt x="21471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17" name="Arc 157"/>
                <p:cNvSpPr>
                  <a:spLocks/>
                </p:cNvSpPr>
                <p:nvPr/>
              </p:nvSpPr>
              <p:spPr bwMode="auto">
                <a:xfrm>
                  <a:off x="4657" y="3269"/>
                  <a:ext cx="169" cy="88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37" name="Group 177"/>
              <p:cNvGrpSpPr>
                <a:grpSpLocks/>
              </p:cNvGrpSpPr>
              <p:nvPr/>
            </p:nvGrpSpPr>
            <p:grpSpPr bwMode="auto">
              <a:xfrm>
                <a:off x="1979" y="2446"/>
                <a:ext cx="2734" cy="1079"/>
                <a:chOff x="1979" y="2446"/>
                <a:chExt cx="2734" cy="1079"/>
              </a:xfrm>
            </p:grpSpPr>
            <p:sp>
              <p:nvSpPr>
                <p:cNvPr id="15519" name="Arc 159"/>
                <p:cNvSpPr>
                  <a:spLocks/>
                </p:cNvSpPr>
                <p:nvPr/>
              </p:nvSpPr>
              <p:spPr bwMode="auto">
                <a:xfrm>
                  <a:off x="3199" y="2446"/>
                  <a:ext cx="161" cy="33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0" name="Line 160"/>
                <p:cNvSpPr>
                  <a:spLocks noChangeShapeType="1"/>
                </p:cNvSpPr>
                <p:nvPr/>
              </p:nvSpPr>
              <p:spPr bwMode="auto">
                <a:xfrm flipH="1">
                  <a:off x="3090" y="2755"/>
                  <a:ext cx="108" cy="6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1" name="Arc 161"/>
                <p:cNvSpPr>
                  <a:spLocks/>
                </p:cNvSpPr>
                <p:nvPr/>
              </p:nvSpPr>
              <p:spPr bwMode="auto">
                <a:xfrm rot="5460000">
                  <a:off x="2905" y="3328"/>
                  <a:ext cx="131" cy="241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488"/>
                    <a:gd name="T1" fmla="*/ 0 h 21600"/>
                    <a:gd name="T2" fmla="*/ 17488 w 17488"/>
                    <a:gd name="T3" fmla="*/ 8741 h 21600"/>
                    <a:gd name="T4" fmla="*/ 133 w 1748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8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6" y="0"/>
                        <a:pt x="13414" y="3242"/>
                        <a:pt x="17488" y="8740"/>
                      </a:cubicBezTo>
                    </a:path>
                    <a:path w="17488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6" y="0"/>
                        <a:pt x="13414" y="3242"/>
                        <a:pt x="17488" y="8740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2" name="Arc 162"/>
                <p:cNvSpPr>
                  <a:spLocks/>
                </p:cNvSpPr>
                <p:nvPr/>
              </p:nvSpPr>
              <p:spPr bwMode="auto">
                <a:xfrm>
                  <a:off x="2791" y="3337"/>
                  <a:ext cx="193" cy="188"/>
                </a:xfrm>
                <a:custGeom>
                  <a:avLst/>
                  <a:gdLst>
                    <a:gd name="G0" fmla="+- 21600 0 0"/>
                    <a:gd name="G1" fmla="+- 116 0 0"/>
                    <a:gd name="G2" fmla="+- 21600 0 0"/>
                    <a:gd name="T0" fmla="*/ 21600 w 21600"/>
                    <a:gd name="T1" fmla="*/ 21716 h 21716"/>
                    <a:gd name="T2" fmla="*/ 0 w 21600"/>
                    <a:gd name="T3" fmla="*/ 0 h 21716"/>
                    <a:gd name="T4" fmla="*/ 21600 w 21600"/>
                    <a:gd name="T5" fmla="*/ 116 h 217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16" fill="none" extrusionOk="0">
                      <a:moveTo>
                        <a:pt x="21600" y="21716"/>
                      </a:moveTo>
                      <a:cubicBezTo>
                        <a:pt x="9670" y="21716"/>
                        <a:pt x="0" y="12045"/>
                        <a:pt x="0" y="116"/>
                      </a:cubicBezTo>
                      <a:cubicBezTo>
                        <a:pt x="-1" y="77"/>
                        <a:pt x="0" y="38"/>
                        <a:pt x="0" y="0"/>
                      </a:cubicBezTo>
                    </a:path>
                    <a:path w="21600" h="21716" stroke="0" extrusionOk="0">
                      <a:moveTo>
                        <a:pt x="21600" y="21716"/>
                      </a:moveTo>
                      <a:cubicBezTo>
                        <a:pt x="9670" y="21716"/>
                        <a:pt x="0" y="12045"/>
                        <a:pt x="0" y="116"/>
                      </a:cubicBezTo>
                      <a:cubicBezTo>
                        <a:pt x="-1" y="77"/>
                        <a:pt x="0" y="38"/>
                        <a:pt x="0" y="0"/>
                      </a:cubicBezTo>
                      <a:lnTo>
                        <a:pt x="21600" y="11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3" name="Arc 163"/>
                <p:cNvSpPr>
                  <a:spLocks/>
                </p:cNvSpPr>
                <p:nvPr/>
              </p:nvSpPr>
              <p:spPr bwMode="auto">
                <a:xfrm rot="15420000">
                  <a:off x="2604" y="3208"/>
                  <a:ext cx="144" cy="192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4" name="Arc 164"/>
                <p:cNvSpPr>
                  <a:spLocks/>
                </p:cNvSpPr>
                <p:nvPr/>
              </p:nvSpPr>
              <p:spPr bwMode="auto">
                <a:xfrm>
                  <a:off x="2452" y="3237"/>
                  <a:ext cx="138" cy="102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5" name="Arc 165"/>
                <p:cNvSpPr>
                  <a:spLocks/>
                </p:cNvSpPr>
                <p:nvPr/>
              </p:nvSpPr>
              <p:spPr bwMode="auto">
                <a:xfrm rot="10860000">
                  <a:off x="2329" y="3331"/>
                  <a:ext cx="117" cy="93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6" name="Arc 166"/>
                <p:cNvSpPr>
                  <a:spLocks/>
                </p:cNvSpPr>
                <p:nvPr/>
              </p:nvSpPr>
              <p:spPr bwMode="auto">
                <a:xfrm rot="10860000">
                  <a:off x="2177" y="3333"/>
                  <a:ext cx="169" cy="97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7" name="Arc 167"/>
                <p:cNvSpPr>
                  <a:spLocks/>
                </p:cNvSpPr>
                <p:nvPr/>
              </p:nvSpPr>
              <p:spPr bwMode="auto">
                <a:xfrm>
                  <a:off x="1979" y="3245"/>
                  <a:ext cx="170" cy="86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8" name="Arc 168"/>
                <p:cNvSpPr>
                  <a:spLocks/>
                </p:cNvSpPr>
                <p:nvPr/>
              </p:nvSpPr>
              <p:spPr bwMode="auto">
                <a:xfrm>
                  <a:off x="3328" y="2453"/>
                  <a:ext cx="166" cy="334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29" name="Line 169"/>
                <p:cNvSpPr>
                  <a:spLocks noChangeShapeType="1"/>
                </p:cNvSpPr>
                <p:nvPr/>
              </p:nvSpPr>
              <p:spPr bwMode="auto">
                <a:xfrm>
                  <a:off x="3494" y="2763"/>
                  <a:ext cx="108" cy="6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0" name="Arc 170"/>
                <p:cNvSpPr>
                  <a:spLocks/>
                </p:cNvSpPr>
                <p:nvPr/>
              </p:nvSpPr>
              <p:spPr bwMode="auto">
                <a:xfrm rot="16140000">
                  <a:off x="3657" y="3336"/>
                  <a:ext cx="131" cy="241"/>
                </a:xfrm>
                <a:custGeom>
                  <a:avLst/>
                  <a:gdLst>
                    <a:gd name="G0" fmla="+- 17402 0 0"/>
                    <a:gd name="G1" fmla="+- 21600 0 0"/>
                    <a:gd name="G2" fmla="+- 21600 0 0"/>
                    <a:gd name="T0" fmla="*/ 0 w 17402"/>
                    <a:gd name="T1" fmla="*/ 8804 h 21600"/>
                    <a:gd name="T2" fmla="*/ 17269 w 17402"/>
                    <a:gd name="T3" fmla="*/ 0 h 21600"/>
                    <a:gd name="T4" fmla="*/ 17402 w 1740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02" h="21600" fill="none" extrusionOk="0">
                      <a:moveTo>
                        <a:pt x="0" y="8804"/>
                      </a:moveTo>
                      <a:cubicBezTo>
                        <a:pt x="4042" y="3306"/>
                        <a:pt x="10445" y="42"/>
                        <a:pt x="17269" y="0"/>
                      </a:cubicBezTo>
                    </a:path>
                    <a:path w="17402" h="21600" stroke="0" extrusionOk="0">
                      <a:moveTo>
                        <a:pt x="0" y="8804"/>
                      </a:moveTo>
                      <a:cubicBezTo>
                        <a:pt x="4042" y="3306"/>
                        <a:pt x="10445" y="42"/>
                        <a:pt x="17269" y="0"/>
                      </a:cubicBezTo>
                      <a:lnTo>
                        <a:pt x="17402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1" name="Arc 171"/>
                <p:cNvSpPr>
                  <a:spLocks/>
                </p:cNvSpPr>
                <p:nvPr/>
              </p:nvSpPr>
              <p:spPr bwMode="auto">
                <a:xfrm>
                  <a:off x="3709" y="3321"/>
                  <a:ext cx="193" cy="187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2" name="Arc 172"/>
                <p:cNvSpPr>
                  <a:spLocks/>
                </p:cNvSpPr>
                <p:nvPr/>
              </p:nvSpPr>
              <p:spPr bwMode="auto">
                <a:xfrm rot="6180000">
                  <a:off x="3945" y="3208"/>
                  <a:ext cx="144" cy="192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3" name="Arc 173"/>
                <p:cNvSpPr>
                  <a:spLocks/>
                </p:cNvSpPr>
                <p:nvPr/>
              </p:nvSpPr>
              <p:spPr bwMode="auto">
                <a:xfrm>
                  <a:off x="4103" y="3245"/>
                  <a:ext cx="138" cy="10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4" name="Arc 174"/>
                <p:cNvSpPr>
                  <a:spLocks/>
                </p:cNvSpPr>
                <p:nvPr/>
              </p:nvSpPr>
              <p:spPr bwMode="auto">
                <a:xfrm rot="10740000">
                  <a:off x="4247" y="3339"/>
                  <a:ext cx="117" cy="9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5" name="Arc 175"/>
                <p:cNvSpPr>
                  <a:spLocks/>
                </p:cNvSpPr>
                <p:nvPr/>
              </p:nvSpPr>
              <p:spPr bwMode="auto">
                <a:xfrm rot="10740000">
                  <a:off x="4347" y="3341"/>
                  <a:ext cx="168" cy="9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6" name="Arc 176"/>
                <p:cNvSpPr>
                  <a:spLocks/>
                </p:cNvSpPr>
                <p:nvPr/>
              </p:nvSpPr>
              <p:spPr bwMode="auto">
                <a:xfrm>
                  <a:off x="4544" y="3253"/>
                  <a:ext cx="169" cy="8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56" name="Group 196"/>
              <p:cNvGrpSpPr>
                <a:grpSpLocks/>
              </p:cNvGrpSpPr>
              <p:nvPr/>
            </p:nvGrpSpPr>
            <p:grpSpPr bwMode="auto">
              <a:xfrm>
                <a:off x="1865" y="2409"/>
                <a:ext cx="2734" cy="1120"/>
                <a:chOff x="1865" y="2409"/>
                <a:chExt cx="2734" cy="1120"/>
              </a:xfrm>
            </p:grpSpPr>
            <p:sp>
              <p:nvSpPr>
                <p:cNvPr id="15538" name="Arc 178"/>
                <p:cNvSpPr>
                  <a:spLocks/>
                </p:cNvSpPr>
                <p:nvPr/>
              </p:nvSpPr>
              <p:spPr bwMode="auto">
                <a:xfrm>
                  <a:off x="3085" y="2409"/>
                  <a:ext cx="161" cy="34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39" name="Line 179"/>
                <p:cNvSpPr>
                  <a:spLocks noChangeShapeType="1"/>
                </p:cNvSpPr>
                <p:nvPr/>
              </p:nvSpPr>
              <p:spPr bwMode="auto">
                <a:xfrm flipH="1">
                  <a:off x="2976" y="2730"/>
                  <a:ext cx="108" cy="6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0" name="Arc 180"/>
                <p:cNvSpPr>
                  <a:spLocks/>
                </p:cNvSpPr>
                <p:nvPr/>
              </p:nvSpPr>
              <p:spPr bwMode="auto">
                <a:xfrm rot="5460000">
                  <a:off x="2791" y="3325"/>
                  <a:ext cx="131" cy="250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15"/>
                    <a:gd name="T1" fmla="*/ 0 h 21600"/>
                    <a:gd name="T2" fmla="*/ 17515 w 17515"/>
                    <a:gd name="T3" fmla="*/ 8777 h 21600"/>
                    <a:gd name="T4" fmla="*/ 133 w 17515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15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1" y="0"/>
                        <a:pt x="13443" y="3257"/>
                        <a:pt x="17514" y="8777"/>
                      </a:cubicBezTo>
                    </a:path>
                    <a:path w="17515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1" y="0"/>
                        <a:pt x="13443" y="3257"/>
                        <a:pt x="17514" y="8777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1" name="Arc 181"/>
                <p:cNvSpPr>
                  <a:spLocks/>
                </p:cNvSpPr>
                <p:nvPr/>
              </p:nvSpPr>
              <p:spPr bwMode="auto">
                <a:xfrm>
                  <a:off x="2677" y="3335"/>
                  <a:ext cx="193" cy="194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2" name="Arc 182"/>
                <p:cNvSpPr>
                  <a:spLocks/>
                </p:cNvSpPr>
                <p:nvPr/>
              </p:nvSpPr>
              <p:spPr bwMode="auto">
                <a:xfrm rot="15420000">
                  <a:off x="2490" y="3201"/>
                  <a:ext cx="144" cy="199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3" name="Arc 183"/>
                <p:cNvSpPr>
                  <a:spLocks/>
                </p:cNvSpPr>
                <p:nvPr/>
              </p:nvSpPr>
              <p:spPr bwMode="auto">
                <a:xfrm>
                  <a:off x="2338" y="3231"/>
                  <a:ext cx="138" cy="106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4" name="Arc 184"/>
                <p:cNvSpPr>
                  <a:spLocks/>
                </p:cNvSpPr>
                <p:nvPr/>
              </p:nvSpPr>
              <p:spPr bwMode="auto">
                <a:xfrm rot="10860000">
                  <a:off x="2215" y="3328"/>
                  <a:ext cx="117" cy="97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5" name="Arc 185"/>
                <p:cNvSpPr>
                  <a:spLocks/>
                </p:cNvSpPr>
                <p:nvPr/>
              </p:nvSpPr>
              <p:spPr bwMode="auto">
                <a:xfrm rot="10860000">
                  <a:off x="2063" y="3330"/>
                  <a:ext cx="169" cy="101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6" name="Arc 186"/>
                <p:cNvSpPr>
                  <a:spLocks/>
                </p:cNvSpPr>
                <p:nvPr/>
              </p:nvSpPr>
              <p:spPr bwMode="auto">
                <a:xfrm>
                  <a:off x="1865" y="3239"/>
                  <a:ext cx="170" cy="89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7" name="Arc 187"/>
                <p:cNvSpPr>
                  <a:spLocks/>
                </p:cNvSpPr>
                <p:nvPr/>
              </p:nvSpPr>
              <p:spPr bwMode="auto">
                <a:xfrm>
                  <a:off x="3214" y="2416"/>
                  <a:ext cx="166" cy="34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8" name="Line 188"/>
                <p:cNvSpPr>
                  <a:spLocks noChangeShapeType="1"/>
                </p:cNvSpPr>
                <p:nvPr/>
              </p:nvSpPr>
              <p:spPr bwMode="auto">
                <a:xfrm>
                  <a:off x="3380" y="2738"/>
                  <a:ext cx="108" cy="6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49" name="Arc 189"/>
                <p:cNvSpPr>
                  <a:spLocks/>
                </p:cNvSpPr>
                <p:nvPr/>
              </p:nvSpPr>
              <p:spPr bwMode="auto">
                <a:xfrm rot="16140000">
                  <a:off x="3543" y="3334"/>
                  <a:ext cx="131" cy="250"/>
                </a:xfrm>
                <a:custGeom>
                  <a:avLst/>
                  <a:gdLst>
                    <a:gd name="G0" fmla="+- 17416 0 0"/>
                    <a:gd name="G1" fmla="+- 21600 0 0"/>
                    <a:gd name="G2" fmla="+- 21600 0 0"/>
                    <a:gd name="T0" fmla="*/ 0 w 17416"/>
                    <a:gd name="T1" fmla="*/ 8824 h 21600"/>
                    <a:gd name="T2" fmla="*/ 17283 w 17416"/>
                    <a:gd name="T3" fmla="*/ 0 h 21600"/>
                    <a:gd name="T4" fmla="*/ 17416 w 1741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16" h="21600" fill="none" extrusionOk="0">
                      <a:moveTo>
                        <a:pt x="-1" y="8823"/>
                      </a:moveTo>
                      <a:cubicBezTo>
                        <a:pt x="4041" y="3314"/>
                        <a:pt x="10450" y="42"/>
                        <a:pt x="17283" y="0"/>
                      </a:cubicBezTo>
                    </a:path>
                    <a:path w="17416" h="21600" stroke="0" extrusionOk="0">
                      <a:moveTo>
                        <a:pt x="-1" y="8823"/>
                      </a:moveTo>
                      <a:cubicBezTo>
                        <a:pt x="4041" y="3314"/>
                        <a:pt x="10450" y="42"/>
                        <a:pt x="17283" y="0"/>
                      </a:cubicBezTo>
                      <a:lnTo>
                        <a:pt x="17416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0" name="Arc 190"/>
                <p:cNvSpPr>
                  <a:spLocks/>
                </p:cNvSpPr>
                <p:nvPr/>
              </p:nvSpPr>
              <p:spPr bwMode="auto">
                <a:xfrm>
                  <a:off x="3595" y="3318"/>
                  <a:ext cx="193" cy="195"/>
                </a:xfrm>
                <a:custGeom>
                  <a:avLst/>
                  <a:gdLst>
                    <a:gd name="G0" fmla="+- 0 0 0"/>
                    <a:gd name="G1" fmla="+- 112 0 0"/>
                    <a:gd name="G2" fmla="+- 21600 0 0"/>
                    <a:gd name="T0" fmla="*/ 21600 w 21600"/>
                    <a:gd name="T1" fmla="*/ 0 h 21712"/>
                    <a:gd name="T2" fmla="*/ 0 w 21600"/>
                    <a:gd name="T3" fmla="*/ 21712 h 21712"/>
                    <a:gd name="T4" fmla="*/ 0 w 21600"/>
                    <a:gd name="T5" fmla="*/ 112 h 21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12" fill="none" extrusionOk="0">
                      <a:moveTo>
                        <a:pt x="21599" y="0"/>
                      </a:moveTo>
                      <a:cubicBezTo>
                        <a:pt x="21599" y="37"/>
                        <a:pt x="21600" y="74"/>
                        <a:pt x="21600" y="112"/>
                      </a:cubicBezTo>
                      <a:cubicBezTo>
                        <a:pt x="21600" y="12041"/>
                        <a:pt x="11929" y="21711"/>
                        <a:pt x="0" y="21712"/>
                      </a:cubicBezTo>
                    </a:path>
                    <a:path w="21600" h="21712" stroke="0" extrusionOk="0">
                      <a:moveTo>
                        <a:pt x="21599" y="0"/>
                      </a:moveTo>
                      <a:cubicBezTo>
                        <a:pt x="21599" y="37"/>
                        <a:pt x="21600" y="74"/>
                        <a:pt x="21600" y="112"/>
                      </a:cubicBezTo>
                      <a:cubicBezTo>
                        <a:pt x="21600" y="12041"/>
                        <a:pt x="11929" y="21711"/>
                        <a:pt x="0" y="21712"/>
                      </a:cubicBezTo>
                      <a:lnTo>
                        <a:pt x="0" y="112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1" name="Arc 191"/>
                <p:cNvSpPr>
                  <a:spLocks/>
                </p:cNvSpPr>
                <p:nvPr/>
              </p:nvSpPr>
              <p:spPr bwMode="auto">
                <a:xfrm rot="6180000">
                  <a:off x="3831" y="3201"/>
                  <a:ext cx="144" cy="199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2" name="Arc 192"/>
                <p:cNvSpPr>
                  <a:spLocks/>
                </p:cNvSpPr>
                <p:nvPr/>
              </p:nvSpPr>
              <p:spPr bwMode="auto">
                <a:xfrm>
                  <a:off x="3989" y="3239"/>
                  <a:ext cx="138" cy="10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3" name="Arc 193"/>
                <p:cNvSpPr>
                  <a:spLocks/>
                </p:cNvSpPr>
                <p:nvPr/>
              </p:nvSpPr>
              <p:spPr bwMode="auto">
                <a:xfrm rot="10740000">
                  <a:off x="4133" y="3337"/>
                  <a:ext cx="117" cy="9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76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1" y="0"/>
                        <a:pt x="21476" y="9534"/>
                        <a:pt x="21598" y="21376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1" y="0"/>
                        <a:pt x="21476" y="9534"/>
                        <a:pt x="21598" y="21376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4" name="Arc 194"/>
                <p:cNvSpPr>
                  <a:spLocks/>
                </p:cNvSpPr>
                <p:nvPr/>
              </p:nvSpPr>
              <p:spPr bwMode="auto">
                <a:xfrm rot="10740000">
                  <a:off x="4233" y="3339"/>
                  <a:ext cx="168" cy="101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85 h 21600"/>
                    <a:gd name="T2" fmla="*/ 21471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85"/>
                      </a:moveTo>
                      <a:cubicBezTo>
                        <a:pt x="117" y="9589"/>
                        <a:pt x="9675" y="70"/>
                        <a:pt x="21471" y="0"/>
                      </a:cubicBezTo>
                    </a:path>
                    <a:path w="21599" h="21600" stroke="0" extrusionOk="0">
                      <a:moveTo>
                        <a:pt x="0" y="21385"/>
                      </a:moveTo>
                      <a:cubicBezTo>
                        <a:pt x="117" y="9589"/>
                        <a:pt x="9675" y="70"/>
                        <a:pt x="21471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5" name="Arc 195"/>
                <p:cNvSpPr>
                  <a:spLocks/>
                </p:cNvSpPr>
                <p:nvPr/>
              </p:nvSpPr>
              <p:spPr bwMode="auto">
                <a:xfrm>
                  <a:off x="4430" y="3248"/>
                  <a:ext cx="169" cy="90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59 h 21600"/>
                    <a:gd name="T2" fmla="*/ 21472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59"/>
                      </a:moveTo>
                      <a:cubicBezTo>
                        <a:pt x="131" y="9573"/>
                        <a:pt x="9686" y="69"/>
                        <a:pt x="21472" y="0"/>
                      </a:cubicBezTo>
                    </a:path>
                    <a:path w="21599" h="21600" stroke="0" extrusionOk="0">
                      <a:moveTo>
                        <a:pt x="0" y="21359"/>
                      </a:moveTo>
                      <a:cubicBezTo>
                        <a:pt x="131" y="9573"/>
                        <a:pt x="9686" y="69"/>
                        <a:pt x="21472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75" name="Group 215"/>
              <p:cNvGrpSpPr>
                <a:grpSpLocks/>
              </p:cNvGrpSpPr>
              <p:nvPr/>
            </p:nvGrpSpPr>
            <p:grpSpPr bwMode="auto">
              <a:xfrm>
                <a:off x="1774" y="2386"/>
                <a:ext cx="2734" cy="1134"/>
                <a:chOff x="1774" y="2386"/>
                <a:chExt cx="2734" cy="1134"/>
              </a:xfrm>
            </p:grpSpPr>
            <p:sp>
              <p:nvSpPr>
                <p:cNvPr id="15557" name="Arc 197"/>
                <p:cNvSpPr>
                  <a:spLocks/>
                </p:cNvSpPr>
                <p:nvPr/>
              </p:nvSpPr>
              <p:spPr bwMode="auto">
                <a:xfrm>
                  <a:off x="2994" y="2386"/>
                  <a:ext cx="161" cy="35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8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2885" y="2710"/>
                  <a:ext cx="108" cy="6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59" name="Arc 199"/>
                <p:cNvSpPr>
                  <a:spLocks/>
                </p:cNvSpPr>
                <p:nvPr/>
              </p:nvSpPr>
              <p:spPr bwMode="auto">
                <a:xfrm rot="5460000">
                  <a:off x="2700" y="3314"/>
                  <a:ext cx="131" cy="252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22"/>
                    <a:gd name="T1" fmla="*/ 0 h 21600"/>
                    <a:gd name="T2" fmla="*/ 17522 w 17522"/>
                    <a:gd name="T3" fmla="*/ 8787 h 21600"/>
                    <a:gd name="T4" fmla="*/ 133 w 1752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22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6" y="0"/>
                        <a:pt x="13450" y="3261"/>
                        <a:pt x="17522" y="8786"/>
                      </a:cubicBezTo>
                    </a:path>
                    <a:path w="17522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6" y="0"/>
                        <a:pt x="13450" y="3261"/>
                        <a:pt x="17522" y="8786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0" name="Arc 200"/>
                <p:cNvSpPr>
                  <a:spLocks/>
                </p:cNvSpPr>
                <p:nvPr/>
              </p:nvSpPr>
              <p:spPr bwMode="auto">
                <a:xfrm>
                  <a:off x="2586" y="3322"/>
                  <a:ext cx="193" cy="198"/>
                </a:xfrm>
                <a:custGeom>
                  <a:avLst/>
                  <a:gdLst>
                    <a:gd name="G0" fmla="+- 21600 0 0"/>
                    <a:gd name="G1" fmla="+- 110 0 0"/>
                    <a:gd name="G2" fmla="+- 21600 0 0"/>
                    <a:gd name="T0" fmla="*/ 21600 w 21600"/>
                    <a:gd name="T1" fmla="*/ 21710 h 21710"/>
                    <a:gd name="T2" fmla="*/ 0 w 21600"/>
                    <a:gd name="T3" fmla="*/ 0 h 21710"/>
                    <a:gd name="T4" fmla="*/ 21600 w 21600"/>
                    <a:gd name="T5" fmla="*/ 110 h 217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10" fill="none" extrusionOk="0">
                      <a:moveTo>
                        <a:pt x="21600" y="21710"/>
                      </a:moveTo>
                      <a:cubicBezTo>
                        <a:pt x="9670" y="21710"/>
                        <a:pt x="0" y="12039"/>
                        <a:pt x="0" y="110"/>
                      </a:cubicBezTo>
                      <a:cubicBezTo>
                        <a:pt x="-1" y="73"/>
                        <a:pt x="0" y="36"/>
                        <a:pt x="0" y="0"/>
                      </a:cubicBezTo>
                    </a:path>
                    <a:path w="21600" h="21710" stroke="0" extrusionOk="0">
                      <a:moveTo>
                        <a:pt x="21600" y="21710"/>
                      </a:moveTo>
                      <a:cubicBezTo>
                        <a:pt x="9670" y="21710"/>
                        <a:pt x="0" y="12039"/>
                        <a:pt x="0" y="110"/>
                      </a:cubicBezTo>
                      <a:cubicBezTo>
                        <a:pt x="-1" y="73"/>
                        <a:pt x="0" y="36"/>
                        <a:pt x="0" y="0"/>
                      </a:cubicBezTo>
                      <a:lnTo>
                        <a:pt x="21600" y="11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1" name="Arc 201"/>
                <p:cNvSpPr>
                  <a:spLocks/>
                </p:cNvSpPr>
                <p:nvPr/>
              </p:nvSpPr>
              <p:spPr bwMode="auto">
                <a:xfrm rot="15420000">
                  <a:off x="2399" y="3187"/>
                  <a:ext cx="144" cy="202"/>
                </a:xfrm>
                <a:custGeom>
                  <a:avLst/>
                  <a:gdLst>
                    <a:gd name="G0" fmla="+- 0 0 0"/>
                    <a:gd name="G1" fmla="+- 107 0 0"/>
                    <a:gd name="G2" fmla="+- 21600 0 0"/>
                    <a:gd name="T0" fmla="*/ 21600 w 21600"/>
                    <a:gd name="T1" fmla="*/ 0 h 21707"/>
                    <a:gd name="T2" fmla="*/ 0 w 21600"/>
                    <a:gd name="T3" fmla="*/ 21707 h 21707"/>
                    <a:gd name="T4" fmla="*/ 0 w 21600"/>
                    <a:gd name="T5" fmla="*/ 107 h 21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7" fill="none" extrusionOk="0">
                      <a:moveTo>
                        <a:pt x="21599" y="0"/>
                      </a:moveTo>
                      <a:cubicBezTo>
                        <a:pt x="21599" y="35"/>
                        <a:pt x="21600" y="71"/>
                        <a:pt x="21600" y="107"/>
                      </a:cubicBezTo>
                      <a:cubicBezTo>
                        <a:pt x="21600" y="12036"/>
                        <a:pt x="11929" y="21706"/>
                        <a:pt x="0" y="21707"/>
                      </a:cubicBezTo>
                    </a:path>
                    <a:path w="21600" h="21707" stroke="0" extrusionOk="0">
                      <a:moveTo>
                        <a:pt x="21599" y="0"/>
                      </a:moveTo>
                      <a:cubicBezTo>
                        <a:pt x="21599" y="35"/>
                        <a:pt x="21600" y="71"/>
                        <a:pt x="21600" y="107"/>
                      </a:cubicBezTo>
                      <a:cubicBezTo>
                        <a:pt x="21600" y="12036"/>
                        <a:pt x="11929" y="21706"/>
                        <a:pt x="0" y="21707"/>
                      </a:cubicBezTo>
                      <a:lnTo>
                        <a:pt x="0" y="107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2" name="Arc 202"/>
                <p:cNvSpPr>
                  <a:spLocks/>
                </p:cNvSpPr>
                <p:nvPr/>
              </p:nvSpPr>
              <p:spPr bwMode="auto">
                <a:xfrm>
                  <a:off x="2247" y="3218"/>
                  <a:ext cx="138" cy="107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3" name="Arc 203"/>
                <p:cNvSpPr>
                  <a:spLocks/>
                </p:cNvSpPr>
                <p:nvPr/>
              </p:nvSpPr>
              <p:spPr bwMode="auto">
                <a:xfrm rot="10860000">
                  <a:off x="2124" y="3318"/>
                  <a:ext cx="117" cy="97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377 h 21599"/>
                    <a:gd name="T2" fmla="*/ 21415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0" y="21377"/>
                      </a:moveTo>
                      <a:cubicBezTo>
                        <a:pt x="121" y="9606"/>
                        <a:pt x="9644" y="100"/>
                        <a:pt x="21414" y="-1"/>
                      </a:cubicBezTo>
                    </a:path>
                    <a:path w="21599" h="21599" stroke="0" extrusionOk="0">
                      <a:moveTo>
                        <a:pt x="0" y="21377"/>
                      </a:moveTo>
                      <a:cubicBezTo>
                        <a:pt x="121" y="9606"/>
                        <a:pt x="9644" y="100"/>
                        <a:pt x="21414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4" name="Arc 204"/>
                <p:cNvSpPr>
                  <a:spLocks/>
                </p:cNvSpPr>
                <p:nvPr/>
              </p:nvSpPr>
              <p:spPr bwMode="auto">
                <a:xfrm rot="10860000">
                  <a:off x="1973" y="3319"/>
                  <a:ext cx="169" cy="102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7"/>
                    <a:gd name="T1" fmla="*/ 0 h 21600"/>
                    <a:gd name="T2" fmla="*/ 21727 w 21727"/>
                    <a:gd name="T3" fmla="*/ 21387 h 21600"/>
                    <a:gd name="T4" fmla="*/ 128 w 2172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7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4" y="0"/>
                        <a:pt x="21610" y="9541"/>
                        <a:pt x="21726" y="21387"/>
                      </a:cubicBezTo>
                    </a:path>
                    <a:path w="21727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4" y="0"/>
                        <a:pt x="21610" y="9541"/>
                        <a:pt x="21726" y="21387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5" name="Arc 205"/>
                <p:cNvSpPr>
                  <a:spLocks/>
                </p:cNvSpPr>
                <p:nvPr/>
              </p:nvSpPr>
              <p:spPr bwMode="auto">
                <a:xfrm>
                  <a:off x="1774" y="3226"/>
                  <a:ext cx="170" cy="90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6" name="Arc 206"/>
                <p:cNvSpPr>
                  <a:spLocks/>
                </p:cNvSpPr>
                <p:nvPr/>
              </p:nvSpPr>
              <p:spPr bwMode="auto">
                <a:xfrm>
                  <a:off x="3123" y="2393"/>
                  <a:ext cx="166" cy="35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539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05" y="0"/>
                        <a:pt x="21566" y="9633"/>
                        <a:pt x="21599" y="21539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05" y="0"/>
                        <a:pt x="21566" y="9633"/>
                        <a:pt x="21599" y="21539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7" name="Line 207"/>
                <p:cNvSpPr>
                  <a:spLocks noChangeShapeType="1"/>
                </p:cNvSpPr>
                <p:nvPr/>
              </p:nvSpPr>
              <p:spPr bwMode="auto">
                <a:xfrm>
                  <a:off x="3289" y="2719"/>
                  <a:ext cx="108" cy="66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8" name="Arc 208"/>
                <p:cNvSpPr>
                  <a:spLocks/>
                </p:cNvSpPr>
                <p:nvPr/>
              </p:nvSpPr>
              <p:spPr bwMode="auto">
                <a:xfrm rot="16140000">
                  <a:off x="3452" y="3322"/>
                  <a:ext cx="131" cy="252"/>
                </a:xfrm>
                <a:custGeom>
                  <a:avLst/>
                  <a:gdLst>
                    <a:gd name="G0" fmla="+- 17436 0 0"/>
                    <a:gd name="G1" fmla="+- 21600 0 0"/>
                    <a:gd name="G2" fmla="+- 21600 0 0"/>
                    <a:gd name="T0" fmla="*/ 0 w 17436"/>
                    <a:gd name="T1" fmla="*/ 8851 h 21600"/>
                    <a:gd name="T2" fmla="*/ 17303 w 17436"/>
                    <a:gd name="T3" fmla="*/ 0 h 21600"/>
                    <a:gd name="T4" fmla="*/ 17436 w 1743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36" h="21600" fill="none" extrusionOk="0">
                      <a:moveTo>
                        <a:pt x="-1" y="8850"/>
                      </a:moveTo>
                      <a:cubicBezTo>
                        <a:pt x="4039" y="3325"/>
                        <a:pt x="10458" y="42"/>
                        <a:pt x="17303" y="0"/>
                      </a:cubicBezTo>
                    </a:path>
                    <a:path w="17436" h="21600" stroke="0" extrusionOk="0">
                      <a:moveTo>
                        <a:pt x="-1" y="8850"/>
                      </a:moveTo>
                      <a:cubicBezTo>
                        <a:pt x="4039" y="3325"/>
                        <a:pt x="10458" y="42"/>
                        <a:pt x="17303" y="0"/>
                      </a:cubicBezTo>
                      <a:lnTo>
                        <a:pt x="17436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69" name="Arc 209"/>
                <p:cNvSpPr>
                  <a:spLocks/>
                </p:cNvSpPr>
                <p:nvPr/>
              </p:nvSpPr>
              <p:spPr bwMode="auto">
                <a:xfrm>
                  <a:off x="3504" y="3305"/>
                  <a:ext cx="193" cy="198"/>
                </a:xfrm>
                <a:custGeom>
                  <a:avLst/>
                  <a:gdLst>
                    <a:gd name="G0" fmla="+- 0 0 0"/>
                    <a:gd name="G1" fmla="+- 110 0 0"/>
                    <a:gd name="G2" fmla="+- 21600 0 0"/>
                    <a:gd name="T0" fmla="*/ 21600 w 21600"/>
                    <a:gd name="T1" fmla="*/ 0 h 21710"/>
                    <a:gd name="T2" fmla="*/ 0 w 21600"/>
                    <a:gd name="T3" fmla="*/ 21710 h 21710"/>
                    <a:gd name="T4" fmla="*/ 0 w 21600"/>
                    <a:gd name="T5" fmla="*/ 110 h 217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10" fill="none" extrusionOk="0">
                      <a:moveTo>
                        <a:pt x="21599" y="0"/>
                      </a:moveTo>
                      <a:cubicBezTo>
                        <a:pt x="21599" y="36"/>
                        <a:pt x="21600" y="73"/>
                        <a:pt x="21600" y="110"/>
                      </a:cubicBezTo>
                      <a:cubicBezTo>
                        <a:pt x="21600" y="12039"/>
                        <a:pt x="11929" y="21709"/>
                        <a:pt x="0" y="21710"/>
                      </a:cubicBezTo>
                    </a:path>
                    <a:path w="21600" h="21710" stroke="0" extrusionOk="0">
                      <a:moveTo>
                        <a:pt x="21599" y="0"/>
                      </a:moveTo>
                      <a:cubicBezTo>
                        <a:pt x="21599" y="36"/>
                        <a:pt x="21600" y="73"/>
                        <a:pt x="21600" y="110"/>
                      </a:cubicBezTo>
                      <a:cubicBezTo>
                        <a:pt x="21600" y="12039"/>
                        <a:pt x="11929" y="21709"/>
                        <a:pt x="0" y="21710"/>
                      </a:cubicBezTo>
                      <a:lnTo>
                        <a:pt x="0" y="11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0" name="Arc 210"/>
                <p:cNvSpPr>
                  <a:spLocks/>
                </p:cNvSpPr>
                <p:nvPr/>
              </p:nvSpPr>
              <p:spPr bwMode="auto">
                <a:xfrm rot="6180000">
                  <a:off x="3740" y="3187"/>
                  <a:ext cx="144" cy="202"/>
                </a:xfrm>
                <a:custGeom>
                  <a:avLst/>
                  <a:gdLst>
                    <a:gd name="G0" fmla="+- 21600 0 0"/>
                    <a:gd name="G1" fmla="+- 107 0 0"/>
                    <a:gd name="G2" fmla="+- 21600 0 0"/>
                    <a:gd name="T0" fmla="*/ 21600 w 21600"/>
                    <a:gd name="T1" fmla="*/ 21707 h 21707"/>
                    <a:gd name="T2" fmla="*/ 0 w 21600"/>
                    <a:gd name="T3" fmla="*/ 0 h 21707"/>
                    <a:gd name="T4" fmla="*/ 21600 w 21600"/>
                    <a:gd name="T5" fmla="*/ 107 h 21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7" fill="none" extrusionOk="0">
                      <a:moveTo>
                        <a:pt x="21600" y="21707"/>
                      </a:moveTo>
                      <a:cubicBezTo>
                        <a:pt x="9670" y="21707"/>
                        <a:pt x="0" y="12036"/>
                        <a:pt x="0" y="107"/>
                      </a:cubicBezTo>
                      <a:cubicBezTo>
                        <a:pt x="-1" y="71"/>
                        <a:pt x="0" y="35"/>
                        <a:pt x="0" y="0"/>
                      </a:cubicBezTo>
                    </a:path>
                    <a:path w="21600" h="21707" stroke="0" extrusionOk="0">
                      <a:moveTo>
                        <a:pt x="21600" y="21707"/>
                      </a:moveTo>
                      <a:cubicBezTo>
                        <a:pt x="9670" y="21707"/>
                        <a:pt x="0" y="12036"/>
                        <a:pt x="0" y="107"/>
                      </a:cubicBezTo>
                      <a:cubicBezTo>
                        <a:pt x="-1" y="71"/>
                        <a:pt x="0" y="35"/>
                        <a:pt x="0" y="0"/>
                      </a:cubicBezTo>
                      <a:lnTo>
                        <a:pt x="21600" y="107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1" name="Arc 211"/>
                <p:cNvSpPr>
                  <a:spLocks/>
                </p:cNvSpPr>
                <p:nvPr/>
              </p:nvSpPr>
              <p:spPr bwMode="auto">
                <a:xfrm>
                  <a:off x="3898" y="3226"/>
                  <a:ext cx="138" cy="10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2" name="Arc 212"/>
                <p:cNvSpPr>
                  <a:spLocks/>
                </p:cNvSpPr>
                <p:nvPr/>
              </p:nvSpPr>
              <p:spPr bwMode="auto">
                <a:xfrm rot="10740000">
                  <a:off x="4042" y="3325"/>
                  <a:ext cx="117" cy="9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78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42" y="0"/>
                        <a:pt x="21477" y="9535"/>
                        <a:pt x="21598" y="21378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42" y="0"/>
                        <a:pt x="21477" y="9535"/>
                        <a:pt x="21598" y="2137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3" name="Arc 213"/>
                <p:cNvSpPr>
                  <a:spLocks/>
                </p:cNvSpPr>
                <p:nvPr/>
              </p:nvSpPr>
              <p:spPr bwMode="auto">
                <a:xfrm rot="10740000">
                  <a:off x="4142" y="3327"/>
                  <a:ext cx="168" cy="102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4" name="Arc 214"/>
                <p:cNvSpPr>
                  <a:spLocks/>
                </p:cNvSpPr>
                <p:nvPr/>
              </p:nvSpPr>
              <p:spPr bwMode="auto">
                <a:xfrm>
                  <a:off x="4339" y="3235"/>
                  <a:ext cx="169" cy="9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94" name="Group 234"/>
              <p:cNvGrpSpPr>
                <a:grpSpLocks/>
              </p:cNvGrpSpPr>
              <p:nvPr/>
            </p:nvGrpSpPr>
            <p:grpSpPr bwMode="auto">
              <a:xfrm>
                <a:off x="1637" y="2281"/>
                <a:ext cx="2734" cy="1246"/>
                <a:chOff x="1637" y="2281"/>
                <a:chExt cx="2734" cy="1246"/>
              </a:xfrm>
            </p:grpSpPr>
            <p:sp>
              <p:nvSpPr>
                <p:cNvPr id="15576" name="Arc 216"/>
                <p:cNvSpPr>
                  <a:spLocks/>
                </p:cNvSpPr>
                <p:nvPr/>
              </p:nvSpPr>
              <p:spPr bwMode="auto">
                <a:xfrm>
                  <a:off x="2857" y="2281"/>
                  <a:ext cx="161" cy="385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7" name="Line 217"/>
                <p:cNvSpPr>
                  <a:spLocks noChangeShapeType="1"/>
                </p:cNvSpPr>
                <p:nvPr/>
              </p:nvSpPr>
              <p:spPr bwMode="auto">
                <a:xfrm flipH="1">
                  <a:off x="2748" y="2638"/>
                  <a:ext cx="108" cy="7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8" name="Arc 218"/>
                <p:cNvSpPr>
                  <a:spLocks/>
                </p:cNvSpPr>
                <p:nvPr/>
              </p:nvSpPr>
              <p:spPr bwMode="auto">
                <a:xfrm rot="5460000">
                  <a:off x="2563" y="3301"/>
                  <a:ext cx="131" cy="278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488"/>
                    <a:gd name="T1" fmla="*/ 0 h 21600"/>
                    <a:gd name="T2" fmla="*/ 17488 w 17488"/>
                    <a:gd name="T3" fmla="*/ 8741 h 21600"/>
                    <a:gd name="T4" fmla="*/ 133 w 1748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88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6" y="0"/>
                        <a:pt x="13414" y="3242"/>
                        <a:pt x="17488" y="8740"/>
                      </a:cubicBezTo>
                    </a:path>
                    <a:path w="17488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76" y="0"/>
                        <a:pt x="13414" y="3242"/>
                        <a:pt x="17488" y="8740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79" name="Arc 219"/>
                <p:cNvSpPr>
                  <a:spLocks/>
                </p:cNvSpPr>
                <p:nvPr/>
              </p:nvSpPr>
              <p:spPr bwMode="auto">
                <a:xfrm>
                  <a:off x="2449" y="3311"/>
                  <a:ext cx="193" cy="216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0" name="Arc 220"/>
                <p:cNvSpPr>
                  <a:spLocks/>
                </p:cNvSpPr>
                <p:nvPr/>
              </p:nvSpPr>
              <p:spPr bwMode="auto">
                <a:xfrm rot="15420000">
                  <a:off x="2262" y="3162"/>
                  <a:ext cx="144" cy="222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1" name="Arc 221"/>
                <p:cNvSpPr>
                  <a:spLocks/>
                </p:cNvSpPr>
                <p:nvPr/>
              </p:nvSpPr>
              <p:spPr bwMode="auto">
                <a:xfrm>
                  <a:off x="2110" y="3197"/>
                  <a:ext cx="138" cy="117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415 h 21599"/>
                    <a:gd name="T2" fmla="*/ 21443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-1" y="21414"/>
                      </a:moveTo>
                      <a:cubicBezTo>
                        <a:pt x="100" y="9618"/>
                        <a:pt x="9646" y="84"/>
                        <a:pt x="21442" y="-1"/>
                      </a:cubicBezTo>
                    </a:path>
                    <a:path w="21599" h="21599" stroke="0" extrusionOk="0">
                      <a:moveTo>
                        <a:pt x="-1" y="21414"/>
                      </a:moveTo>
                      <a:cubicBezTo>
                        <a:pt x="100" y="9618"/>
                        <a:pt x="9646" y="84"/>
                        <a:pt x="21442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2" name="Arc 222"/>
                <p:cNvSpPr>
                  <a:spLocks/>
                </p:cNvSpPr>
                <p:nvPr/>
              </p:nvSpPr>
              <p:spPr bwMode="auto">
                <a:xfrm rot="10860000">
                  <a:off x="1987" y="3305"/>
                  <a:ext cx="117" cy="107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398 h 21599"/>
                    <a:gd name="T2" fmla="*/ 21415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-1" y="21397"/>
                      </a:moveTo>
                      <a:cubicBezTo>
                        <a:pt x="109" y="9619"/>
                        <a:pt x="9636" y="100"/>
                        <a:pt x="21414" y="-1"/>
                      </a:cubicBezTo>
                    </a:path>
                    <a:path w="21599" h="21599" stroke="0" extrusionOk="0">
                      <a:moveTo>
                        <a:pt x="-1" y="21397"/>
                      </a:moveTo>
                      <a:cubicBezTo>
                        <a:pt x="109" y="9619"/>
                        <a:pt x="9636" y="100"/>
                        <a:pt x="21414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3" name="Arc 223"/>
                <p:cNvSpPr>
                  <a:spLocks/>
                </p:cNvSpPr>
                <p:nvPr/>
              </p:nvSpPr>
              <p:spPr bwMode="auto">
                <a:xfrm rot="10860000">
                  <a:off x="1835" y="3306"/>
                  <a:ext cx="169" cy="112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4" name="Arc 224"/>
                <p:cNvSpPr>
                  <a:spLocks/>
                </p:cNvSpPr>
                <p:nvPr/>
              </p:nvSpPr>
              <p:spPr bwMode="auto">
                <a:xfrm>
                  <a:off x="1637" y="3205"/>
                  <a:ext cx="170" cy="99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5" name="Arc 225"/>
                <p:cNvSpPr>
                  <a:spLocks/>
                </p:cNvSpPr>
                <p:nvPr/>
              </p:nvSpPr>
              <p:spPr bwMode="auto">
                <a:xfrm>
                  <a:off x="2986" y="2289"/>
                  <a:ext cx="166" cy="38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6" name="Line 226"/>
                <p:cNvSpPr>
                  <a:spLocks noChangeShapeType="1"/>
                </p:cNvSpPr>
                <p:nvPr/>
              </p:nvSpPr>
              <p:spPr bwMode="auto">
                <a:xfrm>
                  <a:off x="3152" y="2647"/>
                  <a:ext cx="108" cy="73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7" name="Arc 227"/>
                <p:cNvSpPr>
                  <a:spLocks/>
                </p:cNvSpPr>
                <p:nvPr/>
              </p:nvSpPr>
              <p:spPr bwMode="auto">
                <a:xfrm rot="16140000">
                  <a:off x="3315" y="3310"/>
                  <a:ext cx="131" cy="278"/>
                </a:xfrm>
                <a:custGeom>
                  <a:avLst/>
                  <a:gdLst>
                    <a:gd name="G0" fmla="+- 17402 0 0"/>
                    <a:gd name="G1" fmla="+- 21600 0 0"/>
                    <a:gd name="G2" fmla="+- 21600 0 0"/>
                    <a:gd name="T0" fmla="*/ 0 w 17402"/>
                    <a:gd name="T1" fmla="*/ 8804 h 21600"/>
                    <a:gd name="T2" fmla="*/ 17269 w 17402"/>
                    <a:gd name="T3" fmla="*/ 0 h 21600"/>
                    <a:gd name="T4" fmla="*/ 17402 w 1740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02" h="21600" fill="none" extrusionOk="0">
                      <a:moveTo>
                        <a:pt x="0" y="8804"/>
                      </a:moveTo>
                      <a:cubicBezTo>
                        <a:pt x="4042" y="3306"/>
                        <a:pt x="10445" y="42"/>
                        <a:pt x="17269" y="0"/>
                      </a:cubicBezTo>
                    </a:path>
                    <a:path w="17402" h="21600" stroke="0" extrusionOk="0">
                      <a:moveTo>
                        <a:pt x="0" y="8804"/>
                      </a:moveTo>
                      <a:cubicBezTo>
                        <a:pt x="4042" y="3306"/>
                        <a:pt x="10445" y="42"/>
                        <a:pt x="17269" y="0"/>
                      </a:cubicBezTo>
                      <a:lnTo>
                        <a:pt x="17402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8" name="Arc 228"/>
                <p:cNvSpPr>
                  <a:spLocks/>
                </p:cNvSpPr>
                <p:nvPr/>
              </p:nvSpPr>
              <p:spPr bwMode="auto">
                <a:xfrm>
                  <a:off x="3367" y="3293"/>
                  <a:ext cx="193" cy="216"/>
                </a:xfrm>
                <a:custGeom>
                  <a:avLst/>
                  <a:gdLst>
                    <a:gd name="G0" fmla="+- 0 0 0"/>
                    <a:gd name="G1" fmla="+- 100 0 0"/>
                    <a:gd name="G2" fmla="+- 21600 0 0"/>
                    <a:gd name="T0" fmla="*/ 21600 w 21600"/>
                    <a:gd name="T1" fmla="*/ 0 h 21700"/>
                    <a:gd name="T2" fmla="*/ 0 w 21600"/>
                    <a:gd name="T3" fmla="*/ 21700 h 21700"/>
                    <a:gd name="T4" fmla="*/ 0 w 21600"/>
                    <a:gd name="T5" fmla="*/ 100 h 217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0" fill="none" extrusionOk="0">
                      <a:moveTo>
                        <a:pt x="21599" y="0"/>
                      </a:moveTo>
                      <a:cubicBezTo>
                        <a:pt x="21599" y="33"/>
                        <a:pt x="21600" y="66"/>
                        <a:pt x="21600" y="100"/>
                      </a:cubicBezTo>
                      <a:cubicBezTo>
                        <a:pt x="21600" y="12029"/>
                        <a:pt x="11929" y="21699"/>
                        <a:pt x="0" y="21700"/>
                      </a:cubicBezTo>
                    </a:path>
                    <a:path w="21600" h="21700" stroke="0" extrusionOk="0">
                      <a:moveTo>
                        <a:pt x="21599" y="0"/>
                      </a:moveTo>
                      <a:cubicBezTo>
                        <a:pt x="21599" y="33"/>
                        <a:pt x="21600" y="66"/>
                        <a:pt x="21600" y="100"/>
                      </a:cubicBezTo>
                      <a:cubicBezTo>
                        <a:pt x="21600" y="12029"/>
                        <a:pt x="11929" y="21699"/>
                        <a:pt x="0" y="21700"/>
                      </a:cubicBezTo>
                      <a:lnTo>
                        <a:pt x="0" y="1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89" name="Arc 229"/>
                <p:cNvSpPr>
                  <a:spLocks/>
                </p:cNvSpPr>
                <p:nvPr/>
              </p:nvSpPr>
              <p:spPr bwMode="auto">
                <a:xfrm rot="6180000">
                  <a:off x="3603" y="3162"/>
                  <a:ext cx="144" cy="222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0" name="Arc 230"/>
                <p:cNvSpPr>
                  <a:spLocks/>
                </p:cNvSpPr>
                <p:nvPr/>
              </p:nvSpPr>
              <p:spPr bwMode="auto">
                <a:xfrm>
                  <a:off x="3761" y="3205"/>
                  <a:ext cx="138" cy="11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1" name="Arc 231"/>
                <p:cNvSpPr>
                  <a:spLocks/>
                </p:cNvSpPr>
                <p:nvPr/>
              </p:nvSpPr>
              <p:spPr bwMode="auto">
                <a:xfrm rot="10740000">
                  <a:off x="3905" y="3313"/>
                  <a:ext cx="117" cy="108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399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50" y="0"/>
                        <a:pt x="21488" y="9548"/>
                        <a:pt x="21599" y="21398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50" y="0"/>
                        <a:pt x="21488" y="9548"/>
                        <a:pt x="21599" y="21398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2" name="Arc 232"/>
                <p:cNvSpPr>
                  <a:spLocks/>
                </p:cNvSpPr>
                <p:nvPr/>
              </p:nvSpPr>
              <p:spPr bwMode="auto">
                <a:xfrm rot="10740000">
                  <a:off x="4005" y="3316"/>
                  <a:ext cx="168" cy="112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3" name="Arc 233"/>
                <p:cNvSpPr>
                  <a:spLocks/>
                </p:cNvSpPr>
                <p:nvPr/>
              </p:nvSpPr>
              <p:spPr bwMode="auto">
                <a:xfrm>
                  <a:off x="4202" y="3214"/>
                  <a:ext cx="169" cy="100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83 h 21600"/>
                    <a:gd name="T2" fmla="*/ 21472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83"/>
                      </a:moveTo>
                      <a:cubicBezTo>
                        <a:pt x="118" y="9588"/>
                        <a:pt x="9676" y="69"/>
                        <a:pt x="21472" y="0"/>
                      </a:cubicBezTo>
                    </a:path>
                    <a:path w="21599" h="21600" stroke="0" extrusionOk="0">
                      <a:moveTo>
                        <a:pt x="0" y="21383"/>
                      </a:moveTo>
                      <a:cubicBezTo>
                        <a:pt x="118" y="9588"/>
                        <a:pt x="9676" y="69"/>
                        <a:pt x="21472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613" name="Group 253"/>
              <p:cNvGrpSpPr>
                <a:grpSpLocks/>
              </p:cNvGrpSpPr>
              <p:nvPr/>
            </p:nvGrpSpPr>
            <p:grpSpPr bwMode="auto">
              <a:xfrm>
                <a:off x="1493" y="2326"/>
                <a:ext cx="2733" cy="1184"/>
                <a:chOff x="1493" y="2326"/>
                <a:chExt cx="2733" cy="1184"/>
              </a:xfrm>
            </p:grpSpPr>
            <p:sp>
              <p:nvSpPr>
                <p:cNvPr id="15595" name="Arc 235"/>
                <p:cNvSpPr>
                  <a:spLocks/>
                </p:cNvSpPr>
                <p:nvPr/>
              </p:nvSpPr>
              <p:spPr bwMode="auto">
                <a:xfrm>
                  <a:off x="2712" y="2326"/>
                  <a:ext cx="161" cy="36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41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41"/>
                      </a:moveTo>
                      <a:cubicBezTo>
                        <a:pt x="32" y="9686"/>
                        <a:pt x="9612" y="73"/>
                        <a:pt x="21466" y="0"/>
                      </a:cubicBezTo>
                    </a:path>
                    <a:path w="21600" h="21600" stroke="0" extrusionOk="0">
                      <a:moveTo>
                        <a:pt x="0" y="21541"/>
                      </a:moveTo>
                      <a:cubicBezTo>
                        <a:pt x="32" y="9686"/>
                        <a:pt x="9612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6" name="Line 236"/>
                <p:cNvSpPr>
                  <a:spLocks noChangeShapeType="1"/>
                </p:cNvSpPr>
                <p:nvPr/>
              </p:nvSpPr>
              <p:spPr bwMode="auto">
                <a:xfrm flipH="1">
                  <a:off x="2603" y="2665"/>
                  <a:ext cx="108" cy="7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7" name="Arc 237"/>
                <p:cNvSpPr>
                  <a:spLocks/>
                </p:cNvSpPr>
                <p:nvPr/>
              </p:nvSpPr>
              <p:spPr bwMode="auto">
                <a:xfrm rot="5460000">
                  <a:off x="2418" y="3295"/>
                  <a:ext cx="131" cy="264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26"/>
                    <a:gd name="T1" fmla="*/ 0 h 21600"/>
                    <a:gd name="T2" fmla="*/ 17526 w 17526"/>
                    <a:gd name="T3" fmla="*/ 8792 h 21600"/>
                    <a:gd name="T4" fmla="*/ 133 w 175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26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8" y="0"/>
                        <a:pt x="13455" y="3263"/>
                        <a:pt x="17525" y="8792"/>
                      </a:cubicBezTo>
                    </a:path>
                    <a:path w="17526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98" y="0"/>
                        <a:pt x="13455" y="3263"/>
                        <a:pt x="17525" y="8792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8" name="Arc 238"/>
                <p:cNvSpPr>
                  <a:spLocks/>
                </p:cNvSpPr>
                <p:nvPr/>
              </p:nvSpPr>
              <p:spPr bwMode="auto">
                <a:xfrm>
                  <a:off x="2304" y="3305"/>
                  <a:ext cx="193" cy="205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99" name="Arc 239"/>
                <p:cNvSpPr>
                  <a:spLocks/>
                </p:cNvSpPr>
                <p:nvPr/>
              </p:nvSpPr>
              <p:spPr bwMode="auto">
                <a:xfrm rot="15420000">
                  <a:off x="2117" y="3162"/>
                  <a:ext cx="144" cy="212"/>
                </a:xfrm>
                <a:custGeom>
                  <a:avLst/>
                  <a:gdLst>
                    <a:gd name="G0" fmla="+- 0 0 0"/>
                    <a:gd name="G1" fmla="+- 103 0 0"/>
                    <a:gd name="G2" fmla="+- 21600 0 0"/>
                    <a:gd name="T0" fmla="*/ 21600 w 21600"/>
                    <a:gd name="T1" fmla="*/ 0 h 21703"/>
                    <a:gd name="T2" fmla="*/ 0 w 21600"/>
                    <a:gd name="T3" fmla="*/ 21703 h 21703"/>
                    <a:gd name="T4" fmla="*/ 0 w 21600"/>
                    <a:gd name="T5" fmla="*/ 103 h 217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3" fill="none" extrusionOk="0">
                      <a:moveTo>
                        <a:pt x="21599" y="0"/>
                      </a:moveTo>
                      <a:cubicBezTo>
                        <a:pt x="21599" y="34"/>
                        <a:pt x="21600" y="68"/>
                        <a:pt x="21600" y="103"/>
                      </a:cubicBezTo>
                      <a:cubicBezTo>
                        <a:pt x="21600" y="12032"/>
                        <a:pt x="11929" y="21702"/>
                        <a:pt x="0" y="21703"/>
                      </a:cubicBezTo>
                    </a:path>
                    <a:path w="21600" h="21703" stroke="0" extrusionOk="0">
                      <a:moveTo>
                        <a:pt x="21599" y="0"/>
                      </a:moveTo>
                      <a:cubicBezTo>
                        <a:pt x="21599" y="34"/>
                        <a:pt x="21600" y="68"/>
                        <a:pt x="21600" y="103"/>
                      </a:cubicBezTo>
                      <a:cubicBezTo>
                        <a:pt x="21600" y="12032"/>
                        <a:pt x="11929" y="21702"/>
                        <a:pt x="0" y="21703"/>
                      </a:cubicBezTo>
                      <a:lnTo>
                        <a:pt x="0" y="10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0" name="Arc 240"/>
                <p:cNvSpPr>
                  <a:spLocks/>
                </p:cNvSpPr>
                <p:nvPr/>
              </p:nvSpPr>
              <p:spPr bwMode="auto">
                <a:xfrm>
                  <a:off x="1965" y="3195"/>
                  <a:ext cx="138" cy="112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1" name="Arc 241"/>
                <p:cNvSpPr>
                  <a:spLocks/>
                </p:cNvSpPr>
                <p:nvPr/>
              </p:nvSpPr>
              <p:spPr bwMode="auto">
                <a:xfrm rot="10860000">
                  <a:off x="1842" y="3298"/>
                  <a:ext cx="117" cy="102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2" name="Arc 242"/>
                <p:cNvSpPr>
                  <a:spLocks/>
                </p:cNvSpPr>
                <p:nvPr/>
              </p:nvSpPr>
              <p:spPr bwMode="auto">
                <a:xfrm rot="10860000">
                  <a:off x="1691" y="3300"/>
                  <a:ext cx="169" cy="107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7"/>
                    <a:gd name="T1" fmla="*/ 0 h 21600"/>
                    <a:gd name="T2" fmla="*/ 21727 w 21727"/>
                    <a:gd name="T3" fmla="*/ 21397 h 21600"/>
                    <a:gd name="T4" fmla="*/ 128 w 2172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7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8" y="0"/>
                        <a:pt x="21615" y="9547"/>
                        <a:pt x="21727" y="21396"/>
                      </a:cubicBezTo>
                    </a:path>
                    <a:path w="21727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8" y="0"/>
                        <a:pt x="21615" y="9547"/>
                        <a:pt x="21727" y="21396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3" name="Arc 243"/>
                <p:cNvSpPr>
                  <a:spLocks/>
                </p:cNvSpPr>
                <p:nvPr/>
              </p:nvSpPr>
              <p:spPr bwMode="auto">
                <a:xfrm>
                  <a:off x="1493" y="3204"/>
                  <a:ext cx="170" cy="95"/>
                </a:xfrm>
                <a:custGeom>
                  <a:avLst/>
                  <a:gdLst>
                    <a:gd name="G0" fmla="+- 127 0 0"/>
                    <a:gd name="G1" fmla="+- 21600 0 0"/>
                    <a:gd name="G2" fmla="+- 21600 0 0"/>
                    <a:gd name="T0" fmla="*/ 0 w 21726"/>
                    <a:gd name="T1" fmla="*/ 0 h 21600"/>
                    <a:gd name="T2" fmla="*/ 21726 w 21726"/>
                    <a:gd name="T3" fmla="*/ 21371 h 21600"/>
                    <a:gd name="T4" fmla="*/ 127 w 217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6" h="21600" fill="none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7" y="0"/>
                        <a:pt x="21600" y="9531"/>
                        <a:pt x="21725" y="21371"/>
                      </a:cubicBezTo>
                    </a:path>
                    <a:path w="21726" h="21600" stroke="0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7" y="0"/>
                        <a:pt x="21600" y="9531"/>
                        <a:pt x="21725" y="21371"/>
                      </a:cubicBezTo>
                      <a:lnTo>
                        <a:pt x="127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4" name="Arc 244"/>
                <p:cNvSpPr>
                  <a:spLocks/>
                </p:cNvSpPr>
                <p:nvPr/>
              </p:nvSpPr>
              <p:spPr bwMode="auto">
                <a:xfrm>
                  <a:off x="2841" y="2334"/>
                  <a:ext cx="166" cy="367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541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06" y="0"/>
                        <a:pt x="21567" y="9634"/>
                        <a:pt x="21599" y="21541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06" y="0"/>
                        <a:pt x="21567" y="9634"/>
                        <a:pt x="21599" y="2154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5" name="Line 245"/>
                <p:cNvSpPr>
                  <a:spLocks noChangeShapeType="1"/>
                </p:cNvSpPr>
                <p:nvPr/>
              </p:nvSpPr>
              <p:spPr bwMode="auto">
                <a:xfrm>
                  <a:off x="3007" y="2674"/>
                  <a:ext cx="108" cy="69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6" name="Arc 246"/>
                <p:cNvSpPr>
                  <a:spLocks/>
                </p:cNvSpPr>
                <p:nvPr/>
              </p:nvSpPr>
              <p:spPr bwMode="auto">
                <a:xfrm rot="16140000">
                  <a:off x="3170" y="3303"/>
                  <a:ext cx="131" cy="264"/>
                </a:xfrm>
                <a:custGeom>
                  <a:avLst/>
                  <a:gdLst>
                    <a:gd name="G0" fmla="+- 17440 0 0"/>
                    <a:gd name="G1" fmla="+- 21600 0 0"/>
                    <a:gd name="G2" fmla="+- 21600 0 0"/>
                    <a:gd name="T0" fmla="*/ 0 w 17440"/>
                    <a:gd name="T1" fmla="*/ 8856 h 21600"/>
                    <a:gd name="T2" fmla="*/ 17307 w 17440"/>
                    <a:gd name="T3" fmla="*/ 0 h 21600"/>
                    <a:gd name="T4" fmla="*/ 17440 w 1744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40" h="21600" fill="none" extrusionOk="0">
                      <a:moveTo>
                        <a:pt x="0" y="8856"/>
                      </a:moveTo>
                      <a:cubicBezTo>
                        <a:pt x="4039" y="3328"/>
                        <a:pt x="10460" y="42"/>
                        <a:pt x="17307" y="0"/>
                      </a:cubicBezTo>
                    </a:path>
                    <a:path w="17440" h="21600" stroke="0" extrusionOk="0">
                      <a:moveTo>
                        <a:pt x="0" y="8856"/>
                      </a:moveTo>
                      <a:cubicBezTo>
                        <a:pt x="4039" y="3328"/>
                        <a:pt x="10460" y="42"/>
                        <a:pt x="17307" y="0"/>
                      </a:cubicBezTo>
                      <a:lnTo>
                        <a:pt x="1744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7" name="Arc 247"/>
                <p:cNvSpPr>
                  <a:spLocks/>
                </p:cNvSpPr>
                <p:nvPr/>
              </p:nvSpPr>
              <p:spPr bwMode="auto">
                <a:xfrm>
                  <a:off x="3222" y="3287"/>
                  <a:ext cx="193" cy="206"/>
                </a:xfrm>
                <a:custGeom>
                  <a:avLst/>
                  <a:gdLst>
                    <a:gd name="G0" fmla="+- 0 0 0"/>
                    <a:gd name="G1" fmla="+- 106 0 0"/>
                    <a:gd name="G2" fmla="+- 21600 0 0"/>
                    <a:gd name="T0" fmla="*/ 21600 w 21600"/>
                    <a:gd name="T1" fmla="*/ 0 h 21706"/>
                    <a:gd name="T2" fmla="*/ 0 w 21600"/>
                    <a:gd name="T3" fmla="*/ 21706 h 21706"/>
                    <a:gd name="T4" fmla="*/ 0 w 21600"/>
                    <a:gd name="T5" fmla="*/ 106 h 217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6" fill="none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</a:path>
                    <a:path w="21600" h="21706" stroke="0" extrusionOk="0">
                      <a:moveTo>
                        <a:pt x="21599" y="0"/>
                      </a:moveTo>
                      <a:cubicBezTo>
                        <a:pt x="21599" y="35"/>
                        <a:pt x="21600" y="70"/>
                        <a:pt x="21600" y="106"/>
                      </a:cubicBezTo>
                      <a:cubicBezTo>
                        <a:pt x="21600" y="12035"/>
                        <a:pt x="11929" y="21705"/>
                        <a:pt x="0" y="21706"/>
                      </a:cubicBezTo>
                      <a:lnTo>
                        <a:pt x="0" y="106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8" name="Arc 248"/>
                <p:cNvSpPr>
                  <a:spLocks/>
                </p:cNvSpPr>
                <p:nvPr/>
              </p:nvSpPr>
              <p:spPr bwMode="auto">
                <a:xfrm rot="6180000">
                  <a:off x="3458" y="3162"/>
                  <a:ext cx="144" cy="212"/>
                </a:xfrm>
                <a:custGeom>
                  <a:avLst/>
                  <a:gdLst>
                    <a:gd name="G0" fmla="+- 21600 0 0"/>
                    <a:gd name="G1" fmla="+- 103 0 0"/>
                    <a:gd name="G2" fmla="+- 21600 0 0"/>
                    <a:gd name="T0" fmla="*/ 21600 w 21600"/>
                    <a:gd name="T1" fmla="*/ 21703 h 21703"/>
                    <a:gd name="T2" fmla="*/ 0 w 21600"/>
                    <a:gd name="T3" fmla="*/ 0 h 21703"/>
                    <a:gd name="T4" fmla="*/ 21600 w 21600"/>
                    <a:gd name="T5" fmla="*/ 103 h 217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3" fill="none" extrusionOk="0">
                      <a:moveTo>
                        <a:pt x="21600" y="21703"/>
                      </a:moveTo>
                      <a:cubicBezTo>
                        <a:pt x="9670" y="21703"/>
                        <a:pt x="0" y="12032"/>
                        <a:pt x="0" y="103"/>
                      </a:cubicBezTo>
                      <a:cubicBezTo>
                        <a:pt x="-1" y="68"/>
                        <a:pt x="0" y="34"/>
                        <a:pt x="0" y="0"/>
                      </a:cubicBezTo>
                    </a:path>
                    <a:path w="21600" h="21703" stroke="0" extrusionOk="0">
                      <a:moveTo>
                        <a:pt x="21600" y="21703"/>
                      </a:moveTo>
                      <a:cubicBezTo>
                        <a:pt x="9670" y="21703"/>
                        <a:pt x="0" y="12032"/>
                        <a:pt x="0" y="103"/>
                      </a:cubicBezTo>
                      <a:cubicBezTo>
                        <a:pt x="-1" y="68"/>
                        <a:pt x="0" y="34"/>
                        <a:pt x="0" y="0"/>
                      </a:cubicBezTo>
                      <a:lnTo>
                        <a:pt x="21600" y="10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09" name="Arc 249"/>
                <p:cNvSpPr>
                  <a:spLocks/>
                </p:cNvSpPr>
                <p:nvPr/>
              </p:nvSpPr>
              <p:spPr bwMode="auto">
                <a:xfrm>
                  <a:off x="3616" y="3204"/>
                  <a:ext cx="138" cy="11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0" name="Arc 250"/>
                <p:cNvSpPr>
                  <a:spLocks/>
                </p:cNvSpPr>
                <p:nvPr/>
              </p:nvSpPr>
              <p:spPr bwMode="auto">
                <a:xfrm rot="10740000">
                  <a:off x="3760" y="3307"/>
                  <a:ext cx="117" cy="10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1" name="Arc 251"/>
                <p:cNvSpPr>
                  <a:spLocks/>
                </p:cNvSpPr>
                <p:nvPr/>
              </p:nvSpPr>
              <p:spPr bwMode="auto">
                <a:xfrm rot="10740000">
                  <a:off x="3860" y="3309"/>
                  <a:ext cx="168" cy="107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97 h 21600"/>
                    <a:gd name="T2" fmla="*/ 21471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21396"/>
                      </a:moveTo>
                      <a:cubicBezTo>
                        <a:pt x="110" y="9597"/>
                        <a:pt x="9670" y="70"/>
                        <a:pt x="21471" y="0"/>
                      </a:cubicBezTo>
                    </a:path>
                    <a:path w="21599" h="21600" stroke="0" extrusionOk="0">
                      <a:moveTo>
                        <a:pt x="-1" y="21396"/>
                      </a:moveTo>
                      <a:cubicBezTo>
                        <a:pt x="110" y="9597"/>
                        <a:pt x="9670" y="70"/>
                        <a:pt x="21471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2" name="Arc 252"/>
                <p:cNvSpPr>
                  <a:spLocks/>
                </p:cNvSpPr>
                <p:nvPr/>
              </p:nvSpPr>
              <p:spPr bwMode="auto">
                <a:xfrm>
                  <a:off x="4057" y="3213"/>
                  <a:ext cx="169" cy="95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371 h 21600"/>
                    <a:gd name="T2" fmla="*/ 21472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0" y="21371"/>
                      </a:moveTo>
                      <a:cubicBezTo>
                        <a:pt x="125" y="9581"/>
                        <a:pt x="9681" y="69"/>
                        <a:pt x="21472" y="0"/>
                      </a:cubicBezTo>
                    </a:path>
                    <a:path w="21599" h="21600" stroke="0" extrusionOk="0">
                      <a:moveTo>
                        <a:pt x="0" y="21371"/>
                      </a:moveTo>
                      <a:cubicBezTo>
                        <a:pt x="125" y="9581"/>
                        <a:pt x="9681" y="69"/>
                        <a:pt x="21472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632" name="Group 272"/>
              <p:cNvGrpSpPr>
                <a:grpSpLocks/>
              </p:cNvGrpSpPr>
              <p:nvPr/>
            </p:nvGrpSpPr>
            <p:grpSpPr bwMode="auto">
              <a:xfrm>
                <a:off x="1348" y="2417"/>
                <a:ext cx="2734" cy="1068"/>
                <a:chOff x="1348" y="2417"/>
                <a:chExt cx="2734" cy="1068"/>
              </a:xfrm>
            </p:grpSpPr>
            <p:sp>
              <p:nvSpPr>
                <p:cNvPr id="15614" name="Arc 254"/>
                <p:cNvSpPr>
                  <a:spLocks/>
                </p:cNvSpPr>
                <p:nvPr/>
              </p:nvSpPr>
              <p:spPr bwMode="auto">
                <a:xfrm>
                  <a:off x="2568" y="2417"/>
                  <a:ext cx="161" cy="330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2"/>
                        <a:pt x="9589" y="74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5" name="Line 255"/>
                <p:cNvSpPr>
                  <a:spLocks noChangeShapeType="1"/>
                </p:cNvSpPr>
                <p:nvPr/>
              </p:nvSpPr>
              <p:spPr bwMode="auto">
                <a:xfrm flipH="1">
                  <a:off x="2459" y="2723"/>
                  <a:ext cx="108" cy="6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6" name="Arc 256"/>
                <p:cNvSpPr>
                  <a:spLocks/>
                </p:cNvSpPr>
                <p:nvPr/>
              </p:nvSpPr>
              <p:spPr bwMode="auto">
                <a:xfrm rot="5460000">
                  <a:off x="2274" y="3291"/>
                  <a:ext cx="131" cy="238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510"/>
                    <a:gd name="T1" fmla="*/ 0 h 21600"/>
                    <a:gd name="T2" fmla="*/ 17510 w 17510"/>
                    <a:gd name="T3" fmla="*/ 8771 h 21600"/>
                    <a:gd name="T4" fmla="*/ 133 w 1751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510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89" y="0"/>
                        <a:pt x="13438" y="3254"/>
                        <a:pt x="17510" y="8770"/>
                      </a:cubicBezTo>
                    </a:path>
                    <a:path w="17510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89" y="0"/>
                        <a:pt x="13438" y="3254"/>
                        <a:pt x="17510" y="8770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7" name="Arc 257"/>
                <p:cNvSpPr>
                  <a:spLocks/>
                </p:cNvSpPr>
                <p:nvPr/>
              </p:nvSpPr>
              <p:spPr bwMode="auto">
                <a:xfrm>
                  <a:off x="2160" y="3300"/>
                  <a:ext cx="193" cy="185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8" name="Arc 258"/>
                <p:cNvSpPr>
                  <a:spLocks/>
                </p:cNvSpPr>
                <p:nvPr/>
              </p:nvSpPr>
              <p:spPr bwMode="auto">
                <a:xfrm rot="15420000">
                  <a:off x="1973" y="3172"/>
                  <a:ext cx="144" cy="190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19" name="Arc 259"/>
                <p:cNvSpPr>
                  <a:spLocks/>
                </p:cNvSpPr>
                <p:nvPr/>
              </p:nvSpPr>
              <p:spPr bwMode="auto">
                <a:xfrm>
                  <a:off x="1821" y="3201"/>
                  <a:ext cx="138" cy="101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43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30"/>
                        <a:pt x="9575" y="85"/>
                        <a:pt x="21442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0" name="Arc 260"/>
                <p:cNvSpPr>
                  <a:spLocks/>
                </p:cNvSpPr>
                <p:nvPr/>
              </p:nvSpPr>
              <p:spPr bwMode="auto">
                <a:xfrm rot="10860000">
                  <a:off x="1698" y="3294"/>
                  <a:ext cx="117" cy="92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1" name="Arc 261"/>
                <p:cNvSpPr>
                  <a:spLocks/>
                </p:cNvSpPr>
                <p:nvPr/>
              </p:nvSpPr>
              <p:spPr bwMode="auto">
                <a:xfrm rot="10860000">
                  <a:off x="1546" y="3296"/>
                  <a:ext cx="169" cy="96"/>
                </a:xfrm>
                <a:custGeom>
                  <a:avLst/>
                  <a:gdLst>
                    <a:gd name="G0" fmla="+- 129 0 0"/>
                    <a:gd name="G1" fmla="+- 21600 0 0"/>
                    <a:gd name="G2" fmla="+- 21600 0 0"/>
                    <a:gd name="T0" fmla="*/ 0 w 21729"/>
                    <a:gd name="T1" fmla="*/ 0 h 21600"/>
                    <a:gd name="T2" fmla="*/ 21729 w 21729"/>
                    <a:gd name="T3" fmla="*/ 21600 h 21600"/>
                    <a:gd name="T4" fmla="*/ 129 w 2172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9" h="21600" fill="none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</a:path>
                    <a:path w="21729" h="21600" stroke="0" extrusionOk="0">
                      <a:moveTo>
                        <a:pt x="0" y="0"/>
                      </a:moveTo>
                      <a:cubicBezTo>
                        <a:pt x="43" y="0"/>
                        <a:pt x="86" y="-1"/>
                        <a:pt x="129" y="0"/>
                      </a:cubicBezTo>
                      <a:cubicBezTo>
                        <a:pt x="12058" y="0"/>
                        <a:pt x="21729" y="9670"/>
                        <a:pt x="21729" y="21600"/>
                      </a:cubicBezTo>
                      <a:lnTo>
                        <a:pt x="12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2" name="Arc 262"/>
                <p:cNvSpPr>
                  <a:spLocks/>
                </p:cNvSpPr>
                <p:nvPr/>
              </p:nvSpPr>
              <p:spPr bwMode="auto">
                <a:xfrm>
                  <a:off x="1348" y="3209"/>
                  <a:ext cx="170" cy="85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8"/>
                    <a:gd name="T1" fmla="*/ 0 h 21600"/>
                    <a:gd name="T2" fmla="*/ 21728 w 21728"/>
                    <a:gd name="T3" fmla="*/ 21600 h 21600"/>
                    <a:gd name="T4" fmla="*/ 128 w 2172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8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</a:path>
                    <a:path w="21728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2057" y="0"/>
                        <a:pt x="21728" y="9670"/>
                        <a:pt x="21728" y="216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3" name="Arc 263"/>
                <p:cNvSpPr>
                  <a:spLocks/>
                </p:cNvSpPr>
                <p:nvPr/>
              </p:nvSpPr>
              <p:spPr bwMode="auto">
                <a:xfrm>
                  <a:off x="2697" y="2424"/>
                  <a:ext cx="166" cy="331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4" name="Line 264"/>
                <p:cNvSpPr>
                  <a:spLocks noChangeShapeType="1"/>
                </p:cNvSpPr>
                <p:nvPr/>
              </p:nvSpPr>
              <p:spPr bwMode="auto">
                <a:xfrm>
                  <a:off x="2863" y="2731"/>
                  <a:ext cx="108" cy="63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5" name="Arc 265"/>
                <p:cNvSpPr>
                  <a:spLocks/>
                </p:cNvSpPr>
                <p:nvPr/>
              </p:nvSpPr>
              <p:spPr bwMode="auto">
                <a:xfrm rot="16140000">
                  <a:off x="3026" y="3299"/>
                  <a:ext cx="131" cy="238"/>
                </a:xfrm>
                <a:custGeom>
                  <a:avLst/>
                  <a:gdLst>
                    <a:gd name="G0" fmla="+- 17424 0 0"/>
                    <a:gd name="G1" fmla="+- 21600 0 0"/>
                    <a:gd name="G2" fmla="+- 21600 0 0"/>
                    <a:gd name="T0" fmla="*/ 0 w 17424"/>
                    <a:gd name="T1" fmla="*/ 8834 h 21600"/>
                    <a:gd name="T2" fmla="*/ 17291 w 17424"/>
                    <a:gd name="T3" fmla="*/ 0 h 21600"/>
                    <a:gd name="T4" fmla="*/ 17424 w 17424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24" h="21600" fill="none" extrusionOk="0">
                      <a:moveTo>
                        <a:pt x="0" y="8834"/>
                      </a:moveTo>
                      <a:cubicBezTo>
                        <a:pt x="4040" y="3318"/>
                        <a:pt x="10454" y="42"/>
                        <a:pt x="17291" y="0"/>
                      </a:cubicBezTo>
                    </a:path>
                    <a:path w="17424" h="21600" stroke="0" extrusionOk="0">
                      <a:moveTo>
                        <a:pt x="0" y="8834"/>
                      </a:moveTo>
                      <a:cubicBezTo>
                        <a:pt x="4040" y="3318"/>
                        <a:pt x="10454" y="42"/>
                        <a:pt x="17291" y="0"/>
                      </a:cubicBezTo>
                      <a:lnTo>
                        <a:pt x="17424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6" name="Arc 266"/>
                <p:cNvSpPr>
                  <a:spLocks/>
                </p:cNvSpPr>
                <p:nvPr/>
              </p:nvSpPr>
              <p:spPr bwMode="auto">
                <a:xfrm>
                  <a:off x="3078" y="3284"/>
                  <a:ext cx="193" cy="185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7" name="Arc 267"/>
                <p:cNvSpPr>
                  <a:spLocks/>
                </p:cNvSpPr>
                <p:nvPr/>
              </p:nvSpPr>
              <p:spPr bwMode="auto">
                <a:xfrm rot="6180000">
                  <a:off x="3314" y="3172"/>
                  <a:ext cx="144" cy="190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8" name="Arc 268"/>
                <p:cNvSpPr>
                  <a:spLocks/>
                </p:cNvSpPr>
                <p:nvPr/>
              </p:nvSpPr>
              <p:spPr bwMode="auto">
                <a:xfrm>
                  <a:off x="3472" y="3209"/>
                  <a:ext cx="138" cy="101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29" name="Arc 269"/>
                <p:cNvSpPr>
                  <a:spLocks/>
                </p:cNvSpPr>
                <p:nvPr/>
              </p:nvSpPr>
              <p:spPr bwMode="auto">
                <a:xfrm rot="10740000">
                  <a:off x="3616" y="3302"/>
                  <a:ext cx="117" cy="92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0" name="Arc 270"/>
                <p:cNvSpPr>
                  <a:spLocks/>
                </p:cNvSpPr>
                <p:nvPr/>
              </p:nvSpPr>
              <p:spPr bwMode="auto">
                <a:xfrm rot="10740000">
                  <a:off x="3716" y="3304"/>
                  <a:ext cx="168" cy="9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1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1"/>
                        <a:pt x="2147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1" name="Arc 271"/>
                <p:cNvSpPr>
                  <a:spLocks/>
                </p:cNvSpPr>
                <p:nvPr/>
              </p:nvSpPr>
              <p:spPr bwMode="auto">
                <a:xfrm>
                  <a:off x="3913" y="3217"/>
                  <a:ext cx="169" cy="85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651" name="Group 291"/>
              <p:cNvGrpSpPr>
                <a:grpSpLocks/>
              </p:cNvGrpSpPr>
              <p:nvPr/>
            </p:nvGrpSpPr>
            <p:grpSpPr bwMode="auto">
              <a:xfrm>
                <a:off x="2322" y="2341"/>
                <a:ext cx="2733" cy="1210"/>
                <a:chOff x="2322" y="2341"/>
                <a:chExt cx="2733" cy="1210"/>
              </a:xfrm>
            </p:grpSpPr>
            <p:sp>
              <p:nvSpPr>
                <p:cNvPr id="15633" name="Arc 273"/>
                <p:cNvSpPr>
                  <a:spLocks/>
                </p:cNvSpPr>
                <p:nvPr/>
              </p:nvSpPr>
              <p:spPr bwMode="auto">
                <a:xfrm>
                  <a:off x="3541" y="2341"/>
                  <a:ext cx="161" cy="374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542 h 21600"/>
                    <a:gd name="T2" fmla="*/ 21466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542"/>
                      </a:moveTo>
                      <a:cubicBezTo>
                        <a:pt x="31" y="9687"/>
                        <a:pt x="9611" y="73"/>
                        <a:pt x="21466" y="0"/>
                      </a:cubicBezTo>
                    </a:path>
                    <a:path w="21600" h="21600" stroke="0" extrusionOk="0">
                      <a:moveTo>
                        <a:pt x="0" y="21542"/>
                      </a:moveTo>
                      <a:cubicBezTo>
                        <a:pt x="31" y="9687"/>
                        <a:pt x="9611" y="73"/>
                        <a:pt x="21466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4" name="Line 274"/>
                <p:cNvSpPr>
                  <a:spLocks noChangeShapeType="1"/>
                </p:cNvSpPr>
                <p:nvPr/>
              </p:nvSpPr>
              <p:spPr bwMode="auto">
                <a:xfrm flipH="1">
                  <a:off x="3432" y="2687"/>
                  <a:ext cx="108" cy="71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5" name="Arc 275"/>
                <p:cNvSpPr>
                  <a:spLocks/>
                </p:cNvSpPr>
                <p:nvPr/>
              </p:nvSpPr>
              <p:spPr bwMode="auto">
                <a:xfrm rot="5460000">
                  <a:off x="3247" y="3330"/>
                  <a:ext cx="131" cy="270"/>
                </a:xfrm>
                <a:custGeom>
                  <a:avLst/>
                  <a:gdLst>
                    <a:gd name="G0" fmla="+- 133 0 0"/>
                    <a:gd name="G1" fmla="+- 21600 0 0"/>
                    <a:gd name="G2" fmla="+- 21600 0 0"/>
                    <a:gd name="T0" fmla="*/ 0 w 17497"/>
                    <a:gd name="T1" fmla="*/ 0 h 21600"/>
                    <a:gd name="T2" fmla="*/ 17497 w 17497"/>
                    <a:gd name="T3" fmla="*/ 8753 h 21600"/>
                    <a:gd name="T4" fmla="*/ 133 w 1749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97" h="21600" fill="none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81" y="0"/>
                        <a:pt x="13423" y="3247"/>
                        <a:pt x="17497" y="8752"/>
                      </a:cubicBezTo>
                    </a:path>
                    <a:path w="17497" h="21600" stroke="0" extrusionOk="0">
                      <a:moveTo>
                        <a:pt x="0" y="0"/>
                      </a:moveTo>
                      <a:cubicBezTo>
                        <a:pt x="44" y="0"/>
                        <a:pt x="88" y="-1"/>
                        <a:pt x="133" y="0"/>
                      </a:cubicBezTo>
                      <a:cubicBezTo>
                        <a:pt x="6981" y="0"/>
                        <a:pt x="13423" y="3247"/>
                        <a:pt x="17497" y="8752"/>
                      </a:cubicBezTo>
                      <a:lnTo>
                        <a:pt x="133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6" name="Arc 276"/>
                <p:cNvSpPr>
                  <a:spLocks/>
                </p:cNvSpPr>
                <p:nvPr/>
              </p:nvSpPr>
              <p:spPr bwMode="auto">
                <a:xfrm>
                  <a:off x="3133" y="3341"/>
                  <a:ext cx="193" cy="210"/>
                </a:xfrm>
                <a:custGeom>
                  <a:avLst/>
                  <a:gdLst>
                    <a:gd name="G0" fmla="+- 21600 0 0"/>
                    <a:gd name="G1" fmla="+- 103 0 0"/>
                    <a:gd name="G2" fmla="+- 21600 0 0"/>
                    <a:gd name="T0" fmla="*/ 21600 w 21600"/>
                    <a:gd name="T1" fmla="*/ 21703 h 21703"/>
                    <a:gd name="T2" fmla="*/ 0 w 21600"/>
                    <a:gd name="T3" fmla="*/ 0 h 21703"/>
                    <a:gd name="T4" fmla="*/ 21600 w 21600"/>
                    <a:gd name="T5" fmla="*/ 103 h 217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3" fill="none" extrusionOk="0">
                      <a:moveTo>
                        <a:pt x="21600" y="21703"/>
                      </a:moveTo>
                      <a:cubicBezTo>
                        <a:pt x="9670" y="21703"/>
                        <a:pt x="0" y="12032"/>
                        <a:pt x="0" y="103"/>
                      </a:cubicBezTo>
                      <a:cubicBezTo>
                        <a:pt x="-1" y="68"/>
                        <a:pt x="0" y="34"/>
                        <a:pt x="0" y="0"/>
                      </a:cubicBezTo>
                    </a:path>
                    <a:path w="21600" h="21703" stroke="0" extrusionOk="0">
                      <a:moveTo>
                        <a:pt x="21600" y="21703"/>
                      </a:moveTo>
                      <a:cubicBezTo>
                        <a:pt x="9670" y="21703"/>
                        <a:pt x="0" y="12032"/>
                        <a:pt x="0" y="103"/>
                      </a:cubicBezTo>
                      <a:cubicBezTo>
                        <a:pt x="-1" y="68"/>
                        <a:pt x="0" y="34"/>
                        <a:pt x="0" y="0"/>
                      </a:cubicBezTo>
                      <a:lnTo>
                        <a:pt x="21600" y="10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7" name="Arc 277"/>
                <p:cNvSpPr>
                  <a:spLocks/>
                </p:cNvSpPr>
                <p:nvPr/>
              </p:nvSpPr>
              <p:spPr bwMode="auto">
                <a:xfrm rot="15420000">
                  <a:off x="2946" y="3196"/>
                  <a:ext cx="144" cy="215"/>
                </a:xfrm>
                <a:custGeom>
                  <a:avLst/>
                  <a:gdLst>
                    <a:gd name="G0" fmla="+- 0 0 0"/>
                    <a:gd name="G1" fmla="+- 0 0 0"/>
                    <a:gd name="G2" fmla="+- 21600 0 0"/>
                    <a:gd name="T0" fmla="*/ 21600 w 21600"/>
                    <a:gd name="T1" fmla="*/ 0 h 21600"/>
                    <a:gd name="T2" fmla="*/ 0 w 21600"/>
                    <a:gd name="T3" fmla="*/ 21600 h 21600"/>
                    <a:gd name="T4" fmla="*/ 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8" name="Arc 278"/>
                <p:cNvSpPr>
                  <a:spLocks/>
                </p:cNvSpPr>
                <p:nvPr/>
              </p:nvSpPr>
              <p:spPr bwMode="auto">
                <a:xfrm>
                  <a:off x="2794" y="3229"/>
                  <a:ext cx="138" cy="114"/>
                </a:xfrm>
                <a:custGeom>
                  <a:avLst/>
                  <a:gdLst>
                    <a:gd name="G0" fmla="+- 21599 0 0"/>
                    <a:gd name="G1" fmla="+- 21599 0 0"/>
                    <a:gd name="G2" fmla="+- 21600 0 0"/>
                    <a:gd name="T0" fmla="*/ 0 w 21599"/>
                    <a:gd name="T1" fmla="*/ 21410 h 21599"/>
                    <a:gd name="T2" fmla="*/ 21443 w 21599"/>
                    <a:gd name="T3" fmla="*/ 0 h 21599"/>
                    <a:gd name="T4" fmla="*/ 21599 w 21599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599" fill="none" extrusionOk="0">
                      <a:moveTo>
                        <a:pt x="-1" y="21409"/>
                      </a:moveTo>
                      <a:cubicBezTo>
                        <a:pt x="103" y="9615"/>
                        <a:pt x="9648" y="84"/>
                        <a:pt x="21442" y="-1"/>
                      </a:cubicBezTo>
                    </a:path>
                    <a:path w="21599" h="21599" stroke="0" extrusionOk="0">
                      <a:moveTo>
                        <a:pt x="-1" y="21409"/>
                      </a:moveTo>
                      <a:cubicBezTo>
                        <a:pt x="103" y="9615"/>
                        <a:pt x="9648" y="84"/>
                        <a:pt x="21442" y="-1"/>
                      </a:cubicBezTo>
                      <a:lnTo>
                        <a:pt x="21599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39" name="Arc 279"/>
                <p:cNvSpPr>
                  <a:spLocks/>
                </p:cNvSpPr>
                <p:nvPr/>
              </p:nvSpPr>
              <p:spPr bwMode="auto">
                <a:xfrm rot="10860000">
                  <a:off x="2671" y="3334"/>
                  <a:ext cx="117" cy="104"/>
                </a:xfrm>
                <a:custGeom>
                  <a:avLst/>
                  <a:gdLst>
                    <a:gd name="G0" fmla="+- 21600 0 0"/>
                    <a:gd name="G1" fmla="+- 21599 0 0"/>
                    <a:gd name="G2" fmla="+- 21600 0 0"/>
                    <a:gd name="T0" fmla="*/ 0 w 21600"/>
                    <a:gd name="T1" fmla="*/ 21599 h 21599"/>
                    <a:gd name="T2" fmla="*/ 21415 w 21600"/>
                    <a:gd name="T3" fmla="*/ 0 h 21599"/>
                    <a:gd name="T4" fmla="*/ 21600 w 21600"/>
                    <a:gd name="T5" fmla="*/ 21599 h 21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599" fill="none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</a:path>
                    <a:path w="21600" h="21599" stroke="0" extrusionOk="0">
                      <a:moveTo>
                        <a:pt x="0" y="21599"/>
                      </a:moveTo>
                      <a:cubicBezTo>
                        <a:pt x="0" y="9741"/>
                        <a:pt x="9558" y="101"/>
                        <a:pt x="21414" y="-1"/>
                      </a:cubicBezTo>
                      <a:lnTo>
                        <a:pt x="21600" y="21599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0" name="Arc 280"/>
                <p:cNvSpPr>
                  <a:spLocks/>
                </p:cNvSpPr>
                <p:nvPr/>
              </p:nvSpPr>
              <p:spPr bwMode="auto">
                <a:xfrm rot="10860000">
                  <a:off x="2520" y="3336"/>
                  <a:ext cx="169" cy="109"/>
                </a:xfrm>
                <a:custGeom>
                  <a:avLst/>
                  <a:gdLst>
                    <a:gd name="G0" fmla="+- 128 0 0"/>
                    <a:gd name="G1" fmla="+- 21600 0 0"/>
                    <a:gd name="G2" fmla="+- 21600 0 0"/>
                    <a:gd name="T0" fmla="*/ 0 w 21727"/>
                    <a:gd name="T1" fmla="*/ 0 h 21600"/>
                    <a:gd name="T2" fmla="*/ 21727 w 21727"/>
                    <a:gd name="T3" fmla="*/ 21401 h 21600"/>
                    <a:gd name="T4" fmla="*/ 128 w 2172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7" h="21600" fill="none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9" y="0"/>
                        <a:pt x="21617" y="9549"/>
                        <a:pt x="21727" y="21400"/>
                      </a:cubicBezTo>
                    </a:path>
                    <a:path w="21727" h="21600" stroke="0" extrusionOk="0">
                      <a:moveTo>
                        <a:pt x="0" y="0"/>
                      </a:moveTo>
                      <a:cubicBezTo>
                        <a:pt x="42" y="0"/>
                        <a:pt x="85" y="-1"/>
                        <a:pt x="128" y="0"/>
                      </a:cubicBezTo>
                      <a:cubicBezTo>
                        <a:pt x="11979" y="0"/>
                        <a:pt x="21617" y="9549"/>
                        <a:pt x="21727" y="21400"/>
                      </a:cubicBezTo>
                      <a:lnTo>
                        <a:pt x="128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1" name="Arc 281"/>
                <p:cNvSpPr>
                  <a:spLocks/>
                </p:cNvSpPr>
                <p:nvPr/>
              </p:nvSpPr>
              <p:spPr bwMode="auto">
                <a:xfrm>
                  <a:off x="2322" y="3237"/>
                  <a:ext cx="170" cy="97"/>
                </a:xfrm>
                <a:custGeom>
                  <a:avLst/>
                  <a:gdLst>
                    <a:gd name="G0" fmla="+- 127 0 0"/>
                    <a:gd name="G1" fmla="+- 21600 0 0"/>
                    <a:gd name="G2" fmla="+- 21600 0 0"/>
                    <a:gd name="T0" fmla="*/ 0 w 21726"/>
                    <a:gd name="T1" fmla="*/ 0 h 21600"/>
                    <a:gd name="T2" fmla="*/ 21726 w 21726"/>
                    <a:gd name="T3" fmla="*/ 21376 h 21600"/>
                    <a:gd name="T4" fmla="*/ 127 w 2172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726" h="21600" fill="none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8" y="0"/>
                        <a:pt x="21603" y="9534"/>
                        <a:pt x="21725" y="21376"/>
                      </a:cubicBezTo>
                    </a:path>
                    <a:path w="21726" h="21600" stroke="0" extrusionOk="0">
                      <a:moveTo>
                        <a:pt x="0" y="0"/>
                      </a:moveTo>
                      <a:cubicBezTo>
                        <a:pt x="42" y="0"/>
                        <a:pt x="84" y="-1"/>
                        <a:pt x="127" y="0"/>
                      </a:cubicBezTo>
                      <a:cubicBezTo>
                        <a:pt x="11968" y="0"/>
                        <a:pt x="21603" y="9534"/>
                        <a:pt x="21725" y="21376"/>
                      </a:cubicBezTo>
                      <a:lnTo>
                        <a:pt x="127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2" name="Arc 282"/>
                <p:cNvSpPr>
                  <a:spLocks/>
                </p:cNvSpPr>
                <p:nvPr/>
              </p:nvSpPr>
              <p:spPr bwMode="auto">
                <a:xfrm>
                  <a:off x="3670" y="2349"/>
                  <a:ext cx="166" cy="37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542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06" y="0"/>
                        <a:pt x="21567" y="9635"/>
                        <a:pt x="21599" y="21542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06" y="0"/>
                        <a:pt x="21567" y="9635"/>
                        <a:pt x="21599" y="21542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3" name="Line 283"/>
                <p:cNvSpPr>
                  <a:spLocks noChangeShapeType="1"/>
                </p:cNvSpPr>
                <p:nvPr/>
              </p:nvSpPr>
              <p:spPr bwMode="auto">
                <a:xfrm>
                  <a:off x="3836" y="2697"/>
                  <a:ext cx="108" cy="71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4" name="Arc 284"/>
                <p:cNvSpPr>
                  <a:spLocks/>
                </p:cNvSpPr>
                <p:nvPr/>
              </p:nvSpPr>
              <p:spPr bwMode="auto">
                <a:xfrm rot="16140000">
                  <a:off x="3999" y="3339"/>
                  <a:ext cx="131" cy="270"/>
                </a:xfrm>
                <a:custGeom>
                  <a:avLst/>
                  <a:gdLst>
                    <a:gd name="G0" fmla="+- 17411 0 0"/>
                    <a:gd name="G1" fmla="+- 21600 0 0"/>
                    <a:gd name="G2" fmla="+- 21600 0 0"/>
                    <a:gd name="T0" fmla="*/ 0 w 17411"/>
                    <a:gd name="T1" fmla="*/ 8817 h 21600"/>
                    <a:gd name="T2" fmla="*/ 17278 w 17411"/>
                    <a:gd name="T3" fmla="*/ 0 h 21600"/>
                    <a:gd name="T4" fmla="*/ 17411 w 1741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411" h="21600" fill="none" extrusionOk="0">
                      <a:moveTo>
                        <a:pt x="-1" y="8816"/>
                      </a:moveTo>
                      <a:cubicBezTo>
                        <a:pt x="4041" y="3311"/>
                        <a:pt x="10448" y="42"/>
                        <a:pt x="17278" y="0"/>
                      </a:cubicBezTo>
                    </a:path>
                    <a:path w="17411" h="21600" stroke="0" extrusionOk="0">
                      <a:moveTo>
                        <a:pt x="-1" y="8816"/>
                      </a:moveTo>
                      <a:cubicBezTo>
                        <a:pt x="4041" y="3311"/>
                        <a:pt x="10448" y="42"/>
                        <a:pt x="17278" y="0"/>
                      </a:cubicBezTo>
                      <a:lnTo>
                        <a:pt x="17411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5" name="Arc 285"/>
                <p:cNvSpPr>
                  <a:spLocks/>
                </p:cNvSpPr>
                <p:nvPr/>
              </p:nvSpPr>
              <p:spPr bwMode="auto">
                <a:xfrm>
                  <a:off x="4051" y="3323"/>
                  <a:ext cx="193" cy="210"/>
                </a:xfrm>
                <a:custGeom>
                  <a:avLst/>
                  <a:gdLst>
                    <a:gd name="G0" fmla="+- 0 0 0"/>
                    <a:gd name="G1" fmla="+- 103 0 0"/>
                    <a:gd name="G2" fmla="+- 21600 0 0"/>
                    <a:gd name="T0" fmla="*/ 21600 w 21600"/>
                    <a:gd name="T1" fmla="*/ 0 h 21703"/>
                    <a:gd name="T2" fmla="*/ 0 w 21600"/>
                    <a:gd name="T3" fmla="*/ 21703 h 21703"/>
                    <a:gd name="T4" fmla="*/ 0 w 21600"/>
                    <a:gd name="T5" fmla="*/ 103 h 217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703" fill="none" extrusionOk="0">
                      <a:moveTo>
                        <a:pt x="21599" y="0"/>
                      </a:moveTo>
                      <a:cubicBezTo>
                        <a:pt x="21599" y="34"/>
                        <a:pt x="21600" y="68"/>
                        <a:pt x="21600" y="103"/>
                      </a:cubicBezTo>
                      <a:cubicBezTo>
                        <a:pt x="21600" y="12032"/>
                        <a:pt x="11929" y="21702"/>
                        <a:pt x="0" y="21703"/>
                      </a:cubicBezTo>
                    </a:path>
                    <a:path w="21600" h="21703" stroke="0" extrusionOk="0">
                      <a:moveTo>
                        <a:pt x="21599" y="0"/>
                      </a:moveTo>
                      <a:cubicBezTo>
                        <a:pt x="21599" y="34"/>
                        <a:pt x="21600" y="68"/>
                        <a:pt x="21600" y="103"/>
                      </a:cubicBezTo>
                      <a:cubicBezTo>
                        <a:pt x="21600" y="12032"/>
                        <a:pt x="11929" y="21702"/>
                        <a:pt x="0" y="21703"/>
                      </a:cubicBezTo>
                      <a:lnTo>
                        <a:pt x="0" y="103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6" name="Arc 286"/>
                <p:cNvSpPr>
                  <a:spLocks/>
                </p:cNvSpPr>
                <p:nvPr/>
              </p:nvSpPr>
              <p:spPr bwMode="auto">
                <a:xfrm rot="6180000">
                  <a:off x="4287" y="3196"/>
                  <a:ext cx="144" cy="215"/>
                </a:xfrm>
                <a:custGeom>
                  <a:avLst/>
                  <a:gdLst>
                    <a:gd name="G0" fmla="+- 21600 0 0"/>
                    <a:gd name="G1" fmla="+- 0 0 0"/>
                    <a:gd name="G2" fmla="+- 21600 0 0"/>
                    <a:gd name="T0" fmla="*/ 21600 w 21600"/>
                    <a:gd name="T1" fmla="*/ 21600 h 21600"/>
                    <a:gd name="T2" fmla="*/ 0 w 21600"/>
                    <a:gd name="T3" fmla="*/ 0 h 21600"/>
                    <a:gd name="T4" fmla="*/ 21600 w 21600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</a:path>
                    <a:path w="21600" h="21600" stroke="0" extrusionOk="0">
                      <a:moveTo>
                        <a:pt x="21600" y="21600"/>
                      </a:moveTo>
                      <a:cubicBezTo>
                        <a:pt x="9670" y="21600"/>
                        <a:pt x="0" y="11929"/>
                        <a:pt x="0" y="0"/>
                      </a:cubicBez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7" name="Arc 287"/>
                <p:cNvSpPr>
                  <a:spLocks/>
                </p:cNvSpPr>
                <p:nvPr/>
              </p:nvSpPr>
              <p:spPr bwMode="auto">
                <a:xfrm>
                  <a:off x="4445" y="3237"/>
                  <a:ext cx="138" cy="11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599"/>
                    <a:gd name="T1" fmla="*/ 0 h 21600"/>
                    <a:gd name="T2" fmla="*/ 21599 w 21599"/>
                    <a:gd name="T3" fmla="*/ 21411 h 21600"/>
                    <a:gd name="T4" fmla="*/ 0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0"/>
                      </a:moveTo>
                      <a:cubicBezTo>
                        <a:pt x="11855" y="0"/>
                        <a:pt x="21495" y="9555"/>
                        <a:pt x="21599" y="21410"/>
                      </a:cubicBezTo>
                    </a:path>
                    <a:path w="21599" h="21600" stroke="0" extrusionOk="0">
                      <a:moveTo>
                        <a:pt x="-1" y="0"/>
                      </a:moveTo>
                      <a:cubicBezTo>
                        <a:pt x="11855" y="0"/>
                        <a:pt x="21495" y="9555"/>
                        <a:pt x="21599" y="2141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8" name="Arc 288"/>
                <p:cNvSpPr>
                  <a:spLocks/>
                </p:cNvSpPr>
                <p:nvPr/>
              </p:nvSpPr>
              <p:spPr bwMode="auto">
                <a:xfrm rot="10740000">
                  <a:off x="4589" y="3343"/>
                  <a:ext cx="117" cy="104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49" name="Arc 289"/>
                <p:cNvSpPr>
                  <a:spLocks/>
                </p:cNvSpPr>
                <p:nvPr/>
              </p:nvSpPr>
              <p:spPr bwMode="auto">
                <a:xfrm rot="10740000">
                  <a:off x="4689" y="3345"/>
                  <a:ext cx="168" cy="109"/>
                </a:xfrm>
                <a:custGeom>
                  <a:avLst/>
                  <a:gdLst>
                    <a:gd name="G0" fmla="+- 21599 0 0"/>
                    <a:gd name="G1" fmla="+- 21600 0 0"/>
                    <a:gd name="G2" fmla="+- 21600 0 0"/>
                    <a:gd name="T0" fmla="*/ 0 w 21599"/>
                    <a:gd name="T1" fmla="*/ 21401 h 21600"/>
                    <a:gd name="T2" fmla="*/ 21471 w 21599"/>
                    <a:gd name="T3" fmla="*/ 0 h 21600"/>
                    <a:gd name="T4" fmla="*/ 21599 w 21599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599" h="21600" fill="none" extrusionOk="0">
                      <a:moveTo>
                        <a:pt x="-1" y="21400"/>
                      </a:moveTo>
                      <a:cubicBezTo>
                        <a:pt x="108" y="9599"/>
                        <a:pt x="9669" y="70"/>
                        <a:pt x="21471" y="0"/>
                      </a:cubicBezTo>
                    </a:path>
                    <a:path w="21599" h="21600" stroke="0" extrusionOk="0">
                      <a:moveTo>
                        <a:pt x="-1" y="21400"/>
                      </a:moveTo>
                      <a:cubicBezTo>
                        <a:pt x="108" y="9599"/>
                        <a:pt x="9669" y="70"/>
                        <a:pt x="21471" y="0"/>
                      </a:cubicBezTo>
                      <a:lnTo>
                        <a:pt x="21599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50" name="Arc 290"/>
                <p:cNvSpPr>
                  <a:spLocks/>
                </p:cNvSpPr>
                <p:nvPr/>
              </p:nvSpPr>
              <p:spPr bwMode="auto">
                <a:xfrm>
                  <a:off x="4886" y="3247"/>
                  <a:ext cx="169" cy="9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21600"/>
                    <a:gd name="T1" fmla="*/ 21600 h 21600"/>
                    <a:gd name="T2" fmla="*/ 21472 w 21600"/>
                    <a:gd name="T3" fmla="*/ 0 h 21600"/>
                    <a:gd name="T4" fmla="*/ 2160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20"/>
                        <a:pt x="9592" y="70"/>
                        <a:pt x="21472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5653" name="Rectangle 293"/>
            <p:cNvSpPr>
              <a:spLocks noChangeArrowheads="1"/>
            </p:cNvSpPr>
            <p:nvPr/>
          </p:nvSpPr>
          <p:spPr bwMode="auto">
            <a:xfrm>
              <a:off x="4195" y="2563"/>
              <a:ext cx="5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3200"/>
                <a:t>x</a:t>
              </a:r>
              <a:r>
                <a:rPr lang="en-US" sz="3200" baseline="-25000"/>
                <a:t>r</a:t>
              </a:r>
              <a:r>
                <a:rPr lang="en-US" sz="3200" i="0"/>
                <a:t>(</a:t>
              </a:r>
              <a:r>
                <a:rPr lang="en-US" sz="3200"/>
                <a:t>t</a:t>
              </a:r>
              <a:r>
                <a:rPr lang="en-US" sz="3200" i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185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Quantization and coding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1771650"/>
          </a:xfrm>
          <a:noFill/>
          <a:ln/>
        </p:spPr>
        <p:txBody>
          <a:bodyPr/>
          <a:lstStyle/>
          <a:p>
            <a:r>
              <a:rPr lang="en-US"/>
              <a:t>Quantization:</a:t>
            </a:r>
          </a:p>
          <a:p>
            <a:pPr lvl="1"/>
            <a:r>
              <a:rPr lang="en-US"/>
              <a:t>Converting discrete time signal to digital</a:t>
            </a:r>
          </a:p>
          <a:p>
            <a:pPr lvl="1"/>
            <a:r>
              <a:rPr lang="en-US" i="1"/>
              <a:t>x</a:t>
            </a:r>
            <a:r>
              <a:rPr lang="en-US" i="1" baseline="-25000"/>
              <a:t>q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) =</a:t>
            </a:r>
            <a:r>
              <a:rPr lang="en-US" i="1"/>
              <a:t>Q </a:t>
            </a:r>
            <a:r>
              <a:rPr lang="en-US"/>
              <a:t>[</a:t>
            </a:r>
            <a:r>
              <a:rPr lang="en-US" i="1"/>
              <a:t>x(n)</a:t>
            </a:r>
            <a:r>
              <a:rPr lang="en-US"/>
              <a:t>] </a:t>
            </a:r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 flipV="1">
            <a:off x="3313113" y="6073775"/>
            <a:ext cx="3544887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3305175" y="3394075"/>
            <a:ext cx="3175" cy="2687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 flipV="1">
            <a:off x="3592513" y="3476625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3260725" y="3629025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3557588" y="3886200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3840163" y="4210050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4122738" y="4221163"/>
            <a:ext cx="88900" cy="904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4416425" y="4513263"/>
            <a:ext cx="88900" cy="904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>
            <a:off x="4740275" y="4524375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Oval 13"/>
          <p:cNvSpPr>
            <a:spLocks noChangeArrowheads="1"/>
          </p:cNvSpPr>
          <p:nvPr/>
        </p:nvSpPr>
        <p:spPr bwMode="auto">
          <a:xfrm>
            <a:off x="5033963" y="4533900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Oval 14"/>
          <p:cNvSpPr>
            <a:spLocks noChangeArrowheads="1"/>
          </p:cNvSpPr>
          <p:nvPr/>
        </p:nvSpPr>
        <p:spPr bwMode="auto">
          <a:xfrm>
            <a:off x="5329238" y="4813300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Arc 15"/>
          <p:cNvSpPr>
            <a:spLocks/>
          </p:cNvSpPr>
          <p:nvPr/>
        </p:nvSpPr>
        <p:spPr bwMode="auto">
          <a:xfrm rot="11220000">
            <a:off x="3265488" y="3805238"/>
            <a:ext cx="3376612" cy="952500"/>
          </a:xfrm>
          <a:custGeom>
            <a:avLst/>
            <a:gdLst>
              <a:gd name="G0" fmla="+- 10 0 0"/>
              <a:gd name="G1" fmla="+- 21600 0 0"/>
              <a:gd name="G2" fmla="+- 21600 0 0"/>
              <a:gd name="T0" fmla="*/ 0 w 21610"/>
              <a:gd name="T1" fmla="*/ 0 h 21600"/>
              <a:gd name="T2" fmla="*/ 21610 w 21610"/>
              <a:gd name="T3" fmla="*/ 21600 h 21600"/>
              <a:gd name="T4" fmla="*/ 10 w 2161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10" h="21600" fill="none" extrusionOk="0">
                <a:moveTo>
                  <a:pt x="0" y="0"/>
                </a:moveTo>
                <a:cubicBezTo>
                  <a:pt x="3" y="0"/>
                  <a:pt x="6" y="-1"/>
                  <a:pt x="10" y="0"/>
                </a:cubicBezTo>
                <a:cubicBezTo>
                  <a:pt x="11939" y="0"/>
                  <a:pt x="21610" y="9670"/>
                  <a:pt x="21610" y="21600"/>
                </a:cubicBezTo>
              </a:path>
              <a:path w="21610" h="21600" stroke="0" extrusionOk="0">
                <a:moveTo>
                  <a:pt x="0" y="0"/>
                </a:moveTo>
                <a:cubicBezTo>
                  <a:pt x="3" y="0"/>
                  <a:pt x="6" y="-1"/>
                  <a:pt x="10" y="0"/>
                </a:cubicBezTo>
                <a:cubicBezTo>
                  <a:pt x="11939" y="0"/>
                  <a:pt x="21610" y="9670"/>
                  <a:pt x="21610" y="21600"/>
                </a:cubicBezTo>
                <a:lnTo>
                  <a:pt x="1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flipV="1">
            <a:off x="3875088" y="3473450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 flipV="1">
            <a:off x="4160838" y="3486150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18"/>
          <p:cNvSpPr>
            <a:spLocks noChangeShapeType="1"/>
          </p:cNvSpPr>
          <p:nvPr/>
        </p:nvSpPr>
        <p:spPr bwMode="auto">
          <a:xfrm flipV="1">
            <a:off x="4456113" y="3484563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 flipV="1">
            <a:off x="4776788" y="3481388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 flipV="1">
            <a:off x="5083175" y="3467100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 flipV="1">
            <a:off x="5391150" y="3513138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2" name="Line 22"/>
          <p:cNvSpPr>
            <a:spLocks noChangeShapeType="1"/>
          </p:cNvSpPr>
          <p:nvPr/>
        </p:nvSpPr>
        <p:spPr bwMode="auto">
          <a:xfrm flipV="1">
            <a:off x="5699125" y="3522663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 flipV="1">
            <a:off x="6018213" y="3484563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 flipV="1">
            <a:off x="6324600" y="3481388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5" name="Line 25"/>
          <p:cNvSpPr>
            <a:spLocks noChangeShapeType="1"/>
          </p:cNvSpPr>
          <p:nvPr/>
        </p:nvSpPr>
        <p:spPr bwMode="auto">
          <a:xfrm flipV="1">
            <a:off x="6619875" y="3479800"/>
            <a:ext cx="3175" cy="2578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3297238" y="5810250"/>
            <a:ext cx="33702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3330575" y="5497513"/>
            <a:ext cx="33702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8" name="Line 28"/>
          <p:cNvSpPr>
            <a:spLocks noChangeShapeType="1"/>
          </p:cNvSpPr>
          <p:nvPr/>
        </p:nvSpPr>
        <p:spPr bwMode="auto">
          <a:xfrm>
            <a:off x="3316288" y="5186363"/>
            <a:ext cx="33702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Line 29"/>
          <p:cNvSpPr>
            <a:spLocks noChangeShapeType="1"/>
          </p:cNvSpPr>
          <p:nvPr/>
        </p:nvSpPr>
        <p:spPr bwMode="auto">
          <a:xfrm>
            <a:off x="3325813" y="4875213"/>
            <a:ext cx="33702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>
            <a:off x="3298825" y="4575175"/>
            <a:ext cx="33702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1" name="Line 31"/>
          <p:cNvSpPr>
            <a:spLocks noChangeShapeType="1"/>
          </p:cNvSpPr>
          <p:nvPr/>
        </p:nvSpPr>
        <p:spPr bwMode="auto">
          <a:xfrm>
            <a:off x="3319463" y="4262438"/>
            <a:ext cx="33702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3317875" y="3951288"/>
            <a:ext cx="33702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3" name="Line 33"/>
          <p:cNvSpPr>
            <a:spLocks noChangeShapeType="1"/>
          </p:cNvSpPr>
          <p:nvPr/>
        </p:nvSpPr>
        <p:spPr bwMode="auto">
          <a:xfrm>
            <a:off x="3303588" y="3675063"/>
            <a:ext cx="33702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4" name="Oval 34"/>
          <p:cNvSpPr>
            <a:spLocks noChangeArrowheads="1"/>
          </p:cNvSpPr>
          <p:nvPr/>
        </p:nvSpPr>
        <p:spPr bwMode="auto">
          <a:xfrm>
            <a:off x="5646738" y="4822825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6264275" y="4821238"/>
            <a:ext cx="88900" cy="904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6" name="Oval 36"/>
          <p:cNvSpPr>
            <a:spLocks noChangeArrowheads="1"/>
          </p:cNvSpPr>
          <p:nvPr/>
        </p:nvSpPr>
        <p:spPr bwMode="auto">
          <a:xfrm>
            <a:off x="5989638" y="4822825"/>
            <a:ext cx="88900" cy="90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7" name="Oval 37"/>
          <p:cNvSpPr>
            <a:spLocks noChangeArrowheads="1"/>
          </p:cNvSpPr>
          <p:nvPr/>
        </p:nvSpPr>
        <p:spPr bwMode="auto">
          <a:xfrm>
            <a:off x="6584950" y="4821238"/>
            <a:ext cx="88900" cy="9048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8" name="Line 38"/>
          <p:cNvSpPr>
            <a:spLocks noChangeShapeType="1"/>
          </p:cNvSpPr>
          <p:nvPr/>
        </p:nvSpPr>
        <p:spPr bwMode="auto">
          <a:xfrm>
            <a:off x="6799263" y="4262438"/>
            <a:ext cx="773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9" name="Line 39"/>
          <p:cNvSpPr>
            <a:spLocks noChangeShapeType="1"/>
          </p:cNvSpPr>
          <p:nvPr/>
        </p:nvSpPr>
        <p:spPr bwMode="auto">
          <a:xfrm>
            <a:off x="6810375" y="45847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>
            <a:off x="7418388" y="3846513"/>
            <a:ext cx="0" cy="415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1" name="Line 41"/>
          <p:cNvSpPr>
            <a:spLocks noChangeShapeType="1"/>
          </p:cNvSpPr>
          <p:nvPr/>
        </p:nvSpPr>
        <p:spPr bwMode="auto">
          <a:xfrm flipV="1">
            <a:off x="7405688" y="4584700"/>
            <a:ext cx="0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2" name="Rectangle 42"/>
          <p:cNvSpPr>
            <a:spLocks noChangeArrowheads="1"/>
          </p:cNvSpPr>
          <p:nvPr/>
        </p:nvSpPr>
        <p:spPr bwMode="auto">
          <a:xfrm>
            <a:off x="7529513" y="4189413"/>
            <a:ext cx="14954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D </a:t>
            </a:r>
          </a:p>
          <a:p>
            <a:r>
              <a:rPr lang="en-US" sz="2000" i="0"/>
              <a:t>Quantization</a:t>
            </a:r>
          </a:p>
          <a:p>
            <a:r>
              <a:rPr lang="en-US" sz="2000" i="0"/>
              <a:t>       step</a:t>
            </a:r>
          </a:p>
        </p:txBody>
      </p:sp>
    </p:spTree>
    <p:extLst>
      <p:ext uri="{BB962C8B-B14F-4D97-AF65-F5344CB8AC3E}">
        <p14:creationId xmlns:p14="http://schemas.microsoft.com/office/powerpoint/2010/main" val="3834643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2"/>
          <p:cNvSpPr>
            <a:spLocks noChangeShapeType="1"/>
          </p:cNvSpPr>
          <p:nvPr/>
        </p:nvSpPr>
        <p:spPr bwMode="auto">
          <a:xfrm>
            <a:off x="4583113" y="434975"/>
            <a:ext cx="0" cy="5989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>
            <a:off x="642938" y="3333750"/>
            <a:ext cx="800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Freeform 4"/>
          <p:cNvSpPr>
            <a:spLocks/>
          </p:cNvSpPr>
          <p:nvPr/>
        </p:nvSpPr>
        <p:spPr bwMode="auto">
          <a:xfrm>
            <a:off x="4303713" y="2882900"/>
            <a:ext cx="561975" cy="477838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>
            <a:off x="4872038" y="2355850"/>
            <a:ext cx="561975" cy="477838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>
            <a:off x="5454650" y="1854200"/>
            <a:ext cx="561975" cy="477838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Freeform 7"/>
          <p:cNvSpPr>
            <a:spLocks/>
          </p:cNvSpPr>
          <p:nvPr/>
        </p:nvSpPr>
        <p:spPr bwMode="auto">
          <a:xfrm>
            <a:off x="6046788" y="1363663"/>
            <a:ext cx="561975" cy="477837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Freeform 8"/>
          <p:cNvSpPr>
            <a:spLocks/>
          </p:cNvSpPr>
          <p:nvPr/>
        </p:nvSpPr>
        <p:spPr bwMode="auto">
          <a:xfrm>
            <a:off x="3719513" y="3359150"/>
            <a:ext cx="561975" cy="477838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Freeform 9"/>
          <p:cNvSpPr>
            <a:spLocks/>
          </p:cNvSpPr>
          <p:nvPr/>
        </p:nvSpPr>
        <p:spPr bwMode="auto">
          <a:xfrm>
            <a:off x="3133725" y="3848100"/>
            <a:ext cx="561975" cy="477838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2570163" y="4319588"/>
            <a:ext cx="561975" cy="477837"/>
          </a:xfrm>
          <a:custGeom>
            <a:avLst/>
            <a:gdLst>
              <a:gd name="T0" fmla="*/ 0 w 354"/>
              <a:gd name="T1" fmla="*/ 300 h 301"/>
              <a:gd name="T2" fmla="*/ 353 w 354"/>
              <a:gd name="T3" fmla="*/ 300 h 301"/>
              <a:gd name="T4" fmla="*/ 353 w 354"/>
              <a:gd name="T5" fmla="*/ 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4" h="301">
                <a:moveTo>
                  <a:pt x="0" y="300"/>
                </a:moveTo>
                <a:lnTo>
                  <a:pt x="353" y="300"/>
                </a:lnTo>
                <a:lnTo>
                  <a:pt x="353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>
            <a:off x="881063" y="4794250"/>
            <a:ext cx="1665287" cy="493713"/>
          </a:xfrm>
          <a:custGeom>
            <a:avLst/>
            <a:gdLst>
              <a:gd name="T0" fmla="*/ 0 w 1049"/>
              <a:gd name="T1" fmla="*/ 310 h 311"/>
              <a:gd name="T2" fmla="*/ 1048 w 1049"/>
              <a:gd name="T3" fmla="*/ 310 h 311"/>
              <a:gd name="T4" fmla="*/ 1048 w 1049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49" h="311">
                <a:moveTo>
                  <a:pt x="0" y="310"/>
                </a:moveTo>
                <a:lnTo>
                  <a:pt x="1048" y="310"/>
                </a:lnTo>
                <a:lnTo>
                  <a:pt x="1048" y="0"/>
                </a:lnTo>
              </a:path>
            </a:pathLst>
          </a:custGeom>
          <a:noFill/>
          <a:ln w="508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6596063" y="1333500"/>
            <a:ext cx="14049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7861300" y="3335338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4670425" y="45152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/>
              <a:t>Q(x)</a:t>
            </a:r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4171950" y="2438400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D</a:t>
            </a: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H="1">
            <a:off x="4476750" y="2809875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4627563" y="3457575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D/2</a:t>
            </a:r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5465763" y="3190875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6046788" y="3178175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6699250" y="3176588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3683000" y="3181350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3108325" y="3181350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>
            <a:off x="2511425" y="3190875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6380163" y="4105275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434138" y="343376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7D/2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5754688" y="34655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5D/2</a:t>
            </a:r>
          </a:p>
        </p:txBody>
      </p:sp>
      <p:sp>
        <p:nvSpPr>
          <p:cNvPr id="21531" name="Rectangle 27"/>
          <p:cNvSpPr>
            <a:spLocks noChangeArrowheads="1"/>
          </p:cNvSpPr>
          <p:nvPr/>
        </p:nvSpPr>
        <p:spPr bwMode="auto">
          <a:xfrm>
            <a:off x="3946525" y="2998788"/>
            <a:ext cx="627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-D/2</a:t>
            </a:r>
          </a:p>
        </p:txBody>
      </p: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2819400" y="3402013"/>
            <a:ext cx="7413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-5D/2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3460750" y="3365500"/>
            <a:ext cx="741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-3D/2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2154238" y="3408363"/>
            <a:ext cx="741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-7D/2</a:t>
            </a:r>
          </a:p>
        </p:txBody>
      </p:sp>
      <p:sp>
        <p:nvSpPr>
          <p:cNvPr id="21535" name="Rectangle 31"/>
          <p:cNvSpPr>
            <a:spLocks noChangeArrowheads="1"/>
          </p:cNvSpPr>
          <p:nvPr/>
        </p:nvSpPr>
        <p:spPr bwMode="auto">
          <a:xfrm>
            <a:off x="5133975" y="3454400"/>
            <a:ext cx="61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800" i="0">
                <a:latin typeface="Symbol" pitchFamily="18" charset="2"/>
              </a:rPr>
              <a:t>3D/2</a:t>
            </a:r>
          </a:p>
        </p:txBody>
      </p:sp>
      <p:sp>
        <p:nvSpPr>
          <p:cNvPr id="21536" name="Rectangle 32"/>
          <p:cNvSpPr>
            <a:spLocks noChangeArrowheads="1"/>
          </p:cNvSpPr>
          <p:nvPr/>
        </p:nvSpPr>
        <p:spPr bwMode="auto">
          <a:xfrm>
            <a:off x="4016375" y="193675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2D</a:t>
            </a:r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 flipH="1">
            <a:off x="4460875" y="2308225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Rectangle 34"/>
          <p:cNvSpPr>
            <a:spLocks noChangeArrowheads="1"/>
          </p:cNvSpPr>
          <p:nvPr/>
        </p:nvSpPr>
        <p:spPr bwMode="auto">
          <a:xfrm>
            <a:off x="4002088" y="1387475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3D</a:t>
            </a:r>
          </a:p>
        </p:txBody>
      </p:sp>
      <p:sp>
        <p:nvSpPr>
          <p:cNvPr id="21539" name="Line 35"/>
          <p:cNvSpPr>
            <a:spLocks noChangeShapeType="1"/>
          </p:cNvSpPr>
          <p:nvPr/>
        </p:nvSpPr>
        <p:spPr bwMode="auto">
          <a:xfrm flipH="1">
            <a:off x="4446588" y="1758950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0" name="Rectangle 36"/>
          <p:cNvSpPr>
            <a:spLocks noChangeArrowheads="1"/>
          </p:cNvSpPr>
          <p:nvPr/>
        </p:nvSpPr>
        <p:spPr bwMode="auto">
          <a:xfrm>
            <a:off x="4098925" y="3448050"/>
            <a:ext cx="53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-D</a:t>
            </a:r>
          </a:p>
        </p:txBody>
      </p:sp>
      <p:sp>
        <p:nvSpPr>
          <p:cNvPr id="21541" name="Line 37"/>
          <p:cNvSpPr>
            <a:spLocks noChangeShapeType="1"/>
          </p:cNvSpPr>
          <p:nvPr/>
        </p:nvSpPr>
        <p:spPr bwMode="auto">
          <a:xfrm flipH="1">
            <a:off x="4479925" y="3819525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Rectangle 38"/>
          <p:cNvSpPr>
            <a:spLocks noChangeArrowheads="1"/>
          </p:cNvSpPr>
          <p:nvPr/>
        </p:nvSpPr>
        <p:spPr bwMode="auto">
          <a:xfrm>
            <a:off x="3894138" y="3957638"/>
            <a:ext cx="69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-2D</a:t>
            </a:r>
          </a:p>
        </p:txBody>
      </p:sp>
      <p:sp>
        <p:nvSpPr>
          <p:cNvPr id="21543" name="Line 39"/>
          <p:cNvSpPr>
            <a:spLocks noChangeShapeType="1"/>
          </p:cNvSpPr>
          <p:nvPr/>
        </p:nvSpPr>
        <p:spPr bwMode="auto">
          <a:xfrm flipH="1">
            <a:off x="4478338" y="4329113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3894138" y="4491038"/>
            <a:ext cx="69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-3D</a:t>
            </a:r>
          </a:p>
        </p:txBody>
      </p:sp>
      <p:sp>
        <p:nvSpPr>
          <p:cNvPr id="21545" name="Line 41"/>
          <p:cNvSpPr>
            <a:spLocks noChangeShapeType="1"/>
          </p:cNvSpPr>
          <p:nvPr/>
        </p:nvSpPr>
        <p:spPr bwMode="auto">
          <a:xfrm flipH="1">
            <a:off x="4465638" y="4862513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6" name="Rectangle 42"/>
          <p:cNvSpPr>
            <a:spLocks noChangeArrowheads="1"/>
          </p:cNvSpPr>
          <p:nvPr/>
        </p:nvSpPr>
        <p:spPr bwMode="auto">
          <a:xfrm>
            <a:off x="3894138" y="4960938"/>
            <a:ext cx="69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i="0">
                <a:latin typeface="Symbol" pitchFamily="18" charset="2"/>
              </a:rPr>
              <a:t>-4D</a:t>
            </a:r>
          </a:p>
        </p:txBody>
      </p:sp>
      <p:sp>
        <p:nvSpPr>
          <p:cNvPr id="21547" name="Line 43"/>
          <p:cNvSpPr>
            <a:spLocks noChangeShapeType="1"/>
          </p:cNvSpPr>
          <p:nvPr/>
        </p:nvSpPr>
        <p:spPr bwMode="auto">
          <a:xfrm flipH="1">
            <a:off x="4465638" y="5332413"/>
            <a:ext cx="107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04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Quantization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2400" dirty="0"/>
              <a:t>Rounding: Assign </a:t>
            </a:r>
            <a:r>
              <a:rPr lang="en-US" sz="2400" i="1" dirty="0"/>
              <a:t>x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 to the closest quantization level </a:t>
            </a:r>
          </a:p>
          <a:p>
            <a:r>
              <a:rPr lang="en-US" sz="2400" dirty="0"/>
              <a:t>Quantization error</a:t>
            </a:r>
          </a:p>
          <a:p>
            <a:pPr lvl="1">
              <a:buFontTx/>
              <a:buNone/>
            </a:pPr>
            <a:r>
              <a:rPr lang="en-US" sz="2400" i="1" dirty="0"/>
              <a:t>   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q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r>
              <a:rPr lang="en-US" sz="2400" i="1" dirty="0"/>
              <a:t> =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q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r>
              <a:rPr lang="en-US" sz="2400" i="1" dirty="0"/>
              <a:t> - x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</a:p>
          <a:p>
            <a:pPr lvl="1">
              <a:buFontTx/>
              <a:buNone/>
            </a:pPr>
            <a:r>
              <a:rPr lang="en-US" sz="2400" dirty="0"/>
              <a:t>    </a:t>
            </a:r>
            <a:r>
              <a:rPr lang="en-US" sz="2400" dirty="0">
                <a:latin typeface="Symbol" pitchFamily="18" charset="2"/>
              </a:rPr>
              <a:t>-D/2 £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q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 </a:t>
            </a:r>
            <a:r>
              <a:rPr lang="en-US" sz="2400" dirty="0">
                <a:latin typeface="Symbol" pitchFamily="18" charset="2"/>
              </a:rPr>
              <a:t>£ D/2</a:t>
            </a:r>
          </a:p>
          <a:p>
            <a:pPr lvl="1">
              <a:buFontTx/>
              <a:buNone/>
            </a:pPr>
            <a:r>
              <a:rPr lang="en-US" sz="2400" dirty="0">
                <a:latin typeface="Symbol" pitchFamily="18" charset="2"/>
              </a:rPr>
              <a:t>    </a:t>
            </a:r>
            <a:r>
              <a:rPr lang="en-US" sz="2400" dirty="0"/>
              <a:t>Uniformly distributed</a:t>
            </a:r>
          </a:p>
          <a:p>
            <a:pPr lvl="2"/>
            <a:r>
              <a:rPr lang="en-US" sz="2400" dirty="0"/>
              <a:t>mean = 0</a:t>
            </a:r>
          </a:p>
          <a:p>
            <a:pPr lvl="2"/>
            <a:r>
              <a:rPr lang="en-US" sz="2400" dirty="0"/>
              <a:t>variance = </a:t>
            </a:r>
            <a:r>
              <a:rPr lang="en-US" sz="2400" dirty="0">
                <a:latin typeface="Symbol" pitchFamily="18" charset="2"/>
              </a:rPr>
              <a:t>D</a:t>
            </a:r>
            <a:r>
              <a:rPr lang="en-US" sz="2400" baseline="30000" dirty="0">
                <a:latin typeface="Symbol" pitchFamily="18" charset="2"/>
              </a:rPr>
              <a:t>2</a:t>
            </a:r>
            <a:r>
              <a:rPr lang="en-US" sz="2400" dirty="0">
                <a:latin typeface="Symbol" pitchFamily="18" charset="2"/>
              </a:rPr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226430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Quantization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Range of </a:t>
            </a:r>
            <a:r>
              <a:rPr lang="en-US" dirty="0" err="1"/>
              <a:t>quantizer</a:t>
            </a:r>
            <a:r>
              <a:rPr lang="en-US" dirty="0"/>
              <a:t>: </a:t>
            </a:r>
            <a:r>
              <a:rPr lang="en-US" sz="3200" i="1" dirty="0" err="1"/>
              <a:t>x</a:t>
            </a:r>
            <a:r>
              <a:rPr lang="en-US" sz="3200" i="1" baseline="-25000" dirty="0" err="1"/>
              <a:t>max</a:t>
            </a:r>
            <a:r>
              <a:rPr lang="en-US" sz="3200" i="1" dirty="0" err="1"/>
              <a:t>-x</a:t>
            </a:r>
            <a:r>
              <a:rPr lang="en-US" sz="3200" i="1" baseline="-25000" dirty="0" err="1"/>
              <a:t>min</a:t>
            </a:r>
            <a:endParaRPr lang="en-US" sz="3200" i="1" baseline="-25000" dirty="0"/>
          </a:p>
          <a:p>
            <a:r>
              <a:rPr lang="en-US" dirty="0"/>
              <a:t>Quantization levels: </a:t>
            </a:r>
            <a:r>
              <a:rPr lang="en-US" i="1" dirty="0"/>
              <a:t>m</a:t>
            </a:r>
          </a:p>
          <a:p>
            <a:r>
              <a:rPr lang="en-US" dirty="0"/>
              <a:t>Assuming uniform quantization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Symbol" pitchFamily="18" charset="2"/>
              <a:buChar char="D"/>
            </a:pPr>
            <a:r>
              <a:rPr lang="en-US" sz="3200" dirty="0">
                <a:latin typeface="Symbol" pitchFamily="18" charset="2"/>
              </a:rPr>
              <a:t>=</a:t>
            </a:r>
          </a:p>
          <a:p>
            <a:pPr lvl="1">
              <a:buFont typeface="Symbol" pitchFamily="18" charset="2"/>
              <a:buChar char="D"/>
            </a:pPr>
            <a:endParaRPr lang="en-US" sz="3200" dirty="0">
              <a:latin typeface="Symbol" pitchFamily="18" charset="2"/>
            </a:endParaRPr>
          </a:p>
          <a:p>
            <a:pPr lvl="1">
              <a:buFont typeface="Symbol" pitchFamily="18" charset="2"/>
              <a:buChar char=" "/>
            </a:pPr>
            <a:r>
              <a:rPr lang="en-US" sz="3200" dirty="0"/>
              <a:t>=</a:t>
            </a:r>
            <a:r>
              <a:rPr lang="en-US" sz="3200" dirty="0">
                <a:latin typeface="Symbol" pitchFamily="18" charset="2"/>
              </a:rPr>
              <a:t> 2</a:t>
            </a:r>
            <a:r>
              <a:rPr lang="en-US" sz="3200" i="1" dirty="0"/>
              <a:t>X</a:t>
            </a:r>
            <a:r>
              <a:rPr lang="en-US" sz="3200" i="1" baseline="-25000" dirty="0"/>
              <a:t>m</a:t>
            </a:r>
            <a:r>
              <a:rPr lang="en-US" sz="3200" dirty="0"/>
              <a:t>/ (</a:t>
            </a:r>
            <a:r>
              <a:rPr lang="en-US" sz="3200" i="1" dirty="0"/>
              <a:t>m-</a:t>
            </a:r>
            <a:r>
              <a:rPr lang="en-US" sz="3200" dirty="0"/>
              <a:t>1)</a:t>
            </a:r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r>
              <a:rPr lang="en-US" dirty="0"/>
              <a:t>where </a:t>
            </a:r>
            <a:r>
              <a:rPr lang="en-US" i="1" dirty="0" err="1"/>
              <a:t>X</a:t>
            </a:r>
            <a:r>
              <a:rPr lang="en-US" i="1" baseline="-25000" dirty="0" err="1"/>
              <a:t>m</a:t>
            </a:r>
            <a:r>
              <a:rPr lang="en-US" i="1" baseline="-25000" dirty="0"/>
              <a:t> </a:t>
            </a:r>
            <a:r>
              <a:rPr lang="en-US" i="1" dirty="0"/>
              <a:t>= 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i="1" baseline="-25000" dirty="0" err="1"/>
              <a:t>max</a:t>
            </a:r>
            <a:r>
              <a:rPr lang="en-US" i="1" dirty="0" err="1"/>
              <a:t>-x</a:t>
            </a:r>
            <a:r>
              <a:rPr lang="en-US" i="1" baseline="-25000" dirty="0" err="1"/>
              <a:t>min</a:t>
            </a:r>
            <a:r>
              <a:rPr lang="en-US" dirty="0"/>
              <a:t>)/2 is called the full-scale level of the A/D converter</a:t>
            </a:r>
          </a:p>
          <a:p>
            <a:pPr>
              <a:buFont typeface="Monotype Sorts" pitchFamily="2" charset="2"/>
              <a:buNone/>
            </a:pPr>
            <a:endParaRPr lang="en-US" sz="3600" dirty="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284413" y="3843338"/>
            <a:ext cx="81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3200"/>
              <a:t>m-</a:t>
            </a:r>
            <a:r>
              <a:rPr lang="en-US" sz="3200" i="0"/>
              <a:t>1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862138" y="3233738"/>
            <a:ext cx="170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3600" dirty="0" err="1"/>
              <a:t>x</a:t>
            </a:r>
            <a:r>
              <a:rPr lang="en-US" sz="3600" baseline="-25000" dirty="0" err="1"/>
              <a:t>max</a:t>
            </a:r>
            <a:r>
              <a:rPr lang="en-US" sz="3600" dirty="0" err="1"/>
              <a:t>-x</a:t>
            </a:r>
            <a:r>
              <a:rPr lang="en-US" sz="3600" baseline="-25000" dirty="0" err="1"/>
              <a:t>min</a:t>
            </a:r>
            <a:endParaRPr lang="en-US" sz="3600" baseline="-25000" dirty="0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1966913" y="3932238"/>
            <a:ext cx="155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413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Coding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57350"/>
            <a:ext cx="7772400" cy="4438650"/>
          </a:xfrm>
          <a:noFill/>
          <a:ln/>
        </p:spPr>
        <p:txBody>
          <a:bodyPr/>
          <a:lstStyle/>
          <a:p>
            <a:r>
              <a:rPr lang="en-US" dirty="0"/>
              <a:t>Coding is the process of assigning a unique binary number to each quantization level</a:t>
            </a:r>
          </a:p>
          <a:p>
            <a:r>
              <a:rPr lang="en-US" dirty="0"/>
              <a:t>Number of bits required </a:t>
            </a:r>
            <a:r>
              <a:rPr lang="en-US" dirty="0">
                <a:latin typeface="Symbol" pitchFamily="18" charset="2"/>
              </a:rPr>
              <a:t>³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i="1" dirty="0"/>
              <a:t>m</a:t>
            </a:r>
          </a:p>
          <a:p>
            <a:r>
              <a:rPr lang="en-US" dirty="0"/>
              <a:t>Alternatively, given </a:t>
            </a:r>
            <a:r>
              <a:rPr lang="en-US" i="1" dirty="0"/>
              <a:t>b+</a:t>
            </a:r>
            <a:r>
              <a:rPr lang="en-US" dirty="0"/>
              <a:t>1 bits</a:t>
            </a:r>
          </a:p>
          <a:p>
            <a:endParaRPr lang="en-US" dirty="0"/>
          </a:p>
          <a:p>
            <a:pPr>
              <a:buFont typeface="Monotype Sorts" pitchFamily="2" charset="2"/>
              <a:buNone/>
            </a:pPr>
            <a:r>
              <a:rPr lang="en-US" sz="1400" dirty="0"/>
              <a:t>          </a:t>
            </a:r>
            <a:r>
              <a:rPr lang="en-US" sz="2400" dirty="0">
                <a:latin typeface="Symbol" pitchFamily="18" charset="2"/>
              </a:rPr>
              <a:t>D = (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max</a:t>
            </a:r>
            <a:r>
              <a:rPr lang="en-US" sz="2400" i="1" dirty="0" err="1"/>
              <a:t>-x</a:t>
            </a:r>
            <a:r>
              <a:rPr lang="en-US" sz="2400" i="1" baseline="-25000" dirty="0" err="1"/>
              <a:t>min</a:t>
            </a:r>
            <a:r>
              <a:rPr lang="en-US" sz="2400" dirty="0"/>
              <a:t>)/2</a:t>
            </a:r>
            <a:r>
              <a:rPr lang="en-US" sz="2400" i="1" baseline="30000" dirty="0"/>
              <a:t>b+</a:t>
            </a:r>
            <a:r>
              <a:rPr lang="en-US" sz="2400" baseline="30000" dirty="0"/>
              <a:t>1 </a:t>
            </a:r>
            <a:r>
              <a:rPr lang="en-US" sz="2400" dirty="0"/>
              <a:t>=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m</a:t>
            </a:r>
            <a:r>
              <a:rPr lang="en-US" sz="2400" i="1" baseline="-25000" dirty="0"/>
              <a:t> </a:t>
            </a:r>
            <a:r>
              <a:rPr lang="en-US" sz="2400" dirty="0"/>
              <a:t>/2</a:t>
            </a:r>
            <a:r>
              <a:rPr lang="en-US" sz="2400" i="1" baseline="30000" dirty="0"/>
              <a:t>b</a:t>
            </a:r>
            <a:endParaRPr lang="en-US" sz="2400" baseline="30000" dirty="0"/>
          </a:p>
          <a:p>
            <a:endParaRPr lang="en-US" dirty="0"/>
          </a:p>
          <a:p>
            <a:r>
              <a:rPr lang="en-US" dirty="0"/>
              <a:t>For A/D devices, the higher </a:t>
            </a:r>
            <a:r>
              <a:rPr lang="en-US" i="1" dirty="0" err="1"/>
              <a:t>F</a:t>
            </a:r>
            <a:r>
              <a:rPr lang="en-US" i="1" baseline="-25000" dirty="0" err="1"/>
              <a:t>s</a:t>
            </a:r>
            <a:r>
              <a:rPr lang="en-US" i="1" dirty="0"/>
              <a:t> </a:t>
            </a:r>
            <a:r>
              <a:rPr lang="en-US" dirty="0"/>
              <a:t>and</a:t>
            </a:r>
            <a:r>
              <a:rPr lang="en-US" i="1" dirty="0"/>
              <a:t> m, </a:t>
            </a:r>
            <a:r>
              <a:rPr lang="en-US" dirty="0"/>
              <a:t>the less the error  (and the more the cost of the device)</a:t>
            </a:r>
          </a:p>
        </p:txBody>
      </p:sp>
    </p:spTree>
    <p:extLst>
      <p:ext uri="{BB962C8B-B14F-4D97-AF65-F5344CB8AC3E}">
        <p14:creationId xmlns:p14="http://schemas.microsoft.com/office/powerpoint/2010/main" val="1027640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dirty="0"/>
              <a:t>Ch. 2 Assignment:</a:t>
            </a:r>
            <a:br>
              <a:rPr lang="en-US" dirty="0"/>
            </a:br>
            <a:endParaRPr lang="en-US" dirty="0"/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2.1.2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2.2.4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2.2.5 (use </a:t>
            </a:r>
            <a:r>
              <a:rPr lang="en-US" dirty="0" err="1"/>
              <a:t>Matlab</a:t>
            </a:r>
            <a:r>
              <a:rPr lang="en-US" dirty="0"/>
              <a:t>/Octave)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2.2.7 (for asymmetric unit impulse only)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2.3.3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2.4.3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2.5.3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2.6.1</a:t>
            </a:r>
          </a:p>
          <a:p>
            <a:pPr marL="857250" lvl="1" indent="-457200">
              <a:buClrTx/>
              <a:buFont typeface="+mj-lt"/>
              <a:buAutoNum type="arabicPeriod"/>
            </a:pPr>
            <a:r>
              <a:rPr lang="en-US" dirty="0"/>
              <a:t>2.6.3</a:t>
            </a:r>
          </a:p>
          <a:p>
            <a:pPr marL="400050" lvl="1" indent="0">
              <a:buClr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Submission:</a:t>
            </a:r>
          </a:p>
          <a:p>
            <a:pPr lvl="1"/>
            <a:r>
              <a:rPr lang="en-US" dirty="0"/>
              <a:t>Time/date due: Monday, 16 March 2020, 23:55 PM</a:t>
            </a:r>
          </a:p>
          <a:p>
            <a:pPr lvl="1"/>
            <a:r>
              <a:rPr lang="en-US" dirty="0"/>
              <a:t>Submission procedure: upload via E-learning</a:t>
            </a:r>
          </a:p>
          <a:p>
            <a:pPr lvl="1"/>
            <a:r>
              <a:rPr lang="en-US" dirty="0"/>
              <a:t>Typed answers, submit in a </a:t>
            </a:r>
            <a:r>
              <a:rPr lang="en-US" b="1" dirty="0" err="1"/>
              <a:t>pdf</a:t>
            </a:r>
            <a:r>
              <a:rPr lang="en-US" b="1" dirty="0"/>
              <a:t> file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Matlab</a:t>
            </a:r>
            <a:r>
              <a:rPr lang="en-US" dirty="0"/>
              <a:t>/Octave, upload the m files but include any figures/graph in the submitted </a:t>
            </a:r>
            <a:r>
              <a:rPr lang="en-US" dirty="0" err="1"/>
              <a:t>pdf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Filename format: </a:t>
            </a:r>
            <a:r>
              <a:rPr lang="en-US" sz="1400" b="1" dirty="0"/>
              <a:t>DSP_A02_name_studentnumber.[</a:t>
            </a:r>
            <a:r>
              <a:rPr lang="en-US" sz="1400" b="1" dirty="0" err="1"/>
              <a:t>pdf</a:t>
            </a:r>
            <a:r>
              <a:rPr lang="en-US" sz="1400" b="1" dirty="0"/>
              <a:t>]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574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en-US" dirty="0"/>
              <a:t>Please note that this is an individual assignment and therefore no two students should write the same answers!</a:t>
            </a:r>
          </a:p>
          <a:p>
            <a:r>
              <a:rPr lang="en-US" dirty="0"/>
              <a:t>Cheating, plagiarism, copy-paste other people's work (incl. your friend's work) without giving appropriate credits will incur discount on your grades</a:t>
            </a:r>
          </a:p>
          <a:p>
            <a:r>
              <a:rPr lang="en-US" dirty="0"/>
              <a:t>Don't just answer by pointing out your references in your assignment without giving any further, necessary explanations (for example, you might be tempted to write: "Answer for Number 1 can be found in </a:t>
            </a:r>
            <a:r>
              <a:rPr lang="en-US" dirty="0">
                <a:hlinkClick r:id="rId2"/>
              </a:rPr>
              <a:t>http://www.dspguide.com</a:t>
            </a:r>
            <a:r>
              <a:rPr lang="en-US" dirty="0"/>
              <a:t>"); write your answer in </a:t>
            </a:r>
            <a:r>
              <a:rPr lang="en-US" b="1" dirty="0"/>
              <a:t>your own words</a:t>
            </a:r>
            <a:r>
              <a:rPr lang="en-US" dirty="0"/>
              <a:t> by making use of the references</a:t>
            </a:r>
          </a:p>
          <a:p>
            <a:r>
              <a:rPr lang="en-US" dirty="0"/>
              <a:t>In citing your references, you can any citation methods/style you'd might like; e.g.</a:t>
            </a:r>
          </a:p>
          <a:p>
            <a:pPr lvl="1"/>
            <a:r>
              <a:rPr lang="en-US" dirty="0"/>
              <a:t>Numerical style such as found in IEEE papers</a:t>
            </a:r>
          </a:p>
          <a:p>
            <a:pPr lvl="1"/>
            <a:r>
              <a:rPr lang="en-US" dirty="0"/>
              <a:t>Author-date style</a:t>
            </a:r>
          </a:p>
          <a:p>
            <a:pPr lvl="1"/>
            <a:r>
              <a:rPr lang="en-US" dirty="0" err="1"/>
              <a:t>Turabian</a:t>
            </a:r>
            <a:r>
              <a:rPr lang="en-US" dirty="0"/>
              <a:t> style</a:t>
            </a:r>
          </a:p>
          <a:p>
            <a:pPr lvl="1"/>
            <a:r>
              <a:rPr lang="en-US" dirty="0"/>
              <a:t>MLA style</a:t>
            </a:r>
          </a:p>
          <a:p>
            <a:pPr lvl="1"/>
            <a:r>
              <a:rPr lang="en-US" dirty="0"/>
              <a:t>APA style</a:t>
            </a:r>
          </a:p>
          <a:p>
            <a:r>
              <a:rPr lang="en-US" dirty="0"/>
              <a:t>In MS Word (2007/2010), you'd probably like to try the citation &amp; bibliography tools ('References &gt;&gt; Citation &amp; Bibliography') to manage your reference list. Alternatively, you can also use </a:t>
            </a:r>
            <a:r>
              <a:rPr lang="en-US" dirty="0">
                <a:hlinkClick r:id="rId3"/>
              </a:rPr>
              <a:t>EndNote</a:t>
            </a:r>
            <a:r>
              <a:rPr lang="en-US" dirty="0"/>
              <a:t> for the same purpose (note however not all MS Word has EndNote pre-installed in its configuration). The only downside of EndNote is that it is not free.</a:t>
            </a:r>
          </a:p>
          <a:p>
            <a:r>
              <a:rPr lang="en-US" dirty="0"/>
              <a:t>If you're using </a:t>
            </a:r>
            <a:r>
              <a:rPr lang="en-US" dirty="0" err="1">
                <a:hlinkClick r:id="rId4"/>
              </a:rPr>
              <a:t>LaTeX</a:t>
            </a:r>
            <a:r>
              <a:rPr lang="en-US" dirty="0"/>
              <a:t> for writing your documents, </a:t>
            </a:r>
            <a:r>
              <a:rPr lang="en-US" dirty="0" err="1"/>
              <a:t>BibTeX</a:t>
            </a:r>
            <a:r>
              <a:rPr lang="en-US" dirty="0"/>
              <a:t> is very recommended. Both </a:t>
            </a:r>
            <a:r>
              <a:rPr lang="en-US" dirty="0" err="1"/>
              <a:t>LaTeX</a:t>
            </a:r>
            <a:r>
              <a:rPr lang="en-US" dirty="0"/>
              <a:t> and </a:t>
            </a:r>
            <a:r>
              <a:rPr lang="en-US" dirty="0" err="1"/>
              <a:t>BibTeX</a:t>
            </a:r>
            <a:r>
              <a:rPr lang="en-US" dirty="0"/>
              <a:t> are entirely free. You can use any general text editors you like for preparing documents in </a:t>
            </a:r>
            <a:r>
              <a:rPr lang="en-US" dirty="0" err="1"/>
              <a:t>LaTeX</a:t>
            </a:r>
            <a:r>
              <a:rPr lang="en-US" dirty="0"/>
              <a:t> (vi, </a:t>
            </a:r>
            <a:r>
              <a:rPr lang="en-US" dirty="0" err="1"/>
              <a:t>emacs</a:t>
            </a:r>
            <a:r>
              <a:rPr lang="en-US" dirty="0"/>
              <a:t>, notepad++) or alternatively use the ones more specifically designed for </a:t>
            </a:r>
            <a:r>
              <a:rPr lang="en-US" dirty="0" err="1"/>
              <a:t>LaTeX</a:t>
            </a:r>
            <a:r>
              <a:rPr lang="en-US" dirty="0"/>
              <a:t> preparation (e.g., </a:t>
            </a:r>
            <a:r>
              <a:rPr lang="en-US" dirty="0" err="1"/>
              <a:t>TexWorks</a:t>
            </a:r>
            <a:r>
              <a:rPr lang="en-US" dirty="0"/>
              <a:t> that comes with </a:t>
            </a:r>
            <a:r>
              <a:rPr lang="en-US" dirty="0" err="1">
                <a:hlinkClick r:id="rId5"/>
              </a:rPr>
              <a:t>MikTeX</a:t>
            </a:r>
            <a:r>
              <a:rPr lang="en-US" dirty="0"/>
              <a:t> -- a </a:t>
            </a:r>
            <a:r>
              <a:rPr lang="en-US" dirty="0" err="1"/>
              <a:t>LaTeX</a:t>
            </a:r>
            <a:r>
              <a:rPr lang="en-US" dirty="0"/>
              <a:t> installation for Windows, </a:t>
            </a:r>
            <a:r>
              <a:rPr lang="en-US" dirty="0" err="1">
                <a:hlinkClick r:id="rId6"/>
              </a:rPr>
              <a:t>Texmaker</a:t>
            </a:r>
            <a:r>
              <a:rPr lang="en-US" dirty="0"/>
              <a:t>, </a:t>
            </a:r>
            <a:r>
              <a:rPr lang="en-US" dirty="0" err="1">
                <a:hlinkClick r:id="rId7"/>
              </a:rPr>
              <a:t>Lyx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Useful resources:</a:t>
            </a:r>
          </a:p>
          <a:p>
            <a:pPr lvl="1"/>
            <a:r>
              <a:rPr lang="en-US" dirty="0"/>
              <a:t>Numerical and author-date style widely used in computer science engineering students: </a:t>
            </a:r>
            <a:r>
              <a:rPr lang="en-US" dirty="0">
                <a:hlinkClick r:id="rId8"/>
              </a:rPr>
              <a:t>http://www.lib.monash.edu.au/tutorials/citing/compsci.html</a:t>
            </a:r>
            <a:endParaRPr lang="en-US" dirty="0"/>
          </a:p>
          <a:p>
            <a:pPr lvl="1"/>
            <a:r>
              <a:rPr lang="en-US" dirty="0"/>
              <a:t>APA style citation method: </a:t>
            </a:r>
            <a:r>
              <a:rPr lang="en-US" dirty="0">
                <a:hlinkClick r:id="rId9"/>
              </a:rPr>
              <a:t>http://www.uis.edu/ctl/writing/documents/APACitationMethods.pdf</a:t>
            </a:r>
            <a:endParaRPr lang="en-US" dirty="0"/>
          </a:p>
          <a:p>
            <a:pPr lvl="1"/>
            <a:r>
              <a:rPr lang="en-US" dirty="0"/>
              <a:t>MLA style citation method: </a:t>
            </a:r>
            <a:r>
              <a:rPr lang="en-US" dirty="0">
                <a:hlinkClick r:id="rId10"/>
              </a:rPr>
              <a:t>http://www.uis.edu/ctl/writing/MLACitation_000.pdf.pdf</a:t>
            </a:r>
            <a:endParaRPr lang="en-US" dirty="0"/>
          </a:p>
          <a:p>
            <a:pPr lvl="1"/>
            <a:r>
              <a:rPr lang="en-US" dirty="0" err="1"/>
              <a:t>Turabian</a:t>
            </a:r>
            <a:r>
              <a:rPr lang="en-US" dirty="0"/>
              <a:t> method: </a:t>
            </a:r>
            <a:r>
              <a:rPr lang="en-US" dirty="0">
                <a:hlinkClick r:id="rId11"/>
              </a:rPr>
              <a:t>http://library.concordia.ca/help/howto/turabian.pdf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57485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3615</TotalTime>
  <Words>2444</Words>
  <Application>Microsoft Macintosh PowerPoint</Application>
  <PresentationFormat>On-screen Show (4:3)</PresentationFormat>
  <Paragraphs>481</Paragraphs>
  <Slides>56</Slides>
  <Notes>2</Notes>
  <HiddenSlides>2</HiddenSlides>
  <MMClips>7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 Unicode MS</vt:lpstr>
      <vt:lpstr>Arial</vt:lpstr>
      <vt:lpstr>Monotype Sorts</vt:lpstr>
      <vt:lpstr>Symbol</vt:lpstr>
      <vt:lpstr>Tahoma Bold</vt:lpstr>
      <vt:lpstr>Times New Roman</vt:lpstr>
      <vt:lpstr>Wingdings</vt:lpstr>
      <vt:lpstr>UBIPG</vt:lpstr>
      <vt:lpstr>Equation</vt:lpstr>
      <vt:lpstr>PowerPoint Presentation</vt:lpstr>
      <vt:lpstr>Operations on Signal</vt:lpstr>
      <vt:lpstr>Brief review: DSP</vt:lpstr>
      <vt:lpstr>Signals</vt:lpstr>
      <vt:lpstr>Signals (cont’d)</vt:lpstr>
      <vt:lpstr>Signal representations</vt:lpstr>
      <vt:lpstr>Signal representations (examples)</vt:lpstr>
      <vt:lpstr>Unit Step</vt:lpstr>
      <vt:lpstr>Unit Step (cont’d)</vt:lpstr>
      <vt:lpstr>Unit Step (cont’d)</vt:lpstr>
      <vt:lpstr>Unit Impulse</vt:lpstr>
      <vt:lpstr>Unit Impulse (cont’d)</vt:lpstr>
      <vt:lpstr>Unit Impulse (cont’d)</vt:lpstr>
      <vt:lpstr>Unit Impuls (cont’d)</vt:lpstr>
      <vt:lpstr>Analog signal construction</vt:lpstr>
      <vt:lpstr>Representing signal with impulses</vt:lpstr>
      <vt:lpstr>Representing signal with impulses</vt:lpstr>
      <vt:lpstr>Representing signal with impulses</vt:lpstr>
      <vt:lpstr>Discrete (digital) signal construction</vt:lpstr>
      <vt:lpstr>Some digital “signals” </vt:lpstr>
      <vt:lpstr>Some periodic digital “signals”</vt:lpstr>
      <vt:lpstr>Signal types</vt:lpstr>
      <vt:lpstr>Signal types</vt:lpstr>
      <vt:lpstr>Signal types</vt:lpstr>
      <vt:lpstr>Digital signals and vectors</vt:lpstr>
      <vt:lpstr>Example</vt:lpstr>
      <vt:lpstr>Example (spectrum)</vt:lpstr>
      <vt:lpstr>Example (spectrum)</vt:lpstr>
      <vt:lpstr>PowerPoint Presentation</vt:lpstr>
      <vt:lpstr>Analog to Digital Conversion</vt:lpstr>
      <vt:lpstr>PowerPoint Presentation</vt:lpstr>
      <vt:lpstr>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Sampling</vt:lpstr>
      <vt:lpstr>PowerPoint Presentation</vt:lpstr>
      <vt:lpstr>Example</vt:lpstr>
      <vt:lpstr>PowerPoint Presentation</vt:lpstr>
      <vt:lpstr>PowerPoint Presentation</vt:lpstr>
      <vt:lpstr>PowerPoint Presentation</vt:lpstr>
      <vt:lpstr>Reconstruction</vt:lpstr>
      <vt:lpstr>PowerPoint Presentation</vt:lpstr>
      <vt:lpstr>Quantization and coding</vt:lpstr>
      <vt:lpstr>PowerPoint Presentation</vt:lpstr>
      <vt:lpstr>Quantization</vt:lpstr>
      <vt:lpstr>Quantization</vt:lpstr>
      <vt:lpstr>Coding</vt:lpstr>
      <vt:lpstr>Assignment</vt:lpstr>
      <vt:lpstr>Important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 Chapter Title</dc:title>
  <dc:creator>irwan gunawan</dc:creator>
  <cp:lastModifiedBy>Microsoft Office User</cp:lastModifiedBy>
  <cp:revision>136</cp:revision>
  <cp:lastPrinted>2021-03-22T23:48:20Z</cp:lastPrinted>
  <dcterms:created xsi:type="dcterms:W3CDTF">2012-09-11T05:23:01Z</dcterms:created>
  <dcterms:modified xsi:type="dcterms:W3CDTF">2021-03-30T03:08:06Z</dcterms:modified>
</cp:coreProperties>
</file>