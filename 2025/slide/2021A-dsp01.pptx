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292"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
          <a:solidFill>
            <a:srgbClr val="000000"/>
          </a:solidFill>
        </a:uFill>
        <a:latin typeface="+mn-lt"/>
        <a:ea typeface="+mn-ea"/>
        <a:cs typeface="+mn-cs"/>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
          <a:solidFill>
            <a:srgbClr val="000000"/>
          </a:solidFill>
        </a:uFill>
        <a:latin typeface="+mn-lt"/>
        <a:ea typeface="+mn-ea"/>
        <a:cs typeface="+mn-cs"/>
        <a:sym typeface="Arial"/>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
          <a:solidFill>
            <a:srgbClr val="000000"/>
          </a:solidFill>
        </a:uFill>
        <a:latin typeface="+mn-lt"/>
        <a:ea typeface="+mn-ea"/>
        <a:cs typeface="+mn-cs"/>
        <a:sym typeface="Arial"/>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
          <a:solidFill>
            <a:srgbClr val="000000"/>
          </a:solidFill>
        </a:uFill>
        <a:latin typeface="+mn-lt"/>
        <a:ea typeface="+mn-ea"/>
        <a:cs typeface="+mn-cs"/>
        <a:sym typeface="Arial"/>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
          <a:solidFill>
            <a:srgbClr val="000000"/>
          </a:solidFill>
        </a:uFill>
        <a:latin typeface="+mn-lt"/>
        <a:ea typeface="+mn-ea"/>
        <a:cs typeface="+mn-cs"/>
        <a:sym typeface="Arial"/>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
          <a:solidFill>
            <a:srgbClr val="000000"/>
          </a:solidFill>
        </a:uFill>
        <a:latin typeface="+mn-lt"/>
        <a:ea typeface="+mn-ea"/>
        <a:cs typeface="+mn-cs"/>
        <a:sym typeface="Arial"/>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
          <a:solidFill>
            <a:srgbClr val="000000"/>
          </a:solidFill>
        </a:uFill>
        <a:latin typeface="+mn-lt"/>
        <a:ea typeface="+mn-ea"/>
        <a:cs typeface="+mn-cs"/>
        <a:sym typeface="Arial"/>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
          <a:solidFill>
            <a:srgbClr val="000000"/>
          </a:solidFill>
        </a:uFill>
        <a:latin typeface="+mn-lt"/>
        <a:ea typeface="+mn-ea"/>
        <a:cs typeface="+mn-cs"/>
        <a:sym typeface="Arial"/>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
          <a:solidFill>
            <a:srgbClr val="000000"/>
          </a:solidFill>
        </a:uFill>
        <a:latin typeface="+mn-lt"/>
        <a:ea typeface="+mn-ea"/>
        <a:cs typeface="+mn-cs"/>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n" i="on">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n">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n">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n">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n" i="on">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n">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n">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n">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n" i="on">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n">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n">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n">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n" i="on">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n">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n">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n">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n" i="on">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n">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n">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n">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n" i="on">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n">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n">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n">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4"/>
  </p:normalViewPr>
  <p:slideViewPr>
    <p:cSldViewPr snapToGrid="0" snapToObjects="1">
      <p:cViewPr varScale="1">
        <p:scale>
          <a:sx n="124" d="100"/>
          <a:sy n="124" d="100"/>
        </p:scale>
        <p:origin x="1824"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3-09T01:08:06.985"/>
    </inkml:context>
    <inkml:brush xml:id="br0">
      <inkml:brushProperty name="width" value="0.05292" units="cm"/>
      <inkml:brushProperty name="height" value="0.05292" units="cm"/>
      <inkml:brushProperty name="color" value="#FF0000"/>
    </inkml:brush>
  </inkml:definitions>
  <inkml:trace contextRef="#ctx0" brushRef="#br0">16414 8207 24575,'0'30'0,"0"0"0,0 0 0,0 0 0,0 0 0,0 0 0,0 0 0,0 0 0,13 0 0,-9 0 0,9-14 0,-13 11 0,0-10 0,0-1 0,0 11 0,0-24 0,0 10 0,0-13 0,0 14 0,0-11 0,0 10 0,0-13 0,0 0 0,13 0 0,-9-13 0,22-4 0,-9 1 0,26-24 0,4 20-2812,13-37 2812,13 24-1751,-35 5 0,1-1 1751,5 6 0,1 0 0,1-6 0,-2-2 0,1 1 0,0 0 0,0 0 0,0 0 0,-1 0 0,2 0 0,5-1 0,1 2 0,-5 6 0,-1 0 0,7-5 0,-3-1 0,-11 6 0,-1 0-453,6-1 0,-2 1 453,22-20 0,9 13-1455,-13 0 1455,-14 0 0,-2 13 1878,-28-9-1878,11 22 0,-37-9 0,7 13 0</inkml:trace>
  <inkml:trace contextRef="#ctx0" brushRef="#br0" timeOffset="38469">13029 9046 24575,'17'0'0,"-4"0"0,-13 0 0,0 0 0,14 0 0,-11 0 0,10-14 0,-13 11 0,0 3 0,0 3 0,14 11 0,-11-14 0,10 0 0,-13 0 0,0 0 0,14 0 0,-11-14 0,10 11 0,1-10 0,-11 13 0,10 0 0,-13 0 0,0 0 0,14 0 0,-11 0 0,10 0 0,-13 0 0,0 0 0,14 0 0,-11 0 0,10 0 0,0 0 0,-9 0 0,9 0 0,0 0 0,-9-14 0,9 11 0,0-10 0,4 13 0,0 0 0,9 0 0,-22 0 0,22 0 0,-22 0 0,22 0 0,-22 0 0,22 0 0,-23 0 0,24 0 0,-24 0 0,24 0 0,-24 0 0,24 0 0,-24 0 0,11 0 0,-1 0 0,-10 0 0,24 0 0,-24 0 0,24 0 0,-24 0 0,24 0 0,-24 0 0,24 0 0,-24 0 0,24 0 0,-24 0 0,24 0 0,-11 0 0,1-13 0,10 9 0,-24-9 0,24 13 0,-24 0 0,23 0 0,-9 0 0,0 0 0,9 0 0,-22 0 0,22 0 0,-22 0 0,22 0 0,-22 0 0,22 0 0,-22 0 0,22 0 0,-9 0 0,-1 0 0,11 0 0,-24 0 0,24 0 0,-10 0 0,-1 0 0,11 0 0,-10 0 0,-1 0 0,11 0 0,-10 0 0,-1 0 0,11 0 0,-11 0 0,14 0 0,0-13 0,0 9 0,-13-9 0,10 13 0,-11 0 0,14 0 0,-13 0 0,9 13 0,-9-9 0,13 9 0,-13-13 0,9 0 0,-9 0 0,13 0 0,-14 0 0,11 0 0,-10 0 0,-1 0 0,11 0 0,-10 0 0,13 0 0,-14 0 0,11 0 0,-10 0 0,-1 0 0,11 0 0,-11 0 0,14 0 0,-13 0 0,10-13 0,-24 9 0,24-9 0,-24 13 0,24 0 0,-24 0 0,23 13 0,-22-9 0,22 9 0,-22-13 0,22 0 0,-9 0 0,0 0 0,9 0 0,-22 0 0,22 0 0,-22 0 0,22 0 0,-22 0 0,22 0 0,-23 0 0,24 0 0,-24 0 0,11 0 0,-1 0 0,-10 0 0,11 0 0,-1 0 0,-10 0 0,11 0 0,-14 0 0,13 0 0,-10 0 0,11 0 0,-14 0 0,0 0 0,13 0 0,-10 0 0,11 0 0,-14 0 0,0 0 0,0-13 0,0 9 0,0-9 0,-14 13 0,11 0 0,-10-13 0,13-4 0</inkml:trace>
  <inkml:trace contextRef="#ctx0" brushRef="#br0" timeOffset="41264">15246 7698 24575,'-73'0'0,"10"13"0,20-11 0,-1 0-6102,-33 11 6102,27-12 0,-3-2 0,7 0 0,-1 2 0,-5 5 0,1 1 0,6-5 0,0-1 0,-6 6 0,-1 0 0,5-6 0,1-2 0,-6 1 0,1 0 0,-26 0-565,33 6 1,1 1 564,-20-4 0,20 4 0,0 0 0,-21-7 234,-9 13-234,27-10 0,-11 11-853,24-14 853,-24 13 1863,24-10-1863,-10 11 0,13-14 0,-14 0 0,11 13 0,-10-10 2140,13 11-2140,0-14 0,0 0 0,-13 13 0,10-10 0,-11 11 0,14-14 0,0 0 0,0 0 0,0 13 0,0-10 1591,14 11-1591,-11-14 1231,11 0-1231,-14 0 779,13 0-779,-10 0 246,24-14-246,-24 11 0,24-10 0,-24 13 0,24 0 0,-10 0 0,13 0 0,-13 0 0,9 0 0,-9 0 0,13 0 0,0 0 0,0-14 0,-13 11 0,9-10 0,-22 13 0,22 0 0,-22 0 0,22 0 0,-22 0 0,22 0 0,-22 0 0,22 0 0,-22 0 0,22 0 0,-9 0 0,0 0 0,10 0 0,-11 0 0,1 0 0,10 0 0,-11 0 0,14 0 0,0 0 0,-13 0 0,10 0 0,-11 0 0,14 0 0,0 0 0,14 0 0,-11 0 0,10 0 0,-13 0 0,0 13 0,14-10 0,-11 24 0,10-10 0,1-1 0,-11 24 0,23-20 0,-22 23 0,9-13-1093,0 14 1093,-9 2 0,9 14 0,0-13-1950,-9 9 1950,22 4 0,-22 3 0,9 11 0,0-15 0,-9 1 0,9 0-1273,-13 0 1273,0-13 0,13 9 0,-9-9 0,9 0-804,-13-4 804,0 0 0,0-10 866,0-3-866,0-3 1815,13-10-1815,-9-1 1420,9 11-1420,-13-24 1019,0 10-1019,0 1 0,0-11 0,0 10 0,0-13 0,0 0 0,0-13 0,13 10 0,-10-11 0,11 14 0,-14 0 0,0 0 0,13-13 0,-10 10 0,24-10 0,-24-1 0,24 11 0,-24-10 0,24-1 0,-10 11 0,13-10 0,-1-1 0,15 11 0,2-10-1764,14 13 1764,0 0 0,0 0-2191,13 0 2191,-9 0-1254,-22 0 1,2 0 1253,33 0 0,-1-14 0,-33 13 0,1-1 0,32-11 0,-31 12 0,0 2 0,0-1 0,0 0 0</inkml:trace>
  <inkml:trace contextRef="#ctx0" brushRef="#br0" timeOffset="41860">15695 7698 24575,'0'43'0,"0"4"0,-13 13-4715,10 0 4715,-11 13-2106,14 3 2106,0-31 0,0 0 0,7 1 0,0-2 0,-4 33-334,4-34 0,-1 0 334,-6 20-1462,14 11 1462,-11-15 0,10 1 0,1 0 570,-11-13-570,24 9 2048,-24-22-2048,10-4 0,-13-4 0,0-9 0</inkml:trace>
  <inkml:trace contextRef="#ctx0" brushRef="#br0" timeOffset="51384">16444 6650 24575,'0'-47'0,"0"4"0,0-1-1035,0 11 1035,0-10 339,0 26-339,0-9 172,0 9-172,0 0 0,13-9 0,-9 9 524,9 0-524,0-9 0,-9 22 0,22-22 0,-9 23 0,13-24 0,0 10-823,13 1 823,-10-11-1396,24 10 1396,-10 1-1828,12-11 1828,1 10-2450,14-13 2450,2 14 0,1-11 0,-34 19 0,0 0 0,2-7 0,0 0 0,1-1 0,1 2-1099,12-1 1,-1 0 1098,-12 0 0,1 0 0,11 0 0,0 0 0,-11 0 0,0 0 0,11-1 0,0 2 0,-11 5 0,-1 1 0,13-5 0,-1 0 0,-11 4 0,-1 1 0,6 0 0,-1-1-417,-5-5 0,-2 2 417,33 8 0,-34-9 0,0 0 0,20 9 0,11-22 100,-15 22-100,-12-22 1522,-4 23-1522,-13-11 2961,0 14-2961,0 0 0,0-13 2462,-13 10-2462,-4-11 1820,0 14-1820,-9 0 653,9 0-653,-13 0 10,0 0-10,13 0 0,-9 0 0,9 0 0,-13 0 0,0 0 0,-13 0 0,9 0 0,-9 0 0,13 0 0,0 0 0</inkml:trace>
  <inkml:trace contextRef="#ctx0" brushRef="#br0" timeOffset="52462">16324 6590 24575,'0'30'0,"0"13"0,0 3-1090,-13 14 1090,10 0-2142,-11 0 2142,14 0 0,0 0 0,-13 0 0,10 0 0,-11 0 0,1-14 0,10 11 19,-11-24-19,1 10 0,10-13 0,-11 0 479,1-13-479,10 10 1894,-24-24-1894,24 24 840,-24-24-840,11 10 0,-14 0 0,0-9 0,0 9 0,0-13-504,-13 0 504,9 0 0,-9 0 0,13 0 0,0 0 0,13 0 0,-9-13 0,9 9 0,-13-9 0,14 13 0,2 0 504,1 0-504,10 0 0,-11 0 0,14 0 0,0 0 0,14 13 0,2 4 0</inkml:trace>
  <inkml:trace contextRef="#ctx0" brushRef="#br0" timeOffset="53228">18511 5182 24575,'16'0'0,"-2"0"0,-14 0 0,13 0 0,4 0 0,-1 0 0,11 0 0,-10 0 0,26 0 0,-10 13 0,10-10 0,-13 11 0,0-14 0,0 0 0,0 13 0,0-10 0,-13 24 0,10-24 0,-11 24 0,1-10 0,-4 26-1089,0-10 1089,-9 24 0,9-24 0,-26 24 0,9-11 0,-22 1 0,22 9 0,-22-22 0,23 22 0,-24-9 0,24-1 0,-24-2 0,10-14-122,1 0 122,2 0 0,1 0 0,10-14 0,-11 11 0,1-24 0,10 10 270,-11-13 0,1 0 1,-4 0-1</inkml:trace>
  <inkml:trace contextRef="#ctx0" brushRef="#br0" timeOffset="54181">19409 5272 24575,'-16'30'0,"-11"13"0,24-10-2740,-10 24 2740,-1-11 0,11 1 0,-10 10 0,-1-11 0,11 14 0,-24-13 0,24 9 0,-10-23 512,13 11-512,0-14 0,-14 0 533,11-14-533,-10 11 0,13-10 0,0-1 1398,0-2-1398,0-14 297,0 0-297,0 13 0,0-36 0,0 29 0,0-32 0</inkml:trace>
  <inkml:trace contextRef="#ctx0" brushRef="#br0" timeOffset="54446">19469 5242 24575,'17'60'0,"10"0"0,-24-1-4075,24 1 4075,-11 0 0,1 0 0,9 0 0,-22 0 0,22 0 1069,-22-14-1069,22-2 0,-22-1 0,9-10 0,-13 11 708,13-28-708,-9 11 0,9-24 0,-13 24 2132,0-24-2132,0 10 166,-13-13-166,9 0 0,-22 0 0,9 0 0,-13 0 0</inkml:trace>
  <inkml:trace contextRef="#ctx0" brushRef="#br0" timeOffset="54918">20038 5601 24575,'-16'17'0,"-11"9"0,24-9 0,-24 13 0,11 0 0,-1 0 0,-10 0 0,24 0-1271,-24 13 1271,24-10 0,-10 11 414,13-28-414,0 11 211,0-10-211,13 13 0,-10-14 0,24 11 646,-24-24-646,24 10 0,-10-13 0,13-13 0,-1 10 0,1-24 0,0 11 0,-13-14 0,10 0 0,-11 0 0,14 0 0</inkml:trace>
  <inkml:trace contextRef="#ctx0" brushRef="#br0" timeOffset="55168">20218 5272 24575,'0'43'0,"0"-10"0,13 24-3260,-9-11 3260,9 14 0,-13-13 0,0 9 0,13-9 55,-9 0-55,9-4 0,0 0 0,-9-10 0,9 11 542,-13-14-542,0 0 0,0-14 0,13 11 1613,-9-24-1613,9 11 0,-13-14 0,0 0 0</inkml:trace>
  <inkml:trace contextRef="#ctx0" brushRef="#br0" timeOffset="56072">19409 5751 24575,'17'0'0,"10"0"0,-24 0 0,24-13 0,-24 9 0,24-9 0,-11 13 0,1 0 0,10 0 0,-24 0 0,23 0 0,-22 0 0,22 0 0,-22 0 0,9 0 0,-13 0 0,13 0 0,-9 0 0,9 0 0,-26 0 0,9 13 0,-9-9 0,13 9 0,0-13 0</inkml:trace>
  <inkml:trace contextRef="#ctx0" brushRef="#br0" timeOffset="56674">20098 5691 24575,'17'0'0,"-4"0"0,-13 0 0,0 0 0,14 0 0,-11 0 0,10-13 0,1 9 0,-11-9 0,24 13 0,-24 0 0,10 0 0,0-13 0,-9 9 0,9-9 0,0 13 0,-9 0 0,9 0 0,0 0 0,-9 0 0,9 0 0,-13-13 0,0 9 0,13-9 0,-9 13 0,9 0 0,-13 13 0,0-9 0,0 9 0,0-13 0</inkml:trace>
  <inkml:trace contextRef="#ctx0" brushRef="#br0" timeOffset="56974">20428 5721 24575,'0'17'0,"0"-4"0,13 0 0,-10 4 0,11 13 0,-14-14 0,0 11 0,0 3 0,0 3 0,0 11 0,0-14 0,0-14 0,13 11 0,-10-24 0,11 24 0,-14-24 0,0 10 0,0-13 0,0 14 0,0-11 0,0 10 0,0-26 0,-14 10 0,-2-11 0</inkml:trace>
  <inkml:trace contextRef="#ctx0" brushRef="#br0" timeOffset="57682">20608 5841 24575,'0'16'0,"0"-2"0,0-1 0,0-10 0,0 24 0,0-10 0,13-1 0,-10 11 0,11-10 0,-14-1 0,0 11 0,0-24 0,13 24 0,-10-24 0,10 24 0,-13-24 0,0 10 0,0-13 0,0 0 0,14 0 0,-11 0 0,10 0 0,-13 0 0,0 0 0,14-13 0,-11 10 0,24-24 0,-24 10 0,10-12 0,-13-1 0,0 13 0,14-10 0,-11 11 0,10-14 0,-13 13 0,0-10 0,0 24 0,0-24 0,0 24 0,0-10 0,0 0 0,0 9 0,0-9 0,0 13 0,0 0 0,-13 0 0,10 0 0,-11 0 0</inkml:trace>
  <inkml:trace contextRef="#ctx0" brushRef="#br0" timeOffset="57924">20877 5841 24575,'0'30'0,"0"-14"0,0 11 0,0-24 0,0 24 0,13-10 0,-9-1 0,9 11 0,-13-10 0,0-1 0,0 11 0,0-24 0,0 24 0,0-24 0,0 10 0,0 1 0,0-11 0,0 10 0,0-13 0,0 0 0,0 0 0</inkml:trace>
  <inkml:trace contextRef="#ctx0" brushRef="#br0" timeOffset="58470">20518 5601 24575,'16'0'0,"-2"0"0,-14 0 0,0-13 0,0 10 0,13-11 0,-10 14 0,11 0 0,-14 0 0,0-13 0,0-4 0</inkml:trace>
  <inkml:trace contextRef="#ctx0" brushRef="#br0" timeOffset="58959">20937 5541 24575,'-17'0'0,"4"0"0,13 0 0,0 0 0,0-13 0,0 10 0,0-11 0,0 14 0,0 0 0,-13 0 0,9 0 0,-9 0 0</inkml:trace>
  <inkml:trace contextRef="#ctx0" brushRef="#br0" timeOffset="59448">21057 5571 24575,'0'77'0,"0"-17"0,0-17-1411,0 0 1411,0-10 0,0 11 0,0-1 0,0-10 0,0 11 102,0-14-102,13-1 0,-10 1 319,11-13-319,-14 10 0,0-11 0,0 1 708,0-4-708,0-13 282,0 0-282,0-13 0,-14 10 0,-2-11 0</inkml:trace>
  <inkml:trace contextRef="#ctx0" brushRef="#br0" timeOffset="60356">21207 5961 24575,'0'16'0,"0"-2"0,0-14 0,0 0 0,0-14 0,0 11 0,13-10 0,-10 13 0,11 0 0,-14-14 0,0 11 0,13-24 0,-10 24 0,11-10 0,-1-1 0,-10 11 0,10-10 0,-13-1 0,14 11 0,-11-10 0,10-1 0,-13 11 0,0-10 0,0 0 0,0 9 0,0-9 0,0 13 0,0-13 0,0 9 0,0-9 0,0 13 0,0 0 0,0-13 0,0 9 0,0-9 0,0 13 0,0 13 0,0-9 0,0 9 0,0-13 0,0 0 0,0 13 0,0-9 0,0 22 0,0-22 0,0 9 0,0 0 0,0 4 0,0 13 0,0 0 0,14 0 0,-11 0 0,10 0 0,-13 0 0,0 13-1034,14-10 1034,-11 24 0,10-24 0,1 24 0,-11-24 0,10 10 0,-13 0 0,0-9-281,0 9 281,0-13 0,0 0 0,0-14 0,0 11 0,0-10 0,0-1 1019,-13 11-1019,10-24 296,-11 24-296,14-24 0,-13 11 0,10-14 0,-11 0 0,1 0 0,10-14 0,-24 11 0,24-24 0,-24 11 0,24-14 0,-10 0 0,-1 0-525,11-14 525,-10 11 0,13-23 0,0 22 0,0-22 0,0 23 0,0-11 0,13 14 0,-10 0 0,24 0 0,-24 0 0,24 0 0,-24 14 0,24-11 0,-24 24 0,24-10 0,-24-1 525,10 11-525,-13-10 0,14 13 0,-11 0 0,10 0 0,-13 0 0,0 0 0</inkml:trace>
  <inkml:trace contextRef="#ctx0" brushRef="#br0" timeOffset="60653">21117 5781 24575,'0'46'0,"13"-16"0,-10-3 0,11-10 0,-14 13 0,13-14 0,-10 11 0,11-10 0,-14-1 0,13 11 0,-10-24 0,11 24 0,-14-24 0,0 10 0,0-13 0</inkml:trace>
  <inkml:trace contextRef="#ctx0" brushRef="#br0" timeOffset="63939">19110 6470 24575,'0'-17'0,"0"4"0,0 13 0,0 0 0,13 0 0,-9 0 0,9 0 0,-13 0 0,0 0 0,0-13 0,0 9 0,0-9 0,13 13 0,-9 0 0,9 0 0,-13 0 0,0 0 0,13 0 0,-10 0 0,11 0 0,-1 0 0,-10 0 0,11 0 0,-1 0 0,-10 0 0,24 0 0,-24 0 0,24 0 0,-24 0 0,24 0 0,-24 0 0,24 0 0,-11 0 0,1-13 0,10 9 0,-11-9 0,1 13 0,10 0 0,-11 0 0,14 0 0,-13-13 0,10 9 0,-11-9 0,14 13 0,0 0 0,0 0 0,-13-13 0,9 9 0,-9-9 0,13 13 0,0 0 0,0 0 0,13-13-544,-10 9 544,11-9 0,-1 13 0,-10-13 0,10 9 0,1-9 0,-11 13 0,24-13 0,-24 10 0,23-11 0,-22 1 0,22 10 0,-22-11 0,22 14 0,-23-13 0,24 10 0,-24-11-1261,24 14 1261,-11 0 0,1 0 0,10-13 0,-11 10-1570,14-11 1570,0 14 0,0-13 0,13 10 0,-10-11 0,-3 1 0,-3 10 0,-11-11 0,1 14 0,10-13-655,-24 10 655,10-11 449,-13 14-449,-13 0 1141,9 0-1141,-22 0 1656,22 0-1656,-22 0 784,22 0-784,-22 0 0,9 0 0,-13 0 0,13 0 0,-9 0 0,9 0 0,-13 0 0,-13 0 0,9 0 0,-22 0 0,9 0 0</inkml:trace>
  <inkml:trace contextRef="#ctx0" brushRef="#br0" timeOffset="65524">19769 6440 24575,'0'-17'0,"0"4"0,0 13 0,0 0 0,0-13 0,0 9 0,0-9 0,13 13 0,-9 0 0,9 0 0,-13 0 0,0 0 0,-13 0 0,9 0 0,-9 13 0,13-9 0,13 9 0,-9 0 0,9 4 0,-13 13 0,0-14 0,0 11 0,13-10 0,-10 26 0,11-10 0,-14 11 0,0-15 0,0 1 0,0 0 0,0 0 0,0 0 0,0 0 0,0 0 0,0 0 0,0 0 0,0 0 0,0 0 0,0 0 0,0-13 0,0 9 0,0-9 0,0 0 0,0 9 0,0-23 0,0 24 0,0-24 0,0 24 0,0-24 0,0 11 0,0-14 0,0 0 0,0 13 0,0-10 0,0 11 0,0-14 0,0 0 0,13 0 0,-10 0 0,11 0 0,-14 13 0,13-10 0,-10 11 0,11-14 0,-1 0 0,4 0 0,-1 0 0,11 0 0,-10 0 0,12 0 0,15 0-474,-11 0 474,10 0 0,1-14 0,-11 11 0,23-10 0,-22-1 0,22 11 0,-22-10 0,22-1 0,-23 11 0,11-10 0,-28 13 0,11-14 0,-10 11 0,-1-10 0,11 13 474,-24 0-474,11 0 0,-1 0 0,-10 0 0,10 0 0,-13 0 0,0 0 0,0-14 0,0 11 0,0-10 0,0 13 0,-13 13 0,10-10 0,-24 24 0,24-24 0,-24 24 0,11-10 0</inkml:trace>
  <inkml:trace contextRef="#ctx0" brushRef="#br0" timeOffset="66215">20488 7009 24575,'-17'-13'0,"4"9"0,13-9 0,0 13 0,0 0 0,0 13 0,0-9 0,0 9 0,0-13 0,13 0 0,-10 0 0,11 0 0,-14 0 0,0 0 0,13 0 0,-10 0 0,11 0 0,-1 0 0,-10 0 0,24 0 0,-24 13 0,11-9 0,-1 9 0,-10-13 0,11 0 0,-1 0 0,-10 0 0,11 0 0,-14 0 0,0 0 0,0 13 0,0-9 0,0 22 0,0-22 0,0 22 0,0-23 0,0 24 0,0-10 0,0-1 0,-14 11 0,11-24 0,-10 24 0,13-24 0,0 24 0,-14-24 0,11 11 0,-10-1 0,-1-10 0,11 10 0,-10 1 0,13-11 0,-14 10 0,11 1 0,-10-11 0,-1 10 0,11 1 0,-10-11 0,13 10 0,0-13 0,-14 0 0,11 0 0,-10 0 0,13 0 0,0 0 0</inkml:trace>
  <inkml:trace contextRef="#ctx0" brushRef="#br0" timeOffset="70694">20937 7129 24575,'0'-17'0,"0"4"0,0 13 0,0 0 0,0-13 0,13 9 0,-9-9 0,9 13 0,-13 0 0,0 0 0,0-13 0,0 9 0,0-9 0,0 13 0,0 0 0,0-13 0,0 9 0,0-9 0,0 13 0,0 0 0,0-13 0,0 9 0,0-9 0,0 13 0,0 0 0,0 13 0,0-9 0,0 9 0,0-13 0,0 0 0,0 13 0,0-9 0,0 9 0,0 0 0,0 4 0,0 0 0,13 9 0,-9-9 0,9 13 0,-13 0 0,0 0 0,13 0 0,-9 0 0,9-1 0,-13 1 0,0 0 0,13 0 0,-9 0 0,9 0 0,-13 0 0,13-13 0,-10 9 0,11-22 0,-14 9 0,0 0 0,0-9 0,0 9 0,13-13 0,-10 0 0,11 0 0,-14-13 0,13 9 0,-10-22 0,24 9 0,-24 1 0,24-11 0,-24 10 0,11-13 0,-1 0 0,-10 0 0,24 0 0,-24 0 0,11 1 0,-14-1 0,13 0 0,-10 13 0,10-10 0,-13 24 0,0-24 0,0 24 0,0-10 0,0 13 0,0-14 0,0 11 0,0-10 0,0 13 0,0 0 0,-13 0 0,10 13 0,-10-10 0,-1 24 0,11-10 0,-24-1 0,24 11 0,-10-10 0,-1-1 0,11-2 0,-10-14 0</inkml:trace>
  <inkml:trace contextRef="#ctx0" brushRef="#br0" timeOffset="71020">21326 7189 24575,'0'16'0,"14"-2"0,-11-1 0,10 4 0,-13 13 0,0-14 0,14 11 0,-11-11 0,10 14 0,-13 0 0,14 0 0,-11 0 0,10 0 0,-13 0 0,14-13 0,-11 9 0,10-22 0,-13 22 0,0-22 0,0 9 0,0-13 0,0 0 0,-13 0 0,10 0 0,-24 0 0,24-13 0,-11-4 0</inkml:trace>
  <inkml:trace contextRef="#ctx0" brushRef="#br0" timeOffset="71208">21267 6919 24575,'0'-17'0,"0"4"0,0 13 0,0-13 0,0 10 0,0-11 0,0 14 0,0 0 0,0 0 0</inkml:trace>
  <inkml:trace contextRef="#ctx0" brushRef="#br0" timeOffset="72787">21596 7189 24575,'-17'0'0,"4"13"0,13-10 0,0 11 0,0-1 0,-13-10 0,9 11 0,-9-1 0,13-10 0,0 11 0,0-1 0,0-10 0,0 24 0,0-24 0,0 24 0,0-24 0,0 24 0,0-24 0,13 24 0,-9-24 0,9 10 0,-13-13 0,0 0 0,13 0 0,-9 0 0,9 0 0,-13-13 0,0 10 0,0-24 0,13 24 0,-9-24 0,9 24 0,-13-24 0,13 10 0,-9-12 0,9 12 0,-13-10 0,0 11 0,0-14 0,0 0 0,0 0 0,0 0 0,0 0 0,0 0 0,0 0 0,0 0 0,0 13 0,0-9 0,0 9 0,0-13 0,-13 14 0,9 2 0,-9 1 0,13 10 0,0-11 0,0 1 0,0 10 0,0-11 0,0 14 0,0 0 0,0 14 0,0-11 0,0 10 0,0 1 0,0 2 0,0 1 0,0 9 0,13-9 0,-9 13 0,9 0 0,-13 0 0,0 0 0,0 0 0,13 0 0,-9 0-558,9 13 558,-13-10 0,0 11 0,13-14 0,-10-1-31,11 1 31,-14 0 0,13 0 0,-10-13 0,11 10 0,-1-11 0,-10 1 556,11-4-556,-14 1 33,13-11-33,-10 10 0,11-13 0,-14 0 0,0 13 0,13-9 0,-10-4 0,11-4 0,-14-9 0,13 13 0,-10-13 0,24 10 0,-24-11 0,11 1 0,-14 10 0,13-24 0,-10 10 0,10 1 0,1-11 0,-11 24 0,10-24 0,-13 10 0,14 1 0,-11-11 0,10 11 0,-13-1 0,14-10 0,-11 11 0,10-14 0,-13 13 0,0-10 0,0 24 0,0-24 0,0 24 0,0-10 0,0 13 0,0 0 0,0-13 0,0 9 0,0-9 0,0 13 0,0 0 0,-13 0 0,10 0 0,-11 0 0,14 0 0,0 0 0,0 13 0,-13-9 0,10 9 0,-11-13 0,14 0 0,0 0 0,-13 13 0,10-10 0,-11 11 0,14-14 0,0 0 0,0 13 0,0-10 0,0 11 0,0-14 0,0 0 0,-13 0 0,10 13 0,-10-10 0,13 11 0,0-14 0,0 0 0,0 13 0,0-10 0,0 11 0,0-14 0,0 13 0,0-10 0,0 11 0,0-14 0,0 0 0,0 13 0,0-10 0,0 11 0,0-1 0,0-10 0,0 10 0,0 1 0,0-11 0,0 24 0,0-11 0,13 1 0,-10 10 0,10-24 0,-13 24 0,0-11 0,0 1 0,0 10 0,0-24 0,14 23 0,-11-22 0,10 9 0,-13 0 0,0-9 0,14 9 0,-11-13 0,10 0 0,-13 0 0,0 0 0,14 0 0,-11 0 0,10-13 0,-13 9 0,14-22 0,-11 22 0,10-22 0,1 23 0,-11-24 0,10 10 0,1 1 0,-11-11 0,10 10 0,-13 1 0,0-11 0,0 10 0,0 1 0,14-11 0,-11 11 0,10-1 0,-26-10 0,10 11 0,-11-1 0,14 4 0,0-1 0,0 11 0,0-10 0,-13 13 0,10-14 0,-11 11 0,14-10 0,-13 13 0,10 0 0,-11 0 0,1 0 0,10 0 0,-11 0 0,14 0 0,-13 0 0,10 13 0,-11-10 0,1 11 0,10-14 0,-24 0 0,24 13 0,-24-10 0,24 11 0,-10-1 0,-1-10 0,-2 11 0</inkml:trace>
  <inkml:trace contextRef="#ctx0" brushRef="#br0" timeOffset="73888">22345 7308 24575,'0'-16'0,"0"3"0,0-1 0,0 11 0,0-10 0,-13-1 0,9 11 0,-9-10 0,13 13 0,0-14 0,0 11 0,0-10 0,-13 13 0,9 0 0,-9 0 0,13 0 0,0 0 0,-13 0 0,9 0 0,-9 0 0,13 0 0,0 0 0,-13 0 0,9 13 0,-9-10 0,13 11 0,-13-1 0,9-10 0,-9 24 0,13-24 0,0 24 0,0-11 0,0 1 0,-13 10 0,9-11 0,4 14 0,4-13 0,9 10 0,-13-11 0,13 1 0,-9 10 0,9-11 0,0 1 0,-9-4 0,22 0 0,-9-9 0,0 9 0,9-13 0,-9 0 0,13 0 0,0 0 0,0-13 0,0 9 0,-14-22 0,11 22 0,-10-9 0,-1 0 0,-3 10 0,1-24 0,2 10 0</inkml:trace>
  <inkml:trace contextRef="#ctx0" brushRef="#br0" timeOffset="74737">21207 7818 24575,'16'0'0,"-2"0"0,-14 0 0,13-14 0,-10 11 0,24-10 0,-24 13 0,24 0 0,-11-14 0,14 11 0,0-10 0,0 13 0,0 0-570,13-14 570,-9 11-1270,22-10 1270,-9 13 0,13 0 0,-14 0 0,11 0 0,-10 0-2011,13 0 2011,13 0 0,-10 0 0,10 0 0,0 0 0,-9 0 0,9 0 0,-13-13 0,0 9-1172,-14-9 1172,11 13 0,-24-13 175,10 9-175,-13-9 0,0 0 1065,-13 9-1065,-4-9 2018,-13 13-2018,0-13 355,-13 9 0,10-9 0,-11 13 0</inkml:trace>
  <inkml:trace contextRef="#ctx0" brushRef="#br0" timeOffset="76098">22405 7518 24575,'16'0'0,"-2"0"0,-14 0 0,0-13 0,0 10 0,0-11 0,13 14 0,-10-13 0,11 10 0,-14-11 0,0 14 0,0-13 0,0 10 0,0-11 0,0 14 0,0-13 0,0 10 0,0-11 0,0 14 0,0 0 0,13 0 0,-10-13 0,11 10 0,-14-11 0,-14 14 0,11-13 0,-10 10 0,13-11 0,0 14 0,-14 0 0,11 0 0,-10-13 0,13 10 0,-14-11 0,11 14 0,-10 0 0,13 0 0,0-13 0,-14 10 0,11-10 0,-10 13 0,13-14 0,0 11 0,-14-10 0,11 13 0,-10 0 0,13-14 0,0 11 0,-13-10 0,9 13 0,-9 0 0,13 0 0,0 0 0,-13 0 0,9 0 0,-9 0 0,13 0 0,0 0 0,-13 0 0,9 0 0,-9 0 0,13 0 0,0 0 0,-13 0 0,9 0 0,-9 0 0,13 0 0,0 0 0,-13 13 0,9-10 0,-22 11 0,22-14 0,-9 0 0</inkml:trace>
  <inkml:trace contextRef="#ctx0" brushRef="#br0" timeOffset="78717">19949 7189 24575,'0'16'0,"0"-2"0,0-1 0,0 4 0,0-1 0,0 11 0,0-11 0,0 28 0,0-11-784,0 10 784,0 1 0,0 2 0,0 1-1473,0 9 1473,13-9 0,-10 13 0,11 0 0,-14-14 0,0 11 0,0-10 0,0-1 0,0 11-700,0-24 700,13 10-234,-10-13 234,10 0 0,-13 0 0,0 0 688,0 0-688,0-13 1453,0 9-1453,0-22 776,0 22-776,0-22 274,0 22-274,0-23 0,0 11 0,0-1 0,0-10 0,0 24 0,0-10 0,0-1 0,0 11 0,0-24 0,0 24 0,0-24 0,0 11 0,0-14 0,0 13 0,0-10 0,0 11 0,0-14 0,0 0 0,0 13 0,0-10 0,0 10 0,-13-13 0,10 14 0,-10-11 0,13 10 0,0-13 0,0 14 0,0-11 0,0 10 0,0-13 0,0 0 0,0 14 0,0-11 0,0 10 0,0-13 0,0 0 0,13 0 0,-10 0 0,10 0 0,-13 0 0,0 0 0,0-13 0,0 10 0,0-11 0,0 14 0,0 0 0,14 0 0,-11 0 0,24-13 0,-24 10 0,24-11 0,-24 14 0,24 0 0,-11 0 0,14 0 0,0 0 0,0 0 0,27 14 0,-21-11 0,34 10 0,-36-13 0,9 0 0,-13 0-493,13 0 493,-10 0 0,11 0 0,-14 0 0,-1 0-3,1 0 3,0 0 0,0 0 0,0 0 0,-13 0 0,10 0 493,-24 0-493,23 0 3,-22 0-3,22 0 0,-22 0 0,9 0 0,-13 0 0,13 0 0,-9 0 0,9 0 0,-13 0 0,0 0 0,13 0 0,-23-13 0,20 10 0,-23-11 0,13 14 0,0 0 0,-13 0 0,9 0 0,-9 0 0,13 0 0,0 0 0,-13-13 0,9 10 0,-9-11 0,13 14 0,0 0 0,-13 0 0,9 0 0,-9 0 0,13 0 0,0 0 0,0-13 0,0 10 0,0-10 0,-13 13 0,10 0 0,-11 0 0,14 0 0,0 0 0,-13 0 0,10 0 0,-11-14 0,14 11 0,0-10 0,0 13 0,-13 0 0,10 0 0,-11 0 0,14 0 0,0 0 0,0-14 0,-13 11 0,10-10 0,-11 13 0,14 0 0,0 0 0,-13 0 0,10 0 0,-11 0 0,14 0 0,0-14 0,0 11 0,0-10 0,0 13 0,0 0 0,0 13 0,0-10 0,0 11 0,0-14 0,14 0 0,-11 0 0,10 0 0,-13 0 0,14 13 0,-11-10 0,10 11 0,1-14 0,-11 13 0,10-10 0,1 11 0,-11-14 0,24 0 0,-24 13 0,10-10 0,-13 10 0,13-13 0,-9 0 0,9 0 0,-13 0 0,13 14 0,-9-11 0,9 10 0,-13-13 0,0 0 0,13 0 0,-9 0 0,9 0 0,-13 0 0,0 0 0,0 14 0,0-11 0,0 10 0,0-13 0,0 14 0,-13-11 0,9 24 0,-9-24 0,13 24 0,0-11 0,-13 1 0,9 9 0,-9-22 0,0 22 0,9-22 0,-9 22 0,13-22 0,-13 9 0,10 0 0,-11-9 0,14 9 0,0-13 0,0 0 0,-13 0 0,10 0 0,-11 0 0,14 0 0,0 0 0,-13 0 0,10 0 0,-11 0 0,1 0 0,10-13 0,-11-4 0</inkml:trace>
  <inkml:trace contextRef="#ctx0" brushRef="#br0" timeOffset="80809">21536 8297 24575,'-17'0'0,"4"0"0,13 0 0,0 0 0,-13 0 0,9 0 0,-9 13 0,0-9 0,10 9 0,-24-13 0,24 13 0,-24-9 0,24 22 0,-24-23 0,24 24 0,-24-10 0,10-1 0,1 11 0,-11-10 0,24 13 0,-10 0 0,-1 13-581,11-10 581,-10 10 0,13-13 0,0 0-32,0 0 32,0 0 0,13 0 0,-10 0 0,11 0 0,-1-13 0,-10 9 0,24-22 0,-11 22 580,1-22-580,10 9 33,-11-13-33,14 0 0,0-13 0,0 9 0,0-22 0,0 9 0,0 0-503,0-9 503,0 9 0,-13-26 0,9 10 0,-9-11 0,-1 14 0,11 0 0,-24 0 0,11 0-39,-14 1 39,0-1 0,0 0 0,0 0 0,0 0 0,0 0 0,0 13 0,-14-10 501,11 11-501,-10-1 41,-1-9-41,11 22 0,-10-9 0,13 0 0,0 9 0,0-9 0,-13 13 0,9 0 0,-9-13 0,0 23 0,9-20 0,-22 23 0,22 0 0,-22-9 0,9 22 0,0-22 0,4 9 0</inkml:trace>
  <inkml:trace contextRef="#ctx0" brushRef="#br0" timeOffset="81103">21386 8537 24575,'14'16'0,"-11"-2"0,10-1 0,1-10 0,-11 24 0,24-11 0,-24 14 0,23-13 0,-9 10 0,0-11 0,9 14 0,-22 0 0,22-13 0,-22 9 0,22-9 0,-22 13 0,22-13 0,-22 9 0,22-22 0,-22 9 0,9 0 0,-13-9 0,0 9 0,0-13 0,0 0 0,0-13 0,0 9 0,0-9 0,0 0 0,-13 9 0,-4-9 0</inkml:trace>
  <inkml:trace contextRef="#ctx0" brushRef="#br0" timeOffset="81916">21716 9255 24575,'0'-16'0,"0"-11"0,0 24 0,13-24 0,-10 11 0,24-14 0,-10 0 0,-1 0-920,11-14 920,-10 11 0,-1-23-1458,11 9 1458,-10 0 0,12-9 0,-12 23 0,10-24 0,-24 24-786,24-24 786,-24 24 0,10-10-267,1 13 267,-11 0 0,24-14 0,-24 11 0,10-10 802,1 26-802,-11-9 1437,10 9-1437,-13 0 876,0-9-876,14 22 316,-11-22-316,10 22 0,-13-9 0,0 13 0,0 0 0,-13 13 0,10-9 0,-11 9 0,14 0 0,-13-9 0,-4 9 0</inkml:trace>
  <inkml:trace contextRef="#ctx0" brushRef="#br0" timeOffset="82557">22045 9196 24575,'0'-17'0,"14"-10"0,-11 24 0,10-24 0,-13 11 0,0-14 0,14 0 0,-11 0 0,10 0-619,1-13 619,-11 9-1280,23-22 1280,-22 9 0,22 1 0,-22-11 0,9 24 0,0-24-726,-9 24 726,9-10 0,0 13 0,-9 0 0,9 13 557,-13-10-557,0 24 1268,0-24-1268,0 24 800,0-10-800,0 13 0,13 0 0,-9-14 0,9 11 0,-13-10 0,0 13 0,0 0 0,0 13 0,0-10 0,0 11 0,13-14 0,-9 13 0,9 4 0,-13-1 0,13 11 0,-10-10 0,11 26 0,-1-10-501,-10 10 501,24-13 0,-24 0 0,11 0 0,-1 0 0,-10 0 0,11 0 0,-14-13 0,13 9 0,-10-9 0,11 0 0,-14 9 501,13-22-501,-10 9 0,11-13 0,-14 13 0,0-9 0,0 9 0,0-13 0,0 13 0,0-9 0,0 9 0,0-13 0,-14 13 0,11-9 0,-10 9 0,13-13 0,0 0 0</inkml:trace>
  <inkml:trace contextRef="#ctx0" brushRef="#br0" timeOffset="82865">22135 8866 24575,'17'13'0,"9"-9"0,-22 9 0,22-13 0,-9 0 0,13-13 0,0 9 0,0-9 0,0 13 0,0-13 0,0 9 0,-14-9 0,11 0 0,-10 9 0,-1-22 0,11 22 0,-24-9 0,11 13 0,-14 0 0,0 0 0,0 0 0</inkml:trace>
  <inkml:trace contextRef="#ctx0" brushRef="#br0" timeOffset="90255">19919 8896 24575,'13'-17'0,"-10"4"0,11 13 0,-14-13 0,0 9 0,0-9 0,0 13 0,0 0 0,0 13 0,0-9 0,13 22 0,-10-9 0,11 13 0,-14 0 0,0 0 0,0 0-543,13 13 543,-10-10 0,10 11 0,-13-1 0,0-10 0,14 24 0,-11-24 0,10 24 0,-13-24 0,14 10 0,-11-13 0,10 0 0,-13 0 0,0 0 0,0 0 0,14-13 0,-11 9 0,10-23 0,-13 24 543,0-24-543,0 11 0,0-1 0,0-10 0,0 11 0,0-14 0,0 13 0,0-10 0,0 11 0,0-14 0,0 13 0,-13-10 0,10 24 0,-11-24 0,14 11 0,0-1 0,0-10 0,0 24 0,0-24 0,0 10 0,0-13 0,0 14 0,0-11 0,0 10 0,0 1 0,0-11 0,0 24 0,0-24 0,0 24 0,0-24 0,0 24 0,0-24 0,0 24 0,0-24 0,0 10 0,0-13 0,0 0 0,0 14 0,0-11 0,0 10 0,0-13 0,0 0 0,14-13 0,-11 10 0,10 3 0,1 3 0,-11 10 0,24-13 0,-11 0 0,14 0 0,0 0 0,0 0 0,0 0 0,0 0 0,0 0 0,0 0 0,0 0 0,0 0 0,13 0-485,-10 0 485,11 0 0,-14 0 0,0 13-49,0-9 49,-1 9 0,1-13 0,-13 0 0,10 0 0,-24 13 0,24-9 484,-24 9-484,10-13 50,1 0-50,-11 0 0,10 0 0,-13 0 0,0 0 0,0-13 0,0 9 0,0-9 0,0 13 0,0 0 0,14 0 0,-11 0 0,10 0 0,-13 0 0,0 0 0,13 0 0,-9 0 0,9 0 0,-13 0 0,0 0 0,0-13 0,0 9 0,0-9 0,0 13 0,-13 0 0,9 0 0,-9 0 0,13-13 0,0 10 0,0-24 0,0 24 0,-13-24 0,10 24 0,-11-24 0,14 10 0,-13 1 0,10-11 0,-11 24 0,14-24 0,0 24 0,-13-11 0,10 1 0,-11 10 0,14-10 0,0 13 0,-13-14 0,10 11 0,-11-10 0,14 13 0,0 0 0,-13-14 0,10 11 0,-11-10 0,14 13 0,0-14 0,-13 11 0,10-10 0,-11 13 0,14 0 0,0 0 0,0 13 0,14-10 0,-11 11 0,10-14 0,1 0 0,-11 13 0,10-10 0,1 24 0,-11-24 0,10 11 0,1-1 0,-11-10 0,24 10 0,-24 1 0,10-11 0,1 10 0,-11 1 0,10-11 0,0 10 0,-9-13 0,9 14 0,-13-11 0,13 10 0,-9 1 0,9-11 0,-13 10 0,0 1 0,0-11 0,0 24 0,0-24 0,0 24 0,0-24 0,0 23 0,0-22 0,0 22 0,0-9 0,-13 0 0,9 9 0,-9-22 0,13 9 0,-13 0 0,9-9 0,-9 22 0,0-22 0,10 22 0,-11-22 0,14 22 0,0-23 0,-13 11 0,10-14 0,-11 13 0,14-10 0,0 11 0,0-14 0,0 0 0,0-14 0,-13 11 0,10-10 0,-11 13 0</inkml:trace>
  <inkml:trace contextRef="#ctx0" brushRef="#br0" timeOffset="90935">21207 9765 24575,'0'16'0,"0"-2"0,0-14 0,0 0 0,0 13 0,0-10 0,0 11 0,0-14 0,0 0 0,0 13 0,0-10 0,0 10 0,0 1 0,13-11 0,-10 24 0,11-24 0,-14 24 0,0-11 0,0 14 0,0-13 0,13 10 0,-10-11 0,11 14 0,-14 0 0,0 0 0,13-13 0,-10 9 0,10-9 0,-13 0 0,14 9 0,-11-22 0,10 9 0,-13-13 0,0 0 0,14 0 0,-11-13 0,10 9 0,-13-22 0,0 9 0,0-13 0,14 13 0,-11-9 0,10 9 0,-13 0 0,0-9 0,0 9 0,0 1 0,0-11 0,0 24 0,0-24 0,0 24 0,14-24 0,-11 24 0,10-24 0,-13 24 0,0-11 0,0 1 0,0 10 0,0-11 0,0 14 0,0 0 0,-13 14 0,10-11 0,-11 24 0,14-11 0</inkml:trace>
  <inkml:trace contextRef="#ctx0" brushRef="#br0" timeOffset="91490">21446 10064 24575,'0'30'0,"14"-13"0,-11 9 0,10-9 0,-13 13 0,0 0 0,13 0 0,-9 0 0,9 0-632,-13 13 632,13-10 0,-9 11 0,9-14 0,-13-14 0,13 11 0,-9-11 0,9 1 0,-13 10 0,0-24 632,0 10-632,0-13 0,0 14 0,0-38 0,0 31 0,0-47 0,0 23 0,0-13 0,0 1 0,0-1 0,0 0 0,-13-14-541,9 11 541,-9-10 0,13 0 0,13 9 0,-9-22 0,9 22 0,-13-9 0,0 13 0,13 0 0,-9 0 0,9 14 0,-13-11 0,0 24 0,13-11 0,-9 14 541,9 0-541,0 0 0,-9 0 0,22 0 0,-22 0 0,22 14 0,-23-11 0,24 24 0,-24-24 0,11 24 0,-14-11 0,13 1 0,-10 10 0,11-11 0,-14 1 0,0 9 0,0-9 0,-14 0 0,11 9 0,-10-9 0,-1 0 0,11 9 0,-24-22 0,24 9 0,-23 0 0,9-9 0,0 9 0,-9-13 0,22 13 0,-9-10 0,0 11 0,9-14 0,-22-14 0,22 11 0,-9-10 0,0 13 0,9-13 0,-9 9 0,13-22 0,0 22 0,0-22 0,0 22 0,0-22 0,0 9 0</inkml:trace>
  <inkml:trace contextRef="#ctx0" brushRef="#br0" timeOffset="92102">21656 9854 24575,'0'17'0,"0"-4"0,0-13 0,0 0 0,0 14 0,13-11 0,-9 10 0,9-13 0,-13 0 0,0 0 0,0 14 0,0-11 0,0 10 0,13-13 0,-10 0 0,11 0 0,-14 0 0,0 0 0,0 14 0,0-11 0,0 10 0,0-13 0,0 0 0,13 0 0,-10 0 0,11 0 0,-14 0 0,0 14 0,0-11 0,0 10 0,0 1 0,0-11 0,13 24 0,-10-24 0,11 23 0,-14-22 0,0 22 0,0-22 0,0 22 0,13-22 0,-10 9 0,11 0 0,-14-9 0,0 9 0,0-13 0,0 0 0,0-13 0,0 9 0,0-9 0,0 13 0,0-13 0,0-4 0</inkml:trace>
  <inkml:trace contextRef="#ctx0" brushRef="#br0" timeOffset="92767">21716 10004 24575,'-14'-16'0,"11"-11"0,-10 24 0,13-24 0,0 10 0,0-13 0,0 0 0,0 1 0,13-1 0,-10 0 0,11 0 0,-14 0-492,0-14 492,0 11 0,0-10 0,0 26 0,-14-9 0,11 9 0,-10-13 0,13 13 0,0 4 492,0 0-492,0 9 0,0-9 0,0 13 0,0-13 0,0 10 0,0-11 0,0 14 0,0 0 0,0-13 0,0 10 0,0-11 0,0 28 0,0-11 0,0 10 0,0-13 0,0 0 0,0 14 0,13-11 0,-10 23 0,11-22 0,-14 22 0,0-9 0,0 13 0,0 0 0,13 0 0,-10 0 0,11 0 0,-14 0-596,0 13 596,13-10 0,-10 11 0,11-1 0,-1-10 0,-10 10 0,11-13 0,-14 0-60,0 0 60,13 0 0,-10 0 0,11-13 0,-14 9 0,13-9 0,-10 0 594,11-4-594,-14 0 62,0-9-62,0 9 0,0-13 0,0 0 0,-14 0 0,11 0 0,-10 0 0,13 0 0,0 0 0,-14 0 0,-2 0 0</inkml:trace>
  <inkml:trace contextRef="#ctx0" brushRef="#br0" timeOffset="93317">21985 9914 24575,'-13'17'0,"10"-4"0,-11-13 0,14 0 0,0 0 0,14 14 0,-11-11 0,10 10 0,-13 1 0,0-11 0,0 10 0,0 1 0,0-11 0,0 24 0,0-11 0,0 1 0,0 9 0,14-22 0,-11 22 0,10-9 0,-13 0 0,0 9 0,0-22 0,0 22 0,0-22 0,0 22 0,14-22 0,-11 9 0,10-13 0,-13 13 0,0-10 0,0 11 0,0-14 0,14-14 0,-11 11 0,10-10 0,-13 0 0,0 9 0,14-22 0,-11 9 0,10-13 0,-13 0 0,0 0 0,0 13 0,0-9 0,0 9 0,0-13 0,0 14 0,0-11 0,0 10 0,0 1 0,0-11 0,0 24 0,0-11 0,-13 14 0,10-13 0,-11 10 0,14-11 0,0 14 0,0 0 0,-13 0 0,10 0 0,-11 14 0,1-11 0,10 10 0,-11-13 0,14 14 0,0 2 0</inkml:trace>
  <inkml:trace contextRef="#ctx0" brushRef="#br0" timeOffset="94360">22285 9974 24575,'0'-16'0,"0"2"0,0 14 0,-13 0 0,9 0 0,-9 0 0,13 0 0,0 0 0,0 14 0,0-11 0,0 10 0,0-13 0,-13 0 0,9 14 0,-9-11 0,13 10 0,0-13 0,0 14 0,0-11 0,0 24 0,-13-24 0,9 23 0,-9-22 0,13 9 0,0 0 0,0-9 0,0 22 0,0-22 0,0 22 0,13-22 0,-9 9 0,9 0 0,-13-9 0,0 9 0,0 0 0,0-9 0,0 9 0,0-13 0,0 0 0,13 0 0,-9 0 0,9 0 0,-13 0 0,0 0 0,13-13 0,-9 9 0,9-9 0,-13 0 0,13 9 0,-9-22 0,9 22 0,-13-22 0,0 22 0,0-22 0,0 22 0,0-22 0,0 9 0,0 1 0,0-11 0,0 24 0,0-24 0,0 24 0,0-11 0,0 14 0,0 0 0,0-13 0,0 10 0,0-11 0,0 14 0,0 0 0,0 14 0,0-11 0,0 10 0,0-13 0,0 0 0,0 14 0,0-11 0,0 10 0,0-13 0,0 0 0,-13 0 0,9 0 0,-9 0 0,13 0 0,0 0 0,0 14 0,0-11 0,13 10 0,-9 1 0,9-11 0,-13 23 0,0-22 0,0 22 0,0-22 0,0 22 0,0-9 0,0 0 0,13 9 0,-10-22 0,11 22 0,-14-22 0,0 22 0,0-22 0,0 9 0,0-13 0,0 0 0,13 0 0,-10 0 0,11 0 0,-14 0 0,0-13 0,0 9 0,0-22 0,0 22 0,0-9 0,0 13 0</inkml:trace>
  <inkml:trace contextRef="#ctx0" brushRef="#br0" timeOffset="95061">22554 9974 24575,'-16'14'0,"3"-11"0,13 10 0,-14 1 0,11-11 0,-10 24 0,-1-24 0,11 23 0,-10-22 0,-1 22 0,11-22 0,-10 22 0,13-22 0,0 22 0,0-22 0,0 22 0,0-22 0,0 22 0,0-22 0,0 22 0,0-22 0,0 22 0,0-23 0,0 11 0,13-14 0,-10 0 0,11 0 0,-1 0 0,-10 0 0,11 0 0,-1-14 0,-10-2 0,24-1 0,-24-9 0,24 9 0,-24-13 0,24 0 0,-24 0 0,10 0 0,-13 0 0,14 0 0,-11 0 0,10 0 0,-13 0 0,0 0 0,0 0 0,0 0 0,0 1 0,-13-1 0,10 0 0,-11 13 0,14-10 0,0 11 0,-13-1 0,10-10 0,-11 24 0,14-10 0,0-1 0,-13 11 0,10-10 0,-11 0 0,14 9 0,0-9 0,0 13 0,0 0 0,0 13 0,-13-9 0,10 9 0,-10 0 0,13 4 0,0-1 0,0 11 0,0 3 0,0 3 0,0 11 0,0-14-580,0 13 580,13-10 0,-10 10 0,10-13 0,-13 0 0,0 14 0,14-11 0,-11 10 0,10-26 0,-13 9 0,14-9 0,-11 13 0,10-13 0,1 9 580,-11-22-580,10 9 0,-13 0 0,0-10 0,14 11 0,-11-14 0,10 0 0,-13 0 0,-13 0 0,10 0 0,-11 0 0,14 0 0</inkml:trace>
  <inkml:trace contextRef="#ctx0" brushRef="#br0" timeOffset="95609">21596 10633 24575,'17'-16'0,"23"2"0,-20 14 0,23 0-2371,0 0 2371,4 0 0,13 0 0,-1 0 0,1 0-1618,0 0 1618,0 0 0,0 0 0,13 0-1149,-9 0 1149,9 0 0,-13 0 0,0 0-1477,-1 0 1477,1 0-201,-13 0 201,10-13 1452,-24 10-1452,-3-11 2036,-4 1-2036,-22-4 0,9 1 0,-13 2 0</inkml:trace>
  <inkml:trace contextRef="#ctx0" brushRef="#br0" timeOffset="105215">18601 6859 24575,'0'17'0,"0"-4"0,0-13 0,0 0 0,13 13 0,-10-9 0,11 9 0,-14-13 0,0 13 0,0-9 0,0 9 0,0 0 0,0-9 0,13 22 0,-10-22 0,11 22 0,-14-9 0,0 0 0,0 9 0,13-9 0,-10 13 0,11 0 0,-14 0-544,0 13 544,13-10 0,-10 10 0,11-13 0,-14 0-83,0 0 83,13 0 0,-10 0 0,10 0 0,-13 0 0,0 0 0,0 0 0,0 0 0,0 0 0,0 0-528,14 13 528,-11-10 0,10 11 0,-13-1 0,0-10 0,0 24 0,0-24 0,14 24 0,-11-24 0,10 24 0,-13-24 0,0 23 0,0-22 0,14 22 0,-11-22 0,10 22 0,-13-23-669,0 24 669,0-10 0,0-1 0,14 11 0,-11-11 0,10 1 0,-13 10 0,0-11-1516,0 14 1516,0 0 0,0 0 0,0 0 0,0 0 0,14 0 0,-11-1 0,10-12 0,-13 10 0,0-11 0,0 14 0,0-13 0,14 9-647,-11-22 647,10 9 0,-13 0 0,14-10 0,-11 11 0,10-14 0,-13 13 0,13-10 0,-9 10 0,9 1 0,0-11 0,-9 24 0,9-24-653,0 23 653,-9-9 0,9 0 0,0-4 0,-9 0 577,9-10-577,-13 11 0,13-1 0,-9-23 1526,9 20-1526,-13-24 704,0 1-704,0 10 1300,0-24-1300,0 10 533,0 1-533,13-11 0,-9 10 0,9-13 0,-13 14 0,0-11 0,0 10 0,0-13 0,0 14 0,0-11 0,0 10 0,0 1 0,0-11 0,0 10 0,0-13 0,0 0 0,0 14 0,0-11 0,0 10 0,0-26 0,0 10 0,0-11 0,0 14 0,0 0 0,0-13 0,-13 10 0,9-24 0,-22 24 0,22-11 0,-22 1 0,22 10 0,-9-11 0</inkml:trace>
  <inkml:trace contextRef="#ctx0" brushRef="#br0" timeOffset="106141">18571 10094 24575,'0'17'0,"0"-4"0,0-13 0,0 0 0,13 0 0,-10 0 0,11 0 0,-14 0 0,0 0 0,0 13 0,0-9 0,0 9 0,13-13 0,-10 13 0,24-9 0,-24 22 0,11-9 0,-1 0 0,-10 9 0,24-9 0,-24 13 0,24-14 0,-24 11 0,24-10 0,-24-1 0,24 11 0,-24-10 0,10-1 0,1 11 0,-11-11 0,10 14 0,1-13 0,-11 10 0,10-24 0,-13 24 0,14-24 0,-11 24 0,10-24 0,-13 10 0,0-13 0,0 0 0,0 14 0,0-11 0,14 10 0,-11-13 0,10 0 0,-13-13 0,0 10 0,0-11 0,0 14 0,0 0 0,14-13 0,-11-4 0,23-13 0,-9 14 0,13-11 0,0-3 0,0-3 0,0-10-1033,0 13 1033,0 0 0,0-14 0,0 11 0,0-10 0,0 13 0,-14 0-463,11 0 463,-10 0 0,12 0 0,-12 0 0,-4 14 0,1-11 0,-11 24 0,10-24 1008,1 24-1008,-11-11 488,10 14-488,-13 0 0,0 0 0,0-13 0,0 10 0,0-11 0,0 14 0,0 0 0,-13 0 0,10 0 0,-24 0 0,24-13 0,-11-4 0</inkml:trace>
  <inkml:trace contextRef="#ctx0" brushRef="#br0" timeOffset="109057">18421 10124 24575,'17'0'0,"-4"0"0,-13 0 0,0 0 0,0 13 0,13-9 0,-9 9 0,9-13 0,-13 0 0,0 0 0,13 13 0,-9-9 0,9 9 0,-13 0 0,13-9 0,-10 9 0,24 0 0,-24 4 0,11 0 0,-1 9 0,-10-9 0,24 13 0,-10 0 0,-1 0 0,11-14 0,-24 11 0,24-10 0,-24 12 0,24 1 0,-24 0 0,24-13 0,-24 10 0,24-11 0,-24 1 0,10 10 0,1-24 0,-11 24 0,10-11 0,1 1 0,-11 9 0,10-22 0,1 22 0,-11-9 0,10 0 0,1 9 0,-11-22 0,10 22 0,-13-22 0,14 22 0,-11-22 0,10 9 0,-13 0 0,0-10 0,0 11 0,0-14 0,13 0 0,-9 0 0,9 0 0,-26 0 0,9 0 0,-9 0 0,13-14 0,0 11 0,0-10 0,0 0 0,0-4 0,-13 0 0,10-9 0,-11 9 0,14-13 0,-13-13 0,10 9-888,-24-9 888,24 0 0,-11 10 0,1-11-262,10 14 262,-11 0 0,1 1 0,10-1 0,-11 13 0,14-10 0,-13 24 0,10-24 876,-11 24-876,14-24 274,0 24-274,0-24 0,0 24 0,0-10 0,0 13 0,-13-13 0,10 9 0,-11-9 0,14 13 0,0 0 0,14 0 0,-11 0 0,10 0 0,-13 0 0,0 13 0,0-9 0,14 22 0,-11-23 0,24 24 0,-24-10 0,10 13 0,1 0 0,-11-14 0,24 11 0,-24-10 0,24 12 0,-24 1 0,24-13 0,-24 10 0,23-11 0,-22 14 0,22-13 0,-22 10 0,22-24 0,-22 24 0,9-24 0,0 23 0,-9-22 0,9 9 0,-13 0 0,0-9 0,0 9 0,13-13 0,-9 0 0,9 0 0,-13 0 0,0 0 0,0-13 0,0 9 0,0-22 0,13 9 0,-9-13 0,9 0 0,0 0 0,-9 0-808,22-13 808,-9 10-1638,13-24 1638,0 11 0,-14-14 0,11 0-1972,-10 0 1972,13 0 0,-1 13 0,1-9 0,0 9 0,0-13-1274,0 14 1274,0 2 115,-13 15-115,10-1 0,-24 0 1353,10 13-1353,0-10 1996,-9 24-1996,9-10 1572,-13 13-1572,0 0 656,-13 13-656,9-10 0,-22 24 0,23 3 0,-24 3-1033,10 10 1033,1 1 0,-11-11 0,10 24-1389,1-11 1389,-11 1 0,24 9 0,-24-9 0,24 0 0,-24-4 0,24-13 0,-24 0 0,24-14 0,-10-2 0</inkml:trace>
  <inkml:trace contextRef="#ctx0" brushRef="#br0" timeOffset="120818">7608 8477 24575,'0'16'0,"0"-2"0,0-14 0,-13 0 0,9 0 0,-9 0 0,13 13 0,0 4 0,0-1 0,0 11 0,0-11 0,0 14 0,-13 0 0,9 0 0,-9-13 0,13 10 0,0-11 0,0 1 0,0 9 0,13-22 0,-9 22 0,9-22 0,-13 22 0,0-22 0,0 9 0,0 0 0,0-9 0,0 9 0,0-13 0,0 0 0,13 0 0,-9 0 0,22-13 0,-22 9 0,22-22 0,-9 9 0,26-26-2253,-10 10 2253,24-24 0,-24 24 0,24-24 0,-10 11-2520,-1-14 2520,11 0 0,-24 13 0,24-9-1371,-24 22 1371,10-9-578,-13 13 578,0 13 0,0-9 403,0 22 0,0-9 0,0 13 1</inkml:trace>
  <inkml:trace contextRef="#ctx0" brushRef="#br0" timeOffset="121612">10873 8267 24575,'-17'0'0,"4"0"0,13 0 0,0 0 0,0 13 0,0-9 0,0 22 0,0-22 0,0 36 0,0-21 0,0 25-723,0-1 723,0-10 0,13 24 0,-9-24 0,9 10 0,-13 1 0,0-11 0,0 10 0,13-13 0,-9-13 0,9 9 0,-13-22 0,13 9 0,-10-13 0,24 0 723,-24-13-723,24-4 0,-10-13 0,13 0 0,13-13-2176,-10-4 2176,24 1 0,-24-11-2494,24 11 2494,-11-14 0,1 13 0,9-9 0,-9 9 0,13 0 0,-14-9 0,11 22-685,-24-9 685,-3 27 0,-3-11 0,-10 24 0,-1-11 0,-2 14 0</inkml:trace>
  <inkml:trace contextRef="#ctx0" brushRef="#br0" timeOffset="128340">3744 8357 24575,'13'30'0,"-9"0"0,9 0-1176,-13 13 1176,13-10 0,-9 24 0,9-24 0,0 24 0,-9-24-1321,22 24 1321,-22-11 0,9 1 0,-13-4 0,13 0 93,-9-9-93,9 9 0,0-13 0,-9-14 0,9 11 543,-13-24-543,0 24 1309,0-24-1309,0 11 552,0-14-552,0 13 0,0-10 0,0 11 0,0-28 0,0 11 0,0-10 0,13-1 0,-10-2 0,11-1 0,-1-23 0,4 20 0,-1-23 0,11 13-4515,-10-13 4515,13-4 0,0-13-1858,-1 0 1858,1 0 0,0 0 0,0 14-320,0-11 320,0-16 0,0 6-1531,0-6 1531,-13 17 0,9 22 2684,-22-22-2684,22 23 0,-22-11 1661,22 14-1661,-22 0 0,9 0 386,-13 14-386,0-11 2122,0 24-2122,0-10 250,0 13 0,0 0 0,0 0 0</inkml:trace>
  <inkml:trace contextRef="#ctx0" brushRef="#br0" timeOffset="156994">6140 9046 24575,'17'0'0,"-4"0"0,-13 13 0,14-10 0,-11 11 0,24-14 0,-24 0 0,24 0 0,-24 0 0,10 0 0,0 0 0,-9 0 0,22 0 0,-9-14 0,0 11 0,9-10 0,-22 13 0,22 0 0,-9 0 0,13 0 0,-14 0 0,11 0 0,-10 0 0,13 0 0,0 0 0,0 0 0,0 0 0,0 0 0,-1 13 0,1-10 0,0 11-518,14-14 518,-11 0 0,24 13 0,-24-10-1236,23 11 1236,-9-14 0,13 0 0,0 0 0,13 0-2232,-10 0 2232,10-14 0,-13 11 0,0-10-1596,0 13 1596,0 0 0,0 0 0,0 0 0,0 0-716,-14 0 716,11 0 444,-24 0-444,11 0 0,-15-14 0,1 11 1963,0-10-1963,0 13 1778,0 0-1778,-13 0 1427,10-14-1427,-24 11 666,23-10-666,-22 13 20,22 0-20,-22 0 0,9 0 0,0 0 0,-9 0 0,9 0 0,0 0 0,-9 0 0,9 0 0,-13 13 0,0-10 0,0 24 0,0-10 0</inkml:trace>
  <inkml:trace contextRef="#ctx0" brushRef="#br0" timeOffset="157790">10034 8986 24575,'17'0'0,"-4"13"0,-13-10 0,13 11 0,-9-14 0,22 0 0,-9 0 0,26 0-966,4 0 966,0 0-1880,22 0 1880,-19 0 0,24 0 0,-1 0 0,-10-14-1335,-20 13 1,1-1 1334,32-11 0,-31 12 0,0 2 0,0 0 0,0-2 0,0-6 0,0 1 0,0 5 0,0-2 0,-1-10 0,1 0 0,0 11 0,0 0 0,0-11 0,0 0 0,0 10 0,0 2 0,31-12-1827,-2 0 1827,-14 9-663,0-9 663,-1 13 620,-12 0-620,-4 0 2336,-13 0-2336,-13 0 2146,9 0-2146,-22 0 1851,22 0-1851,-22 0 1052,-4 13-1052,-4-9 0,-9 22 0,13-9 0</inkml:trace>
  <inkml:trace contextRef="#ctx0" brushRef="#br0" timeOffset="158895">13988 9136 24575,'13'16'0,"-9"-2"0,9-1 0,-13-10 0,0 24 0,13-24 0,-9 24 0,9-24 0,-13 24 0,0-24 0,0 10 0,13 1 0,-9-11 0,9 10 0,-13 1 0,0-11 0,0 10 0,0-13 0,0 0 0,13 14 0,-10-11 0,11 10 0,-14-13 0,0 0 0,13 0 0,-10 0 0,11 0 0,-1 0 0,4-13 0,13 10 0,0-24 0,0 24 0,0-24 0,-1 10-735,1-13 735,0 0 0,14 14 0,-11-11 0,10 11 0,-13-14 0,0 13 0,0-10 0,0 11 0</inkml:trace>
  <inkml:trace contextRef="#ctx0" brushRef="#br0" timeOffset="201831">24292 12820 24575,'-17'0'0,"4"0"0,13 0 0,0 0 0,0-13 0,-14 9 0,11-9 0,-10 13 0,13-13 0,-13 9 0,9-9 0,-9 13 0,0 0 0,9-13 0,-9 9 0,0-9 0,9 13 0,-22 0 0,22-13 0,-22 9 0,9-9 0,0 13 0,-9-13 0,22 9 0,-22-9 0,9 13 0,1 0 0,-11 0 0,10 0 0,1 0 0,-11 0 0,10 0 0,-13 0 0,14 0 0,-11 0 0,11 0 0,-1 0 0,-10 0 0,11 0 0,-14 0 0,0 13 0,13-9 0,-10 9 0,11-13 0,-14 13 0,0-9 0,0 9 0,0-13 0,0 0 0,0 13 0,0-9 0,0 9 0,0-13 0,14 0 0,-11 0 0,10 0 0,1 13 0,-11-9 0,10 9 0,1-13 0,-11 0 0,24 13 0,-24-9 0,24 9 0,-24 0 0,11-10 0,-1 11 0,-10-1 0,24-10 0,-24 11 0,24-1 0,-24-10 0,11 11 0,-1-1 0,-9-10 0,22 24 0,-22-24 0,9 24 0,0-24 0,-9 24 0,9-11 0,0 1 0,-9 10 0,22-24 0,-22 24 0,23-11 0,-24 1 0,24 10 0,-11-24 0,1 24 0,10-24 0,-11 24 0,1-24 0,10 23 0,-11-22 0,14 22 0,0-22 0,0 22 0,-13-22 0,10 22 0,-11-9 0,14 0 0,0 9 0,0-22 0,0 22 0,0-22 0,0 22 0,0-23 0,0 24 0,0-10 0,0-1 0,0 11 0,0-10 0,14-1 0,-11 11 0,10-24 0,1 24 0,-11-11 0,10 1 0,1 10 0,-11-24 0,24 24 0,-11-11 0,14 1 0,0 10 0,0-24 0,0 24 0,0-24 0,0 24 0,0-24 0,0 23-777,13-22 777,-10 22 0,11-22 0,-14 9 0,0 0-42,-1-9 42,1 9 0,0-13 0,0 0 0,14 0-473,-11 0 473,10 0 0,-13 0 0,0 0 740,0 0-740,0 0 0,0-13 0,0 9 0,0-9 0,0 0 0,0 9 0,0-9 41,13 0-41,-10 9 0,11-22 0,-15 23 0,1-11 0,0 1 0,0 10 0,0-11 0,0 1 0,-13 10 0,9-11 493,-9 1-493,13 10 18,-13-24-18,9 24 0,-22-24 0,22 24 0,-9-24 0,0 24 0,9-24 0,-22 24 0,22-24 0,-23 11 0,24-1 0,-24-10 0,24 24 0,-24-24 0,11 11 0,-1-14 0,-10 13 0,11-9 0,-1 9 0,-10-13 0,11 0 0,-14 0 0,0 0-508,0-13 508,0 10 0,0-11 0,0 14 0,0 0 0,0 14 0,0-11 0,0 10 0,0-13 0,0 1 0,0-1 0,-14 13 0,11-10 508,-10 11-508,-1-1 0,11-10 0,-10 11 0,-1-1 0,-2-9 0,-1 9 0,-10 0 0,11-9 0,-14 22 0,0-9 0,0 0-590,-13 9 590,9-9-306,-22 26 1,9-9 0,-13 9 0</inkml:trace>
  <inkml:trace contextRef="#ctx0" brushRef="#br0" timeOffset="213503">23243 14018 24575,'17'0'0,"-4"0"0,-13-13 0,0 9 0,0-9 0,0 13 0,0 0 0,-13 0 0,10 0 0,-11 0 0,14 0 0,-13 13 0,-4-9 0,1 22 0,-11-9 0,11 0 0,-14 9 0,0 4 0,-14 3-2037,11 11 2037,-23-1 0,22 4-2312,-22 12 2312,9-12 0,0 10 0,-9-11-2449,9 14 2449,-13 0 0,37-24 0,0 1 0,-34 26 0,33-26 0,2 0-1509,-25 23 1509,4-1 0,-1 1 0,11 0 0,-10-13 0,13 9 0,0-9 133,0 0-133,0 9 997,14-23-997,-11 11 0,10-14 2109,1 0-2109,-11 0 1911,24-14-1911,-24 11 1706,24-24-1706,-11 24 1095,1-24-1095,10 10 356,-11 1-356,14-11 0,0 10 0,-13-13 0,10-13 0,-11 10 0,14-11 0,-13 14 0,10 0 0,-10-13 0,-1 10 0,11-10 0,-10 13 0,13 0 0</inkml:trace>
  <inkml:trace contextRef="#ctx0" brushRef="#br0" timeOffset="214005">21866 15066 24575,'0'17'0,"13"-4"0,-10 1 0,11-11 0,-14 23 0,0-22 0,0 22 0,0-9 0,0 13 0,0 0 0,0 0 0,0 0 0,0 0 0,-14 0 0,11 0-508,-10 13 508,13-10 0,0 11 0,-14-14 0,11-1-19,-10 1 19,13 0 0,0-13 0,0 10 0,0-24 0,13 24 507,-10-24-507,11 10 20,-14-13-20,0 0 0,13 0 0,-10 0 0,11 0 0,-1 0 0,-10 0 0,24 0 0,-24-13 0,24 10 0,-11-11 0,14 1 0,0 10 0,0-11 0,-13 1 0,10 10 0,-11-11 0,14 1 0,-13 10 0,-4-11 0,0 1 0,-9 10 0,9-11 0,-26 14 0,9 0 0,-22 0 0,9 0 0</inkml:trace>
  <inkml:trace contextRef="#ctx0" brushRef="#br0" timeOffset="215125">20937 16175 24575,'0'16'0,"13"-3"0,-9 1 0,9-11 0,-13 10 0,0 1 0,0-11 0,13 24 0,-9-11 0,9 1 0,-13 10 0,13-11 0,-9 14 0,9-13 0,-13 9 0,13-9 0,-9 13 0,9-13 0,-13 9 0,0-9 0,13 0 0,-10 9 0,11-22 0,-14 22 0,0-22 0,0 22 0,0-23 0,0 11 0,0-14 0,0 0 0,0 13 0,0-36 0,-14 29 0,11-45 0,-10 35 0,13-22 0,0 9 0,0 0 0,0-9 0,0 9 0,0-13 0,0 0 0,0 13 0,0-9 0,0 9 0,13-13 0,-10 0 0,11 0 0,-14 0 0,0 0 0,13 14 0,-10-11 0,11 24 0,-14-24 0,0 24 0,0-10 0,13-1 0,-10 11 0,11-10 0,-14 13 0,0 0 0,13 0 0,-10 0 0,11 0 0,-14 0 0,0 13 0,13-10 0,-10 11 0,11-1 0,-14 4 0,13 12 0,-10 1 0,11 0 0,-14 0 0,13 0 0,-10 0 0,11 0 0,-14 0 0,0 0 0,0 0 0,13 0 0,-10-13 0,10 9 0,-13-22 0,0 9 0,0-13 0,0 0 0,0-13 0,0 9 0,14-22 0,-11 22 0,10-22 0,-13 9 0,0-13 0,0 0 0,14 0 0,-11 0 0,10 0 0,-13 0 0,14 0 0,-11 0 0,10 0 0,1 14 0,-11-11 0,10 11 0,-13-1 0,14 4 0,-11-1 0,10 11 0,1-10 0,-11 13 0,23 0 0,-22 0 0,9 0 0,0 13 0,-9 4 0,9-1 0,-13 11 0,13-10 0,-9 12 0,9 15-620,-13-11 620,13 10 0,-9-13 0,9 0-41,-13 0 41,0 0 0,0 0 0,13 0 0,-9 0 0,9-13 0,-13 9 0,0-22 0,0 22 618,0-22-618,0 9 43,0-13-43,0 0 0,-13 0 0,9 0 0,-9 0 0,13 0 0</inkml:trace>
  <inkml:trace contextRef="#ctx0" brushRef="#br0" timeOffset="217818">23813 14048 24575,'16'0'0,"-3"0"0,-13 0 0,0 0 0,0-13 0,0 36 0,0-30 0,0 34 0,0-27 0,0 0 0,0 13 0,0-10 0,0 11 0,0-14 0,0 0 0,14 13 0,-11-10 0,10 11 0,-13-1 0,0-10 0,0 11 0,0-1 0,0-10 0,0 24 0,0-24 0,14 11 0,-11-1 0,10-10 0,-13 24 0,0-10 0,0 12 0,0-12 0,14 23 0,-11-20 0,10 23 0,-13-13 0,14 0-565,-11 13 565,10-9 0,1 9 0,-11 0 0,24-9 0,-24 9 0,23 0 0,-22-10 0,22 11 0,-22-1 0,22-10 0,-22 10 0,9-13 0,0 14 0,-9-11 0,22 10 0,-22-13 0,22 0-136,-22 0 136,9 0 0,-13 0 0,0-13 0,13 9 0,-9-22 0,9 22 561,-13-23-561,0 11 140,0-1-140,0-10 0,0 11 0,0-14 0,0 13 0,0-10 0,0 11 0,0-14 0,0 13 0,0-10 0,0 11 0,0-14 0,0 0 0,0-14 0,0 11 0,0-10 0,0 13 0,0 0 0,0-14 0,0 11 0,0-10 0,0 13 0,0 0 0,0-14 0,0 11 0,0-10 0,0 13 0,0 0 0,-13 0 0,9 0 0,-9 0 0,13 0 0,0 0 0,0-14 0,0 11 0,-13-10 0,9 13 0,-9-13 0,0 9 0,9-9 0,-9 0 0,0 9 0,9-9 0,-9 0 0,0 9 0,9-22 0,-9 22 0,0-9 0,9 0 0,-9 9 0,13-9 0,-13 13 0,9 0 0,-9-13 0,13 9 0,0-9 0,0 13 0,0 0 0,-13 0 0,10 0 0,-11 0 0,14 0 0,0 0 0,0 13 0,0-9 0,0 9 0,0-13 0,0 0 0,-13 0 0,10 0 0,-11 0 0,14 0 0,0 0 0,14 0 0,-11 0 0,10 0 0,-13 0 0,0 0 0,0 13 0,0-9 0,0 9 0,0-13 0,0 0 0,14 13 0,-11-9 0,10 22 0,0-22 0,-9 22 0,9-22 0,-13 22 0,13-22 0,-9 22 0,9-23 0,0 24 0,-9-24 0,9 24 0,0-24 0,-9 24 0,9-24 0,-13 24 0,13-24 0,-9 11 0,9-14 0,-13 0 0,0 13 0,13-10 0,-9 11 0,9-14 0,-13 0 0,0 13 0,0-10 0,0 11 0,0-14 0,0 0 0,13 0 0,-9 0 0,9 0 0,-13 0 0,-13 0 0,9 0 0,-9 0 0,13 0 0,0 0 0,0-14 0,13 11 0,-9-10 0,9-1 0,-13-2 0,0-1 0,0-10 0,0 11 0,0-14 0,13 0 0,-10 0 0,11 0 0,-1 0 0,-10 0 0,11 13 0,-1-9 0,-10 9 0,24-13 0,-24 0 0,11 14 0,-1-11 0,-10 24 0,24-24 0,-24 24 0,11-24 0,-1 24 0,-10-11 0,11 1 0,-1 10 0,-10-11 0,10 1 0,1 10 0,-11-11 0,10 14 0,-13 0 0,0-13 0,0 10 0,-13-10 0,10 26 0,-24-10 0,11 10 0,-14-13 0</inkml:trace>
  <inkml:trace contextRef="#ctx0" brushRef="#br0" timeOffset="219014">23932 16264 24575,'0'-16'0,"14"2"0,-11 14 0,10 0 0,-13 0 0,0 0 0,0-13 0,0 10 0,0-11 0,0 14 0,0 0 0,0 14 0,0-11 0,0 10 0,0-13 0,0 0 0,0 14 0,0-11 0,0 10 0,0-13 0,0 0 0,0 14 0,0-11 0,0 10 0,0 1 0,0-11 0,0 10 0,0 1 0,0-11 0,0 24 0,0-24 0,0 24 0,0-24 0,0 23 0,0-22 0,0 22 0,0-22 0,0 9 0,0 0 0,0-9 0,0 9 0,0 0 0,0-9 0,14 9 0,-11 0 0,10-9 0,-13 9 0,0 0 0,14-9 0,-11 22 0,10-22 0,0 9 0,-9 0 0,9-10 0,-13 11 0,0-1 0,13-10 0,-9 11 0,9-1 0,-13-10 0,13 11 0,-9-14 0,9 0 0,-13 0 0,13 0 0,-9 0 0,9 0 0,0 0 0,-9-14 0,9 11 0,-13-10 0,0 13 0,13 0 0,-9-14 0,9 11 0,-13-10 0,13-1 0,-9 11 0,9-10 0,-13 0 0,13 9 0,-10-22 0,11 22 0,-14-22 0,0 22 0,0-22 0,0 22 0,0-22 0,13 9 0,-10 0 0,11-9 0,-14 9 0,0 1 0,0-11 0,0 10 0,0-13 0,13 0 0,-10 0 0,11 14 0,-14-11 0,0 10 0,0 1 0,0-11 0,0 24 0,0-24 0,0 24 0,0-24 0,0 24 0,0-10 0,0 13 0,0-14 0,0 11 0,0-10 0,0 13 0,0 0 0,-14 0 0,11 0 0,-24 13 0,11-10 0,-14 11 0,0-14 0</inkml:trace>
  <inkml:trace contextRef="#ctx0" brushRef="#br0" timeOffset="229129">23393 12341 24575,'17'0'0,"-4"0"0,-13 0 0,0 0 0,-13 0 0,9 0 0,-9 0 0,13 0 0,0 0 0,13 0 0,-9 0 0,9 0 0,-13 0 0,0 0 0,0 13 0,0-10 0,0 11 0,0-14 0,0 13 0,0-10 0,0 10 0,0-13 0,13 14 0,-9-11 0,9 10 0,-13 1 0,0-11 0,0 24 0,0-24 0,0 10 0,0 1 0,0-11 0,0 10 0,0 1 0,0-11 0,0 10 0,0 1 0,0-11 0,0 10 0,0-13 0,0 0 0,13 0 0,-9 0 0,9 0 0,-13 0 0,0 0 0,13 0 0,-9-13 0,9 10 0,0-11 0,-9 1 0,22-4 0,-9 1 0,0-11 0,9 10 0,-9-13-704,13 0 704,0 1 0,0-1 0,0 0-1189,0-14 1189,0 11-1610,13-24 1610,-10 24 0,10-23 0,1 22 0,-11-22 0,10 22 0,0-22 0,-9 23 0,-4-24 0,-4 24-55,-22-10 0,-4 13 0,-17 0 0</inkml:trace>
  <inkml:trace contextRef="#ctx0" brushRef="#br0" timeOffset="237933">8806 12610 24575,'0'-16'0,"0"2"0,0 14 0,0 0 0,0-13 0,0 10 0,0-11 0,0 14 0,0 0 0,0-13 0,0 10 0,0-11 0,0 14 0,-13 0 0,9 0 0,-9 0 0,13 0 0,0 0 0,0-13 0,0 10 0,0-11 0,0 14 0,0 0 0,0 14 0,0-11 0,0 10 0,0-13 0,13 0 0,-9 14 0,9-11 0,-13 10 0,0 1 0,0-11 0,0 10 0,13 1 0,-9 2 0,9 1 0,-13 9 0,13-22 0,-9 22 0,9-9 0,-13 13 0,13 0 0,-9 0 0,9 0 0,-13 0 0,13 0 0,-9-14 0,9 11 0,-13-10 0,13-1 0,-9 11 0,9-24 0,-13 24 0,0-24 0,0 10 0,0-13 0,0 14 0,13-11 0,-9 10 0,9-13 0,-13 0 0,0 0 0,0-13 0,0 10 0,0-11 0,0 14 0,0 0 0,-13 0 0,9 0 0,-9 0 0,13 0 0,0 0 0,0-13 0,0 10 0,0-10 0,0 13 0,0 0 0,13 0 0,-9 0 0,9-14 0,-13 11 0,0-10 0,0-1 0,0 11 0,13-24 0,-10 11 0,24-1 0,-24-10 0,24 11 0,-10-27-1028,13 9 1028,0-9-1873,13 0 1873,-10-4 0,24 1 0,-24-11-2181,10 10 2181,1-13 0,-11 14 0,23-11 0,-22 11-1477,9-1 1477,-13-10 0,0 24 6,0-10-6,0 13 1393,-14 13-1393,11-9 2169,-24 22-2169,11-22 1856,-1 22-1856,-10-9 1013,11 13-1013,-14 0 122,13 0-122,-10-13 0,11 9 0,-14-9 0,13 13 0,-10 0 0,11 0 0,-14 0 0,13 13 0,-10-9 0,10 9 0,-13-13 0,0 0 0,0 0 0</inkml:trace>
  <inkml:trace contextRef="#ctx0" brushRef="#br0" timeOffset="248629">10394 12700 24575,'0'-17'0,"0"4"0,0 13 0,0 0 0,13 0 0,-10 0 0,11-13 0,-1 9 0,-10 4 0,11 4 0,-1 9 0,3-13 0,1 0 0,10 0 0,-11 0 0,14 0 0,-13 0 0,10 0 0,-11 0 0,14 0 0,0 0 0,-13 0 0,9 0 0,-9 0 0,0 0 0,9-13 0,-22 9 0,22-9 0,-22 13 0,9 0 0,0 0 0,-9 0 0,9 0 0,0 0 0,-9 0 0,9 0 0,-13-13 0,0 9 0,0-9 0,13 13 0,-10 13 0,11-9 0,-14 9 0,-14-13 0,11 0 0,-10 13 0,13-9 0,0 9 0</inkml:trace>
  <inkml:trace contextRef="#ctx0" brushRef="#br0" timeOffset="257008">10723 12101 24575,'17'30'0,"-4"0"0,0 13 0,-9-10 0,22 24-2813,-9-24 2813,0 24 0,9-11 0,-9 1 0,0-4 0,9 1-52,-23-11 52,24 10 0,-24-13 0,24 0 676,-24 0-676,11-13 0,-14 9 0,0-9 0,0 0 0,0-4 0</inkml:trace>
  <inkml:trace contextRef="#ctx0" brushRef="#br0" timeOffset="257602">11891 12371 24575,'14'-17'0,"-11"4"0,10 13 0,1 0 0,2-14 0,1 11 0,9-10 0,-9 13 0,13 0 0,-13 13 0,9-10 0,-9 11 0,0-1 0,9 4 0,-22-1 0,22 11 0,-23 3 0,11 3 0,-1 10-766,-10-13 766,11 14 0,-28-11 0,11 10 0,-10-13 0,13 0 0,0 0 0,0 0 0,0-13 0,0-4 0,13 0 0,-10-10 766,11 11-766,-14-14 0,0 0 0,13 0 0,-10-14 0,11 11 0,-1-10 0,-10 0 0,11-4 0,-14-13 0</inkml:trace>
  <inkml:trace contextRef="#ctx0" brushRef="#br0" timeOffset="258242">13089 12371 24575,'30'-14'0,"-13"11"0,10-10 0,-24-1 0,24 11 0,-11-10 0,1 13 0,9-14 0,-9 11 0,0-10 0,9 13 0,-22 0 0,22 0 0,-22 0 0,9 0 0,0 13 0,-9-10 0,9 24 0,-13-24 0,0 24 0,0-10 0,-13 12 0,9 1 0,-9-13 0,0 10 0,9-11 0,-9 1 0,13 10 0,0-24 0,0 24 0,0-24 0,0 10 0,13-13 0,-9 0 0,22 0 0,-9 0 0,0 0 0,9 0 0,-9 0 0,13 0 0,0 0 0,-14 0 0,11 0 0,-10 0 0,13 0 0,-14 0 0,-2 14 0,-14-11 0,13 10 0,-10 0 0,-3-9 0,-3 22 0,-10-22 0,-1 36 0,-2-20 0,-1 10 0,-10-4 0,24-9 0,-10 0 0,-1 9 0,11-23 0,-10 24 0,13-24 0,0 11 0</inkml:trace>
  <inkml:trace contextRef="#ctx0" brushRef="#br0" timeOffset="258828">14407 12311 24575,'0'30'0,"0"0"0,0-1 0,0-12 0,0 10 0,0-11 0,0 1 0,0-4 0,0 1 0,0-11 0,14 10 0,-11-13 0,24 0 0,-24-13 0,24 10 0,-24-11 0,23 1 0,-22 10 0,22-24 0,-22 24 0,22-11 0,-22 1 0,22 10 0,-22-11 0,9 14 0,-13 0 0,0 0 0,13 0 0,-9 14 0,9-11 0,-13 10 0,0 1 0,13-11 0,-9 24 0,9-24 0,-13 24 0,0-11 0,13 1 0,-9 10 0,9-11 0,-13 1 0,13-4 0,-10 0 0,11-9 0,-14 9 0</inkml:trace>
  <inkml:trace contextRef="#ctx0" brushRef="#br0" timeOffset="259619">15635 12221 24575,'0'16'0,"0"11"0,14-24 0,-11 24 0,10-24 0,-13 24 0,14-10 0,2 13 0,1-14 0,10 11 0,-11-11-547,14 14 547,0 0 0,0 0 0,0 0 0,0 0-114,-13-13 114,9 9 0,-22-9 0,22 0 0,-22 9 0,22-22 544,-23 9-544,11-13 117,-14 13-117,0-9 0,-14 9 0,11-13 0,-23 13 0,22-9 0,-22 9 0,9-13 0,-13 0 0,0 0 0,0 0 0,13 0 0,-9 0 0,9 0 0</inkml:trace>
  <inkml:trace contextRef="#ctx0" brushRef="#br0" timeOffset="259822">15695 12251 24575,'30'0'0,"0"0"0,-13-14 0,9 11 0,-9-10 0,13 13 0,0 0 0,0-14 0,-13 11 0,9-10 0,-9 13 0,13 0 0</inkml:trace>
  <inkml:trace contextRef="#ctx0" brushRef="#br0" timeOffset="260530">17103 12251 24575,'-13'30'0,"9"0"0,-9 0 0,13 0 0,-13-1 0,9 1 0,-9 0 0,13 0-1010,0 14 1010,0-11 331,13-3-331,-9-4 167,9-9-167,-13 13 0,13 0 0,-9-13 512,22-4-512,-22 0 0,22-9 0,-22 9 0,22-26 0,-9 9 0,0-9 0,9 0 0,-9-4 0,-1 0 0,-2-9 0,-14 9 0,13 0 0,-10-9 0,-3 23 0,-3-11 0,-10 1 0,-1 10 0,11-11 0,-23 14 0,9 0 0,-13 0 0,13 0 0,-9 14 0,9-11 0,0 10 0,4-13 0,0 0 0,-4 0 0</inkml:trace>
  <inkml:trace contextRef="#ctx0" brushRef="#br0" timeOffset="260952">18121 12221 24575,'17'16'0,"-4"11"0,1-10 0,-11 13 0,10 0 0,-13 0 0,0-1 0,0 1 0,0 0 0,14 0 0,-11 14-528,10-11 528,-13 10 0,0-26 0,0 9 0,0-9 0,0 0 0,-13 9 0,10-22 528,-11 22-528,14-22 0,-13 9 0,10-13 0,-11-13 0,14-4 0</inkml:trace>
  <inkml:trace contextRef="#ctx0" brushRef="#br0" timeOffset="261102">18032 12580 24575,'43'0'0,"-10"-13"0,10 10 0,-13-24 0,0 24 0,0-24 0,0 10 0</inkml:trace>
  <inkml:trace contextRef="#ctx0" brushRef="#br0" timeOffset="262066">17852 12311 24575,'17'0'0,"-4"0"0,0 0 0,4-14 0,-1 11 0,11-10 0,-10 13 0,13 0 0,-14 0 0,11-14 0,-10 11 0,13-10 0,-14-1 0,-3 11 0,1-10 0,-11 13 0,10-14 0,-13-2 0</inkml:trace>
  <inkml:trace contextRef="#ctx0" brushRef="#br0" timeOffset="263036">11202 12101 24575,'17'13'0,"-4"4"0,1 13 0,-11-14 0,10 11 0,1-24 0,-11 11 0,10-1 0,1-10 0,2 11 0,1-28 0,9 11 0,-9-24 0,26 11-1081,-9-14 1081,9 0 0,0 0 0,-10-13 0,24 9-2085,-24-22 2085,24 23 0,-24-24 0,10 24 0,-13-24-940,-13 24 940,10-10-420,-24 13 420,24 0 222,-24 13 0,10-10 0,-13 11 1</inkml:trace>
  <inkml:trace contextRef="#ctx0" brushRef="#br0" timeOffset="263508">12311 11891 24575,'13'30'0,"-10"-13"0,11 9 0,-14-9 0,0 13 0,0-13 0,0 9 0,0-22 0,13 22 0,-10-22 0,11 9 0,-14-13 0,13 0 0,3 0 0,14 0 0,0-13 0,0-4-695,0-13 695,0 0-1547,14-13 1547,-11 10 0,10-24 0,0 24 0,-9-24 0,9 24 0,-13-10-601,-14 13 601,11 0 0,-24 13 0,24-10 0,-24 24 0,11-10 0</inkml:trace>
  <inkml:trace contextRef="#ctx0" brushRef="#br0" timeOffset="263982">13569 12101 24575,'13'17'0,"-10"-4"0,11-13 0,-14 0 0,13 0 0,4 0 0,-1-13 0,11 9 0,-11-22 0,14 9-1063,0-26 1063,0 9 0,0-9 0,0 0 0,0 10 0,-13-11 0,9 14-333,-22 0 333,22 1 0,-22-1 0,22 0 0,-22 0 0,9 13 0,-13-10 0,0 24 0,0-10 0</inkml:trace>
  <inkml:trace contextRef="#ctx0" brushRef="#br0" timeOffset="264464">14467 11771 24575,'0'17'0,"0"10"0,0-11 0,0 14 0,0 0 0,0 0 0,0 0 0,0 0 0,0 0 0,0 0 0,0 0 0,0-13 0,0 9 0,0-22 0,0 9 0,14-13 0,-11 13 0,10-23 0,0 20 0,-9-23 0,22 0 0,-9 9 0,0-22 0,9 9 0,-9-13-689,13 0 689,0 0 0,0 0 0,-14 0 0,11-13 0,-10 23 0,-1-20-183,11 23 183,-24-13 0,24 14 0,-24-11 0,11 24 0,-14-24 0,0 11 0</inkml:trace>
  <inkml:trace contextRef="#ctx0" brushRef="#br0" timeOffset="265050">15575 11742 24575,'17'13'0,"-4"-10"0,-13 24 0,0-11 0,0 1 0,14 10 0,-11-11 0,10 1 0,-13 10 0,0-24 0,14 24 0,-11-24 0,10 10 0,-13-13 0,14 0 0,-11 0 0,10 0 0,1 0 0,-11 0 0,24-13 0,-11 10 0,1-24 0,9 10 0,-9 1 0,13-11 0,0 10-1086,0-26 1086,0 10 0,0-10 0,0 13 0,0 0 0,0 0 0,0-14 0,0 11 0,0-10 0,-14 26 0,11-9 0,-24 22 0,24-22 0,-24 22 0,10-22 0,-13 22 0,0-9 0</inkml:trace>
  <inkml:trace contextRef="#ctx0" brushRef="#br0" timeOffset="265566">16953 11861 24575,'14'30'0,"-11"0"0,10 0 0,-13 0 0,0 0 0,0 0 0,0 0 0,0 0 0,0-13 0,0 9 0,14-9 0,-11-1 0,10-2 0,1-1 0,-11-10 0,10 11 0,0-28 0,-9 11 0,22-10 0,-9-1 0,0-2 0,9-1 0,-9-9 0,13 9-689,0-13 689,0 0 0,0 0 0,-14-13 0,11 10 0,-10-11 0,-1 28-154,11-11 154,-10 10 0,-1 1 0,-2 2 0</inkml:trace>
  <inkml:trace contextRef="#ctx0" brushRef="#br0" timeOffset="266066">18121 11861 24575,'0'64'0,"14"-8"0,-11-26 0,10-13 0,-13 9 0,14-22 0,-11 9 0,24-13 0,-11 0 0,14-13 0,0-4-1370,13-13 1370,-9-13-1915,22 10 1915,-22-24 0,22 10 0,-23 1-2051,24-11 2051,-24 11 0,24-1 0,-24-10-1134,10 24 1134,-13-10 0,0 13 0,-13-13 0,-4-4 0</inkml:trace>
  <inkml:trace contextRef="#ctx0" brushRef="#br0" timeOffset="267334">10783 13449 24575,'13'46'0,"4"11"0,26-10-4449,-9-1 4449,22 11-2401,4-11 2401,-23-22 0,3-1-989,9 7 1,5-3 988,4-9 0,4-3-1818,11 1 0,3-2 1818,6 1 0,3-4-653,-19-7 1,4-4 0,0 0 652,4 0 0,1 0 0,2 0-299,-11 0 1,1 0-1,2 0 1,-1-4 298,3-3 0,0-5 0,0 1 0,2 1-163,4 4 0,2 3 0,-1-1 0,1-3 163,0-2 0,-1-2 0,1-1 0,1 1-24,-12 3 1,1-1-1,0 0 1,0 1-1,-1-1 24,15-2 0,0 0 0,0-1 0,1-1 0,-14 2 0,2-1 0,0 0 0,-1 0 0,0-1 0,13-1 0,-1-1 0,-1 0 0,2 0 0,-16 3 0,1 0 0,0 0 0,0 0 0,-2 0 0,14-3 0,-2 1 0,0-1 0,-1-1 0,-5-2 0,-2 0 0,0-1 0,0 1 0,-3 2 0,-1 0 0,-1 1 0,-1-2 0,12-7 0,-2-1 0,-1 1 0,-3 4 0,0 0 0,-3 0 280,-6 1 1,-2-1-1,-2-1-280,18-9 0,-2 0 0,-6 7 0,-3 0 0,-11-5 0,-2-1 0,-6 6 0,-2 0 0,-5 0 0,-5-1 1971,13-19-1971,-4 13 0,-13 0 0,-13 0 3305,9 0-3305,-22 0 0,9 0 5059,-26 13-5059,9 4 3675,-9 13-3675,0 0 1303,-4 0-1303,-13 0 0,0 0 0,0 0 0</inkml:trace>
  <inkml:trace contextRef="#ctx0" brushRef="#br0" timeOffset="268232">14018 13718 24575,'13'17'0,"-9"10"0,9-24 0,-13 24 0,0-11 0,13 14 0,-9 13-1077,9-9 1077,0 22 0,-10-9-2100,11 26 2100,-14-10 0,6-20 0,1 1 0,-4 32 0,3-6 0,2 4 0,-1-16 0,-1 0-1976,-4 15 0,-1 0 1976,5-13 0,2-3 0,-1-10 0,-1-1-1076,-4 6 1,-1-1 1075,6-5 0,0-2 0,-7 1 0,0 0 0,6 0 0,1 0-648,-4 31 648,11-2 0,-14-14 0,0-14 677,13-3-677,-10 1 3325,11-24-3325,-14 20 2795,0-37-2795,0 24 2087,-14-24-2087,11 10 1044,-24 1-1044,24-11 0,-24 10 0,11-13 0,-14 0 0</inkml:trace>
  <inkml:trace contextRef="#ctx0" brushRef="#br0" timeOffset="268742">13898 15216 24575,'0'17'0,"13"-4"0,-9 0 0,9-9 0,0 22 0,-9-9 0,22 13 0,-9 0-803,0 13 803,9-10 0,-9 11 0,13-1 0,-14-10 0,11 10 0,-10 1 0,13-11 0,-14-3-245,11-3 245,-10-11 0,13 1 0,-14 9 0,11-22 0,-11-4 0,14-17 0,0-13 0,14 0-1383,-11-13 1383,23-4 0,-22-13 0,9 14 0,0-11 0,-9 11 0,9-1 0,-13-9-727,-14 22 727,11-9 0,-10 0 0,-1 9 0,11 4 0,-24 4 0,11 9 0,-14 1 2088,-14-11-2088,11 24 267,-24-11 1,11 14-1,-14 0 1</inkml:trace>
  <inkml:trace contextRef="#ctx0" brushRef="#br0" timeOffset="270518">13509 13838 24575,'-14'17'0,"11"-4"0,-24 0 0,11 4 0,-14 13-1129,0 0 1129,0 0 0,0 0 0,-13 13-1850,9-10 1850,-22 24 0,9-10 0,-13 13 0,14-1 0,-11 1-2793,11 0 2793,-14 0-1344,30-23 0,0-1 1344,-1-5 0,2 2 0,5 10 0,1 0-1346,-33 20 1346,39-20 0,0 1 0,-17 1 0,-1 0 0,16-5 0,1 0 0,-10 4 0,-1-2 0,-14 18 726,23 0-726,-20 0 0,24-14 0,-14-2 0,13-14 1985,4 0-1985,-1 0 2993,11-14-2993,-10 11 2866,-1-24-2866,11 11 963,-10-14-963,13 13 0,-14-23 0,-2 7 0</inkml:trace>
  <inkml:trace contextRef="#ctx0" brushRef="#br0" timeOffset="271010">12131 15156 24575,'0'47'0,"0"9"0,0-9-2613,-13 13 2613,9-14 0,-9 11 0,13-10 0,0-1 96,0-3-96,13-13 509,-9 0-509,9 0 0,-13-13 0,0 10 1305,13-24-1305,-9 10 604,22-13-604,-23 0 99,24 0-99,-10 0 0,-1-13 0,11 10 0,-10-24 0,-1 24 0,-2-11 0,-1 1 0,-10 10 0,11-11 0,-14 14 0</inkml:trace>
  <inkml:trace contextRef="#ctx0" brushRef="#br0" timeOffset="272106">10483 16085 24575,'0'16'0,"0"11"0,0-10 0,0 13 0,0-1 0,0 1 0,0 0 0,14 0-757,-11 14 757,10-11 0,-13 23 0,0-22 0,0 9 0,0-13 0,14 13 0,-11-9 0,10 9 0,-13-13 187,0-14-187,0 11 0,0-10 0,0-1 0,14 11 0,-11-24 570,10 11-570,-26-14 0,10 0 0,-11 13 0,14-10 0,-13-3 0,10-3 0,-11-10 0</inkml:trace>
  <inkml:trace contextRef="#ctx0" brushRef="#br0" timeOffset="272630">10004 16234 24575,'17'-13'0,"10"10"0,-11-11 0,14 1 0,0 10 0,0-10-768,13-1 768,-9 11 0,22-24 0,-23 24 0,24-10 0,-24 13 0,24-14 0,-24 11 189,24-10-189,-24 13 0,24 0-715,-24 0 715,10 0 0,-13 0-71,0-14 71,0 11 0,0-10 0,0 13 556,-13 0-556,9 0 0,-9 0 0,-1 0 733,11 0-733,-24 0 76,11 0-76,-14 0 0,0 0 0,0 0 0</inkml:trace>
  <inkml:trace contextRef="#ctx0" brushRef="#br0" timeOffset="273617">11053 16714 24575,'16'-14'0,"11"-2"0,-24-1 0,11-10 0,-1 11 0,-10-1 0,24-9 0,-24 22 0,10-22 0,-13 22 0,0-22 0,0 22 0,0-9 0,0 0 0,0 9 0,-13-9 0,10 0 0,-11 9 0,1-9 0,10 0 0,-24 9 0,24-9 0,-10 13 0,-1 0 0,11 0 0,-24 0 0,24 0 0,-10 0 0,13 13 0,-14-9 0,11 9 0,-10 0 0,-1-9 0,11 22 0,-10-9 0,13 0 0,0 9 0,0-9 0,0 13 0,0-13 0,13 9 0,-10-9 0,11 13 0,-1-14 0,-10 11 0,24-24 0,-10 11 0,-1-14 0,11 0 0,-24 0 0,24 0 0,-11 0 0,1-14 0,10 11 0,-24-24 0,24 11 0,-24-14 0,24 0 0,-24 0 0,10 0 0,-13 13 0,0-9 0,0 9 0,0-13 0,0 13 0,0 4 0,0 0 0,0 9 0,0-9 0,0 13 0,0 0 0,0 13 0,0-9 0,0 36 0,14-20 0,-11 36-1752,10-9 1752,1 13 0,-11 0 0,23 0 0,-22-1 0,22 1 0,-22 14 0,22-11 0,-22-3 0,22-4 0,-22-9 0,22 0-107,-22-4 107,9-27 0,-13 11 0,0-24 0,0 24 0,0-24 1742,0-3-1742,0-3 117,0-24-117,-13 24 0,9-24 0,-22-3 0,22-3-1375,-9-23 1375,0 9-1658,9-13 1658,-9 0 0,0 0 0,9 0 0,-9 0 0,13 1 0,0-1 0,0 13-862,0 4 862,0 0 0,13 9-68,-9 4 68,22 4 1188,-22 9-1188,22 0 1682,-9 4-1682,0 13 1009,9 0-1009,-22 0 84,22 0-84,-22 13 0,22-9 0,-23 22 0,11-22 0,-14 22 0,0-9 0,0 13 0,0 0 0,-14 0 0,11 0 0,-23 0 0,22 0 0,-22 0 0,9-14 0,0 11 0,-9-24 0,22 24 0,-22-24 0,9 10 0,0-13 0,-9 0 0,22 0 0,-22 0 0,9 0 0</inkml:trace>
  <inkml:trace contextRef="#ctx0" brushRef="#br0" timeOffset="274210">11592 16684 24575,'0'33'0,"0"-6"0,0-27 0,13 0 0,-10 0 0,11 0 0,-14 0 0,0-14 0,0-2 0,13-1 0,-10-10 0,11 11 0,-14-27 0,0 9 0,0-9 0,13 13 0,-10 0 0,11 0 0,-14 0 0,0 0 0,0 14 0,0-11 0,0 24 0,0-11 0,0 14 0,0 0 0,13 0 0,-10 14 0,11-11 0,-1 24 0,-10-11 0,11 14 0,-1-13 0,-10 9 0,24-9 0,-24 13 0,24-13 0,-24-4 0,24 0 0,-24-9 0,10 9 0,1-13 0,-11 0 0,24-13 0,-24 9 0,10-22 0,1 9 0,-11-13 0,10 0 0,-13 0 0,0 0 0,13 0 0,-9 0 0,9 0 0,-13 0 0,0 0 0,0 0 0,0 1 0,0-1 0,-13 0 0,9 13 0,-9-10 0,13 24 0,0-10 0,0-1 0,0 11 0,0-10 0,0 26 0,0-10 0,0 24 0,0-24 0,0 37 0,13-20 0,-9 24 0,9-15-574,0 15 574,-9-11 0,22 24 0,-22-24 0,9 10 0,0-13 0,-9 0 0,22 0-139,-22 0 139,9 0 0,-13-13 0,0 9 0,0-22 0,0 9 142,-13-13 1,9 0 0,-9 0 0</inkml:trace>
  <inkml:trace contextRef="#ctx0" brushRef="#br0" timeOffset="274369">12011 16414 24575,'30'-16'0,"13"2"0,-23 1 0,20 10 0,-23-11 0,13 14 0</inkml:trace>
  <inkml:trace contextRef="#ctx0" brushRef="#br0" timeOffset="276285">10783 17193 24575,'0'17'0,"0"9"0,13-9 0,-9 13 0,9 0 0,-13 0 0,13 0 0,-9 0 0,9 0 0,-13 0 0,13-1 0,-9 1 0,9 0 0,0 0 0,-9-13 0,9-4 0,0 1 0,-10-11 0,11 10 0,-14-26 0,13 10 0,-10-11 0,24 1 0,-24-4 0,11-13 0,-14 0 0,13 0 0,-10 1 0,11-1 0,-14 0 0,0 0 0,0 0 0,0 0 0,0 0 0,0 13 0,0-9 0,0 22 0,0-22 0,0 22 0,0-9 0,13 13 0,-10 0 0,11 13 0,-14-9 0,0 22 0,0-9 0,0 13 0,13 0 0,-10 0 0,11 0 0,-1 0 0,-10 0 0,11 0 0,-1-1 0,-10 1 0,24-13 0,-24 10 0,10-24 0,1 24 0,-11-24 0,10 10 0,1-13 0,-11-13 0,24 10 0,-24-24 0,10 10 0,1-13 0,-11 0 0,10 14 0,-13-11 0,0-3 0,0-3 0,0-10 0,0 13 0,0 0 0,0 0 0,-13 0 0,10 13 0,-11-9 0,14 9 0,0 0 0,0-9 0,0 22 0,0-9 0,0 13 0,0 0 0,0-13 0,0 9 0,0-9 0,14 13 0,-11 0 0,24 0 0,-24 0 0,23 0 0,-22 0 0,22 0 0,-9 0 0,13 0 0,0 0 0,-13 0 0,9 0 0,-9 0 0,13 0 0,-14 13 0,11-9 0,-10 9 0,-1-13 0,-2 0 0,-1 0 0,-10 0 0,11 0 0,-14 0 0,0 0 0,0 13 0,0-9 0,0 9 0,0-13 0,-14 0 0,-2 13 0,-1-9 0,-10 9 0,24 0 0,-24-9 0,24 22 0,-23-9 0,22 0 0,-22 9 0,22-23 0,-9 24 0,0-10 0,9-1 0,-9 11 0,13-24 0,0 24 0,0-24 0,0 24 0,0-24 0,0 11 0,13-1 0,-9-10 0,9 11 0,-13-14 0,0 0 0,0-14 0,13 11 0,-9-24 0,9 11 0,0-1 0,-9-10 0,9 11 0,-13-1 0,13-10 0,-10 11 0,11-1 0,-14-9 0,0 22 0,0-9 0,0 0 0,13 9 0,-10-9 0,11 13 0,-14 0 0,0 0 0,0 13 0,0-9 0,0 9 0,0 0 0,0-9 0,13 22 0,-10-23 0,11 24 0,-14-10 0,0-1 0,13 11 0,-10-10 0,24 13 0,-10-14 0,-1 11 0,11-24 0,-24 24 0,24-24 0,-24 10 0,24-13 0,-24 0 0,24-13 0,-24 10 0,24-24 0,-24 11 0,24-14 0,-24 0 0,24 0 0,-24 0 0,24 0-593,-24-13 593,10 9 0,-13-9 0,0 0 0,0 9 0,0-9 0,0 13 0,-13-13 0,10 10 0,-11-11 0,14 14 0,-13 0 0,10 1 0,-24-1-146,24 0 146,-11 0 0,14 0 0,0 13 0,-13 4 0,10-1 0,-11 11 588,14-10-588,0 26 151,0-10-151,0 24 0,0-24 0,0 24 0,0-10 0,0 13 0,0 0 0,0 0 0,14-1 0,-11 1 0,10 14-465,-13-11 465,0 10 0,0-13 0,14 13 0,-11-9 0,10 9 0,-13-13 0,0 0-54,14 0 54,-11 0 0,10 0 0,-13 0 0,0-14 0,14-2 0,-11-1 0,10-10 464,-13 11-464,0-14 55,0 13-55,0-10 0,0 11 0,0-14 0,0 0 0,0-14 0,0 11 0,13-10 0,-9-1 0,9 11 0,0-24 0,-9 11 0,9-1 0,0-10 0,-9 24 0,9-23 0,0 22 0,-9-9 0,9 0 0,-13 9 0,0-9 0,13 0 0,-9 9 0,9-9 0,-13 13 0,0 0 0,0 13 0,-13-9 0,9 22 0,-9-22 0,13 22 0,0-9 0,0 13 0,0 0 0,0-14 0,0 11 0,0-24 0,0 24 0,13-24 0,-9 24 0,9-24 0,0 11 0,-9-14 0,9 0 0,0 0 0,-9 0 0,22 0 0,-23 0 0,11 0 0,-1-14 0,-10 11 0,11-10 0,-1-1 0,-10 11 0,11-24 0,-14 11 0,0-14 0,0 13 0,0-10 0,0 11 0,0-14 0,0 0 0,0 0 0,0 0 0,0-13 0,0-4 0</inkml:trace>
  <inkml:trace contextRef="#ctx0" brushRef="#br0" timeOffset="276848">12191 16744 24575,'0'-17'0,"0"30"0,0 7 0,13 24 0,-10-15 0,11 1 0,-14 0 0,0 14-1345,13-11 1345,-10 24 0,11-24 0,-14 10 0,13 0 0,-10-9 27,11 9-27,-14-13 0,0 0 0,13-14 0,-10 11 0,11-24 0,-14 24 1001,0-24-1001,0 11 317,0-14-317,0 0 0,0-14 0,0 11 0,-14-24 0,11 24 0,-10-24 0,13 24 0,0-24 0,13 24 0,-10-23 0,11 9 0,-14 0 0,0-9 0,0 9 0,0 0 0,13-9 0,-10 22 0,11-22 0,-14 22 0,13-9 0,-10 13 0,11 0 0,-14 0 0,13 0 0,-10 0 0,10 0 0,-13 0 0,14 13 0,-11-9 0,10 22 0,-13-22 0,14 22 0,-11-9 0,10 13 0,-13-13 0,14 9 0,-11-9 0,10 13 0,-13-14 0,14 11 0,-11-24 0,10 24 0,-13-24 0,0 11 0,14-14 0,-11 13 0,10-10 0,-13 11 0,0-28 0,0 11 0,14-10 0,-11-1 0,10 11 0,-13-24 0,14 11 0,-11-14 0,10 0 0,-13 0 0,13 0 0,-9 0 0,9 0 0,0 13 0,-9-9 0,9 9 0,-13 0 0,0 4 0,0 0 0,0 10 0,0-11 0,13 14 0,-9 14 0,9-11 0,-13 23 0,13-22 0,-9 22 0,9-9 0,0 13 0,-9 13-618,9-9 618,0 9 0,-9-13 0,9 0-11,-13 0 11,0 0 0,0 0 0,0-14 0,0-2 0</inkml:trace>
  <inkml:trace contextRef="#ctx0" brushRef="#br0" timeOffset="288497">13808 16294 24575,'0'17'0,"0"-4"0,0-13 0,14 14 0,-11 2 0,10 1 0,-13 10 0,0-11 0,0 14 0,0-13 0,14 9 0,-11-9 0,10 13 0,-13 0 0,0-13 0,0 9 0,0-22 0,0 22 0,0-23 0,0 24 0,0-24 0,0 11 0,0-1 0,0-10 0,0 11 0,0-1 0,0-10 0,0 11 0,0-14 0,0 13 0,0-10 0,0 11 0,0-14 0,0 13 0,0-10 0,0 11 0,0-14 0,0 0 0,-13 0 0,10-14 0,-11 11 0,14-10 0,0-1 0,0 11 0,0-24 0,0 24 0,-13-24 0,10 24 0,-11-24 0,14 11 0,0-14 0,0 0 0,0 0 0,0 0 0,0 0 0,0 0 0,0 0 0,0 0 0,0 0 0,14 0 0,-11 0 0,10 0 0,1 0 0,-11 0 0,10 0 0,0 1 0,-9-1 0,22 13 0,-22-10 0,9 24 0,0-10 0,-9-1 0,22 11 0,-22-10 0,22 13 0,-22 13 0,22-10 0,-22 11 0,22-14 0,-22 13 0,22-10 0,-23 11 0,11-1 0,-14-10 0,0 24 0,0-24 0,0 11 0,0-1 0,0-10 0,0 24 0,0-24 0,0 24 0,0-24 0,-14 24 0,11-24 0,-10 10 0,13 1 0,-13-11 0,9 10 0,-9-13 0,0 0 0,9 0 0,-9 0 0,13 14 0,0-11 0,0 10 0,-13-13 0,9 0 0,-9 0 0,13 0 0,0 0 0,0 14 0,13-11 0,-9 24 0,9-24 0,-13 23 0,0-22 0,13 22 0,-9-22 0,9 22 0,0-22 0,-9 22 0,9-9 0,0 0 0,-10 9 0,24-22 0,-24 22 0,11-9 0,-1-1 0,-10 11 0,24-24 0,-24 24 0,11-24 0,-1 24 0,-10-24 0,11 11 0,-14-14 0,13 0 0,-10 13 0,11-10 0,-14 11 0,0-14 0,13-14 0,-10 11 0,11-10 0,-14 13 0,13-14 0,-10 11 0,10-24 0,-13 24 0,0-10 0,14-1 0,-11 11 0,10-24 0,-13 24 0,0-23 0,0 9 0,0 0 0,0-9 0,0 22 0,0-22 0,0 22 0,0-22 0,0 22 0,0-22 0,0 22 0,0-9 0,0 0 0,0 9 0,0-9 0,0 0 0,-13 10 0,10-11 0,-11 14 0,14 0 0,0 0 0,-13 0 0,10 0 0,-10 0 0,13 14 0,0-11 0,-14 10 0,11-13 0,-10 13 0,13 4 0,0 13 0,0-13 0,-14 9 0,11-9 0,-10 13 0,13-13 0,13 9 0,-10-9 0,11 13 0,-14-14 0,0 11 0,0-24 0,0 24 0,0-24 0,13 11 0,-10-1 0,11-10 0,-14 11 0,13-14 0,-10 0 0,24 0 0,-24 0 0,10 0 0,1-14 0,-11 11 0,10-10 0</inkml:trace>
  <inkml:trace contextRef="#ctx0" brushRef="#br0" timeOffset="289680">14527 16624 24575,'-17'13'0,"4"4"0,13-1 0,0 11 0,0-10 0,0-1 0,0 11 0,0-24 0,13 24 0,-9-24 0,9 24 0,-13-24 0,0 24 0,0-24 0,13 10 0,-9-13 0,9 0 0,-13 0 0,0 0 0,13 0 0,-9-13 0,9 10 0,-13-24 0,13 24 0,-9-24 0,9 11 0,-13-1 0,0-10 0,0 11 0,0-14 0,0 0 0,13 0 0,-9 13 0,9-23 0,-13 20 0,0-23 0,0 13 0,0 0 0,0 0 0,0 0 0,0 14 0,0-11 0,0 10 0,0 1 0,-13-11 0,9 10 0,-9 1 0,13 2 0,0 1 0,0 10 0,0-11 0,0 14 0,0 0 0,0-13 0,0 10 0,0-10 0,0 13 0,0 0 0,0 13 0,0-10 0,0 10 0,0-13 0,0 14 0,0-11 0,0 24 0,0-24 0,0 24 0,0-11 0,0 14 0,0-13 0,13 10 0,-9-11 0,9 14 0,-13 0 0,0 0 0,0 0 0,13 0 0,-9 0 0,9 0 0,0 0 0,-9 0 0,9 0 0,-13-14 0,13 11 0,-10-24 0,11 24 0,-14-24 0,0 11 0,0-1 0,0-10 0,13 11 0,-10-14 0,11 0 0,-14 0 0,0 0 0,13 0 0,-10 0 0,11 0 0,-14-14 0,0 11 0,0-24 0,0 24 0,0-24 0,13 24 0,-10-24 0,11 11 0,-14-1 0,0-10 0,0 11 0,0-1 0,0-9 0,0 22 0,0-22 0,0 22 0,0-9 0,0 0 0,0 9 0,0-9 0,0 13 0,0 0 0,0 13 0,13-9 0,-10 22 0,11-9 0,-14 13 0,0 0 0,0 0 0,13 0 0,-10 0 0,11-14 0,-14 11 0,0-10 0,13 13 0,-10-14 0,11-3 0,-14 1 0,0-11 0,0 10 0,13-13 0,-10 0 0,10 0 0,-13-13 0,0 10 0,0-11 0,0 1 0,0 10 0,14-24 0,-11 11 0,10-1 0,-13-10 0,0 11 0,0-14 0,0 13 0,0-10 0,0 11 0,0-14 0,0 13 0,0-9 0,0 22 0,0-22 0,0 22 0,0-9 0,0 13 0,0-13 0,0 9 0,0-9 0,0 13 0,0 13 0,0-9 0,0 9 0,0 0 0,0-9 0,14 22 0,-11-22 0,10 22 0,-13-9 0,0 0 0,14 9 0,-11-9 0,10 13 0,-13-14 0,0 11 0,0-24 0,0 11 0,0-1 0,14-10 0,-11 11 0,10-14 0,-13 13 0,0-10 0,0 11 0,0-14 0</inkml:trace>
  <inkml:trace contextRef="#ctx0" brushRef="#br0" timeOffset="290022">15186 16564 24575,'-13'17'0,"9"-4"0,-9 0 0,0-9 0,9 22 0,-9-23 0,0 24 0,10-24 0,-11 24 0,14-10 0,0-1 0,0 11 0,14-10 0,-11-1 0,10 11 0,0-24 0,-9 24 0,9-24 0,0 10 0,4-13 0,0 14 0,9-24 0,-22 20 0,22-24 0,-9 14 0,0-13 0,9 10 0,-22-24 0,22 11 0,-23-1 0,11-10 0,-14 11 0</inkml:trace>
  <inkml:trace contextRef="#ctx0" brushRef="#br0" timeOffset="290318">15366 16175 24575,'0'29'0,"0"1"0,0 0 0,0 0-2054,0 14 2054,0 2 0,13 1 0,-10 9 0,11-9 0,-14 0 0,0 9 0,0-23 0,13 24 0,-10-24 0,11 11 661,-14-15-661,0-12 339,0 10-339,0-24 0,13 24 0,-10-24 1054,11 10-1054,-28-13 0,11 0 0,-10 0 0,13-13 0,0-4 0,0 1 0,-14-11 0,11 10 0,-10-12 0,13-1 0,-14 0 0,11 0 0,-10 13 0,13 4 0</inkml:trace>
  <inkml:trace contextRef="#ctx0" brushRef="#br0" timeOffset="290571">15336 16594 24575,'16'17'0,"-2"9"0,-1-23 0,-10 11 0,11-14 0,-1 13 0,-10-10 0,24 11 0,-24-14 0,24-14 0,-24 11 0,24-10 0,-24 13 0,24 0 0,-24 0 0,11 0 0,-1 0 0,-10 0 0,10 0 0,-13 0 0,0 0 0,14 0 0,-11 0 0,10 13 0,-13-10 0,0 11 0,0-1 0,0-10 0,14 24 0,-11-24 0,-3 24 0,-3-10 0,-11 13 0,14-14 0,-13 11 0,10-11 0,-11 1 0,1 10 0,10-24 0,-24 24 0,24-24 0,-10 10 0</inkml:trace>
  <inkml:trace contextRef="#ctx0" brushRef="#br0" timeOffset="291030">15725 16833 24575,'17'30'0,"-4"0"0,-13-13 0,14-4 0,-11-13 0,23 0 0,-22 0 0,22 0 0,-9-13 0,0-4 0,9-13 0,-22 0 0,9 1 0,0-1-599,-9-14 599,9 11 0,-26-10 0,9 13 0,-9 0 0,0 13 0,9-9 0,-22 22 0,22-22 0,-22 22 0,22-9 599,-22 26-599,22-9 0,-22 9 0,23-13 0,-11 0 0</inkml:trace>
  <inkml:trace contextRef="#ctx0" brushRef="#br0" timeOffset="291365">15995 16504 24575,'16'47'0,"-2"-4"0,-1 0-2270,-10-10 2270,24 24 0,-10-24 0,-1 24 0,11-24 0,-10 10 0,13-13 581,-14 0-581,11-13 409,-24 10-409,24-24 0,-24-3 0,24-3 1161,-24-24-1161,24 10 0,-24-13 0,24-13-977,-24 10 977,10-24 0,-13 24 0,14-24 0,-11 24 0,10-10-325,1 13 325,-11 0 0,10 0 0,-13 13 0,13-9 0,-9 22 0,22 4 1077,-22 4-1077,22 22 0,-22-9 0,22 13-690,-9 13 690,13-10 0,0 11 0,-13-14 0,9 13 0,-9-10 0,-1-3 0,-2-3 0,-14-11 0,0 1 0,-14 10 0,-2-11 0</inkml:trace>
  <inkml:trace contextRef="#ctx0" brushRef="#br0" timeOffset="291824">14108 17373 24575,'30'16'0,"0"-2"0,13-1 0,4-10 0,12 11-6131,15-1 6131,-30-11 0,2-1-1405,5 7 1,4-2 1404,11-12 0,1-2-955,-6 7 0,1-1 955,18-11 0,0-1 0,-10 13 0,0-1 0,11-11 0,1-1-1403,-7 13 0,0-1 1403,0-11 0,-1-1 0,-5 12 0,-1 1-323,-1-5 1,-1-1 322,-6-1 0,0 2 60,0 5 1,0-1-61,-7-5 0,0 1 569,0 5 0,-3 2-569,27-1 2290,-17 0-2290,-17 0 776,-26 0 1,-4 0 0,-13 0 0</inkml:trace>
  <inkml:trace contextRef="#ctx0" brushRef="#br0" timeOffset="291990">16624 17463 24575,'0'-17'0,"0"4"0,0 13 0,0-14 0,0 11 0,0-24 0,0 24 0,0-24 0,0 11 0,0-14 0</inkml:trace>
  <inkml:trace contextRef="#ctx0" brushRef="#br0" timeOffset="293948">13778 16115 24575,'-16'0'0,"2"0"0,41 0 0,-20 0 0,46 0 0,-33 0-2043,50 13 2043,-20-10 0,-8 4 0,2 0 0,33-7 0,-27-7 0,3 0-1742,0 6 1,0-1 1741,6-4 0,2-1-1968,5 0 0,1 0 1968,1-1 0,1 0 0,5 0 0,2-1-1608,-2-4 1,1-1 1607,0 6 0,0 0 0,0-6 0,0-2-828,-7 1 0,0 0 828,6-1 0,-1 2 0,-11 5 0,-1 1 343,6-5 0,-1 0-343,-12 4 0,-2 1 0,1 0 0,-2-1 485,-6-5 1,0 2-486,0 10 0,-1 0 0,33-24 2091,-4 22-2091,-26-22 0,9 23 3208,-22-11-3208,9 14 1611,-13 0-1611,0-13 2772,-14 10-2772,11-11 1989,-24 14-1989,11 0 724,-1 0-724,-10 0 281,11 0-281,-14 14 0,0-11 0,0 10 0,-14-13 0,-2 14 0,-1-11 0,-10 23 0,11-22 0,-14 9 0</inkml:trace>
  <inkml:trace contextRef="#ctx0" brushRef="#br0" timeOffset="294925">14677 17552 24575,'0'17'0,"0"10"0,0-11 0,0 1 0,0 10 0,13 2 0,-9 5 0,9 9 0,-13-13 0,0 0 0,0 0-753,0 13 753,13-10 0,-10 11 185,11-28-185,-14 11 0,0-10 0,0-1 0,0 11 0,0-24 568,0 11-568,0-1 0,0-10 0,0 10 0,0-13 0,0 0 0,0-13 0,0 10 0,0-10 0,-14 13 0,11-14 0,-23 11 0,9-10 0</inkml:trace>
  <inkml:trace contextRef="#ctx0" brushRef="#br0" timeOffset="295247">14527 17882 24575,'13'16'0,"-9"11"0,9-10 0,0-1 0,-9 11 0,22-10 0,-22-1 0,22 11 0,-22-24 0,22 24 0,-22-24 0,22 24 0,-22-24 0,22 10 0,-9-13 0,-1-13 0,11 10 0,-10-24 0,13 11 0,0-14 0,-14 0-508,11 0 508,-10 0 0,12 0 0,-12 13 0,10-9 0,-24 9 0,10 0 0,-13-9 0,0 22 0,-13-9 0,10 0 0,-24 9 0,10-9 0</inkml:trace>
  <inkml:trace contextRef="#ctx0" brushRef="#br0" timeOffset="295863">14168 18331 24575,'0'43'0,"13"-9"0,-10 9-1675,11 0 1675,-1-10 0,-10 24 0,24-24 0,-24 24 0,11-24 0,-1 10 193,-10-13-193,11 0 0,-14 0 0,13 0 360,-10 0-360,10-13 0,-13-4 0,0 1 844,0-11-844,0 10 278,0-13-278,0-13 0,-13 10 0,10-24 0,-10 10 0,13 1 0,-14-11 0,11 10 0,-10-26 0,13 10 0,0-10 0,0 13-483,0-14 483,0 11 0,0-10 0,0 13 0,0-13 0,13 9 0,-10-9 0,11 13 0,-1 0 0,-10 0 0,24 13 0,-24-9 0,24 23 0,-24-24 0,24 24 0,-24-24 483,24 24-483,-24-11 0,24 14 0,-24 14 0,10-11 0,-13 10 0,14 1 0,-11-11 0,10 24 0,-13-11 0,-13 1 0,10 9 0,-11-9 0,14 13 0,-13-13 0,10 9 0,-24-9 0,10 0 0,1 9 0,-11-22 0,24 22 0,-11-23 0,1 11 0,10-14 0,-11 0 0,1 13 0,10-23 0,-10 20 0,13-23 0</inkml:trace>
  <inkml:trace contextRef="#ctx0" brushRef="#br0" timeOffset="296700">14647 18511 24575,'0'-17'0,"0"4"0,0 0 0,0 9 0,0-9 0,-13 0 0,9 9 0,-9-22 0,13 22 0,0-9 0,0 0 0,0 9 0,0-9 0,0 13 0,0 0 0,-13 0 0,9 0 0,-9 0 0,13 0 0,0 0 0,0 13 0,0-9 0,0 9 0,-13 0 0,9-9 0,-9 9 0,13 0 0,0-9 0,0 22 0,0-22 0,0 22 0,0-22 0,0 22 0,13-23 0,-9 24 0,9-24 0,-13 24 0,0-24 0,13 11 0,-9-14 0,9 13 0,-13-10 0,13 11 0,-9-14 0,9-14 0,-13 11 0,13-10 0,-9-1 0,9 11 0,-13-24 0,13 11 0,-9-1 0,9-9 0,0 9 0,-10-13 0,11 13 0,-14-9 0,0 22 0,0-22 0,13 22 0,-10-22 0,11 22 0,-14-9 0,0 13 0,0-13 0,0 9 0,0-9 0,0 13 0,0 0 0,0 13 0,0-9 0,0 22 0,0-22 0,13 22 0,-10-22 0,11 22 0,-14-22 0,0 22 0,0-22 0,0 22 0,0-22 0,0 9 0,0-13 0,0 13 0,0-9 0,0 9 0,13-26 0,-10 9 0,11-9 0,-14 0 0,0 9 0,0-9 0,0 0 0,13 9 0,-10-22 0,11 22 0,-14-22 0,13 22 0,-10-9 0,11 13 0,-14 0 0,0-13 0,13 9 0,-10-9 0,11 26 0,-14-9 0,13 9 0,-10-13 0,10 13 0,1-9 0,-11 22 0,10-22 0,-13 22 0,0-22 0,0 22 0,14-9 0,-11 0 0,10 9 0,-13-23 0,0 24 0,0-24 0,0 11 0,0-1 0,0-10 0,0 11 0</inkml:trace>
  <inkml:trace contextRef="#ctx0" brushRef="#br0" timeOffset="297382">15126 18421 24575,'0'17'0,"0"9"0,-13-9 0,10 0 0,-11 9 0,14-23 0,0 24 0,0-10 0,0-1 0,0-2 0,0-1 0,0-10 0,0 11 0,14-14 0,-11 0 0,10 0 0,-13-14 0,0 11 0,13-24 0,-9 11 0,9-14 0,-13 0 0,13 0 0,-9 13 0,9-9 0,-13 9 0,0-13 0,0 13 0,0-9 0,0 22 0,0-22 0,0 22 0,0-9 0,0 13 0,0 0 0,0 13 0,0 4 0,0 0 0,0 9 0,13-22 0,-9 22 0,9-22 0,0 22 0,-9-22 0,9 22 0,0-22 0,-9 9 0,9-13 0,-13 0 0,13 0 0,-9-13 0,22 9 0,-22-22 0,22 9 0,-23-13 0,24 0 0,-24 0 0,24 0 0,-24 0 0,11 0 0,-14 0 0,0 0 0,0 0 0,0 0 0,0 1 0,0 12 0,0-10 0,0 11 0,0-14 0,-14 13 0,11-10 0,-10 11 0,-1-1 0,11 4 0,-10-1 0,-1 11 0,11-10 0,-10 13 0,13 0 0,-13 0 0,9 0 0,-9 13 0,13-10 0,0 24 0,-13-10 0,9 13 0,-9 0 0,13 0 0,13 0 0,-9 0 0,9-1-618,-13 15 618,13-11 0,-9 10 0,22-13 0,-23 0 0,24 13 0,-10-9 0,-1 9 0,11-26 0,-10 9 0,-1-9 0,11 0 0,-24-4 0,24-13 0,-10 0 0,-1 0 618,11-13-618,-24-4 0,24-13 0,-24 0 0,24 0 0,-24 0 0,10 0 0,-13 0 0,0 0 0,0 0 0,0 0 0</inkml:trace>
  <inkml:trace contextRef="#ctx0" brushRef="#br0" timeOffset="298024">15635 17972 24575,'-16'0'0,"2"0"0,14 13 0,0 4 0,14 13 0,-11 0 0,10 0-511,-13 13 511,0-10 0,14 24 0,-11-24 0,10 10 0,1-13 0,-11 0 0,10 0 0,1 0 0,-11-13 0,10 9 0,-13-22 0,0 9 0,0-13 0,0 0 511,0-13-511,0 9 0,0-22 0,-13 22 0,10-22 0,-11 22 0,14-22 0,0 9 0,-13 0 0,10-9 0,-11 22 0,14-22 0,0 23 0,0-24 0,0 24 0,14-24 0,-11 24 0,10-11 0,-13 1 0,0 10 0,14-11 0,-11 14 0,10 0 0,1 0 0,-11-13 0,24 10 0,-24 3 0,10 3 0,0 10 0,-9-13 0,22 14 0,-22-11 0,9 10 0,0 1 0,-9-11 0,9 24 0,0-24 0,-9 24 0,9-24 0,-13 10 0,0 0 0,13-9 0,-9 9 0,9-13 0,-13 0 0,13 0 0,-9 0 0,9 0 0,0 0 0,-9-13 0,9 9 0,0-22 0,-10 9 0,24 1 0,-24-11 0,11 24 0,-1-24 0,-10 24 0,11-11 0,-14 1 0,13 10 0,-10 3 0,11 3 0,-1 24 0,-10-24 0,24 24 0,-10-11 0,-1 28-1380,11-11 1380,-11 23 0,14-22 0,0 22 0,-13-9 0,10-1 0,-11 11 0,1-24 0,10 11-332,-24-14 332,10-1 0,-13-12 0,0 10 0,0-24 0,-13 10 1356,-4 1-1356,1-11 356,-11 10-356,10-13 0,-13-13 0,0 10 0,0-24 0,14 24 0,-11-24 0,11 10 0,-1-12 0,-10 12 0,24-10 0,-10 11 0,13-14 0,0 0 0,13 0 0,-10 0 0,24 0 0,-10 0-1011,12 0 1011,15 0 0,-11 0 0,10 0 0,-13 0 0,14 0 0,-25 0 0,21 0 0,-23 0 0,0 14 0,-4-11 0,-13 10 0</inkml:trace>
  <inkml:trace contextRef="#ctx0" brushRef="#br0" timeOffset="298468">14917 18930 24575,'16'-13'0,"11"10"0,-11-24 0,28 24-2410,-11-24 2410,24 10 0,-11-13 0,27 0 0,-9 0-1657,-22 15 1,2 1 1656,33-16 0,-32 21 0,0 1 0,31-19 0,-33 18 0,1 2 0,32-10 0,1-10 0,-33 26 0,-2-1-307,21-25 307,11 24 0,-28-10 0,11 13-489,-24 0 489,10 0 0,-13 0 0,0 0 0</inkml:trace>
  <inkml:trace contextRef="#ctx0" brushRef="#br0" timeOffset="298600">16983 18541 24575,'17'0'0,"-4"0"0,1 0 0,-11 0 0,10 0 0,-13-14 0,-13 11 0,-4-10 0,-13 13 0</inkml:trace>
  <inkml:trace contextRef="#ctx0" brushRef="#br0" timeOffset="355460">10693 12281 24575,'0'-17'0,"0"4"0,0 13 0,0-14 0,0 11 0,0-10 0,0 13 0,0-14 0,0 11 0,0-24 0,13 24 0,-9-10 0,9 0 0,-13 9 0,0-22 0,0 22 0,0-22 0,0 22 0,13-22 0,-9 22 0,9-9 0,-13 0 0,0 9 0,0-9 0,0 13 0,0 0 0,0 13 0,0-9 0,0 9 0,-13 0 0,9 4 0,-9 13 0,13 0 0,0 0 0,0 0 0,0 13-512,0-10 512,0 11 0,0-14 0,0 0 0,0-1 0,0 15 0,0-24 0,0 20 0,0-24 0,0 14 0,0 0 0,0 0 0,0 0 0,0-13 512,0 9-512,0-22 0,0 22 0,0-22 0,0 22 0,0-22 0,0 9 0,0-13 0,0 0 0,0-13 0,-13 9 0,9-22 0,-9 22 0,13-22 0,0 9 0,0-13 0,0 0 0,0-13-521,0 10 521,0-11 0,0 14 0,0 0 0,0-13 0,13 10 0,-9-10 0,9 13 0,-13 0 0,0 13 0,0-10 0,0 11 0,0-1 0,0 4 0,0 0 521,0 9-521,0-9 0,0 13 0,0 0 0,0 13 0,0 4 0,0 13 0,0 0 0,-13 13-1079,9-10 1079,-9 24 0,13-24 0,0 24 0,0-11 0,0 1 0,0-4 0,0 0 0,0-9-270,0 9 270,0-13 0,0 0 0,0-13 0,0 9 0,0-22 0,0 22 1063,0-23-1063,0 11 286,0-14-286,0 0 0,0-14 0,0-2 0,0-14 0,0 0 0,0 0 0,0 0-492,0-13 492,0 9 0,0-9 0,0 0 0,0 10 0,0-11 0,0 14 0,0 0 0,0 14 0,0-11 0,0 11 0,0-1 0,0 4 0,0-1 492,0 11-492,0-10 0,0 13 0,0 0 0,0 13 0,0 4 0,13 13 0,-9 0 0,9-1 0,-13 1 0,13 0 0,-9 0 0,9 0 0,-13 0 0,0 0 0,13 0 0,-9-13 0,9 9 0,-13-9 0,0 0 0,0 9 0,0-22 0,0 9 0,0 0 0,0-9 0,0 9 0,0-13 0,0 0 0,0-13 0,0 9 0,0-22 0,-13 22 0,9-22 0,-9 22 0,13-22 0,0 9 0,0-13 0,-13 14 0,9-11 0,-9 10 0,13 1 0,0-11 0,0 10 0,0 1 0,0-11 0,0 24 0,0-24 0,0 24 0,0-11 0,0 1 0,0 10 0,0-24 0,0 24 0,0-10 0,0-1 0,0 11 0,0-10 0,0 13 0,0-14 0,0 11 0,0-10 0,0 13 0,0 0 0,0 13 0,0-10 0,13 24 0,-9-10 0,9 13 0,-13-1 0,13 15-549,-9-11 549,9 10 0,-13-13 0,13 0-27,-9 0 27,9 0 0,-13 0 0,0 0 0,13 0 0,-9-13 0,9-4 0,-13 0 0,0-9 548,0 9-548,0-13 28,0 0-28,0 13 0,-13-23 0,9 7 0,-9-27 0,13 0 0,0 0 0,0 0 0,0 0 0,-13 0-533,9-13 533,-9 10 0,13-11 0,0 14 0,0 0 0,0 14 0,0-11 0,0 24 0,0-24 0,0 24 0,0-10 533,0 13-533,0 0 0,0 13 0,0 4 0,13 12 0,-9-12 0,9 23 0,-13-20 0,0 23 0,0-13 0,0 0 0,0 0 0,0 0 0,0 0 0,0-13 0,-13 9 0,9-9 0,-22 13 0,22 0 0,-22-13 0,22 9 0,-9-9 0</inkml:trace>
  <inkml:trace contextRef="#ctx0" brushRef="#br0" timeOffset="407446">9172 1704 5734,'-16'6'0,"3"-2"0,13-4 0,2-1 0,1 2 0,4 0 0,26 3 0,-9-2-768,8 1 0,2 0 768,5 0 0,-12-1 0,2-1 0,3 1 0,0 0 0,-7-1 0,2 0 0,9 0 0,6 1 0,-4-2 0,-7 0 0,0 0 0,16 1 0,1-2 0,-12 0 0,-3-1 0,-8 1 0,0 0 0,6-1 0,0 0 0,-4 1 0,-2-1-748,10 0 748,8-1 0,-8 0 0,-15 2 0,10-3 0,-24 3 0,3-2 0,-20-5 1404,2 6-1404,-7-4 0,5 7 0,2 1 0</inkml:trace>
  <inkml:trace contextRef="#ctx0" brushRef="#br0" timeOffset="408101">9886 1525 5734,'1'-7'0,"-2"0"0,0 3 0,-1 0 0,1 1 0,-1 0 0,-2-4 0,1 4 0,-1-4 0,2 3 0,0 2 0,0-2 0,1 3 0,0-1 0,1 1 0,4 1 0,-1 0 0,3 1 0,7 0 0,16 4 0,-5-2 0,9 5 0,-8-1 0,-5-2 0,22 8 0,-20-7 0,11 4 0,-11-3 0,-6-2 0,5 4 0,-8-1 0,-3-1 0,-5 6 0,-7-3 0,-12 22 0,2-13 0,-8 14 0,1-7 0,5-5 0,-6 4 0,-4 9 0,8-14 0,1 1 0,1 0 0,3-5 0,-4 6 0,8-14 0,3-3 0,0-1 0,3-9 0,3-3 0,0-6 0</inkml:trace>
  <inkml:trace contextRef="#ctx0" brushRef="#br0" timeOffset="410118">10471 1268 5734,'-1'-3'0,"0"1"0,1 1 0,-1-1 0,1 0 0,-1 0 0,1-1 0,-1 3 0,1-3 0,0 2 0,1-1 0,-1 0 0,0 1 0,0-1 0,0 1 0,0 0 0,1 26 0,-1-11 0,0 23 0,-1-8 0,0-4 0,0 8 0,1 3 0,0-7 0,0 9 0,1 8 0,0-17 0,1 0 0,1-1 0,0-7 0,6 17 0,-4-25 0,3 5 0,-1-9 0,-1-2 0,4-1 0,8-7 0,-5-1 0,9-8 0,0-2 0,-6 2 0,17-12 0,-24 15 0,-1 1 0,-2 0 0,0 0 0,3 1 0,-6 1 0,2 0 0,-6 2 0,-3-1 0,1-1 0</inkml:trace>
  <inkml:trace contextRef="#ctx0" brushRef="#br0" timeOffset="410468">10440 1202 5734,'13'1'0,"11"4"0,2 1 0,-4-2-515,4 2 0,-1 0 515,-11-4 331,6 1-331,-6-1 170,4-1-170,-8 1 0,-1-2 0,-2 1 529,0-2-529,-1 1 0,-3-1 0,0 3 0,-6 1 0,0 1 0,-2 0 0</inkml:trace>
  <inkml:trace contextRef="#ctx0" brushRef="#br0" timeOffset="410768">10405 1487 5734,'13'1'0,"1"0"0,-6-1 0,13-2 0,-6 0 0,20-6 0,-18 2 0,20-8 0,-23 7 0,9-3 0,-11 2 0,-5 4 0,3 1 0,-6 4 0,1 1 0,-1-2 0</inkml:trace>
  <inkml:trace contextRef="#ctx0" brushRef="#br0" timeOffset="411136">10793 1331 5734,'-4'-2'0,"2"0"0,5 10 0,0-1 0,3 8 0,3 12 0,-2-7 0,2 5 0,0 1 0,0-2 0,6 14 0,0-10 0,-5-9 0,4 6 0,1-5 0,2 2 0,1-3 0,-4-4 0,-6-10 0,-6-2 0,-1-1 0,-5-1 0,1-1 0,-4-2 0</inkml:trace>
  <inkml:trace contextRef="#ctx0" brushRef="#br0" timeOffset="411437">10770 1787 5734,'4'-16'0,"4"-11"0,-1 7 0,4-6 0,0-1 0,4-5 0,-4 8 0,2-3 0,7-9 0,0 1 0,2-5-1095,-1 4 0,-2 1 1095,-3 7 0,-1 1 499,-1 2-499,2-5 0,-5 9 0,5-11 0,-10 19 0,1-1 0,-7 12 0,-1 3 0,-1 4 0,0 0 0</inkml:trace>
  <inkml:trace contextRef="#ctx0" brushRef="#br0" timeOffset="412051">11258 1385 5734,'-3'-4'0,"1"0"0,-1 2 0,0 0 0,-5 0 0,2 2 0,-4 2 0,-5 7 0,4-1 0,-5 6 0,-3 17 0,10-13-351,-6 16 351,12-18 0,0 1-143,2 5 143,1-5 0,0 4 0,5 4 0,-2-10 0,7 12 0,-5-19 0,9 3 0,-7-9 0,5-2 0,-2-5 346,-2 0-346,3-4 148,-1-2-148,-2 2 0,0-5 0,-1-3 0,-3 2 0,1-6 0,-1-9 0,-1 11 0,-2-5 0,1-1 0,-2 6 0,1-12 0,-2 16 0,1 9 0,-1-5 0,1 10 0,0-2 0,2 12 0,-1-1 0,3 6 0,-2-3 0,1 3 0,-1 1 0,1 3 0,2 18 0,-2-11 0,2 2 0,-1 1 0,1-4 0,2 10 0,-2-13 0,-1-7 0,3 7 0,-4-12 0,1 3 0,1-14 0,-1-2 0,4-7 0</inkml:trace>
  <inkml:trace contextRef="#ctx0" brushRef="#br0" timeOffset="412651">11439 1393 5734,'1'9'0,"-1"0"0,1 7 0,0-2 0,0 26 0,1-17 0,-1 5 0,1 0 0,0-4 0,1 13 0,-1-12 0,0-11 0,-1 9 0,0-17 0,0 0 0,0-8 0,1-3 0,-1-4 0,2-11 0,-1 3 0,1-9 0,1-4 0,-2 5 0,1-8 0,0 2 0,0-1 0,0-1-460,0 2 1,0 2 459,0 11 0,0 2 0,1-2 0,-2 6 0,1 0 0,0 7 0,-1 3 0,2 4 919,1 8-919,-1 1 0,2 6 0,2 29 0,-2-19-339,-2-3 1,0 0 338,0-5 0,-1-1 0,-1-3 0,1 4 0,-2-7 0,0 1 0,1-5 0,-1-3 0,0 0 677,0-20-677,0 6 0,7-30 0,-2 19 0,3-4 0,0-2 0,1 2 0,7-12 0,-4 13 0,-3 7 0,3-1 0,4 8 0,-6 8 0,11 8 0,-2 27 0,-9-3 0,-1 1-869,-1-3 0,0 0 869,-3 4 0,-1-1 0,0 3-740,-1-1 740,-1-3 0,-4 5 0,-1-1 0,0-4 0,-1-1 0,0-1 0</inkml:trace>
  <inkml:trace contextRef="#ctx0" brushRef="#br0" timeOffset="413118">10816 1916 5734,'16'-5'0,"-2"0"0,15 0 0,15-2-3051,-6 0 3051,-10 3 0,0-1 0,16-1 0,-12 3 0,2 0 0,-8 1 0,-1 1 0,8-1 0,1 1 0,-2 2 0,-1 1 0,15 1 0,-17 0 0,0 0-231,-4 1 0,0 0 231,11 2 648,8 3-648,-10-3 0,-10-1 0,3 1 0,-6-4 0,-10-1 357,-3-8 0,-7 0 0,-6-7 0</inkml:trace>
  <inkml:trace contextRef="#ctx0" brushRef="#br0" timeOffset="413359">12384 1484 5734,'3'-6'0,"-1"1"0,0 3 0,0-1 0,2 0 0,-2 3 0,-3 5 0,-2-1 0,-3 3 0</inkml:trace>
  <inkml:trace contextRef="#ctx0" brushRef="#br0" timeOffset="413508">12374 1735 5734,'1'4'0,"-1"-1"0,2-3 0,-1 0 0,2-2 0,-1 0 0,0-1 0,-2 2 0,0 0 0,-1 0 0,2-3 0</inkml:trace>
  <inkml:trace contextRef="#ctx0" brushRef="#br0" timeOffset="414207">13142 1567 5734,'-3'-3'0,"2"2"0,12 1 0,-1-1 0,30-3 0,-6-2 0,-3 2 0,0-1 0,7 0-956,4 0 956,-22 2 0,-2 0 230,-3 1-230,2-1 0,-6 1 0,1 0 0,-5-1 0,-5 2 181,-6-2 1,-2 3-1,-5 0 1</inkml:trace>
  <inkml:trace contextRef="#ctx0" brushRef="#br0" timeOffset="426220">13206 1313 5734,'-2'-4'0,"0"0"0,1 3 0,1-2 0,0 1 0,0 0 0,1 1 0,0 1 0,15 1 0,-9 0 0,10 1 0,-4 1 0,-5-1 0,32 5 0,-23-4-228,22 3 228,-25-6 0,9 2 0,-8-1 0,7 1 0,-13-1 0,0-1 0,7-1 0,-8 1 0,5-1 0,-9 3 57,-1-1 0,0 2 0,-1 0 0</inkml:trace>
  <inkml:trace contextRef="#ctx0" brushRef="#br0" timeOffset="427022">13766 1298 5734,'-6'-1'0,"0"0"0,-1 1 0,-7 0 0,5 1 0,-4 0 0,4 2 0,4 0 0,-3 1 0,4 5 0,2-2 0,4 13 0,1-9 0,4 8 0,3-2 0,-2-3 0,3 4 0,2 5 0,0 1 0,-1-2 0,-3-4 0,-6-13 0,-3-1 0,1-1 0,-2-2 0,-1 1 0,-1 0 0,-7 0 0,3-1 0,-5 0 0,-2 0 0,7-1 0,-3 1 0,8 1 0,2 1 0,1 1 0,0-2 0,1-1 0</inkml:trace>
  <inkml:trace contextRef="#ctx0" brushRef="#br0" timeOffset="427342">13962 1388 5734,'-6'1'0,"-1"0"0,-1 0 0,-4 4 0,2-1 0,-4 2 0,2 5 0,2-2 0,-1 5 0,1 4 0,4-1 0,0 2 0,6-6 0,2-4 0,6 0 0,-1-3 0,5 0 0,13-7 0,-8-2 0,23-9 0,-22 2 0,9-7 0,-14 3 0</inkml:trace>
  <inkml:trace contextRef="#ctx0" brushRef="#br0" timeOffset="428011">14067 1248 5734,'0'31'0,"0"-2"0,1 13 0,-1-15 0,1 2 0,1 0 0,-2-6 0,2 10 0,-2-14 0,0-12 0,0 1 0,0-20 0,0 2 0,0-9 0,0 6 0,1-1 0,0 0 0,1-5 0,1 6 0,1-3 0,5-4 0,-3 7 0,4-5 0,-2 8 0,-3 4 0,6 1 0,-6 4 0,3 3 0,1 10 0,-4-3 0,6 14 0,-6-9 0,1 6 0,0 4 0,0 0 0,-1-3-255,6 23 255,-10-35 0,2-1 0,10 0 0,-5-6 0,18-6 0,-14-4 0,7-5 0,-5-2 0,1-4 0,-2 0 0,-1 0 0,-4 5 0,0 1 0,2-3 255,-4 3-255,1-3 0,-4 7 0,-2-3 0,1 4 0,-1-6 0,0 9 0,-4-6 0,-1 10 0,-3-2 0,-17 14 0,13-4 0,-15 9 0,19-7 0,-3 6 0,3-3 0,-1 5 0,3-1 0,1-3 0,2 2 0,3-1 0,3-4 0,3 3 0,7-1 0,-1-4 0,5 1 0,6-6 0,-4-3 0,8-1 0</inkml:trace>
  <inkml:trace contextRef="#ctx0" brushRef="#br0" timeOffset="428450">14571 1387 5734,'-9'-2'0,"-5"0"0,3 1 0,-11 7 0,11-1 0,-5 5 0,7 2 0,2-3 0,1 6 0,3 6 0,2-8 0,3 10 0,1-14 0,1 1 0,6-4 0,-3-5 0,13-10 0,-10 1 0,7-10 0,-5-3 0,-4 3 0,3-7 0,-4-4 0,-3 7 0,-1-2 0,-1-2 0,-3 0 0,0 0 0,-1-18-658,-2 1 658,1 30 0,2-3 0,-1 6 0,2-1 0,-1 7 0,1 12 0,0 0 0,-2 12 0,4 24 0,-1-17-111,0-2 0,0 0 111,1-1 0,2 0 0,-1-1 0,4 8 0,-1-9 0,2 4 0,1-5 0,-4-8 0,3 4 0,-5-9 880,2 0-880,-1-2 0,1-3 0,1-2 0,2-4 0,1-3 0</inkml:trace>
  <inkml:trace contextRef="#ctx0" brushRef="#br0" timeOffset="429203">14735 1338 5734,'-3'7'0,"1"0"0,-1 3 0,1 0 0,0 3 0,2 2 0,1-4 0,1 3 0,4 6 0,-3-11 0,2 8 0,-2-14 0,0-1 0,4-4 0,-2 0 0,3-3 0,-3-2 0,3-4 0,-4 2 0,5-8 0,-6 8 0,3-6 0,-4 10 0,0 0 0,-2 6 0,3 3 0,-1 0 0,3 3 0,0 3 0,0-1 0,1 3 0,5 7 0,-3-6 0,3 6 0,-1-6 0,-4-4 0,11 3 0,-8-8 0,7-1 0,7-17 0,-6-1 0,7-7 0,-12 3 0,0-12 0,-4 9 0,0-4 0,-1-1 0,-2 2 0,2-14 0,-6 13 0,0 9 0,-2-4 0,-1 1 0,-1 12 0,0-5 0,0 13 0,1 2 0,-2 1 0,-1 2 0,-1 2 0,-3 15 0,0 4 0,2-3 0,-2 13 0,3 1 0,6-13 0,4 7 0,2 0 0,2-8 0,11 19 0,-8-30 0,3 1 0,-3-8 0,6-3 0,-3-3 0,5-4 0,3-7 0,-6-1 0,6-3 0,-2-4 0,-5 4 0,4-7 0,-4-1 0,-5 4 0,1-4 0,-6 7 0,0-5 0,-5 7 0,0 1 0,-12 20 0,4 4 0,-7 11 0,4 6 0,4-4 0,-1 10 0,4 3 0,4-9 0,1 8 0,17-8 0,5-3 0,3-6 0,2 0 0,1-1 0</inkml:trace>
  <inkml:trace contextRef="#ctx0" brushRef="#br0" timeOffset="432436">15611 1317 5734,'0'-4'0,"1"1"0,0 2 0,0-1 0,0 1 0,1 0 0,-3-2 0,2 1 0,-2-1 0,3 3 0,0 0 0</inkml:trace>
  <inkml:trace contextRef="#ctx0" brushRef="#br0" timeOffset="434509">15635 1268 5734,'1'-4'0,"0"0"0,-1 2 0,1 12 0,0-2 0,0 11 0,0-4 0,0 0 0,0 2 0,1 18 0,0-13 0,0 13 0,0-11 0,0-6 0,0 12 0,-1-12 0,1 2 0,-2-10 0,0-6 0,-1-2 0,1-1 0,-1 0 0,0 0 0,0 1 0,-1-1 0,0-4 0,1-3 0,0-3 0,0-1 0,0-2 0,0 3 0,1-5 0,4-11 0,1 9 0,3-13 0,7 0 0,8-3 0,-3 3 0,8 0 0,-18 21 0,8-3 0,-12 8 0,6 0 0,-9 2 0,1 2 0,-12 7 0,3-2 0,-9 6 0,4-6 0,-7 5 0,4-3 0,-9 6 0,11-5 0,-3 1 0,2 5 0,5-5 0,-1 14 0,8-12 0,2 6 0,7-4 0,1-4 0,3 3 0,6-2 0,-4-5 0,4 3 0,10-7 0,-12-1 0,10-2 0,6-16 0,-18 8 0,14-10 0,-25 10 0,0 1 0,-2-3 0,-2-4 0,0 5 0,-3-10 0,1 15 0,-1-4 0,2 9 0,-4 11 0,2-3 0,-2 10 0,3-7 0,0 9 0,2-6 0,0 6 0,6 6 0,-2-13 0,3 9 0,-3-17 0,4-1 0,-2-3 0,3-1 0,5-12 0,-6 4 0,9-13 0,-9 9 0,1-4 0,0-3 0,-4 8 0,1-5 0,-3 10 0,-1 1 0,1 1 0,-2 4 0,2 3 0,0 5 0,0-1 0,1 4 0,2 2 0,-1-3 0,3 2 0,5-1 0,-5-5 0,6 2 0,11-19 0,-14 4 0,12-12 0,-16 2 0,-2 3 0,2-20 0,-4 14 0,0-10 0,-3 6 0,-1 7 0,0-4 0,-4-3 0,3 14 0,-4-6 0,3 17 0,-1 1 0,-1 4 0,-1 6 0,2 0 0,-2 6 0,2-2 0,1 11 0,1-7 0,1 26 0,2-23 0,2 12 0,2-8 0,-1-11 0,8 9 0,-5-19 0,5 0 0,1-10 0,-2-1 0,13-16 0,-11 7 0,6-10 0,1-16 0,-12 22 0,7-20 0,-14 34 0,-1 0 0,1 12 0,-1 0 0,0 6 0,1-3 0,0 1 0,7 30 0,-5-25 0,5 23 0,-7-35 0,-1-1 0,-2-4 0,-1-1 0,-2-3 0,-1-2 0,1-1 0</inkml:trace>
  <inkml:trace contextRef="#ctx0" brushRef="#br0" timeOffset="435193">16412 1438 5734,'-9'8'0,"3"-1"0,-2 2 0,0 14 0,4-11 0,-1 10 0,5-16 0,1-1 0,1-1 0,0-1 0,1-1 0,3-4 0,0-1 0,4-3 0,2-4 0,-3 1 0,5-10 0,-1-4 0,-2 4 0,1-9 0,-8 15 0,3-7 0,-4 11 0,0-1 0,-1 7 0,-1 2 0,2 7 0,-1-2 0,1 5 0,0 4 0,0-5 0,4 6 0,-2-7 0,1 0 0,3-1 0,-4-4 0,10-3 0,-7-3 0,5-6 0,-6 1 0</inkml:trace>
  <inkml:trace contextRef="#ctx0" brushRef="#br0" timeOffset="435518">16619 1226 5734,'-6'15'0,"1"2"0,1 4 0,1-2 0,1 9 0,0 1 0,-1 0-699,2-4 0,0 0 699,0-5 0,1-2 443,0-1-443,0 0 230,0-6-230,0 1 0,0-7 0,2-2 725,-1-2-725,6-11 0,-3 2 0,9-22 0,-6 14 0,12-20 0,-10 23 0,5-6 0,-4 17 0,-2 1 0,4 4 0,0 6 0,-2 0 0,3 6 0,-2 2 0,-2-3 0,1 4 0,-1-4 0,-4-5 0,2 2 0,-5-4 0,-3-2 0,-2-4 0,-2-2 0</inkml:trace>
  <inkml:trace contextRef="#ctx0" brushRef="#br0" timeOffset="435685">16235 1136 5734,'18'3'0,"1"-2"0,1 0 0</inkml:trace>
  <inkml:trace contextRef="#ctx0" brushRef="#br0" timeOffset="436494">14343 1676 5734,'22'2'0,"22"4"0,-4-2-1639,-9-1 1,1 1 1389,-3-2 1,0 1 248,2 0 0,2 0 0,1 0 0,3 1 0,0-1 0,4 1 0,-2-1-980,8 2 0,0 0 980,-5-2 0,2 1 0,0 0 0,-8-1 0,1 0 0,-1 0 0,0 0 0,2-1 0,-1 1 0,2-1 0,-2 1 0,2 0 0,0-1 0,-2 0 0,0 1 0,-2-1 0,1 0 0,0 0 0,-1 0 0,1-1 0,-1 1 0,0 0 0,0 0 0,0 0 0,-1-1 0,0 1 0,-2 0 0,0-1 0,2 0 0,7 1 0,1-1 0,1 1 0,-4-1 0,-1 0 0,0-1 0,-1 1 0,0 0 0,-3-1 0,8 1 0,-4-1 0,2 0 0,7 3 0,-21-2 0,5 1 0,-20-2 0</inkml:trace>
  <inkml:trace contextRef="#ctx0" brushRef="#br0" timeOffset="436672">16951 1866 5734,'0'0'0</inkml:trace>
  <inkml:trace contextRef="#ctx0" brushRef="#br0" timeOffset="443536">18116 1110 5734,'-14'3'0,"-6"2"0,5 1 0,-5 1 0,3 3 0,4-2 0,-1 3 0,2 6 0,5-6 0,3 21 0,6-16 0,15 25 0,-5-22 0,8 12 0,0-7 0,-4-7 0,4 5 0,8 9 0,-15-16 0,9 11 0,-19-21 0,-1-1 0,-1-1 0,-1-1 0,-5 0 0,-1-2 0,-5 0 0,-29-1 0,21 1-220,-22-2 220,30 0 0,1 1 0,-1-1 0,5 2 0,-1-2 0,4 2 0,1-1 0,1 0 220,6-1-220,0 1 0,6-1 0,7 0 0,-4 1 0,7 0 0,11 1 0,-11-1 0,27-2 0,-27 1 0,26-6 0,-25 2 0,10-3 0,-8-3 0,-7 3 0,5-3 0,4-20 0,-17 17 0,7-17 0,-18 22 0,-2 0 0,0 0 0,-7-3 0,5 5 0,-8-3 0,7 9 0,-4 4 0,1 7 0,1 8 0,0 1 0,1 4 0,6-5 0,-1 1 0,4 0 0,6 26 0,-1-23 0,6 18 0,7-29 0,-5-5 0,21-10 0,-18-4 0,10-8 0,-9-9 0,-5 3 0,3-9 0,-2-7-1190,-6 7 1190,3-10 0,-5-2 0,-2 12 0,0-8-625,-3 10 625,0 9 0,-1-2 0,0 3 0,0 15 0,0-4 0,1 34 0,0 12 0,0-8 406,0 6 1,0 2-407,4-2 685,-1-8-685,3 2 0,-1 0 0,2-3 0,3 18 0,-1-27 0,-2-6 0,5-2 0,-3-6 0</inkml:trace>
  <inkml:trace contextRef="#ctx0" brushRef="#br0" timeOffset="443862">18725 1397 5734,'0'4'0,"0"-2"0,1-2 0,1-3 0,11-21 0,-6 11 0,9-20 0,-9 20 0,0-2 0,-2 4 0,-2 4 0,1 1 0,-2 6 0,3 10 0,-4-1 0,3 6 0,-2 0 0,0-4 0,-1 3 0,3-7 0,0-2 0,1-3 0</inkml:trace>
  <inkml:trace contextRef="#ctx0" brushRef="#br0" timeOffset="444067">18925 1235 5734,'1'21'0,"0"-1"0,3 0 0,-2-5 0,2 4 0,0-1 0,-1-4 0,2 11 0,-3-14 0,-1 7 0,-1-13 0,-2-1 0,-1-2 0,1-3 0,0-2 0,1-3 0</inkml:trace>
  <inkml:trace contextRef="#ctx0" brushRef="#br0" timeOffset="445983">5346 5627 5734,'35'4'0,"-1"-1"0,-8-2 0,3-1-1576,2-1 1576,1-1 0,1-2 0,1-1 0,10 0 0,-12 1 0,4-1 0,-4 0 0,10 0 0,-3 0 0,-2 1 0,-5 1 248,-8 1 0,2 0-248,4 0 0,1 0 0,11-1-365,-13 1 0,-2 0 365,-5 1-545,11 0 545,-8 0 0,1 2 0,1-1 0,2 0 0,-1 1 0,1 0 0,-1 0 0,-4 0 0,1 1 0,2 1 0,-1-1 0,18 2 0,-12-2 0,-2 0 0,-1-2 687,11 1-687,2-3 0,-9 0 0,2 0 0,0 0 0,1-1 0,6 1 0,1 0-1262,-4 0 1262,-9 1 0,1 0 0,-3 0 0,-2 0 604,16 0-604,-10-1 0,5 1 0,-3-1 0,-6 1 0,-1-1-126,17-1 0,2 0 126,-9 0 0,-3-1-743,-6 1 1,-1 0 742,9-2 0,0 1 0,0 0 0,-1 0 0,-8 0 0,0 1 0,6 0 0,1-1 0,-1 1 0,-2 1 0,-6 0 0,-1 0 533,4 0 0,5 0-533,11 0 0,6-1 0,-6 1-932,-11 0 0,0 0 932,11 0 0,6-1 0,-6 0 0,-10 1 0,-4 0-204,-5 0 1,-1 0 203,8 0 0,1 0 0,1 0 0,-1 0 0,-7 1 0,0 0 0,8-1 0,1 0 0,1 0 0,-1 1 0,-7 0 0,1 0 0,7 0 0,4-1 0,-5 2 0,2-1 0,1 0 0,5 1 0,1-1 0,0 1 0,-1-1 0,0 1 0,2-1 0,1 1 0,2 0 0,0 0 0,-7 0-233,1 0 0,-2 0 233,1 0 0,3 0 0,-2 0 0,-7-1 0,-1 1 0,-2-1 0,6 0 0,1 0 0,-7 0 0,2 0 0,1 0 0,7 0 0,2-1 0,-3 1 0,-1-1 0,0 1 0,-5 1 0,4-1 0,0 0 0,-6 1 0,0 0 0,-2 0 0,8 1 0,0 0 0,-3 0 0,-2 1 0,-8-1 0,0 1 225,5 0 1,2-1-226,3 2 0,-1-1 0,8 1 556,-5-1 1,-2 0-557,-6-1 0,3 1 638,0-2-638,-15 1 0,5-1 1794,-17 0-1794,-5-1 143,1 0-143,-5 0 398,-6 3 1,-2 2 0,-4 3 0</inkml:trace>
  <inkml:trace contextRef="#ctx0" brushRef="#br0" timeOffset="451457">18169 1578 5734,'32'8'0,"0"0"0,-2 0 0,1-2 0,3-1 0,-1 0-1639,-5-2 1,-1 1 1380,10 1 1,3 0 257,-4-1 0,3 1 0,-4 0 0,1-1 0,1 1 0,2-1 0,6 2 0,1-1 0,-7-1 0,-3 0 0,0 0 0,3 0 0,8 1 0,-2 0 0,-8-1 0,-9-1 0,-2-1 0,22 4 0,-6-2 851,-26-2-851,-3 0 644,-1 0-644,-4-1 0,-3 1 0,-4-1 516,-8-1 1,-1 2 0,-4-2 0</inkml:trace>
  <inkml:trace contextRef="#ctx0" brushRef="#br0" timeOffset="476983">6408 5482 5734,'-6'2'0,"0"0"0,5 0 0,-1-1 0,0 0 0,2 0 0,-1 1 0,1 0 0,0 1 0,0 6 0,0 3 0,0 4 0,0 1 0,0-3 0,0 9 0,1-6 0,0 12 0,1-12 0,1 3 0,0 1 0,1-2 0,-1-1 0,0-3 0,-2-12 0,0 2 0,-1-3 0,1 0 0,0-1 0,0-1 0,1 1 0,0-1 0,1 1 0,8-1 0,-4 0 0,21 0 0,-13 0 0,13 1 0,-12-1 0,1 0 0,22 2 0,4-1 0,-7 1-751,8 0 0,-2 0 751,-17-1 0,1 1-608,3 0 608,0 0 0,4 1-833,2-1 833,2 1 0,-9-2 0,1 1 0,16 1 0,-15-1 0,2 0 0,0-1 0,2 1 0,2 0 0,1 1 0,0-1 0,-1 0-621,-1 1 0,-2 0 621,14 1 0,-4 1 0,0 1 0,-15-3 0,0 1 0,14 1 0,1 1 0,-10-1 0,-2-1 0,-6-1 0,0 1 0,6 0 0,2 1 0,1-1 0,-2 1 0,-6-2 0,0-1 0,7 2 0,1 0 0,1 1 0,-1-1 0,-8-1 0,1 0 0,6 1 0,2 1 0,-2 0 0,0-1 0,-8 0 0,0-1 0,6 2 0,2 0 0,-1 0 0,-1 0 0,-6-1 0,-1 0 0,6 1 0,4 1-437,10 2 1,6 0-1,-5-1 437,-11-2 0,0 0 0,11 3 0,6 0 0,-7-2-120,-9-2 1,-4-2 119,-5 1 0,0-1 0,6 1 0,2-1 0,-2 1 0,2-1 0,-2-1 0,2 1 0,0 0 0,14 1 0,-2-1 0,2-1 0,-3 1 1221,-12-1-1221,11 1 1449,-15-2-1449,15-2 0,-11 1 0,-5 0 0,0-1 0,5 0 0,-1-1 0,2 0 0,11-1 675,-18 1 0,0 1-675,21-3 240,-22 1-240,8 0 0,-13 1-8,0-1 8,-2 1 0,1-1 0,5 0 0,0-1 0,-1 1 0,5-1 0,-2 0 0,-14 3 0,14-6 0,-17 4 0,9-3 0,-13 5 353,5 0-353,-8 3 915,0-1-915,-2 1 214,0 1-214,1 0 0,1-1 0,-2-1 0,1 0 0,-6 1 0,-1 0 0,-3-3 0,1 0 0</inkml:trace>
  <inkml:trace contextRef="#ctx0" brushRef="#br0" timeOffset="477789">10621 5544 5734,'-6'22'0,"2"-4"0,-4 9 0,1 16 0,4-17 0,0-1 0,-1 1 0,1-1 0,0 21 0,3-16 0,1-8 0,0 4 0,1-6 0,-1-6 0,1 1 0,-2-7 0,3-1 0,-2-2 0,2-4 0,-2-8 0,0-2 0,2-2 0,-3-4 0,1 4 0,-2-7 0,0 4 0</inkml:trace>
  <inkml:trace contextRef="#ctx0" brushRef="#br0" timeOffset="488696">12669 2141 5734,'-4'-3'0,"1"-1"0,1 1 0,2 0 0,-1 2 0,1-1 0,-1 0 0,1 1 0,0 0 0,2 0 0,-1 0 0,5 1 0,-2 1 0,4-2 0,3 0 0,-2 0 0,4-1 0,11-3 0,-8 1 0,9-1 0,3 0 0,15-1 0,-19 3 0,2-1 0,9 2 0,-2 0 0,-6 1 0,5 1 0,-2 0 0,-9 1 0,10 1 0,14 6 0,-24-3 0,21 3 0,-29-5 0,-4-1 0,2 1 0,-4-1 0,-3 0 0,-2-2 0,-2-2 0</inkml:trace>
  <inkml:trace contextRef="#ctx0" brushRef="#br0" timeOffset="489240">13015 1921 5734,'18'4'0,"-2"0"0,-6 0 0,15 8 0,-8-4 0,10 5 0,-6-1 0,-5-3 0,3 3 0,3 11 0,-12-12 0,6 11 0,-15-14 0,-5 9 0,1-6 0,-9 11 0,6-13 0,-6 10 0,7-12 0,-1 4 0,4-7 0</inkml:trace>
  <inkml:trace contextRef="#ctx0" brushRef="#br0" timeOffset="489578">13591 1830 5734,'-5'17'0,"1"-4"0,-5 23 0,4-14 0,2 9 0,0 3 0,2 1-379,1-5 1,0 0 378,3 16-1060,-1-14 1060,2 7-138,0-8 138,-1-11 0,1 2 0,-1-7 324,-2-4-324,-2-7 0,-2-6 0,-1-8 0</inkml:trace>
  <inkml:trace contextRef="#ctx0" brushRef="#br0" timeOffset="489874">13604 1792 5734,'22'9'0,"0"-1"0,-1 4 0,-5-2 0,4 6 0,-2 2 0,-4-3 0,1 5 0,2 19 0,-11-8-793,4 13 793,-13-15 0,-3-9 0,-1 1-305,-2 1 305,-1-2 0,-1 1 0,-7 5 0,3-6 0,-5 3 0,1-4 0,6-7 0,-17 4 0,19-11 0,-11-4 0,18-6 0,-1-5 0</inkml:trace>
  <inkml:trace contextRef="#ctx0" brushRef="#br0" timeOffset="490591">13891 2103 5734,'4'19'0,"0"-2"0,-2-7 0,3 2 0,-2-5 0,3 1 0,-1-4 0,9-12 0,15-27 0,-7 8 0,-8 6 0,-1-1 0,-2-3 0,-3 8 0,3-12 0,-6 17 0,0-6 0,-3 13 0,-1 3 0,-1 6 0,2 8 0,-1-1 0,2 3 0,2 5 0,-1-6 0,6 16 0,-6-18 0,3 8 0,-1-10 0,-2-3 0,21-6 0,-13-4 0,14-8 0,-16 0 0,3-10 0,-2 4 0,2-7 0,1-8 0,-6 12 0,5-12 0,-8 19 0,-4 23 0,1-3 0,-4 22 0,1-4 0,2-6 0,-1 6 0,2-2 0,0-6 0,-1 3 0,2-3 0,-2-7 0,1 2 0,-2-10 0,1-2 0,0-4 0,1-7 0,-1 0 0,1-6 0,-3-4 0,0 4 0,0-5 0,3-17 0,-1 22 0,2-17 0,4 26 0,0 3 0,16 2 0,-9 5 0,10 3 0,1 5 0,-2 0 0,1 0 0,9 3 0,-9-4 0,-1 0 0</inkml:trace>
  <inkml:trace contextRef="#ctx0" brushRef="#br0" timeOffset="491223">14593 1971 5734,'-7'-2'0,"1"1"0,-2 2 0,-4 4 0,1 0 0,-5 4 0,-7 13 0,9-6 0,-3 10 0,1 0 0,6-6 0,-5 17 0,14-28 0,1 0 0,1-4 0,2-2 0,5-9 0,-2-1 0,5-4 0,1-8 0,5-12 0,-5 7 0,0-1 0,3-7 0,0 0 0,-12 32 0,-2 2 0,2 4 0,0 14 0,-1-6 0,4 20 0,-1-20 0,1 6 0,3-8 0,-3-5 0,4 2 0,2-8 0,-2-2 0,4-4 0,-1-7 0,-5 1 0,5-17 0,-8 7 0,-1-4 0,-3 9 0,-3 8 0,1 1 0,-1 1 0,1 4 0,-1 2 0,1 6 0,1 1 0,2 3 0,13 25 0,-6-16 0,10 19 0,-5-12 0,-5-10 0,2 13 0,-10-19 0,-3 4 0,-8-7 0,0-1 0,-6-1 0,-2-4 0,5-1 0,-4-2 0,4-5 0,5 0 0,-1-4 0,12-14 0,1 8 0,7-4 0,2-1 0,2 4 0,7-2 0,1 2 0,2 9-390,10-5 390,-15 17 0,-6 3 0,-1 2 0,-1 1 0,10 29 0,-13-19 0,5 21 0,-19-21 0,-1-5 0,-2 2 0,0-7 0</inkml:trace>
  <inkml:trace contextRef="#ctx0" brushRef="#br0" timeOffset="491326">14834 1802 5734,'2'-3'0,"0"0"0</inkml:trace>
  <inkml:trace contextRef="#ctx0" brushRef="#br0" timeOffset="491737">15246 2112 5734,'4'-4'0,"-1"2"0,-3 1 0,-3 3 0,-2 2 0</inkml:trace>
  <inkml:trace contextRef="#ctx0" brushRef="#br0" timeOffset="491876">15224 2259 5734,'10'-7'0,"-3"2"0,3-2 0,-6 4 0,1 0 0,-1 3 0</inkml:trace>
  <inkml:trace contextRef="#ctx0" brushRef="#br0" timeOffset="493193">6363 4571 5734,'8'41'0,"-4"-7"0,1 2 0,-1-7 0,0 1-1217,1 11 0,-1 2 1217,1 5 0,0-1-1140,-1-10 0,0 0 1140,-1-5 0,1 1 0,-1 0 0,3 13 0,-1-1-308,-1-11 0,0-1 308,1 8 0,1 0 0,2 2 0,0-4 0,-4-14 0,1-1-202,3 14 0,0-2 202,-3-12 459,0 1-459,-6-17 479,0-6 1,-4-9 0,1-5 0</inkml:trace>
  <inkml:trace contextRef="#ctx0" brushRef="#br0" timeOffset="493822">6274 4514 5734,'10'3'0,"2"0"0,18-2 0,-2 0-750,17 1 750,2-2 0,2 0-1066,-16 0 0,2 0 1066,3-1 0,4 1 0,-3-1 0,0 1 0,2-1 0,-1 1 0,5 0 0,3 0 0,0 0 0,-4 1 0,1 0 0,0 0 0,1 0 0,0 0-403,-1 0 0,0 0 1,1 0-1,-1 0 0,0 0 403,0 0 0,0 1 0,1 0 0,-3 0 0,-4 0-280,4 0 1,-5 0 0,1 0 279,0 0 0,0 0 0,5 0 0,-8 0 0,5 0 0,1-1 0,1 1 0,-2 0 0,-2-1 0,1 1 0,-3-1 0,1 1 0,4-1 0,-2 0 0,3 0 0,4 0 0,0 0 0,-1 0 0,-3 0 0,-4-1 0,12 1 0,-6-1 0,3-1 0,-4 1 0,1-1 0,2 1 0,1-1 0,-6-1 0,2 0 0,1 0 0,0 0 0,-2-1 0,-4 1 0,9 0 0,-4 0 0,4 0 0,-4 0 0,6-1 0,1 0 0,-3 0 0,-8 1 0,2-1 0,-4 1 0,-2 0 0,1-1 0,8 0 0,0 0 0,-13 1 0,0 1 0,5-2 0,1 1 0,-2 0 0,-3-1 0,7 0 0,-6 0 0,-2 0 0,-12 1 1030,5-1-1030,-16 3 1811,-3-1-1811,0 1 1659,-3 1-1659,-1-1 1234,2 0-1234,-3 1 0,1 1 0,-3 0 0,-4 11 0,2-3 0,-2 8 0,1 7 0,2-2 0,1 9 0,1 6 0,1 0 0,0 9-1085,0-4 0,0 1 1085,0 2 0,0-7 0,1 10 0,-1 1 0,1-7 0,-1-3 0,0-1 0,0 3 0,0 7 0,1-2 0,-1-8-552,0-12 1,0-5 551,-1 11-334,0-6 1,-1-2 333,-2-3-78,-6 6 78,-4-19 0,-6-4 0,-3-2 0</inkml:trace>
  <inkml:trace contextRef="#ctx0" brushRef="#br0" timeOffset="494287">6676 5487 5734,'-6'11'0,"7"-1"0,17-2 0,6 0 0,3-2-1639,-1 0 1,2-1 1112,13 1 1,5 0 525,-1-3 0,3-1 0,-2 0-469,-5 0 0,-2-1 1,3 0 468,-3 0 0,2 0 0,4 0 0,6 0 0,-14 0 0,6 0 0,3 0 0,3 0 0,2 0 0,1 0 0,0 0 0,-1-1 0,-3 1 0,-3 0 0,-4 0 0,5-1 0,-7 1 0,-1 0 0,-1-1 0,4 1 0,7-1 0,-10 1 0,5-1 0,4 1 0,3 0 0,2-1 0,1 1 0,1 0 0,-1-1 0,0 1 0,-3-1 0,-2 1 0,-3-1 0,-5 1 0,-5-1 0,18 0 0,-10 0 0,-2-1 0,4 1 0,-2 0 0,2-1 0,2 1 0,0 0 0,-3-1 0,-4 0 0,1 0 0,-3 0 0,-2 0 0,-2-1 0,0 1 0,-1 0 0,0-1 0,4 1 0,0-1 0,-1 1 0,5-1 0,-5 1 0,4-1 0,4 1 0,-42 0 479,-11 2 1,-5-2 0,-3 1 0</inkml:trace>
  <inkml:trace contextRef="#ctx0" brushRef="#br0" timeOffset="501932">15678 2209 5734,'20'-20'0,"1"1"0,1-4 0,-5 3 0,-9 6 0,2-6 0,-6 8 0,-1 3 0,-1-1 0,-2 2 0,-1 3 0,-2-2 0,-17 5 0,6 2 0,-10 0 0,12 2 0</inkml:trace>
  <inkml:trace contextRef="#ctx0" brushRef="#br0" timeOffset="502600">15779 1941 5734,'-9'4'0,"-2"1"0,4-1 0,-21 19 0,17-13 0,-17 21 0,21-20 0,-1 8 0,4-9 0,3 0 0,-1 0 0,2 0 0,3 4 0,0-4 0,4 1 0,10-3 0,-4-5 0,8-1 0,2-9 0,-6 0 0,19-16 0,-20 9 0,10-10 0,-15 4 0,-4 5 0,-4-15 0,-5 16 0,-5-7 0,-8 9 0,5 5 0,-12-2 0,13 9 0,-13 4 0,14 1 0,-5 3 0,8-4 0</inkml:trace>
  <inkml:trace contextRef="#ctx0" brushRef="#br0" timeOffset="502930">15935 1850 5734,'4'-2'0,"0"0"0,2 4 0,1-1 0,11 5 0,-8-2 0,10 2 0,-4-1 0,-2-1 0,5 2 0,0 0 0,-5 0 0,3 2 0,-3 2 0,-5-2 0,1 4 0,-7 11 0,-3-6 0,-8 27 0,1-21 0,-3 2 0,-1 1 0,1-5 0,-10 17 0,-1-11 0,6-7 0,-4 0 0,9-15 0,1-2 0,0-3 0,1-1 0</inkml:trace>
  <inkml:trace contextRef="#ctx0" brushRef="#br0" timeOffset="503077">15974 1995 5734,'25'-3'0,"-1"1"0,-1 1 0,-5 0 0,2 1 0,-8 0 0,-1 0 0</inkml:trace>
  <inkml:trace contextRef="#ctx0" brushRef="#br0" timeOffset="503230">16197 2220 5734,'6'-5'0,"1"-1"0,2-2 0,-2 0 0,1-1 0</inkml:trace>
  <inkml:trace contextRef="#ctx0" brushRef="#br0" timeOffset="503694">16338 1936 5734,'16'-10'0,"16"-4"0,-17 8 0,13-3 0,-20 8 0,-1 0 0,2 0 0,-2 1 0,-1 1 0,-3 2 0,-2 1 0,0 2 0,-6 9 0,1-4 0,-8 16 0,7-14 0,-3 6 0,5-8 0,2-3 0,-1 1 0,5 0 0,-1-3 0,11 7 0,-6-8 0,11 5 0,-10-6 0,2 1 0,-1 1 0,-3-2 0,-1 1 0,-2-1 0,-2-1 0,-8 11 0,1-5 0,-8 9 0,2-7 0,-11 6 0,-2 1 0,4-3-89,-3 3 1,3-3 0,12-11 0,2-1 0</inkml:trace>
  <inkml:trace contextRef="#ctx0" brushRef="#br0" timeOffset="503963">16666 1953 5734,'-5'22'0,"1"-3"0,-1 7 0,-1 12 0,3-14 0,3 23 0,2-31 0,17 3 0,-10-21 0,10-7 0,-13-7 0,0-12 0,-3 4 0,-2-9 0,-6-3 0,-1 7 0,-3-8 0,-2 3-440,3 12 440,-1-3 0,0 13 0,4 6 0,-1 1 0,4 6 0</inkml:trace>
  <inkml:trace contextRef="#ctx0" brushRef="#br0" timeOffset="504177">16891 2126 5734,'10'-4'0,"0"0"0,2-1 0,29-7 0,-19 7-771,22-6 771,-25 9 0,-1 0-9,6 1 9,-6 0 0,15 6 0,-17-2 0,7 4 0,-14-5 0</inkml:trace>
  <inkml:trace contextRef="#ctx0" brushRef="#br0" timeOffset="504422">17377 1910 5734,'-1'6'0,"2"12"0,-1 3 0,0 24 0,-1-15 0,-1 8 0,1-9 0,-1-8 0,1 17 0,0-20 0,1 8 0,1-11 0,0-5 0,1 1 0,0-6 0</inkml:trace>
  <inkml:trace contextRef="#ctx0" brushRef="#br0" timeOffset="504747">17598 1874 5734,'-4'3'0,"0"1"0,2 1 0,-3 11 0,2-3 0,-1 10 0,0 2 0,1-4 0,0 9 0,1 0 0,0 0 0,1-1-370,0 1 0,1-3 370,2-11-7,4 7 7,-3-12 0,6 5 0,-6-14 0,4-2 0,-3-4 0,0-2 0</inkml:trace>
  <inkml:trace contextRef="#ctx0" brushRef="#br0" timeOffset="505130">17761 2204 5734,'-1'-3'0,"0"1"0,-3 1 0,1 0 0,-1-1 0</inkml:trace>
  <inkml:trace contextRef="#ctx0" brushRef="#br0" timeOffset="505784">17591 1974 5734,'-4'22'0,"0"0"0,-3 22 0,3-21-805,-2 20 805,6-30 0,1 0 261,3 6-261,-2-9 133,7 6-133,-3-12 0,3 0 0,30-25 0,-20 9 205,2-1 1,1-6-206,-6-8 0,-2-7 0,-2 4 0,4-7-126,-4 7 1,2-4-1,-6 6 126,-8 3 0,-1 8 0,-10-11 0,2 17 0,-20-8 0,13 15 0,-11-2 0,7 5 0,5 2 0,-4 2 0,3 3 0,4 0 0,-1 2 0,7-2 0</inkml:trace>
  <inkml:trace contextRef="#ctx0" brushRef="#br0" timeOffset="506763">18087 1868 5734,'-9'2'0,"-19"13"0,13-4-665,-14 11 665,17-9 0,2 2 0,-4 9 0,5-5 0,-2 21 0,7-20 216,2 11-216,9-9 0,14-5 0,-3-1 111,9-13-111,-2-13 0,-7-1-303,6-6 303,-11 2 0,-2-1 0,-3-1 328,-3 0-328,-3-10 0,-3 8 0,-2-7 0,-6 4 0,1 7 0,-3-3 0,2 6 0,3 3 313,-1 1-313,4 1 0,3 4 0,1 1 0,5 4 0,2 1 0,4 1 0,7 1 0,-3-1 0,5 1 0,2-2 0,-7 0 0,5 0 0,-4 0 0,11 4 0,-12-3 0,8 13 0,-20-8 0,-1 19 0,-3-14 0,-2 11 0,1-4 0,1-5 0,1 4 0,8-1 0,4-6 0,5 0 0,0-12 0,18-20 0,-16 5 0,15-15 0,-24 0 0,-4 6 0,-3-7 0,-15-7 0,1 15 0,-5 1 0,-2 2 0,-1 6 0,-6 3 0,0 2 0,-2 6 0,1 2 0,1 1 0,-2 3 0,-5 0 0</inkml:trace>
  <inkml:trace contextRef="#ctx0" brushRef="#br0" timeOffset="507497">15965 2349 5734,'9'3'0,"27"3"0,-6-2-656,3-2 1,12 0-1,6 0 1,-1 0 0,-7-1-140,-7 0 1,-4 0-1,5 0 780,7 0 0,6 0 1,3 0-1,-3 1 1,-7-2 14,-8 1 0,-4-1 0,2 1 0,3 0 0,4-1 0,0 1 0,-3 0 0,4 0 0,-2 0 0,2 0 0,-2 1 0,1-1 0,1 0 0,-1 1 0,1-1 0,0 1 0,0 0 0,-2 1 0,2-1 0,-2 0 0,3 0 0,-5 1 0,4-1 0,2 1 0,-3 0 0,-4 0 0,2-1 0,-4 1 0,1 0 0,9 0 0,1 1 0,-4-1 0,-3 1 0,0-1 0,-3 0 0,2 0 0,-4 1 0,-3-2 0,-1 1 0,20 2 0,-5-1 0,-20-3 0,4 2 0,-29-1 1824,-4 1-1824,-7 2 0,0-2 0,-1 0 0</inkml:trace>
  <inkml:trace contextRef="#ctx0" brushRef="#br0" timeOffset="507692">18887 2447 5734,'5'4'0,"-1"0"0,-1-4 0,-2 2 0,-1-1 0,-13-3 0,2 0 0,-9-5 0</inkml:trace>
  <inkml:trace contextRef="#ctx0" brushRef="#br0" timeOffset="516497">13015 2253 5734,'1'-4'0,"5"-4"0,-2 4 0,4-4 0,12-12 0,-8 8-317,11-12 317,-11 12 0,0-1 0,6-5 0,-4 5 0,2-4 51,-2 4-51,-5 4 0,1-1 0,-3 2 0,-3 4 0,-1-2 237,-2 6-237,-2 0 29,-2 3-29,-3 2 0,-1 2 0,-2 1 0,-2 2 0,-3 3 0,-8 8 0,6-7 0,-2 2 0,7-6 0,3-2 0,0 1 0,-3 1 0,7-7 0,-4 3 0,7-6 0,1 0 0,3-2 0,-1 0 0,3-3 0,1-2 0,-2 2 0,4-2 0,-4 4 0,1 0 0,-2 2 0,-1-1 0,1 0 0,0-2 0</inkml:trace>
  <inkml:trace contextRef="#ctx0" brushRef="#br0" timeOffset="524594">12840 2817 5734,'-4'-3'0,"-1"0"0,3 3 0,-4 0 0,5 0 0,-1 0 0,13 1 0,-5 0 0,11 2 0,-6 0 0,7 2 0,-2-1 0,5 1 0,-4-1 0,8 0 0,-5-2 0,23 2 0,-7-3 0,11 0 0,-15-2 0,-1-3 0,-18 0 0,4 0 0,-7 3 0,-4 1 0,1 3 0,-6-1 0,1 4 0</inkml:trace>
  <inkml:trace contextRef="#ctx0" brushRef="#br0" timeOffset="525269">13180 2675 5734,'-2'-4'0,"2"0"0,0 3 0,4-3 0,-1 2 0,4-1 0,3-2 0,-1 2 0,10-5 0,-10 5 0,4-2 0,-6 4 0,-1 2 0,2 1 0,1 7 0,-5-2 0,4 13 0,-6-7 0,0 4 0,-1 4 0,-1-4 0,-1 7 0,-4 1 0,-6 14 0,-2 1 0,-1-3-370,4-13 370,4-11 0,1-1 0,0-2 0,0 1 0,3-4 0,1-1 0,2-6 0</inkml:trace>
  <inkml:trace contextRef="#ctx0" brushRef="#br0" timeOffset="527340">13958 2576 5734,'-11'-6'0,"-12"2"0,8 4 0,-11 4 0,9 1 0,-1 3 0,0 2 0,-9 7 0,8-2 0,-5 5 0,5 1 0,7-4 0,-2 5 0,14 3 0,3 2 0,0-2 0,8 10 0,1-1 0,1-12 0,1 1 0,0-1 0,-3-4 0,3 8 0,-7-12 0,-4-5 0,0 2 0,-27 5 0,10-7 0,-9 1 0,-2-1 0,6-4 0,-11 4 0,12-5 0,6-2 0,-1 1 0,7-2 0,1-1 0,4-1 0,2-2 0,10-1 0,0-1 0,22-9 0,-12 5 0,13-6 0,-3 3 0,-7 2 0,7-1 0,0 0 0,-8 3 0,4-2 0,-2 1 0,-8 3 0,12-5 0,-17 6 0,3-2 0,-7-2 0,-5 3 0,0-5 0,-6 1 0,-3-1 0,-10-12 0,6 9 0,-6-4 0,9 12 0,1 1 0,-1 1 0,1 2 0,0 2 0,-1 2 0,-4 5 0,3 2 0,-1 5 0,2-1 0,6 15 0,3 3 0,-1-2 0,5 10 0,4-1 0,1-17 0,4-1 0,2-1 0,-1-7 0,22 4 0,-20-15 0,19-7 0,-19-4 0,6-5 0</inkml:trace>
  <inkml:trace contextRef="#ctx0" brushRef="#br0" timeOffset="527574">14227 2766 5734,'-7'0'0,"0"2"0,-2 7 0,3 0 0,-3 3 0,3 4 0,3-4 0,0 4 0,4 5 0,2-7 0,5 10 0,-2-14 0,5 1 0,8-2 0,-5-5 0,15-2 0,-13-6 0,5-4 0</inkml:trace>
  <inkml:trace contextRef="#ctx0" brushRef="#br0" timeOffset="527996">14395 2462 5734,'-5'-4'0,"-8"39"0,10-11-1078,-2 4 1,0 0 1077,4 4 0,1-8 0,1 1 0,1 14 0,1 0 0,2 1 0,0 0 0,-1-10 0,0 0 0,2 8 663,-3-13-663,3 9 0,-4-15 0,0-3 351,-1-6-351,-2-7 0,-1-3 0,-6-10 1141,2 2-1141,-6-22 0,8 14 0,-1-20 0,6 20 0,2-6 0,3 6 0,-1 4 0,11-13 0,-5 14 0,7-8 0,-2 9 0,-3 3 0,13 2 0,-11 5 0,18 14 0,-20-2 0,5 14 0,-2 4 0,-5-5-385,-1 1 0,-1 0 385,-4-7-113,-2-1 113,0 0 0,-13 23 0,3-22 0,-9 13 0,7-27 0</inkml:trace>
  <inkml:trace contextRef="#ctx0" brushRef="#br0" timeOffset="528431">14744 2942 5734,'-3'26'0,"3"-3"0,5 1 0,-1-10 0,15 5 0,-7-17 0,21-16 0,-17 0 0,0-6 0,-2-3 0,-5 0 0,1-13 0,-10 11 0,-1 7 0,-2-1 0,-1 11 0,-2 0 0,-2 3 0,-8 1 0,7 3 0,-5-1 0,10 1 0</inkml:trace>
  <inkml:trace contextRef="#ctx0" brushRef="#br0" timeOffset="528719">14950 2775 5734,'10'0'0,"5"4"0,-1 6 0,1 0 0,-3 4 0,-5-1 0,4 14 0,-5-9 0,8 20 0,-9-24 0,3 5 0,-4-13 0,0-1 0,0-2 0,7-7 0,-3-2 0,14-19 0,-10 10 0,16-19 0,-16 21 0,11-4 0,-13 14 0,2 3 0,2 20 0,-6-4 0,-1 7 0,0 2 0,-2-2 0,0 4 0,-2-1 0,-2-10 0,-3 9 0,-3-20 0</inkml:trace>
  <inkml:trace contextRef="#ctx0" brushRef="#br0" timeOffset="528890">14611 2528 5734,'3'-1'0,"1"0"0</inkml:trace>
  <inkml:trace contextRef="#ctx0" brushRef="#br0" timeOffset="529694">15845 2883 5734,'-7'-1'0,"1"-1"0,-3-3 0,4 3 0,-1-3 0,4 2 0,2 0 0,0 0 0,4-1 0,-1 2 0,2-1 0,-3 6 0,0 1 0,-1 2 0</inkml:trace>
  <inkml:trace contextRef="#ctx0" brushRef="#br0" timeOffset="529808">15867 2990 5734,'0'0'0</inkml:trace>
  <inkml:trace contextRef="#ctx0" brushRef="#br0" timeOffset="530628">16671 3051 5734,'2'-8'0,"0"-1"0,4-18 0,4-17 0,1 0-929,-4 17 1,-1 1 928,4-7 0,-1-2-556,1 0 556,0 0 0,-3 5 0,0-1 0,2-6 0,-1 2 0,0 1 0,-2 11 0,1-8 0,-3 17 0,-2 7 0,2 2 0,-2 8 1268,2 5-1268,3 12 0,1-4 1145,3 10-1145,4 16 0,-3-15 0,0 5 0,1 1 0,-1-5-719,6 14 719,-10-22 0,-1-2 0,-1-2 0,1 6 0,-3-10 0,-7 11 0,-2-17 0,-5 4 0</inkml:trace>
  <inkml:trace contextRef="#ctx0" brushRef="#br0" timeOffset="530841">16692 2678 5734,'9'7'0,"-1"-2"0,12 4 0,-4-4 0,10 1 0,20-2 0,-15-2 0,2 0 0,0 1 0,-7-1 0,10 3 0,-22-1 0,0-1 0</inkml:trace>
  <inkml:trace contextRef="#ctx0" brushRef="#br0" timeOffset="531576">16798 3221 5734,'-4'1'0,"0"3"0,3-2 0,0 3 0,1 0 0,0 1 0,1 3 0,0 1 0,1 15 0,-2-7 0,2 10 0,-2-3 0,1 20 0,-1-14 0,0 12 0,0-21 0,0-7 0,0 2 0,0-5 0,0-5 0,0 0 0,0-3 0,0-3 0,-4-4 0,-1-2 0,-2-3 0,0 1 0</inkml:trace>
  <inkml:trace contextRef="#ctx0" brushRef="#br0" timeOffset="532197">16735 3243 5734,'6'-4'0,"5"-3"0,-3 2 0,16-7 0,-11 7 0,9-3 0,-6 5 0,-4 1 0,3 0 0,-2 3 0,-4 2 0,6 11 0,-8-4 0,2 10 0,-7-7 0,-8 26 0,1-17 0,-6 18 0,4-24 0,-4 5 0,3-7 0,-2 2 0,2-4 0,3-5 0,-2 2 0,3-5 0,3-3 0,0-1 0,6-4 0,-1 0 0,7 0 0,-4 2 0,5 1 0,10 5 0,-6-2 0,17 6 0,-16-3 0,6 3 0,-1 1 0,-9-3 0,3 11 0,-18-8 0,-5 8 0,-20 3 0,3-2-824,-3-3 0,0 0 824,-9 4 0,13-8 0,-3 0 0,-19 4 0,0-2 0,6-3 0,-2 1 0,7-8 0,28-13 0,5-4 0</inkml:trace>
  <inkml:trace contextRef="#ctx0" brushRef="#br0" timeOffset="533280">17153 2718 5734,'2'-4'0,"-1"1"0,6 3 0,-1-1 0,11 2 0,16-1 0,-5 1-643,10 0 643,-14 1 0,-1 0 0,21 0 0,-16-1 0,15 0 0,-22-2 0,-2 1 0,0-2 0,19-4 0,-21 4 0,13-5 0,-25 6 0,-1-1 0,-2 0 643,-2-1-643,-2 2 0,-6 0 0,0 2 0,-3-1 0,2 1 0</inkml:trace>
  <inkml:trace contextRef="#ctx0" brushRef="#br0" timeOffset="533623">17424 2575 5734,'23'-7'0,"-1"2"0,-9 4 0,7 1 0,-5 1 0,5 2 0,-1 4 0,-5-1 0,10 12 0,-15-7 0,2 7 0,-11 3 0,-3-5 0,-4 8 0,-9 2 0,3-6 0,-3 0 0,0 0 0,0-1 0,0 1 0,1-2 0,6-5 0,-4 8 0,9-13 0,2 1 0</inkml:trace>
  <inkml:trace contextRef="#ctx0" brushRef="#br0" timeOffset="534241">17260 3503 5734,'11'1'0,"-5"-1"0,29 3 0,-17-1 0,21 4 0,-18-2 0,8 0 0,2 2 0,-7-2 0,8 1 0,9 2 0,-16-4 0,21 2 0,-27-5 0,3-1 0,-3-3 0,-7 1 0,2 0 0,-9-7 0,-3 5 0,-4-4 0,-4 6 0,-2 0 0,0 1 0,-1-1 0,1-1 0</inkml:trace>
  <inkml:trace contextRef="#ctx0" brushRef="#br0" timeOffset="534500">17516 3367 5734,'13'-5'0,"-1"0"0,2 4 0,-2 1 0,4 2 0,2 11 0,-7-3 0,3 8 0,-10-4 0,-5 8 0,-15 22 0,5-13-696,-11 11 696,13-27 0,1 0 0,-4-1 0,4-3 0,-1-1 0,5-5 0,1-3 0</inkml:trace>
  <inkml:trace contextRef="#ctx0" brushRef="#br0" timeOffset="540979">17863 2567 5734,'0'-3'0,"0"0"0,-1 2 0,0 0 0,0-1 0,1 1 0,-1 4 0,0-4 0,-1 4 0</inkml:trace>
  <inkml:trace contextRef="#ctx0" brushRef="#br0" timeOffset="543279">17860 2495 5734,'0'-4'0,"0"0"0,0 4 0,-2 4 0,1-1 0,-4 11 0,2-5 0,-2 5 0,-1 2 0,2-3 0,0 4 0,-5 30 0,6-26 0,-1 8 0,0 0 0,3-14 0,0 7 0,1-7 0,1-5 0,-1 2 0,1 4 0,-1-9 0,1 6 0,-1-11 0,0 0 0,-2-6 0,2 4 0,0-6 0,3 4 0,2-3 0,0-1 0,0-2 0</inkml:trace>
  <inkml:trace contextRef="#ctx0" brushRef="#br0" timeOffset="543877">17833 2524 5734,'-1'-4'0,"0"2"0,2 1 0,2 2 0,-2 0 0,2 3 0,0 1 0,3 8 0,1-2 0,2 6 0,1 2 0,-1-3 0,2 5 0,1-1 0,-4-4 0,2 2 0,-1-3 0,-3-4 0,1 1 0,-2-2 0,-2-4 0,3 3 0,-4-8 0,1 0 0,-1-4 0,3-6 0,-1-1 0,2-5 0,0 2 0,-1-2 0,2-1 0,0-2 0,4-9 0,-3 6 0,9-20 0,-6 16 0,3-4 0,-4 10 0,-4 10 0,0-2 0,0 3 0,-1 4 0,1-2 0,1 5 0,0 1 0,0 4 0,6 11 0,-5-4 0,6 19 0,-9-12 0,2 8 0,-1 8 0,-3-11 0,3 20 0,-4-27 0,-1 15 0,-1-20 0,0 4 0,0-10 0,-1-1 0,0-1 0,-2 0 0,4-3 0,-1-1 0</inkml:trace>
  <inkml:trace contextRef="#ctx0" brushRef="#br0" timeOffset="544262">18445 2471 5734,'-12'-6'0,"0"1"0,7 5 0,-10 6 0,4 0 0,-16 15 0,14-7 0,-11 16 0,12-13 0,-6 27 0,11-24 0,0 21 0,9-27 0,4 3 0,11 1 0,-4-7 0,25 7 0,-18-13 0,27-1 0,-27-5 0,20-6 0,-25 4 0,5-2 0,-15 4 0,-2 2 0,-4-1 0,0 1 0</inkml:trace>
  <inkml:trace contextRef="#ctx0" brushRef="#br0" timeOffset="544661">18687 2411 5734,'-11'5'0,"-4"6"0,5-1 0,-4 8 0,3-4 0,-6 15 0,3-4 0,-4 11 0,1 6 0,6-9 0,3 5 0,2 1 0,5 4-700,0-12 1,2-3 699,7-3 40,14-10-40,-4-10 0,12-4 0,2-19 0,-7 2 0,9-11 0,-15 3 0,-1-4 0,-3-5 0,-2-2-123,2 2 1,-2-1 122,-6-14 0,-6 4-95,-5 9 95,0 9 0,-2 2 0,-11 0-29,3 9 29,-6 0 0,-4 12 0,3 5 0,-5 5 0,6 3 0,3 0 0,-1 1 0</inkml:trace>
  <inkml:trace contextRef="#ctx0" brushRef="#br0" timeOffset="544865">18546 2597 5734,'12'16'0,"-1"0"0,-2-6 0,0 1 0,16 16 0,-9-10 0,6 5 0,0 0 0,-1-2 0,11 10 0,6-1 0,-19-14-238,14 9 238,-24-18 0,-9 4 0,-4-4 0,-7 3 0</inkml:trace>
  <inkml:trace contextRef="#ctx0" brushRef="#br0" timeOffset="545894">19255 2179 5734,'-9'6'0,"-1"3"0,-8 16 0,1 0-1639,-5 14 1,-1 2 976,10-16 0,0 0 662,-8 16 0,-1 2 0,5-6 0,0-1 0,5-8 0,-1-1 0,-3 8 0,0 1-289,2-3 0,1-2 289,3-8 0,0 0 385,-1 5 0,1 0-385,-5 18 0,7-15 0,-2 5 0,6-13 0,2-8 2026,0 0-2026,2-13 509,1-3 0,3-8 0,0-2 0</inkml:trace>
  <inkml:trace contextRef="#ctx0" brushRef="#br0" timeOffset="546452">19427 2511 5734,'-14'2'0,"0"1"0,0 2 0,2 0 0,0 1 0,-1 4 0,5-2 0,-2 3 0,5 2 0,2-2 0,2 3 0,4 2 0,2-2 0,4 5 0,7 3 0,-1-4 0,5 6 0,1 2 0,-4-6 0,4 6 0,-1 4 0,-8-11 0,-9 5 0,-5 0 0,-4-8-225,-13 16 225,4-25 0,0 0 0,1-3 0,0-2 0,-7-8 0,8-1 0,-8-13 0,16 5 0,-1-7 0,7 3 0,2-3 0</inkml:trace>
  <inkml:trace contextRef="#ctx0" brushRef="#br0" timeOffset="546887">19594 2336 5734,'4'-5'0,"-1"1"0,-1 3 0,0 3 0,0 3 0,1 10 0,-1 2 0,1 8 0,-2 11 0,-1-6 0,0-4 0,0 4 0,0 7 0,1 0 0,-1-10 0,0-1-510,1 9 0,0-3 510,-1-9-437,1 9 437,0-13 0,0 11 0,-1-22 0,2-8 0,0-5 972,2-11-972,0 3 0,7-18 0,-4 9 0,4-2 0,0 0 0,-2 3 0,15-18 0,-14 26 485,10-7-485,-11 16 0,9 8 0,-11 4 0,9 21 0,-10-12 0,2 13 0,-6-4 0,0-6 0,-1 5 0,0-2 0,1-7 0,-1 5 0,0-5 0,2-5 0,4 2 0,0-10 0,3-1 0</inkml:trace>
  <inkml:trace contextRef="#ctx0" brushRef="#br0" timeOffset="547161">19954 2688 5734,'-2'-4'0,"1"0"0,-1 3 0,1 2 0,-5 8 0,4-2 0,-2 17 0,4-10 0,0 9 0,2-5 0,-3-6 0,4 4 0,1-5 0,1-4 0,13-5 0,-7-4 0,8-7 0,-3-6 0,-6 2 0,3-6 0,-9-4 0,-2 4 0,-2-5 0,-15-15 0,7 21 0,-10-14 0,11 26 0,-2 4 0,3 1 0,-1 4 0,4 1 0,3 0 0,1 1 0</inkml:trace>
  <inkml:trace contextRef="#ctx0" brushRef="#br0" timeOffset="547495">20117 2712 5734,'-2'16'0,"1"0"0,0 2 0,1-5 0,1 15 0,0-15 0,1 10 0,-1-15 0,-1 0 0,0-11 0,0 0 0,1-6 0,-1 1 0,1-3 0,-1-8 0,0 4 0,0-8 0,1 0 0,1 4 0,0-3 0,6-10 0,-3 14 0,4-10 0,-5 20 0,-1 2 0,-1 1 0,0 1 0,0 1 0,1 1 0,3 1 0,-1 1 0,4 2 0,-2 1 0,-2 1 0,1 1 0,-3 0 0,0-1 0,0 0 0</inkml:trace>
  <inkml:trace contextRef="#ctx0" brushRef="#br0" timeOffset="547749">20329 2335 5734,'-4'-2'0,"0"3"0,-4 21 0,4-5 0,-3 17 0,2 6-2139,1-9 2139,0 14 0,3 0 0,1-9 0,0 9 0,1-4 0,0-12 0,0 6-83,2-1 83,-2-16 506,2 7-506,-2-18 0,-1-1 0,-4-5 264,-1-2 1,-2-5 0,1-1 0</inkml:trace>
  <inkml:trace contextRef="#ctx0" brushRef="#br0" timeOffset="547885">20209 2711 5734,'15'5'0,"8"-1"0,-7-3 0,8 0 0,11-1 0,-12-1 0,12 0 0</inkml:trace>
  <inkml:trace contextRef="#ctx0" brushRef="#br0" timeOffset="548808">20736 2570 5734,'-11'-10'0,"-1"1"0,-10 6 0,7 2 0,-16 4 0,16 2 0,-4 4 0,1 6 0,6-2 0,-2 8 0,5 6 0,4-6 0,-1 8 0,7 8 0,0-15 0,10 15 0,-2-24 0,5 1 0,4-9 0,-2-4 0,5-4 0,8-13 0,-12 3 0,3-15 0,-1-4 0,-8 6-420,-1-3 0,-2 2 420,-7 7 0,-1 1 0,-1 2 0,0 2 0,-1 2 0,1-1 0,-2 7 0,-1 2 840,-1 19-840,0 9 0,3 5 0,3 9 0,1-15 0,7 23 0,-4-24 0,6 10 0,0-18 0,-2-5 0,10-2 0,-9-7 0,6-4 0,-7-7 0,-3 0 0,4-19 0,-7 13 0,2-12 0,-3 12 0,-1 0 0,0 1 0,-1 2 0,-2-3 0,1 7 0,-1-1 0,-1 8 0,-1 4 0,0 2 0,-5 30 0,5-15 0,-3 21 0,5-9 0,2-12 0,-1 9 0,1-12 0,0-5 0,-1 0 0,0-5 0,0-2 0,0-1 0,-1-7 0,1 1 0,0-7 0,1 3 0,0-2 0,0-1 0,4-33 0,-1 24 0,3-23 0,1 29 0,-2 5 0,3-1 0,1 4 0,-1 4 0,1 1 0,-1 7 0,-2 2 0,1 5 0,-1 6 0,-2-2 0,2 6 0,-1 5 0,-1-7 0,0 7 0,1 3 0,-2-12 0,3 8 0,-3-17 0,0-1 0,2-4 0,0-4 0,2-1 0,0-3 0</inkml:trace>
  <inkml:trace contextRef="#ctx0" brushRef="#br0" timeOffset="549603">21095 2515 5734,'-17'-1'0,"2"1"0,-1 3 0,5 0 0,-3 3 0,3 3 0,5-2 0,-2 4 0,6 2 0,0-2 0,3 4 0,2 0 0,1-2 0,2 3 0,2 0 0,-3-4 0,3 4 0,-2-2 0,-1-3 0,1 3 0,-3 1 0,-1-1 0,0-1 0,-2-5 0,0-4 0,-1-3 0,0 1 0,-1-3 0,-1 1 0,0-2 0,-3-5 0,6-1 0,-2-3 0,11-2 0,-2 4 0,5-5 0,7-9 0,-8 7 0,13-15 0,-15 16 0,3-5 0,-5 8 0,-3 0 0,0 2 0,-1-1 0,-2-3 0,0 6 0,0-5 0,1 9 0,-1 0 0,-1 4 0,0 5 0,-2 14 0,1 13 0,0-3 0,2 3 0,5-3 0,-2-12 0,11 13 0,-8-20 0,10 0 0,2-20 0,-6 2 0,5-10 0,-9-6 0,-4 8 0,1-18 0,-5 20 0,-1-5 0,-2 11 0,1 4 0,-1 0 0,1 8 0,-1 1 0,-2 17 0,3-8 0,1 11 0,1-10 0,1 2 0,1-2 0,2 0 0,0 1 0,1-4 0,0 0 0,2-6 0,-1-3 0,3-3 0,3-10 0,-3 0 0,4-21 0,-1-4 0,-4 6 0,2-4 0,-3-2 0,-8 4-508,-1 7 508,0-6 0,-1 0 0,0 12 0,-2-10 0,2 22 0,-2 0 0,0 10 0,1 3 0,1 1 0</inkml:trace>
  <inkml:trace contextRef="#ctx0" brushRef="#br0" timeOffset="550210">21469 2724 5734,'16'-13'0,"-4"2"0,16-17 0,-15 12 0,10-26 0,-17 22 0,0-12 0,-13 6 0,-3 2 0,-1 3-298,-1-3 1,-1 4 297,1 14 146,-8 3-146,6 2 0,-13 13 0,15-2 0,-4 11 0,10-6 0,6 26 0,3-19-362,5 18 362,1-26 0,8 3 0,-3-6 0,21 3 0,-16-10 0,13-3 0,-6-9 0,-5-1 0,5-5 0,-1-5 0,-9 3 0,5-6 0,-7-2 0,-4 6 0,1-5-79,-5 5 79,-1 6 429,-1-1-429,-1 6 0,-1 4 0,-1 1 375,2 14-375,0-1 0,2 20 0,-1-14 0,-1 10 0,-1 1 0,-1-7 0,0 20 0,-2-31 0,-1-2 86,1-1-86,-8-5 0,5-3 0,-6-4 0,5-8 0,1 2 0,-2-22 0,4 15 0,2-12 0,3 16 0,2 0 0,2 1 0,7-4 0,-1 5 0,5-1 0,14 7 0,-9 4 0,3 5 0,1 1 0,-3 3 0,13 4 0,-6 9 0,-14-8 0,7 10 0</inkml:trace>
  <inkml:trace contextRef="#ctx0" brushRef="#br0" timeOffset="551265">19532 2957 5734,'30'3'0,"3"0"0,4-1 0,3-1-1013,-12-1 1,3 1 1012,7 0 0,8 0 0,1 0 0,-6 0 0,3 0 0,4 0 0,-14 0 0,9 0 0,4 0 0,4 0 0,0 0 0,-2 0 0,-4 0 0,-6-1-1015,10 1 0,-7 0 0,6 0 1015,-10 0 0,6 0 0,3 0 0,1-1 0,-3 1 0,-4 0 0,-7-1 44,11 1 1,-5-1-45,-4 0 0,2 1 0,-2-1 0,3 0 0,1 0 0,4 0 0,5 0 0,-7 0 0,-11 0 0,-1-1 0,11 1 0,5-1 0,-8 1 0,-4-1 0,-2 0 0,-4 1 0,-20 0 0,5 0 613,-5 1-613,8 4 0,-9-4 0,4 3 0</inkml:trace>
  <inkml:trace contextRef="#ctx0" brushRef="#br0" timeOffset="572090">22856 2496 5734,'2'-6'0,"-1"1"0,-1 4 0,1-1 0,-1 1 0,-1 9 0,1-5 0,-1 9 0,1-2 0,0-1 0,1 14 0,-1-12 0,2 22 0,-1-24 0,1 10 0,0-14 0,0-1 0,-1 0 0,2 1 0,-2-1 0,2 3 0,-1 3 0,-1-2 0,2 12 0,-1-10 0,2 9 0,-2-12 0,2 1 0,-2-4 0,4-2 0,2-1 0,5-2 0,29-13 0,-12 3-754,-2 1 1,-1-2 753,8-5 0,-6 0 0,5-5 0,-3 3 0,-4 2 0,1-2 0,6-4 0,8-5 0,-1-1 0,-7 6 0,-7 4 0,-2 0 0,7-4 0,4-3 0,-7 4 0,-1 0 0,3-5 0</inkml:trace>
  <inkml:trace contextRef="#ctx0" brushRef="#br0" timeOffset="586592">17971 3083 5734,'-3'-1'0,"1"0"0,-3 25 0,3-11 0,-3 19 0,1 5 0,1-11 0,1 6 0,-1 7 0,1-5 0,1 8-359,-1-9 1,0 5 0,1-7 358,0 0 0,-1 8 0,1-14 0,0 1 0,1-1 0,-1 0 0,1 2 0,0-3 0,0-15 0,0 4 0,0-11 0,1 0 0,0-2 1075,1-1-1075,0-1 0,6-9 0,-4 4 0,6-7 0,-3 6 0,31-15 0,-18 12 0,2 0 0,3 0 0,4 3 0,-1 3 0,2-2-470,0 1 0,-2 1 470,-7 2-354,7 0 354,-8 1 0,5 0-85,-6 0 85,-5 1 0,2-1 0,-3 0 896,-4 1-896,1-1 385,-4 1-385,-3 0 98,0 0-98,-7-1 0,-1-1 0,-2-3 0,0-1 0</inkml:trace>
  <inkml:trace contextRef="#ctx0" brushRef="#br0" timeOffset="586965">18008 3090 5734,'16'-1'0,"-4"0"0,17 3 0,-9 0 0,5-1 0,3 0 0,-1-1 0,0 1-1171,0-1 1,-1 1 1170,0-1 0,-3-1 0,1 1 188,5-1-188,-8 0 491,3 0-491,-8 0 0,-6 0 0,-1 1 297,-15 5 0,-1-1 0,-9 3 1</inkml:trace>
  <inkml:trace contextRef="#ctx0" brushRef="#br0" timeOffset="587237">17840 3408 5734,'35'-6'0,"-3"0"0,-2 0 0,-6 3 0,10-2 0,2 1 0,-8 0 0,9-1 0,-8-1 0,0 1 0,3-1 0,-6 1 0,-3 0 0,-9 1 0,-9 0 0,0-1 0</inkml:trace>
  <inkml:trace contextRef="#ctx0" brushRef="#br0" timeOffset="587973">18623 3351 5734,'3'-9'0,"-2"0"0,-1-1 0,-1 3 0,-1 2 0,0 0 0,-3-2 0,2 2 0,-10-4 0,5 7 0,-26 5 0,19 0 0,-16 7 0,20-4 0,-8 9 0,7-5 0,-5 5 0,6-5 0,4-3 0,-5 9 0,7-7 0,-2 12 0,6-11 0,4 9 0,0-11 0,6 7 0,-3-8 0,3 2 0,8 3 0,-6-5 0,16 10 0,-16-10 0,14 7 0,-17-9 0,5 4 0,-12-5 0,-1 1 0,-6-2 0,-2 1 0,-17 7 0,8-3 0,-11 6 0,5-3 0,2 0 0,4-3 0,-20 11 0,33-18 0,2 0 0,5-4 0,1-2 0</inkml:trace>
  <inkml:trace contextRef="#ctx0" brushRef="#br0" timeOffset="588519">18740 3364 5734,'-11'-2'0,"2"1"0,0 2 0,-1 1 0,3 2 0,-2 0 0,0 3 0,2-2 0,-2 2 0,2 0 0,2-1 0,-2 4 0,4-4 0,-2 2 0,3 4 0,1-4 0,2 11 0,2-10 0,3 5 0,6-2 0,4 1 0,1 0 0,7 0 0,-13-9 0,3 1 0,-8-2 0,-2-1 0,0 0 0,-4-1 0,-2 1 0,-11 2 0,3-1 0,-9 4 0,0 2 0,4-3 0,-4 3 0,0 2 0,7-5 0,-5 5 0,10-7 0,1 0 0,5-3 0,1-1 0</inkml:trace>
  <inkml:trace contextRef="#ctx0" brushRef="#br0" timeOffset="589608">18932 3389 5734,'-3'-3'0,"0"2"0,-3 2 0,3 0 0,-5 2 0,0 3 0,1 0 0,-9 10 0,8-5 0,-6 8 0,8-7 0,-1 1 0,2 0 0,0 1 0,0 5 0,1-4 0,1 12 0,2-15 0,2 5 0,1-8 0,1-4 0,3 1 0,-1-5 0,1 0 0,2-7 0,5-14 0,-4 6 0,4-16 0,-10 17 0,1-5 0,2-2 0,-2 5 0,2-5 0,-3-1 0,-1 5 0,0-10 0,-1 15 0,0-2 0,-1 8 0,0 2 0,0-1 0,0 2 0,1 10 0,0-3 0,0 10 0,0 3 0,-1-2 0,0 5 0,0 12 0,0-12 0,2 24 0,0-26 0,2 8 0,-1-16 0,0-1 0,1-2 0,5 1 0,-2-5 0,5-1 0,13-23 0,-13 8 0,12-16 0,-12-3 0,-5 9 0,0-3 0,-1-1 0,-1 3 0,1-11 0,-4 17 0,-1 4 0,0 0 0,-1 6 0,-1 5 0,-1 5 0,0 7 0,-1 3 0,-1 16 0,-1 4 0,2-5 0,-1 10 0,3-2 0,2-20 0,6 10 0,-2-20 0,3 0 0,3-11 0,-3-2 0,5-6 0,1-8 0,-3 1 0,0-4 0,0-1 0,0-1 0,1-2 0,-1 0 0,-3 9 0,3-7 0,-5 18 0,-2 4 0,2 4 0,2 19 0,0 8 0,0 0 0,1 3 0,1 3 0,-2-1 0,0 1-436,-1-4 1,0 2 435,3 13 0,-1 0 0,-3-17 0,-1 1 0,-1 8 0,-2-2 0,-3-1 0,-5 15 0,-9-27 0,-3-4 0,-5 2 0,1-3 0,-1-3 0,-4-9 0,-4-2 0,3-7 0,-7-4 0,4 1 0,-11-3 0,-3-3 0,4-1 0,20 0-54,8 3 54,-1-1 0,14 0 0,4 4 0,7-3 0,12 1 0,-2 2 865,10-3-865,14-3 0,-18 5 0,18-6-77,-31 9 0,2-2 0,-7 3 0</inkml:trace>
  <inkml:trace contextRef="#ctx0" brushRef="#br0" timeOffset="589992">18106 3779 5734,'25'6'0,"2"-1"0,-1-3-1697,5 0 1697,3 0 0,6-1 0,2 0 0,-13 0 0,-1-1-418,18 1 0,2 0 418,-6-1 0,-1 0 0,-10 0 0,3 0 0,10 0 0,5 0 0,-4 1-840,-9 0 0,-2-1 840,1 1 0,3 0 0,-3 0 0,3 1 0,-4 0-68,-8-1 0,0 0 68,20 1 0,-1 1 0,-6-2 0,-7 3 0,-3-1 139,-9 1 1,2 1 0,-8-3-1</inkml:trace>
  <inkml:trace contextRef="#ctx0" brushRef="#br0" timeOffset="590290">19946 3946 5734,'4'3'0,"-1"-1"0,-1-4 0,0-2 0,0-1 0,-1-9 0,-4 1 0,0-7 0</inkml:trace>
  <inkml:trace contextRef="#ctx0" brushRef="#br0" timeOffset="596074">19568 3382 5734,'2'-2'0,"-1"0"0,-1 1 0,1 5 0,1-7 0,0 6 0,2-5 0,1 5 0,-1-1 0,1 2 0,-2-2 0,1 0 0,-2-2 0,2 1 0,1-4 0,-2 3 0,2-2 0,0 6 0,-1-3 0,2 2 0,2-1 0,-1-1 0,3 1 0,-3 0 0,17 2 0,-11-2 0,13 3 0,-8-2 0,-2-1 0,20 3 0,4 0 0,-2-1 0,0 0 0,9 0 0,-18-1 0,-2-1 0,1-1-337,-7 0 337,4 0-91,-5 0 91,-6 1 0,1-1 0,-2 1 0,-5 0 0,2 0 334,5 4-334,-9-3 94,7 5-94,-11-5 0,3 1 0,-4-1 0,2-1 0,-1-1 0,-2-1 0,-4-2 0,-3 1 0</inkml:trace>
  <inkml:trace contextRef="#ctx0" brushRef="#br0" timeOffset="596918">20075 3285 5734,'3'0'0,"0"0"0,-1 0 0,0 0 0,2 0 0,-2 0 0,2 0 0,13 2 0,-7-1 0,11 2 0,-13-1 0,1-1 0,1 1 0,-1 0 0,4 2 0,-3-1 0,2 0 0,-2 0 0,-4-1 0,3 1 0,-1 3 0,-3-2 0,2 4 0,-4-2 0,-1 2 0,-1 1 0,-2 7 0,-1-2 0,-3 7 0,-3 3 0,0-4 0,-4 8 0,-1 1 0,2-7 0,-3 6 0,-2 6 0,7-13 0,-8 14 0,11-22 0,-1 2 0,3-5 0,1-3 0,0 1 0,1-5 0,1 0 0,0-2 0,0-5 0,3-2 0,0-4 0</inkml:trace>
  <inkml:trace contextRef="#ctx0" brushRef="#br0" timeOffset="600763">20574 3300 5734,'-1'-4'0,"-1"0"0,1 2 0,-1 0 0,0-1 0,0-1 0,1 0 0,0-1 0,-2-15 0,1 10 0,-2-19 0,3 20 0,1-5 0,0 4 0,1 2 0,-1 0 0,-2-7 0,1 9 0,-2-7 0,4 9 0,-1 1 0,1 0 0,-3-3 0,2 3 0,-2-2 0,2 4 0,0-1 0,-1 5 0,0-2 0,-1 3 0,2-3 0,0 0 0,-2 0 0,-1 0 0,-1 1 0,-2 2 0,1-1 0,-4 3 0,0 3 0,1-2 0,-2 5 0,-3 5 0,4-2 0,-3 5 0,1 21 0,1 2 0,2-12 0,-2 11 0,3-4 0,10-24 0,-1-4 0,3 2 0,3-3 0,-1-2 0,5 0 0,11-2 0,-10-4 0,10-1 0,-13-3 0,0-1 0,0-1 0,3-5 0,-5 1 0,3-5 0,-4-5 0,-1 3 0,-1-7 0,-2-4 0,-1 3 0,1-7 0,-2-6 0,-1 9 0,1-12 0,2-2-1117,0 9 1117,0-9 0,0 17 0,-1 1 0,2-4-500,2-18 500,-4 31 0,0 0 0,-2 5 0,0 4 0,0-1 1056,0 5-1056,0 3 561,0 1-561,-1 5 0,-5 30 0,2-13 0,1-1 0,-1 3 0,1 2 0,0 0 0,-1 9 0,0 10 0,1 1 0,1-11 0,2 6 0,0-3 0,1-12 0,1-1 0,1-1 0,-1-7 0,5 11 0,-4-20 0,2 0 0,0-8 0,0-3 0,9-11 0,-5 3 0,4-10 0,-4 1 0,-2 3 0,2-5 0,-3 2 0,0 4 0,2-10 0,-5 10 0,1-1 0,-3 12 0,-2 6 0,2 7 0,-4 12 0,1-3 0,-2 5 0,1 2 0,-1 2 0,0 11 0,1 1 0,2-12-251,-1-1 1,2-3 250,0-12 0,0-2 0,0-2 0,0 0 0,1-8 0,0 0 0</inkml:trace>
  <inkml:trace contextRef="#ctx0" brushRef="#br0" timeOffset="601258">20753 3464 5734,'3'30'0,"-1"1"0,-2-21 0,-2 2 0,2-6 0,0-6 0,2-3 0,0-7 0,4-9 0,-3 0 0,5-8 0,-2-6 0,0 7 0,0 1 0,-1-1 0,0 1 0,2-12 0,0 12 0,-2 11 0,4-8 0,-4 15 0,1 0 0,3 2 0,-1 3 0,8 3 0,-7 3 0,4 3 0,-7-2 0</inkml:trace>
  <inkml:trace contextRef="#ctx0" brushRef="#br0" timeOffset="601598">20931 3468 5734,'6'-1'0,"3"-3"0,-3-1 0,2-3 0,3-10 0,-3 6 0,1-10 0,-5 8 0,-2-20 0,-2 14 0,-1-14 0,-6 16 0,2 8 0,-13 2 0,8 10 0,-14 19 0,14-6 0,-4 11 0,9 0 0,3-6 0,4 22 0,1-21 0,12 19 0,-8-27 0,7 5 0,-4-13 0,-2-4 0,1-2 0,-3-6 0,0-2 0</inkml:trace>
  <inkml:trace contextRef="#ctx0" brushRef="#br0" timeOffset="602122">21202 3339 5734,'-15'-4'0,"3"1"0,-2 1 0,1 3 0,4 1 0,-2 5 0,2 6 0,3 1 0,1 4 0,3 3 0,3-4 0,1 5 0,4-2 0,0-6 0,14 9 0,-7-14 0,9 2 0,-3-11 0,-5-3 0,4-4 0,-3-8 0,-4 0 0,3-17 0,-8 9 0,1-11 0</inkml:trace>
  <inkml:trace contextRef="#ctx0" brushRef="#br0" timeOffset="602297">21270 3102 5734,'-5'13'0,"-1"10"0,3-4-850,-1 10 850,2-5 0,0 2 0,1 1 0,2 0 0,0 1 0,-1 7 0,2-3 0,0 0 0,0-4 0,1-3 0,0-1 0,-1-3 0,1 9 275,-3-20-275,-1-5 140,-3 0-140,-2-6 0,0-4 0,-1-1 0</inkml:trace>
  <inkml:trace contextRef="#ctx0" brushRef="#br0" timeOffset="602431">21235 3374 5734,'17'-4'0,"6"-2"0,-5-2 0,3-2 0,-8-1 0,-2 0 0</inkml:trace>
  <inkml:trace contextRef="#ctx0" brushRef="#br0" timeOffset="603064">20313 3650 5734,'23'4'0,"-1"-1"0,13 1-1639,-7-2 1,1-1 1459,-4 0 0,0 1 179,11-1 0,2 0 0,8 0 0,-1 0 0,-9 0 0,1 0 0,-6-1 0,2 1 0,1 0 0,9-1 0,1 1 0,-3-1 0,-1 0 0,0 1 0,6-1 0,6 0 0,-8 0 0,-14 0 0,-3 0 0,8 0 0,-1 1-97,-6 0 0,-2 0 97,3-1 0,4 1 0,-26-3 0</inkml:trace>
  <inkml:trace contextRef="#ctx0" brushRef="#br0" timeOffset="603613">20804 3077 5734,'6'-4'0,"1"0"0,-3 3 0,1-3 0,-3 3 0,1-1 0,-3 0 0,0-1 0</inkml:trace>
  <inkml:trace contextRef="#ctx0" brushRef="#br0" timeOffset="605138">21611 3368 5734,'-1'-8'0,"3"3"0,0 4 0,13 3 0,-4-2 0,25 1 0,-14 0 0,13 3 0,-1 1 0,-7 0 0,9 2 0,0 2-807,-9-2 807,7 3 0,-6-3 0,-1-1 0,-3-1 0,23 5 0,-44-15 0,-1 1 0,-10-4 0,-3 0 0,-2-1 0,-2 0 0</inkml:trace>
  <inkml:trace contextRef="#ctx0" brushRef="#br0" timeOffset="605397">21954 3267 5734,'11'9'0,"6"29"0,-8-17-971,2 22 971,-12-26 0,-2 2 313,0-1-313,-3 0 0,1 0 0,-9 11 0,6-10 160,-9 10-160,7-16 0,2-3 0,2-4 0</inkml:trace>
  <inkml:trace contextRef="#ctx0" brushRef="#br0" timeOffset="605801">22288 3099 5734,'0'-7'0,"1"2"0,0 3 0,0 2 0,-2 12 0,0-2 0,0 10 0,-1 10 0,0-4 0,-1 6 0,1 1 0,-2 4 0,2 7 0,-1-1 0,2-6 0,1 0 0,0-1 0,1-9 0,3 21 0,-1-33 0,-1 4 0,-2-15 0,-7-7 0,2-1 0,-6-7 0</inkml:trace>
  <inkml:trace contextRef="#ctx0" brushRef="#br0" timeOffset="606417">22193 3374 5734,'17'5'0,"7"-1"0,-9-3 0,7-1 0,-6-1 0,0-1 0,0-1 0,6-2 0,1-1 0,1-2 0,-7 3 0,-8 2 0,-7 2 0,-1 1 0,-1 4 0,-4 9 0,1-1 0,-1 7 0,1 12 0,3-13 0,0 15 0,3-21 0,-1 1 0,4 2 0,-2-5 0,3 0 0,0-5 0,-1-4 0,2-2 0,2-6 0,-1 0 0,2-5 0,6-10 0,-7 7 0,7-17 0,-10 17 0,1-5 0,-3 6 0,-2 5 0,0 0 0,3 17 0,-3 10 0,1 9-212,-2 7 212,-1-10 0,1 0-1318,0 18 1318,1-14 0,-1 2 0,0 2 0,0-1 0,0-6 0,0 0 0,0 6 0,-1 2 0,-1-2 0,-1-2 0,-3 15 0,2-17 0,-2 0 0,-6 2 0,-1-2 0,-5 6 0,3-9 0,0-2-301,-5-6 301,0-3 0,-1-5 0,-9-12 0,-1-6 0,3-1 0,-2-2 0,2-5 0,13-5 0,5 0 0,-2-8 0,2 6 0,3 0 0,4-3 0</inkml:trace>
  <inkml:trace contextRef="#ctx0" brushRef="#br0" timeOffset="606967">22583 3393 5734,'2'21'0,"0"1"0,0 20 0,-1-12 0,0 2 0,-1 1-2151,1 1 2151,0 12 0,1 0 0,0-13 0,0 9 0,2-8 116,-2-10-116,2 3 467,-2-9-467,0-7 0,-1-1 0,-1-9 1085,-1-8-1085,-2-11 0,2-3 483,0-5-483,1 3 0,1-4 0,2-4 0,1-2 0,-1 0 0,0 0 0,2 1 0,1 0 0,2 2 0,0 2 0,2-6 0,3 0 0,0 3 0,-1 10 0,6 2 0,0 4 0,-4 9 0,12-1 0,-17 14 0,5 14 0,-6-6 0,5 28 0,-12-22-332,-1 13 332,-5-17 0,-4 0 0,-2 1 0,-21 12 0,10-11 0,-4 0 0,-1-2 0,4-4 0,-2-2 0,1-3 0,6-4 0,-9-1 0,17-7 0,2-1 0</inkml:trace>
  <inkml:trace contextRef="#ctx0" brushRef="#br0" timeOffset="607308">22783 3597 5734,'30'-8'0,"-10"2"0,22-13 0,-25 8 0,9-8 0,-11 1 0,-3 4 0,0-11 0,-6 11 0,-2-3 0,-2 6 0,-4-4 0,0 5 0,-5-4 0,0 9 0,-2 0 0,-7 9 0,6 1 0,-13 19 0,14-8 0,0 6 0,2 4 0,6-2 0,0 1 0,-1 18 0,8-13 0,1-4 0,3-9 0,21 9 0,-13-21 0,12 0 0,-12-8 0</inkml:trace>
  <inkml:trace contextRef="#ctx0" brushRef="#br0" timeOffset="607683">23113 3507 5734,'-5'-13'0,"0"0"0,-4 2 0,4 5 0,-10 1 0,8 7 0,-11 13 0,10-3 0,-3 9 0,7-1 0,1-3 0,3 13 0,1-15 0,5 7 0,11-41 0,-7 9 0,6-27 0,-12 13 0,0-3 0,-1-1 0,2-9-243,-2 7 1,1-1 242,-2 6 0,0 1-958,1-13 958,0-9 0,0 11 0,-2 11 0,1 0 0,0 12 0,-1 7 0,0 4 437,0 10-437,0 6 1006,0 5-1006,1 8 0,0 3 0,0 10-176,0-7 1,1 2 175,1 4 0,-1-3-325,0-12 1,0-1 324,3 20 0,-1-1-1040,0-8 1040,1 8 0,-3-12-188,-2-10 188,-1-1 0,-2-15 0,-1-3 0</inkml:trace>
  <inkml:trace contextRef="#ctx0" brushRef="#br0" timeOffset="607839">23351 3827 5734,'3'4'0,"-1"-3"0,1-2 0,-5-5 0,1-1 0,-3-3 0,2 1 0</inkml:trace>
  <inkml:trace contextRef="#ctx0" brushRef="#br0" timeOffset="608425">22124 3835 5734,'30'9'0,"4"-1"0,1 0 0,12 2-1093,-5-3 1,9 2 0,-5-2-100,-9-2 0,0 0 1192,4 0 0,7-1 0,2 1 0,-6-1-25,-5-2 1,-4-1 0,2 1 24,7 0 0,2 0 0,-4-1 0,4-1 0,-5-1 0,-15 0 0,0-1 0,13-2 0,-1-1 0,6 0 0,-6-2 0,-5-2 0,-13 1 1113,0-5-1113,-35 0 0,-5 6 0,-17-4 0,2 7 0</inkml:trace>
  <inkml:trace contextRef="#ctx0" brushRef="#br0" timeOffset="635957">19609 3410 5734,'-1'3'0,"3"-1"0,-10 5 0,5-5 0,-1 5 0,0 1 0,1 0 0,-1 5 0,-4 24 0,5-20 0,-4 20 0,4-22 0,2-3 0,0 2 0,1-1 0,0-2 0,0 1 0,2-1 0,-1-3 0,1 2 0,1-2 0,-1-4 0,1 4 0,1-2 0,-2-1 0,2 2 0,7 15 0,-5-12 0,7 14 0,-3-8 0,-3-5 0,7 9 0,-7-10 0,2 2 0,1 0 0,-2-3 0,3 3 0,18 19 0,-16-15 0,18 17 0,-8-10 0,-7-8 0,10 9-485,-9-12 485,1 1 0,2-1 0,11 5 0,-6-4 0,8 3 0,9 6 0,-14-8-252,-1 0 0,-1 0 252,-1-1 0,7 5 0,10 2 0,-15-7 0,5 0 0,0 0 0,-3-2 0,5 1 0,0-1 0,-4-3 268,15 5-268,-23-7 0,-1 1 0,-2-1 0,7 4 0,14 6 0,-14-5 0,14 7 0,-29-13 518,11 4-518,-14-5 0,8 2 0,-11-4 203,3 0-203,-3-1 0,-3-1 0,1-1 0,-1 0 0,-1 0 0,0 0 0,0-3 0,-1 1 0,0-3 0,-3-4 0,0 1 0,-2-4 0</inkml:trace>
  <inkml:trace contextRef="#ctx0" brushRef="#br0" timeOffset="637436">20521 4049 5734,'-9'-1'0,"2"1"0,0-1 0,4 1 0,-2 0 0,3 0 0,2 0 0,3-3 0,0 3 0,6 1 0,-5 2 0,4 4 0,-5-4 0,1 1 0,11 9 0,-7-5 0,8 8 0,0-1 0,-6-4 0,14 17 0,-13-15 0,9 12 0,-11-13 0,3 2 0,0 3 0,-4-6 0,3 5 0,-4-6 0,-3-2 0,2 2 0,1 3 0,-3-7 0,1 5 0,-2-9 0,-2 1 0,2 2 0,-3-3 0,3 1 0,-2-2 0,1-1 0,-1 0 0,2 0 0,-2-1 0,-1-1 0,0 0 0,0-1 0,2 2 0,0 1 0,-3-2 0,-2 4 0,0-2 0,-2 4 0,3-1 0,-6 5 0,2 0 0,-16 12 0,10-8 0,-10 7 0,2-6 0,6-3 0,-6 3 0,4-3 0,4-4 0,-6 6 0,10-8 0,-4 4 0,9-6 0,0-1 0,3-3 0,0 0 0,-1-3 0,1 1 0,0-3 0,2 3 0,0-1 0</inkml:trace>
  <inkml:trace contextRef="#ctx0" brushRef="#br0" timeOffset="641267">21259 4097 5734,'-4'-1'0,"1"1"0,2 0 0,0 1 0,0-4 0,0 2 0,1-3 0,-2 5 0,1 0 0,-2 3 0,1-2 0,1 2 0,-2 1 0,2-2 0,-2 5 0,1-4 0,-5 22 0,3-13 0,-4 32 0,6-25 0,-2 27 0,3-25 0,1 3 0,2 0 0,1-6 0,2 11 0,-1-21 0,7 6 0,-3-8 0,11 4 0,-7-10 0,5-3 0,-2-3 0,7-6 0,-5 1 0,9-23 0,0-4 0,-7 8-696,3-10 0,-2 1 696,-15 19 0,0-3 0,-4 10 0,0-2 0,-1 5 0,-2-5 0,0 8 0,-2-2 1392,-2 4-1392,1 2 0,-9 4 0,5 1 0,-5 5 0,7-1 0</inkml:trace>
  <inkml:trace contextRef="#ctx0" brushRef="#br0" timeOffset="641878">21547 4241 5734,'2'8'0,"-1"13"0,-1-5 0,0 8 0,-1 1 0,0 1 0,0 6 0,-1 0 0,1-4 0,-1 11 0,1-2 0,0-13-405,0 22 405,1-40 133,0 1-133,1-4 67,-1-1-67,-2-6 0,-1-12 0,0-24 0,0 8 0,3-13 0,3 12-494,0 7 494,3-7 0,0 2 0,0 10 0,1-5 0,2 6 0,-3 7 0,3-3 0,1 3 0,-1 4 0,2-1 0,2 4 699,-2 3-699,4 0 0,2 6 0,-4 0 0,4 3 0,3 10 0,-7-5 0,6 11 0,-14-11 0,0 3 0,-5 1 0,-2-3 0,-3 3 0,-11 4 0,-6-1 0,0-1 0,-9-2 0,19-12 0,-7 0 0,3-11 0,7 0 0,-8-11 0,13 7 0,-1-5 0</inkml:trace>
  <inkml:trace contextRef="#ctx0" brushRef="#br0" timeOffset="642374">21895 3946 5734,'-2'4'0,"1"-1"0,1 2 0,0-1 0,0 3 0,0 2 0,0-1 0,0 2 0,0 6 0,0-6 0,-2 12 0,2-10 0,-2 3 0,0 2 0,1-3 0,-2 4 0,0 8 0,0-9 0,-1 14 0,1-17 0,2 4 0,-2 6 0,2-10 0,-2 17 0,2-19 0,0 9 0,1-10 0,0-1 0,1-2 0,-1-3 0,2-2 0,4 1 0,-4-4 0,6-4 0,-6-1 0,1-2 0</inkml:trace>
  <inkml:trace contextRef="#ctx0" brushRef="#br0" timeOffset="642764">22011 4200 5734,'-4'13'0,"0"2"0,-1 9 0,2-5 0,-2 12 0,3-1 0,3-4 0,0-3 0,4-11 0,4-7 0,-1-2 0,10-5 0,-5-3 0,5-4 0,3-14 0,-8 7 0,11-25 0,-18 22 0,-1-20 0,-7 24 0,-10-10 0,3 17 0,-14-3 0,11 10 0,-8 1 0,9 3 0,-1 1 0,2-1 0,0 1 0</inkml:trace>
  <inkml:trace contextRef="#ctx0" brushRef="#br0" timeOffset="643247">22226 4212 5734,'-6'-1'0,"1"1"0,-9 6 0,5-2 0,-7 6 0,9-3 0,0 0 0,-2 6 0,1-2 0,-3 14 0,6-14 0,-1 9 0,6-13 0,2 13 0,1-13 0,6 9 0,-3-15 0,5 0 0,-3-4 0,-1-1 0,0-1 0,8-8 0,-6 5 0,10-13 0,-11 13 0,4-7 0,-10 10 0,3-4 0,-6 6 0,1 2 0,-2 4 0</inkml:trace>
  <inkml:trace contextRef="#ctx0" brushRef="#br0" timeOffset="643851">22335 4202 5734,'-10'7'0,"1"1"0,0 0 0,-4 10 0,5-6 0,-5 16 0,9-16 0,0 10 0,4-14 0,0 2 0,2-3 0,0-3 0,0 0 0,7-5 0,-4 0 0,5-3 0,-4 0 0,3-4 0,-2 1 0,9-9 0,-9 7 0,7-11 0,-3-9 0,0-17 0,-1 7 0,-4-2 0,-6 12-455,1 7 455,-2-7 0,-1-5 0,0 13 0,-2-14 0,2 20 0,-2 0 0,1-1 0,1 8 0,-1-6 0,1 12 455,0-1-455,1 4 0,-1 3 0,-1 9 0,-1 13 0,1-1 0,1 5 0,5 13 0,-1-15 0,0 0 0,1 0 0,0 0 0,3 8 0,0-4 0,6 7 0,-4-11 0,0 0 0,-8-23 0,-1-3 0,-1-4 0,-1-2 0</inkml:trace>
  <inkml:trace contextRef="#ctx0" brushRef="#br0" timeOffset="644877">22792 4061 5734,'-3'-1'0,"1"3"0,3 2 0,1 3 0,2 7 0,1-2 0,0 5 0,11 24 0,-3-7-559,-3-10 1,0-1 558,5 9 0,-3-10-465,2 0 465,-1 0 0,1-2 0,15 15 0,-11-14 0,0-4 0,1-1 0,6-1 0,11-2 0,-13-8 0,0-3 0,-16-5 1060,-1 0-1060,-4-2 0,-1-1 0,-2-1 0</inkml:trace>
  <inkml:trace contextRef="#ctx0" brushRef="#br0" timeOffset="645094">22828 4526 5734,'17'-20'0,"-1"0"0,16-16 0,-2 7 0,-6 6 0,2-2 0,2-1 0,0-1 0,-1 2 0,-1-2 0,-7 6 0,-3 0 0,10-11 0,-5-2 0</inkml:trace>
  <inkml:trace contextRef="#ctx0" brushRef="#br0" timeOffset="647794">19582 3464 5734,'-1'7'0,"0"2"0,-4 22 0,2-15 0,-2 17 0,4-13 0,0-7 0,-1 6 0,5-4 0,-2-4 0,3 4 0,-3 7 0,0-7 0,-1 17 0,3-15 0,2 5 0,4 13 0,-1-11 0,-1-1 0,1 3 0,7 18 0,-2-5-295,1 2 295,-6-18 0,4 9 0,-2-6 0,2 6 0,5 0 0,4 7 0,-2-5 0,-7-13 0,1 0-91,6 12 1,3 6-1,-1-7 91,-1-11 0,-1-3 0,6 7 0,6 3 0,0 1 0,-4-4 0,0-1 0,0 0-648,9 7 648,1 0 0,-15-13 0,0-2 0,5 1 0,0 0 0,2-2 0,1-1 0,-7-4 0,0-1 0,13 1 0,-8-3 0,9 1 0,3-3 245,-9-2-245,4 0 0,1-1 0,3 0 0,-3 0 0,8-1 0,-5 0 0,-9 0 0,-1 1-737,18-1 1,-2 1 736,-5 1-522,-5 1 522,-9-1 0,-2 0 0,-1 0 0,0 0 0,11 2 326,-14-1-326,-6-1 19,11 2-19,-14-2 1439,4 0-1439,-5-1 923,-4-1-923,2 0 258,-2 0-258,-3-1 0,2 0 0,-2 0 0,-1 1 0,1-1 0,-2-1 0,0 0 0,-3-1 0,2 0 0,-2-1 0,-1-5 0,1 5 0,-3-5 0,1 4 0,0 1 0,-1-1 0,-2-1 0,3 1 0,-3-2 0,3 3 0,2-1 0,-1-3 0,1 2 0,0-2 0,1 3 0,0-1 0,-1 2 0,1-1 0,-7-11 0,6 8 0,-5-8 0,5 9 0,0 1 0,0 0 0,0 0 0,-1-2 0,1 1 0,-1-1 0,-1 1 0,2 1 0,-1 0 0,-1-1 0,0 2 0,-1-2 0,-2-1 0,2 2 0,-5-4 0,5 6 0,-4-1 0,5 2 0,-1 1 0,0-1 0,4 2 0,-1-1 0,6 3 0,0-1 0,11 7 0,-5-3 0,16 10 0,-13-9 0,8 6 0,-2-1 0,-7-4 0,6 6 0,-11-7 0,-3 10 0,-4-7 0,-4 7 0,-22 18 0,14-18 0,-4 4 0,0-2 0,9-9 0,-5 4 0,9-8 0,-3 1 0,1-2 0,2-1 0,-1-2 0,2-1 0</inkml:trace>
  <inkml:trace contextRef="#ctx0" brushRef="#br0" timeOffset="648982">21403 4615 5734,'-2'8'0,"1"-2"0,3 7 0,-1-2 0,2 8 0,-2-2 0,1 7 0,-1 13 0,0-12 0,-1 7 0,-1 3 0,-1 0-156,0-10 1,1-1 155,0 1 0,0-1 0,2-10 77,0 6-77,0-14 0,2 1 0,-3-6 0,3-1 0,-1-1 234,2-1-234,0 0 0,10-4 0,-4 2 0,7-3 0,1 2 0,-4 0 0,20-3 0,-16 3 0,10-2 0,-10 2 0,1 0 0,-4 2 0,-2 0 0,-9 1 0,0 1 0,-3-2 0,0 1 0,-2 0 0,-1 0 0,1 2 0,-5 0 0,3 0 0,-3 1 0</inkml:trace>
  <inkml:trace contextRef="#ctx0" brushRef="#br0" timeOffset="649345">21747 4822 5734,'0'6'0,"0"7"0,0-4 0,0 7 0,0 8 0,0-1 0,1 4 0,0-6 0,0-7 0,2 5 0,-1-6 0,2 4 0,-2-4 0,0-4 0,1 2 0,-2-5 0,1-2 0,-1-2 0,0-1 0,-5-8 0,0 2 0,-4-4 0,1 2 0,2 0 0,1-2 0</inkml:trace>
  <inkml:trace contextRef="#ctx0" brushRef="#br0" timeOffset="649510">21739 4686 5734,'0'-8'0,"0"1"0,-2 6 0,1 0 0,-1 2 0,0 2 0,-1 0 0</inkml:trace>
  <inkml:trace contextRef="#ctx0" brushRef="#br0" timeOffset="650093">21771 4900 5734,'1'18'0,"1"10"0,-1-14 0,3 14 0,-1-17 0,1 3 0,-1-8 0,-1-3 0,-1-1 0,0-2 0,0-4 0,0 0 0,0-4 0,2-2 0,-1 1 0,-1-4 0,2 0 0,-2 2 0,1-4 0,0-4 0,0 6 0,1-10 0,-1 12 0,1-3 0,2 2 0,0 2 0,1-3 0,3 2 0,-3 2 0,3-2 0,11-5 0,-12 9 0,11-6 0,-16 11 0,0 1 0,0 3 0,0 0 0,-1 12 0,-1-5 0,-5 23 0,2-15 0,-2 10 0,2-10 0,1 0 0,0 0 0,1 14 0,1-12 0,1 16 0,-1-24 0,2 5 0,-1-13 0,0-1 0,6-9 0,-2 0 0,12-18 0,-9 11 0,13-24 0,-13 20 0,2-6 0,0 0 0,0 1-691,7-16 691,-7 17 0,0 0 0,0 1 0</inkml:trace>
  <inkml:trace contextRef="#ctx0" brushRef="#br0" timeOffset="650460">22139 4555 5734,'2'-23'0,"-2"2"0,0 13 0,-3-2 0,-4 1 0,1 3 0,-6 4 0,0 10 0,1 1 0,-4 7 0,4 1 0,-4 13 0,5-4 0,2 4 0,0 2 0,2 2 0,3 6 0,2-1-408,2-6 408,1-9 0,2 0 0,4 5 0,-1-10-162,9 8 162,-7-19 0,15-5 0,-13-9 0,12-18 0,-15 10 0,6-25 0,-11 27 0,2-9 0,-5 18 0,-3 8 401,2 0-401,-2 8 169,0-1-169,5 13 0,1 2 0,1-5 0,5 25 0,-4-40 0,-3-6 0,1-1 0,0-4 0,1 0 0</inkml:trace>
  <inkml:trace contextRef="#ctx0" brushRef="#br0" timeOffset="651394">22307 4885 5734,'4'1'0,"0"1"0,7-5 0,6-1 0,11-3 0,2 0 0,7-2-379,-3 1 0,-2 0 379,-6 3 0,1 1 0,0-1 0,19-1 0,-18 3 0,1 1 0,-2 0 0,-7 2 22,13 0-22,-21 0 0,1 0 0,-5 0 0,-2 0 0,-1-1 565,-2 0-565,-3-3 171,-3 2-171,-9 0 0,1 1 0,-4 0 0</inkml:trace>
  <inkml:trace contextRef="#ctx0" brushRef="#br0" timeOffset="651945">22580 4682 5734,'6'1'0,"1"-1"0,0 2 0,15 0 0,-7-1 0,10 2 0,-3 0 0,-6-1 0,26 14 0,-27-8 0,13 10 0,-30 1 0,-2-5 0,-5 9 0,-5-4 0,3-3 0,-13 13 0,12-14 0,-11 12 0,15-18 0,-5 4 0,8-10 0,2-1 0,1-2 0</inkml:trace>
  <inkml:trace contextRef="#ctx0" brushRef="#br0" timeOffset="652646">23194 4644 5734,'-5'-4'0,"-1"0"0,-1 1 0,-10 1 0,5 2 0,-15 2 0,12 2 0,-6 2 0,-6 9 0,10-2 0,-2 9 0,1 4 0,8 5 0,1-8 0,3 1 0,16 14 0,-1-19 0,14 12 0,-8-20 0,6 2 0,-5-8 0,9 0 0,-7-3 0,19-3 0,-20-1 0,9-4 0,-12-1 0,-5 1 0,1-4 0,-6 4 0,1-3 0</inkml:trace>
  <inkml:trace contextRef="#ctx0" brushRef="#br0" timeOffset="652927">23138 4714 5734,'14'5'0,"-2"1"0,3 3 0,-5-2 0,8 8 0,-10-6 0,1 5 0,-4-3 0,1 7 0,-2 9 0,-1-3 0,-1 4 0,-4 0 0,1-11 0,0 14 0,0-21 0,0 4 0,1-11 0,1-1 0,3-3 0,1-1 0</inkml:trace>
  <inkml:trace contextRef="#ctx0" brushRef="#br0" timeOffset="653181">23426 4664 5734,'1'10'0,"1"16"0,2-8 0,0 12 0,1-2 0,-2-11 0,5 20 0,-5-23 0,5 10 0,-6-17 0,-1-4 0,-4-6 0</inkml:trace>
  <inkml:trace contextRef="#ctx0" brushRef="#br0" timeOffset="653431">23492 4560 5734,'25'8'0,"-2"2"0,-7 0 0,4 9 0,-5-3 0,2 24 0,-12-17 0,-2 13 0,-8-7 0,-1-7 0,-3 0 0,-1 1 0,-3 0 0,-6 0 0,-2-2 0,0-4 0,0-3 0,-2-1 0,0-4 0,-7 3 0</inkml:trace>
  <inkml:trace contextRef="#ctx0" brushRef="#br0" timeOffset="654044">22282 4876 5734,'5'7'0,"1"0"0,2 5 0,9 14 0,-4-6 0,13 19 0,-12-19 0,7 8 0,7 4-271,-4-7 271,8 2 0,2 0-914,-15-12 0,1-2 914,12 9 0,2-1 0,-3-7 0,-1-2 0,-7-3 0,1 0 0,6 2 0,2-1-690,-2-2 0,0-2 690,13 3-48,-15-5 0,-1-1 48,20-2 0,-14-2 136,6-1-136,-10-1 0,-9 1 1582,2-1-1582,-7-1 1712,-6 2-1712,0-1 145,-4 1-145,-3 0 0,-2-1 0,-2 1 0,-11 1 0,4 0 0,-7 0 0</inkml:trace>
  <inkml:trace contextRef="#ctx0" brushRef="#br0" timeOffset="654315">23053 5196 5734,'8'2'0,"-1"-1"0,-2 3 0,0 2 0,-2-2 0,1 2 0,-3 2 0,-1 0 0,-1 4 0,-3 3 0,1-3 0,-5 11 0,0 1 0,2-4 0,-1 1 0,5-12 0,-1-2 0,0 3 0,3-5 0,0 0 0</inkml:trace>
  <inkml:trace contextRef="#ctx0" brushRef="#br0" timeOffset="654627">23251 5181 5734,'4'11'0,"2"3"0,0 2 0,-1 0 0,0-2 0,-1 1 0,5 19 0,-4-13 0,5 21 0,-7-22 0,2 3 0,1 2 0,-3-11 0,1 3 0,-4-14 0,-1-4 0,-3-1 0,0-2 0,-1-2 0,0-1 0,0-2 0,0-1 0</inkml:trace>
  <inkml:trace contextRef="#ctx0" brushRef="#br0" timeOffset="654927">23252 5105 5734,'10'-5'0,"1"0"0,13-1 0,-4 3 0,8-1 0,1 3 0,-8 2 0,5 1 0,2 9 0,-10-3 0,7 7 0,-16-4 0,-2-1 0,-2 3 0,-4 5 0,-4-2 0,-5 5 0,-20 10 0,8-11 0,-5 4 0,0 0 0,3-4 0,3-2 0,2 0 0,4-4 0,-1 3 0,6-6 0,2-2 0,1-1 0,3-3 0,2-4 0,1-1 0</inkml:trace>
  <inkml:trace contextRef="#ctx0" brushRef="#br0" timeOffset="655227">23634 5125 5734,'5'12'0,"-1"8"0,-3-4 0,0 7 0,-2-4 0,0 1-437,0 1 437,0 0 0,-1 17 0,1-14 0,-1 22 0,2-29 143,2 11-143,-1-20 73,1-1-73,0-8 0,-2-6 0,2 0 0</inkml:trace>
  <inkml:trace contextRef="#ctx0" brushRef="#br0" timeOffset="655611">23674 5108 5734,'17'-9'0,"2"0"0,-9 6 0,3 0 0,2 3 0,-6 2 0,5 2 0,-10 0 0,1 1 0,-4 7 0,-2-3 0,-11 16 0,4-13 0,-7 8 0,7-9 0,0-1 0,1 0 0,-2 9 0,8-5 0,-1 3 0,19-6 0,-6-6 0,8 3 0,-8-2 0,0 0 0,0 1 0,-1 1 0,-2 0 0,-2 1 0,-1 5 0,-10 6 0,0-3 0,-15 5 0,6-11 0,-26 7 0,17-9 0,-6-1 0,0-1 0,1-2-179,-15 0 1,19-6-1,0-2 1</inkml:trace>
  <inkml:trace contextRef="#ctx0" brushRef="#br0" timeOffset="656610">24102 4830 5734,'12'7'0,"-2"1"0,14 20 0,-11-6 0,0 1 0,0-2 0,0 1-766,0 4 0,0 0 766,1 5 0,2 0 0,1-1 0,0 1 0,0-2 0,0-4 0,0 0 0,4 6 0,-5-9 0,1 0 347,10 8-347,-7-9 0,4 2 0,-13-12 0,-5-6 0,-2-2 0,-2 0 0</inkml:trace>
  <inkml:trace contextRef="#ctx0" brushRef="#br0" timeOffset="656841">24127 5446 5734,'14'-30'0,"-1"-1"0,0 1 0,1-3 0,1 2 0,7-3 0,0 2-699,8-3 699,1 3 0,2 0-1354,-12 12 1,1 0 1353,11-10 0,2-1 0,-8 9 0,-1 1-283,-6 5 0,0 0 283,5-5 0,0 0-184,-4 2 0,-2 0 1,7-9-1,6-8 1</inkml:trace>
  <inkml:trace contextRef="#ctx0" brushRef="#br0" timeOffset="666437">23722 3083 5734,'-15'-16'0,"-7"-7"0,12 13 0,-22-20 0,19 20 0,-11-11 0,14 15 0,2 0 0,-6-3 0,4 3 0,-4-2 0,-2 1 0,3 1 0,-4-3 0,-2-1 0,3 3 0,-5-4 0,-11-3 0,11 5-477,-12-6 477,14 7 0,0 0 0,-15-8 0,12 7 0,-11-5 0,9 5 0,6 1 0,-5-2 0,-9-2 0,11 4 0,-20-5 0,20 9 477,-7-2-477,-2 2 0,7 1 0,-9 0 0,-1-1 0,6 2 0,-8-2 0,-12 0 0,16 1-629,2 0 1,-1 0 628,3 0 0,-9 0 0,0 1 0,-8 1 0,6 0 0,0 0 0,12 2 0,6-1 0,-5 3 0,0-1 0,2 2 0,-19 3 0,4 5 0,12-3 463,1 1 0,-2 1-463,-11 8 0,0 1 0,14-5 0,2-1 0,-5 5 0,6-2 0,0 0 0,-4 5 0,-5 8 0,2 3 0,6-7-987,-4 8 987,10-10 0,-1 12 0,2 3 0,-1 1 0,2-2 0,1 3 0,7-10 0,3-2 0,-2 10 0,2 4 0,1 0 0,2-5 0,2 3 0,0 0 0,1-7 0,3 4 0,0-1 0,0-6 0,2-1 0,3 6 0,-2-6 0,4 5 0,-1 1 0,1-2 0,-3-14-215,0-2 215,0 1 0,0-1 0,12 13 0,-6-10 0,9 10 0,-1-9 0,-4-5 290,8 4-290,0-5 0,1 0 0,5 2-224,-2-2 0,-1 0 224,1-3 0,0 1 0,-7-4 0,1 0 0,14 5 0,4 1 0,1 0 0,-21-8 0,0 0 0,12 4 0,1 0 0,-9-4 0,-1-1 0,14 4 0,-15-4 0,1-1 0,-2-1 0,-2 0 0,15 2-55,-15-3 0,2 0 55,-1-1 0,0 0 0,14 1 0,10 0 0,-24-3 0,0-1 0,14 1 0,-13-2 0,0 0 0,1-1 0,0-2 0,1 0 0,1 0 0,11-5 0,1-1 0,-14 4 0,0-1 0,8-4 0,-3 0-718,-4-1 718,9-5 0,-2-3 0,-8 5 0,9-7 0,-1-2 0,-8 4 0,7-6 0,-1-4 0,-8 7 0,6-8 0,-9 3 0,-1-2 0,-1-2 0,-1 3 0,-2-2 0,-9 4 0,-2 2 208,2-12-208,-3 10 0,0-3 0,-2-6 0,-2 2 0,0-11 0,-1 12 0,-2-6 0,0 6 0,-3-13 0,-1 3 0,0 0 0,-1 4 0,4 15 0,-2-2 0,-2-4 0,0 1 0,-4-8 0,-9-3 0,-3 2 0,-9 6 0,4 8 0,-3 2 0,7 10 0,-1 0 0</inkml:trace>
  <inkml:trace contextRef="#ctx0" brushRef="#br0" timeOffset="731826">6803 10214 5734,'-6'-4'0,"1"0"0,4 3 0,0-1 0,1-1 0,1 0 0,0 1 0,0 0 0,0 1 0,0 0 0,2-1 0,-2 2 0,6-5 0,-2 2 0,4-3 0,18-6 0,-13 6 0,17-6 0,-19 8 0,-1 1 0,10-4 0,-9 3 0,13-2 0,-15 5 0,4 0 0,-1 2 0,-5 0 0,4 2 0,-5-2 0,-1 1 0,0 0 0,13 6 0,-10-5 0,11 6 0,-13-4 0,-1-1 0,2 2 0,-3-2 0,1 2 0,-2-3 0,1 3 0,-1-2 0,1 2 0,-3 1 0,0-1 0,0 3 0,-1 0 0,-1-1 0,-5 11 0,2-6 0,-4 7 0,-2 5 0,0 0 0,1 1-437,-1 1 0,0 0 437,4-7 0,-1 2 0,2 4 0,0 1 0,0 4 0,0-4 0,2 0 0,3 5 0,2-9 0,9 17 0,-3-22 0,8 7 0,0-12 0,-1-4 0,4 1 0,-3-5 0,1-1 0,2-3 0,1 1 0,9-3 0,-6-1 0,6-3 0,-9 1 0,0-2 0,-2 1 0,-1 0 0,-3-1 0,14-7 0,-15 7 0,8-6 874,-17 8-874,-2 2 0,-2 1 0,-8 10 0,1-1 0,-6 9 0,-5 9 0,0 3 0,2-1-599,-3 3 0,1 0 599,9-8 0,2 1 0,2 6 0,1 2 0,2 1 0,0 2 0,4 2-267,4-12 0,3-1 267,1 4 0,1 0 0,2-1 0,0 0 0,-1-5 0,1-1 0,2 2 0,1 0 0,8 12 0,-9-13 0,1 2 0,-1-2 0,0 0 0,7 10 0,-4-2 0,-1-1 0,-4-1 0,-7 2 0,-4 0 0,-10-6 0,-11 15 0,-17-6 0,3-5-339,9-10 0,-1 0 339,-4 3 0,-1-1-755,7-5 0,-1 1 755,-6 4 0,0 1 0,2 0 0,1-2 0,-12 11 272,16-11 1,0-1-273,-9 13 0,11-10 431,1 3-431,34-23 0,1-6 0,22-11 0</inkml:trace>
  <inkml:trace contextRef="#ctx0" brushRef="#br0" timeOffset="735141">7874 9464 5734,'0'11'0,"0"6"0,0-5 0,0 7 0,1 29 0,0-22-147,-1 0 0,1 0 147,-1-4 0,2 21 0,-1-16 73,1 14-73,-1-13 0,1-8 0,1 18 0,-1-19 0,1 7 0,-1-11 0,-1-5 0,1 0 221,-1-3-221,-1-3 0,-1 2 0,-5-4 0,3-2 0,-3-2 0</inkml:trace>
  <inkml:trace contextRef="#ctx0" brushRef="#br0" timeOffset="735837">8004 9655 5734,'0'9'0,"2"10"0,-1-5 0,2 16 0,-2-14 0,1 7 0,1 15 0,-1-17-364,1 16 364,-1-23 0,-1 0 90,1-2-90,-1-1 0,0-2 0,0 0 0,2 1 0,-3-4 274,1 1-274,-1-7 0,-2-10 0,2 1 0,-2-21 0,2 14 0,2-20 0,0 17 0,2-6 0,0 8 0,13-28 0,-9 24 0,10-19 0,-11 27 0,-1 7 0,2 1 0,1 9 0,-3 1 0,8 18 0,-8-6 0,3 13 0,1 7 0,-4-12-527,3 13 527,-3-19 0,-2-1 0,1 0 0,-1 6 0,-1-6 0,0 2 0,-4-3 0,-1-7 0,-1 3 0,1-9 0,0-1 0</inkml:trace>
  <inkml:trace contextRef="#ctx0" brushRef="#br0" timeOffset="736126">8378 9601 5734,'1'32'0,"-1"-1"0,1-1 0,-1-3 0,0 5-1480,0-2 1480,0 0 0,1-2 0,-1 8 0,1-10 0,-1 3 175,0-6-175,0-9 77,-4 6 1,0-14-1,-3 0 1</inkml:trace>
  <inkml:trace contextRef="#ctx0" brushRef="#br0" timeOffset="736338">8238 9760 5734,'15'-5'0,"11"-2"0,-5 1 0,3 0 0,0 0 0,1 0 0,20-6 0,-27 8 0,4-3 0</inkml:trace>
  <inkml:trace contextRef="#ctx0" brushRef="#br0" timeOffset="736720">8651 9806 5734,'3'-21'0,"-1"3"0,-4 3 0,1 5 0,-1 0 0,-3 4 0,0 2 0,-12 7 0,7 1 0,-10 11 0,11-5 0,-1 5 0,1 9 0,5-9 0,1 14 0,5-15 0,2 2 0,1-6 0,4 3 0,-2-3 0,3 2 0,1-2 0,-1-3 0,3-1 0</inkml:trace>
  <inkml:trace contextRef="#ctx0" brushRef="#br0" timeOffset="737149">8760 9732 5734,'-15'25'0,"1"0"0,1 10 0,6-13 0,-1 18 0,7-24 0,2 1 0,10-8 0,-3-8 0,12-7 0,-9-4 0,5-7 0,1-16 0,-4 3-643,2-6 643,-6 12 0,-6 10 0,1 3 0,-2 3 0,1 2 0,-2 5 0,4 7 0,-1 4 643,1 9-643,-2 4 0,-1 4 0,-1 7 0,0 2-1020,0-1 0,-1 1 1020,0 0 0,0 0 0,-3 0 0,0-2 0,-2 11 0,-5 3 0,-1-2 0,-3-9 0,0-5 0,-2-1-540,-1-8 540,-5 3 0,0-15 0,6-7 0,-4-5 0,-1-24 0,8 6 0,3-10 0,2-1 0,5 1 0,2-19 0,5 21 0</inkml:trace>
  <inkml:trace contextRef="#ctx0" brushRef="#br0" timeOffset="737505">8996 9873 5734,'1'16'0,"0"-2"0,-1-5 0,0-3 0,0-2 0,-2-11 0,1-7 0,-2-3 0,2-3 0,1-4 0,0 5 0,0-5 0,6-17 0,-2 22 0,5-16 0,-5 28 0,2 1 0,-1 2 0,1 1 0,2 4 0,-2 2 0,2 8 0,-5-2 0,1 3 0,-2-2 0</inkml:trace>
  <inkml:trace contextRef="#ctx0" brushRef="#br0" timeOffset="737707">9216 9701 5734,'-3'8'0,"-1"6"0,2 0 0,-2 7 0,1 14 0,2-13 0,0 11 0,0-1 0,-1-10 0,-1 21 0,-3-35 0,1-4 0,-1-2 0</inkml:trace>
  <inkml:trace contextRef="#ctx0" brushRef="#br0" timeOffset="738091">9362 9451 5734,'-5'32'0,"2"-10"0,1 12 0,0 3 0,2-2 0,0 9 0,1 0 0,1-4 0,0 1 0,-1 0 0,0-10 0,0-5 0,-1-2 0,0-7 0,-2-1 0,-3-12 0,0-5 0,-2-4 0,4-6 0,0-2 0</inkml:trace>
  <inkml:trace contextRef="#ctx0" brushRef="#br0" timeOffset="738508">9442 9681 5734,'25'-1'0,"-2"1"0,-2 0 0,-7 1 0,9 0 0,-12-3 0,1 2 0,-8-3 0,-5-1 0,-2 3 0,-4-2 0,1 5 0,-3 0 0,-6 8 0,7-2 0,-10 16 0,12-10 0,-6 23 0,10-20 0,0 14 0,3-17 0,2 1 0,2-3 0,-1-6 0,9-8 0,-6-6 0,10-24 0,-10 14 0,1-8 0,-1 1 0,-3 10 0,1-11 0,-5 30 0,0 3 0,1 20 0,1-10 0,5 11 0,1-1 0,0-10 0,11 18 0</inkml:trace>
  <inkml:trace contextRef="#ctx0" brushRef="#br0" timeOffset="738715">9713 9639 5734,'-7'5'0,"-2"8"0,4-1 0,1 25 0,5-15 0,4 5 0,2 2 0,1-4 0,0 3 0,1 0 0,-3-6 0,-3 20 0,-14-24 0,-5 1 0,-4-11 0,2-7 0,-22-4 0,14 0 0,-15-3 0,20 0 0</inkml:trace>
  <inkml:trace contextRef="#ctx0" brushRef="#br0" timeOffset="739359">9336 9586 5734,'8'1'0,"0"-1"0,2 1 0,-2 0 0,3 0 0,0 0 0,-1-1 0,2 0 0,2 0 0,-4-1 0,4 1 0,-5 0 0,-3 0 0,0 1 0,-3-1 0,-2 0 0</inkml:trace>
  <inkml:trace contextRef="#ctx0" brushRef="#br0" timeOffset="739658">9091 9438 5734,'6'-4'0,"2"0"0,-2 3 0,2 1 0,-4 2 0,-2 0 0,0 0 0</inkml:trace>
  <inkml:trace contextRef="#ctx0" brushRef="#br0" timeOffset="740292">7939 10126 5734,'36'-4'0,"-9"1"0,1-1 0,15 0-569,-14 0 1,6 1 568,-2 3 0,7 1 0,5 0 0,1 1 0,-3-1 0,-5 0-1093,4 0 1,-4-1 0,5 1 1043,-3 0 1,6 1 0,3 0 0,0-1 0,-2 1-1,-5-1 49,-2 0 0,-3 0 0,-3-1 0,0 1-344,4-1 1,-2 1 0,1 0 343,9-1 0,2 1 0,-1 0 0,-3-1 0,-2 1 0,-1-1 0,5 1 0,0-1 0,-9 0 0,0 1 0,0-1 0,9 0 0,-2 0 0,-13-1 0,0 1 0,4-1 0,0 1 0,-4-2 0,-3 1 0,5-1 0,8 0 0,-26 2 1391,-8 1-1391,-3-3 0,-5 2 0,-4-2 0</inkml:trace>
  <inkml:trace contextRef="#ctx0" brushRef="#br0" timeOffset="741491">7408 9579 5734,'6'3'0,"4"3"0,-3-2 0,9 4 0,-5-4 0,5 2 0,28 7 0,-25-6 0,22 5 0,-33-8 0,-3 1 0,-1-1 0,-2 1 0,-9 12 0,0-5 0,-20 17 0,-3 2 0,5-6-659,-4 3 0,2-1 659,10-10-408,-3 5 408,7-7 0,-7 12 0,12-16 0,-1 3 0,9-12 0,2-3 0</inkml:trace>
  <inkml:trace contextRef="#ctx0" brushRef="#br0" timeOffset="741875">7340 9664 5734,'2'-4'0,"0"1"0,-2 3 0,0 0 0</inkml:trace>
  <inkml:trace contextRef="#ctx0" brushRef="#br0" timeOffset="744208">7469 9522 5734,'-5'-3'0,"-2"0"0,0-1 0,-7-1 0,4 1 0,-5-2 0,-10-4 0,9 4 0,-10-6 0,14 6 0,2 0 0,-8-4 0,9 4 0,-6-3 0,10 6 0,-2-2 0,2 2 0,0-2 0,3 4 0,3 1 0,3 3 0,-1-1 0,10 5 0,-6-4 0,25 10 0,-19-7 0,16 8 0,9 14 0,-21-14 0,3 1 0,-1 0 0,-5-2 0,-3-4 0,7 8 0,-10-9 0,5 5 0,-6-5 0,-2-2 0,-1-1 0,-3-4 0,0 0 0,0 1 0,-1 0 0,0 0 0,0 0 0,-1 4 0,2-3 0,-1 2 0,0-2 0,0-2 0,-1 2 0,0-2 0,-1 1 0,1-1 0,-3 1 0,-1 1 0,-2 2 0,-21 28 0,16-18 0,-18 23 0,18-18 0,2-4 0,-3 4 0,-3 9 0,6-12 0,-10 19 0,12-24 0,-3 8 0,7-13 0,1-1 0,1-2 0,2-2 0,-1 0 0,1 0 0,18-13 0,-11 6 0,13-11 0,-11 7 0,-2 1 0,6-7 0,-1 3 0,-1-1 0,1-2 0,-5 7 0,1-2 0,0 0 0,-4 4 0,2-3 0,-4 6 0,-3-1 0,-2 5 0,-2 1 0,-21 18 0,12-11 0,-19 16 0,24-19 0,-2 3 0,10-7 0,0-2 0,18-23 0,-8 10-346,13-17 346,-11 16 0,3-9 0,-2 6 0,3-6 0,7-11 0,-12 19 0,9-15 0,-16 26 0,-1 0 0,-1 2 0,0 0 0,-1 0 0</inkml:trace>
  <inkml:trace contextRef="#ctx0" brushRef="#br0" timeOffset="744958">7349 9585 5734,'-1'7'0,"-2"3"0,-1-4 0,-1 3 0,0 0 0,0-1 0,-3 4 0,3-8 0,-1 2 0,5-6 0,0 0 0,1-4 0,-1 1 0,2-3 0,1-1 0,0 1 0,2-1 0,0 0 0,-1 3 0,-1-2 0,1 3 0,-2 1 0,1 0 0,-2 6 0,0 2 0,0 3 0,-1-1 0,-1 1 0,1-3 0,-1 1 0,2-2 0,-1-2 0,0-1 0,-2-3 0,1-1 0,-2-2 0,-1-4 0,3 3 0,-1-4 0,2 4 0,1 0 0,0 0 0,1-1 0,1 3 0,2-1 0,-2 4 0,0 2 0,-4 2 0,0 1 0,0 0 0,2 2 0,2 0 0</inkml:trace>
  <inkml:trace contextRef="#ctx0" brushRef="#br0" timeOffset="806110">10307 9710 5734,'-5'-2'0,"2"0"0,0 2 0,2 0 0,0-1 0,3-1 0,0 1 0,1-2 0,0 2 0,5-3 0,-1 2 0,19-1 0,-11 2 0,32-2 0,-23 1 0,18-2 0,1-3-219,-7 2 219,-4 1 0,3 0-927,-6 1 0,0 0 927,-1 0 0,1 0 0,5 0 0,-2 0-771,3 1 771,8-1 0,-10 0 0,-2 1 0,-2-1 0,0 1 0,-3 0 0,-13 0 0,-4 1 162,2-1-162,-4 0 1716,-2 1-1716,0 0 966,-5 1-966,-5 2 0,1-1 0,-3 1 0</inkml:trace>
  <inkml:trace contextRef="#ctx0" brushRef="#br0" timeOffset="806474">10831 9520 5734,'8'-1'0,"4"0"0,-1 0 0,5 2 0,8 1 0,-8 1 0,8 3 0,0 1 0,-6 1 0,15 8 0,-26-8 0,-2 13 0,-5-6 0,-9 23 0,0-19 0,-9 15 0,2-8 0,3-9 0,0 1 0,8-17 0</inkml:trace>
  <inkml:trace contextRef="#ctx0" brushRef="#br0" timeOffset="889701">1761 10843 5734,'-1'-7'0,"0"-6"0,0 5 0,0-3 0,1 1 0,0 0 0,0 1 0,0-2 0,0 7 0,0-1 0,0 4 0,0 1 0,-1 4 0,-3 18 0,2-6 0,-1 13 0,2-13 0,-1 0 0,2 1 0,-1 5 0,2-4 0,7 14 0,-2-16 0,13 10 0,-9-18 0,23-3 0,-12-9 0,9-7 0,1-4 0,2-4 0,4-7 0,1-2 0,-6 2 0,-8 3 0,3-5 0,-6 6 0,-1 1 0,0-4 0,-6 8 0,-16 18 0,0 1 0,-1 4 0</inkml:trace>
  <inkml:trace contextRef="#ctx0" brushRef="#br0" timeOffset="890233">1854 11472 5734,'-2'13'0,"0"-1"0,-1 5 0,0 6 0,1-5 0,0 15 0,15 12 0,-5-18-309,11 10 309,-7-31 0,1-3 0,3-1 0,16-8 0,-5-2-302,13-5 302,-16 2 0,-2 0-1228,14-7 1228,-13 6 0,1-1 0,4-4 0,-1 0 0,6-4 0,-9 6 0,-1 0 0,-4 2 0,-2 1 0</inkml:trace>
  <inkml:trace contextRef="#ctx0" brushRef="#br0" timeOffset="891906">1878 12326 5734,'6'22'0,"-3"-7"0,5 13 0,0 0 0,-4-6 0,4 10 0,-2 1 0,-1-7 0,2 6 0,-1-1 0,0-9 0,1 5 0,-1-3 0,0-7 0,0 3 0,1-7 0,-1-5 0,3-1 0,14-14 0,-4-2 0,11-11 0,2-4 0,4-6 0,-12 8 0,6-4 0,0-2 0,-4 5-486,-3 2 0,0 1 486,7-7 0,4-2 0,-7 5 0,0 1 0,2 0 0,-15 9 0</inkml:trace>
  <inkml:trace contextRef="#ctx0" brushRef="#br0" timeOffset="942006">2110 10384 5734,'5'-3'0,"-3"1"0,0 1 0,-2 1 0,2 0 0,7 0 0,-3 1 0,7-1 0,-9-1 0,2 1 0,-2 0 0,-2 0 0,2 0 0,1 0 0,-1 0 0,9-3 0,-3 0 0,5 0 0,-2-1 0,-5 2 0,3-1 0,4-1 0,-6 1 0,6 0 0,-7 1 0,-1 1 0,10-3 0,-9 2 0,10-3 0,-10 4 0,3-2 0,1 1 0,-3 1 0,3 0 0,-1-1 0,-3 1 0,3-1 0,-4 2 0,4 0 0,-3 0 0,3 0 0,13 0 0,-12 0 0,13 0 0,-8 1 0,-6-1 0,13 3 0,-14-2 0,7 1 0,-9-1 0,1 0 0,-1 1 0,5 0 0,6 1 0,6 0 0,-4-1 0,0-1 0,-6-1 0,-3 0 0,4 0 0,19 1 0,-17-1 0,18 2 0,-19-1 0,-2-1 0,13 2 0,-12-2 0,9 2 0,-6-2 0,-3 0 0,16 0 0,-15 0 0,8 0 0,-4 0 0,-6 0 0,5 0 0,-5 0 0,26-2 0,-19 2 0,6 0 0,-1-1 0,-9 1 0,11 0 0,-1-1 0,-9 1 0,15-1 0,-17 2 0,5-1 0,1 2 0,-4-1 0,21 2 0,-16-2 0,11 2 0,-8-1 0,0 0 0,1 0-371,-1 0 0,-1 0 371,-7-1 0,-1 0 0,1 0 0,25 2 0,-19-1 0,18 0 0,-16-1 0,-5-2 0,6 1 0,9 0 0,-13 0 0,20-1 0,-23 1 742,5 0-742,2 0 0,-6 0 0,6 0 0,2 0 0,-8 1-475,9-1 475,-9 0 0,16-4 0,3-1 0,-2 0 0,9-2 0,-2-1 0,-16 2 0,10-2 0,-14 4 0,-2 0 0,8-1 0,-1 1 0,-1 1-716,-2 1 716,7-1 0,8 2 0,-16 0 0,14 1 0,3 0 0,-20 0 0,16 0 0,-25 0 0,19 3 0,-19-2 0,14 2 440,-23-1-440,3 0 0,-5 0 0,3 1 751,-6-2-751,1 0 0,-1-1 0,1 1 0,-1-1 0,-5-2 0,-7 6 0,-5-1 0,-6 8 0</inkml:trace>
  <inkml:trace contextRef="#ctx0" brushRef="#br0" timeOffset="962387">7447 15830 5734,'0'8'0,"0"0"0,-1 6 0,1-4 0,-1 4 0,1-3 0,0 1 0,1 1 0,1 19 0,-1-12 0,2 5 0,-1 1 0,0-4 0,1 2 0,1 0 0,-2 2 0,3 5 0,-1-1 0,-2-20 0,1 8 0,-1-15 0,-1-2 0,2 0 0,0-3 0,3 0 0,15-13 0,-5 3-1639,9-8 1,1-2 1523,3-2 115,-7 5 0,2-1-475,-5 4 0,0 0 475,10-9-31,-11 9 1,2 0 30,5-4 0,0 1 0,8-6 0,5-2 0,1 0-951,-5 4 951,-8 5 0,1 0 0,-7 5 0,1 0 0,9-4 0,-1-1 0,12-6 404,-16 9 0,-7 3 0,-14 8 0,-4 1 0</inkml:trace>
  <inkml:trace contextRef="#ctx0" brushRef="#br0" timeOffset="979173">3132 17181 5734,'-1'-3'0,"1"6"0,-1 2 0,0 2 0,0-1 0,2-5 0,0 0 0,2-1 0,-1 0 0,2 0 0,-1 0 0,2 0 0,-2 0 0,2 0 0,-2-1 0,0 1 0,1-1 0,7 0 0,-5 0 0,7-1 0,-9 2 0,1 0 0,3 0 0,-3 0 0,3 0 0,0 0 0,-2 0 0,3-1 0,-1 1 0,-1 0 0,1 0 0,-3 0 0,16-3 0,-11 1 0,18-1 0,-19 2 0,12 1 0,-11 0 0,11 3 0,-8-1 0,1 0 0,-3-2 0,-5-1 0,1 0 0,4 0 0,-5 0 0,5 1 0,4-1 0,1-2 0,3 1 0,-6-1 0,-6 2 0,2 1 0,-3 0 0,9-2 0,-7 2 0,9-2 0,-9 2 0,5 0 0,-2-1 0,-3 0 0,3 0 0,-3 0 0,-2 0 0,1 1 0,1-1 0,-3 1 0,3-1 0,0 0 0,-2 0 0,1 0 0,4 1 0,1 0 0,1 0 0,-2 0 0,-4 0 0,0 0 0,15 1 0,-12 0 0,12 1 0,-12 0 0,11-1 0,-8 0 0,10-1 0,-15 0 0,1 0 0,0 0 0,-1 0 0,0 0 0,-2 0 0,0 0 0,0 0 0,0 1 0,7 0 0,-4-1 0,11 1 0,-11-1 0,5 0 0,-4 0 0,-2 0 0,3 1 0,0 0 0,-3 0 0,3-1 0,3 0 0,-5 0 0,6 0 0,12 0 0,-9 0 0,10 0 0,-15 0 0,-7-1 0,0 0 0,0 0 0,0 1 0,0 0 0,2 0 0,-2 0 0,5 0 0,-2 1 0,6 1 0,-4 0 0,1 0 0,-3 1 0,-2-2 0,2 2 0,3-2 0,-5 0 0,23-2 0,-20 0 0,23-1 0,-24 1 0,13-1 0,-12 0 0,10-1 0,-11 1 0,6-1 0,-4-1 0,-2 1 0,2 0 0,-1-1 0,-2 2 0,7-2 0,-1 2 0,1 0 0,-3 1 0,-5 1 0,0-2 0,-1 2 0,13-2 0,-8 1 0,9-2 0,-7 2 0,-4 0 0,5 0 0,-3-1 0,0 0 0,-1-1 0,2 2 0,-3 0 0,4 1 0,0-1 0,-3 0 0,2-1 0,16-4 0,-14 4 0,15-4 0,-12 4 0,-6 0 0,15-1 0,-14 1 0,16-2 0,-15 3 0,5-2 0,-4 2 0,-4 0 0,4 1 0,-2-1 0,-1 1 0,2 0 0,1 1 0,-3 0 0,11 0 0,-5-1 0,2 0 0,-4 1 0,-5-1 0,5 1 0,-3 0 0,22 2 0,-19-2 0,13 2 0,-14-2 0,-3 0 0,3-1 0,7 1 0,-8-1 0,13 0 0,-16 0 0,4-1 0,-1 0 0,-3-1 0,3 1 0,1 1 0,-4 0 0,3 2 0,-4-1 0,24 3 0,-18-2 0,30 1 0,-30-3 0,19-3 0,-19 2 0,9-2 0,-6 2 0,-5-1 0,4 0 0,2 0 0,-6 1 0,6-2 0,-5 1 0,7-1 0,8-2 0,-4 1 0,-2-1 0,-10 3 0,-1-1 0,0 2 0,25-5 0,-19 4 0,18-4 0,-26 5 0,0 1 0,0-1 0,13 1 0,-9-1 0,13-1 0,-16 1 0,4-1 0,-1 0 0,-3 1 0,4-1 0,4 1 0,-6-1 0,7 1 0,16-3 0,-18 2 0,19-2 0,-15 4 0,-8 1 0,15 0 0,-15-1 0,4 0 0,8-1 0,-9 0 0,8-1 0,-5 1 0,-5 0 0,17 0 0,-15 0 0,15 2 0,-1 0 0,-8 1 0,6 0 0,-16-1 0,-1 0 0,0 1 0,21-1 0,-18 0 0,17-1 0,-11 0 0,-1 0 0,17 0 0,-16 0 0,10 0 0,-16 0 0,5 0 0,0 1 0,-5 0 0,5 1 0,-1-1 0,-3-1 0,4 0 0,-6 0 0,24 0 0,-17 0 0,18 0 0,-11 0 0,-10 1 0,23 1 0,-22-1 0,9 1 0,-5 0 0,-6 0 0,6-1 0,-1 0 0,-5-1 0,5 0 0,2-2 0,-8 1 0,22-3 0,-11 1 0,6-1-320,-9 1 320,-8 1 0,1-1-19,0 0 19,1 0 0,9-2 0,1 0 0,-1 0 0,8 0 0,-1 0 0,-15 4 0,23-2 0,-25 2 0,10 0 0,-13-1 0,-1 1 0,1 0 0,1 0 0,5-1 0,-5 0 0,5 1 0,0 0 0,-5 0 319,4 2-319,-7 0 20,4-1-20,-4 1 0,3 0 0,12 6 0,-14-4 0,10 3 0,-16-4 0,-4-1 0,2 1 0,-6-2 0,-18 1 0,-1 1 0,-16 2 0,5 1 0</inkml:trace>
  <inkml:trace contextRef="#ctx0" brushRef="#br0" timeOffset="997102">8502 16679 5734,'0'-6'0,"0"2"0,0 1 0,1 3 0,-2 4 0,1-1 0,-1 3 0,2-5 0,-1-1 0,1 2 0,0-2 0,2 3 0,-2 2 0,1 0 0,-1 2 0,0-1 0,8 34 0,-4-21 0,5 26 0,-6-24 0,-1-5 0,3 18 0,-3-16 0,2 8 0,2 7 0,-3-18 0,2 13 0,-3-19 0,-2-4 0,2 3 0,-3-7 0,3 0 0,-1-3 0,10-12 0,-2 3 0,9-10 0,4-7 0,-4 5-248,8-10 248,3-3 0,-7 8 0,6-7 0,1 0-269,-1 2 269,-7 8 0,3-4 0,-3 5-1274,4-4 1274,-7 7 0,2-1 0,0 1 0,-2 3 0,7-7 0,1 1 0,0 1 0,-5 5-277,14-11 277,-24 19 0,0 0 0,-10 8 0</inkml:trace>
  <inkml:trace contextRef="#ctx0" brushRef="#br0" timeOffset="1.75471E6">22070 12742 5734,'4'-3'0,"-2"0"0,-1 2 0,-1 0 0,0-1 0,0 0 0,-1 1 0,-2-1 0,1 1 0,-2-1 0,-1 0 0,1 2 0,-2-2 0,-6 1 0,3 0 0,-6-2 0,-21-5 0,17 4 0,-21-4 0,18 5 0,4 1 0,-6-1 0,-8 3 0,11 0 0,-21 2 0,24 0 0,-7 0 0,2 1 0,6-2 0,-6 0 0,1 0 0,-11-2 0,-12-1 0,6 1-400,-8-3 400,22 2 0,-6 0 0,9 0 0,-3 1 0,-1 0 0,-3 1-382,4-1 0,1 1 382,2 1-520,-9 1 520,6 1 0,0 1 0,-1 0 0,-1 1 0,-14 3 0,20-4 0,1-1-177,0 0 177,0-1 0,-9 1 0,7-1 341,-7 0-341,3-1 0,-1-1 0,0 0 367,1 0 0,-1 0-367,-9 0 0,14 1 0,-4 0 0,0 0 0,3 0 575,-11 1-575,7 0 0,6 0 0,-15 4 0,14-2 211,-7 2-211,-14 7 0,4 0 0,-5 2-692,12-3 692,16-5-9,0-1 9,0 0 0,-6 3 0,6-3 0,-4 2 0,6-3 0,-5 2 0,4-2 0,-11 3 0,0 1 0,3-2 0,-3 1 0,13-3 0,-2 0 0,-7 3 0,4-1 0,-5 2 0,-2 0 0,6-2 691,-7 2-691,1 1 10,6-3-10,-14 8 0,0 0 0,7-2 0,-3 0 0,0 1 0,7-2-341,5-3 341,-6 5 0,-13 11 0,16-10 0,-15 11 0,21-15 0,-10 11 0,9-8 0,-19 18 0,20-17 0,-8 9 0,5-4 0,5-5 0,-17 22 0,15-20 0,-10 20-380,15-23 380,-1 4 0,1 1 0,3-5 0,-2 5 0,-1 10 0,4-10 0,-5 20 0,8-19 111,-1 6-111,3-8 0,1 1 0,2-1 0,0 1 0,4 8 0,0-6 0,3 6 0,0-8 0,14 9 0,3 1 0,-1-1-649,-1-5 1,6 4-1,-5-5 649,6-1 0,1 0 0,7 3 0,-5-3 0,-13-8 0,0 0 0,7 4 0,3 1 0,-4-2-907,7 2 907,1-1 0,-9-5 0,0-1 0,15 6 76,-16-6 1,4 0-77,2-1 0,3 1 0,1-2 0,-3-1 0,0-2 0,1 1-605,4 2 1,0 1 0,-1-3 604,6 0 0,-6-2 0,-3-1 292,-8-2 1,-1-1-293,15 1 315,-15-1 0,2-1-315,1 0 0,-1-1 0,16-1-184,-16 1 1,2-1 183,-1 0 0,0 0 0,15 0 0,-7 0 0,-1 0 0,7 0 0,-17 1 0,2 1 0,8-2 0,-1 1 0,10 0-141,-8-2 0,9-1 1,1-1-1,-7 1 141,-9 1 0,1-2 0,8-2 0,9-1 0,-1-1 0,-9 1-151,-13 1 1,-2 0 150,16-5 0,-1 0-298,-9 3 1,-2 1 297,14-6 32,-16 7 0,3-2-32,2-5 0,3-1 0,-3 0 0,-5 3 0,-1 0 318,7-4 0,3-3 1,-5 3-319,5-9-238,-9 4 1,6-6 0,0-1-1,-4 4 238,1-1 0,0-1 0,-1 1 0,4-4 0,1 0 0,-6 3-35,3-4 1,-4 3 34,-4 4 0,0 1 0,4-6 0,2-1 0,2-5 0,-2 2 0,-11 12 0,0-1 31,12-14 1,-2 1-32,-8 7 0,2-6 0,-7 3 0,-6 9 2263,0-7-2263,-7 1 0,-3 8 2173,-6-5-2173,-15 9 0,1 5 47,-12 2 1,4 8 0,0 2 0</inkml:trace>
  <inkml:trace contextRef="#ctx0" brushRef="#br0" timeOffset="1.75529E6">21186 12352 5734,'5'2'0,"5"11"0,-3-1 0,2 10 0,-4-4 0,-3 10 0,0 2 0,0 4 0,-2-3 0,1 1 0,1 11 0,-1-17 0,3 8 0,5-22 0,1-8 0,6-8 0,17-30 0,-17 17 0,0-3-508,8-8 1,1-5 507,-2 4 0,1-1 0,-1 0-1528,6-7 0,0 0 1528,-3 4 0,1-1 0,1-1 0,2-3 0,0 1 0,-1 1-555,-6 7 1,0 2 0,0-2 554,6-7 0,2-1 0,-1-1 0,-1 3 0,0 1 0,-1 1 0,-7 7 0,-1 1 0,0 0 0,5-5 0,2-1 0,-2 0 0,-4 5 0,0 1 0,-2 1 0,3-3 0,-1 0 0,5-4 0,0-1 0,0 0 0,-1 1 0,5-5 0,-5 7 0,-1 4 0,-7 8 0,0 5 0,-9 10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3-09T01:26:09.580"/>
    </inkml:context>
    <inkml:brush xml:id="br0">
      <inkml:brushProperty name="width" value="0.05292" units="cm"/>
      <inkml:brushProperty name="height" value="0.05292" units="cm"/>
      <inkml:brushProperty name="color" value="#FF0000"/>
    </inkml:brush>
  </inkml:definitions>
  <inkml:trace contextRef="#ctx0" brushRef="#br0">3219 4137 5734,'-4'-1'0,"0"0"0,1 1 0,0-1 0,0 1 0,0-1 0,2 3 0,-1-1 0,2 1 0,0 0 0,1 2 0,-1-2 0,1 3 0,1-2 0,0 0 0,0 1 0,3 2 0,-2-1 0,3 3 0,1 1 0,-2-2 0,7 6 0,9 12 0,-6-10 0,8 7 0,0 0 0,-6-9 0,16 16 0,-13-16 0,-5-2 0,13 7 0,7 0 0,-6-4 0,-6-3 0,-1-2 0,3 0 0,8 2 0,3-3 0,-7-2 0,2 0 0,-1-1 0,2 1 0,-7-3 0,0 1 0,12 0-861,-9 0 861,9 0 0,0-1 0,-9 0 0,1 0 0,1 1 0,1 0-104,-7 0 0,2-1 104,14 3-983,-8-2 983,10 1 0,3-1 0,-11-1 0,10 0 0,-2 1 0,-11-2 0,0 0 0,7-1 0,-5 0 0,-7-1 0,-1 0 0,11-1 0,6 0 0,-7-1 0,5-1 0,-9-1 0,0 0 0,0-1 0,12-1 0,-14 1 0,0 1 0,9-3 0,-3 0 0,5-1 0,-5 1 0,8-2-363,-1-1 1,-3 1 362,-10 1-521,-3 2 1,1-1 520,6-2 73,-8 3 0,2-1-73,9-2 0,-1 0 0,2-1 0,-1 1 0,0 0 0,3-1 50,-8 1-50,8-2 0,0-4 0,-10 4 0,9-5 0,-2-1 0,-7 4 0,6-4 0,0-1 0,-8 4 0,9-4 0,0-1 0,-7 3 0,7-5 0,-1-1 0,-9 5 0,8-6 0,-3 1 0,-8 5 0,7-4 0,-7 1 0,0 0 0,1 0 0,-2 0 0,-1 1 0,-6 5 1310,-1 0-1310,5-6 0,-3 6 1284,3-6-1284,-1 3 0,-5 3 0,1-3 0,-2 1 1028,1-4-1028,4-19 0,-7 14 0,-1-9 0,-8 11 0,1 5 0,1-23 0,-1 20 0,0-13 0,1 8 0,-1 5 0,-1-6 0,0 0 0,-1 6 0,-1-5 0,-3 0 0,0 6 0,-2-5 0,-2 1 0,0 6 0,-2-5 0,-7-6 0,-6 0 0,4 5 0,-1 0 0,-8-5-732,-4 1 732,18 17 0,1 1 0,-1 1 0,1-1 0,-12-5 0,9 5 0,-16-9 0,16 10 0,-15-5 0,-7 2 0,5 3 0,8 3 0,1 1 732,0 0-732,0 1 0,-1-1 0,0 1 0,-14-3-486,19 3 486,0 0 0,0 0 0,-17-3 0,13 2 0,-3 0 0,1 0 0,3 1-130,-2-1 0,0 1 130,4 0 0,-21-4 0,21 4 0,-6-2 0,8 2 0,-8-2 0,7 1 0,-8-1 0,2-1 0,6 3 0,-6-2 0,1 0 0,5 1 0,-5 0 0,-19-3 0,14 3 0,-16-4-475,24 6 475,5 2 0,0 0 0,0 0 0,-10 2 0,6 0 449,-9 0-449,-1 1 0,5-1 259,-7 1-259,0-2 0,0-1 0,0 0 256,1 0 1,-1 0-257,-7-1 0,14 1 0,-14-1 0,11 0 0,6 1 0,-5-1 0,0 1 0,8 1 0,-8 0 0,0-1 0,6 1 0,-6 0 0,-1 0 0,8 0 0,-8 0 0,0 1 0,7 1 0,-8 0 0,0 0 0,6-1 0,-6 2 0,1 0 0,8 1 0,-6-1 0,2 1 0,7-2 0,-5 2 0,-22 6 0,23-5-465,-23 5 465,30-6 0,0-1 0,-1 1 0,1 0 0,-17 4 0,12-3 0,-4 1 0,0 0 0,2 1 0,-22 5 0,2 0 0,6-2-816,-7 3 816,20-6 0,-19 9 0,16-6-24,-2 1 0,0 1 24,5-1 0,-19 9 0,24-10 0,-4 3 0,-5 1 0,11-4 0,-20 11 0,22-12 0,-13 8 0,14-10 0,-3 3 0,-3 3 0,7-3 0,-15 10 0,15-11 0,-18 12 0,16-11 0,-23 19 0,10-6 0,-4 4 811,8-6-811,5-4 0,6-3 0,-14 16 0,13-14 0,-14 21 0,16-20 0,-12 24 0,14-26 518,-6 11-518,10-17 0,1 0 0,-1 3 0,2-3 0,-2 1 0,2-3 0,-1 2 0,1-2 0,0 2 0,0 2 0,0-3 0,1 4 0,0 1 0,1-3 0,-1 5 0,1 0 0,0-2 0,0 2 0,1 0 0,0-3 0,0 3 0,0-4 0,0-1 0,0 1 0,0-1 0,2 4 0,-2-4 0,2 3 0,0 0 0,-1-3 0,0 2 0,0 0 0,9 12 0,-5-9 0,10 13 0,-11-19 0,4 4 0,0-1 0,-3-2 0,4 3 0,0 0 0,-1-2 0,2 4 0,12 12 0,-10-12-260,11 12 260,-13-16 0,0 1 0,4 3 0,-2-4 0,1 4 0,4 3 0,-6-6 0,10 9 0,-10-11 0,4 3 0,0 0 0,-3-3 0,3 4 0,7 4 0,-9-7 0,13 10 0,-13-11 0,4 2 0,0 1 0,-4-3 0,4 2 0,5 3 0,-8-6 0,20 14 0,-18-12 0,19 8 0,3 2 0,-10-7-469,6 3 0,-2-1 469,-11-8 0,0 1 0,0-1 0,20 7 0,-15-5 0,14 5 0,-8-3 0,-7-3 0,12 3 0,2 0 0,-4-1-573,0-1 0,-2 0 573,-8-4 0,-1-1 0,0 1 0,8 0 0,-8-1 0,2 0 108,13 2-108,-8-2 0,1 0 0,1-1 0,1 0 0,-8 0 0,1-1 0,14 1 0,-9-1 0,11 1-589,5-1 589,-10-2 0,4 0 0,2-1 0,2 0 0,-11 0 0,1-1 0,-8-1 0,-2 1 0,14-2 0,-14 2 0,1-1 0,-2 0 0,0 0 0,13-1-455,-13 1 0,0 0 455,9-1 0,-1 0 944,0-1-944,-5 0 0,3-2 0,1 0 0,2-1 0,-1 0 0,5 0 0,0-2-375,0 1 1,1-2-1,-5 2 375,5-3 0,-14 4 0,1 0-206,-2 0 0,-1-1 206,13-3 0,-1-2 0,1-1 0,1-1 0,-10 4 0,1-1 0,1-4 0,-1 0 0,-4 1 0,1-1 0,6-2 0,-2-1 0,-7 3 0,0 0 0,6-6 0,0 0 0,7-8 0,-8 8 0,1-1 0,-8 5 0,-1 2 0,10-11 0,-10 11 0,0-2 0,1 0 0,-1 1 0,11-11 0,-10 11 0,0-2 0,0 1 0,-2 0 0,11-10 0,-11 11 0,0-2 0,-1 1 0,-1 0 0,9-10 644,4-8-644,-4 1 0,-7 8 0,3-8 0,-2 0 0,-6 9 0,4-9 0,-4-1 0,-2 8 0,2-10 0,1-3 1116,-4 9-1116,4-10 0,-4 3 0,-1 0 0,0-1 0,-1 1 0,-1 3 0,-5 10 0,-2-10 415,-2 8-415,-3-9 0,-6-1 0,0 9 0,-5-9 0,-7-1 0,3 7 113,7 13 0,-3-1-113,-18-14 0,-2 2 0,15 13 0,0 1-586,-5-4 1,-3-1-1,4 3 586,-15-7 0,20 15 0,-2-1 0,-17-9 0,0 1 0,14 7 0,0 1 0,-13-6 0,0 0 0,10 6 0,2 1 0,-3-1 0,0 1 0,0-1 0,0 1-123,1 1 0,2 1 123,-14-3 0,-4 0 0,9 5 0,-2 0 0,7 2 0,-1 0 0,-10-1 0,-4 0 0,12 4 0,-1 1 0,1 0 0,-7 0 0,0 1-199,4 1 1,0 0-1,-2 1 199,-1 2 0,0 1 0,1 0-605,-7 1 1,-1 1 604,8-1 0,-2 1 0,-2 0 0,3 2 0,-2 0 0,0 1 0,3-1 0,4 0 0,2-1 0,-4 1 0,0 1 0,-5 1 0,-1 1 0,2-1 0,5 0 0,-13 3 0,4 1 0,5-2 0,-1 1 0,0 0 0,0 1 0,0 1 0,2-2 0,-7 4 0,0 0 0,9-4 0,-2 0 0,-4 4 0,3 0 0,-5 3 0,-4 3 0,1-1 0,3 0 0,5-3 0,-3 2 0,5-3 0,-4 4 0,2-2 0,-7 2 0,-2 2 0,1 1 0,5-3 0,8-2 0,-4 7 0,7-2 0,-4 1 0,0 1 0</inkml:trace>
  <inkml:trace contextRef="#ctx0" brushRef="#br0" timeOffset="2089">5583 2621 5734,'-38'-5'0,"-1"2"0,10 1 0,0 0-2812,-16 1 2812,16 0 0,-1 1 0,1 1 0,1 0 0,-14 2 0,16-2 0,-1 2-54,-6 2 0,2 0 54,-9 2 0,2 0 0,1 2 0,4 1 0,-10 3 0,2 0 166,13-5 0,-2 0-166,0 1 0,0-1 0,0-1 0,3 0-623,-14 3 623,14-4 0,-1 1 0,0-1 0,2-1 0,-1 1 0,-8 0 0,1 1 0,1-1 0,1-1 0,-10 3 0,12-3 0,-4 1 0,3 0 0,-15 4 0,15-4 0,-4 1 0,5 0 0,5 2 0,4-1 0,-16 5 0,14-4 0,-1 1 0,-1 0 0,1 1 0,-13 5 0,12-6 0,0 2 0,0-2 0,2 1 0,-16 6 0,16-7 0,-2 1 0,-5 3 0,0 0 0,-8 4 0,2-1 0,0 0 0,4 0 0,-10 5 0,4 1 0,9-4 1224,-7 5-1224,14-8 0,1 1 0,-6 6 277,3 0 0,-1 1-277,-6 13 0,4 0 0,0 2 0,10-14 0,0-1-503,-5 10 1,2-1 502,3-2 0,1 0 0,3-2 0,0 2 0,-4 6 0,4-8 0,1 0-340,-3 13 340,5-9 0,6 1 0,1 7 0,1-5 0,2 11 0,0-15 0,0 3 0,3-2 0,6-2 0,2-4 0,4 10 0,-3-9 0,3 1 0,-1-8 0,2-1 0,10 10 0,8 0 0,1-1 0,-15-14 0,1-1 0,12 5 0,7 3 0,-5-3 0,-9-7 0,1 0 0,14 5 0,7 1 0,-6-2 0,-11-6 0,1-1 0,2 1 0,6 0 0,1 1 0,-6-3-1009,0 0 0,-1-1 1009,0 0 0,4 1 0,-3-1 0,7 1 0,-3-2-469,-8 0 0,0-1 469,7 1 0,2 1 0,-1-2 0,-1-1 0,-8-1 0,-1 0 0,10 1 0,0-1 0,1-1 0,0 0 0,-11 0 0,4-1 0,0 0 0,7-1 0,1 0 0,-1 0 0,9-3 0,-2-1 0,1 0 0,-12 2 0,1 0 0,-1 0 0,1-1 0,1-2 0,1-1 0,-1 0 0,-6 0 0,-1-1 0,-2 1 0,9-3 0,2 0 0,0-2 0,-1 1 0,-8 2 0,-1 0 0,9-3 0,0-1 0,-1 0 0,-1 0 0,-9 2 0,0 0 0,6-1 0,2-3 0,4-1 0,2-3 0,-4 2 0,-7 4 0,-1-2 0,6-1 0,5-3 0,-5 1 0,0-3 0,-4 2 0,-11 5 0,1 1 0,11-7 0,0 0 0,-7 3 0,-2 2 0,13-10 0,-13 9 0,0-1 0,0-1 0,-1 1 0,12-9 0,-12 8 0,-1 0 0,9-8 0,-2-1 0,0-1 0,-2-1 0,-8 8 0,0-1 0,8-10 0,-10 12 0,0-2 0,-1 2 0,-1-1 0,7-10 0,4-10 0,-10 13 0,0 0 0,2-8 0,-1 0 0,-2 1 0,-3 0 0,2-10 0,-5 0 0,-4 11 0,0-11 1086,-6 16 0,-2-3-1086,-3-10 0,-2 0 0,3 5 0,-1 1-123,-3-5 1,0 4 122,-1 3 0,-1 1 483,-1 1-483,-2-1 0,4 10 0,-2 0 0,-6-12 0,-4-1 0,0-1 0,-3 0 0,5 8 0,0 0 0,2 6 0,0 2 0,-10-10 0,0 4 0,-7-5 0,3 5 0,10 9 0,-1 1-249,-6-6 1,-4-1-1,3 4 249,-11 2 0,-3 1 0,8 6 0,-2 2 0,8 1 0,-1 1 0,-9-1 0,-5 1 0,2 3 0,-4 2 0,3 0 0,0-1 0,-3 3 0,8 0 0,-7 2 0,-3 0 0,3 1 0,6 0 0,4 0 0,5 0 0,-4 2 0,-2 0 0,-4 2 0,-2 0 0,2 0 0,5 0-555,2 0 0,4 0 1,-2 0 554,-7 3 0,-3 0 0,-1 2 0,4 0 0,-3 1 0,2 1 0,2-2 0,4-1 0,2-1 0,-3 3 0,-5 2 0,-6 3 0,-2 0 0,2 1 0,7-3 0,6-2 0,5-2 0,-2 1 0,-4 3 0,-3 1 0,1 0 0,4-2 0,-5 4 0,3 0 0,-2 1 0,0 1 0,1-1 0,-2 4 0,4-3 0,-3 5 0,0-1 0,3-1 0,3-3 0,3-1 0,-4 4 0,3-2 0,-4 5 0,-2 1 0,1 1 0,1-1 0,6-5 0,0 2 0,3-3 0,-1 3 0,-5 6 0,-4 5 0,0 0 0,5 0 0,2 2 0,4 0 0,1-2 0,2-5 0,2-2 0,0 1 0,2 3 0,0 0 0,0 0 0</inkml:trace>
  <inkml:trace contextRef="#ctx0" brushRef="#br0" timeOffset="18375">15931 4046 5734,'-1'3'0,"0"0"0,1-1 0,0-1 0,2 1 0,-1-1 0,2-1 0,-1 0 0,1 0 0,-2-1 0,1 1 0,1-1 0,3 3 0,0-1 0,3 1 0,-2 0 0,1-1 0,6 2 0,-3-2 0,4 2 0,1 0 0,-4-1 0,5 1 0,-1 1 0,-4-2 0,5 1 0,-1 1 0,-3-3 0,4 2 0,2-1 0,-5-1 0,5 1 0,2 0 0,-6-1 0,6 1 0,0-1 0,-7 0 0,6-1 0,-3 0 0,-2 0 0,2 0 0,1 0 0,-4 0 0,20 0 0,-4-1 0,4 0 0,-8-2 0,-5 2 0,-5-1 0,6 1 0,0-1 0,-4 0 0,5-1 0,-7 1 0,0 0 0,-1 0 0,11 0 0,-3 1 0,2 0 0,-7 1 0,-6 1 0,-1-1 0,7 2 0,-6 0 0,6-1 0,4 2 0,-7-2 0,14 1 0,-15-1 0,4 0 0,0-1 0,-4 0 0,4 0 0,7 0 0,-8 0 0,23 0 0,-20 0 0,18 0 0,-18 0 0,8 0 0,8 0 0,-12 0 0,2 0 0,0 0 0,-3 0 0,9 1 0,3 1 0,6-1 0,-14 0 0,-1 0-664,16-1 664,-22-1 0,23-2 0,-19 2 0,12 0 0,-7 0 0,-7 1-165,7 0 0,1 0 165,9-1 0,-12 1 0,-1-1 0,7 1 0,-11-1 0,11 1 0,-8 0 0,8 0 0,0 0 0,-8 0 0,7 0 0,-1 0 0,-8 0 0,2 0 0,0 0 0,1 0 0,15 0 0,-11 1 0,-7 0 0,1 0 0,1 0 0,1 0 640,13-1-640,-8 1 0,-8 0 354,7 0-354,0 0 0,-8 1 0,6 1 0,-1 1 0,-6-1 0,6 1 0,0 1 0,-6 0 0,6-1 0,2 2 0,1 0 0,0-1 0,0 1 0,0 0 0,0-3-487,-7 0 487,6-1 0,0-2 0,-7 0 0,7 0 0,9 0 0,-14 0 0,24 0 0,-24 0 0,7-1 0,-9 0 0,1 0 0,0-1 0,1 1 0,12-1 0,-7 1-703,8 0 703,-12 1 0,14 0 0,-10 0 0,-3 0 0,0 0 0,6 1 0,9 0 0,-15 0 0,-1 0 0,10-1-524,-8 1 1,-1 0 523,5-1 0,1 0 0,1 0 0,-4-1 0,1 0 0,9 0 0,-3-1 0,0 0-483,-2-1 483,9-1 0,-16 1 0,1 0 0,7-2 0,5-1 0,1 0 0,-5 1 50,-6 1 0,5-1 0,-1 0-50,1 2 0,0 0 0,5-1 0,0-1-113,-8 3 0,-3-1 113,5 1 0,0-1-39,2 2 39,-3-1 0,1 0 0,10 1 307,-10-1 1,1 1-308,-8 1 0,-1 0 0,15 2 0,-8 0 0,5 1 0,-3 0 0,1 1 0,-1 0-463,-4 0 0,3-1 1,-3 1 462,-1-1 0,0 1 0,10 1 0,-1-1 0,-13-1 0,0 0 0,14 2 0,0-1-159,-9-1 1,-2 0 158,17 1-159,-17-1 1,0-1 158,-2 1 0,-1 0 0,13 1 0,-15-2 0,0 0 0,17 2 0,-11-1 190,4 0-190,-7 0 0,-8-1 0,2-1 1719,-6 1-1719,-4-1 1768,3 0-1768,-3 1 565,-2-2-565,2 1 0,2-1 0,-3 0 0,4 1 0,1 0 0,-4 0 0,4 0 0,11 1 0,-14 0 0,11 1 0,-18-1 0,-2-1 0,0 1 0,-1-1 0,-1-1 0,1 0 0,-1 0 0,1 0 0,0 0 0,0 0 0,0-1 0,0 1 0,0 0 0,0-1 0,-2 0 0,-1-1 0,-16-2 0,1 0 0,-15-3 0,7 0 0</inkml:trace>
  <inkml:trace contextRef="#ctx0" brushRef="#br0" timeOffset="20214">19572 4099 5734,'-4'1'0,"0"0"0,3 1 0,-1-1 0,2 0 0,18 0 0,-6-1 0,17 0 0,-9-1 0,16-1 0,-5 0 0,8 0 0,2-1-1964,5 0 1964,-8 0 0,1 0 0,-4-1 0,-2 1 0,-7 0 0,2 1 0,11-1 0,6-1 0,-3 1 0,-7 0 0,1 0 0,1 1 0,3-1 0,-2 1 0,-2-1 0,-2 1-1079,4-1 1,-1 1 1078,1 0 0,4-1 0,-5 1 0,4-1 0,1 1 0,-4 0-538,-3 0 0,-2 0 1,2 0 537,4 0 0,2 0 0,1-1 0,-2 1 0,3 1 0,-1 0 0,-2-1 0,7 1 0,1-1 0,-8 1 0,2 0 0,-1 1 0,-2 0 0,-1 0 0,-1 1 0,5-1 0,-1 1 0,-7 0 0,1 0 0,0 0 0,11 1 0,-3 1 0,-10 0 0,-1-1 0,7 1 0,1 1 0,-4-1 0,-2 1 0,-8-1 0,-1 0 0,6 1 0,1 0 0,3 1 0,-3 0 0,9 2 0,-5-1 0,-3-1 0,-6-1 820,2 2-820,-9-4 2638,-5 1-2638,-2-1 2157,-6-1-2157,-4-1 119,-2 0-119,-8-3 0,2 1 0,-10-1 0,5 0 0,-4 1 0,0-1 0,-16 0 0,-4-1 0,-2 1-183,0-1 0,-3 1 183,9 2 0,2 0-869,4 1 0,0 0 869,-8 0 0,-4 0 0,-9 1 0,-5 1 0,4 0 0,6 0 0,-2 0 0,-1 0 0,-6 1 0,0 0 0,7 0 0,2 0 0,1 1 0,-5 0 0,-5 1 0,3-1-1319,3 0 1,1 0 1318,5 0 0,-2-1 0,3 1 0,-5-1 0,2 1-497,-1-2 1,0 1 496,0 0 0,1 0 0,1-1 0,-3 1 0,-4-1 0,-4 1 0,3 0 0,2 0 0,0-1 0,1 1 0,-3-1 0,3 1 0,-3-1 0,4 1 0,9-2 0,2 1 0,-8 0 0,2 0 0,-8 0 0,5 0 0,5-1 642,4 1-642,-1-1 0,11 0 0,-8-1 0,18 1 2476,-1 0-2476,11 0 2057,3-1-2057,3 1 559,12 1-559,1-1 0,13 0 0,11-1 0,-1 0 0,-9 0 0,-1 0 0,3-1-820,1 1 1,4-1 0,-1 1 0,-1-1 780,0 0 1,-1-1 0,1 1 38,5-2 0,2 1 0,-2-1-370,-8 1 1,-2 0 0,4 0 369,4-1 0,5 1 0,2-1 0,-1 0 0,-6 1 0,-1 0 0,-4 0 0,4 0 0,4 0 0,6 0 0,2 0 0,-2 0 0,-9 1-155,6-1 1,-3 1 0,-2-1 0,2 0-1,-5 0 1,-14 0 0,0 0 0</inkml:trace>
  <inkml:trace contextRef="#ctx0" brushRef="#br0" timeOffset="89071">10760 5757 5734,'-2'-3'0,"0"1"0,8 5 0,-2-1 0,5 2 0,4 1 0,-2-1 0,5 2 0,4 1 0,-4-2 0,6 2 0,4-2 0,-4-2 0,8-1 0,4-2 0,-7-1 0,9-1 0,11-3 0,-17 2 0,-1-1 0,-1 1-677,-1-1 677,7-2 0,3 1 0,-9 1 0,10-1 0,1 0 0,2 0 0,-13 1 0,-1 1-781,16-3 0,0 1 781,-1 0 0,-1-1 0,-9 3 0,0-1 0,1 2 0,1 0 0,4 1 0,1 0 0,-6 2 120,-6 0 0,-1 0-120,1 0 0,-2 1 0,0 0 0,7 0-361,-8 0 1,1 0 360,0-1 0,-1 0 0,1 0 0,6 0 0,-6 0 0,0 0 0,11 0 0,-7-1 1450,7 1-1450,-1-1 0,-8 0 0,2 0 0,-1 0 0,1 1 0,5 0 0,-1 0 0,-4 0 0,16 2 0,-11-2 0,-7 1 0,2 0 0,0 0 0,1 0 0,4 1 0,0-1 0,-4 0 0,14 0 0,-10 0 355,-9 0-355,17 0 0,1 0 0,-7 0-163,2 0 0,-1 0 163,-15-1-549,12 2 549,-10-1 0,9 0-293,7 2 293,-14-1 0,22 1 0,-26-2 0,6-1 0,0 1 0,-1-1-571,21 0 571,-28-1 0,1 0 1027,-2 0-1027,8 0 0,-7 0 579,5 0-579,1 0 0,-1 0 0,-1 1 165,1-1 0,0 1-165,-3-1 0,-5 1 0,5-1 0,0 2 0,-6-2 0,5 1 0,0 1 0,-6-1 0,5 0 0,1 1 0,-5 0 0,6 0 0,11 0 0,-10-1 0,22 3 0,-21-2 359,1 0 0,2 1-359,3-1 0,1 0 0,-5 0 0,-1 0-477,5 0 1,-4 0 476,-2-1-442,1 1 442,0 0 0,1-1 0,0 0 0,1-1 0,7 0 0,7 0 0,1 0 0,-3 0 0,6 0 0,1 0 0,-6 0-668,-8 0 1,0 0 667,2 0 0,-1 0-719,1 1 719,0-1 0,-1 2 0,0-1 0,0 0 0,0 0 0,1-1 0,8-1 0,-5 0 0,-11 1 0,1 0 0,19-2 0,7 1 0,-10-1 0,-3 1 0,5-1 0,-2 0 0,-6 1 0,4-1 0,0 0 0,-4-1 0,9 1 0,1-1 0,-2 0 0,-11 0 0,6 1 0,-5 0 0,-10 0 0,1 0 0,11 1 0,5-1 0,-5 1 0,-12 0 0,1 0 0,9 1 0,7 0 0,0 0 0,-6 0-573,-5 1 0,-1-1 573,9 1 0,3-1 0,-5 1 0,7 0 0,-1 0 0,2 0 0,-17 0 0,1-1 0,15-1 0,6 1 0,-5-1 0,-14-1 0,0 1 0,1 0 0,3-1 0,-4 0-333,-5 0 0,-1 1 333,0-1 0,-1 1 124,24-3-124,-3 1 0,-8-1 0,0 0 0,8 0 0,-6 0 0,-1 0 0,-8 1 0,8-1 35,-5 0-35,-7 2 1677,6 0-1677,-1 2 0,-8 0 1298,8 0-1298,-4 0 0,-6 0 1210,3 0-1210,-6 0 0,-5 0 917,0 1-917,-3-1 0,-5 0 0,2 0 0,-5 0 0,0-1 0,-2-1 0,1-1 0,-2 7 0,-1-1 0,-2 5 0,-1-5 0,-3-1 0,1-1 0</inkml:trace>
  <inkml:trace contextRef="#ctx0" brushRef="#br0" timeOffset="97745">10085 6632 5734,'11'2'0,"-3"0"0,-3-1 0,-2 0 0,4 0 0,-4-1 0,1 0 0,0 1 0,2-1 0,-2 1 0,1 0 0,-1 0 0,-2-1 0,2 0 0,-1 0 0,0 0 0,1 0 0,-1 1 0,0-1 0,0 1 0,0-1 0,-1 1 0,0-1 0,-1 0 0,1 0 0,-6-1 0,4 0 0,-5 0 0,1 0 0,2 1 0,-9-1 0,4 1 0,-5 1 0,5 0 0,0 0 0,-4 0 0,4-1 0,-2 1 0,3 1 0,2-1 0,-1 1 0,3-2 0,-1 2 0,1-1 0,2 1 0,1-1 0,3 0 0,-1-1 0,7 2 0,17 1 0,18 1 0,-7-1 0,-8 0 0,-2 0 0,-6-1 0,16 2 0,-6-1 0,-7-2 0,9 2 0,2-2 0,-7-1 0,9 0 0,-1-3 0,1-1 0,0-1-676,0 1 1,-3-2 675,-9 1-688,9-2 688,-9 1 0,9-2 0,-1-1 0,-6 2 0,7-2 0,1 0 0,-8 2 0,9-3 0,-1 1 0,-8 2 0,9-1 0,-2 1 0,-8 2 0,8-2 0,-13 4-53,9 0 53,-7 1 0,16-1 0,-16 2 0,7-1 0,1 2 0,-7 0 1238,8 0-1238,8 0 0,0-1 0,-1 1 120,3-1 1,-1 0-121,-1-1-959,-9 1 959,10-1 0,-15 1 0,0 0 0,7-1 0,4 0 0,-1 1 0,-5-1 0,15 0 0,-18 0 0,-1 1 0,4-1 0,-5 1 0,2-1 0,1 2 0,-2-1 0,7 1 0,-5 0 0,0-1 0,13 0-91,-9 0 91,4-2 0,0 1 0,4-1 0,5 1 0,-1-1 0,-5 2 0,3 0 0,-2 1-1063,-6 2 1063,-9-1 0,1 0 0,11 3 218,-7 0-218,-6-1 0,1 0 0,7 1 11,10 1-11,-12-4 0,2 1 0,-4-1 0,6 0 0,-4 1 0,-6-1 0,-1 0 27,5 0 1,4 1 0,-1-1-28,14 3 0,-4-1 0,-1 0 364,0-1 1,-1 1-365,-8 1-566,-6-1 566,13 5 0,-6 0 0,3 2 0</inkml:trace>
  <inkml:trace contextRef="#ctx0" brushRef="#br0" timeOffset="99154">20350 6059 5734,'-7'-7'0,"0"1"0,2 0 0,2 2 0,-3-4 0,4 3 0,-1-1 0,3 1 0,-1 3 0,1-1 0,-1 2 0,2 0 0,0 0 0,3 0 0,-1 0 0,0 0 0,3 0 0,-1 0 0,10-2 0,-6 1 0,13 2 0,-13 0 0,7 3 0,-4 0 0,-3-1 0,2 2 0,2 2 0,-3 0 0,2 2 0,-8-1 0,-1-2 0,-2 1 0,0 1 0,2 8 0,-2-3 0,1 8 0,1 6 0,-1-4 0,1 8 0,2 14 0,-1-20 0,1 1 0,-1 0 0,0-1 0,5 18 0,1-14 0,-2-8 0,2 4 0,2-7 0,-4-5 0,4 1 0,-3-8 0,0-2 0,1-3 0,0-2 0,7-12 0,-7 4 0,5-14 0,-11 12 0,-1-3 0,-4 2 0,0 6 0,-4-3 0,1 9 0,-11 11 0,7 0 0,-12 31 0,12-14 0,3 5 0,2 10 0,1-2 0,4-6 0,2-1 0,0 1-370,-1 7 1,-1 1 0,2 0 369,3 0 0,2-1 0,-1-4 0,-2-8 0,0 0 0,1 6 0,0 4 0,-1-5 0,-1-7 0,-1-2 0,1 13 0,-1-1 0,-3 7 0,-3-12 0,-2 7-276,-8-15 0,-1-2 276,-4 1 0,2-2 0,-2-3 0,1-8 0,-2-1-149,-4 0 149,6-5 0,-9 0 0,14-5 0,-3-1 0,8-7 255,4 3 1,2-7 0,3 3-1</inkml:trace>
  <inkml:trace contextRef="#ctx0" brushRef="#br0" timeOffset="102303">21127 6143 5734,'-2'-4'0,"0"0"0,0-4 0,1 5 0,0-4 0,0 6 0,1-2 0,0 1 0,0-4 0,0 4 0,0-3 0,0 3 0,0-1 0,0 9 0,0-5 0,0 8 0,0-6 0,0 3 0,0-2 0,0 1 0,0 3 0,0-3 0,0 8 0,-1-7 0,1 11 0,0-12 0,2 5 0,-2-9 0,0 0 0,0 1 0,0 0 0,0-1 0,1 6 0,0-2 0,1 9 0,-1-5 0,1 10 0,-1-7 0,1 5 0,0 8 0,0-9 0,2 26 0,-3-26 0,1 12 0,-2-18 0,1 1 0,-1-1 0,3 4 0,-2-3 0,0 2 0,-1 1 0,1-5 0,0 5 0,-1-10 0,1 2 0,0-5 0,-1-1 0,1-3 0,-1-1 0,0-7 0,1 1 0,0-6 0,2 0 0,1-4 0,1-1 0,3-3 0,1-1 0,2-7 0,5-7 0,1-2 0,-6 17 0,1 1-527,1-5 1,0 2 526,4-6 0,-9 19 0,-1 0 0,5-4 0,-5 7 0,3-3 0,-7 8 0,-1 1 1053,-1 1-1053,-2 1 0,-1 3 0,-1 1 0,-1 3 0,-1 1 0,-1 2 0,-12 10 0,5-5 0,-7 9 0,5-4 0,4-5 0,-2 4 0,3-3 0,4-3 0,-1 1 0,2-1 0,3-4 0,-1 2 0,2-4 0,1-1 0,0 1 0,1-1 0,2 4 0,-1-1 0,3 3 0,2 4 0,0-2 0,2 5 0,2 3 0,-2-4 0,3 6 0,1 1 0,-3-5 0,9 11 0,3 0 0,-5-9 0,3 1 0,-12-15 0,21-11 0,-16 2 0,21-14 0,-24 7 0,2-5 0,-3 2 0,6-12 0,-5 9 0,4-10 0,-7 13 0,-1 0 0,1-3 0,-2 4 0,1-1 0,-2 0 0,-1 4 0,0-2 0,-2 2 0,-1 2 0,-1-1 0,-4-1 0,2 3 0,-4-5 0,3 7 0,-2 0 0,-1 0 0,2 2 0,-5 0 0,6 2 0,-3 1 0,3 3 0,0-2 0,-1 4 0,3 0 0,-1 2 0,0 1 0,0 23 0,4 2 0,0 5-497,6-8 497,-1-16 0,1 0 0,17 9 0,-8-11 0,13 5 0,-4-15 0,-6-2 0,7-5 0,1-1 0,-1-3 0,18-7 0,-25 6 0</inkml:trace>
  <inkml:trace contextRef="#ctx0" brushRef="#br0" timeOffset="102799">21939 6193 5734,'-11'-2'0,"-5"2"0,6 3 0,-14 12 0,12-4 0,-3 16 0,1 3 0,6-7 0,-1 3 0,2 0 0,11-3 0,-1-9 0,4 4 0,1-12 0,-1-3 0,4-4 0,2-7 0,-2-2 0,14-29 0,-15 19 0,0-3 0,-2 0 0,-5 7 0,1-5 0,-3 8 0,0 4 0,-1 1 0,0 5 0,0 2 0,0 9 0,1 9 0,0 3 0,2 7 0,0 7 0,0-5-265,1 11 265,-1 8-1369,-1-11 1369,0-13 0,-1 2 0,-1-1 0,1 0-845,0 12 845,-1 11 0,0-7 0,0-14 0,0 5-138,-2-12 138,1-7 203,-3-1-203,-7-10 1245,-1-8-1245,-10-14 0,10 3 730,-1-9-730,10 9 0,0-1 0,2-2 0,1-7 0,1 7 0,0-4 0,4 1 0,0 6 0,3-5 0,-1 6 0</inkml:trace>
  <inkml:trace contextRef="#ctx0" brushRef="#br0" timeOffset="103038">22078 6262 5734,'5'10'0,"-1"1"0,0 8 0,-1-1 0,1 7 0,3 14 0,-2-15 0,1 6 0,0-1 0,-2-11 0,4 13 0,-8-29 0,-4-8 0,0-3 0,-1-8 0,2 1 0</inkml:trace>
  <inkml:trace contextRef="#ctx0" brushRef="#br0" timeOffset="103806">22358 6329 5734,'-7'-6'0,"0"0"0,-1 2 0,-2 1 0,1 2 0,-3 2 0,4 2 0,-2 2 0,1 3 0,-1 2 0,-5 15 0,6-7 0,-4 19 0,9-20 0,2 5 0,4-4 0,1-7 0,1 2 0,4-7 0,-1-4 0,11-14 0,-7 1 0,10-20 0,-11 12 0,2-9 0,0-12 0,-5 15 0,0 0 0,-1 0 0,-1 6 0,1-3 0,-3 14 0,-1 6 0,1 4 0,1 9 0,-1 0 0,2 7 0,4 15 0,-2-13 0,11 22 0,0-24 0,-1-2 0,-1-12 0,-3-16 0,-4-2 0,6-27 0,-9 14 0,2-17 0,-7 2 0,-2 8 0,-2-1 0,1-1 0,-3 2 0,1 1 0,-1 2 0,1 11 0,-2-6 0,4 24 0,-1 20 0,1 2 0,2 14 0,0 2 0,1 4 0,3 0 0,2 9 0,-1-7 0,-2-17 0,1 0-497,1 7 1,1 4-1,-1-8 497,1-3 0,1-4-166,2 5 166,-4-13 0,1-1 0,-7-16 0,-2-6 0,-11-23 0,6 14 0,-8-18 0</inkml:trace>
  <inkml:trace contextRef="#ctx0" brushRef="#br0" timeOffset="104658">22605 6312 5734,'17'2'0,"5"0"0,-7-1 0,7 0 0,-13-2 0,5 0 0,-9 0 0,0 0 0,-6 1 0,-4 0 0,0 1 0,-6 2 0,1 0 0,-12 11 0,9-4 0,-7 6 0,3 29 0,10-23 0,2 7 0,3-1 0,6-13 0,1 7 0,1-12 0,-1-3 0,2-1 0,1-5 0,-1-2 0,3-4 0,1-8 0,-2 1 0,2-6 0,0-5 0,-2 4 0,1-6 0,-2-1 0,-2 6 0,0-4 0,-2 4 0,-1 6 0,-1-2 0,-1 2 0,0 9 0,-1 0 0,0 14 0,0 0 0,1 12 0,0-7 0,1 7 0,2 1 0,0-5 0,2 6 0,8 2 0,-5-13 0,6 6 0,-7-15 0,1-4 0,5-6 0,-1-3 0,4-4 0,0-8 0,-4 4-402,4-7 402,-7 5 0,2-10 0,-4 7 0,4-20 0,-8 23-44,2-11 44,-5 21 0,-1 0 0,-6 11 0,2 3 0,-5 22 0,6-7 0,1 23 0,3-19 400,2 7-400,3 4 0,-2-13 46,6 12-46,6-20 0,-5-6 0,7-6 0,-9-10 0,-1 0 0,7-15 0,-6 9 0,5-11 0,-7 8 0,-1 6 0,-1-2 0,0 5 0,-4 5 0,3 0 0,-2 6 0,1 2 0,6 11 0,-3-3 0,6 9 0,0 0 0,-1-4 0,4 4 0,-2-7 0,0-3 0,1-1 0,5 0 0,-3-4 0,5-3 0,-6-5 0,4-4 0,-6 0 0,1-1 0,-12 1 0,-3 1 0,-3-4 0,-2 0 0</inkml:trace>
  <inkml:trace contextRef="#ctx0" brushRef="#br0" timeOffset="104928">21958 5823 5734,'13'-1'0,"2"0"0</inkml:trace>
  <inkml:trace contextRef="#ctx0" brushRef="#br0" timeOffset="106176">21346 6721 5734,'2'10'0,"0"2"0,2 16 0,-1-3 0,1 12 0,0 7 0,-1-10 0,0 1 0,0-1 0,0-1 0,0-1 0,-1-2 0,0-9 0,0 6 0,0-18 0,-1-2 0,0-2 0,-1-16 0,0 1 0,1-35 0,1 19-837,0-19 837,1 18 0,0-1 0,2 1 0,2-14 0,0 10 0,2-9 0,2 8 0,-4 9 0,2-2 0,-2 11 0,-2 5 0,0 1 0,1 12 0,-1 3 0,1 8 0,2 16 0,-3-4 590,2 14-590,0 5-1278,-1-10 1278,1 10 0,-3-20 0,0 0 0,2 15 0,1 1 0,-4-18 0,-1-36 215,0 2-215,1-15 0,2-3 0,1-3 0,4-8 0,1 0 0,0 4 123,-1 8 1,0 1-124,1 3 0,1 2 0,-2 4 0,9 0 0,-7 10 0,19 16 0,-18 7 0,10 17 0,-9 12-246,-3-8 246,-1 6 0,1 1-1600,0 2 1600,-2-10 0,-1 0 0,-1-10 0,-1-3 175,2 12-175,1 6-85,-4-19 0,0-5 1,0-2-1</inkml:trace>
  <inkml:trace contextRef="#ctx0" brushRef="#br0" timeOffset="106628">22100 7000 5734,'-30'17'0,"4"-1"0,15-5 0,-2 10 0,3-4 0,-2 7 0,3 4 0,4-7 0,1 22 0,4-22 0,8 19 0,-3-27 0,11 1 0,-7-14 0,11-10 0,-9-2 0,2-6 0,1-14 0,-6 10 0,-2-3 0,0-1 0,-3 4 0,0-16 0,-3 23 0,0-3 0,-1 6 0,0 13 0,0 1 0,1 22 0,1-5 0,5 26 0,-2-21 0,5 13 0,-1-14 0,-1-7 0,2 2 0,8-14 0,-7-6 0,10-8 0,-9-6 0,0-1 0</inkml:trace>
  <inkml:trace contextRef="#ctx0" brushRef="#br0" timeOffset="106942">22253 6957 5734,'-1'16'0,"-1"11"0,1-5 0,0 25 0,0-24 0,0 20 0,1-28 0,0 5 0,1-16 0,0-9 0,1-8 0,3-21 0,1 9-424,2-7 424,-1 14 0,0 0 0,1 2 0,3-4 0,1 4 0,0 1 0,-1 8 0,-3 5 0,15 27 0,-8-1 0,8 14 0,-14-15 0,-1-1 0,2 0 424,4 12-424,-6-13 0,-2-7 0,1 1 0,-3-9 0,-2-4 0,1-3 0</inkml:trace>
  <inkml:trace contextRef="#ctx0" brushRef="#br0" timeOffset="107511">22612 6931 5734,'-9'0'0,"-17"11"0,8 1 0,-8 5 0,14-1 0,4-3 0,2 9 0,2-4 0,2 5 0,6 0 0,-1-6 0,4 3 0,2-7 0,-1-4 0,2-2 0,-3-6 0,9-11 0,-6 0 0,5-9 0,-9 2 0,2-18 0,-4 12 0,0-14 0,-4 5 0,-1 7 0,-1-9 0,-2-4 0,1 16 0,-1-13 0,2 23 0,1 0 0,-2 4 0,2 5 0,-1 0 0,0 17 0,0-1 0,1 26 0,2-11-243,1 12 243,6 7-1374,-2-11 1374,0-12 0,0 0 0,8 19-924,-2-13 924,4 7-229,24-14 229,-20-18 0,20-3 0,-24-28 0,-6 4-342,3-10 342,-7 6 0,0-14 0,-3 10 0,0 3 0,-2 1 0,0 3 1136,2-7-1136,-2 28 992,3 5-992,3 30 0,-2-11 0,0 6 0,0 0 0,-2-4 0,1 1 0,-1-1 0,-3-6 71,-7 7 0,0-21 0,-6-3 0</inkml:trace>
  <inkml:trace contextRef="#ctx0" brushRef="#br0" timeOffset="108568">23008 6991 5734,'1'29'0,"0"-2"0,0 0 0,1-6 0,-1 3 0,1-4 0,0-7 0,-1 2 0,1-5 0,-2-4 0,0-2 0,-2-10 0,-1-1 0,-1-5 0,1 2 0,0-6 0,0 3 0,0-3 0,1 5 0,1 0 0,0 0 0,0 0 0,1-5 0,1 4 0,1-5 0,2 0 0,0 4 0,4-5 0,1 3 0,-1 3 0,3-1 0,2 2 0,-2 4 0,4-1 0,-1 3 0,-2 1 0,2 1 0,0 1 0,-4 1 0,3 0 0,0-1 0,-11 3 0,4-1 0,-14 3 0,1-1 0</inkml:trace>
  <inkml:trace contextRef="#ctx0" brushRef="#br0" timeOffset="108958">22778 6702 5734,'-3'-6'0,"1"2"0,7-1 0,1 2 0,18-4 0,-8 4 0,19 0 0,-16 3 0,6 1 0</inkml:trace>
  <inkml:trace contextRef="#ctx0" brushRef="#br0" timeOffset="109375">23288 6926 5734,'-4'5'0,"1"1"0,0 2 0,-2 7 0,1-2 0,-1 6 0,2 4 0,2-6 0,-1 6 0,3-2 0,0-6 0,1 4 0,0-4 0,0-5 0,0 0 0,2-4 0,-2-2 0,1-1 0,-5-11 0,-2-2 0</inkml:trace>
  <inkml:trace contextRef="#ctx0" brushRef="#br0" timeOffset="109542">23291 6731 5734,'0'-13'0,"3"-3"0,2 6 0,11-7 0,-7 10 0,7-1 0,-7 11 0,2 1 0</inkml:trace>
  <inkml:trace contextRef="#ctx0" brushRef="#br0" timeOffset="111509">23973 5821 5734,'-19'-11'0,"-5"-1"0,-2 0 0,-12-4-1093,5 3 1,-8-2 0,5 1-64,5 3 0,1 1 1156,-2-1 0,-3-1 0,1 1 124,2 1 1,1 0 0,-2 0-125,-1 0 0,-2 0 0,-1-1 0,-2 0 0,1 1 0,-2 0 0,-1 0 0,0 0 0,2 0-130,-4-1 0,1 0 0,0 1 1,1 0 129,-1 1 0,0 0 0,2 1 0,3 1 0,-10-1 0,4 1 0,0 1 0,-3-1 0,5 0 0,-3 1 0,2 0 0,9 1 0,2 1 0,-2 0 0,-7-2 0,-2 0 0,0 1 0,1 0 0,1 1 0,1 0 0,-6-1 0,-1 1 0,8 1 0,-1 0 0,0 0 0,4 1 0,0 1 0,-2 0 0,1 1 0,-3 0 0,0 1 0,0 0 0,-1 1 0,-1 0 0,1 1 0,0-1 0,-7 1 0,2 0 0,2 0 0,-4 3 0,6 1 0,0 3 0,12-2 0,-7 3 0,3 2 0,7-2 0,-6 3 0,11-2 0,0 0 0,-6 5 0,1 0 0,0 1 0,1 3 0,-8 6 0,3 4 0,6-5 0,-5 9 0,4 5 0,7-6 0,7-12 0,1 1 0,1 4 0,1-1 0,-3 17 0,3-13 0,1 0 0,-2 17 230,5-22 1,0 1-231,-1 1 0,1 0 0,0 1 0,-1 2 0,0 15 0,-1 0 0,2-9 0,1 0 0,0-6 0,0 2 0,1 4 0,3 4 0,2 8 0,1 1 0,0-1 0,0-7-154,-2-4 0,1-4 1,0 4 153,1 4 0,1 7 0,0 0 0,0-1 0,1-9 0,4 7 0,0-6 0,-2-9 0,0 1 0,2 5 0,1 2 0,2 5 0,0-2 0,-5-16 0,0 2 0,4 7 0,2 4 0,-2-5 0,4 9 0,-4-13 0,2 4 0,-1-6 0,1 4 0,-2-5 0,0-3 0,-3-8 451,1-2-451,15 6 0,-7-7 2456,12 5-2456,0-4 0,-4-3 0,10 1 0,3 0 0,-17-5 0,3 0-275,7 0 0,7 1 0,1 0 1,-5-2 274,6 0 0,1-1 0,-1 0 0,7-1 0,4 1 0,-2 0 0,-5-1-579,-2-1 1,-3 1 0,2-1 578,-4 0 0,4 0 0,0 0 0,1 0 0,-2 0-19,7 0 1,-1 0 0,-1 1 0,-1-1 18,-9-1 0,-1 1 0,0-1 0,5 1 0,-1 0 0,5 0 0,2 0 0,2 0 0,-1 1 0,-2-1 0,-6-1 0,3 1 0,-5 0 0,1-1 0,5 1 0,-6-1 0,5 0 0,4 0 0,0 0 0,1 0 0,-2 0 0,-4 0 0,-5 0 0,13-1 0,-7 0 0,3 0 0,-7 0 0,4-1 0,0 1 0,-1-1 0,-3 0 0,4-1 0,-3 0 0,-2 0 0,4-1 0,0-1 0,6 1 0,2-2 0,-13 0 0,2-1 0,-5 0 0,-7 1 0,0 0 49,20-3 1,-6-2-50,-19 1 1924,5-5-1924,-7 1 0,5-3 0,5-12 0,-11 8 0,-1-2 0,-1-2 0,-1-6 0,2-14 0,-8 0 0,-2-7 0,-3 15 0,0-2 0,-1-1-288,1-7 0,1-1 1,-2-1 287,-1 1 0,0 1 0,-1 1-351,0 8 0,-1 1 0,0-3 351,-1-1 0,-1-4 0,0 0 0,0 2-36,0-2 0,-1 1 1,-1-1 35,0 3 0,1-1 0,-2-1 0,-1 1 0,-1 3 0,-1 1 0,0 1 0,0 2 0,-1-2 0,1 2 0,-1-1 0,-3-7 0,0-1 0,-1 1 0,0 7 0,0 1 0,0 2 0,-1-3 0,0 1 0,-4-8 0,0 2 0,3 9 0,2 3 0,-7-13 0,8 17 0,1 2 0,-2-3 0,3 5 0,0 5 1745,2 3-1745,-2 5 0,-1 2 0,-2 1 0</inkml:trace>
  <inkml:trace contextRef="#ctx0" brushRef="#br0" timeOffset="115558">12189 5981 5734,'13'-2'0,"16"-1"0,-2-1-1211,18-1 1211,-12 0 0,2 1-1210,-6 0 1,1 0 1209,10 0 0,5-1 0,-3 1 0,3 1 0,-2 1 0,0 0 0,0 0 0,1 0 0,4 0 0,-4 1 0,-6 1 0,-2 0 0,1 1 0,-1 0 0,1-1 0,1 1 0,-3-1 0,2 1 0,-2 0 0,6-1 0,0 1 0,-7 0 0,2-1 0,-1 0 0,13 1 0,-2-1 0,-12 0 0,0 0 0,8 0 0,-1-1-301,-6 0 0,-3 0 301,13-1-2,-9-1 0,0 0 2,1-1 0,0 0 390,-20 2-390,-15 0 1942,-4-1-1942,-3 0 1896,-5-4-1896,-12-1 0,2 1 0,-11-2 0,-12-1 0,18 4 0,-6 1 0,-9-1 0,-11 1 0,-1 0 0,6 1-1093,10 1 1,3-1 0,-3 2 1065,-9-2 0,-6 1 0,1 1 1,5 1 26,7 3 0,4 0 0,1 1 0,-8 0 0,0 1-257,6-1 1,-1 1 0,-1 0 256,-9 2 0,-2 0 0,4-1 0,2 1 0,-1 0 0,7-1 0,-5 0 0,2 0 0,5 0 0,3-1 0,2 0 0,-6 1 0,0 0 0,2 0 0,2-1 0,-4 1-240,6 0 1,3-1 239,11-2 0,-3 1 0,15-2 2774,0 0-2774,19-1 1059,-1 0-1059,17-2 0,5 0 0,9-1-239,-12 0 1,9-2 0,4 0 0,2 0 0,-4 0 238,1 0 0,-2 0 0,0 0 0,3 0-547,-2 0 1,2-1 0,1 1 0,-1 0 0,-2 0 546,0 0 0,-1 0 0,-3 1 0,-3 0-503,9 0 1,-3 1 502,2-1 0,0 1 0,-2 1 0,1 0 0,-4 1 0,1 0 0,-2 0 0,6 0 0,-1 0 0,-9 1 0,2 0 0,-1 0 0,11 1 0,-2 0 0,-13 0 0,-1 0 0,8 0 0,-3 0 0,5 2 0,-8-1 330,-5 0-330,-6 0 1031,2 0-1031,-16-2 2677,-2 1-2677,-19-1 1170,-7-1-1170,-23-1 0,4 0-192,11 1 0,-3-1 192,-8 0 0,-2-1-1226,8 2 1,-1-1 1225,-12 0 0,-4-1 0,13 2 0,-1 0 0,2 0-1119,-9-1 0,0 1 1119,6 0 0,-3-1 0,1 1 0,-3-1 0,1 1 0,0-1-45,9 1 0,1-1 0,-1 1 45,-9-1 0,-1 0 0,0 0 0,1 0 0,0 1 0,3-1 0,-6 0 0,-2 0 0,7 0 0,-4 0 0,0 1 0,5-1 0,0 1 0,1-1 0,2 1 0,-1 0 0,3 0 0,7 0 0,3 1 0,-9 0 0,-1 0 1978,16 2-1978,9 1 780,5 2-780,23 5 0,11 0 0,0-1 0,3 0-124,11 4 1,2-1 123,-6-4 0,7-1 0,-10-3 0,8 1 0,4 0 0,0-1 0,-2 1 0,-6-2-686,4 2 1,-4-1 0,4 0 685,-3 0 0,6 1 0,3 0 0,0-1 0,-3 1 0,-5-1 0,6 1 0,-5-1 0,-3 0-152,-6-1 0,-1 0 1,1 1 151,7-1 0,2 1 0,2-1 0,-8 0 0,2-2 0,0 1 0,-3 0 0,3-1 0,-1 0 0,0 0 0,7 0 0,2 1 0,-5-1 0,-3-1 0,-6 1 0,5-1 0,2 0 0,-16 0 602,-3 0-602,-37-4 0,-4 0 0,-22-3 0,-5 0 302,18 3 1,-1-1-303,-12-1 0,-5-2 0,3 1-44,6 0 1,0 0 43,5 1 0,-3 0 0,0-1 0,-4 0 0,0-1 0,2 0-560,-9 0 0,0 0 560,7 0 0,-1 0 0,-3 1 0,2 2 0,-2 0 0,0 1 0,3 0 0,3 0 0,3 1 0,-4 0 0,-6 1 0,-7 0 0,-2 1 0,3 0 0,7 1 0,7 0 0,6 1 0,-4 0 0,-8 1 0,-5 1 0,1 0 0,7-1 0,4 1 0,2 1 0,-6 0 0,1 0 0,6 1 0,3-1 11,-2 1-11,56 25 0,11-17 136,-6-3 0,4 2 0,-1-2-136,-1-3 0,1-1 0,1 1 0,3 0 0,-2 0 0,6 2 0,3 0 0,-10-3 0,6 2 0,1 0 0,-1 0 0,-4-2 0,-1 1 0,-4-1 0,5 1 0,6 0 0,7 2 0,2 0 0,-2-1 0,-7-1-140,-6-1 0,-6-1 1,4 0 139,3 0 0,3 1 0,0 0 0,-5-1 0,2 0 0,-2-1 0,2 0 0,2 0 0,-4 0 0,-2 0 0,-2-1 0,15 2 0,-4 0 0,-13-2 0,-7 0 0,-5-1 1687,-12 0-1687,-8-2 0,-29-3 0,-1 0 1076,8 1 0,-4 0-1076,-8-1 0,-2 0 253,9 1 0,-4-1-253,0-1 0,-7 0 0,-1-1 0,5 0-1401,-6 0 0,1-1 1401,-1 0 0,-4 0 0,2-1 0,8 1 0,1 1 0,2-1 0,-6 0 0,0-1 0,6 2 0,-1-1 0,0 1-351,2 0 0,0 0 0,2 1 351,-5-3 0,1 1 0,-9 0 0,0-1 0,9 1 0,2-1 0,-13 0 0,20 3 0,1 0 111,-3 0-111,11 2 528,5-1-528,37 4 0,-1 1 0,5 1 0,12 2 0,6 0 0,-1 0 0,-7-1-61,8 1 1,1 0 60,-8 0 0,6 0 0,2 0 0,-3 1 0,-7-2-356,6 0 0,-4 1 356,2-1 0,0 0 0,0 0 0,1 0 0,-2 1 0,2-1 0,-4-1 0,2 0 0,-2 0-148,5 0 0,0 0 148,-7-1 0,1 1 0,-1-2 0,12 1 0,-3-2 0,-13 1 0,0-1 0,6 0 0,-1-1 0,-3 0 0,-4-1 0,-6 1 784,6-3-784,-46 2 0,-30-4 0,3 1 951,13 2 0,-8-1-951,0-1 0,-10-1 0,-4-1 0,2 1 0,7 0 58,4 1 1,4 1 0,-6-1-59,2 0 0,-7-1 0,-4-1 0,-2 1 0,2-1 0,4 2 0,9 0-709,0 1 1,7 1-1,-3 0 709,-3 0 0,-3-1 0,0 1 0,2 0 0,1 2 0,1 1 0,3 0-368,-6 0 0,1 2 368,-9-1 0,1 1 0,7 2 0,3 0 0,-13 2 0,10 0 0,4 1 0,8-1 0,-5 3 157,32 0-157,7-3 0,12 4 0,2-5 0,2-1 1144,19 3-1144,-14-3 0,7 0 0,-3 0 0,7-1 0,4 0 0,2 1 0,-2-1 0,-5 0-186,-1-1 1,-3 1 0,0-1 0,4 1 185,2 0 0,5 0 0,3 1 0,-1-1 0,-4 0 0,-5 0 0,1 0 0,-6-1 0,-2 0-4,4 0 1,-2-1 3,13 0 0,-1 1 0,-13-2 0,0 0 0,8 1 0,-2 1 0,-7-1 0,-3 0 0,12 3 0,4-1 0,-33-8 0,-15 1 0,-15-6 0,-15 2-67,4 1 0,-2 0 67,5 2 0,-1-1 0,-9-1 0,-2-1 0,-7-1 0,0 1 0,8 1 0,0 0 0,5 1 0,-3 0 0,2 0 0,-4-1 0,1 1 0,-1 0 0,-1 0 289,1 0 0,-1 1-289,1 0 0,-1 0 0,2 2 0,-2-1 0,2 1 0,-6 0 0,1 0 0,6 1 0,-1 0 0,1 0 0,-14 1 0,3 1 0,13 0 0,0 0 0,-7 0 0,1 1-69,10 0 1,3 0 68,-10 0 0,1 1 0,24 1 1253,11 1-1253,12 2 0,32 6 0,-15-7 0,6 1 0,2 0-174,1-1 0,3 0 0,1 0 1,-1-1 173,-4 0 0,-1 1 0,1-1 0,0-1-337,2 0 1,2 0 0,-1-1 0,-4 0 336,11 0 0,-4 0-37,2-1 1,1 1 36,-3-1 0,2-1 0,-2 1 0,-9 0 0,-2-1 0,2 1 0,7-1 0,2 1 0,0-1 0,-7 0 0,2-1 0,-2 1 0,-2 0 0,9-1 0,0 1 0,-2-1 0,7-1 0,-2 1 0,-10-1 0,4-1 526,-3 0 0,-14 0-526,-46-1 0,-14 0 0,13 1 0,-3 1-245,-8-1 0,-8 0 1,-2 0-1,6 0 245,-5 1 0,-3 0 0,6 0 0,-7 0 0,-2 1 0,1-1 0,6 1 368,5 0 0,4 0 0,-5 1-368,2 0 0,-7-1 0,-2 1 0,0 0 0,3 1 0,5-1 0,-1 0 0,6 1 0,-5 0 0,-5 0 0,-6 1 0,-2 0 0,3 0 0,7 0-589,-5 0 1,2 1 588,0 0 0,-2-1 0,4 1 0,6 0 0,3 0 0,-11 1 0,16-1 0,3 1 0,12-2 1396,5 3-1396,40-1 0,3-2 195,-7 0 1,3 0-196,15 0 0,1-1 476,-9 0 0,1-1-476,-5 1 0,2-1 0,4 0 0,-2 0 0,3 0 0,3 0 0,-1 0 0,-3 0-600,0-1 0,-2 1 0,0 0 0,3-1 600,1 1 0,3 0 0,1 0 0,-2-1 0,-4 1-113,4-1 0,-4 1 0,-1-1 113,-3 0 0,0 0 0,-2 0 0,4-1 0,0 1 0,8-2 0,-2 1 0,-10-1 0,-3 1 0,10-2 0,5-1 0,-36 2 1108,-9-1-1108,-20 0 0,-5 1 0,-5 1 0,-6-1 0,-5 0 0,1 1 26,-9-1 0,-1 0-26,6 0 0,-2 1 0,-1 0 0,8 0 0,-1 1 0,0-1 0,3 1 0,-12 0 0,-1 0 0,11 0 0,-5 1 0,-2 0 0,2 0 0,7 1 0,-5 0 0,3 0 0,0 1 0,-3-1 0,5 2 116,5-1 1,4 1-117,-10 1 45,-1 0-45,27 0 0,11 0 0,12 1 0,29 2 0,-2-3 1032,-10-1 1,2-1-1033,7 1 0,-1-1-361,-7 0 0,-1-1 361,10 2 0,0-1 0,-12-1 0,-1 1 0,0-1 0,1 0 0</inkml:trace>
  <inkml:trace contextRef="#ctx0" brushRef="#br0" timeOffset="122374">17034 6709 5734,'-9'0'0,"-9"1"0,10-1 0,-7 1 0,9-1 0,1 0 0,-6 0 0,6 0 0,-4-1 0,8 1 0,1-2 0,2 1 0,-1 2 0,1-1 0,0 1 0,-2-1 0,2 0 0,-1 0 0,1 0 0,0 0 0,-1-1 0,1 1 0,0 0 0,0 0 0,-1 0 0,0-1 0,-1 4 0,-1-2 0,0 3 0,1-3 0,-1-1 0,4 0 0,-2 0 0,4 0 0,-2 0 0,-2 0 0,4-1 0,-3 1 0,3-2 0,-1 2 0,1 0 0,-2 0 0,0 0 0,3 0 0,-2 0 0,2 0 0,-2 0 0,-1 0 0,1 0 0,3-2 0,-2 1 0,4-2 0,-5 2 0,1 1 0,-2 0 0,0-1 0,1 1 0,-1-1 0,3 0 0,-2 0 0,10-2 0,-2 2 0,2-2 0,-3 1 0,1 0 0,-3 1 0,19-3 0,-15 2 0,13-1 0,-10 0 0,-2 2 0,3-3 0,12-1 0,-10 0 0,10-1 0,-16 2 0,-1 2 0,-4 0 0,4 0 0,-1 0 0,-1 1 0,2-1 0,2 0 0,-4 1 0,5-2 0,-1 0 0,-3-1 0,4 1 0,0-1 0,-4 1 0,4 0 0,15-2 0,-15 2 0,14-2 0,-16 5 0,-4-1 0,4 1 0,7-2 0,-7 1 0,16-1 0,-14 0 0,5 0 0,17-1 0,-7 1 0,11-1 0,-15 2 0,0 0 0,-5 1 0,6 1 0,10 0 0,-12 0 0,6 0 0,0-1 0,-1-1 0,13-1 0,2-1 0,-6 1-776,-3-1 1,-1 0 775,-2 1 0,1-1 0,0 1 0,1 0 0,11-1 0,-11 1 0,2 0 0,-6 1 0,-1 0 0,-6 1 0,0 0 0,8-1 0,3 0 0,2 0 0,0 0-292,-8 0 1,1 0 291,11-1 0,5-1 0,-4 1 0,-8 0 0,0 0 0,1 0 0,5-1 0,0 0 0,-6 1-893,-2-1 1,-2 1 892,16-1 0,0-1 0,-17 1 0,-3 1-614,13-2 614,6-1 517,-13 2-517,-11 1 446,1 0-446,-1 0 1885,-13 1-1885,7 0 920,-13 1-920,-1 0 765,-6 0-765,-1 1 0,-4-2 0,-1 2 0,-2-3 0,-2-1 0</inkml:trace>
  <inkml:trace contextRef="#ctx0" brushRef="#br0" timeOffset="124883">10338 6733 5734,'-3'-4'0,"2"2"0,3 0 0,1 0 0,0 0 0,2-1 0,3-2 0,0 1 0,3-3 0,4 0 0,-4 1 0,6 0 0,2 1 0,-3 2 0,8 0 0,7 0 0,-6 2 0,11 0 0,4 1-1143,-9 0 1143,11 0 0,6 0 0,0 0 0,-3 0 0,2 0 0,0 0 0,-8 0 0,-10 0 0,8 0-847,-2 1 847,-9-1 0,8 0 0,2 0 0,-9-2 0,10 0 0,-7-4 0,0-2 0,4 0 33,-5 0 0,-1 0-33,-4 0 0,-1 1 693,10-3-693,-7 3 0,8-2 0,0 1 0,-6 3 0,7-1 0,2 1 0,-8 1 0,11-1 0,-12 3 0,0 0 0,10-1 0,6 2 0,0 1 0,-3 1-1078,6 1 0,1 1 1078,-3 1 0,-10-2 0,6 1 0,-5-1 0,-8-1 0,-1 0 0,17 1 0,2-1 222,-8-1 0,3-1-222,5 0 0,4 0 0,-2-1-255,-14 2 0,-1-1 0,3 0 255,10-1 0,6 0 0,-1 0 0,-8 0-890,-6 1 1,-3-1 889,2 1 0,2-1 0,-2 0 0,7 1 0,-2-1 26,-9 0 0,0 1-26,9 0 0,1-1 0,1 0 0,-1 0 0,-8 1 0,-1 0 0,8-1 0,5-1 0,0-1 0,3-1 0,-4 0-150,-6 1 1,1 0 149,5-1 0,5 0 0,-7 0 0,-15 1 0,0 1 0,6-2 0,3 0 0,-3 0 0,-1 1 0,1 0 0,-1-1 0,2 1 0,-2-1 0,5 1 0,-2 0 0,-9 1 0,0 1 0,8-1 0,0 0 0,-1 1 0,-2 1 0,-7 0 0,-1 0 0,6 1 0,1 0 0,-3 0 0,-1 1 0,13 0 512,-15-1 1,0 1-513,17 0 0,-12-1 0,6 1 0,-11 1 0,-7 0 2284,6-1-2284,-16 0 562,2 0-562,-9-1 0,-33 7 0,11-4 0,-3 2 0,0 0 0</inkml:trace>
  <inkml:trace contextRef="#ctx0" brushRef="#br0" timeOffset="132309">19906 5917 5734,'-7'2'0,"-1"0"0,3-1 0,-10 1 0,5-2 0,-14 2 0,-14-2 0,10 0-613,-13 1 613,20-1 0,-11-2 0,7 0 0,-10-3 0,-3-2 0,8 1 0,-11-1 0,-3 2 0,10 1 0,-11-1 0,10-1 0,1 1 0,-6-1-290,6 0 0,1 0 290,5-1 0,1 0 0,-16-3 0,-3 0 0,4 0 0,-2 1 0,1 0 0,6 7 0,8 2 0,-7 0 0,2 2 0,8 0 576,-5 1-576,2 0 0,7-1 0,-5 0 0,-2-2 0,7 2 617,-8-2-617,-15 1 0,14 0-730,0 0 0,0 0 730,-1 1 0,-11 0 0,-1-1 0,10 1 0,-10 0 0,10-2 0,-6 1 0,5 0 0,9-1 0,0 0-214,-10 1 0,-4-1 1,5 0 213,8 0 0,5 0-797,-15 0 797,-10 0 0,17 0 0,1 0 0,-8 0 0,-5 0 0,1 0 0,6-1 0,2 1 0,-8 0 0,7 0 0,-9 0-91,0 0 0,2 0 91,10 0 0,4 0 0,-2 0 0,-8 1-151,8-1 0,0 0 151,-18 2 0,9-1 0,1-1 0,-1 1 0,0 0 0,-1-1 0,0 1 0,8 1 0,-14 0 0,15 1 0,9-1 540,-14 2-540,16-1 0,-6 1 0,-5 3 0,10-3 0,-25 11 0,26-7 803,-11 5-803,9-1 0,4-3 1607,-4 3-1607,-6 8 0,-9 10 0,5-4-370,-2 5 370,20-17 0,0 1 0,0 0 0,-4 7 0,4-3 0,1 1 0,0 2 0,0 2 0,-6 14 0,6-7 0,1 3-711,1 1 711,2-5 0,5-10 742,0-1-742,2 7 0,1-8 0,2 20 0,0-19 0,2 11 0,2-4 0,-2-9 0,7 18 0,-5-20 0,5 8 0,-4-11 0,3 0 0,-1-1 0,8 7 0,-2-4 771,5 4-771,4 2 0,-3-5-709,7 4 709,-5-5 0,17 3 0,3 1 0,-21-9 0,1 0 0,15 6 0,7 1 0,0-2 0,-7-4 0,0-2 0,0 0-962,-5 0 1,-1 0-1,1-1 962,6 1 0,1-1 0,-5-1 0,-7-3 0,-2 0-560,1 0 0,1 0 560,0 0 0,0-1 0,0 0 0,2 0 0,7-2 0,5 0 0,-3 0-510,0-1 0,1 0 510,0-1 0,3 0 0,-1 0 0,-4-2 0,-1 0 0,-2 0 0,7-1 0,4 0 0,-11 0 0,5 0 0,3-1 0,-2 1 0,-4 0 0,-1 0 0,-3 0 0,2 0 0,4-1 0,4 0 0,0 0 0,-6 0 0,7 0 0,-4 0 0,2 1 0,-1-1 0,0 0 0,-1 1 0,-3 0 0,6 0 0,-9 1 0,6 0 0,4 0 0,1 0 0,-3-1 0,-5 2 0,2-1 0,-5 1 0,7-1 0,1 1 0,9-2 0,3 0 0,-1 0 0,-5 1 0,-9 1 0,1 0 0,-4 1 0,2-2 0,6 1 0,0-1 0,-7 0 0,-3 1 0,0 0 0,12-2 0,6-2 0,-7 1 0,-15 2 0,-1-1 0,10-2 0,5-1 0,-7 1 0,9-5 0,0-1 0,-2-1 0,-11 1 0,1-4 0,0-1 0,-7 1 0,2-5 0,-2-1 0,-5 0 0,9-12 0,-22 8 0,-4 1 0,-1-5 0,-2 4 0,-2 0 0,-9 2 0,-4 0 0,-13-9 0,4 8 0,-12-7 0,-4 4 0,9 8 0,-10-5 0,5 5 0,10 6 0,-4-4 0,-11-7 0,18 15 0,-17-9 0,23 16 0,0 2 0</inkml:trace>
  <inkml:trace contextRef="#ctx0" brushRef="#br0" timeOffset="132892">19438 5968 5734,'-1'5'0,"0"0"0,1-4 0,-1 2 0,1-2 0,0 1 0,3-2 0,0-1 0,1-1 0,1-3 0,10-8 0,1-2 0,13-10 0,1 1 0,10-8 0,1 0 0,-5 3-1639,2 0 1,0-1 1615,-7 6 0,5-4 0,1-1 0,-2 2 0,-5 4-530,4-4 0,-2 3 553,-1 0 0,2-2 0,-1 1 0,4-3 0,1-2-309,-8 7 0,2-3 0,1 1 0,-4 1 309,7-4 0,-3 1 0,-4 4 0,0 0 0,0-1 0,3-2 0,0-1 0,-3 3 0,-1 0 0,0 1 0,-2 1 0,1-1 0,-1 1 0,4-3 0,-3 2 0,6-4 0,-9 7 0,-2 2 0,-6 4 1009,-3 3-1009,4-2 1062,-7 5-1062,2 0 3258,-8 3-3258,-3 3 405,-2-1-405,-3 1 0,-1 2 0,-3 0 0,-6 6 0,2 0 0,-4 3 0,4-1 0,0 1 0</inkml:trace>
  <inkml:trace contextRef="#ctx0" brushRef="#br0" timeOffset="133127">20504 4918 5734,'9'-5'0,"1"0"0,-1 4 0,9 0 0,-3 3 0,7 1 0,12 11 0,-12-3-803,13 8 803,-18-4 0,-2 0 0,2 23 0,-10-11 0,0 18 0,-20-2 0,-2-6-712,2-12 0,-1 0 712,-13 13 0,12-19 0,-1 0 0,-1 0 0,0 1 0</inkml:trace>
  <inkml:trace contextRef="#ctx0" brushRef="#br0" timeOffset="171316">10044 7888 5734,'-3'2'0,"0"1"0,4-2 0,2 1 0,27-9 0,-13 3 0,22-6 0,0 0 0,-13 5 0,16-4 0,-7 3-850,-7 2 850,8-1 0,3 0 0,-7 1 0,9 0 0,3 0 0,-10 1 0,11-1 0,3 2 0,-10 0 0,-12 1 0,0 0 0,2 0 0,0 0-106,2 0 1,3 0 105,4 0 0,4-1 0,-3 0 0,-2 1 0,0-1-751,1 0 1,3 0-1,-5 1 751,10-2 0,-14 1 0,4 0 0,-4 1 0,-5-1 0,-1 1 0,16-1 0,-1 1-482,3 0 482,2 1 0,1-1 0,-12 1 0,1-1-420,-7 0 1,1 0 419,6 1 0,5-2 0,1 1 0,6-1 0,1 1 0,-5-1-367,-10 1 0,-3 1 1,4-1 366,2 0 0,5-1 0,1 1 0,-1 0 0,-6 0 0,9 0 0,-4 0 0,5 1 0,0-1 0,2 0 0,1 0 0,-16 1 0,1-1 0,0 1 0,-1-1 0,1 0 0,4 0 0,-1 0 0,6 0 0,1-1 0,-1 0 0,-4 1 0,7-1 0,-3 0 0,4 0 0,-9 0 0,3 0 0,1 0 0,2 0 0,1 0 0,-2 0 0,4 0 0,2 0 0,0-1 0,-2 1 0,-2 0 0,-5 0 0,-1 0 0,-4 1 0,-1-1 0,7 1 0,-3-1 0,7 1 0,3-1 0,2 0 0,0 0 0,-4 1 0,-5 0 0,-8 0 0,8 1 0,-4 0 0,10 1 0,5 0 0,-9 0 0,5 1 0,-6 1 0,-2 0 0,-14-1 0,16 3 0,-24-5 0,7 0 0</inkml:trace>
  <inkml:trace contextRef="#ctx0" brushRef="#br0" timeOffset="172996">17553 7721 5734,'-3'2'0,"1"-1"0,9-3 0,-3 1 0,9-2 0,-8 2 0,8 0 0,-6 1 0,4 0 0,1 0 0,-3 0 0,4 0 0,0 1 0,-3-2 0,3 1 0,14 2 0,-13-1 0,13 1 0,-16-1 0,5 1 0,-3-1 0,5 1 0,2 0 0,-3-1 0,27-1 0,-19 0 0,16-1 0,-2-2-1113,-9 0 1113,12 0 0,3-1 0,-10 1 0,11 0 0,-21 1 0,-1 0 0,12-1 0,-12 2 0,1-1 0,0 1 0,-1 0 0,13 0 0,11-1 0,-3 1 0,-11 1 0,10 0 0,-4 0 0,-8 0 0,8 0-22,0 0 22,-12-2 0,1 1 0,7-1 0,1 1-664,-6-1 1,-2 0 663,-1 0 0,-2 0 0,1 0-4,0-1 4,12-1 0,-10 1 947,9-2-947,8-1 0,-16 2 11,-3-1 0,2 1-11,-1-2 0,1 0 0,5-1 0,1-1 0,-4 2 0,-2-1 0,-4 1 0,-1 1 0,6-1 904,-6 2-904,7-2 0,10-1 0,-16 2-173,3 0 0,-1 0 173,-4 1 0,19-6 0,-23 5 0,6-2 0,10-4 0,-13 2 0,5-2 0,-1 0 0,-1 0 0,-2 1 0,0 0 0,-2 0 0,6-3 0,2-4 0,-12 6 0,14-13 0,-19 11 566,11-16-566,-11 6 0,4-5 123,-9 7-123,-4 6 0,-2-1 0,-2-19 0,0 12 0,-3-13 0,-2 8 0,2 7 0,-3-4 0,-10-20 0,9 24 0,-10-21 0,6 25 0,2 4 0,-19-13 0,12 13 250,-13-7-250,1 6 0,6 2 0,-11-2 0,-5-1-1340,6 4 1340,-13-3 0,18 6 0,1 2 0,-17-6-824,13 5 0,0 0 824,-16-3 0,22 5 0,0 0 0,-2 1 0,0-1 0,0 1 0,-2-1 0,-14-1 0,-2 0 0,10 1 0,0 1 0,-12-2 0,-1 1 0,13 3 0,0 0 0,1 0-1079,-7 0 0,0 1 1079,5 0 0,-1-1 0,-1 2 0,-2 0 0,-1 1 0,2-1-294,-9 2 0,0-1 294,8 1 0,-3 0 0,0 0 0,0 1 0,0 0 0,2 1 0,-5-1 0,-4 2 0,10-1 0,-7 1 0,-2 1 0,2-1 0,7 0 0,-6 1 0,3 0 0,4 0 0,-5 0 0,2 0 0,8-1 0,-5 4 0,15-1 0,0 0 0,-10 5 228,-6 4 1,20-7 0,2-1-1</inkml:trace>
  <inkml:trace contextRef="#ctx0" brushRef="#br0" timeOffset="174728">19269 7644 5734,'2'2'0,"1"0"0,-3-2 0,1-3 0,-1 2 0,1-3 0,-1 3 0,1 0 0,0 0 0,0 0 0,0 0 0,-2-2 0,0 2 0,-1 0 0,2 0 0,0 0 0,0 4 0,-1-3 0,7 11 0,-1-7 0,7 6 0,2 4 0,-1-4 0,7 7 0,4 4 0,-1-3-327,7 8 327,-8-10 0,0-1-1620,15 11 1620,-10-9 0,2 1 0,8 1 0,0 0 0,-7-4 0,1-1 0,11 5 0,2 1 0,-12-7 0,0-1 0,-1 0 0,6 2 0,0 1 0,-6-4 0,2 2 0,-1-1 0,13 5 0,-2-1 0,-12-3 0,1 0 0,6 2 0,0 1 0,-8-2 0,-3 1 0,13 6 0,-17-9 0,-1 2-793,14 14 793,-16-11-235,-4 2 1,-2 0 234,-7-6 232,2 7-232,-7-16 1419,-2 0-1419,0-2 917,0 1-917,0-1 641,0 0-641,0 0 0,0 1 0,0-2 0,-1 2 0,-1-3 0,-4-1 0,2 1 0,-3 0 0,2 0 0,-1-1 0,2 0 0,-6-4 0,4 2 0,-8-8 0,8 5 0,-5-4 0,6 5 0,-1 0 0,1 0 0,1 0 0,-1 0 0</inkml:trace>
  <inkml:trace contextRef="#ctx0" brushRef="#br0" timeOffset="175912">20303 8044 5734,'-6'0'0,"0"-1"0,0-1 0,1-1 0,-3-1 0,4 1 0,-1-1 0,2-1 0,2 2 0,0-4 0,1 4 0,1-3 0,-1 3 0,2 1 0,-1-2 0,0 3 0,2-1 0,0 2 0,2-1 0,-2-1 0,1 1 0,0 1 0,4 1 0,-3-3 0,1 3 0,-4-3 0,-1 1 0,-1 0 0,0 4 0,0-2 0,1 5 0,0-3 0,0 1 0,0-2 0,1 0 0,5 1 0,-2 0 0,5 4 0,0 3 0,-1-2 0,2 4 0,2 1 0,-2-3 0,10 12 0,-11-10 0,7 7 0,2 8 0,-10-14 0,9 13 0,-11-17 0,-2-3 0,2 1 0,-2 1 0,-2-4 0,1 1 0,-2-3 0,-1-1 0,1 1 0,-1 0 0,1-1 0,-1-1 0,-3 3 0,3-2 0,-4 3 0,4-3 0,-2 1 0,1-1 0,-2 1 0,1 0 0,-1 0 0,1-1 0,1 2 0,-1-2 0,1 1 0,-1-1 0,0 0 0,1 0 0,-1 2 0,2 0 0,-1 1 0,1-1 0,0 0 0,-1-2 0,1 0 0,0 0 0,-3 2 0,0 0 0,-11 4 0,-1-2 0,-6 2 0,3-2 0,2 0 0,-9 1 0,2 0 0,-8 1 0,-7 2 0,8-3 0,-2 1 0,0 0 0,0 0 0,-15 3 0,22-6 0,7 0 0,1-1 0,6-1 0,5-1 0,0 0 0,6-2 0,2-1 0,6-3 0,10-3 0,-1 2 0,11-5 0,7 0 0,-7 3-828,10-3 828,-12 3 0,0 1 0,-3 0 0,13-4 0,-18 6 0,-1 2 0,-24 8 0,-10 4 0</inkml:trace>
  <inkml:trace contextRef="#ctx0" brushRef="#br0" timeOffset="219600">5292 8544 5734,'0'4'0,"-1"-1"0,2-1 0,0-1 0,0 0 0,0 0 0,0-1 0,-1 2 0,0 0 0,0-1 0,1 0 0,1 0 0,0 0 0,1 0 0,0 1 0,13 5 0,-6-3 0,11 4 0,-9-4 0,26 7 0,-15-5 0,22 5 0,-10-4-907,-7-2 907,11 1-50,5-1 50,0-2 0,1-1 0,-12 0 0,-1-1-935,16 0 0,-2-1 935,-1-1 0,2-3 0,-11 2 0,1 0 0,-9-1 0,1 1 0,8-1 0,1 0 0,1 0 0,0-1 0,-10 2 0,1-1 0,8-1 0,1 0 0,-1 1 0,-1-1 0,-9 1 0,0 0 0,7 0 0,1 0 0,-2 0 0,-2 0 0,-6 1 0,0 0-248,6 0 1,1-1 247,1 0 0,-1 1 0,-8-1 0,1 1 0,7 0 0,0-1 0,1 0 0,-1 0 0,-8 1 0,2 0 0,7-1 0,4 0 0,-4 1 0,-6-1 0,-1 1 0,13-1 0,4-1 0,-4 1 0,2 1 0,-4 0-199,-7 0 1,0 0 198,8 0 0,4 0 0,-7 1 0,5-1 0,-12 2 0,0 0 0,14-1 0,-15 0 0,0 1 0,-1-1 0,0 0 0,14 0 0,-16 0 0,2 0 0,7 0 0,-2 0 0,10-2 0,-4 1 0,8 0 0,-7-1 0,7-1 0,-2 1 0,0-1 0,4 1 0,-17 1 35,13-1-35,-6-1 0,-14 1 0,18-4 0,-25 4 1654,4-2-1654,-2 0 0,-5 1 587,4-2-587,0 0 0,3-2 0,-1-2 0,1 0 0,-6 1 1443,0 0-1443,7-7 0,-5 4 0,5-5 0,-1 0 0,-6 4 0,14-13 0,-5 1 0,-1 0-392,-3 3 392,-10 9 0,6-9 0,-7 7 0,13-27 0,-17 28 0,6-15 0,-12 16 0,0 3 0,-3-2 0,-1 2 0,-1 3 392,-3-5-392,-2 1 0,1 1 0,-16-9 0,10 9 0,-7-2 0,-1 1 0,-3-1 0,-11 0 0,-2 0-498,-2 1 498,6 3 0,-6 0 0,4 1-1186,7 2 0,1 1 1186,-1 0 0,-3-1 0,0 1 0,-12 0 0,1 1 0,10 1 0,-2 0 0,0 1 0,-6-1 0,-1 1 0,5 0 0,-4 1 0,-1-1 0,7 2 0,-6-1 0,-2 0 0,2 1 0,6-1-1221,-10 1 1,2 1 1220,-1-1 0,-3 0 0,2 1 0,9-1 0,2 1 0,1-1 0,-5 1 0,-1-1-141,-1 1 0,-3-1 0,1 1 141,2-2 0,1 0 0,2 0 0,4 1 0,2-1 0,0 1 0,-3-1 0,0-1 0,4 2 0,5-1 0,3 1 0,1 0 0,-3 0 0,-7 2 0,-5-1 0,3 1 0,4-1 0,1 1 506,-4 0 0,-3 0 0,3 0-506,1 0 0,2 1-177,6-2 0,1 0 177,-7 1 0,-2 0 0,-6 0 0,0-1 0,14 0 0,0 0 0,-13 1 0,0-1 0,0 0 0,11-1 0,-1 0 0,-13-1 0,15 1 0,-2-1 620,2-1 1,1 1-621,-14-1-93,15 0 1,-1 0 92,-22-1 0,11 1 0,-11-1 0,0 1 0,10 1 0,13 0 0,-1-1 0,-2 1 0,1 0-495,-15-1 495,14 1 0,-1 0 0,1 0 0,1 0 0,-14 1 0,14-1 0,0 1 0,-21 2 0,10 1 0,-9 0 0,17 0 0,1-1 0,-8 2 541,-7 0 1,-1 0-542,-4 0 0,12-1 0,1 0 0,1-1 0,4 1 0,20-2 1126,-4 2-1126,8-1 323,-2 2-323,-1 5 1265,2-1-1265,-4 6 212,4-1-212,-4 13 0,4-3 0,0 1 0,-4 18-326,5-14 0,1-2 326,1 7 0,4 6 0,0 2 0,3 5 0,3-12 0,2 6 0,2-7 0,12 5 0,2-14 0,7 2 0,0-5 0,-5-7 0,2-4-343,12 2 0,6 0 0,-3-4 0,-7-4 1,0-2-1,-2-1 0,-1-1 0,0 1 1</inkml:trace>
  <inkml:trace contextRef="#ctx0" brushRef="#br0" timeOffset="228638">12951 8778 5734,'2'6'0,"0"9"0,-1 0 0,0 9 0,-1 1 0,-1 5-171,0-5 0,1 1 171,-3 17-1040,1-11 1040,-2 10 0,0-2 0,2-11 0,0-1 0,1 0 0,0-2 0,0 12 0,35-28 0,-9-14-1093,13-11 0,3-5 1093,-16 1 0,0-3 0,11-7 0,2-3 0,-9 7 0,1-2 0,-1 2-1048,7-5 1,-1-1 1047,-6 6 0,2-1 0,5-4 0,-5 6 0,5-4 0,3-2 0,2-1 0,-1 1 0,-3 2 0,-4 3-18,-1 1 0,-5 3 0,1 0 1,4-3 17,-1 0 0,5-3 0,3-2 0,0 0 0,-2 1 0,-5 5 0,-7 4 0,0 0 0,-6 5 0,3-3 0</inkml:trace>
  <inkml:trace contextRef="#ctx0" brushRef="#br0" timeOffset="274006">20179 2346 5734,'-33'2'0,"1"0"0,2 0 0,1 4 0,-7 12 0,3 4-1639,9-6 1,1 1 1242,-2 1 0,-2 2 1,2 2 395,-8 13 0,3 1 0,7-8 0,-1 4 0,4 1 0,-3 7 0,0 1 0,4-5 0,-1 7 0,2 2 0,5-7 0,-1 8 0,0 1 0,2-1 0,2-6 0,3-4 0,2-5 0,2 5 0,2 7 0,1 6 0,2 3 0,1-3 0,2-7 0,2-5 0,1-6 0,6 4 0,3-2 0,5 5 0,4 2 0,1 0 0,0-3 0,-2-6 0,6 2 0,0-5 0,8 1 0,-8-8 0,6 3 0,4 1 0,2 0 0,1-1 0,-1 0 0,-2-3 0,-5-2-318,10 2 1,-5-4-1,1-1 1,3 1 317,-7-3 0,2 1 0,2 1 0,1 0 0,0-2 0,-1 0 0,0-2 0,2 0 0,-1-3 0,1 0 0,-1-1 0,-2 0 0,0-1 0,0 0 0,-1 0 0,-1-1 0,0 0 0,2-1 0,1 1 0,1 0 0,2 0 0,-1-1 0,1-1 0,-1-1 0,-1-2 0,0-1 0,1-1 0,-2 0 0,0-1 0,-1 0 0,7 0 0,-3 0 0,1-2 0,5-2 0,-9-1 0,2-1 0,4-1 0,1-1 0,0-2 0,-1 0 0,-2 0 0,-4-1 0,0-2 0,-4 0 0,-1-2 0,-1 0 0,1 0 0,1-1 0,-1 2 0,2 0 0,1 0 0,-1-1 0,0-2 0,-2-1 0,-2-4 0,-1-5 0,0-4 0,-2-3 0,-2-1 0,-2-1 0,-2 3 0,-2 2 0,1-3 0,-4 3 0,-3-2 0,1-6 0,-5 2 0,1-5 0,-1-4 0,0-3 0,-1 0 0,-2 2 0,-2 3 0,-3 5 0,0-5 0,-4 5 0,-3 1 0,-3-6 0,0 9 0,-3-4 0,0-3 0,-3-2 0,0 0 0,0 0 0,-2 3 0,1 3 0,0 6 0,-4-9 0,-1 7 0,-1 1 0,-6-4 0,1 6 0,-4-4 0,-2-3 0,-3 0 0,0 0 0,0 3 0,1 3 0,4 5 0,-5 0 0,2 5 0,0 1 0,-2-1 0,-5-3 0,-4-3 0,0 0 0,-1 3 0,2 4 0,0 5 0,0 2 0,2 4 0,1 0 0,-3-1 0,3 2 0,-2 0 0,-8 0 0,-1 0 0,1 4 0,7 7 0,1 3 0,3 2 0,-2 1 0,1 2 0,-7 7 0,1-1 0</inkml:trace>
  <inkml:trace contextRef="#ctx0" brushRef="#br0" timeOffset="274646">22962 3586 5734,'-17'30'0,"1"1"0,-1 2 0,2 2 0,5-2 0,9-14 0,13 14 0,5-21-305,14 1 305,-5-10 0,2-3-957,-4 0 0,2-1 957,10-1 0,2-2 0,-4-2 0,1-2 0,-1 0-1307,8-1 1,1-2 1306,-5 2 0,1-2 0,3-1 0,-1-2 0,3-2 0,-1 0 0,-3 1 0,-3 1 0,-3 1 0,3-2 0,1-1 0,4-2 0,1-1 0,-1 1 0,-7 2 0,-3 2 0,-5 0 0,2 0 0,6-3 0,1-1 0,-1 0-451,7-2 0,-4 0 451,-11 6 0,-1 1 0,4-2 0,-1 0 0,9-5 0,-18 11 641,1 0-641,-19 18 2487,-1 1-2487,9 15 0,3 2 0,-1-2 0,3 2 0,0-1 0</inkml:trace>
  <inkml:trace contextRef="#ctx0" brushRef="#br0" timeOffset="278086">20343 3001 5734,'14'7'0,"1"-3"0,18-2 0,5-2 0,-14-1 0,3 0-820,8 0 1,7 0 0,3 0 0,-6-1-373,6 1 0,1-1 1192,-12 1 0,4 0 0,2-1 0,1 1 0,-1 0-19,8-1 1,1 1 0,-1 0 0,-2-1 18,-6 1 0,-2 0 0,1 1 0,0-1 0,6 0 0,2-1 0,-1 1 0,-7 1 0,3-1 0,-4 1 0,-3-1 0,0 1 0,5 0 0,-1 0 0,-14 0 0,1 1 0,11-1 0,-3 0 0,-10 1 0,4 0 0,-68 13 0,9-5 0,-4 0 0,0 1 0</inkml:trace>
  <inkml:trace contextRef="#ctx0" brushRef="#br0" timeOffset="283258">9418 9448 5734,'-3'2'0,"-1"0"0,3-2 0,-2 0 0,2 0 0,0 0 0,0 3 0,0-2 0,0 3 0,0-2 0,1-1 0,0 1 0,0-1 0,1 0 0,0 1 0,3 0 0,-2-1 0,7 1 0,-5-1 0,8-1 0,-5 0 0,5 0 0,-1-1 0,9 1 0,-2 0 0,6 0 0,6-1 0,7 0 0,0-1 0,-5 0 0,0 0 0,2-1-1073,10 1 0,3-1 1,-3 0 1072,-10 1 0,-2-1 0,0 0 0,14 0 0,-2 0-943,-8 1 1,1-1 942,-6 2 0,3-1 0,0 0-211,2 0 1,1 0 0,-1 0 210,7 0 0,1 0 0,-6 1 0,2-1 0,0 0 0,3 0 0,1 0 0,-2 0 0,-9 1 0,-2 0 0,6-1 0,0 1 0,6-1 0,3 0 0,1 0 0,-3 0 0,-6 0 0,4 0 0,-4 0 0,3 1 0,-1-1 0,4 0 0,2 0 0,-3 0 0,-6 0 0,8 0 0,-5 0 0,0 0 0,1 0 0,-3 0 0,1 0 0,-6 0 0,2 0 0,-2 0 0,4 0 0,0 0 0,8 0 0,-1-1 0,-7 2 0,-3 0 0,-9 0 0,-1 1 0,12 2 0,-2 0 0,-7 2 0,6 4 0</inkml:trace>
  <inkml:trace contextRef="#ctx0" brushRef="#br0" timeOffset="312351">9190 8187 5734,'0'7'0,"0"13"0,0-6 0,1 16 0,1 2 0,-1-1-738,1-1 1,0-1 737,-1-3 0,3-1-327,9 11 327,-2-16 0,11 7 0,9-25 0,-4-6 0,11-12 0,2-4 0,-17 7 0,0-2 0,4-3 0,4-6 0,0 1 0,-4 2-1168,2-3 0,-2 1 1168,0 0 0,3-3 0,0 1 0,7-8 0,-2 3 0,-6 6 0,0 0 0,-4 3 0,1 0 0,-1 0 0,13-8 0,-2 3-601,-10 7 0,-1 1 601,5-5 0,0 4 85,3 1 0,-17 13 1,-1 7-1</inkml:trace>
  <inkml:trace contextRef="#ctx0" brushRef="#br0" timeOffset="348345">3190 11175 5734,'-6'2'0,"3"-1"0,1 0 0,6-4 0,-2 2 0,3-2 0,-4 3 0,0 0 0,2-1 0,-2-1 0,1 0 0,1 0 0,3 0 0,-1 0 0,2 0 0,2-2 0,-1 1 0,1 0 0,1 0 0,-2 2 0,2-1 0,-4 0 0,12-1 0,-9 2 0,8-2 0,-9 3 0,-2-1 0,2 0 0,0 1 0,-2-1 0,2 1 0,5 1 0,6-1 0,-2 1 0,2 0 0,-11-1 0,2 1 0,8 0 0,-6 0 0,14 0 0,-15 0 0,6 0 0,1 1 0,-7 0 0,8 0 0,-9-2 0,0 1 0,16 1 0,-11 0 0,22 2 0,-23-3 0,15 3 0,-14-1 0,4 0 0,2 1 0,-4-1 0,4 0 0,9 2 0,-11-3 0,23 4 0,-24-4 0,9 1 0,-14-1 0,1 0 0,0 0 0,0 0 0,6 0 0,-3-2 0,4 1 0,22-3 0,-21 1 0,5-1 0,-1 0 0,-9 0 0,8 0 0,1-1 0,-9 2 0,10-2 0,1-1 0,-4 2-618,23-4 618,-28 4 0,1-1 0,10 0 0,-8 0 0,3 1 0,1 1 0,1-2 0,15 1 0,-9 1 0,-8 0 0,8 1 0,-2-1 0,-7 1 0,7-1 0,-1 0 0,-6 1 0,7 0 0,4 0 0,-8 0 0,9 0 0,3 1 0,-9-1 0,10 0 0,3 0-1104,-10 0 1104,12 0 0,1 0 0,-9 0 0,-14 0 0,2-1 0,10 1 0,5-1 0,-5 0 0,-9 1 0,0 0-2,9-1 1,4 0 0,-6 1 1,10 2-867,-10-2 867,8 2 0,-15-2 0,0 0 0,7 0 0,-1 0 0,-1 0 278,-2 0-278,9 0 0,-13-1 0,0 1 0,7 0 0,-7 0 0,-1 0 0,3 0 0,-1 0 0,1 0 0,17 0 0,3 2 0,-2-1-32,3 0 0,-2 1 32,-1-1-141,-11 1 141,10-1 0,-16 0 0,0-1 0,8 1 0,4-1 0,-1 0 0,-5 0 0,0 0 0,-1 0 0,-1 0 0,12 0 0,-13-1 0,-1 0 0,11-1 0,-10 1 0,4-1 0,-4 1 0,12-2-306,-8 1 0,-2 1 306,3-1 0,-2 1-630,0 1 630,-2 1 76,-5 1 1,0 0-77,20 3 0,-20-2 0,-1 0 346,13 2-346,-12-2 0,1 1 0,-1-3 0,1 1 0,-1-1 0,1-2 0,7 1 0,4-1 0,0 0 0,-7-1 0,0 1 0,-1-1 0,-8 0 0,10 0 1177,-16 0-1177,-5 0 794,1-2-794,-2 1 434,-4 0-434,5-2 727,-7 3-727,1-1 131,-3 1-131,-1 1 0,0-1 0,-1 2 0,0-1 0,0 3 0,0 0 0,1 1 0,0 0 0,0-2 0,1 2 0,0-1 0,0 0 0,1 0 0,0 0 0,0-1 0,1 1 0,2 0 0,-2 0 0,2 0 0,-1-2 0,0 0 0,1 0 0,3-1 0,-2 0 0,3 1 0,0 0 0,-3 0 0,4 0 0,6-1 0,-5 0 0,7 0 0,18-4 0,-20 2 0,19-4 0,-17 4 0,-8 2 0,8-1 0,-15 3 0,2 1 0,-5-1 0,-4 2 0,-12 3 0,-1-1 0,-9 3 0</inkml:trace>
  <inkml:trace contextRef="#ctx0" brushRef="#br0" timeOffset="386852">5208 11458 5734,'-6'0'0,"1"0"0,0 0 0,1 0 0,-4 0 0,3 0 0,-3 1 0,-1-1 0,1 1 0,-3 0 0,5 0 0,1-1 0,0 1 0,-4 1 0,3-1 0,-3 1 0,-10-1 0,10-1 0,-10 1 0,13-1 0,0 0 0,-6 0 0,4 0 0,-12 0 0,10 0 0,-14-1 0,13 0 0,-19-2 0,15 2 0,-8-2 0,3 2 0,4 0 0,-4 1 0,-26 0 0,24 0 0,-4 0 0,0 0 0,-2-1 0,-10-1 0,7 1 0,-7-2 0,20 2 0,-5-1 0,-1-1 0,6 1 0,-7-2 0,1-1 0,5 2 0,-5-2 0,8 2 0,-17-3 0,-2 3 0,-1-1 0,7 2 0,11 2 0,3-2 0,-4 2 0,-3-1 0,5 1 0,-21-1 0,18 2 0,-12-1 0,7 3 0,5-2 0,-6 2 0,-3-1 0,7 0 0,-7 0 0,-8 2 0,13-2 0,-12 2 0,9-2 0,7 0 0,-6 0 0,1 0 0,6-1 0,-5 1 0,-3 0 0,0-1 0,2 1 0,-1-1 0,0 1 0,4-1 0,6 0 0,-20 0 0,18-1 0,-17 1 0,20 0 0,-6 0 0,-2 1 0,8-1 0,-8 1 0,12-1 0,-5 0 0,3 0 0,-13-1 0,12 0 0,-12 0 0,14 0 0,-5-1 0,6 1 0,-6 0 0,4 0 0,-15 0 0,13 0 0,-14 0 0,15 0 0,-4 0 0,-5 0 0,8 0 0,-14 0 0,17 0 0,-5 0 0,9 0 0,1 0 0,-1 0 0,-12 0 0,0 0 0,-4 0 0,2 0 0,10 0 0,-2 0 0,0 0 0,2 0 0,-1 0 0,-5 0 0,8 0 0,-7 0 0,1 0 0,6 1 0,-7-1 0,9 0 0,-1 0 0,1 0 0,-4 0 0,3 0 0,-2 0 0,0 0 0,2 0 0,-2-1 0,2 1 0,1-1 0,0 0 0,1 1 0,-1-1 0,-16-2 0,11 2 0,-13-3 0,17 3 0,-1 0 0,2-1 0,-1 1 0,-4-1 0,4 0 0,-3 0 0,3 0 0,1 1 0,-1-1 0,1 0 0,2 2 0,-6-2 0,1 1 0,1 0 0,0 0 0,-1 1 0,2 0 0,-3 0 0,-4 2 0,9-2 0,-11 2 0,9 0 0,-1-1 0,-1 0 0,4-1 0,-2 1 0,-3 0 0,4 1 0,-6 1 0,6-1 0,-1 0 0,-1 2 0,1-1 0,-1 0 0,-4 1 0,6-2 0,-9 3 0,10-2 0,-3 1 0,1 1 0,3-1 0,-2 3 0,2 0 0,-1 0 0,-9 12 0,7-8 0,-7 9 0,9-8 0,0 1 0,-5 15 0,5-12 0,-1 9 0,4-14 0,0 0 0,-4 23 0,3-17 0,-4 18 0,5-17 0,-2 12 0,2-8 0,-1 8 0,4-12 0,0-3 0,1 3 0,1 0 0,0-6 0,0 3 0,2 0 0,-1-4 0,5 11 0,-4-11 0,2 5 0,-1-4 0,0-3 0,1 2 0,0-2 0,-1-1 0,2 1 0,1 0 0,-1-2 0,2 1 0,1 0 0,-1-2 0,1 1 0,2 1 0,-3-3 0,4 3 0,0 0 0,-2-3 0,2 2 0,17 9 0,-15-8 0,14 8 0,-16-10 0,-5-1 0,3 1 0,0-2 0,-3-1 0,3 1 0,1-1 0,-4 0 0,4 1 0,11 2 0,-9-4 0,11 3 0,-14-3 0,28 2 0,-21-1 0,29 1 0,-32-3 0,10 0 0,-12-1 0,4 1 0,5 0 0,-7-2 0,20 0 0,-20 1 0,16-1 0,-17 1 0,6 0 0,5-1 0,-8 1 0,20-1 0,-21 1 0,16 0 0,-17-1 0,6 1 0,16-1 0,-17 1 0,17 1 0,-18-1 0,-4 1 0,29-3 0,-24 1 0,27-2 0,-30 3 0,5 0 0,-7 0 0,22 0 0,-15 1-373,17 0 373,-20 0 0,1 1-90,0 0 90,-2 0 0,2 1 0,18 2 0,-14-2 0,15 2 0,-10-3 0,-7 0 0,5-1 0,2 0 0,-7 0 369,8-1-369,1-2 0,-7 1 94,8-1-94,0 0 0,-8 1 0,7-1 0,-1 0 0,-8 1 0,7-1 0,-2 0 0,-6 0 0,19-1 0,-19 0 0,10 1 0,-2-1 0,-1 0 0,-4 0-239,4 1 0,-2-1 239,-14 2 0,1-1 0,6 0 0,-4-1 0,5-1 0,9-2 0,-10 1 0,7 0 0,1-1 0,-5 1-407,18-4 407,-23 5 0,1 1 265,6-3-265,-5 3 0,4-2 0,5 2 0,0 0 0,-1 0 0,1 0 0,1 0 0,-2 1 0,-7 1 0,7-1 0,6-2 0,-11 1 0,23-4 0,-25 3 0,20-5 0,-21 4 0,20-5 0,-21 5 419,15-3-419,-5 0 0,7-2 0,-6 3 0,-5-1 0,-10 5 201,-2-2-201,2 2 0,5-3 0,-4 1 0,4-1 0,17-4 0,-17 4 0,21-6 0,-21 6 0,-1 1 0,10-1 0,-14 3 0,9-2 0,-5 2 0,-4 0 0,4-1 0,-4 1 0,-1 0 0,0-1 0,10-1 0,-9 1 0,8 0 0,-8-1 0,-3 1 0,3-1 0,-1 0 0,-3 2 0,2-1 0,-2 0 0,-1 1 0,-1-1 0,-1 1 0,-3 0 0,2-1 0,-2 0 0,0 2 0,1-2 0,-2 1 0,2-3 0,3-7 0,-2 4 0,2-4 0,-5 8 0,-1 0 0,0 0 0,0-1 0,-1 2 0,0-2 0,0 1 0,0 1 0,0-1 0,-3-7 0,1 6 0,-2-8 0,1 8 0,0 0 0,-2-1 0,1 1 0,-1-2 0,-11-13 0,8 10 0,-13-15 0,11 17 0,-1-4 0,-5 1 0,5 2 0,-6-2 0,-4-4 0,7 6 0,-18-13 0,17 13 0,-15-9 0,15 10 0,-5-3 0,0 1 0,5 4 0,-5-2 0,-8 0 0,10 4 0,-13-2 0,13 5 0,-2 1 0</inkml:trace>
  <inkml:trace contextRef="#ctx0" brushRef="#br0" timeOffset="388290">5610 12197 5734,'-5'2'0,"1"-1"0,1 0 0,3 0 0,2 0 0,6 0 0,2 1 0,4 0 0,7-1 0,-3-1 0,8 1 0,18-3 0,-14 0 0,2 0 0,0-1-1130,2 0 1130,13 0 0,-15 2 0,-1 0 0,10 0 0,-2 0 0,6-1 0,-6 1 0,-14 0 0,-2 1 0,25-2 0,-3 1 0,-11 0 0,13-1 0,-10 0 0,9 0 0,-16 1 0,-1 0 0,8-1 0,-9 1 0,0 0 0,14-3 0,-13 2 0,1-1 0,-6 1 0,0 0 0,3-1 0,1 0 0,0 0 0,-1-1 0,7 0 0,-7 1 0,0 0-823,11-1 823,-8 2 0,7-2 0,-1 0 0,-9 2 0,7-2-391,-11 2 391,-1 0 0,1 1 0,19-1 0,-14 0 0,13-1 0,-9 0 0,-8 1 580,7 0-580,-9 1 0,7 0 0,0 0 0,1 0 0,8 1 0,-2 0 0,-13 1 0,12 0 842,5 0-842,1 0 0,5 0-286,-10-1 286,-16 0 0,1 0 0,1 0 0,11 0 0,-7 0 426,8 0-426,1 1 0,-7 0 0,9 0 0,-6 1 0,1 1 0,3-1-247,-2 0 1,-1 1 246,-3-1 0,1-1 0,16 1 0,-11-1 0,10 0 0,-14 0-154,-1 0 154,-1 0 0,-2 0 0,9 1 0,-10-1 0,5 0 0,-4 1 0,-8-2 0,5 1 0,2 0 0,-9-1 0,11 3 0,-15-3 1252,2 1-1252,0-2 177,-6 1-177,7-1 0,-9 0 0,1-1 0,-3 1 0,0-1 0,0 1 0,1 0 0,15-3 0,-11 2 0,12-2 0,-14 2 0,-2 1 0,0-1 0,-3 2 0,0 0 0,0 0 0,-1 0 0,3 0 0,-2 1 0,5 0 0,-6-1 0,3 0 0,-4 0 0,0 0 0,2 0 0,-2 0 0,2 0 0,-2-1 0</inkml:trace>
  <inkml:trace contextRef="#ctx0" brushRef="#br0" timeOffset="390007">10516 12280 5734,'10'0'0,"14"-2"0,5 0 0,8-1-1871,-1 0 1871,-7 1 0,-5 0 0,1 0 0,16-1 0,-14 1 0,1 0 0,4 1 0,-1-1 0,-7 0 0,1 1 0,8-1 0,1 1 0,2 0 0,-1 0 0,-9 1 0,3-1 0,4 2 0,5-1 0,2 1 0,-6 0-1267,2 0 0,-1 0 1267,6 1 0,5-1 0,-7 1 0,-9-1 0,-4 0-129,2 1 1,0-1 128,0 0 0,1 1-370,10-1 1,1 1 369,-10-1 0,1 0 0,8 0 0,5 0 0,-4 0 0,-9-1 0,1 0 0,2-1 0,5-1 0,0 1 0,-5-1-167,-1 1 1,-1-2 166,0 1 0,3-1 0,-1 0 0,7-2 0,-2 1 0,-7 0 0,-1 0 0,10-1 0,1-1 0,1 1 0,-2 0 0,-9 1 0,0 0 0,8-1 0,1 1 0,-2 0 0,-2 1 0,-9 1 0,0 0 354,7 0 0,0-1-354,-2 2 0,-1-1 0,16-1 0,-18 1 0,0 0 0,0 0 0,-1 0 0,15-2 0,-16 1 0,1-1 0,-1 1 0,-1-1 0,15-2 0,-16 2 0,1 0 0,7-1 0,1 0 0,-6 1 0,1 0 47,6 0 1,-2-1-48,-8 3 0,-3-1 0,8 0 349,-1 1-349,-1 0 0,1 0 0,2 0 0,2 1 0,-4-1 0,-1 0 0,6 0 0,-10 0 0,9-1 0,-7 3 0,-1 0 0,5 0 0,-4 0 0,0 0 0,-3 2 0,1-1 0,14 1 0,-8-2 1814,11 1-1814,-11-1 0,-1 0 0,9 0 0,7 0 0,-1 0 0,-6 1 0,3 0 0,1 0-441,-9 0 441,-6 0 0,-2 1 0,-1-1 916,0 1-916,0 0 0,11 1 0,-6-1-129,9 0 129,-9-1 0,2-1 0,0-1 0,2 0 0,0 0 0,2 0 0,7 0 0,-4 1 0,-11 0 0,1 0 0,13 0 0,10 1 0,-1 0 0,-9 0 0,-14 0 0,-2 1-498,9 0 1,2 0 0,-4 0 497,5 0 0,-2-1 0,1 0 0,11 0 0,-11-1 0,0 0-186,-7 0 1,-2-1 185,16 0-53,-15 0 0,0 0 53,-1 0 0,2 0 0,11 0 0,1 0 0,-7 0 0,-1 0 0,5 0 0,4-1 0,-8 1 0,6-1 0,2 0 0,-1 1 0,-6-1-672,10 1 1,0-1 671,-9 0 0,7 0 0,1 0 0,-1 1 0,-6-1 0,13 0 0,-6 1 132,-8-1 1,3 1-133,-4 0 0,6 0 0,1-1 0,-6 2-133,4-1 1,-1 0 132,0 0 0,3 1 0,-4-1 0,4 1 0,-4 1 0,-9-1 0,-2 1 0,8-1 0,0 1 0,-8 0 0,-1 0 0,13 1 272,6 1-272,-4 0 0,-11-1 0,0 0 0,-1-1 0,1 0 0,15 2 0,-13-2 0,-9-1 2004,6 1-2004,4-3 0,-17 2 1675,10-1-1675,-22 0 1521,-2 0-1521,-3 0 262,-3-1-262,-43-1 0,12 2-641,-2 0 1,-3 0 640,9 1 0,0 0 0,-6-1 0,-1 1 0,-3-1 0,0 1 0</inkml:trace>
  <inkml:trace contextRef="#ctx0" brushRef="#br0" timeOffset="398671">23122 11526 5734,'-20'-5'0,"-13"-3"0,7 3 0,-2 1 0,-19-4-1410,17 3 0,1 2 1410,-6-3 0,0 1 0,-1-1 0,-10-2 0,12 1 0,-5-1 0,5 0 0,-12-3 0,1 0 0,1 0 0,2 0 0,-3 1 0,-1 1 0,22 4 0,0 1 0,-14-2 0,-1 0 0,-4 2 0,2 0 0,14 2 0,0-1 0,-15-1 0,-2 0 0,10 1 0,2 0 0,6 0 0,1 0 0,-7-1 0,-2 0 0,2-1 0,0 1 0,7 0 0,1 1 0,-8-2 0,0 0 0,0 0 0,2 0 0,6 1 0,0 0 0,-6-1 0,-1-1 0,1 1 0,2-1 614,-17-2-614,1 0 0,-1 0 0,-1 0-14,11 2 0,0 0 14,9 2 0,1-1-900,-14 0 900,15 1 0,-2 1 0,0 0 0,2 0 0,-15-1 0,14 2 0,-1-1 0,0 1 0,1 0 0,-13 0 0,12 0 0,1 1 0,-9 0 452,2 0 1,-4 1-453,-1 0 0,-1 0 0,-1 0 0,1 0-527,2 0 1,3 0 526,-3-1 0,0 0 461,1-1-461,-12-1 0,13 1 0,-9-1 0,7 2 421,11 1-421,-6 0 0,-10 2 0,21-1 0,-17 1 330,26-2-330,-23 3 0,20-2 0,-23 6 0,28-3 1435,-9 6-1435,7-2 0,-4 3 0,-2 2 0,4-1 0,-4 3 0,-6 8 0,9-8 0,-3 3 0,1-1 0,2-1 0,-11 14 0,14-16 635,-3 5-635,-4 8 0,6-9 0,-6 11 0,0 1 0,4-6-421,0 1 0,0-1 421,3-5 0,-8 18 0,6-14 0,-8 19 0,13-23 0,-1 7 0,3-8 0,0 10 0,1-5 0,2 24 0,3-22 0,1 12 0,4-11 0,-1-7 0,6 17 0,-5-18 0,4 10 0,-1-7 842,-2-5-842,9 15 0,-7-16 0,5 7 0,1-7 0,-3-5 0,15 11 0,-11-10 0,8 5 0,-2-5 0,-6-3 0,30 7 0,-17-9-275,18 3 275,0-5-1436,-10-1 1436,-11-2 0,1-1 0,2 1 0,0-1 0,18-1 0,-18 1 0,4 0 0,6-2 0,6 1 0,-5-1 0,-7 1 0,0 0 0,7-1 0,5 0 0,-3 0 0,8-1 0,-4 0 0,-14 1 0,0 0 0,0-1 0,3 1 0,-2 0 0,7-1 0,-3 1 0,-7 0 0,-1 0 0,9 0 0,1 1 0,-1 0 0,0 0 0,-9 1 0,1-1 0,6 1 0,4 0 0,0 0 0,4 1 0,-3-1-1208,-5 1 0,0-1 1208,6 0 0,3 1 0,-5-1 0,-10 0 0,-3 0-32,0 0 1,4-1 31,11 0 0,9-1 0,1 0 0,-7 1-772,1-1 0,1 1 772,-3-1 0,8 0 0,-1 1 0,-7-1 0,2 0 0,-6 1 0,-7 0 0,0 0 0,7 0 0,4-1 0,-9 1 0,2 1 0,-2-2 0,-1 1 0,1-1 0,8 0 0,4-1 0,-5-1 0,-10 0 0,-1 0 0,9-1 0,1-2 0,0-1 0,-2 0 0,-8 1 0,-1 0 0,8-2 0,2 0 0,5-4 0,-1 0 0,-17 5 0,1 0 0,4-1 0,2-2 0,-5 2 0,9-5 0,7-2 0,-9-1 0,-12 4 1192,5-4-1192,-5-4 1653,0-11-1653,-10 10 0,-1-1 0,4-14 1117,-7 0-1117,-9 17 0,-3 0 825,-2 0-825,-4 0 0,-22-7 0,-6-1 0,18 14 0,-2 0-282,-7-2 1,-6-2 0,-3 0 0,4 4 281,-8 1 0,-2 4 0,6 1 0,-6 0 0,1 1 0,3 2 0,4 1 0,4 1 0,-2 1 0,-7 1 0,1 1 0,-1-1 0</inkml:trace>
  <inkml:trace contextRef="#ctx0" brushRef="#br0" timeOffset="401230">19096 12010 5734,'-10'4'0,"1"1"0,-7 1 0,7-2 0,-7 3 0,11-5 0,1 0 0,13-1 0,-1-1 0,11 0 0,24-5 0,-11 1-369,-5 1 0,3-1 369,4 0 0,-1 1-1123,-4 0 1,1 0 1122,12 0 0,1 0 0,-6 0 0,0 1 0,4 0 0,1 1 0,1-1 0,7 1 0,-13 0 0,7 1 0,4 0 0,1 1 0,-2-1 0,-5 0-601,0 1 0,-5-1 0,0 1 0,5 0 601,2 0 0,6-1 0,2 1 0,0 0 0,-4 0 0,-5 1-116,5 0 0,-5 0 1,0 1 115,0 0 0,1-1 0,4 1 0,-11 0 0,5 0 0,1 0 0,1 0 0,-2 0 0,-3-1 0,2 1 0,-4 0 0,0 0 0,6 1 0,-1-1 0,5 1 0,4 0 0,1 1 0,-2 0 0,-4-1 0,-6 0 0,6 0 0,-6 0 0,3 1 0,-2 0 0,5 0 0,1 1 0,-3 0 0,-6-2 0,5 2 0,-5 0 0,10 2 0,-2 0 0,-21-3 0,0-1 0,2 2 0,0 0 0,8 2 233,2 1-233,-16-4 0,-9-4 2348,-4-8-2348,-9 1 0,-21-18 0,5 11 1934,-14-7-1934,-3 5 0,3 3 413,4 3 1,-4 0-414,-8 0 0,-4 1-1088,4 1 1,-2 0 0,0 1 1087,5 1 0,1 0 0,-1 0 0,-12 0 0,-2 1 0,5 0-414,7 2 1,-1 1 413,-2 2 0,-7-1 0,-1 2 0,6-1-338,8 1 1,4 0 0,-5 0 337,-1 1 0,-5 1 0,-3 1 0,0-1 0,2 1 0,6-1-81,-4 1 1,5-1 0,-3 2 80,-3-1 0,-3 2 0,-2-1 0,0 1 0,-1-1 0,-1 1 0,1-1 0,4 0 0,2 0 0,3 0 0,-4-1 0,7 0 0,-4 1 0,-1-1 0,2 0 0,4-1 0,-1 0 0,4 0 0,-1-1 0,1 0 0,0 0 0,-3 0 0,-5 0 0,-5-1 0,0 1 0,4-1 0,4 0 0,3-1 0,-3 0 0,-1 1 0,-4-1 0,1 1 0,3-2 0,0 0 0,3 0 0,2-1 0,-6 1 0,0 0 0,7-1 0,-2 0 0,3 1 0,-1-1 0,2 1 0,1 0 0,0 0 0,2 0 0,-1 0 0,-15-2 0,1 1 0,17 0 0,1 0 0,-12-1 0,3 0 0,1-1 0,12 1 0,0 0 2005,15-1-2005,6 1 1023,8-1-1023,22-2 0,16 0 0,-4 0-437,-10 2 0,2-1 437,-1 1 0,5-2 0,3 1 0,3 0 0,-7 1 0,3 0 0,3 0 0,1 1 0,-2-1 0,-1 1 0,-4 0-521,4-1 1,-5 1 0,1 0 0,4-1 520,0 1 0,6-1 0,2 0 0,2 0 0,-2 0 0,-4 1 0,-5-1-25,10 1 1,-7 0 0,3 0 24,-7 0 0,3 0 0,2 0 0,-2 0 0,-1 1 0,0-1 0,-1 0 0,-1 0 0,2 1 0,0-1 0,0 0 0,2 0 0,0 0 0,-1 0 0,0 0 0,1 0 0,-1 1 0,-1-1 0,-2 0 0,1 1 0,-2-1 0,-1 1 0,3-1 0,-2 1 0,2-1 0,0 1 0,0 0 0,0 0 0,7-1 0,0 1 0,-2 1 0,-1-1 0,1 0 0,-1 1 0,1-1 0,-6 1 0,2-1 0,1 1 0,1 0 0,-3 1 0,2-1 0,0 1 0,-1 0 0,-5 0 0,0 0 0,-3 0 0,2 0 0,7 0 0,5 1 0,-2-1 0,-9 0 0,-10 1 0,-5-1 0,19 1 0,0 2 0,-17-1 0,-1 0 1269,-22-1-1269,-6-1 2861,-10 1-2861,-21-2 0,3-1 340,9 0 0,-2 0-340,-7-1 0,-1 0-884,6-1 1,-1 1 883,-10-2 0,-2 0 0,9 0 0,-1 1 0,1-1 0,-8 0 0,0 0 0,5 1 0,-2 0 0,-1-1 0,-3 2 0,-1-1 0,1 1-834,7 0 1,2 0-1,-2 1 834,-9-1 0,-3 0 0,0 1 0,9 0 0,0 0 0,0 1 0,1-1-181,-3 1 0,2 0 1,-2 0 180,2 0 0,-2 0 0,0 0 0,2 0 0,2 1 0,2-1 0,-6 1 0,3 1 0,-6 1 0,-4 0 0,-2 0 0,1 1 0,3-1 0,5 0 0,-3 0 0,6-1 0,-1 1 0,-4 0 0,2 0 0,-4 1 0,-3-1 0,0 1 0,0 0 0,3 0 0,5-1 0,-14 3 0,6-1 0,2 0 0,8 0 0,2-1 0,-1 0 0,-6 1 0,-3 0 0,1 1 0,-3 0 0,1 0 0,3-1 0,3 0 0,-1 0 0,-6 1 0,-4 0 0,8-1 0,0-1 0,-4 2 0,64-5 0,10-1 0,-3 0 0,7 0 0,2-1 0,9 0 0,6 0 0,0-1 0,-1 0 0,-7 1 0,6-1 0,-5 1 0,6-1 0,-11 1 0,5 0 0,3-1 0,2 0 0,-1 1 0,0-1 0,-4 0 0,1 0 0,-1 0 0,0 0 0,-2-1 0,-1 1 0,-1 0 0,3 0 0,-4 0 0,2-1 0,6 1 0,-9 0 0,5 0 0,4-1 0,1 1 0,1-1 0,0 1 0,-2-1 0,-3 1 0,-5 0 0,10 0 0,-7 0 0,1 0 0,6 1 0,-10-1 0,5 1 0,3 0 0,2 0 0,1-1 0,-1 1 0,-3 0 0,-2 1 0,-6-1 0,9 1 0,-6 0 0,-1 0 0,3 0 0,-2 1 0,3-1 0,2 0 0,-1 1 0,-2 0 0,-6 0 0,7 0 0,-6 1 0,0-1 0,0 1 0,0 0 0,-1 0 0,-2 0 0,1 0 0,-2 0 0,15 1 0,0-1 0,-9 1 0,2 0 0,-2 0 0,3 0 0,0 1 0,2 0 0,4 1 0,-6 0 0,-13-1 0,-1 0 0,16 4 0,-4 0 0,-19-1 0,-42 6 0,-9-11 0,-6-2 0,-3 2 0,-2-1 0,-4-2 0,1-1 0,16 0 0,1-1 0,-2 1 0,-1 0 672,0-1 0,-2 1-672,-1-1 0,-1 0 0,-1 0 0,-1 0 0,0 0 0,-4 0 0,4-1 0,-5 0 0,-1-1 0,4 1-408,3 0 0,2 1 0,-3-1 408,-4-1 0,-3 0 0,-1 0 0,6 1-60,-8-2 0,2 1 60,3-1 0,-4 1 0,0 0 0,10 1 0,0 0 0,-1 0 0,0 0 0,0 0 0,1 0 0,-1 0 0,0 0 0,-10-1 0,0 1 0,3 0 0,11 1 0,1 1 0,1-1 0,-17 0 0,0 0 0,0 0 0,0 1 0,1 0 0,-1 0 0,1 1 0,-2 0 0,3 1 0,-2 1 0,1 0 0,11 0 0,1 0 0,-1 0 0,-10 1 0,-1 1 0,0 0 0,1 1 0,1 1 0,3 0 0,8-1 0,2 0 0,-2 1 0,-6 0 0,-2 1 0,1 1 0,3 0 0,1 0 0,2-1 0,-5 2 0,2 0 0,-10 2 0,2 0 0,9-2 0,4-1 0,-13 4 0,20-5 0,2 0 0,-4 2 0,16-3 1490,5 0-1490,52 2 0,-5-3-203,-6-2 0,6-1 1,-1 0 202,1-1 0,0 0 0,-3-1 0,3 0 0,1 0-214,-4 0 0,2 0 0,-1 0 0,-1 0 214,5-1 0,-2 1 0,3-1-7,-4 1 1,2 0-1,3 0 1,3-1 6,-8 1 0,4 0 0,2-1 0,1 1 0,0 0 0,1 0 0,-2 0 0,-1 0 0,0 0 0,0 1 0,0-1 0,0 1 0,1 0 0,0-1 0,-2 0 0,1 1 0,1-1 0,-1 0 0,1 0 0,0 1 0,-1-1 0,0 1 0,4 0 0,2 0 0,-1 1 0,0-1 0,-2 1 0,-4 0 0,-3-1 0,0 1 0,-4 1 0,-2-1 0,2 0 0,8 1 0,1 0 0,1 0 0,0 0 0,3 0 0,0 1 0,-1 1 0,-4-1 0,-5-1 0,-3 0 0,3 1 0,0 0 0,5 1 0,2 0 0,-4 0 0,-7-1 0,1 1 0,-3 0 0,15 2 0,-4 0 0,-3 4 0,-27-4 2055,-2 1-2055,-31-4-300,-13-2 1,-14-3 0,-5 0 0,8 1 299,-4 0 0,-1 0-157,8-1 0,-5 1 0,-3 0 0,2-1 0,6 1 157,3 1 0,5-1 0,-1 1-25,-3 0 1,-1 0 0,0 0 24,-1 0 0,0 0 0,-1 1 0,1-1 0,0 1 0,-5-1 0,0 2 0,-4-1 0,-3 1 0,1 0 0,4 0 0,6-1 0,2 1 0,1 0 0,-3 0 0,-6 0 0,-4 1 0,-1-1 0,3 1 0,4 0 0,0 1 0,4 0 0,1 1 0,-1-1 0,0 0 0,0 1 0</inkml:trace>
  <inkml:trace contextRef="#ctx0" brushRef="#br0" timeOffset="422688">22964 11224 5734,'4'-1'0,"0"1"0,-2-2 0,-1 1 0,1 0 0,-1 1 0,0 0 0,1 0 0,-1 0 0,1 1 0,1 1 0,0 0 0,0 0 0,10 14 0,-7-7 0,7 12 0,-7-4 0,-2-2 0,5 20 0,-3-15 0,2 12 0,-3-14 0,0-1 0,-1 1 0,6 11 0,-2-4 0,1 1 0,-1-11 0,-4-11 0,1-2 0,2-3 0,27-29 0,-10 8-1085,1-2 1,6-7 0,-3 3 1084,-5 6 0,1-2 0,5-4 0,5-6 0,1 0 0,-5 4 0,2 0 0,-1-1 0,-5 4 0,5-3 0,0-2 0,-1 1 0,-4 5 0,5-6 0,-1 1 0,-4 3 0,3-3 0,0 0 0,-5 4 0,0 0 0,-2 2 0,7-8 0,-1 0-247,-10 11 1,0 1 246,3-6 0,-1 1 0,8-8 0,-1-4 0,-19 25 0,-4 2 0</inkml:trace>
  <inkml:trace contextRef="#ctx0" brushRef="#br0" timeOffset="472485">5930 13071 5734,'-9'0'0,"-16"-1"0,6 2-948,-14-1 948,9 2 0,-5 0 0,-1 0 0,-11 1 0,7 0 0,-5-1 0,3 0 0,9 0 0,1-1-393,-16 2 1,-1-1 392,7 0 0,2 1 0,7-2 0,-1 1 0,-9 2 0,-4 0 0,3-1 0,7 0 0,1 1 0,-15 1 0,-3 0 0,0 1 0,3 0 0,16-2 0,-1-1 0,-6 1 0,-4 1 0,5-1 0,8-1 0,3-1-442,-9 1 1,1 0 441,-10 0 0,9-1 0,-4 0 0,3-1 0,8 0 0,0 1 0,-5-1 0,-4 0 0,4 1 0,-12 0-863,10-1 863,-9 1 0,3 0 0,9-1 336,-8 1-336,13 0 0,1-1 0,-8 2 336,7-1 0,-1 0-336,0 0 0,1-1 0,-8 2 220,8-2 1,0 0-221,-1 1 0,0-1 0,-12-1 0,9 1 0,-9-1 0,13 0 0,0-1 0,-7 0 0,-4-1 0,-1 0 0,5 0 0,7 1 0,0-1 0,-1 1 563,0-1-563,0 0 0,0 0 0,-14 0 0,-1-1 0,2 2 0,7 0 0,-5-1 0,6 1 0,2 0 0,-4-1 0,1 1 0,4 0 0,3 0 0,-2 0 0,-15 0 0,13 1 0,0-1 0,-14 0 0,1-1 0,24 0 0,1 0 0,-8 2 0,5-1 0,-24-1 0,-3 0 0,14 1 0,-9-1 0,2 1 0,20 2 0,4 1 0,-3 1 0,-1 1 0,5-1 0,-3 2 0,0 1 0,4-2 930,-4 1-930,2-1 537,3 0-537,-3-1 0,1 1 0,4-1 0,-3 0 0,-1 2 0,4-2 0,-3 1 0,-1 0 0,3-1 0,-4 1 0,1-1 0,4-1 0,-2 0 0,1 0 0,5 0 0,-3 0 0,-2 0 0,5-1 0,-12 4 0,12-3 0,-5 1 0,8-2 0,1 1 0,1 0 0,-2-1 0,0 3 0,1 0 0,-4 5 0,3-1 0,-2 5 0,-2 26 0,2-15-600,1 5 0,1 1 600,1-1 0,-1 11-210,3-11 210,-1-1 0,1 0 0,2 8 0,0-10 0,2 7 0,4 3 0,-2-12 0,3 11 0,1-9 0,-1-2 0,0-1 0,3 5 0,0-3 0,-5-14 0,8 11 0,-7-12 1171,3 4-1171,8 9 0,-8-12 0,9 12 0,-11-15 239,1-1-239,0 0 0,1 1 0,8 1 0,-3-1 0,7 3 0,14 1 0,-11-4 0,-1-2 0,3 1 0,0-4 0,-1 0 0,20 1-697,-17-2 1,-2-2 696,8-1 0,0 0 0,-8-1 0,0 0 0,17 0 0,-15 0 0,1 0 0,2 0 0,0-1 0,-8 2 0,2-1 0,9 0 0,5-1 0,-4 1 0,-6 0 0,-1 0 0,17-1 0,1 0 0,-8 1 0,-3-1 0,-6 1 0,0-1 0,9 0 0,1 0 0,2 0 0,-1-1 0,-9 1 0,1 0 0,8 0 0,2-1 0,-1 1 0,-1 0 0,-9 1 0,0 0 0,7 0 0,2-1 0,-1 2 0,-1-1 0,-9 1 0,-1 0 0,10 0 0,0 0 0,-1 0 0,-2 0 0,-7 0 0,0 1 0,7-1 0,1 1 0,-1 0 0,0 0-224,-10 0 0,2 0 224,8 0 0,5 0 0,-4 0 0,-8 0 0,1 0 0,10 0 0,6 0 0,0 0 0,2 0 0,0-1 0,-3 0-317,-7 1 1,-3 0 0,3-1 316,-1 1 0,4-1 0,-1 0 0,-7 0-643,-6 1 1,-2-1 642,8 0 0,1 0 0,1 0 0,-2-1 0,-7 1 0,0 0 0,7-1 0,1 0 0,-1 0 0,-1-1 0,-8 1 0,1 0 0,6-1 0,0 1 971,9-2-971,2 0 0,1 0 0,4-1 77,-6 1 1,0 0-78,-7 0 0,-4 0-160,11-1 160,-10 2 0,1-1 0,13-2 0,-11 2 1345,8-2-1345,-3 0 0,-10 2 0,7-3 0,-2 2 0,-10 0 0,8 0 0,3-2 0,-13 4 0,24-6 0,-27 6 0,18-4 0,-24 3 0,11-11 0,-18 4 0,3-9 0,-10-9 0,0 3 0,-6-11 0,-2-2-331,2 15 1,0 0 330,-3-7 0,-1-5 0,-3 0 0,-3-4 0,-3 0 0,1 1-740,-1-4 1,0 0 739,1 5 0,-1 0 0,2 5 0,-4-6-382,0 0 1,-1 1 381,1 2 0,3 3 0,1 4 0,10 18 0,0 1 0,2 6 164,-1 9 1,1 5-1,1 9 1</inkml:trace>
  <inkml:trace contextRef="#ctx0" brushRef="#br0" timeOffset="488833">13975 12501 5734,'3'-9'0,"2"1"0,17-9 0,8-4 0,3 0-1365,3-2 1365,-9 10 0,1 0 0,-5 6 0,2 1 0,5 0 0,-1 4 0,-1 4 0,-8 3 323,7 8-323,-18 4 0,-5-2 0,-3 7 0,-9 6 0,-1-6 0,-3 2 0,0 2 0,0-1 0,-1 7 0,3-2 0,7-10 0,1 13 0,15-25 0,1-4 0,6-1 0,-1-3 1042,23-2-1042,-13 2 0,0 0 0,-4 0 0,-1 0 0,3 0 0,-4 2 0,-3 3 0,-7 1 0,-2 4 0,-12 6 0,-5 0 0,-7 7 0,-11 2 0,-2 0 0,-4 4-102,-2 1 1,0 1 101,12-13 0,3-1-749,-13 11 749,3-2 0,18-17 0,1-2 0,5-5 0,4-3 0,3-4 0</inkml:trace>
  <inkml:trace contextRef="#ctx0" brushRef="#br0" timeOffset="489193">14810 12296 5734,'8'12'0,"1"0"0,1-3 0,3 2 0,5 10 0,-1-3 0,3 8 0,5 6-1546,-5-6 1546,7 9 0,-8-11 0,0 0 16,6 6-16,-1-2 0,0 0 0,-2-5 0,7 6 0,0 0 0,-12-11 0,8 11 0,-21-18 0,-4 3 0,-14 2 0,3-6 0,-6 5 0</inkml:trace>
  <inkml:trace contextRef="#ctx0" brushRef="#br0" timeOffset="489378">14785 12876 5734,'11'-31'0,"-1"-1"0,0 1 0,5-14 0,0 4 0,-3 19 0,1 2-403,0-1 0,2-2 403,4-3 0,3-1 0,-2 1 0,-2 1 0,2 0 0,6-8 0,3-4 0,-4 5 0,3-5 0,-8 9 0,0 0 0</inkml:trace>
  <inkml:trace contextRef="#ctx0" brushRef="#br0" timeOffset="490055">15601 12224 5734,'0'-8'0,"-1"1"0,-2 3 0,-10-5 0,3 3 0,-25-12 0,13 9 0,-8-3 0,-2 0 0,-1-1-668,6 4 1,0-1 667,-5-1 0,-2 0-92,0 0 92,0 1 0,-2 0 0,-9-3-859,9 5 0,-5-1 0,5 2 859,10 2 0,-1 1 0,-13-2 0,-7 0 0,6 0-244,11 3 1,-1 1 243,-3 0 0,-5-1 0,-1 1 0,6 1 0,0 0 0,0 0 0,-1 1 0,-6-1 0,0 1 0,6 0 0,3 0 0,1 0 0,-7 1 0,-7 0 0,0 1 0,6 1 0,0 2 0,2 1-214,-1-2 0,-2 1 0,5 1 214,8 2 0,3 2 0,-2 3 0,2 1-601,-14 9 601,14-7 0,-1 2 0,1 3 0,2 1 0,5-5 0,1 2 0,-5 5 0,0 3 0,2 3 0,3 1 0,3-6 0,0 0 0,-2 8 0,1 4 0,2 5 0,2 4 0,2-1 0,3-11 0,2 0 0,-1 1 0,-2 12 0,0 3 0,2-4 0,5-1 0,4-4 0,3 1 0,4-2 0,-2-9 0,1 0 0,5 8 0,3 0 0,8-1 0,3-4 0,-7-7 0,4-1 0,4-3 0,6 2 0,2-1 0,-3-3 0,-7-6 0,-1-2 0,3 0 0,3 2 0,4 0 0,0 0 0,1-4 0,-2-4 0,1-2 0,-1-2 0,-1 0 0,5 0 0,-2-1 0,2-1 0,-1 0 0,2-1 0,0-1 0,1-2 0,3-3 0,1-1 0,0-2 0,-3 0 0,-8 1 0,-1 0 0,0 0 0,1-2 0,0 1 0,1-1 0,1-1 0,0-1 0,-2-1 0,8-5 0,-1-2 0,-2-1 0,-1 0 0,1 0 0,-3 0 0,3-5 0,-10 3 0,4-5 0,1-3 0,0 0 0,-4 1 0,-4 2 0,3-5 0,-5 2 0,1-3 0,-4 6 0,1-3 0,1-1 0,-3-2 0,-5-1 0,-5-5 0,-5-4 0,-3-1 0,-1 2 0,-1 4 0,1-1 0,-2 4 0,-1-4 0,0 2 0,-1-4 0,0-1 0,-4 1 0,-3 6 0,-9 0 0,-5 4 0,-2 1 0,-1-1 0,-3 1 0,-6 1 0,1 4 0,-6 0 0,-3 0 0,1 2 0,4 2 0,-6-3 0,2 4 0,-2 1 0,0 3 0,-4 0 0,1 3 0,5 4 0,-2 7 0,4 5 0,-4 0 0,0 2 0,-2 1 0,1 1 0</inkml:trace>
  <inkml:trace contextRef="#ctx0" brushRef="#br0" timeOffset="501190">15744 12668 5734,'16'0'0,"1"0"0,5-7 0,-1 2 0,9-4 0,9-1 0,10-2 0,-5 1-978,-13 4 1,0-1 977,8 0 0,6-3 0,1 1 0,-9 3 225,-11 2 1,0 2-226,7 0 0,9-1 0,3 0 0,-2 1 0,-7 0-184,1 0 0,0 0 184,0 0 0,8 0 0,2-1 0,-4 1 0,-12 1-903,5-2 903,-5 1 0,-3 0 0,-11 1 1285,-1-1-1285,0 1 0,-5 0 0,0 0 384,-9-8-384,-3 6 1106,-11-6-1106,3 9 0,-7-1 0,8 1 0,0-1 0</inkml:trace>
  <inkml:trace contextRef="#ctx0" brushRef="#br0" timeOffset="504232">16479 12329 5734,'-3'2'0,"0"0"0,2-2 0,-1 0 0,1 1 0,0 0 0,-1-1 0,1 0 0,-1-2 0,6 3 0,-2-2 0,4 1 0,-3 0 0,2 1 0,-1 1 0,7 1 0,-5-2 0,5 2 0,-1-2 0,-2 0 0,10 1 0,-9 0 0,6-1 0,-3 1 0,-2-1 0,3 1 0,3 0 0,-5-1 0,5 1 0,1 0 0,-4 0 0,15 1 0,-13-1 0,8 1 0,-3-1 0,-6-1 0,6 0 0,5 0 0,-10 0 0,13 0 0,-10-1 0,-4 1 0,-2 0 0,-8 0 0,-2-1 0,1 0 0,-1 0 0,-1 0 0,1 0 0,-1 0 0,3 3 0,-2-1 0,1 1 0,-3-2 0,0 1 0,0-1 0,0 1 0,-1 0 0,1 0 0,-1-1 0,4 0 0,-2 0 0,4 1 0,-3 1 0,1-1 0,-1 0 0,-1-2 0,0 0 0,1 0 0,-1 1 0,1 0 0,-2 1 0,0 0 0,0-1 0,0 0 0,0 1 0,-1 0 0,0 0 0,0-1 0,-1 1 0,0 0 0,-3 4 0,1-1 0,-5 6 0,2-4 0,1 4 0,0-1 0,-14 27 0,10-18 0,-3 4 0,1 0 0,5-7 0,-3 4 0,-4 17 0,6-19 0,-5 17 0,9-27 0,0 1 0,-1 0 0,0 0 0,-1-1 0,0 1 0,0 0 0,0 0 0,-7 6 0,6-6 0,-10 11 0,13-14 0,-5 3 0,10-9 0,-1 0 0,0-2 0,1 1 0,-2-3 0,2 3 0,1 0 0,-1-1 0,0 0 0,0 1 0,0-2 0,0 1 0,0-1 0,1 1 0,9-14 0,-5 7 0,11-18 0,-10 15 0,3-6 0,5-7 0,-6 9 0,11-21 0,-12 22 0,3-9 0,-1 3 0,-5 10 0,4-7 0,-7 12 0,7-10 0,-6 8 0,5-7 0,-5 10 0,-1 1 0,1-1 0,-2 2 0,1 0 0,0 0 0,-1 2 0,0-1 0,-1 0 0,1 0 0,-1 1 0,2-2 0,-1 2 0,0 0 0,2-3 0,-3 1 0,2-1 0,-2 1 0,0 2 0,0 0 0,-2 0 0,0 0 0,0 0 0,2 0 0,0-1 0,0 1 0,-2-2 0,1 1 0,-1-1 0,2 1 0,0 0 0,0-2 0,0 1 0,0 0 0,0 1 0,0 0 0,1 1 0,0 1 0,2 0 0,-2-1 0,1 0 0,-1-2 0,0 2 0,1 0 0,0 1 0,-7 0 0,3-1 0,-5 0 0,2 0 0,0-1 0,-1 0 0,-12-5 0,2 1 0,-5-2 0,5 2 0,-10-6 0,8 5 0,-5-3 0,0 0 0,1 1 0,-1 0 0,-1 0 0,5 2 0,-21-5 0,25 9 0,-7 0 0,9 3 0,2 0 0,0 2 0,2-1 0,4 0 0,0-1 0,4 1 0,4 1 0,1-1 0,4 2 0,3 0 0,0 1 0,5 1 0,28 10 0,-6-2 0,-11-4 0,1 0 0,4 2 0,-2-1 0,3-1 0,3 1 0,-1-2 0,-7-1 0,0-1 0,-1-1 0,-8-1 0,6 1 0,-14-3 0,-7-1 0,-1-1 0,-12-3 0,3 1 0,-7-1 0,-12-5 0,13 6 0,-13-5 0,17 8 0</inkml:trace>
  <inkml:trace contextRef="#ctx0" brushRef="#br0" timeOffset="508584">17642 12398 5734,'5'10'0,"-2"0"0,1 1 0,-2-1 0,-1-2 0,1 15 0,0-7 0,2 18 0,0 3 0,0-8 0,2 12 0,1-2 0,-1-12 0,5 13 0,-1-10 0,-1-9 0,2 5 0,11 3 0,-6-16 0,14-3 0,-16-16 0,3-30 0,-13 14 0,1-16 0,-6 1 0,-1 1 0,-1-6-275,0 4 0,0-1 275,-4-6 0,0 3 0,2 11 0,0 1 0,-1-3 0,2-1 0,3 24 0,1 3 0,1 0 0,2 1 0,-1 4 0,1 1 0,-1 4 0,0 1 0</inkml:trace>
  <inkml:trace contextRef="#ctx0" brushRef="#br0" timeOffset="509147">18066 12850 5734,'-3'-11'0,"0"1"0,0-5 0,0 2 0,1-1 0,0-3 0,-1-22 0,2 12 0,0-16 0,3 4-1023,0 8 1023,1-9 0,2 0 0,0 11 0,1-9-700,0 7 700,-3 8 0,6-19 0,-5 22 0,3-6 0,-4 17 945,1 3-945,-1 4 778,1-1-778,13 16 0,-6-5 0,4 10 0,1 3 0,-3 0-810,8 18 810,-9-13 0,4 16 0,-4-9 0,3 11 0,-1-1 0,-4-11 0,1 8 0,-2-4 0,-3-11 0,2 6-374,-1-7 374,-2-7 0,1 2 0,-3-5 0,-2-5 0,-2 0 778,-2-4-778,-1-3 406,-3 0-406,-7-4 0,2-1 0,-5-3 0,6-2 0</inkml:trace>
  <inkml:trace contextRef="#ctx0" brushRef="#br0" timeOffset="509363">18067 12591 5734,'8'-5'0,"1"1"0,18-4 0,-10 3 0,22-2 0,-19 3 0,5 1 0,-6 0 0,1 1 0,-1-1 0,0 1 0,6-2 0,-7 2 0,6-1 0,-8 2 0</inkml:trace>
  <inkml:trace contextRef="#ctx0" brushRef="#br0" timeOffset="509758">18617 12350 5734,'-37'8'0,"5"-1"0,19-2 0,1 1 0,-4 3 0,6-2 0,-2 4 0,4 3 0,4-2 0,1 5 0,6 4 0,2-4 0,3 7 0,7 2 0,-4-6 0,5 7 0,0 0 0,-4-6 0,4 5 0,-4-2 0,-4-6 0,-1 5 0,-5-3 0,-3-4 0,-3 3 0,-17 4 0,4-9 0,-6 1 0,-2 0 0,-2-5 0,-6 1 0,-2-3 0,10-4 0,1-2 0,-2 2 0,0-1 0,-9-2 0,25-1 0,0 0 0</inkml:trace>
  <inkml:trace contextRef="#ctx0" brushRef="#br0" timeOffset="510250">17685 13131 5734,'-4'-2'0,"1"0"0,11-3 0,-3 3 0,9-3 0,-7 2 0,3 1 0,0 0 0,3 0 0,2 1 0,3 0 0,1 0 0,2 0 0,4 2 0,1 0 0,9 0-738,-5 0 0,-1 1 738,9-1 0,1 0 0,-9-1 0,0 1 0,17-1 0,1 1 0,0-1 0,-24 1 0,0-1 0,13 1 0,-1 0 0,12 0 0,-12-1-105,7 1 105,-7-2 0,-11 1 0,13-2 0,-19 0 0,-1 0 0,-12 1 0,-11 4 364,-1 0 0,-4 2 1,3-2-1</inkml:trace>
  <inkml:trace contextRef="#ctx0" brushRef="#br0" timeOffset="510573">18920 13033 5734,'-1'-4'0,"0"1"0,0 2 0,1-1 0,0 0 0,0-2 0</inkml:trace>
  <inkml:trace contextRef="#ctx0" brushRef="#br0" timeOffset="577196">547 15138 5734,'-2'-4'0,"0"1"0,1 1 0,1 1 0,0-1 0,0 0 0,0 0 0,0-3 0,0 1 0,0 0 0,0-3 0,0 2 0,0-1 0,0 3 0,0 1 0,0 0 0,0 7 0,0-3 0,1 6 0,-1-6 0,0 1 0,1 6 0,0-2 0,2 6 0,0 4 0,0-3 0,2 7 0,1 5 0,0-4 0,1 9 0,5 11 0,-4-15 0,1 1 0,0-1 0,-2-6 0,14 20 0,-7-36 0,6 4 0,-2-27 0,-3-1 0,0-2-1763,12-16 1763,-8 11 0,1-3 0,5-5 0,-1 1 0,-5 7 0,1 0 0,6-8 0,1-2 0,0 2 0,0 1 0,-7 8 0,1 0 0,5-7 0,1 0 0,4-2 0,-1 1 0,-12 14 0,-1 0 0,10-9 0,-2 4 0,-9 10 0,-1 7 0,-4 9 0,-1 3 0</inkml:trace>
  <inkml:trace contextRef="#ctx0" brushRef="#br0" timeOffset="578456">611 16770 5734,'3'-1'0,"-2"-5"0,2 7 0,-3-4 0,0 1 0,1 2 0,-1-4 0,-1 2 0,0-5 0,0 4 0,0-4 0,0 5 0,0-1 0,0 2 0,1 0 0,0 5 0,0-2 0,5 38 0,-2-23 0,2 13 0,0 0 0,1-8 0,2 13 0,-1-4 0,-2-7-1993,3 8 1993,-2-9-553,3 9 553,-2-7 0,2 7 0,-1-5 0,1-1 0,-1-1 0,-1-1 0,1-2 0,-2-8 0,-3-4 0,2-1 0,-3-3 1859,0-3-1859,1-1 687,0-2-687,2-3 0,18-22 0,-6 4-951,2-3 0,5-4 1,-3 1 950,-3 4 0,0 0 0,0-1 0,3-3 0,-1 2-889,6-8 0,-2 2 889,-4 6 0,-1 0-143,5-5 0,1-3 143,6-5 0,-2 1 0,-11 14 0,1-1 0,4-6 0,4-4 0,-5 5 0,4-5 0,-7 9 0,0 0 0,0 0 0,-7 9 0,2-2 0,-9 8 0,-3 5 514,-2 1 0,1 3 0,-1 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3-09T01:41:55.635"/>
    </inkml:context>
    <inkml:brush xml:id="br0">
      <inkml:brushProperty name="width" value="0.05292" units="cm"/>
      <inkml:brushProperty name="height" value="0.05292" units="cm"/>
      <inkml:brushProperty name="color" value="#FF0000"/>
    </inkml:brush>
  </inkml:definitions>
  <inkml:trace contextRef="#ctx0" brushRef="#br0">15366 4223 24575,'-17'0'0,"4"0"0,13 0 0,0 0 0,0 14 0,0-11 0,0 10 0,0-13 0,0 0 0,0 14 0,0-11 0,0 10 0,0 1 0,0-11 0,0 24 0,0-24 0,0 10 0,0 0 0,0-9 0,0 9 0,0 0 0,0-9 0,0 22 0,0-22 0,0 22 0,0-9 0,0 0 0,0 9 0,0-22 0,0 9 0,0-13 0,0 13 0,0-9 0,0 9 0,0-13 0,0 0 0,13 0 0,-10 0 0,11 0 0,-1-13 0,-10 9 0,24-22 0,-10 22 0,13-22 0,0 9-690,0-13 690,0 0 0,-1 0 0,1 0 0,0 0-1244,0-13 1244,0 10 0,0-11 0,0 14 0,0 0-801,0 1 801,0-1 0,0 0 0,0 0-115,-13 13 115,9-10 615,-9 24-615,0-24 1223,-4 24-1223,0-10 879,-10 0-879,11 9 133,-14-9-133,0 13 0,0 0 0,0 0 0</inkml:trace>
  <inkml:trace contextRef="#ctx0" brushRef="#br0" timeOffset="5470">21806 5032 24575,'-17'0'0,"4"0"0,13 0 0,0 0 0,0 13 0,0-9 0,0 9 0,0-13 0,13 13 0,-10-9 0,11 9 0,-14 0 0,0-9 0,0 9 0,0-13 0,0 13 0,0-9 0,0 9 0,0 0 0,0-9 0,13 9 0,-10 0 0,11-10 0,-14 11 0,0-14 0,0 13 0,0-10 0,0 11 0,0-14 0,0 0 0,0 13 0,0-10 0,0 11 0,0-14 0,0 0 0,0-14 0,0 11 0,0-10 0,0 13 0,0 0 0,0 13 0,0-10 0,0 11 0,0-14 0,0 0 0,13 0 0,-10 0 0,11 13 0,-14-10 0,0 11 0,0-14 0,0 0 0,-14-14 0,11 11 0,3-10 0,3 13 0,11 13 0,-14-10 0,0 11 0,0-14 0,0 0 0,13 0 0,-10 0 0,11-14 0,-1 11 0,-10-10 0,10 13 0,1 0 0,-11-14 0,24 11 0,-24-10 0,24-1 0,-11 11 0,1-24 0,10 11 0,-11-1 0,14-9 0,0 9 0,0-13 0,0 13-509,0-9 509,0 9 0,0 0 0,0-9 0,-14 9 0,11 1 0,-10-11 0,13 24 0,0-24 0,0 24 0,0-24 0,-14 24 0,11-24 0,-11 24 0,14-24 0,0 24 0,0-11 509,-13 1-509,10 10 0,-11-10 0,1 13 0,10 0 0,-24 0 0,10 0 0,-13 0 0</inkml:trace>
  <inkml:trace contextRef="#ctx0" brushRef="#br0" timeOffset="51684">1993 3389 5734,'0'13'0,"-1"0"0,3 3 0,1 8 0,0-5 0,1 9 0,1 3 0,-1-6 0,2 9 0,1 2-914,-2-7 914,1 8 0,-1-1 0,1 10 0,-2-21 0,-1 0 0,2 14 0,-1-13 0,-3-17 0,1-3 0,-2-2 0,1-2 0,-2-9 914,-1 1-914,-2-8 0,-5 0 0,2 1 0,-4-5 0</inkml:trace>
  <inkml:trace contextRef="#ctx0" brushRef="#br0" timeOffset="52430">2073 3233 5734,'11'1'0,"-3"-1"0,16 11 0,-10-3 0,8 7 0,-3 3 0,-4-2 0,3 8 0,-1 5 0,-6-4 0,2 9 0,-4 7 0,-6-8 0,-4 5 0,-2 1-1650,-3 3 1650,0-9 0,-1 1 0,-2-9 0,1-1 0,-5 13-153,4-13 0,-1 0 153,-8 18 0,4-11 0,2-4 0,1-2 0,1-2 0,-4 8 0,10-23 0,3-2 0,2-4 0</inkml:trace>
  <inkml:trace contextRef="#ctx0" brushRef="#br0" timeOffset="53733">1778 6159 5734,'1'-5'0,"2"0"0,1-1 0,12-12 0,-5 5 0,9-7 0,0 3 0,-4 6 0,3-3 0,2 4 0,-6 4 0,14-1 0,-10 6 0,3 1 0,-7 4 0,-7 2 0,4 15 0,-7-3 0,-3 10 0,-3 2 0,-3 2-165,0-6 1,-1 1 164,-6 17-1088,3-12 1088,-1 9 0,3-7-410,2-11 410,1 4-40,2-9 40,2-6 277,0 2-277,1-4 1066,0-3-1066,2 0 475,2-3-475,1-1 49,2-1-49,6-5 0,-2 0 0,6-4 0,3-4 0,-5 1 0,6-2 0,-4-3 0,11-9 0,-11 9 0,5-5 0,-20 17 0,1 0 0</inkml:trace>
  <inkml:trace contextRef="#ctx0" brushRef="#br0" timeOffset="54085">2176 5806 5734,'7'8'0,"0"2"0,10 16 0,0 4 0,1 3-1639,2 3 1,-2 0 1466,-4 2 172,-2 4-492,-1 1 492,-3 2 0,-1 1 0,-5-12 0,-1 0 0,-1-8 0,-1 1 0,0 7 0,-1 1 0,-4-1 0,0 0 0,0-8 0,1 0 0,-3 8 0,-2 0 0,0-3 0,-1 1 0,-4 6 0,0 0 0,2-7 0,0 0 0,-1 1 0,0-4 0,-1-4 272,-9 3-272,3-11 0,-8-2 0,6-11 0</inkml:trace>
  <inkml:trace contextRef="#ctx0" brushRef="#br0" timeOffset="75561">14091 7088 24575,'0'0'0</inkml:trace>
  <inkml:trace contextRef="#ctx0" brushRef="#br0" timeOffset="95963">1656 8154 5734,'-5'32'0,"3"-2"0,14-18 0,-4-5 0,8-3 0,-8-11 0,5-8 0,-4 0 0,6-21 0,-9 16 0,2-9 0,-5 11 0,-1 7 0,-1-1 0,2 9 0,0 3 0,1 5 0,2 10 0,-3 2 0,1 8 0,0 11 0,0-6-235,2 12 235,3 2-1292,-1-10 1292,3 10 0,1-6-586,-5-11 586,3 3-23,-6-11 0,-2-7 0,0 1 0</inkml:trace>
  <inkml:trace contextRef="#ctx0" brushRef="#br0" timeOffset="96681">1572 9098 5734,'3'41'0,"1"-3"0,-1-10 0,-1 0 0,1 8 0,0-1 0,0-2-1463,0-3 1463,0 5-99,0-8 99,-1-10 366,1 3-366,-3-9 0,0-6 0,-2-1 725,-6-15-725,3 2 0,-7-18 0,7 10 471,-2-6-471,5-1 0,1 6 0,2-4 0,7-4 0,-2 11 0,12-10 0,15 20 0,-8 2-369,11 8 369,-21 4 0,6 7 0,-7 0 0,2 5 0,-10 6 0,-4-5 0,-9 20 0,-4-15 0,-7 9 0,-4-7 0,-3-1 0,6-10 0,-1 1-645,-7 7 1,0-1 644,-4-4-627,0-6 627,11-6 297,-5 1-297,14-9 0,7-3 0,3-3 0</inkml:trace>
  <inkml:trace contextRef="#ctx0" brushRef="#br0" timeOffset="97641">1796 10301 5734,'-5'-3'0,"3"1"0,-2 2 0,2 0 0,-1 0 0,-2-1 0,-2 1 0,1 0 0,-2 1 0,-6 4 0,5-2 0,-12 9 0,9-4 0,-5 5 0,1 4 0,4-2 0,-4 5 0,1 2 0,5-4 0,-2 6 0,5 4 0,4-10 0,4 14 0,4-19 0,5 3 0,7-6 0,-3-2 0,24-2 0,-7-6 0,4-1 0,-8-2 0</inkml:trace>
  <inkml:trace contextRef="#ctx0" brushRef="#br0" timeOffset="98359">1761 11575 5734,'-9'1'0,"-4"2"0,3 1 0,-11 9 0,11-5 0,-12 13 0,15-12 0,-3 6 0,8-10 0,1 1 0,4-4 0,0-2 0,3-2 0,5-8 0,-3-1 0,4-7 0,0-9 0,-5 4 0,2-10 0,-5-4 0,-1 7 0,-2-2 0,-1-1 0,-1-2 0,-3-10 0,-2 1 0,0 13-360,0 2 1,1 2 359,1 13 0,1 3 0,1 0 0,1 5 0,1 0 0,4 18 0,1-1 0,6 26 0,-1-9 0,1 8 0,2 4-897,-2-8 0,0 1 897,1 5 0,1 3 0,0 0 0,2 4 0,-3-6 0,-4-13 0,0-1 0,2 6 0,1 3 0,-2-6-255,0-2 255,-4-10 0,-1 0 0,-5-10 0,-2-5 0,-2-2 607,-1-4 1,0-2-1,1 0 1</inkml:trace>
  <inkml:trace contextRef="#ctx0" brushRef="#br0" timeOffset="99476">1560 12600 5734,'2'-33'0,"-2"4"0,-13-5 0,4 14 0,-10-8 0,2 17 0,4 5 0,-10 6 0,5 11 0,2 3 0,3 5 0,8-2 0,2 1 0,5 21 0,2-14-560,5 14 560,0-21-117,1-1 117,2-3 0,9 6 0,-8-8 0,8 3 0,-10-9 0,-3-2 0,-1 1 0,-1-1 138,-3-1 0,2 2 1,-2 0-1</inkml:trace>
  <inkml:trace contextRef="#ctx0" brushRef="#br0" timeOffset="100031">1598 13561 5734,'-24'26'0,"12"-8"0,-11 23 0,17-13 0,1 18-2816,5-8 2816,0-13 0,2 2 0,2 2 0,1 0 0,3 18 0,-1-16 0,1 4 0,-1-3 0,-1-6 0,1-1 0,2 14 0,1 0 0,-3-11 0,0-3 0,3 14 0,2 8-264,-6-10 264,-3-12 144,-18 14-144,0-25 0,-13 3 0,7-15 0</inkml:trace>
  <inkml:trace contextRef="#ctx0" brushRef="#br0" timeOffset="101060">1717 15293 5734,'-5'1'0,"0"1"0,-9 17 0,6-8 0,-5 15 0,8-11 0,3 0 0,-2 13 0,3-11 0,3 14 0,1-21 0,6 5 0,-5-11 0,4-8 0,-4-4 0,0-7 0,-3-8 0,-2 3 0,-1-7 0,-1 0 0,2 9 0,0-5 0,1 10 0,2 5 0,1 3 0,5 9 0,0 4 0,4 7 0,11 27 0,-8-11-891,1 2 0,-1 1 891,0 2 0,-5-13 0,0 1 0,1 9 0,-2 1 0,-3 3 0,-2 2 0,2-1 0,-2-1 0,-3-2 0,-6-2 0,-9-2 0,-3-2 0,-6 7 0,3-9 0,-3-1 0,-4-8 0,-1-4 0,-8 3 0,-3-5 0,1-3 0,7-6 0,-14-5 0,32-23 0,7-5 0,0 1-536,3-6 0,4 0 536,11 6 0,2-2 0,2 0 0</inkml:trace>
  <inkml:trace contextRef="#ctx0" brushRef="#br0" timeOffset="101762">1374 14135 5734,'6'-6'0,"5"-5"0,-1 1 0,7-5 0,7-8 0,-4 4 0,8-6 0,3-2-1935,-7 6 1935,7-5 0,-4 2 0,-9 8 600,2-3-600,-12 12 0,-5 4 0,-3 4 0</inkml:trace>
  <inkml:trace contextRef="#ctx0" brushRef="#br0" timeOffset="102550">1484 12611 5734,'-2'8'0,"0"1"0,-3 6 0,1-4 0,-9 15 0,6-12 0,-4 8 0,4-5 0,2-4 0,0 0 0,1-5 0,1-3 0,0 0 0,-1-2 0,1-3 0,-1-3 0,2-3 0</inkml:trace>
  <inkml:trace contextRef="#ctx0" brushRef="#br0" timeOffset="128976">18696 8480 5734,'1'23'0,"1"-6"0,1 8 0,0-8 0,5 16 0,-1-13 0,15 19 0,-10-24 0,17-4 0,3-4 0,-2-7-1209,2 0 0,-1-3 1209,1-9 0,1-4 0,2-1 0,-13 5 0,0 0 0,13-7 0,0-1 0,-8 4 0,-3 1 0,14-8 0,-11 7 0,0 1 0,1 1 0,5-2 0</inkml:trace>
  <inkml:trace contextRef="#ctx0" brushRef="#br0" timeOffset="129808">18881 9435 5734,'0'14'0,"-1"19"0,2 6 0,-1 0 0,5-6 0,-2-18 0,2-1 0,-1-2 0,2-1 0,5-1 0,-1-3 0,5-1 0,8-9 0,-2-3 0,10-8 0,-2-4 0,0-2 0,-9 7 0,0-2-905,13-8 0,0-1 905,-13 9 0,-2 1 0,21-15-157,-21 15 0,3-2 157,14-9 0,1-1 0,-14 10 0,0 0 0,5-3 0,3-2 0,-4 4 0,1-2 0,8-6 0,-24 17 0</inkml:trace>
  <inkml:trace contextRef="#ctx0" brushRef="#br0" timeOffset="153979">12458 10916 5734,'1'-6'0,"-1"-2"0,1 4 0,-1-3 0,0 5 0,0-3 0,0 1 0,0 0 0,0 0 0,0 2 0,1 1 0,-1 0 0,2 0 0,-1 0 0,1 1 0,0-1 0,-2 0 0,1-2 0,0 7 0,0-2 0,0 5 0,2 2 0,-1-4 0,0 3 0,1-2 0,0-1 0,-1 2 0,2-1 0,3 12 0,-1-3 0,0 3 0,-2-6 0,-3-8 0,3 1 0,-2-2 0,4-1 0,2-3 0,1-1 0,5-3 0,7-7 0,2-3 0,3-1 0,10-9 0,1-1 0,-8 3 0,2-3 0,-1-1-1148,-5 4 1148,-7 6 0,0 0 0,3-5 0,-5 5 0,9-12 0,-13 15 0,6-9 0,-12 15 0,0-2 0,-4 6 0</inkml:trace>
  <inkml:trace contextRef="#ctx0" brushRef="#br0" timeOffset="241557">1230 12524 5734,'-11'1'0,"4"0"0,-4 1 0,-1 1 0,0 0 0,-18 6 0,12-3 0,-13 2 0,2 0 0,-1 0 0,-1-2-480,0 2 0,1-1 480,8-4-610,-13 1 610,12-2 0,-8 0-131,12-2 131,6 0 0,-9 0 0,11-1 0,-13-2 0,15 0 883,-13-3-883,14 4 663,-3-2-663,3 1 155,3 2-155,-4-1 0,5 2 0,-2 1 0,3 1 0,0 0 0,1 1 0,-6 3 0,5-3 0,-4 2 0,4-3 0,1 0 0,-1 0 0,1-1 0,1 1 0,-1-1 0,-1 3 0,-1 0 0,0 2 0,0 1 0,1-2 0,-1 1 0,-3 9 0,3-7 0,-3 8 0,4-4 0,-4 12 0,4-6 0,-2 8 0,4-14 0,0 7 0,0-4 0,0 5 0,1-1 0,-1-3 0,1 3 0,1 0 0,-1-4 0,1 5 0,1 2 0,0-4 0,-1 6 0,0-6 0,1 9 0,0 1 0,0-2 0,1 9 0,0-2 0,-1-15 0,1 16 0,0-2 0,1 6 0,0-2-498,0-7 498,-2-11 0,0 1 0,1 21 0,-1-14 0,0 16 0,0 1 0,0-16 0,0 12 0,1 1 0,-1-11-365,0 0 0,0-2 365,0-9 0,3 10 0,-1 2 0,1-4 0,0 3 0,-1 0 0,-1-2-421,-1-6 421,2 9 0,-1 2 0,-1-7 439,0 7-439,0 1 0,0-8-1588,0 7 1588,0-11 0,-1 0 320,1 1-320,0 1 0,0 1 0,1 14 0,-1-10 380,1 11-380,-2-14 0,0 1 0,0 6-86,0-7 0,0 1 86,1 13 850,-1-13 0,-1 3-850,1 3 0,0 2 0,0-1 0,0 0 0,0 0-530,1 1 1,-1 2 0,0-7 529,1 0 0,0 14-500,-1-17 500,0-6 164,0 4-164,-1 7 0,0-11 0,0 18 0,0-11 0,0-1 0,-2 10 0,2-15 1559,-3 7-1559,2-8 0,-2 12 0,-1 3 0,2-4 0,-2 12 0,0-1 0,3-18 613,-1 14-613,2-10 0,0-5 0,0 6 0,-1 11 0,1-14 0,-1 14 0,2-10 0,-1-7 322,1 6-322,0 6 0,0-13 0,0 12 0,0-11 0,0-5 0,-1 4 0,1 6 0,-1-10 0,1 15 0,-1 2 0,0-12 0,0 10 0,0-2 0,0-16 0,0 8 0,1-4 0,-1-7 0,1 10 0,-1-14 0,0 4 0,0-6 0,0-2 0,0 2 0,0-2 0,1 10 0,-1-7 0,3 17 0,-2-17 0,0 8 0,-1-10 0,0 1 0,0-1 0,0-1 0,0 0 0,1-1 0,0 1 0,-1 0 0,1-1 0,-1 0 0,0-1 0,0 1 0,0 0 0,0 1 0,0-1 0,0 2 0,0-1 0,0 4 0,0-4 0,-1 3 0,1-1 0,-1 0 0,1-1 0,1 1 0,-1-3 0,1 5 0,0-5 0,-1 1 0,1-3 0,0 1 0,0 0 0,-1-1 0,0 1 0,0-1 0,1 1 0,-1-1 0,0 0 0,2 1 0,-1-1 0,1-1 0,0 0 0,-1 0 0,1 0 0,0 0 0,-1 0 0,3 0 0,-1 1 0,21 3 0,-14-2 0,16 2 0,-14-3 0,-3 0 0,5-1 0,-2 0 0,-1 0 0,2 0 0,-5 1 0,0-1 0,0 1 0,1-1 0,6 0 0,-6 0 0,6 0 0,-7 1 0,-1-1 0,2 0 0,1 1 0,-4-1 0,3 1 0,-2 0 0,-2 0 0,2 0 0,4 2 0,-4-2 0,5 1 0,-3 0 0,-2 0 0,2 0 0,1-1 0,-2 1 0,2-1 0,2 1 0,-3 0 0,4 0 0,5 0 0,-6-1 0,11 3 0,-4 0 0,15 3 0,-13-1 0,4 1 0,-15-4 0,-3-1 0,3 0 0,0 0 0,-2-1 0,2 1 0,-4-1 0,3 1 0,-2 0 0,2 0 0,18 1 0,-14-1 0,17 2 0,-9-1 0,-7-1 0,9 2 0,-4-1 0,-4-2 0,17 3 0,-15-2 0,10 1 0,-7 1 0,-5-2 0,5 1 0,-2-1 0,-4 1 0,3 1 0,0 1 0,-5-3 0,4 1 0,-2-1 0,-4 0 0,1 0 0,1 0 0,-5-1 0,3 2 0,-2 1 0,-5-2 0,2 2 0,-3 0 0,-1-1 0,0 5 0,-5 4 0,-2 0 0,-3 2 0,0-4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3-09T01:48:34.372"/>
    </inkml:context>
    <inkml:brush xml:id="br0">
      <inkml:brushProperty name="width" value="0.05292" units="cm"/>
      <inkml:brushProperty name="height" value="0.05292" units="cm"/>
      <inkml:brushProperty name="color" value="#FF0000"/>
    </inkml:brush>
  </inkml:definitions>
  <inkml:trace contextRef="#ctx0" brushRef="#br0">19140 5122 24575,'0'0'0</inkml:trace>
  <inkml:trace contextRef="#ctx0" brushRef="#br0" timeOffset="5224">10234 5028 5734,'1'4'0,"-1"-1"0,7 2 0,-3-1 0,0-1 0,0 1 0,2 2 0,-1-1 0,2 2 0,4 1 0,-3-3 0,4 3 0,10 1 0,-8-3 0,10 2 0,3-1 0,-9-2 0,11 1 0,-3-1 0,-4-3 0,8 2 0,7-2 0,-7-1-243,11-1 243,6-1-1401,-10-1 1401,-12 1 0,0 0 0,2 0 0,0 1 0,14-1 0,-14 1 0,0 0 0,0 0 0,-1 1 0,15 1 0,-15-1 0,0 1 0,10 0 0,-10-1 0,0 1 0,14 1 0,-14-2 0,1 1 0,0-1 0,-1 0 0,14 1 0,-14-2 0,2 1 0,7-2 0,4-1 0,-3 0 0,3-1 0,-1 0-692,1 1 1,3-1 0,-5 0 691,-5-2 0,-4 1 0,15-3-933,-2-1 933,0 1-200,-12 0 0,0 1 200,15-3 0,-16 2 0,0 1 0,0 1 0,-1-1 0,14-3-14,-14 4 0,0-1 14,8-2 0,-9 2 0,0 0 0,0-2 0,1 1 0,0 0 0,0-2 0,12-5 0,-2-1 0,1-2 0,-9 1 0,4-2 0,-6 1 0,6-6 0,-8 1 0,2-4 0,-4 3 0,2-12 0,-7 5 0,3-6 0,-4 3 0,-4 8 0,-2 0 0,7-16 0,0 1 0,-9 16 0,-1 2 0,1-2 0,-1 1 0,0 0 0,1-1 0,2-10 0,0 0 0,-2 8 0,-1 0 0,2-6 0,0-2 0,1-5 0,-2 2 0,3-9 0,-4 12 0,0 0 0,-2-10 863,-1 12-863,1-11 364,-2 14-364,1 0 0,1-2 0,0 3 0,7-16 0,1-2 0,-1 5 0,-1 7 0,2-5 0,-2 8 0,0 4 0,8-11 0,0 11 0,-3 7 0,8-6 0,5 3 0,-5 5 0,9-3 0,-10 8 0,-2 3 0,1 1 0,6-2 0,17-4 0,-21 10 0,0-2 661,-1 2-661,10-3 0,-10 2 914,6 0-914,-12 3 0,21-3 0,-16 2 0,3 0 0,-1-2 0,-6 1 0,8-4 997,-10 3-997,-6 1 900,1 0-900,-4-1 0,-3 2 0,0 0 344,-1 0-344,-2 1 36,0-1-36,-3-1 0,0 1 0,-2-2 0,0 2 0,1 1 0,-2-2 0,1 1 0,-1-1 0,-3-1 0,-9 1 0,4 1 0,-6 1 0,8 4 0</inkml:trace>
  <inkml:trace contextRef="#ctx0" brushRef="#br0" timeOffset="5742">13815 3043 5734,'15'5'0,"-3"0"0,0 3 0,-6 1 0,-2 13 0,-4-2 0,-6 28-1454,-3-14 1454,3-11 0,-1 3 0,-4 11 0,0-1 0,4-13 0,1 0 0,-4 10 0,0 3 0,1-5 0,-2 8 0,3-9 0,1-2-434,0-2 434,1-3 0,0-2-129,0 2 129,2-9 0,-1 3 0,2-9 0,-3-1 0,-1-1 0</inkml:trace>
  <inkml:trace contextRef="#ctx0" brushRef="#br0" timeOffset="7964">13873 2995 5734,'-6'-9'0,"-1"0"0,-1-1 0,-7-5 0,3 3 0,-10-8 0,8 8 0,-4-4 0,-6-2 0,2 1 0,0 1 0,7 6 0,8 6 0,2 2 0,0-1 0,4 3 0,1 0 0,4 3 0,0 0 0,13 5 0,-6-3 0,7 4 0,7 5 0,-8-5 0,8 6 0,-4-2 0,-6-2 0,5 1 0,-2 1 0,-6-5 0,4 3 0,-7-5 0,5 5 0,-9-7 0,3 3 0,-13-6 0,0-2 0,-4 1 0,-6-3 0,3 1 0,-6-2 0,-3 0 0,5-1 0,-6 1 0,1-1 0,6 3 0,-3-2 0,6 1 0,2 1 0,0-1 0,2 1 0,-4-2 0,6 1 0,-3-1 0,5 3 0,0 0 0,1 1 0,3 0 0,4 2 0,1 0 0,10 4 0,-3-2 0,6 4 0,3 2 0,-3-2 0,4 2 0,-5-2 0,-3 0 0,1 0 0,-1 0 0,-1-1 0,0 1 0,3 3 0,-3-2 0,1 2 0,1 2 0,-7-7 0,3 5 0,-8-9 0,-3-2 0,-3-3 0,-8-5 0,-1-1 0,-3-2 0,3 2 0,-10-6 0,5 3 0,-7-5 0,6 5 0,1-1 0,-6-5 0,-1-1 0,-10-8 0,11 8 0,1 2 0,1 1 0,11 9 0,4 3 0,0 0 0,5 3 0,14 9 0,-3-1 0,30 19 0,-18-11 0,15 10 0,-2-1 0,-8-5-1041,9 6 1041,-12-7 0,0 0-575,-2-1 575,-1 0 0,0-1 0,4 4 0,-7-5-262,7 5 262,-13-10 0,4 4 0,-11-9 945,-1-1-945,-7-4 621,-5-4-621,-2-2 312,-3-2-312,-3-3 0,-2-1-452,-2-2 452,-1-1 0,0-1 0,0 0 0,0-1 0,1 1 0,-6-6 0,1 1 0,2 2 0,5 4 0,5 4 0,4 3 0,0-1 452,3 3-452,3 2 0,0 1 0,4 1 0,1 2 0,4 2 0,7 2 0,-1-1 0,5 3 0,-4-1 0,8 2 0,-5 0 0,5 1 0,-1 0 0,-6-2 0,3 2 0,-4-2 0,-3-1 0,0 0 0,-3-2 0,-1 0 0,-3-1 0,1-1 0,-4-1 0,-14-3 0,4 4 0,-10-3 0,8 8 0,4-3 0,-1 3 0,4-3 0,1 0 0,0 0 0</inkml:trace>
  <inkml:trace contextRef="#ctx0" brushRef="#br0" timeOffset="8384">13758 3375 5734,'0'-8'0,"1"-2"0,6-11 0,0 2 0,4-6 0,1-1 0,2-2-210,-3 5 1,2-1 209,6-10 138,4-4-138,-2 4 0,-3 7 69,-10 15-69,-4 8 0,-2 1 0,0 3 212,-5 7-212,0 2 0,-5 8 0,0 1 0,-9 15 0,3-5 0,1 0 0,-3 5 0,3-3 0,-5 9-693,0 1 0,2-3 693,8-17-115,0 4 115,3-11 0,1 2 0,4-14 0,1-5 0,5-13 0,0 0 1368,4-11-1368,2-9 0,-3 8 133,3-10-133,-3 0 0,-3 17 0,0-8 0,-3 20 0,-1 3 0,0 0 0,-2 5 0,-1 2 0,-1 2 0</inkml:trace>
  <inkml:trace contextRef="#ctx0" brushRef="#br0" timeOffset="11459">14780 2963 5734,'-8'-5'0,"0"1"0,1 0 0,1 2 0,-13 5 0,1 6 0,-3 3 0,3 2 0,7 1 0,3-3 0,-1 5 0,2 7 0,4-8 0,-1 9 0,8-1 0,-1-9 0,4 8 0,0-8 0,-2-5 0,2 1 0,-2-7 0,1-1 0,9-5 0,-6-2 0,9-5 0,-5-6 0,-2 2 0,2-6 0,2-8 0,-6 10 0,3-10 0,-7 9 0,-1 4 0,-1-3 0,-2 7 0,-4-11 0,2 9 0,-7-14 0,5 18 0,-3-4 0,5 9 0,0 3 0,1 9 0,0-2 0,1 9 0,4 14 0,1-6 0,2 10-221,-2-14 221,-1-6 0,0-3 0,0 1 0,1-2 0,2 2 0,-3-5 0,0 0 221,-3-7-221,-1-2 0,2-4 0,1-3 0,1-1 0</inkml:trace>
  <inkml:trace contextRef="#ctx0" brushRef="#br0" timeOffset="11872">14928 2951 5734,'5'21'0,"-1"-3"0,2 5 0,-1 3 0,-2-7 0,1 5 0,-1-4 0,0-6 0,0 3 0,0-4 0,-3-6 0,2 1 0,-2-6 0,0-2 0,-2-4 0,2-2 0,-3-5 0,2 1 0,-2-9 0,0 4 0,2-12 0,0 10 0,2-5 0,4-6 0,0 10 0,3-9 0,1 10 0,-3 6 0,3-2 0,-3 7 0,3 2 0,-1 3 0,3 1 0,1 7 0,-3 0 0,3 5 0,-4-1 0,5 15 0,-5-8 0,4 10 0,0 15 0,-7-21-288,5 19 288,-9-31 0,2 0 0,-3-2 0,-1 2 0,0-4 0,-2-1 0,2-4 0</inkml:trace>
  <inkml:trace contextRef="#ctx0" brushRef="#br0" timeOffset="12572">15380 2936 5734,'-15'1'0,"-5"2"0,8 1 0,-16 8 0,13-4 0,-14 8 0,15-7 0,-2 2 0,6-3 0,0 4 0,3-3 0,0 4 0,4 0 0,2-1 0,5 11 0,1-10 0,12 12 0,-6-16 0,15-6 0,1-5 0,-6-3-253,3-2 1,-1-3 252,-12-2 0,-1-1 0,-1-1 0,-2 0 0,0-6 0,-3 5 0,-1-5 0,-4 2 0,0 6 0,-3-8 0,-1 9 505,1-1-505,1 7 0,2 4 0,0 1 0,1 5 0,0 0 0,-1 6 0,0 6 0,-1-2 0,1 7 0,1 3 0,2-6 0,2 5 0,-1-9 0,1 0 0,0-3 0,0-2 0,1 1 0,-1-3 0,1-1 0,-2-4 0,0-5 0,-1-1 0,0-4 0,2-3 0,1-1 0</inkml:trace>
  <inkml:trace contextRef="#ctx0" brushRef="#br0" timeOffset="13043">15702 2962 5734,'-8'1'0,"-3"1"0,4 0 0,-3 1 0,-2 3 0,4 0 0,-3 2 0,0 3 0,2-3 0,-1 4 0,-5 12 0,8-13 0,-4 13 0,10-18 0,3 5 0,2-4 0,0 3 0,6-1 0,-2-2 0,5 0 0,3-3 0,-4-4 0,5-1 0,-5-2 0,3-3 0,-1 0 0</inkml:trace>
  <inkml:trace contextRef="#ctx0" brushRef="#br0" timeOffset="13431">15855 2991 5734,'-11'15'0,"-2"6"0,6-8 0,-1 5 0,2-1 0,4-5 0,-1 3 0,3-4 0,2-3 0,1 0 0,5-5 0,0-2 0,2-3 0,5-6 0,-6-1 0,5-3 0,0-17 0,-9 16 0,5-13 0,-11 18 0,-1 3 0,-1 2 0,-1 2 0,-1 3 0,1-1 0,0 0 0</inkml:trace>
  <inkml:trace contextRef="#ctx0" brushRef="#br0" timeOffset="13848">16041 3126 5734,'0'-10'0,"2"-1"0,0 1 0,1-2 0,1-1 0,0 1 0,8-16 0,-5 12 0,7-9 0,-8 16 0,5-2 0,-4 5 0,3-2 0,-1 7 0,-2 3 0,2 0 0,1 6 0,-3-1 0,2 4 0,-1 2 0,-3-2 0,3 3 0,-1 1 0,-3-4 0,2 3 0,-1-1 0,-1-3 0,4-1 0,0-3 0</inkml:trace>
  <inkml:trace contextRef="#ctx0" brushRef="#br0" timeOffset="14293">16473 2928 5734,'-11'2'0,"0"1"0,-7 3 0,3 0 0,-5 3 0,2 1 0,4-1 0,0 3 0,3 0 0,5-2 0,-1 3 0,5-1 0,0-4 0,3 3 0,4-3 0,0-3 0,2 1 0,10-7 0,-5-2 0,18-17 0,-17 5 0,12-19 0,-16 14 0,2-8 0,-3-4 0,-3 7 0,-1-10 0,-4 0 0,-2-1 0,1 2-478,-1 0 1,0 2 477,1 14 0,-1 0 0,1 6 0,-1 0 0,2 8 0,1-1 0,-2 4 955,-1 7-955,0 3 0,0 25 0,3-12-613,2 16 613,1-15 0,0 1 0,2 0 0,5 20 0,-3-17 0,3 15 0,-2-16 0,-3-7 0,2 4 0,-3-10 0,0-2 0,1-1 0</inkml:trace>
  <inkml:trace contextRef="#ctx0" brushRef="#br0" timeOffset="14699">16757 2871 5734,'-20'4'0,"-21"13"0,24-7-478,-16 11 478,24-12 0,-1 12 0,4-8 157,0 8-157,6-8 79,2-4-79,5 4 0,-1-8 0,8-2 242,-6-7-242,4-5 0,-4 0 0,0-2 0,0-2 0,6-10 0,-5 9 0,9-10 0,-9 18 0,4-1 0,0 12 0,-2 2 0,3 6 0,0 6 0,-5-2 0,2 4 0,-2-1 0,-6-6 0,-1-2 0,-5-8 0</inkml:trace>
  <inkml:trace contextRef="#ctx0" brushRef="#br0" timeOffset="17141">12762 4715 5734,'7'-11'0,"9"-8"0,1-2 0,1 0-212,0-1 0,2-1 212,4-5-1124,-4 5 1124,8-7 0,-10 10 0,0 0 0,6-5 0,2-4 0,1 0 0,-4 5 0,9-6 0,0-1 0,-5 7-404,-2 3 1,-1 0 403,-1 4 0,1-1 0,0 1 0,2-1 0,8-5 0,-8 6 0,1-1 0,-3 3 0,-2 2 0,13-8 0,-4 4 0,-1 0 0,5-1 0,-14 7 0,1 0 0,4 1 0,-1 0 0,7-2 0,3 1 0,0-1 0,-4 4 0,4-1 0,1 0 0,-4 1 0,4 1 0,0 0 0,-5 2 0,4 0 0,0 0 0,-5 1-121,14-1 1,3 1 120,-20 1 0,0 0 0,9-1 0,-1 1 0,12-2 0,-27 4 0,16-2 0,-18 1 0,7 0 163,-10 1-163,-5 0 837,8 1-837,-12 0 1283,3 0-1283,-6 0 313,-2 0-313,0 0 0,2 0 0,-2 0 0,2 0 0,0 0 0,-1 0 0,1 0 0,2 0 0,-2 0 0,1 0 0,0 0 0,-1 0 0,1-1 0,-2 1 0,2 0 0,-1 0 0,0 0 0,0 0 0,2-1 0,-1 1 0,7-3 0,-7 2 0,3-1 0,-7 1 0,0 1 0,-3-3 0,1 0 0,-1 0 0,-6-5 0,3 3 0,-8-6 0,6 6 0,-2-2 0,-4-1 0,5 4 0,-5-3 0,4 3 0,2 1 0,-1 0 0,3 0 0,-1 1 0,2-1 0,-1-1 0,1 1 0,-2-3 0,1 1 0,-1 0 0,2 1 0,-5-6 0,4 5 0,-7-7 0,7 8 0,-6-5 0,6 5 0,-2-1 0,4 3 0,3 2 0,0 0 0,10 5 0,-3-2 0,8 3 0,-5-1 0,12 5 0,-7-4 0,9 6 0,-4-2 0,-6-3 0,5 3 0,-4 0 0,-4-4 0,0 2 0,-3 1 0,-5-1 0,0 5 0,-5-1 0,-8 9 0,1-2 0,-7 7 0,-2 1 0,4-7-508,-5 6 508,8-10-48,1-1 48,1-2 0,1-1 0,2-2 0,-1-2 0,4-6 126,2-5 0,5-8 1,1-2-1</inkml:trace>
  <inkml:trace contextRef="#ctx0" brushRef="#br0" timeOffset="18098">14798 3639 5734,'-1'4'0,"1"1"0,-1-1 0,0 6 0,0 0 0,0 6 0,1 5 0,0-4 0,0 7 0,2 9 0,-2-13 0,3 19 0,-3-23 0,0 4 0,2-4 0,-1-6 0,2 4 0,-2-11 0,-1 1 0,0-3 0,0 0 0,1-4 0,0-2 0,0-4 0,2-6 0,2-13 0,-1 5-285,1-6 285,-2 12 0,-1 1 0,3-20 0,-2 19 0,0-13 0,-3 24 0,0 1 0,1 1 0,0 1 0,-1 2 0,3 4 285,-2 1-285,1 3 0,2 5 0,-2-3 0,3 7 0,-2 0 0,0-3 0,1 4 0,0 1 0,-1-4 0,0 4 0,-1-7 0,1 2 0,-1-4 0,0 1 0,-1-6 0,0 0 0,1-1 0,-1-1 0,0-1 0,6-11 0,-2 2 0,4-9 0,-4 6 0,0-1 0,2-7 0,-1 4 0,0-4 0,0 0 0,-2 6 0,1-4 0,-1 4 0,-1 5 0,1-4 0,-3 8 0,2 0 0,-3 5 0,2 1 0,-1 1 0,1 1 0,3 14 0,0-7 0,1 12 0,-2-5 0,-2-5 0,1 4 0,-1-1 0,0-5 0,1 2 0,0-2 0,-2-5 0,0 2 0,-1-3 0,-1-4 0,1 1 0</inkml:trace>
  <inkml:trace contextRef="#ctx0" brushRef="#br0" timeOffset="18443">15136 3653 5734,'2'7'0,"0"5"0,-1-1 0,0 4 0,0 6 0,-2-4 0,0 8 0,0 1 0,-1-5 0,1 6 0,-1-2 0,2-6 0,-1 4 0,2-6 0,-1-5 0,0 1 0,0-5 0,-1-6 0,-2-1 0,-2-7 0,-1-1 0,1-1 0,-1-2 0,1 0 0</inkml:trace>
  <inkml:trace contextRef="#ctx0" brushRef="#br0" timeOffset="18694">15104 3457 5734,'3'-2'0,"1"-1"0,-3 1 0,0 1 0,-5 4 0,2-2 0,-3 4 0</inkml:trace>
  <inkml:trace contextRef="#ctx0" brushRef="#br0" timeOffset="19292">15198 3685 5734,'2'14'0,"0"1"0,0-3 0,2 18 0,-3-13 0,3 14 0,-3-17 0,1 10 0,0-9 0,-1 9 0,0-16 0,-1 2 0,0-7 0,0-3 0,2-11 0,-1 3 0,2-9 0,-1 6 0,0-1 0,1 0 0,1 0 0,3-13 0,-1 9 0,2-10 0,3 2 0,-1 3 0,1-1 0,-4 8 0,-4 10 0,-1 1 0,0 1 0,0 1 0,-1 2 0,1 1 0,0 2 0,1 5 0,0-1 0,0 5 0,4 12 0,-3-11 0,3 13 0,-2-5 0,-2-8 0,3 8 0,-3-7 0,0-4 0,0 1 0,-2-2 0,-1-4 0,1 0 0,0-4 0,1-1 0,0-1 0</inkml:trace>
  <inkml:trace contextRef="#ctx0" brushRef="#br0" timeOffset="19608">15553 3618 5734,'-2'4'0,"0"0"0,-1 4 0,0-1 0,-1 5 0,-1 5 0,1-3 0,-1 5 0,1 2 0,1-3 0,1 5 0,1 0 0,2-6 0,1 15 0,1-17 0,1 7 0,1-12 0,-3-3 0,2 0 0,-2-5 0,0 0 0,-1-3 0,-3-3 0,0-1 0,-4-3 0,2-1 0,0 0 0,1-2 0</inkml:trace>
  <inkml:trace contextRef="#ctx0" brushRef="#br0" timeOffset="19825">15471 3421 5734,'4'-4'0,"1"0"0,0 2 0,3-1 0,-2 1 0,1 1 0,-4 0 0,3 1 0,-1-1 0</inkml:trace>
  <inkml:trace contextRef="#ctx0" brushRef="#br0" timeOffset="20549">15842 3625 5734,'-11'5'0,"1"0"0,1 0 0,-2 4 0,3-2 0,-3 5 0,1 2 0,2-3 0,-1 4 0,1 16 0,8-1 0,0 4 0,6-9 0,5-10 0,-3-3 0,6 0 0,2-4 0,-3-4 0,5-1 0,1-5 0,-6-2 0,3-2 0,-1-4 0,-4 2 0,2-4 0</inkml:trace>
  <inkml:trace contextRef="#ctx0" brushRef="#br0" timeOffset="20846">15946 3686 5734,'-7'7'0,"0"1"0,1 3 0,-1 2 0,-1 9 0,4-4 0,0 22 0,8-9 0,0 1 0,5-10 0,-2-13 0,10-3 0,-5-6 0,21-19 0,-19 3 0,10-15-527,-15 11 527,-1-1 0,-3 0 0,-5-17 0,-2 15 0,-8-20 0,4 30 0,-4-5 0,4 13 0,0 2 0,-1 2 0</inkml:trace>
  <inkml:trace contextRef="#ctx0" brushRef="#br0" timeOffset="21276">16151 3693 5734,'-2'23'0,"1"-5"0,0 5 0,1 0 0,0-7 0,0 3 0,0-7 0,1 5 0,-1-8 0,0 3 0,0-12 0,0-2 0,-1-4 0,2-6 0,0 1 0,7-19 0,-2 12 0,3-11 0,1 4 0,0 5 0,1-6 0,2 4 0,-4 7 0,3-2 0,-4 9 0,1 1 0,-3 3 0,1 1 0,-3 2 0,0 2 0,0 2 0,0 0 0,0 2 0,0 2 0,-1 0 0,0 2 0,-1 0 0,3 17 0,-3-11 0,4 28 0,-4-32 0,1 12 0</inkml:trace>
  <inkml:trace contextRef="#ctx0" brushRef="#br0" timeOffset="21777">16525 3562 5734,'-14'4'0,"3"-1"0,-6 4 0,4 0 0,0 2 0,-1 0 0,2 2 0,-4 7 0,5-5 0,-2 6 0,6 1 0,4-5 0,1 6 0,3-7 0,3-1 0,1 0 0,15 11 0,-11-16 0,13 6 0,-14-20 0,5-8 0,-4 1 0,4-7 0,0-6 0,-4 3 0,0-3 0,-1-1 0,-1-4 0,-2-12 0,-1-2 0,-4 8-628,0 3 1,-2 2 627,-2 6 0,-1 4 0,0 1 0,-1-1 0,1 7 0,0 0 0,1 7 0,2 5 0,0 1 1255,1 7-1255,-1 3 0,2 5 0,0 4 0,0 5 0,2 2 0,0 4-742,1 1 742,1 2 0,3 14 0,-1-10-998,3 9 998,-2-16 0,4 8-563,-3-11 563,3 4 0,-4-13 0,7 7 154,-4-14 1,4 3 0,-6-16 0</inkml:trace>
  <inkml:trace contextRef="#ctx0" brushRef="#br0" timeOffset="22176">16828 3529 5734,'-15'5'0,"-6"4"0,5 0 0,-4 4 0,3 5 0,6-3 0,1 12 0,3 1 0,2-8 0,0 25 0,10-38 0,0-5 0,6-7 0,-5-3 0,3-8 0,0-6 0,-1 4 0,2-7 0,-4 8 0,4-4 0,4 6 0,-1 3 0,2 8 0,6 24 0,-8-3-726,9 15 726,-11-7 0,0 0 0,-1 1 0,4 14 0,-7-17 0,0 6 0,-11-24 0,-2-4 0</inkml:trace>
  <inkml:trace contextRef="#ctx0" brushRef="#br0" timeOffset="22761">14626 4233 5734,'4'13'0,"2"-1"0,8-5 0,7 0-1473,5 1 1473,8-1 0,7-1 0,-2-3 0,1-1-1424,-5 0 0,1-1 1424,-3 0 0,2-1 0,-1 1 0,10-2 0,-1 0 0,5 0 0,0-1-460,-15 0 0,2 1 1,-1 0 459,2-1 0,0 0 0,0 0-12,0 1 1,0-1 0,4 0 11,-1 1 0,5-1 0,2 0 0,-1 1 0,-4-1 0,6 0 0,-4 0 0,4 1 0,-7-1 0,4 1 0,1-1 0,-3 1 0,-4 0 0,-1 0 0,-5 0 0,0 0 0,13-1 0,3 1 0,-2 0 0,4-1 0,-5 1 0,-4-1 0,-1 0 0,-1 1 0,1-1 0,-6 1 0,7-1 0,-9 0 0,-6 1 275,0-1-275,-11 1 2165,1-1-2165,-16-3 2300,-4 1-2300,-8-2 0,-4 2 0,-4 1 0,-1 1 0</inkml:trace>
  <inkml:trace contextRef="#ctx0" brushRef="#br0" timeOffset="23409">14626 2354 5734,'25'3'0,"-1"-1"0,15 1 0,1-1 0,-10-1 0,1 0-1639,15 0 1,1 1 771,-8-1 1,2 0 866,2 0 0,5 1 0,-2-1 0,-9 0 0,-2 0 0,6 1 0,-1-1 0,5 0 0,4 0 0,0 0 0,-2 0 0,-5 0 0,-2 0 0,-4 0 0,0 0 0,5 0 0,-2 0 0,5 0 0,4 1 0,1-1 0,1 0 0,-2 0 0,-4 0 0,-4 0 0,3 0 0,-6 0 0,1 0 0,5 1 0,-6-1 0,6 0 0,2 0 0,2 1 0,0-1 0,-2 1 0,-3-1 0,-6 0-242,13 1 1,-7-1 0,3 0 241,-7 0 0,3 1 0,1-1 0,-2 0 0,-3 0 0,3 1 0,-3-1 0,-3 0 0,4 1 0,-1-1 0,5 1 0,-1 0 0,-8-1 0,-3 1 0,4-1 0,10-1 0,-36-3 1929,-3-2-1929,-15-1 0,1 3 0,-6-2 0</inkml:trace>
  <inkml:trace contextRef="#ctx0" brushRef="#br0" timeOffset="36184">13928 5809 5734,'-2'-3'0,"1"1"0,3 2 0,0-1 0,3 1 0,7-2 0,-1 2 0,7 0 0,22-1 0,5 0 0,0 0-784,-12 1 1,3-1 0,-3 0 783,11 0 0,3-1-670,-22 2 1,0 0 669,-1-1 0,2 1 0,21 0 0,1 0 0,-18 0 0,-1 0-621,17 0 0,-1 1 621,-2-1 0,-1 2 0,-4-1 0,0-1 0,0 0 0,2 0 370,-5-1 1,-3 1-371,-9-2 0,-2 1 885,12-3-885,-13 2 0,6-2 1622,-12 2-1622,-6 2 0,2-1 0,-5 1 1187,0 0-1187,-1 0 496,-3-1-496,0 0 0,-1-2 0,0-3 0,-1 0 0,-2-2 0,-2 0 0,0 3 0,-2-2 0,2 1 0,0 0 0</inkml:trace>
  <inkml:trace contextRef="#ctx0" brushRef="#br0" timeOffset="39485">14806 5477 5734,'5'4'0,"0"-1"0,-1 0 0,3 2 0,-1-1 0,3 2 0,-1-1 0,0 1 0,1-1 0,11 8 0,-6-4 0,8 4 0,-4 0 0,3-2 0,0 2 0,8 4 0,-15-7 0,19 8 0,-19-11 0,6 3 0,3-1 0,-12-5 0,9 4 0,-11-4 0,-4-2 0,5 3 0,-6-3 0,2 1 0,-5-2 0,0-1 0,-1 2 0,2 0 0,-1 1 0,1-2 0,0 0 0,0 0 0,1 0 0,-2 0 0,1 0 0,1 2 0,-2-2 0,2 2 0,0-1 0,-2 0 0,4 3 0,-3-3 0,2 2 0,0-1 0,-1-1 0,0 0 0,0-1 0,-2 0 0,0 1 0,-1-1 0,-1 2 0,1-2 0,0 1 0,-3-5 0,2 3 0,-6-6 0,5 5 0,-4 0 0,4 0 0,0 1 0,1 0 0,-2 1 0,2 0 0,-1-1 0,1 2 0,0-1 0,0-1 0,-3 2 0,0-2 0,-2 3 0,2-2 0,-2 1 0,0 0 0,-1 1 0,-1 1 0,-1 0 0,0 2 0,-2 1 0,1 2 0,-2-1 0,-7 6 0,4-4-245,-5 6 245,6-4 0,-15 14 0,11-10 0,-9 10 0,11-9 0,5-6 0,-1 3 0,2-1 0,4-6 0,-5 5 245,7-9-245,-3 4 0,5-5 0,-2 2 0,3-3 0,0 1 0,0-1 0,0-1 0,0 1 0,6-7 0,-1 2 0,15-14 0,-8 6 0,18-21 0,-13 15 0,4-3 0,0-1 0,-1 1 0,0 2 0,2-2 0,-2 3 0,-1 0 0,9-7-530,4-5 530,-21 22 0,-1 0 0,5-3 0,-8 6 0,4-3 0,-8 7 0,-1-1 0,0 1 530,0-1-530,-2 2 0,0-2 0,-3 1 0,1-1 0,-15-8 0,8 3 0,-13-8 0,-4 0 0,9 4 0,-19-11 0,17 10 0,0-1 0,-2 0 0,-14-11 0,0-1-607,7 5 607,16 9 0,1 2 0,0-1 0,-8-5 0,9 6 0,-6-4 0,9 7 0,3 2 0,-1-1 607,4 3-607,1 2 0,4 4 0,3 4 0,1 1 0,3 3 0,-2-2 0,7 8 0,-3-4-254,5 5 254,-3-4 0,8 6 0,-4-4 0,6 4 0,2 1 0,-6-6-601,7 6 601,-8-7 0,1-1 0,1 1 0,2 0 0,2 1 0,-1-1 0,-10-7 0,15 9 0,-22-12 239,7 2-239,-14-6 0,0-2 0,-4-1 616,0-3-616,-2 0 0,-7-13 0,3 8 0,-5-9 0,-15-16 0,13 13-463,1 2 0,0-1 463,1 1 0,0 0 0,-7-8 0,6 6 0,-5-5 0,2 2 0,5 7-207,-2-4 207,6 10 0,0 0 0,2 2 0,0 1 0,2 1 0,0 2 906,1 1-906,2 0 227,-1 2-227,1 0 0,1 1 0,1 1 0,4 7 0,1 2 0,4 5 0,0 1 0,2 2 0,2 2 0,2 2 0,5 5 0,2 1 0,2 3 0,-4-4 0,4 1 0,3 2 0,-2-3 0,-2-2-377,2 2 0,-3-4 377,-13-13 0,0 0 0,-2-1 0,-1 0 0,1 0 0,-3-4 0,-1 1 754,-3-4-754,-17-19 0,7 7-393,-12-14 393,10 11 0,-12-15 0,8 10 0,-8-11 0,13 15 0,0 2-35,0 0 35,1 1 0,-4-3 0,3 3 0,-1-2 0,4 6 0,-3-4 0,3 4 0,-1-2 392,2 3-392,3 2 36,-2 0-36,4 3 0,1 1 0,1 1 0,10 20 0,-2-8 0,6 10 0,1 2 0,1-3 0,-1 1 0,2 1 0,2 1 0,0-1 0,9 11-516,-8-11 1,-2-3 515,-3-4 0,-1-1-196,5 6 196,-8-9 0,3 4 0,-8-10 0,-1 0 0,-3-3 1009,-8-10-1009,-1-1 218,-6-10-218,-3-3 0,3 3 0,-7-9 0,-3-5 0,5 6-1068,-6-9 1068,8 10 0,-5-7 0,7 9 0,-3-5 0,5 8 0,3 7 0,1-2 0,3 8 0,1 0 0,2 3 0,-1 1 0,28 33 0,-13-14 534,4 4 0,2 3-534,14 12 0,-11-11 0,2 0 0,4 5 0,-3-4 0,1 1 0,7 6 0,-2-2 0,-18-17 0,8 5 0,-13-10 0,2 0 0,-4-2 0,0-1 0,-1-1 0,-1-1 0,1-1 0,0 0 0,-1 0 0,-1-1 0,-4-3 0,1 0 0,-3-1 0,3 3 0,-2-1 0,2 2 0,-4-2 0,3 2 0,-4 2 0,-12 6 0,4-1 0,-8 7 0,-1 1 0,-1 2 0,4-3 0,0 2 0,-14 10 0,8-5 0,0 0 0,0 0-255,-1 1 255,3-4 0,0 1 0,-8 5 0,6-6 0,1 1 0,18-14 0,0 1 0,4-4 0,4-4 0,2-2 255,5-5-255,9-10 0,-1 3 0,9-9 0,-4 5 0,0 0 0,7-6-607,-5 5 0,-1 1 607,0-1 0,-3 0-267,-3 3 267,-4 2 0,-6 0 0,-4 5 0,-4-2 0,-3 6 0</inkml:trace>
  <inkml:trace contextRef="#ctx0" brushRef="#br0" timeOffset="47599">17535 3371 5734,'-4'-1'0,"1"1"0,3-1 0,-1 1 0,0-1 0,-1 2 0,1-2 0,-2 1 0,1-2 0,-1-2 0,0 0 0</inkml:trace>
  <inkml:trace contextRef="#ctx0" brushRef="#br0" timeOffset="54847">12624 4818 5734,'2'-5'0,"0"1"0,0 0 0,3 1 0,0 1 0,2-1 0,22 0 0,-11 2-467,19-2 467,-15 1 0,3-1 0,17-2 0,-7 0-682,-11 1 1,1 0 681,14-2 0,-6 1 0,1 0 0,-6 1 0,1 0 0,9-1 0,6-1-697,-2 1 1,7-2-1,0 1 1,-4 0 696,-7 1 0,-3 1 0,4-1-197,-1 0 1,3 0-1,3 0 1,-1 0-1,0 0 197,-1 1 0,1 1 0,-1 0 0,-1 1 0,-3-1-45,9 0 0,-4 0 0,3 1 45,-5-1 0,2 1 0,2 0 0,0 0 0,-3 0 0,3 1 0,-2 1 0,-1-1 0,-1 1 0,3-1 0,-1 1 0,1 0 0,-3 0 0,2 0 0,1 0 0,-1 0 0,0 1 0,0-1 0,-1 1 0,-1-1 0,3 1 0,-3 0 0,3 0 0,-5-1 0,2 1 0,1 0 0,0 0 0,-2 1 0,2-1 0,-1 1 0,0 1 0,-4-2 0,6 2 0,-3-1 0,3 0 0,3 1 0,3 0 0,0 0 0,-4 0 0,1 1 0,-4 0 0,-1-1 0,6 1 0,0 1 0,-7-2 0,0 1 0,-2-1 0,-1 0 0,-1 1 0,-2-2 0,0 1 0,-3-1 0,-1 1 0,-1-2 0,0 1 0,-4-1 0,0 1 0,21 0 117,-14 0 1,1 0-118,-5-2 0,-2 1 0,2 0 0,-2 0 2348,9-1-2348,-22 0 0,9-1 0,-9 0 1615,6-1-1615,-7 0 1358,-3 1-1358,1-1 178,-3 1-178,1-1 0,-2 0 0,1 1 0,-5-1 0,2 1 0,-2 0 0,0 1 0,-1-1 0,-3-2 0,0 1 0,-2-3 0,-8-5 0,4 4 0,-7-6 0,7 7 0</inkml:trace>
  <inkml:trace contextRef="#ctx0" brushRef="#br0" timeOffset="55463">16321 4422 5734,'-6'-1'0,"-1"0"0,2 0 0,-2 0 0,2 1 0,2 0 0,-1 2 0,3-2 0,0 2 0,4-1 0,-1 0 0,6 1 0,-2 0 0,30 12 0,-17-6-593,22 8 593,-22-8 0,0 0 0,11 4 0,-7-3 0,8 2 0,-2 0 0,-6-3 0,5 2 0,-10-3 0,-1 0 0,-2-1 0,-2 0 0,-1 0 0,0 0 0,-4-1 593,-1 0-593,-5 2 0,-2-2 0,-3 3 0,-2-1 0,-3 1 0,-2 1 0,-3 1 0,-1 0 0,-9 4 0,-1 0 0,-5 3 0,3-3 0,-1 2 0,2-2 0,2-1 0,-7 5 0,3-1 0,2 0-420,5-4 420,-1 4 0,6-5 0,10-9 0,2-1 0,14-11 0,5-2 0</inkml:trace>
  <inkml:trace contextRef="#ctx0" brushRef="#br0" timeOffset="57781">16896 4690 5734,'2'22'0,"1"-1"0,-2 6 0,0-13 0,-1 9 0,0-17 0,0-1 0,0 2 0,0-3 0,0 1 0,-1-5 0,0-4 0,-1 0 0,0-11 0,1 3 0,0-5 0,1 1 0,2-11 0,0 5-401,1-8 401,0 9 0,5-18 0,-3 16 0,4-13 0,-5 21 0,1-2 0,-1 6 0,1-1 0,-1 6 0,-1 3 0,2 2 401,0 3-401,13 26 0,-8-11 0,1 8 0,-1 2 0,-4-5 0,1 11 0,-4-10 0,-1-7 0,1 3 0,-2-9 0,1-2 0,-2-2 0,1-1 0,-1-1 0,0 1 0,0-4 0,0-8 0,1-1 0,0-8 0,2-3 0,0 3 0,1-5 0,3-1 0,-2 6 0,2-4 0,-2 7 0,0-1 0,-1 5 0,1 0 0,-2 5 0,1 0 0,0 3 0,1 0 0,1 2 0,3 5 0,-1 0 0,2 3 0,-4 0 0,13 35 0,-12-25 0,1 4 0,1-1 0,-1-6 0,-3-7 0,4 6 0,-5-12 0,1 3 0,-2-5 0,2-1 0,0-2 0,4-6 0,5-12 0,-2 2-204,1-7 204,-8 10 0,1-6 0,-4 6 0,2-3 0,-3 9 0,0 1 0,-1 2 0,0 1 0,0 1 204,0 2-204,-1 1 0,0 5 0,-1 1 0,0 6 0,1 1 0,1 10 0,0-4 0,2 7 0,0-7 0,1 0 0,1-1 0,1-2 0,2 7 0,-3-11 0,2 4 0,2-19 0,-4-1 0,3-10 0,-12-13 0,-4-2 0,1 2-433,-2-4 0,-1 3 433,1 12 0,-3-1 0,5 6 0,-2-1 0,6 6 0,1 5 0,1 2 216,2 4 1,2 3-1,1 1 1</inkml:trace>
  <inkml:trace contextRef="#ctx0" brushRef="#br0" timeOffset="58812">17405 4632 5734,'-17'20'0,"3"-1"0,2 4 0,6-6 0,-1 6 0,6-1 0,1-7 0,2 4 0,6-1 0,-4-10 0,7 3 0,-6-11 0,9-10 0,-7 1 0,7-9 0,-5-6 0,-2 4 0,1-10 0,-3-6 0,0 7 0,-2-11 0,-1-1-887,-2 11 887,1-7 0,-1 15-14,0 4 14,0 2 0,0 4 0,0 2 0,0 1 0,0 4 886,0 1-886,0 3 15,0 5-15,0 3 0,0 4 0,0 2 0,1 11 0,1-3 0,0 8 0,2-3 0,0 0 0,0 3 0,3 12 0,2 0 0,-3-16-416,6 20 416,-8-33 0,0-2 0,0-1 0,1-1 0,0-4 0,0 0 0,-1-4 0,9-16 416,-2-2-416,9-22 0,-11 15 0,1-13 0,-7 20 0,0-3 0,-2 4 0,-1 7 0,0-2 0,-1 6 0,0 2 0,0 0 0,0 4 0,0 4 0,1 1 0,-1 6 0,0 8 0,0-3 0,0 8 0,2-6 0,-1 1 0,2-1 0,0 0 0,0-2 0,6 11 0,-5-14 0,8 8 0,-8-19 0,4 0 0,-3-6 0,6-13 0,-1-15 0,0 4-270,-3-5 270,-4 21 0,-1 2 0,2 3 0,-1 5 0,6 14 0,-3 0 0,3 10 0,-2-6 270,3 7-270,12 7 0,-6-10 0,8 1 0,-11-19 0,21-17 0,-14 2 0,14-15 0,-13-5-1079,-5 5 1079,3-11 0,-4-5 0,-10 19 0,0-1 0,0 0 0,0 1 0,-3-1 0,-1 2 0,-2-9 0,-1 3-630,-4-5 630,1 12-8,-1-1 8,2 15 0,0 4 0,0 7 1004,0 6-1004,1 5 703,-1 6-703,2 3 0,1 4 0,1 1 0,5 15-1037,1-10 1037,4 9 0,0-14 0,6 1 0,4 0 0,2-2 0,-1-2 0,2-3 0,2-14 0</inkml:trace>
  <inkml:trace contextRef="#ctx0" brushRef="#br0" timeOffset="59514">18423 4436 5734,'3'28'0,"1"3"0,-1 0 0,3 16-2555,-1-11 2555,2 10 0,1-4 0,-3-12 772,2 5-772,-3-7 0,-1-10 414,1 8-414,-4-19 0,-4-7 0,-1-9 1369,-4-10-1369,-3-7 0,1 4 0,-3-11 0,-2-4-1081,4 8 1081,-3-10 0,3 6 0,5 8 0,0-4 0,4 4 0,3 8 0,2-4 0,5 4 0,1 5 0,15-7 0,6 11 0,-1 1 0,1 7 0,0 12 0,-10-3 0,1 5 0,-1 2 0,-4 1 1081,8 12-1081,-16-12 0,0 1 0,-2 0 0,-2 0 0,-2 2 0,-8 17 0,1-13-537,-6 13 537,3-18 0,0-2 0,-16 18 0,14-19 0,-11 12 0,16-23 0,1-3 0,-2-2 0,2-2 0,2-2 0,1-1 0</inkml:trace>
  <inkml:trace contextRef="#ctx0" brushRef="#br0" timeOffset="59900">18780 4364 5734,'-18'16'0,"-1"0"0,-12 13 0,19-8-421,7-4 421,-1 6 139,9 0-139,2-5 0,16 22 0,-6-19 0,10 13 0,-3-8-601,-5-8 601,4 6-427,-5-3 427,-5-6 190,1 3-190,-7-3 0,-4-4 0,-13 10 0,1-11 0,-11 4 0,-1-6 0,5-4 653,-6-1-653,-6-9 0,12 0 0,-9-6 0,18 0 0,3-1 0</inkml:trace>
  <inkml:trace contextRef="#ctx0" brushRef="#br0" timeOffset="60147">18985 4514 5734,'5'24'0,"-1"2"0,0 1 0,2 14-2071,-2-9 2071,1 8 0,-1-3-184,-1-10 184,-1 5 231,0-8-231,-1-9 0,1 7 0,-2-16 982,-1 1-982,-6-13 703,1-2-703,-9-27 0,6 11-136,-3-19 1,7 14 0,1-1 0</inkml:trace>
  <inkml:trace contextRef="#ctx0" brushRef="#br0" timeOffset="60298">19147 4394 5734,'17'14'0,"-1"0"0,3 13 0,-7-5 0,0 9 0,-9 0 0,-13-3 0,-3-1 0,-5 13 0,-13-5 0,-4-3-2245,0-10 2245,5-6 0,-1-2 0,-5-5 0,-2-4 0</inkml:trace>
  <inkml:trace contextRef="#ctx0" brushRef="#br0" timeOffset="61350">18886 4416 5734,'2'27'0,"2"12"0,-2-9 0,0 1 0,0-1 0,1 1 0,-1 0 0,1-1 0,0-7 0,1 11 0,-1-17 0,-1-5 0,2 1 0,-3-5 0,1-3 0,-2 0 0,1-3 0,0 0 0,0-1 0,-1-5 0,-1 1 0,0-8 0,0 4 0,1-4 0</inkml:trace>
  <inkml:trace contextRef="#ctx0" brushRef="#br0" timeOffset="61614">19131 4328 5734,'11'16'0,"-1"1"0,-1-2 0,-2 0 0</inkml:trace>
  <inkml:trace contextRef="#ctx0" brushRef="#br0" timeOffset="63982">19017 4728 5734,'8'31'0,"1"0"0,-1-3 0,-2-4 0,-2-12 0,0 1 0,-2-5 0,1 1 0,-2-4 0,1-1 0,-1-1 0,1-2 0,-1-1 0,-1-4 0,-2 1 0,-1-4 0,-1 0 0,1-1 0,-1 0 0</inkml:trace>
  <inkml:trace contextRef="#ctx0" brushRef="#br0" timeOffset="64397">18956 4290 5734,'26'-3'0,"14"0"0,-13 3 0,1 0 0,5 3 0,-1 0 0,-4 1 0,-3 0-693,14 10 693,-22-3 0,-5 3 0,0 11 0,-6-4 0,-2 8 0,-16 11 0,3-14 0,-4-1 0,-2-1 0,-2-2 0,-3-1 0,-2 0 0,-9 3 0,-6 3 0,11-13 0,9-6 0</inkml:trace>
  <inkml:trace contextRef="#ctx0" brushRef="#br0" timeOffset="192717">9531 2717 5734,'-33'-8'0,"5"2"0,-9-3 0,5 1 0,-1-1 0,-12-3 0,12 3 0,-9-1 0,-5-2 0,2 1 0,8 2-1639,-7-1 1,1-1 1161,9 3 0,-4-1 1,-2-1-1,0 1 0,3 2 477,-9 0 0,3 1 0,2 2 177,-1-1 0,-3 1-177,8 2 0,-6 1 0,-2 0 0,1 0 0,6 2-214,-10 0 1,2 3 213,10-2 0,-2 1 0,-1 0 0,3 2 0,-5 1 0,3 1 0,1 1 0,-7 1 0,-1 0 0,8 0 0,-1 0 0,-1 0 0,2 1 0,-1 1 0,3-1 0,-6 2 0,-1 1 0,3 0 0,-5 1 0,0 1 0,6-1 0,-4 0 0,1 2 0,0-1 0,-5 4 0,0 0 0,7-2 0,5-1 0,1 0 0,0 2 0,-5 3 0,1 0 0,7-2 0,2 0 0,2 0 0,0 1 0,-2 1 0,3 1 0,-3 7 0,3-1 0,5-4 0,1-1 0,-5 9 0,1 1 0,2 2 0,2 1 0,5-8 0,0 0 0,-2 9 0,0 1 0,4 1 0,2-1 0,2-9 0,3 2 0,0 8 0,2 6 0,5-2 0,6-4 0,3-1 0,1-1 0,-4 1 0,0 0 0,6 0 0,8-1 0,7 2 0,2-3 0,-2-5 0,5 0 0,2-3 0,-8-6 0,3 1 0,2-1 0,0-2 0,1-4 0,2-3 0,0-2 0,-1 0 0,4 2 0,0-2 0,2 0 0,0-1 0,3 0 0,0-1 0,-2-1 0,3-1 0,0-2 0,0-1 0,-9-1 0,0-1 0,1 0 0,0 0 0,1-1 0,1-1 0,0 0 0,1-1 0,1 0 0,0 0 0,1-2 0,0 1 0,-1-1 0,0 0 0,3-1 0,5-2 0,-13 0 0,5 0 0,3-3 0,2 1 0,1-2 0,0 0 0,1 1 0,-3-1 0,-2 1 0,-4 1 0,6-2 0,-5 2 0,-1-1 0,0 0 0,1 0 0,4-2 0,-4 2 0,1-1 0,3 0 0,1 0 0,1-1 0,0 0 0,0-1 0,-1 0 0,-3 0 0,-1-1 0,5-3 0,-1-1 0,-1-1 0,-1-1 0,-2 1 0,-2 1 0,-1 0 0,0 1 0,-3 1 0,-2 0 0,1-1 0,3-1 0,3-2 0,4-2 0,1 0 0,-1-1 0,-2 1 0,-5 0 0,-1-3 0,-4 1 0,-2-1 0,-2 2 0,1-2 0,-3 2 0,-1-3 0,5-4 0,0-1 0,-6-2 0,-9 1 0,-6-1 0,-2 1 0,0-5 0,-4-1 0,-2 5 0,-3-1 0,-4 0 0,-7 0 0,-4 1 0,-1 1 0,-5-6 0,-1 2 0,1 5 0,-1-1 0,-2 1 0,-4 2 0,-2 2 0,2 2 0,-5-4 0,-1 0 0,6 6 0,-1 0 0,-1 0 0,4 4 0,0 1 0,2 1 0,-3-2 0,0 1 0,-7-4 0,2 1 0,-4-3 0,7 3 0,9-3 0,6 1 0</inkml:trace>
  <inkml:trace contextRef="#ctx0" brushRef="#br0" timeOffset="193804">6569 2434 3276,'-46'-1'0,"0"0"0,1 0 0,-1 0 0,0 0 0,8 1 0,3-1 0,-1 2 0,-6 0 0,4 1 0,-6 1 0,-3 1 0,-2 0 0,0 0 0,1 1 0,4 0 0,5-1-819,-5 3 0,5-1 0,1 1 0,-4 0 819,3 0 0,-4 1 0,0 0 0,-1 1 0,1 1 0,2-1 0,0 2 0,2 1 0,1 1 0,1-1 0,1 0 0,-2 1 0,2-1 0,1 0 0,-3 2 0,3-1 0,-2 0 0,-1 1 0,0 1 0,0 1 0,1 1 0,-1 1 0,0 2 0,0-1 0,1 1 0,1 0 0,-1 1 0,2 1 0,0-1 0,-1 1 0,0 1 0,1-1 0,-1 0 0,-1 1 0,1-1 0,1 1 0,4-1 0,-5 6 0,2-1 0,3 0 0,3-1 0,1 1 0,3-1 0,1 3 0,1 0 0,1 2 0,0 1 0,2-1 0,0 0 0,1 0 0,3 4 0,3 1 0,1 6 0,2 2 0,2-2 0,2-4 0,4-2 0,2-3 0,3 1 0,0 5 0,1 2 0,3 0 0,6-5 0,14 1 0,8-5 0,1-3 0,-6-5 0,0-2 0,6-1 0,-5-6 0,4 0 0,2-1 0,3 0 0,2-3 0,0-2 0,-1-4 0,3-3 0,1-1 0,2-2 0,0-1 0,-1-1 0,0 1 0,-1 1 0,0 1 0,-1-1 0,-1 1 0,0-1 0,1-1 0,1 0 0,1-1 0,-3-1 0,2-1 0,0 0 0,2-1 0,-1-1 0,1 0 0,-1-1 0,0 0 0,-2-1 0,-2-1 0,-1 0 0,1-1 0,-1-1 0,-1 0 0,1-1 0,-2 1 0,0 0 0,-1 0 0,3 0 0,-2 0 0,-2 0 0,1 1 0,1-2 0,3-2 0,4-1 0,-12 2 0,4 0 0,1-2 0,3-1 0,1-1 0,2-1 0,0 0 0,1-1 0,0 0 0,0 1 0,-2-1 0,0 1 0,-2 0 0,-3 2 0,-1 0 0,-4 1 0,15-6 0,-6 3 0,-3 0 0,-2 1 0,2-1 0,2-3 0,4-2 0,-11 6 0,3-2 0,3-2 0,1-1 0,2-1 0,1-1 0,1 0 0,-1 0 0,-1-1 0,0 2 0,-3 0 0,-2 1 0,-3 1 0,-3 1 0,-4 3 0,9-8 0,-5 2 0,-5 2 0,0 0 0,3-3 0,4-3 0,3 0 0,1-2 0,-3-1 0,-4 1 0,-7 1 0,-2-7 0,-9 0 0,-3 2 0,-3-4 0,-5 0 0,-5-7 0,-12 3 0,-8 19 0,-9 4 0,1 2 0,-8-2 0,-3 3 0,2 3 0,-2 1 0,-3 3 0,6 6 0,-3 1 0,1 2 0,1 0 0,-4 0 0,2 1 0,-2 1 0,2-1 0,-1 2 0,-1 0 0,-1 1 0,4 1 0,-2 1 0,1 1 0,0-1 0,4 0 0,-4 1 0,3-1 0,-2 0 0,-2 1 0,-3 1 0,1 0 0,7-2 0,4 0 0,0-1 0</inkml:trace>
  <inkml:trace contextRef="#ctx0" brushRef="#br0" timeOffset="195554">11499 2067 5734,'27'-6'0,"0"0"0,0-1 0,4 0 0,2 1 0,5-2 0,2 0 0,-3 0-1093,-3 1 1,-2 1 0,6-1 1002,-4 1 0,7-1 1,3 0-1,2-1 1,-1 1-1,-3 0 0,-4 2-368,2-1 1,-5 1 0,0 0 0,4 0 457,-2 0 0,3 0 0,2-1 0,1 1 0,-1 0 0,-2 0 0,4 1 0,0-1 0,-1 2 0,-1-1 0,-1 1 0,2-1 0,-3 1 0,2 0 0,4 0 0,-7 1 0,2-1 0,3 0 0,1 1 0,1-1 0,0 1 0,1-1 0,-3 1 0,2 0 0,1-1 0,0 1 0,0 0 0,0 0 0,-1 0 0,-1 0 0,0 0 0,0 0 0,-2 0 0,1 0 0,-1 0 0,2 1 0,1-1 0,0 0 0,2 0 0,1-1 0,0 1 0,0 0 0,-2 0 0,-1 0 0,-4 1 0,4-1 0,-3 0 0,-2 1 0,-1-1 0,2 1 0,0-1 0,0 1 0,0 0 0,2-1 0,4 0 0,-5 0 0,3 0 0,2 0 0,3-1 0,0 1 0,1-1 0,-2 1 0,-2 0 0,-3-1 0,5 1 0,-3 0 0,-2-1 0,0 1 0,2 0 0,3-1 0,-9 1 0,3-1 0,1 1 0,2-1 0,1 1 0,-1-1 0,-1 1 0,-1-1 0,-3 1 0,-3-1 0,12 0 0,-4 0 0,-3 1 0,2-1 0,2 0 0,-3 0 0,2 0 0,2 0 0,0-1 0,-1 1 0,0 0 0,-3 0 0,-2 0 0,-2 0 0,-1 0 0,1 1 0,-1-1 0,3 0 0,0 0 0,0 0 0,1 0 0,1 0 0,0 0 0,2 0 0,1 0 0,-3 1 0,3-1 0,1 1 0,0 0 0,1 1 0,-1-1 0,-1 0 0,-3 1 0,-3-1 0,7 1 0,-5 0 0,-1-1 0,1 2 0,4-1 0,-5 0 0,4-1 0,2 1 0,1 0 0,0 0 0,-1 1 0,-3 0 0,-5 1 0,3 1 0,-2 2 0,-3 0 0,-3 0 0,-1-1 0,4 1 0,-3 0 0,4 2 0,-3-1 0,6 2 0,0 1 0,-3-1 0,-6 0 0,-1 1 0,-3-1 0,13 5 0,-3 0 0,-2 0 28,-14-3-28,2 0 2246,-10-3-2246,-7-2 930,1 0-930,-4-3 1917,-2 0-1917,0 0 613,-1-2-613,1-2 0,0 1 0,1-2 0,-2 3 0,1-3 0,-3 2 0,3-1 0,0-1 0,1 1 0,24-9 0,-5 4 0,12-3-503,-11 6 503,-7 3 0,0 0 0,17 2 0,-10 0 0,13 1 0,-2-1 0,-7 0 0,9-1 0,1 0 0,8 0-516,-10 0 0,3 0 516,0 1 0,-1 0-1095,-7-1 1,1 1 1094,14 0 0,0 0 0,-10-1 0,-1 0 0,2 1 0,1 0 0,1 0 0,1-1-918,0 1 1,1 0 917,-2-1 0,5 0 0,-10 0 0,5 0 0,3 0 0,-2 0 0,-4 0-59,2 0 1,-5-1 0,5 1 58,-3 0 0,4 0 0,1-1 0,-1 1 0,-4-1 0,5 0 0,-4-1 0,-1 0 0,7 1 0,-1-1 0,-6 1 0,1-1 0,-2 1 0,1 0 0,0 1 0,-3-2 0,3 1 0,-3-1 0,7 1 0,-1-1 0,-7 0 0,2 0 0,1 0 0,5-1 0,2 0 0,0-1 0,0 0 0,1 0 0,0-1 0,0 1 0,0 0 0,-1 0 0,-5 0 0,-1 0 0,-5 1 0,-5 1 0,-2 0 0,24-3 0,-3 2 0,1 1 0,1 1 0,-21 1 0,0 0 0,19 0 0,-1 1 0,-17 1 0,-2 1 0,14 0 0,8 0 0,-1 0 0,-9-1 0,1-1 0,-5 0 807,-19-1-807,0 1 748,-6 0-748,-3 0 2807,0 1-2807,-3-1 1359,1 0-1359,-1 0 13,4 1-13,0-1 0,19 2 0,-11-1 0,16 1 0,-1-2 0,-8 0 0,8-1 0,2 0 0,4-1-385,-7 0 1,3 0 384,3-1 0,0 0 0,-6 1 0,3-1 0,2 0 0,6-1 0,4 0 0,-1 0 0,-3 0-1046,9 0 0,-2-1 1,2 1 1045,-10 0 0,2 0 0,1 0 0,-1 0 0,-1 1 0,2-1 0,0 0 0,-2 1 0,-4-1-907,8 0 1,-1 0 906,-7 0 0,1 1 0,-3-1-8,-1 0 1,-1 1 7,3-2 0,2 0 0,-3 1 0,-6 0 0,-1 0 0,24-3 0,-5 0 0,-23 4 314,7-1-314,-16 2 2388,-7 0-2388,1-1 2890,-8 2-2890,-12 4 0,2-2 0,-10 3 0</inkml:trace>
  <inkml:trace contextRef="#ctx0" brushRef="#br0" timeOffset="196508">20625 1509 5734,'-4'-3'0,"-1"3"0,3 3 0,-2 9 0,3-1 0,-2 6 0,1 0 0,-2 26 0,-1 6 0,2-25 0,0 0-324,0 10 0,-1 4 0,0-3 324,-1 0 0,0-4-814,1-6 1,0 1 813,-1 6 0,0 3 0,-3 9 0,1-2 0,2-15 0,0 2 0,-2 8 0,0 5 0,1-6 0,-1 11 0,3-15 0,0 4 0,0-7 0,1 5 0,1-7 0,0-2 0,1-10 0,1-3 0,0-2 0,0-1 801,0-3-801,0-1 1798,0-1-1798,0-2 0,2-2 0,-1 0 0,1-2 0,0-1 0,-1 0 0,2-2 0,-1 1 0,0-1 0,1 0 0,-1 1 0,0 0 0,-1 0 0,0 0 0,0-3 0,-2 2 0,0-1 0,-1 3 0,-3-4 0,1 2 0,-2-4 0</inkml:trace>
  <inkml:trace contextRef="#ctx0" brushRef="#br0" timeOffset="196902">20385 2285 5734,'-7'-4'0,"1"0"0,4 3 0,-1-1 0,1 1 0,0 1 0,1 0 0,4 12 0,-2-3 0,2 10 0,-2-4 0,0 3 0,1 1 0,1 24 0,0-16 0,1 17 0,1-13-469,-1-8 469,1 4-202,2-5 202,-3-8 0,2 3 0,0-7 0,-1-4 0,2 0 459,0-6-459,3-3 212,2-3-212,1-4 0,2-2 0,7-11 0,-7 4-493,7-7 493,-9 9 0,9-11 0,-4 5 0,3-3 0,-7 9 0,0 2 0,-4 3 0,2-2 0,0 1 493,-5 5-493,2-1 0,-4 4 0,-2 3 0,0-3 0,-1 1 0</inkml:trace>
  <inkml:trace contextRef="#ctx0" brushRef="#br0" timeOffset="198201">19437 1817 5734,'-4'40'0,"0"4"0,3-17 0,0 1-1174,0 2 1,1 6 1173,1 2 0,1 6 0,1 3 0,-1-4-953,0-1 0,0-3 0,1 4 953,0-4 0,-1 2 0,1 3 0,0 0 0,0-2-106,0 0 0,0 0 1,0 0-1,-1-1 1,1 0 105,0 1 0,-1-1 0,0 0 0,1 3 0,-1 0 0,1 3 0,-1 1 0,1-2 0,-1-1 0,0-1 0,-1-2 0,1 0 0,-1 0 0,0 2 0,1-1 0,-1 1 0,0 0 0,0 0 0,0-2 0,0 2 0,-1 5 0,0-10 0,0 2 0,0 4 0,0 0 0,-1 1 0,1-1 0,0-2 0,-1-2 0,1 5 0,0-5 0,-1 0 0,0 3 0,0 5 0,0-11 0,0 4 0,-1 3 0,1 2 0,-1 2 0,1 0 0,-1-1 0,0 0 0,0-4 0,0-2 0,1-5 0,-1 9 0,0-7 0,0-2 0,-1 2 0,0 6 0,1-6 0,-2 3 0,1 4 0,-1 2 0,0 1 0,1 0 0,-1-1 0,0-3 0,0-3 0,1-4 0,-2 12 0,1-6 0,0-1 0,-1 5 0,0-9 0,1 3 0,-1 4 0,-1 0 0,1 0 0,0-1 0,0-4 0,0-4 0,0 6 0,0-6 0,0-1 0,-1 3 0,1-2 0,0 2 0,-1 0 0,1 1 0,-1 1 0,0 3 0,-1 3 0,0-1 0,1-1 0,0-3 0,-1 5 0,2-4 0,-2 3 0,2-7 0,0 2 0,-1 1 0,1-1 0,0-5 0,1 4 0,-1-4 0,1-3 0,0 5 0,-1-3 0,0 6 0,-1-2 0,-2 3 0,5-27 0,2-5 0</inkml:trace>
  <inkml:trace contextRef="#ctx0" brushRef="#br0" timeOffset="202001">19986 3141 5734,'2'-4'0,"-1"0"0,-2 4 0,1-1 0,-1-1 0,0 2 0,1-3 0,-1 2 0,1-1 0,0 0 0,-2 1 0,1 0 0,-3-1 0,3 0 0,-1-1 0,1 2 0,0 0 0,-1 0 0,1 1 0,-1-2 0,1 1 0,-1 0 0,1-1 0,1 1 0,-2-2 0,2 1 0,-2 0 0,1 1 0,1 0 0,-1-4 0,1 1 0,-1-3 0,0 2 0,0 1 0,0 0 0,-1 0 0,1 1 0,0 1 0,0 0 0,-1-3 0,0 2 0,1-2 0,0 1 0,-1-2 0,1 2 0,-1-2 0,2 3 0,0 1 0,0 0 0,0 0 0,0 1 0,0-2 0,0 1 0,-1-1 0,0 0 0,1 1 0,-1-1 0,1 2 0,0 0 0,-2 2 0,1-1 0,-1 1 0,1 0 0,1 0 0,0 2 0,0-2 0,0 7 0,0-1 0,0 7 0,1-2 0,1 10 0,-1-3-264,1 7 264,-1-6 0,0 1 0,1 2 0,-2 0 0,2 2 0,-1 12 0,0-8 0,1 8 0,-2-5 0,1-2 0,-1 0 0,1-1 0,-1-2 0,1-8 0,0-5 0,0 1 0,0-4 264,0-5-264,-1 2 0,1-5 0,-1-1 0,-3-9 0,0 2 0,-3-7 0,-3-2 0,3 2 0,-3-6 0</inkml:trace>
  <inkml:trace contextRef="#ctx0" brushRef="#br0" timeOffset="202405">19801 3237 5734,'14'4'0,"-2"0"0,7-2 0,10 0 0,1 0 0,2-1-703,0 1 1,-1-1 702,-8 1 332,7 0-332,-8-1 0,4 1 0,-12-1 0,-1 1 0,-2-1 0,-1 0 0,-2 0 1073,-1-1-1073,-2 0 0,-1 0 0,-2-1 0,1 1 0,-1 0 0,1-1 0,-3-1 0,1 1 0,-1-2 0,0 1 0,-3-4 0,1 3 0,-8-4 0,4 5 0,-3 0 0</inkml:trace>
  <inkml:trace contextRef="#ctx0" brushRef="#br0" timeOffset="204160">20150 3026 5734,'-2'3'0,"-1"-1"0,2-3 0,1 2 0,-1 1 0,0-6 0,-1 5 0,1-7 0,1 6 0,1-1 0,1 0 0,0 1 0,0 0 0,0 0 0,-6 3 0,3-3 0,-3 2 0,3-3 0,-1 0 0</inkml:trace>
  <inkml:trace contextRef="#ctx0" brushRef="#br0" timeOffset="207276">19925 3034 5734,'-4'-3'0,"0"1"0,3 2 0,0 1 0,1 1 0,-2-4 0,1 2 0,-1-3 0,1 3 0,0-3 0,0 2 0,1-2 0,-2 3 0,1 0 0,-1 0 0,1 0 0,-1 0 0,3-3 0,-2 2 0,2-2 0,-3 1 0,-1 2 0,2 0 0,-1-1 0,1 0 0,1 0 0,3 1 0,-2-1 0,3 2 0,0-3 0,0 0 0,4-1 0,4-2 0,-3 1 0,4-2 0,-2 1 0,2-2 0,-1 2 0,0-1 0,-5 4 0,-1 1 0,-1 0 0,5-1 0,-4 2 0,7 1 0,-7 4 0,3 3 0,-3 1 0,0 2 0,0 3 0,6 21 0,-4-10 0,4 16 0,-3-6-826,-2-8 826,2 9 0,-3-11 0,1 12 0,-2-10 0,0 9-492,-2-12 492,0-2 0,0 16 0,-1-15 0,1 21 0,-2-28 0,-1 6 0,1-9 0,-1-4 0,1 2 0,-1-5 782,1 0-782,-1 0 536,1-2-536,1 0 0,0 0 0,-2-2 0,2 1 0,-2-3 0,0-6 0,2-3 0</inkml:trace>
  <inkml:trace contextRef="#ctx0" brushRef="#br0" timeOffset="208002">20234 3225 5734,'-1'7'0,"1"7"0,0 6 0,2 6 0,0 2 0,0 8-920,1-2 1,0-1 919,0-5-262,0 16 262,-1-20 0,0 4-128,0-7 128,-1-8 0,1 3 0,0-8 1282,-1-6-1282,0-14 786,-1-1-786,1-13 0,3-1 0,-1 5 161,2-7-161,7-10 0,-4 15 0,1-1 0,0 1 0,0 2 0,4-6 0,-2 5 0,-2 9 0,2-2 0,-3 10 0,2 3 0,-2 3 0,3 3 0,-1 8 0,-2 0 0,2 5 0,-2 3 0,-3-3 0,0 4 0,-2-7 0,0 7 0,-2-5 0,0 13 0,-1-8 0,0 0 0,0-4 0,1-12 0,2 2 0,0-6 0</inkml:trace>
  <inkml:trace contextRef="#ctx0" brushRef="#br0" timeOffset="209112">20605 3233 5734,'-12'-3'0,"1"1"0,-7 8 0,5 0 0,-14 24 0,16-11 0,-6 15-766,9-13 766,2 0 0,2 1 0,3 4 0,1 0 0,0-2 0,4 20 186,-1-39-186,4 0 0,-1-5 0,7-7 0,-2-2 0,3-7 0,7-16 0,-9 10 290,1-1 0,-1-1-290,-2 1 0,1-1 0,-5 13 0,-5 10 0,2 4 0,-1 1 0,4 14 0,-2-5 0,3 15 0,-1-9 0,1 1 0,4-2 0,-5-10 0,2 1 0,-1-4 0,-2-4 0,4-1 0,1-8 0,-1 0 0,3-6 0,-3-8 0,-2 3 0,1-10-567,-2 6 567,-2-3 0,2-1 0,-2-3 0,1-2 0,-2-15 0,0 11-1055,-1-11 1055,-1 17 0,-2-8-508,0 12 508,-2-4-19,1 14 19,-1 4 474,1 2-474,-1 2 1049,-1 3-1049,-1 3 602,-8 8-602,3 0 24,-5 9-24,4 10 0,3-2-802,-1 11 802,4-5 0,2-5 0,1 1 0,1 15 0,0-15 0,2 3 0,1 8 0,3 0 0,0-8 0,0 1 0,1 6 0,1-1 0,6 7 0,-2-17 0,0-4 0,0-4 0,6 0 0,-4-9 0,4-1 0,-5-8 0,5-9 0,-5 0 0,2-8 0,-5 0 0,0-13 0,-3 6 802,1-10-802,-5 0 0,-1 10-443,-1-7 443,-1 15-170,-1-10 170,0 14 0,-1-4 0,2 17 0,-1 3 0,0 5 435,-2 11-435,1 17 0,0 11 0,2-7 178,2-5-178,3-13 0,-1-8 0,2 1 0,-2-11 0,0-4 0,2-2 0,0-4 0,3-8 0,-2 2 0,7-24 0,-7 19-254,3-16 254,-5 19 0,0 0 0,-1 1 0,1 1 0,0 0 0,0 5 0,0 0 0,1 8 254,11 26-254,-6-7 0,4 15 0,0 3 0,-1 1-303,-4-8 1,0 2 302,-2-5 0,-1-1-1201,1 14 1201,-1-14 0,-1 0 0,-3-1 0,0-1 0,0 13 0,-1 8-801,-4-9 801,1-11 0,-1 3 0,-3-10 0,-1-7 479,-2 1-479,1-8 1155,-7 0-1155,3-3 973,-4-1-973,-9-5 0,14 2 0,-10-4 0,15 2 0,3-2 0,0-1 0,3-1 0,3-8 0,1 2 0,4-6 0,0 4 0,4-2 0,1-1-534,2-1 534,1-1 0,7-13 0,-5 8 0,6-10 0</inkml:trace>
  <inkml:trace contextRef="#ctx0" brushRef="#br0" timeOffset="209509">21205 3187 5734,'-3'-17'0,"0"5"0,-3 0 0,-1 6 0,1 4 0,-7 10 0,5 1 0,-3 9 0,5 3 0,3-2 0,1 7 0,6 6 0,0-6 0,3 9 0,4-1 0,-2-8 0,3 7 0,0-3 0,-3-9 0,2 4 0,-4-2 0,-1-6 0,-3 0 0,-2-10 0,-4-9 0,0-3 0,-2-4 0,1-10 0,2 1 0,1-10 0,4-7 0,0 6 0,4-8 0,2 10 0,1 2 0,2-1-282,-1 3 0,0 2 282,0 9 0,-2 3 0,5 1 0,-4 5 0,2 1 0,0 9 0,-4 1 564,2 7-564,-3 0 0,1 13 0,-2-6-534,0 10 534,-1-9 0,-1 0 0,-1 0 0,0-2 0,0-3 0,-1-3 0,-1-3 0,0-2 0,-1-5 0,-2-4 534,0-5-534,-2-6 0,2-5 0,0-3 0</inkml:trace>
  <inkml:trace contextRef="#ctx0" brushRef="#br0" timeOffset="209834">21599 3132 5734,'1'8'0,"-1"1"0,0 7 0,0-3 0,1 6 0,0 5 0,1-4-312,1 7 312,1-6 0,1-1 0,0 1 0,2-2 0,1 9 0,-2-7 0,1 4 0,-5-3 0,-2-6 0,-4 4 0,-26 9 0,-11-10 0,19-7 0,-1-1 0,-21-3 0</inkml:trace>
  <inkml:trace contextRef="#ctx0" brushRef="#br0" timeOffset="209981">21561 2774 5734,'-3'-19'0,"0"1"0,-1 1 0,1 4 0,-2-5 0,3 10 0,-1 2 0,1 5 0</inkml:trace>
  <inkml:trace contextRef="#ctx0" brushRef="#br0" timeOffset="210402">20006 4024 5734,'24'0'0,"14"-2"0,4-1 0,-12 1 0,2 0-820,2-2 1,6 0 0,1 0 0,-4-1-373,10 0 0,0-1 1167,-4 1 1,3-1 0,-2 1 24,-9 1 0,-2-1 0,1 1 0,-1 0 0,1 0 0,3 0 0,-2 0 0,4 0 0,1 0 0,1-1 0,-3 1 0,2 1 0,-2-1 0,0 0 0,3 1 0,0-1 0,4 0 0,0 0 0,-2 0 0,-4 1 0,2 0 0,-3 0 0,-3 1 0,10-1 0,-6 0 0,3 1 0,-11 2 709,-10 0-709,-12 2 240,-12 0 0,-9 3 0,-7 0 0</inkml:trace>
  <inkml:trace contextRef="#ctx0" brushRef="#br0" timeOffset="212809">20452 1679 5734,'32'14'0,"-2"-3"0,-9-3 0,4 0-1639,10 2 1,1-1 1056,-5-1 1,0-1 581,12 3 0,5 1 0,-12-3 0,4 1 0,-1-1 0,-2 0-432,-1 0 1,-3-1 0,2 1 431,5 0 0,3 1 0,0 0 0,0 0 0,-5-1 0,-1-1 0,0 0 0,-2 0 0,4 1 0,-1 0 0,1 0 0,-2-1 0,1 1 0,1 0 0,0 0 0,0 0 0,0 1 0,0-1 0,-2 1 0,3 0 0,-2-1 0,1 1 0,-3 0 0,1-1 0,2 1 0,0 1 0,-2 0 0,1 0 0,1 1 0,-1-1 0,-3 0 0,4 1 0,-2 0 0,5 1 0,-4-1 0,5 2 0,4 1 0,-1 0 0,-3-1 0,-6-2 0,0 1 0,-4-1 0,2 0 0,3 1 0,3 1 0,0 1 0,-2-2 0,-1 1 0,-1 0 0,-2-1 0,6 2 0,-1 0 0,-7-2 0,1 0 0,1 1 0,1 2 0,1 2 0,-3-2 0,8 5 0,-1-1 0,-9-3 0,1 0 0,-3-1 0,-1 1 0,-4-1 0,7 5 0,-4-2 0,-3-1 0,-4-3 0,0-1 0,0 1 1019,12 6-1019,-22-14 0,-3-1 2273,3 0-2273,-7-3 1516,1 1-1516,-4-3 926,0-1-926,-6-2 0,1 0 0,-4-1 0,2-1 0,-17-3 0,7 3 0,-14-3 0,15 3 0,-1 0 0</inkml:trace>
  <inkml:trace contextRef="#ctx0" brushRef="#br0" timeOffset="213326">23437 2335 5734,'-4'-7'0,"1"4"0,3-2 0,1 4 0,10 6 0,-4-1 0,35 19 0,-13-7 0,1 0 0,-2 0 0,0 0-734,5 2 0,-2-1 734,-3 2 0,-2 1 0,-6 1 0,-2 2 0,1 7 0,-7 7 0,-5 1 0,-11-3 0,-1-7 0,-4 0-67,-16 12 67,-3-2 0,-1-1-749,3-9 749,9-13 0,3-2 0,-3 0 0,7-6 1331,-2 1-1331,8-5 71,-2 0-71,1-1 220,1-1 1,2-3-1,1-1 1</inkml:trace>
  <inkml:trace contextRef="#ctx0" brushRef="#br0" timeOffset="217859">22902 3087 5734,'-10'-10'0,"1"2"0,2 3 0,1 2 0,-2-3 0,0 3 0,0-1 0,-2 1 0,-2 1 0,-17 6 0,9 0 0,-9 5 0,-1 11 0,16-9 0,-11 9 0,21-14 0,3 7 0,3-4 0,5 5 0,15 5 0,3-3 0,7 5 0,-4-6 0,-1 0 0,-7-5-224,5 3 224,-10-4 0,-1-1 0,1 3 0,-5-2 0,1 2 0,-14 17 0,-1-11 0,-8 18 0,-8-8 0,4-7-305,-7 6 305,7-10 0,-4 3 0,6-5 0,-3 0 0,9-8 0,0-1 0,2-3 0,2 0 0,3-2 529,9-10-529,14-12 0,0-1 0,-2 4 0,1 0 0,1-2-779,7-5 779,-10 9 0,-1 0 0,12-8 0,-11 10 0,16-10 0,-20 18 0,3-1 0,-8 10 0,1 13 0,-3-3 0,2 10 0,-4 3 0,-3-4 0,1 8 0,-1 2 0,-1-9 779,0 6-779,-2-6 0,0-7 0,0 2 0,0-8 0,0-4 0,-1-4 0,0-5 0,0-5 0,1-5 0,-1-4 0,2-3 0</inkml:trace>
  <inkml:trace contextRef="#ctx0" brushRef="#br0" timeOffset="217948">23066 3172 5734,'-2'-10'0,"0"1"0,2 1 0,0 4 0,1-2 0</inkml:trace>
  <inkml:trace contextRef="#ctx0" brushRef="#br0" timeOffset="219632">23207 3371 5734,'3'20'0,"0"8"0,0-7 0,2 17 0,-3-21 0,1 8 0,-2-13 0,-1-3 0,0-1 0,1-3 0,-1-3 0,1-1 0,-3-7 0,0 0 0,-1-14 0,2 6 0,-1-6 0,2 4 0,1-1 0,0 1 0,2-6 0,0 5 0,2-3 0,-1 8 0,0 1 0,0 2 0,14 0 0,-8 8 0,11 1 0,-13 9 0,1 2 0,-2 1 0,2 9 0,-2-5 0,0 4 0,-3-7 0,-1 5 0,-1-8 0,-3 6 0,-1-15 0,-3-4 0,0-3 0,-1-3 0,1 2 0,0-6 0,3 2 0,0-4 0,1-2 0,1 3 0,0-4 0,3 2 0,1 5 0,1-4 0,1 7 0,3-1 0,-1 2 0,3 0 0,-3 3 0,7-1 0,-6 3 0,6 0 0,-2 7 0,-5 0 0,6 8 0,-7-5 0,1 5 0,-3-4 0,-1 2 0,2 11 0,2 2 0,0 1 0,-1-5 0,-2-7 0,-2-5 0,1 1 0,-2-6 0,5-4 0,-2 0 0,14-14 0,-7 5 0,6-8 0,4-5 0,-10 10 0,11-14 0,-16 16 0,2-9 0,-5 9 0,-1-3 0,-2 5 0,-1 0 0,1 4 0,-2-1 0,0 4 0,0 0 0,-2 1 0,2 2 0,-1 1 0,-1 4 0,1 1 0,0 4 0,1-1 0,0 10 0,1-4 0,1 6 0,1-6 0,2 6 0,0-6 0,1 3 0,3 0 0,-4-10 0,4 5 0,-4-13 0,0-2 0,2-2 0,-1-8 0,-1 2 0,1-5 0,2-12 0,-1 3 0,1-5 0,-2 5 0,-3 11 0,0-3 0,0 8 0,-1-1 0,0 3 0,-1 1 0,2 6 0,0 1 0,1 4 0,7 14 0,-3-9 0,6 12 0,-5-14 0,0 0 0,-1-1 0,1 0 0,2 2 0,-3-4 0,3 1 0,-4-5 0,4-5 0,-4-2 0,5-5 0,-3-9 0,-4 3 0,1-16 0,-4 12 0,0-7 0,-2-4 0,1 6-570,-2-9 570,1 9 0,-2-9 0,1 10 0,-1-6 0,-1-1 0,3 16 0,-3-8 0,3 22 0,0 1 0,1 22 0,1-6 0,1 10 0,0 3 0,1-1 0,1 0 0,0 7 0,1-5 0,1 5-538,0 1 1,-1-2 537,0-16 0,-1-2 507,1 3-507,-1-7 0,1 0 0,2-5 0,-3-5 0,5-1 284,-4-6 1,2-2-1,0-1 1</inkml:trace>
  <inkml:trace contextRef="#ctx0" brushRef="#br0" timeOffset="220444">24049 3266 5734,'-13'5'0,"-1"1"0,-2 4 0,2 1 0,4-1 0,-5 11 0,6-6 0,-5 13 0,10-15 0,1 4 0,3 0 0,1-6 0,4 7 0,-1-12 0,1 1 0,1-6 0,-1-1 0,2-4 0,5-8 0,-4 2 0,9-19 0,-11 15 0,5-22 0,-7 21 0,1-15 0,-4 20 0,-1-7 0,0 14 0,0-1 0,-1 9 0,0 1 0,0 3 0,1 1 0,2 15 0,0-8 0,8 23 0,-5-23 0,5 9 0,3-4 0,-4-11 0,5 5 0,-8-16 0,1 1 0,1-3 0,0-2 0,8-12 0,-6 3 0,6-10 0,-9 9 0,2-8 0,-2 5 0,0-4 0,-3 3 0,-2 4 0,0-2 0,-2 4 0,0 2 0,-2 0 0,1 5 0,-1 1 0,1 2 0,-1 0 0,1 4 0,-2 11 0,2-2 0,-1 25 0,3-17 0,0 11 0,0-13 0,-1 0 0,-1 0 0,0 3 0,-4 4 0,2-6 0,-3-1 0,0-9 0,2-3 0,-3 0 0,3-4 0,-3-6 0,2 1 0,0-6 0,4-7 0,2 2 0,2-8 0,2-2 0,8-1 0,-3 4 0,8 7 0,-7 14 0,6 9 0,-6 3 0,2 6 0,5 25 0,-9-21 0,6 18 0,-12-26 0,-2-7 0,-2 0 0,-4-7 0,-1-4 0,-2-1 0</inkml:trace>
  <inkml:trace contextRef="#ctx0" brushRef="#br0" timeOffset="220587">24193 3095 5734,'-1'-17'0,"0"2"0,7-2 0,-3 7 0,4-5 0</inkml:trace>
  <inkml:trace contextRef="#ctx0" brushRef="#br0" timeOffset="220729">24535 3315 5734,'-4'-7'0,"0"0"0,-1-1 0,-2-2 0,-9-11 0,3 7 0,-8-8 0</inkml:trace>
  <inkml:trace contextRef="#ctx0" brushRef="#br0" timeOffset="221110">22762 3799 5734,'34'2'0,"1"1"0,0 0 0,7-2 0,5 1 0,0-1 0,-2-1-1093,2 2 1,-2-1 0,2-1 496,-1 1 0,3-2 0,-2 1 0,-5-1 776,4 0 1,-1 0-181,-5 0 0,5 0 0,1 0 0,-5 0-145,-3 0 0,-4 0 1,3 0 144,3 1 0,4-1 0,-1 0 0,-3 0 0,-2 0 0,-2 1 0,-3 0 0,5-1 0,1 1 0,-3 0 0,3-1 0,-5 0 0,-7-1 0,-1 0 0,5-1 0,0 0 0</inkml:trace>
  <inkml:trace contextRef="#ctx0" brushRef="#br0" timeOffset="221265">24813 3722 5734,'-8'-5'0,"2"2"0,-3 0 0,0 3 0</inkml:trace>
  <inkml:trace contextRef="#ctx0" brushRef="#br0" timeOffset="222361">22044 2616 5734,'-17'-21'0,"-1"0"0,-4-2 0,-3-1 0,1 2 0,1 3 0,-2 1-1093,-10-5 1,-5-3 0,2 5-100,3 4 0,-1 3 1192,4 1 0,-3-1 0,2 3-37,-8-1 1,1 2 36,-3 1 0,0 1 0,-3 1 0,0 0 0,15 4 0,0-1 0,-4 2 0,-1 1 0,-4 0 0,-2 1 0,0 1 0,4-1 0,-5 1 0,2 1 0,-4 0 0,8 1 0,-5 0 0,-1 0 0,-1 2 0,0 0 0,2 2 0,-4 2 0,2 2 0,0 1 0,-1 2 0,-3 1 0,8 0 0,-2 1 0,-2 1 0,-1 1 0,0 1 0,1 0 0,2-1 0,1 0 0,-3 0 0,1-1 0,2 1 0,0-1 0,0 2 0,-2 3 0,5-1 0,-3 2 0,0 2 0,-1 1 0,2 0 0,2-1 0,3-1 0,4-2 0,-9 11 0,7-3 0,-1 3 0,1-2 0,-2 2 0,2 1 0,1 1 0,3 2 0,1 1 0,2 0 0,2-1 0,-1 3 0,1-2 0,1 3 0,2-3 0,-1 3 0,2 0 0,3-3 0,2-2 0,2-1 0,5 5 0,6-2 0,2 4 0,2 4 0,2 0 0,0-2 0,1-4 0,0 8 0,2-4 0,5 4 0,-1-11 0,2 4 0,2 3 0,1 0 0,3-1 0,1-5 0,2-5 0,6-3 0,3-5 0,1-3 0,2-2 0,-1 2 0,0 1 0,-1 0 0,2-1 0,1 0 0,3-3 0,4-1 0,4-2 0,1-1 0,2-1 0,-3-2 0,-2-2 0,3 0 0,-4-2 0,1-2 0,2 0 0,-7-1 0,1 0 0,1 0 0,1-1 0,0-1 0,0-2 0,1-1 0,2-2 0,0-1 0,-1-1 0,0 0 0,-2 0 0,0 0 0,-1-1 0,-1 0 0,1-1 0,2 0 0,0-1 0,3 0 0,1-2 0,0 1 0,-2-1 0,-2-1 0,-4 0 0,-2 1 0,0-2 0,-1 0 0,3-2 0,2-2 0,2-1 0,0-1 0,1 0 0,-1 0 0,-3 0 0,-1 0 0,-3 1 0,0 0 0,0 0 0,1-2 0,0 0 0,1 0 0,0-1 0,0 0 0,-1-1 0,-2-1 0,1-3 0,-1-1 0,-1-1 0,-2 0 0,-2 1 0,0 0 0,-2 1 0,-1-1 0,0-1 0,4-6 0,1-2 0,-1 0 0,-6 1 0,-3 2 0,-5 2 0,-3-7 0,-4-3 0,-2-7 0,-3-2 0,-1 1 0,0 5 0,0 1 0,-2 3 0,0-4 0,-2 3 0,-1-5 0,0-1 0,-2 2 0,-2 6 0,-5 0 0,-2 6 0,0 1 0,-2-4 0,0 2 0,-4-9 0,1 3 0,-3-2 0,6 6 0,3 4 0</inkml:trace>
  <inkml:trace contextRef="#ctx0" brushRef="#br0" timeOffset="223000">24741 2495 5734,'-34'-18'0,"0"1"0,6 3 0,-1 1 0,-6-3 0,-5 0 0,3 2-1287,1 0 1,-3 1 1286,-3 1 0,-7-1 0,-1 0 0,4 3-910,9 1 0,3 3 1,-3-1 909,-2-1 0,-3-1 0,-3 1 0,-5 3 0,9 4 0,-4 1 0,-3 2 0,-3 1 0,1 0 0,2 1 0,2-1 0,6-1-108,-7 1 0,6 0 0,0 0 0,-6 1 108,6 0 0,-6-1 0,-2 1 0,-3 1 0,1-1 0,3 2 0,3 0 0,5 1 0,-3 4 0,6 0 0,2 2 0,1-1 0,-3 2 0,2-1 0,-1 2 0,3-1 0,0-1 0,-1 3 0,2 3 0,-3 6 0,2 4 0,0 1 0,4-2 0,2-3 0,3-1 0,0 6 0,4 0 0,-1 5 0,-1 4 0,2 0 0,3-1 0,4-5 0,2 5 0,5-4 0,1 3 0,0 6 0,-1 3 0,3 1 0,4-6 0,6-5 0,2-3 0,3 0 0,1 0 0,2 1 0,2-2 0,1 1 0,2-2 0,5 1 0,3-1 0,5 1 0,1-1 0,0-2 0,-6-5 0,0-3 0,1 0 0,2 1 0,0-1 0,1 1 0,1-1 0,3 0 0,2-2 0,-1-4 0,4 0 0,2-1 0,0-1 0,0-1 0,-1 0 0,-3-1 0,1 1 0,-4-2 0,0 0 0,2-1 0,5 1 0,-4-3 0,4 0 0,4 1 0,2-1 0,1 1 0,1-2 0,-2 1 0,-1-2 0,-5 0 0,-3-2 0,5 1 0,-5-3 0,-2 0 0,0-1 0,4 0 0,0 0 0,2 0 0,2 0 0,1 0 0,-1-1 0,-2-2 0,-2 0 0,4-4 0,-1-1 0,-3-1 0,0-1 0,-3 1 0,2-1 0,-3 0 0,0 0 0,1-1 0,-1 1 0,0 0 0,1-1 0,-1-4 0,0-4 0,-6-3 0,1-4 0,0-4 0,0-2 0,-3 0 0,-2 0 0,-3 1 0,1-7 0,-4-1 0,-3 0 0,4-3 0,0 3 0,4-2 0,0-2 0,-1-1 0,-6 3 0,-7 2 0,-9-1 0,-7 3 0,-4 0 0,-3 0 0,-2-3 0,-4 0 0,-2 0 0,1 3 0,-2-3 0,0 2 0,-2 0 0,1 1 0,-2 0 0,-1 0 0,-2 2 0,-2 4 0,-2 2 0,-1 2 0,1 1 0,-1-1 0,0 2 0,-2 0 0,2 3 0,-1 0 0,-2 0 0,0 2 0,-10-1 0,-2 2 0,2 3 0,9 3 0,2 2 0,-3 1 0,-5 1 0,-3 1 0,-1 0 0,5 3 0,-9 3 0,2 3 0,7 2 0,0-1 0,-1 0 0</inkml:trace>
  <inkml:trace contextRef="#ctx0" brushRef="#br0" timeOffset="223817">21066 4739 5734,'5'20'0,"9"15"0,2-5-698,-3-9 1,1 0 697,13 14-890,-11-16 0,1 0 890,1 1 0,3 1 0,13 10 0,3 1 0,-6-7 0,1 0 0,-5-4 0,3 1 0,3-1 0,5-2 0,3 0 0,2-2 0,-3-1-363,-3-1 1,-2-1 0,6-1 362,-4-4 0,5 2 0,5-1 0,1 0 0,-1-1 0,-2-2 0,-6-1-368,1 0 0,-5-3 0,1 0 0,6-2 368,-2-1 0,5-1 0,4 0 0,2-1 0,0-1 0,-2 0 0,-3 0 0,-5 0 0,5-2 0,-7 0 0,0-2 0,6-1 0,-5 0 0,6-2 0,2-1 0,3-1 0,-1 0 0,-2-1 0,-4 2 0,-5 0 0,2-1 0,-6 1 0,-2 0 0,4-2 0,5-1 0,4-2 0,0 0 0,-3 0 0,-5 2 0,-5 1 0,-4 0 0,-1 0 0,11-4 0,0-1 0,-10 3 0,1 0 0,-3 1 0,2-2 0,-2 1 0,4-2 0,-2-1 0,-7 1 0,-4 0 0,0-18 0,-1-6 744,-20 10-744,-15-1 0,8 17 2174,-8-6-2174,10 14 2814,0 0-2814,0 2 2,-2 2-2,-3 1 0,-4 1 0,-2 2 0,-4 0 0</inkml:trace>
  <inkml:trace contextRef="#ctx0" brushRef="#br0" timeOffset="224946">21030 5176 5734,'-4'-8'0,"0"-2"0,1-5 0,1 1 0,0-7 0,3 3 0,0-12 0,2 5 0,2-19 0,1-2 0,-1 8-849,1-3 0,-2 3 849,-3 16 0,-1 2 324,-1 1-324,0 1 0,-5-14 0,3 13 0,-3-10 0,3 12 0,0 6 0,-1-5 0,1 10 1291,1-1-1291,2 4 83,-1 0-83,1 1 0,2 1 0,0 1 0,3 0 0,6 3 0,16 1 0,-2-2 0,0-1 0,22 1-624,-20-2 1,-2 0 623,6-2 0,0 1 0,-2 0 0,11-1 0,-11 1-497,6-1 497,-13 1 0,14 1 0,-14 0 0,11 2 0,-1 1 0,-7-1 0,22 3-203,-33-4 203,-2 1 287,-4 0 0,-6-2 1,-4 0-1</inkml:trace>
  <inkml:trace contextRef="#ctx0" brushRef="#br0" timeOffset="225682">23612 4490 5734,'-7'2'0,"0"1"0,6-3 0,6 1 0,9 0 0,3-1 0,5 2 0,-2-1-203,0 2 203,2 0 0,-1 1 0,10 4 0,-9 0 0,18 14 0,-21-8 0,-1 5 0,-3 1 0,-5 0 0,-3 8 0,-3 1 0,-5 1 0,-1-6 0,0 0 0,-10 19-1149,4-10 1149,-4 9 0,3-4 0,3-11-402,-1 5 402,4-13 0,1-3 0,0-2 172,2-3-172,0-2 1118,3-1-1118,0-4 464,3 0-464,-2-5 0,2-5 0,-4-2 0,-1-5 0</inkml:trace>
  <inkml:trace contextRef="#ctx0" brushRef="#br0" timeOffset="229492">20611 3850 5734,'-1'36'0,"-1"1"0,1-12 0,0 0 0,-1 13 0,0 5 0,0-4-1639,0-8 1,0 0 1162,0 2 0,0 4 0,0-1 476,0-2 0,0 0 0,-1-2 0,1 8 0,0 0 0,-1-5 0,1 1 0,0 0 0,0 2 0,0 0 0,0-1 0,0 7 0,0 0 0,0-7 0,1 2 0,-1-1 0,1 1 0,-1-1 0,1-2 0,-1 5 0,1 2 0,0-6 0,0 6 0,0-1 0,0-5 0,0 1 0,0-1 0,0-1 0,0 2 0,0-3-63,1-3 0,-1-4 63,-1 14 936,1 4-936,-2-12 0,2-12 0,-2 10 0,1-20 0,-1 4 0,-4-13 2285,2-2-2285,-18-16 0,11 2 0,-10-14 0</inkml:trace>
  <inkml:trace contextRef="#ctx0" brushRef="#br0" timeOffset="229839">20747 4024 5734,'-2'3'0,"0"4"0,2 12 0,1 5-1087,0 9 1087,0 1 0,0 3-1350,0-6 0,-1 0 1350,1 14 0,0 4 0,-1-13 0,0 1 0,0 4-322,0-2 0,0 5 0,-1 2 0,1 0 1,0-4 321,0-2 0,0-2 0,0 0 0,0 2-68,0 1 0,0 2 1,0 1-1,0 0 1,0-4 67,1 0 0,0-1 0,0-3 0,0-2 0,0 11 0,1 0 0,-1-9 0,1 5 0,0-2 0,0-6 0,0-4 0,0-3 0,0 5 0,1 0 0,0 11 0,0-14 730,0 1-730,0-14 0,-1-8 0,-1-3 0</inkml:trace>
  <inkml:trace contextRef="#ctx0" brushRef="#br0" timeOffset="230249">20361 5072 5734,'2'-6'0,"0"8"0,6 20 0,0 5 0,0 3 0,0 1-2199,3 13 2199,-3-14 0,0 2 0,1 2 0,1-2 0,-2-6 0,0-1 0,2 7 0,2 1 0,6 5 0,2-3 0,-8-13 0,2 0 0,13 15 0,2-4 0,2-9 0,-10-11 0,2-2-300,1-5 0,-1-4 300,15-1 0,-12-3 0,-1-2 0,9-9 0,-9 1 0,-1-2 0,10-9 0,-12 8 0,-1-1-764,11-14 764,-8 8-440,2-5 440,-10 11 1203,-1 3-1203,-3 2 1101,0 4-1101,-1 3 244,-1 3 0,-1 3 1,-1 1-1</inkml:trace>
  <inkml:trace contextRef="#ctx0" brushRef="#br0" timeOffset="238033">19674 5880 5734,'-3'-3'0,"1"0"0,2 2 0,0-1 0,0 0 0,0 1 0,0-1 0,0 1 0,0 0 0,0-1 0,-1 1 0,-1 1 0,1 1 0,-1 3 0,4 2 0,-2 2 0,3 4 0,-1 15 0,-1-8-354,2 13 354,-1-12 0,4 27 0,-3-21 0,1 1 0,-1 1 0,1 3 0,0 2 0,-1-8 0,-1-8 0,-1-11 0,-1-1 0,0-2 354,0-3-354,-4-25 0,4 10 0,-4-30 0,6 5 0,-1 7-659,2-6 659,0 19 0,0 1 0,1 1 0,3-6 0,-2 8 0,1-3 0,-2 9 0,1-1 0,-1 4 0,0-1 659,-1 5-659,5 2 0,-2 2 0,4 2 0,5 13 0,-4-6 0,7 18 0,-9-14 0,1 6 0,0-4 0,-5-4 0,3 2 0,-4-5 0,-1-3 0,0-1 0,-1-2 0,-1-2 0,1 0 0,1-12 0,0 3 0,2-12 0,5-8 0,-4 10 0,6-12 0,2 2 0,-6 11 0,5-8 0,-7 15 0,-1 2 0,0 0 0,0 3 0,0-1 0,7 0 0,-4 3 0,6 1 0,0 12 0,-4-1 0,4 6 0,-7-2 0,0 2 0,-2 1 0,4 16 0,-4-11 0,2 11 0,-3-9 0,0-8 0,0 5 0,-1-10 0,0 3 0,0-4 0,0 1 0,-1-1 0,0-5 0,0 2 0,-1-6 0,0-1 0,0-1 0</inkml:trace>
  <inkml:trace contextRef="#ctx0" brushRef="#br0" timeOffset="238606">20260 5848 5734,'-12'8'0,"-4"4"0,7-1 0,-4 4 0,2 3 0,3-2 0,-2 18 0,7-16 0,6 26 0,1-28 0,4 11 0,-3-21 0,4-1 0,-1-3 0,3-3 0,0-7 0,-2-1 0,3-3 0,-4 2 0,0-2 0,-1 0 0,5-17 0,-7 13 0,4-11 0,-12-6 0,2 20 0,-4-15 0,4 26 0,0 1 0,-1 3 0,0 2 0,0 3 0,0 6 0,1-2 0,2 16 0,0-13 0,2 8 0,2-7 0,-1-3 0,3 1 0,1-2 0,-2-4 0,3 1 0,2-4 0,-3-3 0,7-3 0,2-10 0,-2 2 0,0-7 0</inkml:trace>
  <inkml:trace contextRef="#ctx0" brushRef="#br0" timeOffset="239511">20434 5893 5734,'0'9'0,"0"0"0,0 2 0,0 8 0,0-3 0,2 19 0,-2-17 0,1 10 0,0-12 0,-1-5 0,0 2 0,-1-6 0,1-3 0,0 0 0,0-4 0,-3-7 0,2 1 0,-3-15 0,3 9 0,-1-16 0,2 14 0,2-6 0,5-5 0,-3 10 0,5-7 0,-5 13 0,0 5 0,0 0 0,2 1 0,-1 2 0,1 0 0,1 4 0,-1-1 0,2 2 0,7 17 0,-7-9 0,7 13 0,-11-12 0,3 10 0,-3-9 0,3 8 0,-4-13 0,0 0 0,0-2 0,0-1 0,0 0 0,1-1 0,0-3 0,1-1 0,2-9 0,-1 2 0,7-10 0,-7 5 0,2-3 0,-1-2 0,-1 4 0,1-3 0,-1-4 0,-3 6 0,1-5 0,-4 10 0,0-1 0,0 1 0,-1-1 0,-3-7 0,2 8 0,-3-5 0,4 12 0,-1 1 0,1 1 0,-1 3 0,0 0 0,1 2 0,-1 2 0,1 5 0,-1-3 0,1 5 0,2 13 0,2-7 0,2 8 0,1-9 0,-2-9 0,1 1 0,1-4 0,-2-3 0,2-1 0,0-3 0,1-1 0,-2-2 0,3-1 0,-2-4 0,-1 1 0,1-10 0,-3 8 0,1-7 0,-2 4 0,-1 3 0,-1-4 0,0 2 0,-2-5 0,1 6 0,-1-3 0,1 8 0,-1-4 0,1 4 0,0-1 0,1 3 0,0 2 0,1 3 0,-1 0 0,2 3 0,-1 0 0,0 1 0,2 0 0,-1 1 0,1 2 0,0-1 0,6 16 0,-4-12 0,5 12 0,-3-10 0,-1-3 0,1 0 0,2-4 0,-3-5 0,3 2 0,-3-3 0,1-2 0,0-1 0</inkml:trace>
  <inkml:trace contextRef="#ctx0" brushRef="#br0" timeOffset="240172">20863 5990 5734,'-8'15'0,"1"0"0,2 1 0,2-4 0,-1 10 0,4-13 0,-1 4 0,1-9 0,1-1 0,-1-1 0,3-4 0,0-1 0,6-13 0,-3 5 0,8-17 0,-9 16 0,5-12 0,-7 17 0,1-4 0,-3 10 0,1 2 0,0 2 0,1 3 0,12 11 0,-6-9 0,10 9 0,-9-12 0,1-1 0,20-7 0,-11-1 0,16-7 0,1-13 0,-14 5 0,4-4 0,-1-2 0,-5 0-443,-5 6 1,-1 0 442,-2-3 0,-1 1 0,-3 0 0,-1-17 0,-6 14-375,-1-11 375,-5 18 0,-6-5 0,0 6 0,-4-1 0,-4 8 0,4 4 848,-5 5-848,4 5 0,-16 30 0,14-11 0,0 15 0,2 2-764,8-2 764,3-7 0,1 1 0,5-7 0,2-1 0,3 14 0,-2-16 0,2 1 0,11 14 0,-1-13 0,5 1-68,1-11 68,-6-10 0,4-3 0,-9-8 0</inkml:trace>
  <inkml:trace contextRef="#ctx0" brushRef="#br0" timeOffset="241069">19869 6362 5734,'-11'4'0,"-21"30"0,19-17 0,-3 2 0,2 2 0,5 2 0,4-5 0,-1 3 0,3-2 0,3-6 0,0 2 0,1-7 0,3 0 0,-1-3 0,8 0 0,18-15 0,-7 2-517,13-9 517,-18 6 0,0 0 0,0 0 0,8-8 0,-9 8 0,4-5 0,-10 7 0,-5 5 0,2-1 517,-6 3-517,0 3 0,-3 3 0,1 2 0,-1 5 0,1-1 0,1 9 0,0-3 0,3 4 0,4 0 0,0-6 0,3 3 0,13-8 0,-9-5 0,11-2 0,-9-13 0,0-14 0,-5-11 0,-4 4 0,-10 2 0,-6 9 0,1 7 0,-3-3 0,4 9 0,-8-2 0,7 6 0,-9 5 0,12 4 0,-2 4 0,5-4 0,1 1 0</inkml:trace>
  <inkml:trace contextRef="#ctx0" brushRef="#br0" timeOffset="241627">20223 6422 5734,'2'16'0,"-1"0"0,1 9 0,-1-9 0,3 24 0,-3-27 0,2 8 0,-3-19 0,0-4 0,2-7 0,0 0 0,1-7 0,1-2 0,-1 4 0,1-4 0,0 2 0,-1-1 0,0 2 0,0 3 0,-2 7 0,1 0 0,-1 2 0,1 0 0,0 4 0,0 1 0,2 5 0,-1-1 0,1 4 0,-1-2 0,1 6 0,-1-3 0,1 3 0,-2-5 0,1-1 0,-1-2 0,0 0 0,1-1 0,-2-2 0,0-1 0,1-2 0,-1-2 0,5-7 0,-3 2 0,3-6 0,-1-4 0,-2 6 0,3-9 0,-4 13 0,1-1 0,1 11 0,-2 1 0,8 12 0,-6-6 0,4 6 0,-5-6 0,1 1 0,2 9 0,-1-9 0,1 5 0,-1-13 0</inkml:trace>
  <inkml:trace contextRef="#ctx0" brushRef="#br0" timeOffset="242621">20462 6459 5734,'7'32'0,"0"-1"0,-1-6 0,0 2 0,0 2 0,1 11 0,1 2 0,-3-17 0,-1 0-725,3 16 0,0-3 725,-2-12 342,-2-13-342,-2-3 0,0-3 0,-3-7 0,1-3 0,-1-6 1108,-2-4-1108,-1-12 0,0 4 0,0-11 0,0-1 0,1 1-458,0 3 1,1 1 457,2 6 0,0 1-448,5-12 448,0 13 0,6-15 0,-3 21 0,2-3 0,1 5 0,-2 3 0,4 0 872,2 2-872,-5 5 491,6 1-491,-9 3 0,1 1 0,-3 0 0,-2 1 0,0 2 0,-3 1 0,-2 3 0,-1-1 0,-2 4 0,-5 0 0,4-3 0,-3 2 0,2-1 0,2-4 0,-2 0 0,5-3 0,-1-2 0,6-6 0,-1-2 0,6-5 0,-1 0 0,1 0 0,9-12 0,-7 8 0,7-7 0,-6 9 0,-3 3 0,1 0 0,-3 5 0,2 0 0,-3 3 0,2 0 0,-1 11 0,-1-3 0,3 11 0,-3-8 0,1 4 0,0-1 0,-1-4 0,0 2 0,-1-5 0,-1 0 0,0-2 0,0 0 0,-1-1 0,0-2 0,2-3 0,0-1 0,3-8 0,0 2 0,1-5 0,-1 3 0,1-9 0,-3 9 0,2-6 0,-4 11 0,-1 2 0,1 0 0,-2 5 0,-1 6 0,2 6 0,0 2 0,2 2 0,0-3 0,0-1 0,1 0 0,1-1 0,16 5 0,-9-11 0,13 1 0,-10-21 0,-4 2 0,4-8 0,-4-4 0,-4 5-340,2-8 340,-6 9 0,0-10 0,-1 8 0,-1-6 0,-4-3 0,0 8 0,-1-4 0,0 13 0,1 6 0,0 5 340,1 7-340,1 5 0,2 7 0,2 11 0,0-4 0,1 11 0,2 2-893,-2-8 893,2 8 0,-3-14-398,2 6 398,-2-9 0,0 3 0,-2-9 0,1-5 0,-1-2 0,0-6 855,-2-7-855,-2 0 436,-1-6-436,1 1 0,-2-1 0,1-1 0</inkml:trace>
  <inkml:trace contextRef="#ctx0" brushRef="#br0" timeOffset="243506">21012 6400 5734,'14'1'0,"3"-1"0,-5 0 0,1 0 0,-3-2 0,-3 1 0,-1-1 0,-2 0 0,-3 1 0,0 0 0,-5 4 0,0 1 0,-4 3 0,-1 2 0,1-1 0,-7 14 0,4 0 0,-4 7 0,8-8 0,1-6 0,4-7 0,0-4 0,2 1 0,0-4 0,3-4 0,-1-2 0,2-4 0,2-7 0,-1 2 0,2-6 0,-1-1 0,0 1 0,-1 1 0,1 1 0,-3 10 0,-1 0 0,1 4 0,-2 2 0,1 1 0,0 3 0,1 2 0,4 10 0,-1-4 0,3 8 0,1-4 0,-2-5 0,4 4 0,3-3 0,-5-5 0,5 1 0,-4-12 0,-3 0 0,4-6 0,1-7 0,-4 3 0,3-6 0,-3-5 0,-2 7-301,0-7 301,-3 8 0,-2-7 0,-1 6 0,-1-3 0,-3 4 0,-3-1 0,2 6 0,-4 1 0,5 14 0,-2 2 0,2 3 301,-1 10-301,2-1 0,-1 8 0,2-3 0,1 24 0,2-15 0,1 10 0,1 0 0,-1-8 0,0-4 0,0-1 0,0-3 0,-1-7 0,1 0 0,-1-8 0,-1-6 0,-2-11 0,0 0 0,-2-9 0,1-1 0,0 3 0,-1-4 0,0 8 0,0-1 0,0 2 0,1 0 0,-1 1 0,1-4 0,1 7 0,0-2 0,2 7 0,0 0 0,2 0 0,1 2 0,1-1 0,3 2 0,3 0 0,-2 2 0,2 0 0,12 14 0,-13-8 0,15 19 0,-20-18 0,2 7 0,-5-5 0,0-3 0,-1 2 0,-2-2 0,1-3 0,-2 2 0,-2-3 0,-5 3 0,2-3 0,-4 1 0</inkml:trace>
  <inkml:trace contextRef="#ctx0" brushRef="#br0" timeOffset="243663">21267 6168 5734,'11'-1'0,"-1"0"0</inkml:trace>
  <inkml:trace contextRef="#ctx0" brushRef="#br0" timeOffset="244265">21539 6391 5734,'-9'6'0,"-1"1"0,0 2 0,0 1 0,-4 5 0,5-3 0,0 3 0,7-2 0,3-3 0,-1 2 0,2-1 0,0-5 0,7-1 0,16-19 0,-8 4-316,11-11 316,-17 8 0,2-11 0,-6 9 0,0-11 0,-8 15 0,-1-1 0,-1 6 316,-1 0-316,-1 1 0,3-4 0,1 5 0,5-4 0,7 1 0,-3 3 0,8-3 0,-10 6 0,1 0 0,-3 4 0,0-1 0,3-1 0,0 1 0,-2 0 0,0 1 0,-2 1 0,3 3 0,-1 0 0,1 1 0,-2-2 0,-1-1 0,-1 1 0,1 0 0,-1 0 0,0 0 0,1-1 0,-2 0 0,1-1 0,1 0 0,2-2 0,0 0 0,3-1 0,19-6 0,-11 1 0,20-5 0,-24 4 0,4-1 0,-8 4 0,4-2 0,-4 2 0,1 0 0,-6 2 0,-5 8 0,-2-3 0,-5 6 0,-2-4 0,0 1 0</inkml:trace>
  <inkml:trace contextRef="#ctx0" brushRef="#br0" timeOffset="244464">21226 6183 5734,'36'-5'0,"-4"0"0,-13 2 0</inkml:trace>
  <inkml:trace contextRef="#ctx0" brushRef="#br0" timeOffset="245111">22005 6377 5734,'-4'6'0,"-3"12"0,2-5 0,-2 9 0,2 0 0,1-6 0,-1 4 0,0-2 0,-2 0 0,0-1 0,0-3 0</inkml:trace>
  <inkml:trace contextRef="#ctx0" brushRef="#br0" timeOffset="245430">19816 7022 5734,'46'-8'0,"0"-1"0,1 1 0,-3 0 0,0-1 0,-4 2-1295,-4-1 1,1 0 1294,2 0 0,7-2 0,1 0 0,-4 1-907,-3 0 0,-2 1 1,3-1 906,-5 1 0,3-1 0,2 0 0,-1 0 0,-2 0 0,5 0 0,-2 0 0,0 0 0,-3 0 0,4 0 0,-2 0 0,2 0 0,-2 0 0,1 1 0,-1-1 0,0 0 0</inkml:trace>
  <inkml:trace contextRef="#ctx0" brushRef="#br0" timeOffset="245590">22565 6940 5734,'12'-10'0,"-1"-1"0,-5-1 0,-2 0 0,4-17 0,-3 9 0,3-13 0</inkml:trace>
  <inkml:trace contextRef="#ctx0" brushRef="#br0" timeOffset="277083">23658 4487 5734,'0'4'0,"0"0"0,1-3 0,0 0 0,4 1 0,-1-1 0,2 3 0,3 2 0,0 0 0,3 2 0,5 4 0,-3-1 0,5 5 0,3 2 0,-4-4-511,6 6 511,-6-5 0,8 7 0,-6-5 0,7 6 0,1 0 0,-5-6-679,5 4 679,-7-6 0,-2 0-347,2-1 347,-2-2 0,0 0 0,4 2 0,1 0 0,3 2 0,14 8 0,-30-17 0,-6-5 457,-1-1-457,-1 0 687,0-1-687,-2 0 393,-7-1-393,3 0 0,-6-3 0,4 1 0,-1-1 0,-4-2 0,2 1 0,-2-1 0,-2-3 0,3 3 0,-3-3 0,3 3 0,-3-5 0,1 3 0,-1-3 0,3 1 0,0 0 0,-1 0 0,1-1 0,-2-1 0,-11-15 0,7 10 0,-9-11 0,-2 2 0,9 11 0,-15-14 0,17 17 0,-5-2 0,-4-2 0,8 6 0,-13-8 0,3 4 0,8 5 0,-4-2 0,11 5 0,4 4 0,-5-4 0,9 5 0,-1-1 0,10 6 0,-1 0 0,9 6 0,8 9 0,2 1 0,0 0-775,7 6 1,0 0 774,-9-8 0,7 5-492,-9-7 492,-2-2 0,0 0 0,-2-1 0,10 8 0,-11-8 0,14 11 0,-20-16 0,4 5 1461,-7-8-1461,-3-1 580,1-1-580,-3-1 0,0-2 0,-5-2 0,-3 0 0,-19-5 0,9 4 0,-25 1 0,23 5-396,-12 1 396,12 1 0,-9 5 0,6-1 0,-6 3 0,9-3 0,-2 3 0,-2 2 0,2 1 0,0 2 0,-1-2 0,0 1-451,-9 14 451,21-19 0,1 1 0,2-1 0,-2 6 379,5-8-379,-2 5 0,4-9 0,1-1 468,0-1-468,2-1 0,1-3 0,2-1 0,2-2 0,3-3 0,4-1 0,2-4 0,4-1 0,1-3 0,4-6 0,2 0 0,1-2 0,5-5 0,-1 2 0,-12 11 0,9-7 0,-15 14 0,-6 3 0,3 0 0,-9 5 0,1 2 0,-4 3 0,-3 2 0,-2 2 0,-9 7 0,-7 2 0,-2-1 0,-3-2 0</inkml:trace>
  <inkml:trace contextRef="#ctx0" brushRef="#br0" timeOffset="280553">24285 4017 5734,'-5'3'0,"0"0"0,5-1 0,-2 0 0,2-1 0,0 0 0,-1 1 0,1-1 0,-1 2 0,1-1 0,1 0 0,-1 1 0,2 2 0,1 0 0,-1 2 0,1-1 0,0 3 0,-2-2 0,0 2 0,0-3 0,1 13 0,-1-7 0,2 11 0,1 2 0,-1-1 0,4 17 0,-4-17 0,-1-8 0,1 4 0,-2 1 0,0-5 0,-1 5 0,1 1 0,0-5 0,1 4 0,0 6 0,-1 11 0,0-6 0,0 10-502,-1-24 502,0 6 0,-1 0 0,0-5-229,-1 7 229,1-6 0,-3 8 0,1-5 0,-1 7 0,-3 2 0,2-7-567,-2 7 567,3-8 0,-2 8 0,1-6 0,-2 6 0,3-9 0,0 1 0,0 2 0,-1 3 0,1 0 0,0 0 0,1-6 0,0 11 0,0 1 0,0-7 0,1 2 0,-1-2 0,2-13 0,0 1 461,0-2-461,-2 19 0,1-16 226,-1 14-226,1-16 0,1-3 0,-1 2 0,0-2 611,0 1-611,1-2 0,0-1 0,1-6 0,0 0 0,0 0 0,0-1 0,0 0 0,0-1 0,0 0 0,0-1 0,0 1 0,2-3 0,-1 0 0,0-2 0,-1 1 0,-1-1 0,1-1 0,0 1 0,0-6 0,1 4 0,0-4 0,-1 1 0,-2-5 0,-1 3 0,-1-3 0</inkml:trace>
  <inkml:trace contextRef="#ctx0" brushRef="#br0" timeOffset="281565">24059 5301 5734,'-3'-4'0,"2"1"0,1 1 0,0 1 0,2-1 0,-1 1 0,0 0 0,1 1 0,0 5 0,1-3 0,4 12 0,-2-5 0,3 5 0,1 2 0,-3-3 0,3 5 0,-4-3 0,2 6 0,-1-5 0,2 6 0,-2-7 0,3 9 0,1 0 0,-2-1-211,1 1 0,-1-1 211,-4-11 0,-1-1 0,0-2 0,0 2 0,-1-5 0,0 0 0,0-3 422,2-5-422,0-2 0,11-19 0,3-5 0,-2 2-671,3-4 0,1 0 671,-4 5 0,2 0-881,6-8 881,-6 9 0,4-7-463,-8 12 463,0 0 0,8-12 0,-9 12 0,7-9 0,-7 9 0,-4 5 0,3-4 0,1-6 0,-5 9 1140,3-8-1140,-6 7 954,-3 4-954,-2-3 0,-2 4 0,-1-1 0</inkml:trace>
  <inkml:trace contextRef="#ctx0" brushRef="#br0" timeOffset="282614">24357 3292 5734,'3'35'0,"-1"-12"0,1 20 0,-1 4 0,0-17 0,0-1 0,1-1 0,-1-8 0,2 7 0,-1-17 0,4-4 0,8-15 0,-2-2 0,6-13-524,-7 4 524,0-2 0,5-15 0,-4 9 0,3-10 0,0-2 0,-7 18 0,11-13 0,-14 32 0,5 1 0,-7 14 0,2 14 0,-2-5 0,2 9 0,-2 2 0,-1-8 209,1 5-209,-2-11 0,1 1 0,0-7 0,3-2 0,0-7 0</inkml:trace>
  <inkml:trace contextRef="#ctx0" brushRef="#br0" timeOffset="293897">15360 5668 5734,'3'-4'0,"2"-1"0,-4 1 0,3-1 0,-1-1 0,2-1 0,2-3 0,0 1 0,1 0 0,-2 1 0,2 0 0,1-2 0,1-1 0,9-6 0,-1 1-240,10-5 240,-7 6 0,1 1-804,15-10 804,-10 8 0,2-1 0,0 1 0,2 0 0,-1 0 0,0 2 0,-1-1-699,2 0 0,2-2 0,-3 3 699,-5 3 0,-2 1 0,1 0 0,-1 1-889,22-8 889,-2 2 0,-5 2 0,-14 5 0,0 1 0,10-2 0,6-2 149,-18 6-149,9 0 0,-13 2 556,6 0-556,-10 2 2042,-4 1-2042,0 0 1283,-1 0-1283,-5-1 0,3-1 0,-5 1 0,1-2 0,-2 1 0,-1-2 0,-1 1 0,-2-2 0,-3-1 0,0 0 0,-4-1 0,1-2 0</inkml:trace>
  <inkml:trace contextRef="#ctx0" brushRef="#br0" timeOffset="294617">15438 5682 5734,'4'0'0,"-1"0"0,-2 0 0,2 0 0,-2 1 0,2-1 0,0 1 0,1 1 0,14 8 0,-3-3 0,13 6 0,12 2 0,-4-3-241,-2-2 1,7 0 240,-2-2 0,4 1 0,-3-2-1464,5 2 1,-1 0 1463,-2-1 0,1-1 0,-5 0 0,-11-2 0,-3-1-465,1 1 1,-1-1 464,21 6 0,-2 0-679,-5 0 679,-3-2 0,-3 1 129,-7-2 0,1 1-129,11 2 0,4 2 2349,-23-7-2349,-12-4 1232,-3 0-1232,0-1 1177,-2-1-1177,-2-1 0,-2 0 0,-2-1 0,-2 2 0,-7-2 0,0-2 0,-4 0 0</inkml:trace>
  <inkml:trace contextRef="#ctx0" brushRef="#br0" timeOffset="295405">16110 5112 5734,'6'2'0,"3"0"0,-3 0 0,4 0 0,2 0 0,0 0 0,3 0 0,3 0 0,-3-1 0,7 0 0,1-1 0,-5 0 0,5 0 0,-1-1 0,-6 0 0,20 0 0,-11 1 0,5-1 0,-9 1 0,-9 0 0,0-1 0,-2 1 0,0 0 0,-3 1 0,-1 0 0,-3 0 0,-2 6 0,-4 5 0,-13 27 0,4-11 0,2-7 0,-2 1 0,-4 8-658,3-8 658,-2 5 0,2-4 0,4-7 0,-1 5 0,3-8 0,0 1 0,1-1 0,0-2 0,1-3 0,2-2 0</inkml:trace>
  <inkml:trace contextRef="#ctx0" brushRef="#br0" timeOffset="296058">16338 5709 5734,'2'-4'0,"1"5"0,0 1 0,19 14 0,-10-7 0,13 9 0,-14-10 0,0 2 0,4 4 0,-5-2 0,7 14 0,-10-11 0,0 9 0,-9-8 0,-10 10 0,1-4 0,-8 8 0,-7 2-1097,5-8 1097,-8 8 0,8-12-445,1-2 445,1-3 0,2-1 0,2-5 0,-15 1 0,14-7 0,-11-1 0,18-9 0,2-1 0</inkml:trace>
  <inkml:trace contextRef="#ctx0" brushRef="#br0" timeOffset="301961">16804 5057 5734,'-4'0'0,"1"-1"0,2 0 0,1 0 0,-1 7 0,1 13 0,0 0 0,3 23 0,-1-20 0,1 12 0,2 3 0,-3-14-377,2 11 377,-2-17 0,1 11 0,-1-12 0,2 12 0,-4-15 0,2-1 0,-2-2 0,0-6 0,-2 3 377,2-3-377,-2 4 0,2 1 0,-1-3 0,0 3 0,1-4 0,-2-1 0,1 1 0,0-2 0,0 0 0,0 0 0,1-1 0,-1 0 0,-3-15 0,2 3 0,-3-13 0,1 7 0,0-3 0,0-2 0,1-2 0,-1-8 0,0-1 0,-1-13-667,1 13 1,1 0 666,1 0 0,2 12-47,1 1 47,1 2 0,2-9 0,0 11 0,2-8 0,3 9 0,-2 3 0,5-2 0,14 0 0,-10 8 1325,13-2-1325,-8 12 0,-5 1 55,3 4-55,5 16 0,-12-10 0,6 12 0,-14-9 0,-4-5 0,-1 6 0,-10 5 0,4-9 0,-6 7 0,4-12 0,-1-1 0,0-1 0,-7 3 0,4-5 0,-5 2 0,7-6 0,1-1 0,1-3 0,2-2 0,2-3 0,2 0 0</inkml:trace>
  <inkml:trace contextRef="#ctx0" brushRef="#br0" timeOffset="302387">17064 5137 5734,'3'15'0,"2"5"0,0-5 0,6 7 0,-4-13 0,3 2 0,-2-12 0,-1-3 0,2-4 0,3-10 0,-3 2 0,2-7 0,0-4 0,-5 7 0,3-6 0,-1-2 0,-1 19 0,3-2 0,-4 21 0,0 7 0,-1 5 0,1 5 0,-3-3 0,0 2-1337,1 13 1337,-2-12 0,0 1 0,-1 0 0,0-1 0,0 14 0,0-16 0,-2 1 0,-3 20 0,-3-19 0,-1 0 0,-7 17-494,5-20 1,-2-3 493,-5-2-591,-11 4 591,5-8 0,-7 0 0,-2-9 0,9-5 0,-10-6 0,12-5 0</inkml:trace>
  <inkml:trace contextRef="#ctx0" brushRef="#br0" timeOffset="302797">16655 5016 5734,'0'5'0,"0"-2"0,0 0 0,0-2 0,0 1 0</inkml:trace>
  <inkml:trace contextRef="#ctx0" brushRef="#br0" timeOffset="303492">16749 5241 5734,'3'-4'0,"1"-1"0,-3 2 0,1 0 0,-3 3 0,-2-1 0,-2 1 0,1-2 0</inkml:trace>
  <inkml:trace contextRef="#ctx0" brushRef="#br0" timeOffset="305407">16689 5816 5734,'7'8'0,"3"3"0,2 1 0,0 3 0,8 15 0,-6-9 0,4 8 0,1 1 0,-3-5 0,-3-3 0,1-1 0,7 10 0,-9-16 0,5 8 0,-9-17 0,-5-2 0,1 0 0,-6-3 0,-2-2 0,-1-1 0,0-1 0</inkml:trace>
  <inkml:trace contextRef="#ctx0" brushRef="#br0" timeOffset="305636">16750 6118 5734,'7'-21'0,"0"0"0,1 1 0,1-1 0,2-2 0,1 0 0,1-1 0,3-3 0,1-1 0,1-2-499,-2 3 1,0 2 498,-5 7-243,4-7 243,-7 12 0,2-5 0,-12 13 0,-3 3 0,-4 1 0,-3 3 0,-1 2 0</inkml:trace>
  <inkml:trace contextRef="#ctx0" brushRef="#br0" timeOffset="305859">16729 5793 5734,'18'28'0,"-1"-2"0,-2 2 0,-4-6 0,0 1 0,1 1 0,-1 0 0,1 1 0,-1-1 0,-3-5 0,5 17 0,-10-23 0,-1 6 0,-4-12 0,-2-1 0,-2-3 0,-1-1 0,-2-2 0</inkml:trace>
  <inkml:trace contextRef="#ctx0" brushRef="#br0" timeOffset="306042">16784 5965 5734,'18'-19'0,"0"1"0,1-2 0,-4 4 0,5-5 0,-3-5 0,-7 8 0,2-9 0</inkml:trace>
  <inkml:trace contextRef="#ctx0" brushRef="#br0" timeOffset="306723">16637 5137 5734,'0'5'0,"0"2"0,2-1 0,0 1 0,-1 3 0,0-3 0,2 8 0,-3-10 0,2 3 0,-2-5 0,1-2 0,0-4 0,0-2 0,-1-1 0,0 2 0,0 3 0,0 0 0,1 4 0,2 7 0,0-2 0,1 2 0,-2-4 0,-1-1 0,2 0 0,-2-1 0,0-1 0,-1 0 0,-1 2 0,-1 0 0,-2 0 0,-2-1 0,1 0 0</inkml:trace>
  <inkml:trace contextRef="#ctx0" brushRef="#br0" timeOffset="307479">16702 5943 5734,'9'-10'0,"-1"1"0,3-2 0,6-3 0,16-10 0,-8 7 0,10-5 0,-18 13 0,0 0 0,-1 1 0,1 0 0,9-4 0,-10 4 0,8-4 0,-17 9 0,0-1 0,-5 3 0,-9 3 0,-4 2 0</inkml:trace>
  <inkml:trace contextRef="#ctx0" brushRef="#br0" timeOffset="307694">16773 5694 5734,'3'41'0,"1"-1"0,-1-3 0,-1-3 0,2 11-586,-1-12 586,0-5 0,0-1-796,0 3 796,3 7 0,-1-5 0,-2-10 0,0 2 0,-1-14 0</inkml:trace>
  <inkml:trace contextRef="#ctx0" brushRef="#br0" timeOffset="308018">17071 6066 5734,'4'-4'0,"-1"1"0,-2 2 0,1-1 0,-2-1 0,-1 3 0,-2 0 0,0-1 0,-1 0 0</inkml:trace>
  <inkml:trace contextRef="#ctx0" brushRef="#br0" timeOffset="308439">17237 5815 5734,'-4'0'0,"1"0"0,2 1 0,0 4 0,0 0 0,1 5 0,-2 8 0,1-3 0,0 7 0,1 7 0,-1-6 0,1 3 0,0 0 0,0 2 0,1 3 0,0-2 0,1-7 0,1 17 0,-3-27 0,-3 1 0,1-15 0,-4-3 0</inkml:trace>
  <inkml:trace contextRef="#ctx0" brushRef="#br0" timeOffset="308619">17193 5612 5734,'-1'-3'0,"2"0"0,1 3 0,2 1 0,-1 1 0,1 2 0,1 1 0</inkml:trace>
  <inkml:trace contextRef="#ctx0" brushRef="#br0" timeOffset="309175">17329 5827 5734,'-3'13'0,"1"-1"0,2 8 0,3 11 0,0-4 0,1 6 0,0 1 0,1 5-326,-1-8 1,0 0 325,2 17 0,-1-14 0,-1-8 0,0 0 0,0-1 0,0 4 104,-1-9-104,-2-10 0,-1 1 0,-3-17 0,0-3 0,-3-7 0,0-13 0,0 3 259,-1-13-259,4 15 0,0 0-1083,-2-15 1083,3 13 0,0 0 0,1-10 0,3 4 0,3-1 0,4-9-165,-3 14 0,1 1 165,6 5 0,-1 10 197,-1 1-197,13-1 0,-9 6 0,7-1 1123,-8 9-1123,-5 1 0,0 3 0,-5 8 381,-20 20-381,-3-6 0,-3 0 0,6-6 0,-1 0 0,-6 3 0,1-4 0,5-5 0,6-5 0,-4 3 0,10-9 0,1-1 0,5-4 0</inkml:trace>
  <inkml:trace contextRef="#ctx0" brushRef="#br0" timeOffset="310994">17536 5832 5734,'0'13'0,"0"0"0,1 3 0,0 1 0,2 2 0,1 8 0,0-7 0,2 6 0,3 0 0,-3-11 0,3 5 0,-2-14 0,-1-2 0,1-2 0,-2-4 0,1-2 0,5-17 0,-2-10 0,1 0-386,-4-2 386,-4 17 0,1 2 0,0-5 0,-2 9 0,1-3 0,-1 12 0,6 19 0,-2-3 0,3 15 386,0 4-386,-2-8 0,0 3 0,1 5 0,0 1-689,-1-5 1,-1-2 688,0-2 0,-1-3-316,-1 4 316,-1-8 0,-1 2 0,-3-9 0,-9 4 0,3-6 0,-7 1 1328,-3-12-1328,4-1 365,-5-5-365,1-7 0,4 1 0,-15-20 0,18 13 0,-7-13 0</inkml:trace>
  <inkml:trace contextRef="#ctx0" brushRef="#br0" timeOffset="311468">17794 5732 5734,'1'15'0,"0"0"0,0-3 0,0 3 0,0 11 0,1-6 0,-1 9 0,1 1 0,-1-7 0,1 7 0,2-6 0,-2-7 0,1 2 0,-2-7 0,1-4 0,0-2 0,-1-6 0,0-3 0,0-5 0,2-23 0,-1 12 0,1-18 0,0 1 0,-1 14 0,2-20 0,-1 25 0,1-5 0,2 6 0,-1 3 0,2-1 0,9-1 0,0 10 0,2-1 0,-3 11 0,-8 3 0,1 1 0,1 20 0,-4-10 0,2 13 0,-4-3 0,-2-12 0,0 9 0,-3-6 0,0-9 0,-2 5 0,0-14 0,1 0 0</inkml:trace>
  <inkml:trace contextRef="#ctx0" brushRef="#br0" timeOffset="311993">18045 5448 5734,'6'14'0,"0"2"0,5 30 0,-5-14 0,0 2 0,-1-2 0,1 1-1034,-1 3 1,-2-2 1033,0 4 0,0 0 474,-1-3-474,0-5 0,1-1 0,0 5 0,0-2 0,0-3 0,-1-12 0,0 5 0,-2-19 0,0-5 0,-2-4 0,-2-10 0,0 1 0,-1-7 0,0 4 0,-2-10 0,1 5 1240,1-6-1240,3 10 0,3 0 0,0 2 0,2 0 0,-1 3 0,12-11 0,-5 11 0,16-8 0,-13 17 0,6 0 0,-6 4 0,19 8 0,-16 0 0,13 8 0,-21-4 353,-2 9-353,-3-5 0,-1 6 0,-7 2 0,1-5 0,-5 6 0,2-8 0,-3 0 0,1-1 0,-6 3 0,-2-1 0,0 1-573,-18 13 573,21-22 0,2-2 0,-1 1 0</inkml:trace>
  <inkml:trace contextRef="#ctx0" brushRef="#br0" timeOffset="312625">16318 6458 5734,'27'0'0,"5"0"0,-3-1 0,2 1-631,-5-1 0,4 0 631,4 1 0,7 0 0,4 0 0,-1 0 0,-5 0-940,-1 0 0,-4-1 1,5 1 939,-2 0 0,6 0 0,3 1 0,-1-1 0,-2 0 0,-5 0 0,1 0 0,-5 0 0,4 0 0,4 0 0,6 0 0,1 0 0,-1 0 0,-6 0-494,-1 1 0,-4-1 0,2 0 494,4 0 0,2 0 0,1 0 0,-4 1 0,1-1 0,-3 0 0,-2 0-86,4 0 1,2 0 85,-8-1 0,4 0 0,0 1 0,-5-1 0,-1 0 0,-1-1 0,5-1 0,4-2 0,-8 1 0,1-5 0,6-7 0,-31 4 0,-3-3 0</inkml:trace>
  <inkml:trace contextRef="#ctx0" brushRef="#br0" timeOffset="312776">18652 6450 5734,'-4'-7'0,"-2"1"0,-3-1 0,-3 0 0,-4-2 0,-3 0 0</inkml:trace>
  <inkml:trace contextRef="#ctx0" brushRef="#br0" timeOffset="313468">17580 5090 5734,'-13'0'0,"3"1"0,5 0 0,2 0 0,4 5 0,3-2 0,7 4 0,17 2 0,1-3-358,-7-3 0,4-1 358,8-1 0,5-1 0,2-1 0,4-1 0,-2 0-1052,-6 1 0,-2 0 1,2 0 1051,9-1 0,2 0 0,-5 0 0,-5 0 0,-3 1-359,1 0 0,0 1 359,11 0 0,-1 0 0,-11 0 0,-2 0 0,8 0 0,0 0 0,-8 0 0,-2 0 0,13 0 0,-19 0 0,0-1 0,1 0-93,-4-1 93,-5-2 418,-5 0-418,-5-3 740,-7-3 0,-2-1 0,-5-4 0</inkml:trace>
  <inkml:trace contextRef="#ctx0" brushRef="#br0" timeOffset="313759">18438 4941 5734,'14'10'0,"2"-1"0,18 7 0,-10-4 0,7 3 0,-1 1 0,-3 0 0,13 10 0,-24-12 0,-3-1 0,-2 1 0,-6 17 0,-6-9 0,-9 6 0,-4 1 0,-4-1-438,3-5 0,-1-1 1,-2 1-1,2 0 1</inkml:trace>
  <inkml:trace contextRef="#ctx0" brushRef="#br0" timeOffset="314195">18466 5900 5734,'35'-9'0,"-16"4"0,7-1 0,3-1 0,2 1 0,-2 1-2826,12-3 2826,-9 3 0,2-1 0,-6 3 0,-2 0 0,17-2 0,0 0 0,0 0 0,-1 0 0,-11 2 0,-1-1-12,10-1 12,-18 2 606,10-4-606,-25 3 0,0-2 0,-11-2 1403,-2 2-1403,-6-3 804,-1 4-804,0-1 0,-2-2 0,1 1 0</inkml:trace>
  <inkml:trace contextRef="#ctx0" brushRef="#br0" timeOffset="314413">18965 5609 5734,'15'16'0,"3"9"0,0 1 0,-3-2-826,1 3 0,-3 0 826,-9-6-268,-6 12 268,-2-7 0,-5 8 0,-9-1 0,3-9 0,-7 7 0,-9 1 0,8-10 0,-10 8 0,12-12 0</inkml:trace>
  <inkml:trace contextRef="#ctx0" brushRef="#br0" timeOffset="329246">17561 6109 5734,'-2'-4'0,"1"2"0,-1 0 0,1 2 0,-2 3 0,1-2 0,0 3 0,1-2 0,-1 2 0,0-1 0,-1 2 0,0 1 0,1-2 0,-1 1 0,3-3 0,-1 0 0,0 3 0,-1-2 0,0 2 0,1-1 0,-1 3 0,1-2 0,-2 4 0,1 3 0,0-4 0,0 7 0,1-5 0,-3 17 0,1-10 0,-3 22 0,2-3 0,1-4 0,-1 1 0,2-8 0,-1-1 0,1 5 0,-1 1 0,0 1 0,0-3 0,0 5 0,1-6 0,-1 1 0,0 7 0,1-14-206,0 9 206,1-15 0,-1 3 0,1 5 0,-1 2 0,1-4 0,0-5 0,0-4 0,1-4 0,0 2 0,0-5 206,0 2-206,0-4 0,0 2 0,0-2 0,0-1 0,0 0 0,0-1 0,0 4 0,0-3 0,0 4 0,0-3 0,0 0 0,0 0 0,0 1 0,0-1 0,-1 0 0,1-1 0,0 0 0,0-1 0,0 1 0,1-1 0,0 0 0,-1 1 0,1 0 0,-3 2 0,1 0 0,0-1 0,-1 1 0,1-1 0,0 5 0,0-3 0,-1 4 0,1-3 0,-1-1 0,1 1 0,0 0 0,1 0 0,-1 0 0,-1 4 0,0-4 0,0 1 0,0-3 0,1-2 0,0 0 0,1 0 0,0-1 0,0 1 0,1 0 0,0 0 0,2-1 0,-2 1 0,3 0 0,8 2 0,-2 0 0,8 0 0,8-1 0,1-1 0,-3 0-323,5 0 1,-2 0 322,-12-2 0,2 1-278,11-1 278,-10 0 0,15 0 0,-20 0 0,7 1 0,-12 0 0,1 1 0,-3-1 626,0 1-626,-1-1 297,0 1-297,-1 0 0,-1 0 0,0 1 0,6 3 0,-5-3 0,5 3 0,-3-5 0,-1 1 0,0 0 0,2 1 0,-3-1 0,6 4 0,-7-4 0,2 2 0,-3-4 0,-2 1 0,-1-5 0,0 2 0,-7-8 0,3 5 0,-3-3 0,-3 1 0,3 2 0,-2-2 0,3 2 0,0-2 0,1 1 0</inkml:trace>
  <inkml:trace contextRef="#ctx0" brushRef="#br0" timeOffset="329728">17685 6929 5734,'-4'-4'0,"1"2"0,2-1 0,0 1 0,1 0 0,1-1 0,-1 2 0,1 1 0,2-1 0,-2 2 0,2-1 0,2 2 0,0-1 0,9 3 0,-6-2 0,6 2 0,-1 0 0,-4-1 0,4 2 0,-1 1 0,-2-1 0,2 2 0,-3 0 0,-2-1 0,5 7 0,-7-6 0,1 5 0,-3-2 0,-2-1 0,0 4 0,-7 9 0,-8 13 0,1-5 0,-9 10-493,13-24 493,-4 3-163,2-1 163,3-5 0,-2 4 0,5-5 0,1-4 0,0 0 0,2-3 485,-1-5-485,0 0 171,-2-4-171,0-2 0,-2-3 0,0-2 0</inkml:trace>
  <inkml:trace contextRef="#ctx0" brushRef="#br0" timeOffset="333073">18125 6639 5734,'-2'12'0,"1"-3"0,1 5 0,0 5 0,1-5 0,1 25 0,0-22 0,1 13 0,-2-15 0,0-1 0,0 0 0,0-1 0,1 0 0,-1 5 0,0-7 0,0 3 0,-1-7 0,0-3 0,0 1 0,0-3 0,0 1 0,0-2 0,0-6 0,0 0 0,-3-17 0,2 9 0,-2-11 0,2 10 0,0 0 0,0-16 0,1 10 0,1-18 0,2 19 0,0-5 0,-1 9 0,5-14 0,-3 14 0,5-14 0,-5 20 0,3-3 0,-1 4 0,11-5 0,-7 5 0,9-3 0,-9 7 0,0 2 0,0 1 0,-1 1 0,4 2 0,-4 2 0,2 2 0,-5 0 0,-1 1 0,-1 0 0,-1 0 0,-2 1 0,-5 10 0,0-8 0,-6 11 0,3-12 0,-3 1 0,3-4 0,-3 1 0,3-2 0,-9 3 0,9-4 0,-5 1 0,6-3 0,0 0 0,1-1 0,1-2 0,-1 0 0</inkml:trace>
  <inkml:trace contextRef="#ctx0" brushRef="#br0" timeOffset="333797">18331 6651 5734,'-3'14'0,"-1"7"0,3-5 0,4 15 0,0-17 0,9 10 0,-6-18 0,5-1 0,-3-7 0,0-3 0,2-3 0,2-8 0,-3 1 0,3-7 0,-1-16 0,-4-7 0,1-1-884,-6 4 884,-3 22 0,0 3 0,0 2 0,0 2 0,0-2 0,0 7 0,0 0 0,0 10 884,1 4-884,0 19 0,3 1 0,2 7-453,2-7 453,0-8 0,7 12 0,-5-12 0,7 7 0,-2-15 0,0-4 0,16-6 0,-12-5 0,10-5 0,-7-8 0,-6 3-446,5-8 446,-7 4 208,4-13-208,-4 7 0,1-9 0,-2-1 0,-5 8-599,2-9 599,-7 14 0,-2-8 0,-2 8 0,-2-4 0,-11 0 0,7 13 428,-14-3-428,0 40 0,7-6-572,-6 23 572,13-14 0,2 3 0,-1 3 16,4-9 1,0 3-17,1 1 0,0 3 0,2 3 0,1 4 0,1 1 0,0-3 0,2-1 0,0 2 0,1 2 0,0 1 0,0-3 0,1-1 0,0-4 0,2 5 0,-8-28 0,-2-6 0,-2-1 794,-10-9-794,0-1 0,-8-6 0,3-1 0,-1-1 0</inkml:trace>
  <inkml:trace contextRef="#ctx0" brushRef="#br0" timeOffset="333932">18567 6577 5734,'30'2'0,"-1"1"0,-2-1 0,-4 0 0,-7-1 0,-4-1 0,-2 0 0,-3 0 0</inkml:trace>
  <inkml:trace contextRef="#ctx0" brushRef="#br0" timeOffset="337990">18192 6931 5734,'-1'-3'0,"-1"2"0,3 0 0,-2 0 0,1-1 0,0 1 0,0 4 0,0-2 0,0 2 0,0-8 0,0 3 0,0-2 0,0 17 0,0-5 0,1 11 0,-1-9 0,1 13 0,-1-7 0,0 9 0,0-12 0,0 1 0,1-3 0,0 1 0,1-2 0,-1 0 0,3 6 0,-3-8 0,4 6 0,-4-11 0,2 1 0,-2-4 0,0 1 0,0 1 0,0-2 0,2 1 0,-1-2 0,1 1 0,1 0 0,1 0 0,-1 0 0,0 0 0,-3 0 0,2 0 0,-1 0 0,0 0 0,0 0 0,-1 1 0,-1 0 0,2 1 0,-2-1 0,2 0 0,0 2 0,0-2 0,-1 1 0,0-1 0,0-1 0,2-1 0,-1-1 0,1-1 0,-1-1 0,1 1 0,0-1 0,2-5 0,-2 3 0,2-5 0,-2 1 0,0 1 0,0-4 0,0 4 0,0 0 0,-1-2 0,1 1 0,0-1 0,2-3 0,-2 3 0,1-3 0,-4 5 0,2-7 0,-1 6 0,2-5 0,-2 3 0,-1 6 0,0-3 0,0 7 0,0 2 0,0 3 0,0 5 0,0 1 0,-1 8 0,0-7 0,0 7 0,1-6 0,-1 2 0,1 17 0,-1-12 0,1 11 0,0-12 0,0-6 0,1 4 0,-1-6 0,2-2 0,-1 0 0,0-1 0,1 2 0,-1-2 0,1 2 0,-1-3 0,0-1 0,1 0 0,-1-1 0,2-1 0,2 0 0,-1-1 0,4-1 0,-3 0 0,10-8 0,-8 6 0,11-6 0,-13 7 0,4-2 0,-6 1 0,1 0 0,-2 0 0,-1 1 0,0-2 0,0-1 0,1-1 0,0-10 0,0 6 0,2-11 0,-3 10 0,3-13 0,-2 10 0,2-8 0,-1 6 0,0 4 0,0-4 0,0-1 0,-1 6 0,0-3 0,-2 7 0,1 2 0,-1 0 0,0 2 0,0 0 0,0 1 0,-4 4 0,1-1 0,-6 5 0,5-3 0,-1 1 0</inkml:trace>
  <inkml:trace contextRef="#ctx0" brushRef="#br0" timeOffset="338439">18503 7013 5734,'0'12'0,"-1"-2"0,1 2 0,1 1 0,0-1 0,1 11 0,0-10 0,3 11 0,-2-15 0,3 3 0,-2-7 0,-1-1 0,2-2 0,-1-1 0,4-2 0,-3-1 0,2-3 0,-1-4 0,-1 1 0,1-5 0,-2-3 0,-1 1 0,0-5 0,-2 5 0,-1-4 0,0 5 0,1-3 0,-3-2 0,1 10 0,-2-4 0,2 10 0,1 1 0,0 0 0,0 1 0,1 1 0,1-1 0,1 1 0,0 0 0,1 0 0,6 0 0,-3 1 0,3-1 0</inkml:trace>
  <inkml:trace contextRef="#ctx0" brushRef="#br0" timeOffset="339090">18656 6996 5734,'0'7'0,"0"2"0,0 0 0,0 1 0,0 2 0,0-1 0,0 7 0,0-5 0,1 4 0,1-3 0,-1-5 0,0 1 0,0-3 0,0-3 0,-1 1 0,0-5 0,-1-7 0,0 0 0,-2-6 0,2-8 0,1-12 0,0 5 0,3-1 0,-1 19 0,1 1 0,-1 1 0,2 1 0,0 1 0,3 1 0,2 0 0,-1 3 0,3-1 0,16 0 0,-13 2 0,14-1 0,-19 2 0,1 0 0,-1 0 0,0 0 0,0 0 0,2-1 0,-2 0 0,1-1 0,0 0 0,-3 0 0,1-1 0,-2-2 0,-2 2 0,1-3 0,-3 0 0,-1 1 0,0-3 0,-2 0 0,0 2 0,-1-2 0,-1 2 0,1 1 0,-1-2 0,1 0 0,-1 1 0,-1 0 0,1 3 0,-2 2 0,0 3 0,-4 3 0,1 1 0,-3 4 0,4 0 0,-1 12 0,0 2 0,1-1 0,0 6 0,1 0-243,5-10 243,2 5 0,1-11 0,2 2 0,-2-6 0,2 1 0,5-11 0,0-8 0,11-26 0,-9 10 243,3-15-243,-6 11 0,-3 8 0,2-5 0,-2 7 0,-2 7 0,1-1 0,-3 11 0,0 4 0,-1 6 0,0 4 0,-1 13 0,0-3 0,0 9 0,-1-8 0,2 20 0,-2-17 0,1 14 0,-6-17 0,3-8 0,-4 2 0</inkml:trace>
  <inkml:trace contextRef="#ctx0" brushRef="#br0" timeOffset="340306">17493 6961 5734,'3'17'0,"-1"-6"0,-1 10 0,-1-2 0,0-3 0,0 23 0,0-18 0,0 5 0,0 0 0,0-4 0,1 14 0,0-11 0,0-6 0,0 4 0,-1-2 0,0-7 0,-2 12 0,1-14 0,-1 5 0,1-8 0,-1-3 0,0 1 0,0-2 0,-1 3 0,1-2 0,0 2 0,-1-4 0,2-1 0,-2 0 0,3 1 0,1-2 0,0 1 0,2-1 0,-2-1 0,1 1 0,3 1 0,-1-2 0,2 2 0,-1-1 0,-1-1 0,5 0 0,-3 0 0,4 0 0,2-1 0,-2 0 0,5-1 0,5-1 0,-4 0 0,7 0 0,-5 0 0,9 1 0,-4 0 0,6-1 0,3 1 0,-9 1-474,8 0 474,-9 0 0,10 0 0,-7 1 0,8 0 0,-12 0 0,22 3 0,-21-2 0,21 2 0,-30-2 0,3 0 0,-7-1 0,0 0 0,-3 1 0,1-2 0,-5 0 474,-3-2-474,-2 1 0,-3 0 0,0 0 0,-21-2 0,10 2 0,-14-1 0,17 0 0,2 1 0,0 0 0</inkml:trace>
  <inkml:trace contextRef="#ctx0" brushRef="#br0" timeOffset="340643">17925 7377 5734,'13'2'0,"-3"-1"0,13 2 0,-7-2 0,13 2 0,7 5 0,-10-2 0,5 5 0,-21-4 0,-1 14 0,-5-7 0,-10 27 0,-3-21 0,-14 19 0,5-14 0,3-4 0,-1 0 0,2-1 0,2 1 0,16-25 0,6-3 0</inkml:trace>
  <inkml:trace contextRef="#ctx0" brushRef="#br0" timeOffset="341554">18293 7299 5734,'1'-4'0,"0"-1"0,0 5 0,0 3 0,0 4 0,0 2 0,-1 2 0,-3 3 0,2-2 0,-3 6 0,2 4 0,0-5 0,1 6 0,-2 1 0,2-6 0,-2 5 0,2-7 0,-2 6 0,2-6 0,-1 6 0,1-7 0,-2 0 0,2 1 0,0-1 0,0 0 0,0 2 0,1-5 0,2 7 0,0-10 0,1 2 0,0-7 0,0-2 0,0-2 0,1 0 0,-1-2 0,4-2 0,0 1 0,2-3 0,-1 1 0,11-6 0,-6 3 0,25-11 0,-21 10 0,17-5 0,-22 9 0,3 0 0,4 1 0,-7 2 0,6-1 0,-8 2 0,-1 0 0,1-1 0,-1 1 0,0-1 0,1 0 0,-4-1 0,-2 0 0,-5 1 0,-1-3 0,-1 0 0</inkml:trace>
  <inkml:trace contextRef="#ctx0" brushRef="#br0" timeOffset="342374">18684 7396 5734,'-6'4'0,"1"-1"0,0 0 0,0 1 0,-7 5 0,3-3 0,-5 6 0,1 5 0,4-6 0,-3 9 0,5-2 0,2-5 0,-1 6 0,4-8 0,3 15 0,0-13 0,8 15 0,-3-21 0,9 3 0,-7-9 0,11-8 0,-9 0 0,5-6 0,-3-2 0,-4 2 0,2-5 0,-4 6 0,-1-1 0,-1 1 0,0-3 0,-1 0 0,-1-3 0,-2 8 0,1-1 0,-2 8 0,2-1 0,-2 2 0,1 2 0,0 6 0,1 0 0,2 6 0,1 3 0,0 10 0,0-4 0,5 14 0,-4-21 0,3 6 0,-3-10 0,-1-4 0,2 2 0,-3-6 0,-1 0 0,0-4 0,-3 1 0,1-3 0,0 1 0</inkml:trace>
  <inkml:trace contextRef="#ctx0" brushRef="#br0" timeOffset="342797">18933 7317 5734,'3'10'0,"-1"1"0,-1 4 0,-1-1 0,2 22 0,-1-15 0,1 13 0,0-5 0,-2-7-252,1 6 252,0-10 0,1 0 0,-1-2 0,0-2 0,1 4 0,0-7 0,-1 3 0,1-7 252,-1-2-252,1 0 0,-1-4 0,-6-5 0,1 0 0,-9-7 0,6 3 0,-3-3 0</inkml:trace>
  <inkml:trace contextRef="#ctx0" brushRef="#br0" timeOffset="343127">18764 7312 5734,'9'0'0,"0"0"0,2 0 0,5 0 0,-2-1 0,4 0 0,5-1 0,-4 0 0,6 1 0,4-1 0,-7 1 0,5 0 0,3 1 0,14 0 0,-19-1 0,-1 1-284,10 0 284,-21-2 0,-2 1 0,-6 2 0,-4 1 0,-6 1 0,-1 1 0</inkml:trace>
  <inkml:trace contextRef="#ctx0" brushRef="#br0" timeOffset="343793">19069 7565 5734,'8'-4'0,"8"-3"0,-3-2 0,3-1 0,-6 1 0,-4 3 0,4-6 0,-5 4 0,4-4 0,-5 6 0,0-2 0,-1 2 0,0-1 0,-2 3 0,-1-3 0,0 3 0,-1-3 0,-4 1 0,3 1 0,-7-4 0,4 6 0,-3-2 0,4 3 0,-1 0 0,1 0 0,-2 0 0,-2-1 0,2 4 0,-3 0 0,3 4 0,1-1 0,-1 1 0,2 0 0,0 0 0,-1 4 0,1 2 0,1 18 0,2-12 0,9 21 0,-2-25 0,6 8 0,-4-11 0,3 0 0,-1-1 0,2-2 0,0 0 0,7-2 0,-4-1 0,6-3 0,-7-1 0,14-4 0,-13 2 0,7-2 0,-15-1 0,-3 1 0,2-2 0</inkml:trace>
  <inkml:trace contextRef="#ctx0" brushRef="#br0" timeOffset="344570">19262 7330 5734,'4'1'0,"1"0"0,-4 2 0,2 0 0,-1 0 0,2 0 0,-2 0 0,4 2 0,-2-2 0,2 2 0,-4-1 0,-1-1 0,1 1 0,5 3 0,-3-3 0,5 4 0,-5-5 0,-1 2 0,3 1 0,-2 0 0,3 1 0,-1 0 0,0-1 0,1 2 0,-1-3 0,0 2 0,0-1 0,0 1 0,1 0 0,4 3 0,-3-2 0,4 2 0,-4-2 0,-1-1 0,1 1 0,0 0 0,-1-2 0,3 4 0,-3-3 0,3 3 0,-5-2 0,5 5 0,-3-5 0,2 4 0,-2-3 0,-3-2 0,2 1 0,0-2 0,-2-2 0,1 1 0,-1-2 0,-4-2 0,1 0 0,-4-4 0,-1 1 0,-1-3 0</inkml:trace>
  <inkml:trace contextRef="#ctx0" brushRef="#br0" timeOffset="345076">19238 7662 5734,'10'-11'0,"-1"0"0,-4 3 0,6-8 0,-3 4 0,4-5 0,-3 3 0,0-1 0,1-1 0,7-9 0,-3 6 0,5-7 0,9-9 0,-10 13 0,1-1 0,1 1 0,-4 5 0,11-11 0,-16 18 0,1-3 0,0 2 0,-5 4 0,3-2 0,-5 3 0,-3 3 0,-2 0 0,-4 3 0,-5-1 0,-2 1 0,-3-3 0</inkml:trace>
  <inkml:trace contextRef="#ctx0" brushRef="#br0" timeOffset="346023">18332 7865 5734,'16'-2'0,"-2"-1"0,-1 0 0,-2 0 0,5 0 0,11-3 0,-9 3 0,8-2 0,-9 2 0,-4 1 0,5 0 0,-6 1 0,7 0 0,-3 0 0,5 1 0,-4 0 0,12-5 0,3-2 0,2 1-690,0-2 1,0 0 689,-5 1 0,0 0-77,1-1 77,12 0 0,-10 2 0,7 0 0,-14 3 0,-1 0 0,7 0-393,-7 1 1,0-1 392,1 1 0,2-1 722,0 0-722,0 0 0,0-1 0,-2 1 0,1 0 0,-3 0 77,0 1-77,18 1 0,-19 0 0,14 2 0,-21 2 0,-4 0 863,2 1-863,-2 1 579,-4-2-579,1 3 0,-5-4 0,-1 0 0,1 0 0,-2-2 0,0 1 0,-12-4 0,1 4 0,-9-3 0,0 5 0,6-1 0,-3 1 0,-4 0 0,4-3 0,-5 1 0,5-1 0,0-1 0</inkml:trace>
  <inkml:trace contextRef="#ctx0" brushRef="#br0" timeOffset="347022">18333 7861 5734,'5'10'0,"1"-2"0,10-4 0,-5-2 0,16-3 0,-12-3 0,5-2 0,11-5 0,-10 3 0,4 0 0,2 1 0,-1 0 0,16-2 0,-5 1 0,-6 3 0,14 0 0,2 0 0,1 1-1003,-4 0 1,-1 1 1002,-4 0 0,-12 2 0,0-1-894,12-1 894,-14 1 0,0 1 0,5-1-215,9 1 215,-12 0 0,5 0 0,-12 2 0,5 1 0,-8 0 0,4 1 0,3 2 0,-11-3 0,6 2 0,-14-3 1735,-1 0-1735,-1-1 1079,-1 1-1079,-1-1 300,-16 1-300,7 0 0,-12 0 0,7 0 0,3-1 0,-5 2 0,-1-1 0,4 0 0,-7-1 0,-1-1 0,2-1 0,-5 0-270,3 2 270,0-1 0,-3 1 0,-1 0 0,-1 1 0,-11 1 0,9-1 0,-9 0 0,1-3 0,9 0 0,-9-1 0,3-1 0,-16 0 0,10 1 0,-6 1 0,-2 5 0,15 0-631,-15 2 631,20 0 0,1-1-433,0 1 433,0 0 0,1 0 0,-18 7 0,-1 0 0,11-3 0,-8 3 0,5-1 0,28-8 0,1-1 0,1 1 0,1 0 0,3-1 858,-1 0-858,4 0 476,0 0-476,3-1 0,7 0 0,-1-1 0,7-2 0,7-3 0,-3 1 0,9-2 0,7-3 0,-8 3-290,12-2 290,6 2-1492,-10 2 1492,-12 2 0,1-1 0,2 1 0,1-1 0,18-1 0,-17 1 0,2 0-111,0-1 0,2 0 111,-1 1 0,3-1 0,-2 1 0,4-1 0,-1 0-705,11 0 0,-5 0 705,-11 1-57,-5 0 1,-1 0 56,-4 1 0,12-1 0,-39 2 0,-5 2 0</inkml:trace>
  <inkml:trace contextRef="#ctx0" brushRef="#br0" timeOffset="372425">19669 7517 5734,'-4'3'0,"1"-1"0,3-1 0,3-4 0,-2 2 0,2-1 0,-2 1 0,-1 0 0,4-2 0,-3 1 0,1-3 0,-2 3 0,0-1 0,0 1 0,0 1 0,6-1 0,-3 0 0,10-4 0,-7 3 0,5-2 0,-1 1 0,-3 0 0,3 0 0,9-2 0,0 3 0,5-2 0,3 5 0,-11 1 0,7 0 0,6 0 0,-5 1 0,11 0 0,5-1-1122,-7 0 1122,10-1 0,-13 1 0,-1-1 0,10 0-593,-9 1 0,-1 0 593,3 0 0,-1-1-631,1 2 631,-1-2-98,2 1 98,12-1 0,-11 0 100,9 0-100,-14 1 0,-4 0 0,-1 0 0,7 0 0,15 1 448,-17 0-448,-6 1 669,3 0-669,-4 1 0,-6 0 0,4 0 115,-4 0-115,-3-1 919,1 1-919,-4 0 786,2-1-786,-3-1 0,2 0 0,-4-2 0,-2 0 0,0 0 0,-1 0 0,-1-1 0,2 1 0,-5-1 0,-5 1 0,-5-2 0,-7 2 0,-1-1 0,-3-1 0,-1 0 0</inkml:trace>
  <inkml:trace contextRef="#ctx0" brushRef="#br0" timeOffset="378860">20750 7263 5734,'-6'0'0,"2"0"0,1 0 0,2-1 0,0-2 0,1 1 0,-1-2 0,1 0 0,0 1 0,-1-1 0,1 0 0,-1 2 0,1-2 0,0 3 0,0-1 0,-2 2 0,6 0 0,-5-1 0,6 1 0,-4-1 0,-1 0 0,0-1 0,0 1 0,1-1 0,1 2 0,-1 0 0,2 1 0,-7 0 0,2-1 0,-2 0 0,2-1 0,1-1 0,-1-1 0,1 0 0,-1 0 0,-4-6 0,2 3 0,-2-3 0,2 1 0,1 2 0,-2-3 0,3 5 0,-1 0 0,1 1 0,0 1 0,1-1 0,-1 2 0,1 0 0,1-1 0,-2 1 0,2 0 0,-1 3 0,0-1 0,0 2 0,4-3 0,-2 1 0,6 3 0,-5 0 0,3 2 0,3 3 0,-2-3 0,5 4 0,-3-5 0,8 8 0,4 2 0,0 0 0,0 0 0,0 0 0,-8-5 0,7 6 0,-10-8 0,2 3 0,-2-3 0,0 1 0,-1-1 0,-3-2 0,2 1 0,0 2 0,-3-4 0,5 4 0,-7-6 0,2 0 0,-1 1 0,0-2 0,1 1 0,-2-2 0,0 2 0,-2-2 0,1 2 0,-5-7 0,3 2 0,-5-4 0,4 4 0,0 2 0,8 4 0,-3-1 0,3 4 0,-2-1 0,0-1 0,1 1 0,-1 3 0,0-4 0,1 4 0,-2-6 0,2 2 0,-3-1 0,1 0 0,-1-2 0,-1 0 0,2 0 0,-2-1 0,2 1 0,-1-1 0,1 1 0,-3-2 0,0-3 0,-1 2 0,-1-2 0,1 3 0,0 0 0,-2-6 0,1 2 0,-1-4 0,2 6 0,-1-2 0,1 0 0,-1 0 0,1 0 0,-1 0 0,1 0 0,-1-3 0,2 3 0,-3-4 0,2 5 0,0-2 0,0 5 0,0 0 0,0 2 0,-1 0 0,1 0 0,0 0 0,-1 0 0,1 1 0,-2 2 0,0-1 0,-2 3 0,1-1 0,-5 6 0,-7 9 0,2-2 0,-12 13 0,11-13 0,-5 7 0,0-2 0,0 0 0,-2 3 0,-4 5 0,1-1 0,8-10 0,1 0 0,1-1 0,5-7 0,-3 6 0,10-15 0,1 0 0,1-1 0,0 0 0,0-1 0,1-1 0,0 0 0,0 1 0,3-5 0,0 0 0,3-4 0,19-18 0,-10 11 0,15-16 0,-8 9 0,-4 4 0,5-7 0,2-3 0,-8 6-654,8-6 654,-10 9 0,0 0 0,9-11 0,-11 12 0,7-8 0,-11 12 0,-2 4 0,2-7 0,-5 11 0,0-4 0,-4 9 654,0 0-654,-3 2 0,0 2 0,-2 2 0,-3 2 0,-2 3 0,-2 3 0,-9 8 0,-1 1 0,-4 4 0,3-2 0,-2 1 0,2-3 0,2-1-486,-6 6 486,6-7 0,2-2 0,-1 1 0,6-8 0,1 2 0,7-6 0,3-3 0,10-12 0,2-1 0,6-10 0,-2 3 0,2-2 0,1-2 486,1 0-486,9-10 0,-7 7-714,6-6 714,-9 10 0,6-5 0,-9 7-34,5-2 34,-11 9 0,4-2 0,-6 5 0,2-2 0,-4 6 710,-2 0-710,1 0 38,1 2-38,-2 0 0,0 1 0,-3 2 0,0-1 0,-3 1 0,1-2 0,0 0 0,-1-1 0,-1-2 0,-16-11 0,9 2 0,-19-18 0,17 10 0,-1-2 0,1-2 0,0-2 0,-9-13 0,10 10 0,5 7 0,-3-5 0,5 5 0,1 7 0,-1-2 0,2 5 0,1 3 0,0 0 0,2 4 0,0 1 0,2 2 0,1 6 0,1 1 0,2 6 0,11 19 0,-5-12 0,5 7 0,3-1 0,-1-3 0,1-3 0,1 2 0,0-4 0,-1-1 0,12 12 0,-8-10 0,-1 0-594,-2-2 594,5 6 0,-8-9 0,15 13 0,-15-12 0,11 10 0,-20-17 0,0 0 0,-1-1 0,1 1 0,-3-5 0,1 0 594,-6-5-594,-2-1 0,-1-2 0,-2-2 0,-2-3 0,-2-1 0,-2-2 0,-2-2 0,-1-1 0,-6-9 0,-1-1 0,-2-5-322,1 3 0,0-1 322,8 7 0,2 2-1065,-8-12 1065,8 11 0,0 0 0,-7-15-691,6 12 691,-2-5-241,4 10 241,4 8 510,0-2-510,3 8 1012,4 3-1012,0 3 804,4 5-804,19 37 0,-8-18-14,1 2 1,0 2 13,10 9-1282,-6-8 1282,7 10 0,-7-13-758,1 0 758,-1-1 0,0-2 0,-2-1 0,6 5 0,-7-8 0,4 3 0,1-2 0,-11-10 272,6 4-272,-14-11 1209,1-1-1209,-2-2 901,-5-11-901,0 2 0,-5-9 0,-3-4 0,0 4 0,-4-7 0,-13-12 0,11 14 0,-11-12 0,8 14 0,7 7 0,-4-3 0,5 6 0,4 2 0,-2 0 0,5 4 0,0 0 0,2 1 0,-1 1 0,3 1 0,0 1 0,0 0 0,1 1 0,11 21 0,-4-10 0,10 17 0,-8-16 0,4 6 0,-2-4 0,2 4 0,-2-2 0,-2-5 0,7 8 0,-8-10 0,3 4 0,-5-8 0,-1-1 0,-1-3 0,-3-1 0,-7-5 0,3 2 0,-5-2 0,0 5 0,2 1 0,-4 2 0,0 6 0,2-2 0,-3 4 0,0 1 0,3-1 0,-3 4 0,4-2 0,-5 6 0,4-4 0,-4 5 0,4-6 0,0 0 0,1 0 0,-1-1 0,0 0 0,-2 2 0,3-4 0,-1 1 0,4-6 0,7-10 0,0 0 0,6-9 0,3-5 0,-1 3 0,2-5 0,4-2 0,-4 5-274,5-5 274,-5 7 0,4-6 0,-4 6 0,10-14 0,-13 17 0,4-6 0,-11 15 0,-2 3 0,-3 2 0,-3 7 0,-18 16 0,7-6-884,-15 14 884,11-12 0,0 1 0,-1 0 0,2 0 0,0 1 0,-5 6 0,7-8 0,0 1 0,-3 5-83,8-8 83,-2 1 0,9-11 0,2-2 0,3-4 0,2-2 876,4-2-876,7-9 0,0 0 0,6-7 365,-3 2-365,5-5 0,1-1 0,3-3 0,0 1 0,5-6 0,-6 6 0,1 0-409,0-1 1,-2 3 408,-13 13 0,-1 2 0,0-2 0,-5 6 0,0 1 0,-8 6 0,0 2 0,-24 25 0,14-16 0,-3 4 0,0-1 0,6-6 0,-2 2 817,4-3-817,4-5 0,-1 1 0,5-5 0,1-2 0,7-5 0,-1-1 0,5-6 0,-4 1 0,2-2 0,0-3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3-09T01:57:04.398"/>
    </inkml:context>
    <inkml:brush xml:id="br0">
      <inkml:brushProperty name="width" value="0.05292" units="cm"/>
      <inkml:brushProperty name="height" value="0.05292" units="cm"/>
      <inkml:brushProperty name="color" value="#FF0000"/>
    </inkml:brush>
  </inkml:definitions>
  <inkml:trace contextRef="#ctx0" brushRef="#br0">9345 1887 24575,'0'-17'0,"-13"4"0,10 13 0,-11 0 0,14 0 0,0 0 0,-13 0 0,10 0 0,-11-13 0,14 9 0,0-9 0,0 13 0,-13 0 0,10 0 0,-11 0 0,14 0 0,0 0 0,-13 0 0,10 0 0,-11 0 0,14 0 0,-13 0 0,10 0 0,-10 0 0,-1 0 0,11 13 0,-10-9 0,13 9 0,-14-13 0,11 0 0,-10 0 0,13 0 0,-14 0 0,11 13 0,-10-9 0,-1 9 0,11-13 0,-10 0 0,13 0 0,-14 0 0,11 0 0,-10 0 0,-1 13 0,11-9 0,-10 9 0,-1-13 0,11 0 0,-10 0 0,13 13 0,-13-9 0,9 9 0,-9-13 0,13 0 0,0 0 0,-13 0 0,9 0 0,-9 0 0,13 13 0,0-9 0,0 9 0,0-13 0,0 0 0,0 13 0,0-9 0,0 9 0,0-13 0,0 13 0,0-10 0,0 11 0,0-14 0,0 0 0,13 13 0,-9-10 0,9 11 0,-13-14 0,0 0 0,13 13 0,-9-10 0,9 11 0,-13-14 0,13 0 0,-10 0 0,24 13 0,-24-10 0,24 11 0,-24-14 0,24 0 0,-24 0 0,24 13 0,-24-10 0,24 11 0,-24-14 0,24 0 0,-24 13 0,24-10 0,-11 11 0,1-14 0,-4 13 0,1-10 0,-11 11 0,24-14 0,-24 13 0,10-10 0,1 10 0,-11-13 0,10 0 0,-13 0 0,0 14 0,14-11 0,-11 10 0,10-13 0,-13 0 0,0 0 0,0 14 0,0-11 0,0 10 0,0-13 0,0 14 0,0-11 0,0 24 0,-13-24 0,10 10 0,-11 1 0,14-11 0,-13 10 0,10 1 0,-11-11 0,1 10 0,10 0 0,-24-9 0,24 9 0,-24-13 0,24 13 0,-24-9 0,24 9 0,-24-13 0,24 0 0,-24 0 0,24 0 0,-24 0 0,24 0 0,-10 0 0,-1 0 0,11 0 0,-10 0 0,-1 0 0,11-13 0,-10 9 0,13-9 0,0 13 0,0 0 0,0-13 0,0 9 0,0-9 0,0 13 0,0 0 0,-14 0 0,11 0 0,-10-13 0,13 10 0,0-11 0,0 14 0,0 0 0,0 0 0</inkml:trace>
  <inkml:trace contextRef="#ctx0" brushRef="#br0" timeOffset="730">9615 1887 24575,'-17'0'0,"4"0"0,13 0 0,0 0 0,0 13 0,0-9 0,-13 9 0,9-13 0,-9 0 0,13 0 0,0 0 0,0 13 0,0-9 0,0 9 0,0-13 0,0 13 0,0-9 0,-13 22 0,9-22 0,-9 22 0,13-23 0,0 24 0,0-10 0,0-1 0,13 11 0,-9-10 0,9 13 0,-13 0 0,0-14 0,0 11 0,0-11 0,0 14 0,0-13 0,0 10 0,0-11 0,0 1 0,13-4 0,-9 1 0,9-11 0,-13 10 0,0-13 0,0 14 0,0-11 0,0 10 0,0-13 0,0 0 0,0-13 0,0 10 0,0-11 0,0 14 0,0-13 0,0 10 0,0-11 0,0 14 0</inkml:trace>
  <inkml:trace contextRef="#ctx0" brushRef="#br0" timeOffset="1861">9795 2276 24575,'16'-33'0,"-2"-7"0,-1 24 0,-10-14 0,10 13 0,-13-10 0,0 11 0,0-1 0,0-10 0,0 11 0,0-1 0,0-9 0,0 9 0,0 0 0,0-9 0,0 22 0,0-22 0,0 22 0,0-9 0,0 0 0,0 9 0,0-9 0,0 13 0,0 0 0,0 13 0,0-9 0,0 22 0,0-22 0,0 22 0,0-22 0,14 22 0,-11-9 0,10 0 0,-13 22 0,0-19 0,14 24 0,-11-28 0,10 11 0,1-10 0,-11 13 0,24 0 0,-24-14 0,10 11 0,1-24 0,-11 10 0,24 1 0,-24-11 0,24 10 0,-24-13 0,23 0 0,-22 0 0,22 0 0,-22-13 0,22 10 0,-22-11 0,22 1 0,-22 10 0,9-24 0,-13 24 0,0-10 0,13-1 0,-9 11 0,9-10 0,-13-1 0,0 11 0,0-10 0,0-1 0,0 11 0,0-10 0,0-1 0,0 11 0,0-24 0,0 24 0,0-10 0,0-1 0,-13-2 0,9-1 0,-9-9 0,13 22 0,0-22 0,0 22 0,0-22 0,-13 22 0,9-9 0,-9 0 0,13 9 0,0-9 0,0 0 0,0 9 0,0-22 0,0 22 0,0-9 0,0 0 0,0 9 0,-13-9 0,9 13 0,-9-13 0,13 10 0,0-11 0,0 14 0</inkml:trace>
  <inkml:trace contextRef="#ctx0" brushRef="#br0" timeOffset="2362">9765 2217 24575,'0'16'0,"-14"11"0,11-24 0,-10 10 0,-1-13 0,11 14 0,-10-11 0,13 10 0,-14-13 0,11 0 0,-10 0 0,-1 0 0,11 0 0,-10 0 0,13 0 0,0 0 0,-14 0 0,11 0 0,-10 0 0,13 0 0,0 0 0,0 0 0</inkml:trace>
  <inkml:trace contextRef="#ctx0" brushRef="#br0" timeOffset="2980">10454 1767 24575,'0'17'0,"0"-4"0,0 0 0,0 4 0,0 0 0,0 9 0,0-9 0,0 13 0,13 0 0,-10 0 0,10 0 0,-13 0 0,0 0 0,14 0 0,-11 0 0,10 0 0,-13 0 0,0 0 0,14-14 0,-11 11 0,10-11 0,-13 1 0,0 10 0,0-24 0,0 10 0,0 1 0,0-11 0,0 10 0,0-13 0,0 0 0,0-13 0,0 10 0,0-11 0,0 14 0,0-13 0,0 10 0,0-24 0,-13 24 0,10-24 0,-11 24 0,14-11 0</inkml:trace>
  <inkml:trace contextRef="#ctx0" brushRef="#br0" timeOffset="3346">10454 1767 24575,'46'0'0,"-16"0"0,-3 0 0,-11 14 0,14-11 0,0 10 0,0 0 0,-13-9 0,9 9 0,-9 0 0,0-9 0,9 22 0,-22-9 0,22 0 0,-22 9 0,9-9 0,-13 0 0,0 9 0,0-9 0,0 13 0,-13 0 0,-4 0 0,0 0 0,-9 0-650,9 0 650,-13 0-1492,-13 13 1492,10-10 0,-11 10-706,14-26 706,0 10 0,0-11-304,1 1 304,-1 9 568,13-22-568,-10 9 1456,11-13-1456,-1 0 774,-10 0-774,11 0 88,-14-13 1,13-4-1,4-13 1</inkml:trace>
  <inkml:trace contextRef="#ctx0" brushRef="#br0" timeOffset="62052">13778 2007 24575,'-13'16'0,"10"-2"0,-11-14 0,14 13 0,0-10 0,0 11 0,0-1 0,0-10 0,0 24 0,0-10 0,0-1 0,0 11 0,0-10 0,0 13 0,0-1 0,14 1 0,-11-13 0,10 10 0,-13-11 0,0 14 0,14 0 0,-11 0 0,10 0 0,-13 0 0,0 0 0,14 0 0,-11 0 0,10 0 0,-13-13 0,0 9 0,14-23 0,-11 24 0,10-10 0,-13-1 0,0 11 0,0-24 0,0 11 0,0-1 0,0-10 0,0 11 0,0-14 0,0 0 0,0 13 0,0-10 0,0 11 0,0-28 0,0 11 0,0-10 0,0 13 0,0 0 0,0-14 0,0 11 0,0-24 0,-13 24 0,10-24 0,-11 11 0,14-14 0</inkml:trace>
  <inkml:trace contextRef="#ctx0" brushRef="#br0" timeOffset="62525">13658 1797 24575,'17'0'0,"10"0"0,-24 0 0,24 13 0,-11-9 0,14 9 0,0-13 0,0 0 0,0 13 0,0-9 0,0 9 0,0 0 0,0-9 0,0 22 0,0-22 0,0 22 0,0-9 0,-14 0 0,11 9 0,-24 4-839,24 3 839,-24 24 0,11-24-1219,-14 24 1219,0-11 0,0 1 0,0 10 0,-14-24 0,11 23 0,-24-22 0,24 22 0,-24-22 0,24 22 0,-24-23 0,11 11-107,-1-14 107,-9-14 0,9 11 0,0-10 0,-9-1 782,22-2-782,-22-1 1263,22-10-1263,-22 11 120,22-14-120,-9 0 0,0 0 0,9 0 0,-9-14 0,13 11 0,0-24 0,0 24 0,0-10 0</inkml:trace>
  <inkml:trace contextRef="#ctx0" brushRef="#br0" timeOffset="62884">14737 1737 24575,'0'30'0,"0"0"0,-14 13-2030,11-9 2030,-10 22 0,13-9 0,0 13 0,0 0 0,0 0-1749,0 0 1749,0-1 0,0 1 0,0-13 14,0 9-14,13-22 0,-10 22 0,11-22 0,-14 9-220,0-13 220,13 0 0,-10 0 884,11 0-884,-14-14 1843,0 11-1843,0-24 989,0 24-989,0-24 269,0 11-269,0-14 0,0 0 0,0 0 0</inkml:trace>
  <inkml:trace contextRef="#ctx0" brushRef="#br0" timeOffset="63276">14198 1767 24575,'0'17'0,"0"-4"0,13-13 0,4 0 0,13 13 0,0-9 0,-1 9-1001,15-13 1001,2 0 0,14 0 0,13 0 0,-9 0-1264,-21 0 0,0 0 1264,20 0 0,-19 0 0,-1 0 0,20 0 0,-20 0 0,1 0 0,19 0 0,10 0-1410,-13 0 1410,-13 0 0,9 0-547,-22 0 547,9 0 770,-27 0-770,11-13 2351,-24 9-2351,11 4 1644,-14 4-1644,0 9 0,0-13 0,0 0 0</inkml:trace>
  <inkml:trace contextRef="#ctx0" brushRef="#br0" timeOffset="64132">15965 1857 24575,'-30'0'0,"13"0"0,-9 0 0,9 0 0,-13 0 0,0 13 0,0-9 0,0 22 0,0-22-812,-13 22 812,10-9 0,-11 13 0,14 0 0,1 0 0,-1 0 0,0 0 0,0 0 0,0 0 0,0 0 0,13 0 0,-10-14 0,24 11 0,-23-11 0,22 1 0,-9 10 0,13-11 812,0 1-812,0 10 0,0-11 0,0 1 0,0 9 0,13-22 0,-9 22 0,22-22 0,-9 22 0,13-22 0,0 9 0,0 0-565,13-9 565,-10 9 0,10 0 0,1-9 0,-11 9 0,24-13 0,-24 13 0,23-9 0,-22 9 0,9-13 0,-13 0 0,0 0 0,0 13 0,-13-9 0,9 9 0,-23-13 0,11 0 0,-1 0 565,-23 13-565,20-10 0,-37 11 0,24-1 0,-37 4 0,20 13-1276,-36 0 1276,22 0 0,-22 0 0,23-14 0,-24 11 0,24-11 0,-11 1-394,14 10 394,0-24 0,1 24 0,-1-24 0,13 10 0,-10-13 0,24 0 312,-24 0 0,37 0 1,-6 0-1</inkml:trace>
  <inkml:trace contextRef="#ctx0" brushRef="#br0" timeOffset="104877">2366 5152 24575,'17'0'0,"-4"0"0,-13 0 0,0 0 0,14 0 0,-11 0 0,23 0 0,-22-13 0,22 9 0,-22-9 0,22 13 0,-22 0 0,22 0 0,-22 0 0,22 0 0,-22 0 0,9 0 0,0-13 0,-9 9 0,22-9 0,-22 13 0,9 0 0,0 0 0,-10 0 0,24 0 0,-24 0 0,24 0 0,-24 0 0,24 0 0,-24 0 0,24 0 0,-24 0 0,24 0 0,-24 13 0,24-9 0,-24 9 0,11-13 0,-1 0 0,-10 0 0,24 0 0,-24 0 0,10 0 0,1 0 0,-11 0 0,24 0 0,-24 0 0,24 0 0,-24 0 0,10 0 0,1 0 0,-11 0 0,24 0 0,-24 0 0,24 0 0,-11 0 0,1 13 0,9-9 0,-9 9 0,13-13 0,-13 0 0,9 0 0,-9 0 0,0 0 0,9 0 0,-9 0 0,-1 0 0,11 0 0,-10 0 0,-1 0 0,11 0 0,-10 0 0,-1 0 0,11 0 0,-24 0 0,24 0 0,-11 0 0,1 0 0,10 0 0,-11 0 0,1 13 0,10-9 0,-11 9 0,1-13 0,10 0 0,-11 0 0,14 0 0,0 0 0,0 0 0,0 0 0,0 0 0,0-13 0,0 9 0,0-9 0,0 13-512,13 0 512,-10 0 0,11 0 0,-14 0 0,-1 0 0,15 0 0,-11 0 0,10 0 0,-13 0 0,0 0-30,0 0 30,0 0 0,0 0 0,0 0 0,0 0 0,0 0 0,0 0 0,0 13 0,0-9 0,0 9 0,0-13 0,0 0 0,0 0 0,0 0 9,13 0-9,-10 0 0,10 0 0,-13 0 0,0 0 31,0 0-31,0 0 0,13 0-510,-9 0 510,9 0 0,0 0 0,-9 0 0,22-13 0,-23 9 0,11-9 0,-1 0 0,-10 9 0,10-9 0,-13 13 0,14 0 0,-11-13 0,10 9 0,-13-9 0,0 13-28,0 0 28,0 0 488,-13 0-488,9 0 0,-9 0 0,0 0 522,9 0-522,-9 0 30,-1 0-30,11 0 0,-24 0 0,11 0 0,-1 0 0,-10 0 0,24 0 0,-24 0 0,11 0 0,-1 0 0,-10 0 0,11 0 0,-1 0 0,-10 0 0,11 0 0,-14 0 0,0 0 0,0 13 0,0-9 0,0 9 0,0-13 0,0 0 0,0 13 0,-14-9 0,11 9 0,-24-13 0,11 0 0,-14 0 0</inkml:trace>
  <inkml:trace contextRef="#ctx0" brushRef="#br0" timeOffset="130096">16085 4822 24575,'0'-16'0,"0"2"0,0 14 0,-14 0 0,11-13 0,-10 10 0,-1-10 0,11 13 0,-10-14 0,-1 11 0,11-10 0,-23-1 0,22 11 0,-22-10 0,22-1 0,-22 11 0,9-24 0,0 24 0,-9-10 0,9-1 0,-13 11 0,0-24 0,0 24 0,0-24 0,0 24 0,0-23 0,0 22 0,0-22-778,-13 22 778,10-22 0,-10 22 0,13-22 0,0 22 0,-27-22 0,21 22 0,-21-22 0,27 22 0,0-22 0,0 22 0,0-9 0,0 0 0,0 10 0,0-11 0,0 1 0,0 10 0,0-11 0,0 1 0,1 10 0,-1-24 0,0 24 0,0-11 0,0 14 0,13-13 0,-10 10 778,11-11-778,-14 1 0,0 10 0,0-11 0,0 1 0,0 10 0,0-11 0,0 1 0,0 10 0,0-10 0,0-1 0,0 11 0,0-10 0,0-1 0,0 11 0,1-10 0,-1 13 0,0 0 0,0 0 0,0 0 0,0 0 0,0 0 0,0 0 0,0 0 0,0 0 0,0 0 0,0 0 0,0 0 0,0 0 0,0 0 0,0 0 0,-13 13-602,10-10 602,-11 11 0,1-1 0,10-10 0,-24 24 0,24-24 0,-24 10 0,24 1 0,-23-11 0,9 24-1397,0-24 1397,-9 24 0,23-24 0,-24 10-735,24 1 735,-11-11 0,14 24 0,-13-24 0,10 10 0,-10 1 0,13-11 0,0 24 0,0-24 0,0 10 0,0 0 0,0-9 0,0 9 0,0 0 0,0-9 0,0 22 0,0-22 0,0 22 0,0-9 0,0 0 0,0 9 0,0-9 0,0 0 0,0 9 0,1-9 0,-1-1 0,0 11 0,0-10 0,13 13 0,-10-14 0,11 11 0,-14-10 0,13 13 0,-9-1 0,9-12 537,0 10-537,-9-11 1383,22 14-1383,-22 0 0,22 0 303,-9 13-303,13-9 0,-13 9 0,9-13 0,-9 0-32,13-13 32,13 23 0,-9-21 0,9 25 0,-13-14 0,13 0 0,4 0 0,0 0 0,9 13 0,-9-10-1197,26 10 1197,-10-13-1609,11 14 1609,-1-11 0,4 10-1728,12 0 1728,1-9-1239,-24-12 1,2-1 1238,38 9 0,-32-8 0,2-1 0,5-4 0,1-1 0,7 6 0,2 0 0,-1-6 0,3-2 0,16-6 0,2 0-1716,-12 6 1,2-1 1715,-14-10 0,3-4 0,-1 2 0,18 6 0,-1 0 0,-18-6 0,2-2 0,-1 1 0,23 0 0,2 0-850,-21-4 0,2-2 1,0 2 849,-4 3 0,-1 1 0,2-2-550,6-5 1,2-3 0,-2 0 549,-6 1 0,-2-1 0,1-1-357,4 1 1,0 0 0,-2-3 356,-2-4 0,-2-3 0,1 0-45,0 5 1,0 0 0,0-1 44,0-3 0,0-1 0,0-1 70,-4 1 1,-1 0-1,0 0-70,21-10 0,-2 0 261,-6 1 0,-3-2-261,-11 2 0,-2-2 468,1-5 1,-2-1-469,-12 6 0,-2-1 687,1-4 1,-3-1-688,-4 0 0,-2 0 1592,18-26-1592,-23 20 0,-5 0 0,-2-21 0,9-9 1683,-22 13-1683,9 0 0,-13 1 0,-13-1 0,9 0 1816,-22 13-1816,9 4 0,-13 0 0,0 9 0,0-9 0,-13 26 0,-4-9 981,-26 22-981,10 4 0,-10 4 0,13 9 0</inkml:trace>
  <inkml:trace contextRef="#ctx0" brushRef="#br0" timeOffset="131588">6320 4283 24575,'-30'0'0,"-13"0"0,10 0-1583,-24 0 1583,24-13-1117,-24 10 1117,11-11-906,-14 14 906,0 0 0,0 0 0,0 0 0,0-13 0,0 10 0,0-11 0,0 1 0,0 10 0,0-24-2079,-13 24 2079,10-24 0,-10 24 0,13-24 0,0 24 0,-13-10 0,10-1 0,19 13 0,1-1 0,-20-11 0,20 5 0,-1 2 0,-19 3 0,21-4 0,-3 1 0,-6 5 0,-1 2 0,4-1 0,0 0-1033,-11-1 0,1 2 1033,13 5 0,0 1 0,1-5 0,-1-1-608,0 5 0,0 2 608,-1-1 0,2-1-573,-33-3 573,34 11 0,0-1 0,-34-10 0,32 10 0,0 1 0,-31-11 0,32 10 0,1 1 0,-20-11 0,20 10 0,0 1 0,-21-11 0,21 10 0,0 1 0,-20-11 0,-11 24 0,14-24 0,-13 24 0,10-24 0,-10 24 0,13-11 0,-13 1 0,9 9 0,-9-9 0,37 4 0,-1 1 0,-40 12 0,39-13 0,0 1 0,-6 0 0,1-1 0,-20 12 0,20-4 0,0-1 0,-21 5 0,28-11 0,-1 0 161,-23 8-161,0 13 0,0-10 0,1 10 0,-1-13 0,0 0 0,13 13 0,-9-9 1919,22 9-1919,-9 0 0,0-9 0,9 22 0,-9-23 0,13 24 0,14-10 0,-11-1 0,24 11 0,-11-11 0,28 28 463,-11-11-463,24 10 0,-11 0 0,27-10 0,-26-20 0,0 1 0,9-5 0,4-1 0,0 0 0,0 0 0,0 6 0,3-1 0,9-11 0,3-1 0,-1 6 0,2-1-1048,5-4 0,4-4 1048,17-3 0,3-3-1300,-6 0 1,2-1 1299,-14-10 0,2-1 0,1-1-909,-1 1 1,1 1 0,1-2 908,3-2 0,2-1 0,0-3-480,3-1 0,1-3 0,1 0 480,2 1 0,2 0 0,0-3-139,0-4 0,0-4 0,1 2 139,4 4 0,0 0 0,0-1-37,-5-3 1,0-1-1,1-1 37,3-3 0,0-1 0,-1 1 0,-2 3 0,-1 1 0,1-3 0,-1-4 0,1-3 0,-1 1 0,0 4 0,-1 0 0,0-2 0,-4-6 0,0-2 0,0 0 0,0 4 0,0 0 0,-1 0 0,-3-3 0,0-1 0,-1 0 0,0 1 0,-1-1 0,0 1 0,-8 4 0,-1 0 0,0-3 52,0-4 1,0-3-1,-2 0-52,16-8 0,-2 0 191,1 1 0,-2-3-191,-12-2 0,-2-2 415,1 6 0,-3-1-415,-10 2 0,-3-2 0,0-5 0,-1 1 705,-5 12 1,-2-1-706,-5-11 0,-1-1 2014,20-19-2014,-13 3 0,0 4 0,0 9 0,-14-13 3240,-2 14-3240,-1 2 0,-10 1 2851,-3 10-2851,-3-10 0,-10 13 2824,13 13-2824,-14-10 2029,-2 24-2029,-1-24 0,-23 24 0,20-10 0,-23 13 0,0 0 0,-4 0 0,-13 0 0</inkml:trace>
  <inkml:trace contextRef="#ctx0" brushRef="#br0" timeOffset="160245">11712 5032 24575,'-47'0'0,"4"-13"0,26 9 0,-10-9 0,11 13 0,-14-13 0,0 9 0,0-9 0,0 13 0,0 0 0,13 0 0,-9 0 0,9 0 0,-13 0 0,0 0 0,0 0 0,0 0 0,0 0 0,0 0 0,0 0 0,1 0 0,-1-13 0,0 10 0,13-11 0,-10 14 0,11 0 0,-1 0 0,-10 0 0,11 0 0,-14 0 0,13 0 0,-9 0 0,9 0 0,-13 0 0,13 0 0,-9 0 0,9 0 0,-13 0 0,0 0 0,0 0 0,0-13 0,0 10 0,0-11 0,0 14 0,0 0 0,0 0 0,1 0 0,-1 0 0,13 0 0,-10 0 0,11 0 0,-14 0 0,0-13 0,0 10 0,0-11 0,0 14 0,0 0 0,0 0 0,0 0 0,0 0 0,0 0 0,0 14 0,0-11 0,0 10 0,0-13 0,0 0 0,0 0 0,0 0 0,1 0 0,-1 0 0,0 0 0,0 0 0,0 0 0,0 0 0,0 0 0,0 0 0,0 0 0,13 14 0,-9-11 0,9 10 0,-13-13 0,13 0 0,-9 0 0,9 0 0,-13 0 0,14 0 0,-11 0 0,10 0 0,-13 0 0,0-13 0,0 10 0,0-11 0,1 28 0,-1-11 0,0 10 0,0-13 0,0 0 0,0 0 0,0 0 0,0 0 0,0 0 0,0 0 0,0 0 0,0 14 0,0-11 0,0 10 0,0-13 0,0 0 0,0 0 0,14 0 0,-11 0 0,10 0 0,-13 13 0,14-9 0,-11 9 0,11-13 0,-1 0 0,-10 0 0,11 13 0,-1-9 0,-10 9 0,11-13 0,-1 0 0,-10 0 0,24 0 0,-24 13 0,11-9 0,-1 9 0,-9-13 0,9 0 0,0 0 0,-9 0 0,9 0 0,0 13 0,-9-9 0,9 9 0,-13-13 0,14 0 0,-11 13 0,10-9 0,-13 9 0,14-13 0,-11 0 0,10 13 0,1-9 0,-11 9 0,11-13 0,-14 13 0,13-9 0,-10 9 0,11 0 0,-14-10 0,13 11 0,-10-1 0,24-10 0,-24 11 0,11-1 0,-1-10 0,-9 11 0,22-14 0,-22 13 0,9-10 0,0 24 0,-9-24 0,9 11 0,0-1 0,-9-10 0,22 24 0,-22-24 0,23 11 0,-24-1 0,10-10 0,1 24 0,-11-24 0,24 24 0,-24-11 0,24 14 0,-24-13 0,24 10 0,-24-11 0,24 14 0,-24 0 0,24 0 0,-10 0 0,-1 0 0,11 0 0,-10 0 0,13 0 0,-14 0 0,11 0 0,-10-14 0,13 11 0,0-10 0,0 13 0,0-14 0,0 11 0,0-10 0,-14-1 0,11 11 0,-10-24 0,13 24 0,0-24 0,13 24 0,-10-11 0,11 1 0,-14 10 0,0-24 0,0 24 0,0-24 0,0 24 0,13-24 0,-10 23 0,11-22 0,-14 22 0,13-22 0,-10 22 0,24-9 0,-11 0 0,1 9 0,10-22 0,-24 22 0,24-22 0,-11 9 0,1 0 0,10-10 0,-11 24 0,14-24 0,0 24 0,0-24 0,0 11 0,0-1 0,0-10-476,13 11 476,-9-14 0,9 13 0,-13-10 0,0 11 0,13-1 0,-10-10 0,11 11 0,-1-14 0,-10 13 0,24-10 0,-24 11 0,10-14 0,0 0 0,-9 13 0,9-10 0,0 10 0,-9-13 0,9 0 0,0 14 0,-10-11 0,11 10 0,-14-13 0,13 0 0,-10 0 0,10 14 0,-13-11 0,14 10 0,-11-13 0,10 0 0,-13 0 0,0 0 0,13 0 0,-9 0 0,9 0 0,-13 0 0,0 14 0,0-11 0,13 10 0,-10-13 0,11 0 0,-15 0 0,1 0 0,14 0 0,-11 0 0,10 0 0,-13 14 0,0-11 0,13 10 0,-9-13 0,9 0 0,0 0 0,-10 0 0,11 0 0,-1 14 0,-10-11 0,11 10 0,-1-13 0,-10 0 0,24 0 0,-24 0 0,24 0 0,-24 0 0,23 0 0,-22 0 0,22 0 0,-22 0-1289,22 0 1289,-9 14 0,-1-11 0,11 10 0,-24-13 0,24 0 0,-11 0 0,1 0 0,10 0 0,-24 0 0,23 14 0,-22-11 0,22 10 0,-22-13 0,22 0 0,-23 0 0,24 0 0,-24 0 0,24 0-670,-24 0 670,10 0 0,1 0 0,-11 0 0,10 0 0,-13 0 0,13 0 0,-9 0 0,9 0 0,-13 0 0,13 0 0,-10-13 0,11 10 0,-1-11 0,-10 14 0,11-13 0,-1 10 0,-10-24 0,24 24 0,-24-11 0,23 1 0,-22 10 0,9-24 0,0 24 0,-9-24 0,9 24 0,-13-24 0,0 24 0,0-24 0,0 11 0,0-1 0,0-10 0,0 24 0,-1-24 0,1 11 0,0-1 0,0-10 0,0 11 0,0-1 0,0-10 0,0 11 0,0-1 0,0-9 0,-13 22 0,9-22 0,-9 9 0,13 0 0,0-9 430,0 9-430,-14 0 0,11-9 0,-10 9 1272,-1 1-1272,11-11 733,-24 24-733,24-24 0,-24 10 0,24 1 0,-24-11 0,24 10 0,-24-13 0,10 14 0,-13-11 0,0 24 0,0-24 0,0 24 0,0-24 0,0 24 0,0-24 0,0 11 0,-13-1 0,10-10 0,-24 11 0,11-14 0,-14 0-1210,0 0 1210,0-13 0,0 9 0,0-9 0,0 0 0,-13 10 0,9-11-1716,-9 1 1716,0 10 0,10-24 0,-24 24 0,24-10 0,-24 13 0,24 0 0,-24 0 0,11 0 0,-1 0 0,-10 0 0,11 0 0,-14 0 0,11 14 0,-2 2 0,-19-3 0,14 9 0,-1 3 0,-19 5 0</inkml:trace>
  <inkml:trace contextRef="#ctx0" brushRef="#br0" timeOffset="200223">7848 6260 24575,'13'17'0,"-10"-4"0,11-26 0,-14 9 0,13-9 0,4 13 0,13 0 0,-14 0 0,24 0 0,-20 0 0,23 0 0,-13 0-1069,14 0 1069,2 0 0,1 0 0,9 0-1637,-9 0 1637,13 0 0,0 0 0,0 0 0,0 0 0,-1 0 0,1 0-2023,14 0 2023,-11 0 0,10 0 0,0 0 0,-10 0 0,11 0 0,-14 0 0,-1 0-1510,1 0 1510,0 0 0,0 0-296,-13 0 296,9 0 0,-9 0 0,0 0 0,9 0 0,-23 0 0,24 0 0,-24 0 0,24 0 758,-24 0-758,10 0 0,-13 0 0,14-13 0,-11 10 1889,-3-11-1889,-4 14 1760,-9 0-1760,0 0 1421,9 0-1421,-22 0 707,22 0-707,-22 0 0,9 0 0,-26 0 0,-17 0 0,-17 0 0</inkml:trace>
  <inkml:trace contextRef="#ctx0" brushRef="#br0" timeOffset="203777">7818 16145 24575,'-17'0'0,"4"0"0,-1 0 0,11 0 0,-24 0 0,24 0 0,-23 0 0,22 0 0,-22 0 0,22 0 0,-22 13 0,22-10 0,-22 11 0,22-14 0,-9 0 0,0 0 0,9 0 0,-9 0 0,13 0 0,0 0 0,-13 0 0,9 0 0,-9 0 0,13 0 0,0 0 0,0 13 0,0-10 0,0 10 0,0-13 0,0 0 0,-13 0 0,9 0 0,-9 0 0,13 0 0,0 0 0,-13 14 0,10-11 0,-11 10 0,14-13 0,0 0 0,-13 0 0,10 0 0,-11 0 0,14 0 0,0 0 0,0 14 0,0-11 0,0 10 0,0-13 0,0 0 0,0 14 0,0-11 0,0 10 0,0-13 0,0 14 0,14 2 0,-11 1 0,10-4 0,-13 1 0,0-11 0,14 24 0,-11-24 0,23 10 0,-22-13 0,22 13 0,-22-9 0,22 9 0,-22-13 0,22 0 0,-22 0 0,9 0 0,0 0 0,-9 0 0,22-13 0,-22 9 0,22-9 0,-22 0 0,22-4 0,-23 1 0,24-11 0,-24 10 0,24 1 0,-24-11 0,11 10 0,-1-13 0,-10 0 0,11 1 0,-1-1 0,-10 0 0,11 13 0,-14-10 0,0 11 0,0-1 0,0-10 0,0 24 0,0-10 0,0 0 0,0 9 0,0-9 0,0 13 0,0 0 0,0 13 0,0-9 0,0 22 0,0-23 0,0 24 0,0-10 0,0 13 0,0 0 0,0 0 0,0 0 0,0-1-532,0 15 532,13-11 0,-10 10 0,11-13 0,-14 0-60,13 0 60,-10 0 0,11-13 0,-14 9 0,0-9 0,13 0 530,-10-4-530,10 0 62,-13-9-62,0 9 0,0-13 0,14 0 0,-11 0 0,10 0 0,-13 0 0,0 0 0,0-13 0,0 9 0,14-22 0,-11 9 0,10 0 0,-13-9 0,0 9 0,0 0 0,14-9 0,-11 9 0,10 1 0,-13-11 0,0 24 0,0-24 0,0 24 0,0-24 0,0 24 0,0-11 0,0 1 0,0 10 0,0-11 0,0 14 0,0 0 0,0-13 0,0 10 0,0-11 0,0 14 0,0 0 0,14 0 0,-11 0 0,10 0 0,-13 0 0,0-13 0,0 10 0,0-10 0,0 13 0,14 0 0,-11 0 0,10 0 0,-13 0 0,0 0 0,0-14 0,0 11 0,0-10 0,0 13 0,0 0 0,0-14 0,0 38 0,0-31 0,0 47 0,0-24 0,-13 1 0,10 10 0,-11-11 0,14 14 0,0 0 0,0 0 0,0 0 0,0-13 0,0 9 0,0-9 0,0 0 0,0 9 0,0-22 0,0 22 0,0-22 0,0 9 0,0-13 0,0 0 0,0-13 0,0 9 0,0-9 0,0 0 0,0-4 0,0-13 0,0 13 0,0-9 0,0 9 0,0-13 0,14 0 0,-11 0 0,10 0 0,-13 0 0,14 0 0,-11 1 0,10-1 0,0 13 0,-9-10 0,22 24 0,-22-24 0,22 24 0,-22-10 0,9 13 0,0-14 0,-9 11 0,22 3 0,-22 3 0,9 11 0,0-14 0,-9 13 0,22-10 0,-22 11 0,9-1 0,0-10 0,-10 24 0,11-10 0,-14 13 0,0-1 0,0 1 0,13 0 0,-10 0 0,11 0 0,-14 0 0,0 0 0,0 0 0,0 0 0,0 0 0,0 0 0,0-13 0,0 9 0,0-22 0,0 22 0,0-22 0,13 9 0,-10-13 0,11 0 0,-14 0 0,13 0 0,-10 0 0,24 0 0,-24 0 0,24-13 0,-24 9 0,24-22 0,-10 22 0,-1-22 0,11 22 0,-11-22 0,1 22 0,10-22 0,-24 22 0,24-22 0,-24 22 0,24-22 0,-24 23 0,24-11 0,-24 1 0,10 10 0,0-24 0,-9 24 0,9-24 0,-13 24 0,0-11 0,13 1 0,-9 10 0,9-11 0,-13 1 0,0 10 0,0-11 0,0 14 0,0-13 0,0 10 0,0-24 0,0 24 0,0-10 0,13 13 0,-9-14 0,9 11 0,-13-10 0,0 13 0,0-14 0,0 11 0,0-10 0,0 13 0,0 0 0,-13 0 0,9-14 0,-9 11 0,13-10 0,0 13 0,0 0 0,-13 0 0,9 13 0,-9-10 0,0 11 0,9-1 0,-22-10 0,23 24 0,-24-24 0,24 24 0,-24-11 0,24 14 0,-11-13 0,1 10 0,10-11 0,-11 14 0,14-13 0,0 10 0,0-11 0,0 1 0,0 9 0,14-9 0,-11 0 0,10 9 0,-13-22 0,14 22 0,-11-22 0,10 9 0,1-13 0,-11 0 0,24 0 0,-24-13 0,23 9 0,-22-22 0,9 9 0,0-13 0,-9 13 0,9-9 0,0 9 0,-9-13 0,9 0 0,-13 14 0,0-11 0,0 10 0,0 1 0,0-11 0,0 24 0,0-11 0,0 14 0,0 0 0,0-13 0,0 10 0,0-10 0,0 13 0,0 13 0,0-10 0,13 10 0,-9 1 0,9-11 0,-13 24 0,0-24 0,13 24 0,-9-11 0,9 1 0,-13 10 0,13-24 0,-9 24 0,9-24 0,0 10 0,-9-13 0,22 0 0,-9 0 0,-1 0 0,11 0 0,-10-13 0,13 10 0,-14-24 0,11 10 0,-24-13 0,24 0 0,-24 0 0,11 0 0,-1 1-560,-10-15 560,10 11 0,-13-24 0,0 24 0,0-23 0,0 22 0,0-22 0,0 22 0,0-9 0,-13 13 0,10 0 0,-10 0 0,13 14 0,0-11 0,-14 24 0,11-24 0,-10 24 560,13-11-560,0 14 0,0 0 0,-14 14 0,11-11 0,-10 24 0,13-11 0,-14 14 0,11 0 0,-10 14-1037,13-11 1037,0 23 0,0-22 0,0 22 0,0-9 0,0-1 0,0 11 0,0-24 0,0 24 0,0-24 0,13 10-432,-10-13 432,24 0 0,-24 0 0,11 0 0,-1 0 0,-10-13 0,24 9 0,-24-22 0,24 9 1014,-24-13-1014,24 0 455,-24 0-455,24 0 0,-24-13 0,24 9 0,-24-22 0,10 9 0,1 1 0,-11-11 0,10 10 0,-13-13 0,14 14 0,-11-11 0,10 24 0,-13-24 0,0 24 0,0-11 0,0 14 0,0 0 0,0 14 0,0-11 0,14 24 0,-11-11 0,10 14 0,-13 0 0,0 0 0,13-13 0,-9 9 0,9-9 0,0 13 0,-9-13 0,22-4 0,-22 0 0,22-9 0,-22 9 0,22-13 0,-22-13 0,22 9 0,-22-22 0,22 9 0,-23-13 0,24 0 0,-24 0-531,11-13 531,-14 10 0,0-11 0,0 14 0,0 0 0,0 1 0,0 12 0,0-10 0,-14 24 0,11-10 0,-10-1 531,13 11-531,0-10 0,-14 13 0,11 13 0,-10-10 0,0 24 0,9-24 0,-9 24 0,0-10 0,9 12 0,-9-12 0,13 10 0,13-11 0,-9 1 0,9-4 0</inkml:trace>
  <inkml:trace contextRef="#ctx0" brushRef="#br0" timeOffset="204229">10034 16055 24575,'0'-17'0,"-13"4"0,10 13 0,-24 0 0,10 0 0,1 13 0,-11-10 0,10 24 0,1-10 0,-11 13 0,24 0 0,-11 0 0,1-1 0,10 15 0,-10-11 0,26 10 0,-10-13 0,10 0 0,1-13 0,-11 9 0,10-9 0,1 0 0,-11-4 0,24-13 0,-24-13 0,24 9 0,-11-22 0,1 9 0,10-13 0,-24 0 0,10 0 0,1 0 0,-11 0 0,10 14 0,-13-11 0,0 24 0,13-24 0,-9 24 0,9-10 0,-13 26 0,13-10 0,-9 24 0,22-11 0,-22 14 0,22 14-1513,-22-11 1513,9 37 0,0-20-1175,-11-8 0,0 2 1175,11 20 0,-13-22 0,0 2 0,13 33-1448,-10-33 1,-2 1 1447,-1 1 0,0-2 0,-4 33-954,-2-33 0,-1-2 954,-6 22 375,9 9-375,-22-13 0,9-14 0,-13-2 0,0-14 0,0 0 0,0-14 0,-13 11 0,10-37 0,-11 20 1520,14-24-1520,0 1 0,1 10 2892,12-24-2892,-10 11 2681,24-14-2681,-10 0 0,13 0 0,13 0-15,4-14 15,13 11-1018,-1-23 1018,1 22 0,14-9 0,2 0 0,14-4 0</inkml:trace>
  <inkml:trace contextRef="#ctx0" brushRef="#br0" timeOffset="205369">11083 16085 24575,'16'0'0,"-2"0"0,-14 0 0,0 0 0,0 13 0,0-10 0,0 11 0,0-14 0,0 13 0,0-10 0,0 24 0,13-24 0,-10 24 0,10-11 0,-13 14 0,14-13 0,-11 10 0,10-11 0,-13 14 0,14 0 0,-11-13 0,10 10 0,-13-11 0,14 1 0,-11 9 0,10-22 0,-13 22 0,0-22 0,0 9 0,0-13 0,0 0 0,14 0 0,-11 0 0,10-13 0,-13 9 0,0-22 0,14 9 0,-11-13 0,10-13-603,1 10 603,-11-11 0,23 14 0,-22-13 0,22 10 0,-22-10 0,22-1 0,-22 11 0,22-10 0,-22 13 0,9 0 0,0 0 0,-9 13 0,9-9 0,-13 22 0,0-22 0,0 22 603,0-9-603,0 13 0,0 0 0,0 13 0,0-9 0,-13 22 0,9-9 0,-9 0 0,13-4 0</inkml:trace>
  <inkml:trace contextRef="#ctx0" brushRef="#br0" timeOffset="207030">11053 16055 24575,'16'13'0,"11"-10"0,-24 24 0,11-10 0,-1-1 0,3 11 0,1-10 0,10 12 0,-24 1 0,24 0 0,-11 0 0,1 0 0,10 0 0,-24 0 0,24 0 0,-11 0 0,1 0 0,9 0 0,-9 13 0,0-23 0,9 20 0,-22-23 0,22 13 0,-22 0 0,22 0 0,-22-14 0,22 11 0,-22-24 0,9 24 0,-13-24 0,0 11 0,0-14 0,13 0 0,-23-14 0,20 11 0,-36-10 0,22-1 0,-22 11 0,22-10 0,-22-1 0,22 11 0,-22-10 0,22 13 0,-9 0 0</inkml:trace>
  <inkml:trace contextRef="#ctx0" brushRef="#br0" timeOffset="207325">11023 16893 24575,'16'-26'0,"-2"6"0,-1-23-2574,4-1 2574,-1-2 0,11-1 0,-11-9 0,1 9-1666,10-13 1666,-11 0 0,14 0 0,0 0 0,0 14 0,-13-11-187,9 24 187,-22-24-287,22 37 287,-22-20 1095,9 24-1095,-13-1 1901,13-10-1901,-9 24 1352,9-10-1352,-13 13 366,0 0-366,-13 0 0,9 13 0,-22 4 0,22-1 0,-9 11 0,13-10 0</inkml:trace>
  <inkml:trace contextRef="#ctx0" brushRef="#br0" timeOffset="209296">12940 15396 24575,'-17'0'0,"-10"0"0,24 0 0,-24 0 0,11 0 0,-1 0 0,-9 13 0,22-10 0,-22 11 0,22-1 0,-22-10 0,22 24 0,-22-24 0,22 11 0,-9-1 0,0-10 0,9 24 0,-9-24 0,13 11 0,0-14 0,-13 13 0,9-10 0,-9 10 0,13-13 0,0 14 0,0-11 0,0 10 0,0-13 0,0 14 0,-13-11 0,9 10 0,-9-13 0,13 14 0,0-11 0,0 10 0,0 1 0,0-11 0,0 24 0,0-24 0,0 24 0,0-24 0,0 24 0,0-11 0,0 1 0,0 9 0,0-9 0,0 13 0,13 0 0,-9 13-1105,9-10 1105,0 24 0,-9-10-1748,9 13 1748,0-1 0,-9 1 0,9 0-2129,0 14 2129,-9-11 0,22 10 0,-22-13 0,9 0-1540,0 0 1540,-9 0-325,9-14 325,0 11 0,-9-24 0,9 24 1352,-13-24-1352,13 10 0,-10-13 2058,11-13-2058,-14 9 1881,0-9-1881,0 0 1556,0-4-1556,0 0 0,0-9 0,-14 9 0,11-13 0,-10 0 0,0 0 0,9 0 0,-22 0 0,22 0 0,-22-13 0,22 9 0,-9-9 0</inkml:trace>
  <inkml:trace contextRef="#ctx0" brushRef="#br0" timeOffset="209615">12550 16264 24575,'30'0'0,"-13"0"0,9 0 0,-9 0 0,13-13 0,0 10 0,-13-11 0,9 14 0,-9 0 0,26 0 0,-10 0 0,11 0 0,-14 0 0,0 0 0,0 0 0,0 0 0,-14 0 0,11 0 0,-11 0 0,1 0 0,-4 0 0,1 0 0,-11 0 0,10 0 0,-13 0 0,0 0 0,0 14 0,0-11 0,0 10 0,-13-13 0,10 0 0,-11 0 0,14 0 0,-13 0 0,10 0 0,-11 0 0</inkml:trace>
  <inkml:trace contextRef="#ctx0" brushRef="#br0" timeOffset="210031">13059 16234 24575,'0'-16'0,"0"2"0,0 14 0,0 0 0,0 14 0,0-11 0,0 10 0,0-13 0,0 0 0,-13 0 0,10 0 0,-11 0 0,28 0 0,-11 0 0,10 0 0,-13 0 0,0 0 0,0 14 0,0-11 0,0 10 0,0-13 0,0 0 0,0 14 0,0-11 0,0 10 0,0 1 0,14 2 0,-11 1 0,10 10 0,-13-11 0,0 14 0,0 0 0,14 0 0,-11 0 0,10 0 0,-13 0 0,0 0 0,0 0 0,14 0 0,-11-14 0,10 11 0,-13-24 0,0 24 0,0-24 0,0 11 0,0-14 0,0 0 0,-13 0 0,10 0 0,-11 0 0,1 0 0,-4 0 0</inkml:trace>
  <inkml:trace contextRef="#ctx0" brushRef="#br0" timeOffset="210261">13059 15815 24575,'0'-17'0,"0"4"0,0 0 0,0 10 0,0-11 0,0 14 0,0 0 0,-13 0 0,10 0 0,-11 0 0</inkml:trace>
  <inkml:trace contextRef="#ctx0" brushRef="#br0" timeOffset="210744">13359 15665 24575,'13'30'0,"-9"0"0,9 0 0,-13 0 0,0 0-2025,13 13 2025,-9 4 0,9 0 0,-13 9 0,0-23 0,13 24 0,-9-10 0,9-1 0,-13 11 0,13-24 0,-10 10 0,11 1 0,-14-11 355,0 10-355,0-13 0,13 0 404,-10-13-404,11 9 0,-14-22 0,0 22 1026,0-22-1026,0 9 60,0-13 0,0 0 0,0 0 0</inkml:trace>
  <inkml:trace contextRef="#ctx0" brushRef="#br0" timeOffset="211048">13718 15605 24575,'17'30'0,"-4"14"0,-13-11 0,0 24-3310,14-11 3310,-11 14 0,10-13 0,-13 9 0,0-9 0,14 13 0,-11 0 0,10-1 0,-13-12 0,0 10 92,14-24-92,-11 10 0,10 0 0,-13-9 754,14-4-754,-11-4 0,10-9 0,-13 0 1660,0 9-1660,0-22 804,0 9-804,0 0 0,0-9 0,0 9 0,-13-26 0,10 9 0,-11-9 0,14 13 0</inkml:trace>
  <inkml:trace contextRef="#ctx0" brushRef="#br0" timeOffset="211858">14288 16444 24575,'16'0'0,"11"-13"0,-24 9 0,24-22 0,-24 23 0,10-24 0,1 10 0,-11 1 0,10-11 0,-13 10 0,14-13 0,-11 0 0,10 0 0,-13 1 0,-13 12 0,10-10 0,-11 11 0,14-1 0,-13 4 0,10-1 0,-24 11 0,24-10 0,-24 13 0,24 13 0,-24-10 0,11 24 0,-14-24 0,13 24 0,-10-10 0,24 13 0,-24-1 0,24 1 0,-10 0 0,13 0 0,0 0 0,13 0 0,-10 0 0,24 0 0,-24 0 0,24-13 0,-10 9 0,13-22 0,-1 22 0,1-22 0,0 9 0,0-26 0,0 9 0,0-22 0,0 22 0,0-22 0,0 9 0,0-13 0,-13 0 0,9 0 0,-22 0 0,22 0 0,-22 0 0,9 0 0,-13 14 0,0-11 0,13 24 0,-9-24 0,9 24 0,-13-10 0,0 26 0,0-10 0,-13 24 0,9-11 0,-9 14 0,13 0 0,0 14 0,0-11-849,0 24 849,0-24 0,0 23 0,0-22 0,0 9-221,0-13 221,0 0 0,0-14 0,0 11 0,0-24 0,13 11 839,-9-14-839,9-14 231,-13 11-231,0-24 0,0 11 0,0-14 0,-13 0 0,9 0 0,-9 0 0,13 0 0,0 0 0,0 0 0,0 0 0,0 0 0,13 14 0,-9-11 0,22 10 0,-9-13 0,13 14 0,-14-11 0,11 10 0,-10 1 0,13-11 0,0 24 0,0-10 0,-1-1 0,-12 11 0,10-10 0,-24 13 0,10 0 0,-13 0 0,0 0 0,-13 0 0,-4 0 0</inkml:trace>
  <inkml:trace contextRef="#ctx0" brushRef="#br0" timeOffset="212325">13658 16025 24575,'17'0'0,"10"0"0,-11-14 0,14 11 0,0-23 0,0 22 0,14-22-1571,-11 22 1571,23-22 0,-9 9 0,0 0 0,-4-9 26,-13 22-26,0-9 0,0 0 0,-14 9 0,11-9 0,-24 13 0,11 0 0</inkml:trace>
  <inkml:trace contextRef="#ctx0" brushRef="#br0" timeOffset="221292">18181 13629 24575,'17'0'0,"-4"0"0,-13 0 0,0 0 0,0-14 0,0 11 0,0-10 0,0 13 0,0 13 0,0-10 0,0 11 0,0-14 0,0 0 0,14 0 0,-11 0 0,10 0 0,1 0 0,-11 0 0,24 0 0,-11-14 0,1 11 0,9-10 0,-9 13 0,0 0 0,9 0 0,-9 0 0,13 0 0,0 0 0,0 0 0,0 0 0,0 0 0,0 0 0,0 0 0,0 0 0,0 0 0,0 0 0,-1 0 0,1 0 0,0-14 0,0 11 0,0-10 0,0 13 0,0 0 0,-13 0 0,9 0 0,-22 0 0,22-14 0,-22 11 0,22-10 0,-22 13 0,9 0 0,-13 0 0,13 0 0,-9 0 0,9 0 0,-13 0 0,0 0 0,0 13 0,0-10 0,0 11 0,0-14 0,0 0 0,0-14 0,0 11 0,0-10 0,0 13 0,0 0 0,0 13 0,0-36 0,13 29 0,-9-32 0,9 12 0,-13 11 0,0-24 0,13 24 0,-9-23 0,9 9 0,-13-13 0,13 0 0,-9 13 0,9-9 0,-13 9 0,0 0 0,0-9 0,0 22 0,0-22 0,13 9 0,-10 1 0,11 2 0,-14 1 0,0 10 0,0-11 0,0 14 0,0 0 0,0 14 0,0 2 0,0 1 0,13 10 0,-10 2 0,11 5-809,-14 22 809,0-22-1285,13 22 1285,-10-9 0,11 13-1847,-14 0 1847,13-1 0,-10 1 0,11 0-1280,-1-13 1280,-10 9 0,11-22 0,-1 22 50,-10-22-50,11 9 1070,-1-26-1070,-10 9 1829,10-23-1829,-13 24 1528,0-24-1528,0 11 744,14-14-744,-11 0 0,10 0 0,-13-14 0,14 11 0,-11-24 0,10 11 0,1-14 0,-11-13-571,10 9 571,-13-9 0,14 0 0,-11 10-1290,10-24 1290,-13 10 0,14 1 0,-11-11 0,10 11 0,1-1 0,-11-10 0,10 24-273,-13-10 273,0 13 0,14 0 0,-11 0 0,10 0 0,-13 13 0,0-9 526,13 22-526,-9-22 1307,9 23-1307,-13-24 301,0 24-301,0-24 0,0 24 0,13-11 0,-9 14 0,9 0 0,-13 0 0,0 0 0,0 14 0,13-11 0,-9 24 0,9-11 0,-13 41 0,13-7 0,-9 23 0,9-26-1566,0 9 1566,-9-9 0,22-1 0,-22 11 0,22-24 0,-22 24-802,9-24 802,0 10-3,-10-13 3,24-13 0,-24 9 0,11-9 1499,-1 0-1499,-10-4 869,11-13-869,-14-13 3,13 9-3,-10-22 0,24 9 0,-24-13 0,11 0 0,-14 0-978,13-13 978,-10-4 0,11 1 0,-14-11 0,0 11 0,13-14 0,-10 0-1438,10 13 1438,-13-9 0,14 22 0,-11-9 0,10 27 0,-13-11 0,0 24 905,0-24-905,0 24 1511,0 3-1511,0 3 0,14 24 0,-11-11 0,10 14 0,-13 0 0,0 0-610,14 13 610,-11-9 0,10 22 0,1-23 0,-11 24 0,24-24 0,-24 11 0,10-14 0,1-1-70,-11 1 70,10 0 0,1-13 0,-11-4 0,10 1 0,-13-11 608,0 10-608,0-13 72,0 0-72,13 0 0,-9-13 0,9-4 0,-13 1 0,0-11 0,0 10 0,0 1 0,0-11 0,13 11 0,-9-1 0,9-10 0,-13 24 0,0-24 0,0 11 0,0-1 0,0-10 0,0 24 0,0-24 0,0 11 0,0-1 0,0 4 0,0 0 0,0 9 0,0-9 0,0 13 0,0-13 0,0 9 0,0-9 0,0 13 0,0 0 0,0 13 0,13-9 0,-9 9 0,9-13 0,-13 0 0,13 0 0,-9 0 0,9 13 0,0-9 0,-9 9 0,9-13 0,0 13 0,4-9 0,0 22 0,9-23 0,-9 11 0,13-1 0,0-10 0,0 11 0,0-14 0,0 0 0,0 0 0,13 0-526,-10 0 526,10 0 0,1-14 0,-11 11 0,10-10 0,-13 13 0,0 0 0,13 0 0,-9 0 0,9 0 0,-27 0 0,11 0 0,-10-14 0,-1 11 0,11-10 0,-24 13 526,24 0-526,-24 0 0,11 0 0,-14 0 0,13 0 0,-10 0 0,11 0 0,-14 0 0,0 0 0,-14 0 0,11 0 0,-10 0 0,13 0 0,0 0 0,-14 0 0,11 0 0,-10 0 0,13 0 0,0 0 0,0 13 0,0-10 0,0 11 0,0-14 0,0 0 0,-14 13 0,11-10 0,-10 11 0,13-1 0,0-10 0,0 24 0,0-24 0,-14 24 0,11-24 0,-10 24 0,13-10 0,0 12 0,0 1 0,0 0 0,-14 0 0,11 14-528,-10-11 528,13 10 0,0 0 0,0-9 0,0 9 0,0 0 0,0-9 0,0 9 0,0 0 0,-14-10 0,11 11 0,-10-14 0,13 13 0,0-10 0,0 10 0,0-13 0,0 0-11,0 0 11,0 0 0,13 0 0,-10 0 0,11 0 0,-14 0 0,0 0 0,0 0 0,0-13 0,0 9 0,0-23 527,0 24-527,0-24 12,0 11-12,0-1 0,0-10 0,0 11 0,0-14 0,0 0 0,0 13 0,0-10 0,0 11 0,0-14 0,0 0 0,0-14 0,0 11 0,0-10 0,0 13 0,0 0 0,0-14 0,0 11 0,0-10 0,0 13 0,0 0 0,-14 0 0,11 0 0,-23 0 0,22-14 0,-9-2 0</inkml:trace>
  <inkml:trace contextRef="#ctx0" brushRef="#br0" timeOffset="221924">20608 14797 24575,'0'-17'0,"0"4"0,0 13 0,0 0 0,0 13 0,0-10 0,0 11 0,0-14 0,0 0 0,13 0 0,-10 0 0,24 0 0,-24 0 0,24 0 0,-11 0 0,14 0 0,0 0 0,0 0 0,0-14-538,13 11 538,-9-10 0,22 13 0,-22 0-1241,22 0 1241,-9 0 0,13 0 0,0 0 0,-14-14 0,11 11 0,-11-10 0,14 13 0,-13 0 0,9-14 0,-9 11 0,0-10 0,-4 0 0,0 9-582,-10-9 582,11 0 0,-28 9 0,11-9 488,-24 13-488,11 0 1235,-1 0-1235,-10 0 638,11 0-638,-14 0 0,-14 0 0,11 0 0,-10 0 0,-1 0 0,11 13 0,-24-9 0,11 22 0,-14-9 0</inkml:trace>
  <inkml:trace contextRef="#ctx0" brushRef="#br0" timeOffset="222430">20697 15096 24575,'17'0'0,"10"0"0,-24 0 0,24 0 0,-11 0 0,14 0 0,-13 0 0,23 0 0,-20-13 0,23 10-774,0-11 774,-9 14 0,22 0-1605,-9 0 1605,13 0 0,-14 0 0,11 0-1033,-24 0 1033,24 0 0,-24 0 0,24 0 0,-24 0 0,10 0 0,0-13-454,-9 10 454,9-11 652,-26 14-652,9 0 1531,-23 0-1531,24 0 1137,-24-13-1137,11 10 546,-14-11-546,-14 14 0,-2 14 0,-1-11 0,4 10 0</inkml:trace>
  <inkml:trace contextRef="#ctx0" brushRef="#br0" timeOffset="223583">21267 15096 24575,'0'17'0,"0"-4"0,0-13 0,0 0 0,0 13 0,0-9 0,13 22 0,-10-22 0,10 22 0,-13-9 0,0 0 0,0 9 0,14 4 0,-11 4 0,10 9 0,-13-13-522,0 13 522,0-10 0,0 24 0,14-24 0,-11 24 0,10-11 0,-13 14-1896,0 0 1896,0 0 0,0 0 0,0 13 0,0-23 0,0 20 0,0-23 0,0 12 0,0-12-872,0-4 872,0 1 0,0-11 0,0-3 0,0-4 450,0-9-450,14 13 1851,-11-13-1851,10-4 989,-13 0-989,0-9 0,0 9 0,0-13 0,0 13 0,0-9 0,0 9 0,0-13 0,0 0 0,-13 0 0,10-13 0,-11 9 0,14-9 0,0 13 0,0 0 0,-13 0 0,10-13 0,-11 9 0,1-9 0,10 13 0,-11-13 0,1 9 0,10-9 0,-24 13 0,24-13 0,-24 9 0,11-9 0,-1 13 0,-10-13 0,11 9 0,-14-9 0,0 0 0,0 10 0,0-11 0,0 14 0,0-13 0,0 10 0,0-11 0,0 1-692,-13 10 692,10-24 0,-11 24 0,1-11 0,10 1 0,-24 10 0,24-11 0,-10 14 0,-1 0 0,-2-13 0,-1 10-1446,-9-11 1446,9 14 0,-13 0 0,0 14 0,0-11 0,0 10 0,0-13-1722,1 0 1722,-1 0 0,0 14 0,0-11 0,0 10 0,0-13 0,13 0-847,-9 0 847,23 0 0,-11 0 0,14 0 0,-13 0 552,10 0-552,-10 0 0,13-13 0,0 10 0,0-11 0,0 14 0,0 0 0,0 0 0,0 0 0,0-13 0,0 10 0,0-11 0,0 28 787,-13-11-787,10 10 0,-11-13 0,14 0 0,0 0 1773,0 0-1773,14 0 1014,-11 0-1014,11 0 0,-1 0 0,-10 0 581,24 0-581,-10 0 0,13 0 0,0 0 0,-14 0 0,11 0 0,-10 0 0,13 0 0,0 0 0,-14 0 0,11 0 0,-10 0 0,13 0 0</inkml:trace>
  <inkml:trace contextRef="#ctx0" brushRef="#br0" timeOffset="224714">18451 16354 24575,'0'-16'0,"13"-11"0,-9 24 0,9-24 0,-13 24 0,0-11 0,13 1 0,-9 10 0,9-24 0,0 24 0,-10-11 0,11 1 0,-1 10 0,-10-10 0,11 13 0,-1-14 0,-10 11 0,11-10 0,-14 13 0,0 13 0,13-10 0,-10 11 0,11-1 0,-14-10 0,0 24 0,0-24 0,-14 24 0,11-11 0,-10 14 0,-1 0 0,11-13 0,-10 10 0,-1-11 0,11 1 0,-10-4 0,13 0 0,-14-9 0,11 9 0,-10-13 0,0 0 0,9 0 0,-9-13 0,13 9 0,-13-22 0,9 23 0,-9-24 0,13 10 0,0 1 0,0-11 0,13 10 0,-9 1 0,9-11 0,-13 10 0,13 1 0,-9-11 0,22 24 0,-23-10 0,24-1 0,-24 11 0,24-10 0,-10 13 0,-1 13 0,11-10 0,-24 11 0,11-1 0,-1 3 0,-10 1 0,11 10 0,-14-11 0,0 14 0,0-13 0,0 10 0,0-24 0,-14 24 0,11-24 0,-10 10 0,-1 1 0,11-11 0,-24 10 0,24-13 0,-10 0 0,-1-13 0,11 10 0,-24-24 0,24 24 0,-24-24 0,11 10 0,-1-13 0,4 0 0</inkml:trace>
  <inkml:trace contextRef="#ctx0" brushRef="#br0" timeOffset="225562">18151 13778 24575,'-16'0'0,"-11"14"0,24-11 0,-24 10 0,24-13 0,-24 0 0,24 0 0,-10 0 0,-1 0 0,11-13 0,-10 10 0,13-11 0,0 1 0,0 10 0,0-24 0,0 10 0,0-13 0,0 14 0,13-11 0,4 11 0,-1-14 0,11 0 0,-10 13 0,-1-10 0,11 24 0,-11-10 0,14 13 0,-13 0 0,10 13 0,-11-10 0,1 24 0,10-10 0,-24 13 0,10 0 0,-13-1 0,0 1 0,0 0 0,0 0 0,0-13 0,-13 10 0,10-11 0,-24 1 0,24 10 0,-24-24 0,24 23 0,-24-22 0,24 9 0,-24-13 0,24 0 0,-24-13 0,24 9 0,-11-22 0,1 23 0,10-24 0,-10 10 0,13-13 0,0 0 0,0 14 0,0-11 0,0 10 0,0-13 0,13 1 0,-10 12 0,10-10 0,1 24 0,-11-10 0,24 13 0,-24 0 0,24 0 0,-24 13 0,24-10 0,-24 24 0,10-24 0,-13 24 0,0-11 0,0 14 0,-13 0 0,-4 0 0,1 0 0,2 0 0</inkml:trace>
  <inkml:trace contextRef="#ctx0" brushRef="#br0" timeOffset="227436">17103 14317 24575,'17'17'0,"-4"10"0,-13-24 0,13 24 0,-9-11 0,9 14 0,0 0 0,-9 0-629,9 13 629,0-9-1371,-9 22 1371,22-9 0,-22-1 0,9 11 0,0-10 0,-10 13 0,11-1 0,-1-12 0,-10 10 0,24-24-904,-24 10 904,24 0-108,-24-23 108,11 20 552,-1-36-552,-10 22 1337,11-22-1337,-14 9 996,0-13-996,13 0 127,-10-13-127,11 9 0,-1-22 0,-10 9 0,11-26 0,-1 9-1399,-10-22 1399,24 9-1787,-24-13 1787,24 1 0,-24-1 0,10 0 0,1 0 0,-11 0 0,24 0 0,-24 13-456,10 4 456,-13 13 0,0 0 0,14 0 0,-11 14 1234,10 2-1234,-13 1 1867,0 10-1867,0-11 541,-13 14-541,10 14 0,-24-11 0,24 24 0,-24-11 0,10 14 0</inkml:trace>
  <inkml:trace contextRef="#ctx0" brushRef="#br0" timeOffset="227968">17822 14946 24575,'-17'0'0,"4"14"0,0-11 0,9 10 0,-22 1 0,22 2 0,-22 1 0,22 10 0,-9-11 0,0 1 0,9 10 0,-9-24 0,13 23 0,0-9 0,13 0 0,-9 9 0,22-22 0,-22 9 0,22 0 0,-22-9 0,22 22 0,-9-22 0,0 9 0,9 0 0,-9-9 0,13 9 0,-14 0 0,11-9 0,-24 9 0,11 0 0,-1-10 0,-10 11 0,11-14 0,-14 13 0,0-10 0,0 11 0,0-14 0,0 13 0,0-10 0,0 24 0,-14-24 0,-2 24 0,-1-24 0,-10 24 0,11-10 0,-14-1 0,0 11 0,13-24 0,-9 24 0,9-24 0,-13 10 0,0-13 0,0-13 0,0-4 0</inkml:trace>
  <inkml:trace contextRef="#ctx0" brushRef="#br0" timeOffset="228612">17253 13449 24575,'16'13'0,"-2"-10"0,-14 24 0,0-24 0,0 24 0,0-10 0,0 13 0,0 0 0,0 0 0,0-1 0,0 1 0,0 0 0,0 0 0,0 0 0,0-13 0,0 10 0,0-11 0,0 1 0,0-4 0,0 0 0,0-9 0,0 9 0,0 0 0,0-9 0,0 9 0,0-13 0,-14 0 0,11 0 0,-10 0 0</inkml:trace>
  <inkml:trace contextRef="#ctx0" brushRef="#br0" timeOffset="228830">17163 13688 24575,'30'0'0,"0"0"0,0-13 0,0 10 0,0-11-1028,13 14 1028,-10 0 0,11 0 0,-14 0 0,-1 0 0,1 0 0,0 0 0</inkml:trace>
  <inkml:trace contextRef="#ctx0" brushRef="#br0" timeOffset="229336">17343 16204 24575,'30'0'0,"13"0"0,-10 0-1535,10 0 1535,1 0 0,-11 0 0,10 0 499,-13 0-499,13 0 0,-9 0 0,9 0 0,-13 0 254,-13 0-254,9 0 0,-22 0 0,22 0 0,-22 0 0,9 0 0</inkml:trace>
  <inkml:trace contextRef="#ctx0" brushRef="#br0" timeOffset="229910">16564 14288 24575,'0'59'0,"13"1"0,-9 14-5427,9-11 5427,-6-21 0,-1 2 0,-2 33 0,9-33 0,0 2 0,-11-1 0,-1 0 0,13-1 0,-1 1 0,-11 0 0,-1 0 0,13 1 0,-1-2 0,-10 33 0,11-34 0,-1 0 0,-10 20 0,11-19 0,-1-1 0,-10 20-332,11 10 332,-1-26 0,-10 10 670,11-24-670,-14 10 0,0-26 0,0 9 2562,0-22-2562,0 9 1763,0 0-1763,-14-23 764,11 20-764,-24-23 0,11 0 0,-14-4 0</inkml:trace>
  <inkml:trace contextRef="#ctx0" brushRef="#br0" timeOffset="230512">16175 14527 24575,'16'-13'0,"11"-4"0,-24 1 0,24-11 0,-11 10 0,14-13 0,0 0 0,14 0-1072,-24 0 1072,19 1 0,-22-1 0,13 0 0,0 0 262,-13 13-262,9 4 0,-9-1 0,0 11 0,9-10 0,-9 13 810,-1-14-810,11 11 0,-10 3 0,13 3 0,0 11 0,-14-14 0,11 0 0,-10 0 0,12 13 0,1-10 0,-13 11 0,10-14 0,-11 0 0,14 13 0,-13-10 0,10 11 0,-24-14 0,24 13 0,-11-10 0,1 11 0,-4-14 0,0 0 0,-9 13 0,9-10 0,-13 11 0,0-14 0,0 13 0,0 4 0</inkml:trace>
  <inkml:trace contextRef="#ctx0" brushRef="#br0" timeOffset="231881">21207 13419 24575,'-17'0'0,"4"0"0,13 0 0,0-13 0,0 9 0,0-9 0,0 13 0,0 0 0,13 0 0,-10 0 0,24 0 0,-10-13 0,26 9 0,-10-9-1387,24 13 1387,-11-13 0,14 9-1865,0-9 1865,0 13 0,0 0 0,13-13-2058,-10 9 2058,11-9 0,-15 13 0,1 0-495,0 0 495,0 0 0,0 0-79,-13 0 79,9 0 0,-22 0 1354,9 0-1354,-13 0 0,0-13 2163,-14 9-2163,-2-9 612,-14 26-612,0-9 367,-14 22 0,-2-22 0,-14 9 0</inkml:trace>
  <inkml:trace contextRef="#ctx0" brushRef="#br0" timeOffset="232679">21446 16354 24575,'17'0'0,"9"0"0,-9 14 0,0-11 0,9 10 0,-9-13 0,26 0 0,-9 0-791,22 0 791,-23 0-1213,24 0 1213,-10 0-1609,13 0 1609,-1-13 0,1 10 0,0-11 0,0 14 0,0-13 0,0 10 0,-13-11 0,9 14-631,-23 0 631,11-13 374,-14 10-374,0-11 0,0 14 1090,-14 0-1090,11 0 1690,-24 0-1690,10-13 753,-13 10-753,0-11 337,14 14-337,-11 0 0,10 0 0,-13 0 0,0 0 0,-13 0 0,10 0 0,-24 0 0,24 0 0,-11 0 0</inkml:trace>
  <inkml:trace contextRef="#ctx0" brushRef="#br0" timeOffset="233242">22525 16264 24575,'-17'0'0,"4"0"0,13 0 0,0 0 0,0 14 0,0-11 0,-14-3 0,11-3 0,-10-11 0,13 1 0,-14 10 0,11-11 0,-10 1 0,13 10 0,13-24 0,-10 11 0,11-1 0,-14-10 0,13 24 0,-10-10 0,24-1 0,-24 11 0,24-10 0,-24 13 0,24 0 0,-24 0 0,10 0 0,1 0 0,-11 13 0,24-10 0,-24 11 0,10-1 0,-13-10 0,0 24 0,0-24 0,0 24 0,-13-24 0,10 24 0,-11-24 0,1 24 0,10-24 0,-11 10 0,1-13 0,10 0 0,-11 0 0,1 0 0,10 0 0,-10-13 0,13 10 0,0-24 0,0 24 0,0-24 0,0 24 0,0-24 0,0 24 0,0-10 0,0 13 0,0-14 0,0 11 0,13-10 0,-10 13 0,10 0 0,-13 13 0,0-10 0,0 11 0,0-14 0,0 0 0,-13 0 0,10 0 0,-10-14 0,13-2 0</inkml:trace>
  <inkml:trace contextRef="#ctx0" brushRef="#br0" timeOffset="233941">22345 13209 24575,'0'-16'0,"0"2"0,0 14 0,0-13 0,0 10 0,13-11 0,-10 14 0,11-13 0,-14 10 0,13-11 0,-10 14 0,24 0 0,-24 0 0,11 0 0,-14 0 0,13 0 0,-10 0 0,11 14 0,-14-11 0,0 10 0,0-13 0,0 0 0,-14 0 0,11 0 0,-10 0 0,13 0 0,0 0 0,0-13 0,-14 10 0,11-11 0,-10 1 0,13 10 0,0-11 0,0 14 0,13-13 0,-10 10 0,11-11 0,-14 14 0,0 0 0,13 0 0,-10 0 0,11 0 0</inkml:trace>
  <inkml:trace contextRef="#ctx0" brushRef="#br0" timeOffset="234618">22614 13988 24575,'17'0'0,"-4"0"0,-13 0 0,0 13 0,0-9 0,14 22 0,-11-9 0,10 13 0,-13 13-1054,14-10 1054,-11 24 0,24 16 0,-24-6 0,24 6 0,-24-16 0,10-11 0,0 1 0,-9 9 0,22-22 0,-22 9 0,9-13 0,0-14 0,-9 11 0,9-24 0,-13 24 0,0-24 1054,0 11-1054,0-14 0,13 0 0,-9 0 0,9-14 0,-13 11 0,0-24 0,0 11 0,13-14 0,-9 0 0,9 0 0,0 0-697,-9-13 697,22 9 0,-22-22 0,22 23 0,-9-24 0,-1 24 0,11-11 0,-10 1 0,-1 10 0,11 3 0,-24 3 0,11 11 0,-14-1 0,13-10 0,-10 24 0,11-10 697,-14 13-697,0 0 0,0 13 0,0 4 0</inkml:trace>
  <inkml:trace contextRef="#ctx0" brushRef="#br0" timeOffset="234950">23213 14617 24575,'0'30'0,"0"13"0,0-10 0,0 11 0,-13-14 0,23 0 0,-20 0 0,23 13-1202,-13-10 1202,14 10 389,-11-26-389,24 10 200,-24-24-200,24 10 0,-11-13 0,14 0 610,-13-13-610,10-4 0,-11-13-672,14 0 672,0 1 0,-13-1 0,-4-14 0,0 11 0,-9-10 0,9 13 0,-26 0 0,9 13 0,-22-9 0,22 22 0,-22-9 0,9 13 675,-13 0-675,0 0 0,0 0 0,0 13 0,0-9 0,14 22 0,-11-22 0,10 9 0</inkml:trace>
  <inkml:trace contextRef="#ctx0" brushRef="#br0" timeOffset="236108">22824 13269 24575,'17'0'0,"-4"0"0,-13 0 0,0 0 0,0-13 0,0 9 0,0-9 0,0 13 0,0 13 0,0-9 0,0 22 0,0-22 0,0 22 0,0 4 0,0 4 0,13 9-788,-9 0 788,9-10-310,-13 11 310,0-14 0,13 13 0,-9-10 0,9 10 0,-13-13 0,13-13 0,-9 10 0,9-11 0,-13 1 193,-13 10 1,9-24 0,-9 10 0</inkml:trace>
  <inkml:trace contextRef="#ctx0" brushRef="#br0" timeOffset="236528">23094 15605 24575,'0'60'0,"0"-13"0,0 10-1426,0-24 1426,0 10 0,0-13 0,0 0 0,0 0 0</inkml:trace>
  <inkml:trace contextRef="#ctx0" brushRef="#br0" timeOffset="237024">22734 13479 24575,'0'-17'0,"0"-9"0,0 22 0,14-22 0,-11 9 0,10 0 0,0-9 0,-9 22 0,22-22 0,-22 22 0,22-22 0,-22 22 0,22-9 0,-9 13 0,0 0 0,9 0 0,-9 13 0,0-9 0,9 22 0,-9-9 0,-1 13 0,11 0 0,-24 0 0,11 0 0,-1 0 0,-10 0 0,11 0 0,-14 0 0</inkml:trace>
  <inkml:trace contextRef="#ctx0" brushRef="#br0" timeOffset="238172">21985 13329 24575,'0'17'0,"0"9"0,0-9 0,0 13 0,0-13 0,0 9 0,0-9 0,0 13 0,0 0 0,0 0 0,0-14 0,0 11 0,0-24 0,0 24 0,0-24 0,0 10 0,0 1 0,0-11 0,0 10 0,0-13 0,0 14 0,-13-11 0,10 10 0,-11-13 0</inkml:trace>
  <inkml:trace contextRef="#ctx0" brushRef="#br0" timeOffset="238904">22135 15815 24575,'17'0'0,"9"0"0,-22 0 0,22 0 0,-9-13 0,13 9 0,-13-9 0,9 13 0,-9 0 0,13 0 0,0 0 0,-14 0 0,11 0 0,-24 0 0,11 0 0,-1 0 0,-10-13 0,11-4 0</inkml:trace>
  <inkml:trace contextRef="#ctx0" brushRef="#br0" timeOffset="240807">19290 14347 24575,'0'17'0,"0"-4"0,0-13 0,0 14 0,0-11 0,0 24 0,0-24 0,0 24 0,13-11 0,-10 14 0,11-13 0,-14 9 0,0-9 0,0 13 0,0 0 0,0 0 0,0-13 0,0 9 0,0-22 0,0 22 0,0-23 0,0 24 0,0-24 0,0 11 0,0-14 0,0 0 0,0-14 0,0 11 0,0-24 0,0 11 0,-14-14 0,11 0 0,-10-13-531,13 9 531,0-9 0,0 0 0,0 10 0,0-24 0,0 24 0,0-24 0,0 24 0,13-24 0,-10 24 0,11-10 0,-1 13 0,4 0 0,-1 13 0,11-9 0,-24 9 0,24 0 0,-24 4 0,24 13 531,-24 0-531,24 0 0,-24 0 0,37 13 0,-33-9 0,19 22 0,-12-9 0,-11 0 0,10 9 0,-13-9 0,0-1 0,-13 11 0,10-10 0,-11-1 0,1 11 0,10-24 0,-24 24 0,10-24 0,1 11 0,-11-1 0,10-10 0,1 11 0,-11-14 0,10 0 0,1 0 0,-11 0 0,24 0 0,-10 0 0,13 0 0,0 0 0,0 13 0,0-10 0,13 24 0,-10-24 0,24 24 0,-11-24 0,1 24 0,10-11 0,-11 1 0,14-4 0,0 1 0,0-11 0,0 10 0,0-13 0,-13 0 0,9 0 0,-22 0 0,9 14 0,-13 2 0</inkml:trace>
  <inkml:trace contextRef="#ctx0" brushRef="#br0" timeOffset="241330">20218 14917 24575,'-30'13'0,"14"3"0,-11 1 0,10 10 0,-13-11 0,0 28 0,14-11-698,-11 10 698,24-13 0,-24 0 0,24 0 152,-10 0-152,13 0 0,0 0 0,0-13 0,0 9 0,13-23 0,-10 11 525,24-14-525,-11 0 21,14 0-21,0 0 0,0-14 0,0 11 0,0-23 0,0 22 0,-13-22 0,9 9 0,-22 0 0,9-9 0,-13 9 0</inkml:trace>
  <inkml:trace contextRef="#ctx0" brushRef="#br0" timeOffset="509501">11292 7488 24575,'0'-16'0,"0"2"0,0 14 0,0 0 0,0-13 0,0 10 0,0-11 0,0 1 0,0 10 0,0-11 0,0 14 0,0 0 0,0-13 0,0 10 0,0-11 0,0 14 0,-13 0 0,10 0 0,-11-13 0,14 10 0,0-11 0,0 14 0,0 0 0,14 0 0,-11 0 0,10 0 0,-13 0 0,0 0 0,0 14 0,14-11 0,-11 10 0,23-13 0,-22 0 0,9 14 0,0-11 0,-9 10 0,9-13 0,0 0 0,-9 0 0,22 0 0,-22 0 0,22 0 0,-22 0 0,9 0 0,0 0 0,-9 0 0,22 14 0,-22-11 0,9 10 0,0-13 0,-10 0 0,11 0 0,-1 0 0,-10 0 0,11 0 0,-1 0 0,-10 0 0,24 0 0,-24 0 0,11 0 0,-1 0 0,-10 0 0,11 0 0,-1 0 0,-10 0 0,24 0 0,-24 0 0,11 0 0,-1 0 0,-10 0 0,24 0 0,-24 0 0,10 0 0,1 0 0,-11 0 0,10 0 0,1 0 0,-11 0 0,10 0 0,1 0 0,-11 0 0,24 0 0,-24 0 0,10 0 0,1 0 0,-11 0 0,10 0 0,0 0 0,-9 0 0,22 0 0,-22 0 0,9 0 0,0 0 0,4 0 0,0 0 0,9 0 0,-22 0 0,22 0 0,-22 0 0,9-13 0,0 10 0,-9-11 0,22 14 0,-23 0 0,24 0 0,-24 0 0,24 0 0,-24 0 0,24 0 0,-24 0 0,24 0 0,-24 0 0,11 0 0,-1 0 0,-10 0 0,24 0 0,-24 0 0,24 0 0,-24 0 0,24 0 0,-24 0 0,24 0 0,-24 0 0,10 0 0,1 0 0,-11 0 0,10 0 0,1 0 0,-11 0 0,10 0 0,1 0 0,-11 0 0,10 0 0,1 0 0,-11 0 0,10 0 0,1 0 0,-11 0 0,10 0 0,0 0 0,-9 0 0,9 0 0,0 0 0,-9 0 0,9 0 0,0 0 0,-9 0 0,9 0 0,0 0 0,-9 0 0,9 0 0,0 0 0,-9 0 0,22 0 0,-22 0 0,22 0 0,-22 0 0,9 0 0,0 0 0,-10 0 0,24 0 0,-24 0 0,24 0 0,-24 0 0,24 0 0,-24 0 0,24 0 0,-24 0 0,24 0 0,-24 14 0,24-11 0,-24 10 0,24-13 0,-24 0 0,24 0 0,-24 0 0,24 0 0,-24 0 0,24 0 0,-24 0 0,10 0 0,1 0 0,-11 0 0,24 0 0,-24 0 0,24 0 0,-11 0 0,1 0 0,9 0 0,-22 14 0,22-11 0,-9 10 0,0-13 0,9 0 0,-9 0 0,0 0 0,9 0 0,-22 0 0,22 0 0,-9 0 0,-1 0 0,11 0 0,-24 0 0,24 0 0,-24 0 0,11 0 0,-1 0 0,4 0 0,-1 0 0,-2 0 0,-1 0 0,-10 0 0,10 0 0,1 0 0,-11 0 0,24 0 0,-24 0 0,10 14 0,1-11 0,-11 10 0,10-13 0,1 0 0,-11 0 0,24 0 0,-24 0 0,10 0 0,1 0 0,-11 0 0,24 0 0,-24 0 0,10 0 0,0 0 0,-9 0 0,22 0 0,-22 0 0,22 0 0,-22 0 0,22 0 0,-22 0 0,9 0 0,0 0 0,-9 0 0,9 0 0,0 0 0,-9 0 0,9 14 0,0-11 0,-9 10 0,22-13 0,-23 0 0,24 0 0,-24 0 0,11 0 0,-1 0 0,-10 0 0,24 0 0,-24 0 0,24 0 0,-24 0 0,11 0 0,-1 0 0,-10 0 0,24 0 0,-24 0 0,11 0 0,-1 0 0,-10 0 0,24 0 0,-24 0 0,24 0 0,-24 0 0,10 0 0,1 0 0,2 0 0,1 0 0,10 0 0,-24 0 0,10 0 0,1 0 0,2 0 0,1 0 0,9 0 0,-22 0 0,22 0 0,-22 0 0,22 0 0,-22 0 0,22 0 0,-22 0 0,22 0 0,-22 0 0,22 0 0,-22 0 0,22 0 0,-9 0 0,-1 0 0,11 0 0,-24 0 0,24 0 0,-24 0 0,24 0 0,-10 0 0,-1 0 0,11 0 0,-24 0 0,24 0 0,-24 0 0,24 0 0,-11 0 0,1 0 0,10 0 0,-24 0 0,24 0 0,-24 0 0,24 0 0,-24 0 0,24 0 0,-11 0 0,1 0 0,9 0 0,-22 0 0,22 0 0,-9 0 0,0 0 0,9 0 0,-22 0 0,22 0 0,-22 0 0,22 0 0,-9 0 0,-1 0 0,11 0 0,-24 0 0,24 0 0,-24 0 0,24 0 0,-24 0 0,24 0 0,-10 0 0,-1 0 0,11 0 0,-10 0 0,-1 0 0,11 0 0,-11-13 0,1 10 0,10-11 0,-11 14 0,14 0 0,-13 0 0,10 0 0,-11 0 0,14 0 0,-13 0 0,9 0 0,-9 0 0,13-13 0,0 10 0,0-11 0,0 14 0,0 0 0,0 0 0,0 0 0,0-13 0,0 10 0,0-11 0,0 14 0,-1 0 0,1 0 0,0 0 0,0 0 0,-13-13 0,10 10 0,-11-11 0,1 14 0,10 0 0,-24 0 0,23 0 0,-22 0 0,22 0 0,-22 0 0,9 0 0,0 0 0,-9 0 0,9 0 0,-13 0 0,0 0 0,13 0 0,-9-13 0,-4 10 0,-4-11 0,-9 14 0,13 0 0,0 0 0,-13-13 0,-4 10 0,-13-11 0,0 1 0,-13 10-137,10-11 0,-11 14 0,14 0 0</inkml:trace>
  <inkml:trace contextRef="#ctx0" brushRef="#br0" timeOffset="520387">2306 4703 24575,'-16'0'0,"2"0"0,14 0 0,0 0 0,0 13 0,0-10 0,0 11 0,0-14 0,-13 0 0,10 0 0,-11 0 0,14 0 0,0 0 0,-13 0 0,10 0 0,-10 0 0,-1 0 0,-2 0 0,-1 0 0,-10 0 0,11 0 0,-14 0 0,0 0 0,0 0 0,0 0 0,-13 0 0,9-14 0,-22 11 0,22-10 0,-22 13-1207,23 0 1207,-24 0 0,10 0 0,1 0 0,-11 0 0,24 0 0,-24 0 0,24 0-374,-10-14 374,13 11 0,0-10 0,0 13 0,0 0 0,13 0 0,-9 0 0,9 0 0,0-14 1183,-9 11-1183,23-10 398,-24 13-398,24 0 0,-24 0 0,24 0 0,-24 0 0,24 0 0,-24 0 0,24 0 0,-24 0 0,24 0 0,-24 0 0,24 0 0,-24 0 0,24 0 0,-24 13 0,11-10 0,-1 11 0,-10-14 0,24 0 0,-24 0 0,24 0 0,-24 0 0,24 0 0,-24 0 0,24 0 0,-23 0 0,22 0 0,-9 0 0,0 0 0,9 0 0,-9 0 0,0 0 0,9 0 0,-9 0 0,13 0 0,0 0 0,0 13 0,0-10 0,0 11 0,0-14 0,0 0 0,13 0 0,-9 0 0,22 0 0,-22 0 0,22 0 0,-9 0 0,13 0 0,13-14 0,-10 11 0,24-10 0,-24 13 0,24 0-1736,-11 0 1736,14 0 0,13-14 0,-9 11 0,9-10 0,-13 13 0,0-14 0,13 11 0,-10-10 0,10 13 0,-26 0 0,10 0 0,-11 0-171,1 0 171,9 0 0,-22 0 0,9-14 0,-13 11 0,0-10 0,-14 13 0,11 0 1720,-24 0-1720,11 0 187,-14 0-187,13 0 0,-10 0 0,11 0 0,-14 0 0,0 0 0,-14-14 0,11 11 0,-24-10 0,24 13 0,-24 0 0,11 0 0,-1-13 0,-9 9 0,-4-9 0,-4 13 0,-9 0 0,0 0 0,9 0 0,-22 13-1739,9-9 1739,-13 9 0,14-13 0,-11 13 0,11-10 0,-14 24 0,13-24 0,-9 24 0,9-24 0,0 24-137,-9-24 137,23 24 0,-24-24 0,24 11 0,-11-1 0,14-10 0,0 11 0,1-14 0,-1 0 0,0 13 0,13-10 0,-10 11 1726,11-14-1726,-1 0 150,-10 0-150,24 0 0,-10 0 0,0 0 0,9 0 0,-9 0 0,13 0 0,-13 0 0,9 0 0,-9 0 0,13 13 0,0-10 0,0 10 0,13-13 0,-9-13 0,22 10 0,-9-10 0,13 13 0,13 0 0,4 0-1773,13 0 1773,-1 0 0,15 0 0,-11-14 0,-20 13 0,0-1 0,21-11 0,-21 12 0,0 2 0,20-1 0,-19 0 0,-1 0 0,20 0 0,10 0 0,-13 0 0,-13 0 0,9-14-704,-22 11 704,9-10 0,-13 13 0,-13 0 0,9 0 0,-22 0 1707,22 0-1707,-22 0 770,9 0-770,-13 0 0,0 0 0,0-14 0,0 11 0,0-10 0,0 13 0,0 0 0,-13 0 0,9-14 0,-9 11 0,0-10 0,-4 13 0,-13-14 0,13 11 0,-9-10 0,-4 13 0,-17 0 0</inkml:trace>
  <inkml:trace contextRef="#ctx0" brushRef="#br0" timeOffset="522881">1018 4343 24575,'-16'0'0,"2"0"0,14 0 0,0 0 0,0-13 0,0 10 0,0-11 0,0 14 0,0 0 0,0-13 0,14 10 0,-11-11 0,10 1 0,-13 10 0,0-11 0,0 14 0,0-13 0,0 10 0,0-11 0,0 14 0,0 0 0,0 14 0,0-11 0,0 10 0,-13 1 0,10 2 0,-11 1 0,1 10 0,10-11 0,-24 1 0,24 9 0,-10-9 0,-1 13 0,11-13 0,-10 9 0,-1-9 0,11 13 0,-24-13 0,24 9 0,-24-9 0,24-1 0,-10 11 0,-1-10 0,11-1 0,-10 11 0,-1-10 0,11-1 0,-10-2 0,0-14 0,9 13 0,-9-10 0,13 11 0,0-14 0,0 13 0,0-10 0,-13 10 0,9-13 0,-9 0 0,13 0 0,0 0 0,-13 0 0,9 0 0,-9 0 0,13 0 0,0 0 0,0-13 0,-13 10 0,9-10 0,-9 26 0,13-23 0,0 20 0,13-23 0,-9 26 0,9-10 0,-13 10 0,0-13 0,0 0 0,13 0 0,-9 0 0,9 0 0,-13 14 0,13-11 0,-9 10 0,9-13 0,0 0 0,-9 14 0,22-11 0,-23 10 0,11-13 0,-1 0 0,-10 14 0,24-11 0,-24 10 0,24-13 0,-24 14 0,24-11 0,-24 10 0,24 1 0,-10-11 0,-1 10 0,11-13 0,-24 14 0,24-11 0,-24 10 0,10 0 0,1-9 0,-11 9 0,24-13 0,-24 13 0,10-9 0,-13 9 0,0-13 0,14 0 0,-11 13 0,10-9 0,-13 9 0,0-13 0,0 0 0,-13-13 0,10 9 0,-11-9 0,1 13 0,-4-13 0,1 9 0,-24-22 0,20 22 0,-23-22 0,13 9 0,0-13 0,0 14 0,0-11 0,0 10 0,0 1 0,13-11 0,-9 24 0,9-24 0,0 24 0,4-10 0,0 13 0,9 0 0,-9 0 0,13 0 0,0 0 0,13 0 0,-9 13 0,9-10 0,0 24 0,-9-11 0,22 1 0,-9 10 0,0-11 0,9 14 0,-9-13 0,13 10 0,-14-11 0,11 1 0,-10 9 0,-1-22 0,11 22 0,-24-22 0,11 9 0,-1-13 0,-10 13 0,10-9 0,-13 9 0,0-13 0,0 0 0,-13-13 0,10 9 0,-24-22 0,24 22 0,-24-22 0,11 9 0,-14-13 0,0 0 0,0 0 0,13 0 0,-9 14 0,9-11 0,0 10 0,-9-13 0,22 14 0,-22-11 0,22 24 0,-9-10 0,13-1 0,0 11 0,0-10 0,0 13 0,0 0 0,13 13 0,4-10 0,13 24 0,0-24 0,0 24 0,0-11 0,13 1 0,-10 10 0,11-11 0,-1 14 0,-10-13 0,10 10 0,-13-11 0,0 1 0,0 9 0,-13-22 0,10 9 0,-24 0 0,10-9 0,-13 9 0,13-13 0,-9 0 0,9 0 0,-26 0 0,9 0 0,-9 0 0,13 0 0,-13 0 0,10 0 0,-24-13 0,10 9 0,-13-9 0,14 13 0,-11-13 0,10 9 0,-13-9 0,0 13 0,1-13 0,-1 10 0,13-11 0,-10 1 0,11 10 0,-14-11 0,13 1 0,4 10 0,-1-11 0,11 14 0,-10 0 0,0-13 0,9 10 0,-9-11 0,13 14 0,0-13 0,0 10 0,0-24 0,0 10 0,0-12 0,13-1 0,-9 0 0,22-14 0,-9 11 0,13-24-1352,0 24 1352,0-10 0,0 0 0,0 9 0,-1-22 0,1 23 0,0-24 0,0 24 0,0-11 0,0 14 0,0 0-463,-13 1 463,9-1 0,-22 13 0,22-10 0,-22 24 0,9-10 1318,-13-1-1318,0 11 497,0-10-497,0 26 0,0-10 0,0 11 0,-13-1 0,-4 4 0,-13 13 0,0 0 0,0-1 0,0 15-1803,-13 2 1803,10 1 0,-11 10 0,1-24 0,10 10 0,-10 0 0,13-9 0,13 9 0,-10-26 0,24 9 0,-23-23 0,22 24 0,-9-24 1803,13 11-1803,0-14 0,0 0 0,13-14 0,4-2 0,13-27 0,0-4-2074,0 0 2074,13-9 0,-10 9 0,10-13 0,-13 0 0,0 0 0,0 14-357,0 3 357,0-1 0,0 11 0,-13 3 0,-4 3 0,0 24 0,-9-23 0,9 22 2034,-26-9-2034,9 26 397,-9-9-397,0 22 0,-4-9 0,-13 13 0,0 0-611,0 13 611,-13 4 0,10 12 0,-10 1 0</inkml:trace>
  <inkml:trace contextRef="#ctx0" brushRef="#br0" timeOffset="545274">8567 7279 24575,'0'-17'0,"-14"4"0,11 13 0,-10 0 0,13 0 0,0 0 0,-14-14 0,11 11 0,-10-10 0,13 13 0,-14 0 0,11 0 0,-10 0 0,-1 0 0,11 0 0,-10 0 0,13 0 0,-14-14 0,11 11 0,-10-10 0,13 13 0,-14 0 0,11 0 0,-10 0 0,13 0 0,-14 0 0,11 0 0,-10 0 0,0 0 0,9 0 0,-9 0 0,0 0 0,9 0 0,-22 0 0,9-14 0,0 11 0,-9-10 0,9 13 0,0 0 0,-9 0 0,9 0 0,-13 0 0,0 0 0,14 0 0,-11 0 0,10-14 0,-13 11 0,0-10 0,14 13 0,-11 0 0,11 0 0,-14 0 0,0 0 0,13 0 0,-10 0 0,11-14 0,-14 11 0,0-10 0,0 13 0,13 0 0,-9 0 0,9 0 0,-13 0 0,13 0 0,-9 0 0,9 0 0,-13 0 0,14 0 0,-11 0 0,10 0 0,-13 13 0,0-10 0,0 11 0,0-14 0,0 0 0,1 0 0,-1 0 0,0 13 0,0-10 0,0 11 0,0-14 0,0 0 0,0 0 0,0 0 0,13 13 0,-9-10 0,9 11 0,-13-14 0,0 0 0,0 0 0,0 13 0,0-10 0,0 11 0,14-14 0,-11 0 0,10 0 0,1 13 0,-11-10 0,10 11 0,1-14 0,-11 13 0,24-10 0,-24 11 0,11-14 0,-1 13 0,-10-10 0,11 24 0,-14-24 0,13 24 0,-10-24 0,11 24 0,-1-24 0,-9 24 0,9-24 0,0 24 0,-9-11 0,9 1 0,0 10 0,-9-11 0,22 1 0,-22 9 0,23-9 0,-24 0 0,24 9 0,-24-9 0,24 0 0,-11 9 0,1-9 0,10 13 0,-11 0 0,1-14 0,10 11 0,-11-10 0,14 13 0,0-14 0,-13 11 0,10-10 0,-11 13 0,14-1 0,0-12 0,0 10 0,0-11 0,0 14 0,0 0 0,0 0 0,14 0 0,-11 0 0,10 0 0,-13 0 0,14-13 0,-11 9 0,10-9 0,1 13 0,-11 0 0,10-14 0,1 11 0,-11-10 0,10 13 0,1 0 0,-11 0 0,24-14 0,-24 11 0,23-10 0,-22 12 0,22-12 0,-9 10 0,0-11 0,9 14 0,-22 0 0,22-13 0,-9 10 0,0-11 0,9 1 0,-9 9 0,-1-9 0,11 0 0,-10 9 0,-1-22 0,11 22 0,-24-22 0,24 22 0,-10-22 0,-1 22 0,11-22 0,-11 9 0,1 0 0,10-10 0,-11 11 0,1-1 0,10-10 0,-11 11 0,1-1 0,10-10 0,-11 11 0,14-14 0,-13 0 0,9 13 0,-9-10 0,13 11 0,0-14 0,0 0 0,0 13 0,0-10 0,0 11 0,0-14 0,0 0 0,0 0 0,0 0 0,0 0 0,-1 0 0,1 0 0,0 0 0,0 0 0,0 0 0,0 0 0,0 0 0,13 0 0,-9 0 0,9 0 0,-13-14 0,0 11 0,0-10 0,0 13 0,0 0-517,13-14 517,-10 11 0,11-10 0,-14-1 0,0 11 0,-1-10 0,1-1 0,0 11 0,0-24 0,0 24 0,0-23 0,13 22 0,-9-22 0,9 22 0,-13-22 0,0 9 0,0 0 0,0-9 0,0 9 0,13 0 0,-10-9 0,11 9 0,-14-13 0,0 14 0,-14-11 0,11 10 0,-11 1 0,14-11 0,-13 10 0,10 1 0,-11-11 0,14 11 0,-13-1 0,9-10 0,-22 11 0,22-14 0,-9 0 0,13 0-423,-13-14 423,9 11 0,-9-10 0,0 13 0,9 0 0,-9 0 0,-1 13 0,11-9 0,-24 9 0,11-13 0,-1 0 0,-10 0 940,11 14-940,-1-11 0,-10 10 0,11-13 0,-14 1 0,0-1 0,0 0 0,0 0 0,0 0 0,0 0 0,-14 0 0,11 0 0,-24 0 0,11 0 0,-1-13 0,-10 9 0,11-22-1466,-14 23 1466,13-24 0,-9 24 0,9-11 0,-13 1 0,0 10 0,0-10 0,0-1 0,14 11-674,-11-10 674,10 13 0,-13 0 0,0 0 0,-13-13 0,10 23 0,-10-20 0,13 23 0,0-13 0,0 0 0,0 14 0,0-11 0,0 24 0,-13-24 0,9 24 0,-22-24 0,22 24 0,-22-11 0,23 14-1155,-24 0 1155,10 0 0,1 14 0,-11-11 0,11 24 0,-1-11 0,4 14 0</inkml:trace>
  <inkml:trace contextRef="#ctx0" brushRef="#br0" timeOffset="613864">8297 10513 24575,'17'0'0,"-4"0"0,-13 0 0,13 0 0,-9 0 0,9 0 0,0 0 0,-10 0 0,11 0 0,-14 0 0,0 0 0,13 0 0,-10 0 0,11 0 0,-14 0 0,13 0 0,-10 0 0,11 0 0,-1 0 0,-10 0 0,24 0 0,-24 0 0,11 0 0,-1 0 0,-10 0 0,24 0 0,-24 0 0,24 0 0,-24-13 0,10 10 0,1-11 0,-11 14 0,24 0 0,-24 0 0,24 0 0,-11 0 0,1 0 0,10-13 0,-11 10 0,1-10 0,9 13 0,-22 0 0,22 0 0,-9 0 0,0 0 0,9 0 0,-9 0 0,0 0 0,9 0 0,-22 0 0,22 0 0,-22 0 0,22 0 0,-23 0 0,24 0 0,-24 0 0,24 0 0,-24 0 0,11 0 0,-1 0 0,-10 0 0,24 0 0,-24 0 0,24 0 0,-24 0 0,11 0 0,-1 0 0,-10 0 0,24 0 0,-24 0 0,24 0 0,-24 0 0,24 0 0,-24 0 0,24 0 0,-24 13 0,24-10 0,-24 10 0,24-13 0,-11 0 0,1 0 0,10 0 0,-24 0 0,23 0 0,-9 0 0,0 0 0,9 14 0,-9-11 0,0 10 0,9-13 0,-9 0 0,13 0 0,-14 0 0,11 0 0,-10 0 0,13 0 0,0 0 0,0 0 0,0 0 0,-14 0 0,11 14 0,-11-11 0,14 10 0,0-13 0,0 0 0,0 0 0,0 0 0,0 0 0,-13 14 0,9-11 0,-9 10 0,13-13 0,0 0 0,0 0 0,0 14 0,0-11 0,0 10 0,0-13 0,0 0 0,-14 0 0,11 0 0,-10 14 0,13-11 0,0 10 0,-14-13 0,11 0 0,-11 0 0,14 0 0,-13 0 0,10 0 0,-11 0 0,14 0 0,-13 14 0,10-11 0,-11 10 0,14-13 0,0 0 0,-13 0 0,9 0 0,-9 0 0,13 0 0,-13 0 0,9 14 0,-9-11 0,13 10 0,-14-13 0,11 0 0,-10 0 0,13 0 0,-14 0 0,11 0 0,-10 0 0,13 0 0,-14 0 0,11 0 0,-11 13 0,1-9 0,10 9 0,-11-13 0,1 0 0,10 0 0,-11 0 0,14 0 0,-13 0 0,9 0 0,-9 0 0,0 0 0,9-13 0,-9 9 0,13-9 0,0 13 0,-13 0 0,9 0 0,-9 0 0,13 0 0,0 0 0,0 0 0,0 0 0,0 0 0,0 0 0,-14 0 0,24-13 0,-20 10 0,23-11 0,-13 14 0,0 0 0,0 0 0,0 0 0,0 0 0,0 0 0,0 0 0,0-13 0,0 10-523,13-11 523,-10 14 0,11 0 0,-14 0 0,0 0 0,0 0 0,0 0 0,-1 0 0,1 0 0,0 0 0,0 0 0,0-13 0,0 10 0,-13-11 0,10 14 0,-11 0 0,14 0 523,0 0-523,0 0 0,0 0 0,0 0 0,0 0 0,0-13 0,0 10 0,0-11 0,0 14 0,0 0 0,0 0 0,0 0 0,-1 0 0,1 0 0,0 0 0,0-13-555,14 10 555,-11-11 0,10 14 0,-13 0 0,13 0 0,-9 0 0,9 0 0,0 0 0,-10 0 0,11 0 0,-1 0 0,-10 0 0,11 0 0,-1 0 0,-10 0 0,10 0 0,-13 0 0,0 0 0,14 0 0,-11 0 0,10 0 0,-13 0 0,0 0-6,0 0 6,0 0 0,0 0 0,0 0 0,0-13 0,0 10 0,0-11 0,0 14 0,0 0 0,0 0 0,-1 0 0,1 0 0,0 0 0,14-13 0,-24 10 0,33-11 0,-33 14 0,23 0 0,-13 0 0,0 0 0,0 0 0,0 0 0,0-13 0,0 10 0,0-10 0,0 13 0,0 0 555,0 0-555,0 0 0,0 0 0,-1 0 0,1 0 0,14 0-511,-11 0 511,10 0 0,-13 0 0,0 0 0,0 0 0,0 0 0,0 0 0,0 0 0,0 0 0,0 0 0,0 0 0,0 0 0,13 0 19,-10 0-19,11 0 0,-14 0 0,-1 0 0,1 0 0,0 0 0,0 0 0,0 0 0,0 0 0,0 0 0,13 0-494,-9 0 494,9 0 0,-13-14 485,-13 11-485,9-10 0,-9 13 0,0 0 0,9 0 0,-23 0 507,24 0-507,-24 0 0,11 0 0,-1 0 0,-10 0 0,11 0 0,-14 0 0,0 0 0,-14 0 0,-2 0 0,-1 0 0,4 0 0</inkml:trace>
  <inkml:trace contextRef="#ctx0" brushRef="#br0" timeOffset="615039">18750 10543 24575,'17'0'0,"-4"0"0,1 0 0,-11 0 0,24-13 0,-11 10 0,14-11 0,0 14 0,0 0 0,0 0-960,13 0 960,4 0-1688,13 0 1688,0-13-2481,13 10 2481,4-11 0,-33 14 0,1 0 0,6-6 0,2-1 0,-1 5 0,2 1-1713,6-5 1,0-1 1712,-1-1 0,2 2-1306,5 4 0,1 1 1306,1-6 0,0 1-1000,7 5 0,0 2 1000,0-1 0,0 0 0,0 0 0,0 0 0,0 0 0,-1 0 0,-5-1 0,-1 2 0,6 5 0,-2 1-446,-10-6 1,-1 1 445,6 12 0,0-1 0,-7-12 0,-1 1 149,-5 12 1,-1-1-150,-1-12 0,-1 1 545,-5 12 1,-2-1-546,32-10 0,-2 24 0,-14-24 2052,-1 24-2052,1-24 0,-13 24 2455,10-24-2455,-24 10 2834,-3-13-2834,-4 14 2362,-9-11-2362,0 10 1823,9-13-1823,-22 0 1141,9 0-1141,-13 0 0,0 0 0,-13 0 0,-4 0 0,-13 0 0,-13 0 0,-4 0 0</inkml:trace>
  <inkml:trace contextRef="#ctx0" brushRef="#br0" timeOffset="617369">3085 11831 24575,'17'0'0,"-4"0"0,0 0 0,-9 0 0,9 0 0,0 0 0,-9 0 0,22 0 0,-22 0 0,22 0 0,-22 0 0,22 0 0,-22 0 0,22 0 0,-23 0 0,24-13 0,-24 10 0,24-11 0,-24 14 0,24 0 0,-24 0 0,24 0 0,-24 0 0,24 0 0,-24 0 0,24 0 0,-24-13 0,24 10 0,-11-11 0,1 14 0,10 0 0,-24 0 0,24 0 0,-24 0 0,24 0 0,-24 0 0,24 0 0,-24 0 0,24 0 0,-24 0 0,10 0 0,1 0 0,-11 0 0,23 0 0,-22 0 0,22 0 0,-9 0 0,0 0 0,9 0 0,-22 0 0,22 0 0,-22 0 0,22 0 0,-22 0 0,22 0 0,-22 0 0,22 0 0,-23 0 0,24 0 0,-24 0 0,24 0 0,-24 0 0,24 0 0,-24 0 0,24 0 0,-24 0 0,24 0 0,-24 0 0,24 0 0,-11 0 0,1 0 0,10 0 0,-24 0 0,24 0 0,-24 0 0,24 0 0,-11 0 0,1 0 0,10 0 0,-24 0 0,24 0 0,-11 0 0,1 0 0,9 0 0,-22 0 0,22 0 0,-22 0 0,22 0 0,-22 0 0,22 0 0,-9 0 0,0 0 0,9 0 0,-22 0 0,22 0 0,-9 0 0,-1 0 0,11 0 0,-24 0 0,24 0 0,-24 0 0,24 0 0,-10 0 0,-1 0 0,11 0 0,-24 0 0,24 0 0,-11 0 0,1 0 0,10 0 0,-24 0 0,24 0 0,-11 0 0,1 0 0,10 0 0,-11 0 0,14 0 0,-13-13 0,9 10 0,-9-10 0,13 13 0,0 0 0,-13 0 0,9 0 0,-9 0 0,13 0 0,0 0 0,-14 0 0,11 0 0,-10 0 0,13 0 0,0-14 0,-14 11 0,11-10 0,-10 13 0,12 0 0,1 0 0,0 0 0,0 0 0,0 0 0,0-14 0,0 11 0,0-10 0,0 13 0,0 0 0,0 0 0,0-14-570,13 11 570,-10-10 0,11 13 0,-14 0 0,13-14 0,-10 11 0,11-10 0,-15 13 0,1 0 0,14 0 0,-11-14 0,10 11 0,-13-10 0,0 13 0,13 0 0,-9 0 0,9 0 0,-13 0 0,13 0 0,-10 0 0,11-14 0,-1 11 0,-10-10 0,24 13 0,-24 0-1229,24 0 1229,-11 0 0,14 0 0,-13 0 0,9 0 0,-9 0 0,13 0-1781,0 0 1781,0 0 0,0 0 0,-1 0 0,1 0-279,-13 0 279,10 0 0,-11 0-593,1 0 593,9 0 0,-9 0 0,0 0 0,9 0 0,-9 0 0,13 0 0,-14 0 0,11-14 0,-11 11 0,1-10 0,10 13 0,-11 0 0,1 0 0,9 0 0,-9 0 0,-1 0 0,11 0 0,-10 0 0,13 0 0,-14 0 0,11 0 0,-11 0-380,14 0 380,0 0 0,0 0 0,0 0 0,-13 0 0,9 0 0,-9 0 0,13 0 0,0 0 0,-14 0 0,11 0 0,-11 13 566,1-10-566,9 11 0,-9-14 0,0 0 0,9 0 0,-23 0 0,24 13-361,-24-10 361,11 11 850,-14-14-850,0 0 0,-1 0 0,1 0 0,0 13 1531,-13-10-1531,10 11 1218,-24-14-1218,24 0 778,-24 0-778,10 0 250,-13 0-250,14 0 0,-11 0 0,10 0 0,-13 0 0,-13 0 0,10 0 0,-24 0 0,10 0 0,-13 0 0,0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3-09T02:09:43.367"/>
    </inkml:context>
    <inkml:brush xml:id="br0">
      <inkml:brushProperty name="width" value="0.05292" units="cm"/>
      <inkml:brushProperty name="height" value="0.05292" units="cm"/>
      <inkml:brushProperty name="color" value="#FF0000"/>
    </inkml:brush>
  </inkml:definitions>
  <inkml:trace contextRef="#ctx0" brushRef="#br0">19529 8207 24575,'-16'0'0,"2"0"0,14 0 0,-13 0 0,10 0 0,-11 0 0,14 13 0,-13-9 0,10 9 0,-11-13 0,14 0 0,0 0 0,0 13 0,0-9 0,0 9 0,0-13 0,0 0 0,0 13 0,0-9 0,0 9 0,0-13 0,0 13 0,0-9 0,14 9 0,-11-13 0,10 13 0,-13-9 0,14 9 0,-11-13 0,10 13 0,1-10 0,-11 11 0,24-1 0,-24-10 0,24 11 0,-24-1 0,23-10 0,-9 11 0,13-1 0,0-10 0,0 11 0,0-1 0,0-10 0,0 11 0,0-14 0,0 0-590,13 13 590,-10-10 0,11 11 0,-1-14 0,-10 0 0,10 0 0,1 13 0,-11-10 0,10 11 0,0-14 0,-9 13 0,9-10 0,0 10 0,-9-13 0,22 14 0,-23-11 0,11 10 0,-1-13 0,-10 14 0,10-11 0,1 10 0,-11-13 0,24 0 0,-24 0 0,10 0 0,0 0 0,-9 0 0,22 0 0,-22 0 0,9 0 0,0-13 0,-10 10 0,24-11 0,-24 14-1242,24 0 1242,-11 0 0,1-13 0,10 10 0,-24-11 0,23 14 0,-22-13-750,22 10 750,-22-10 0,22 13 0,-23-14 0,24 11 0,-24-10 0,24-1 0,-24 11 0,10-24 0,1 24 0,-11-10 0,10 13-239,-13-14 239,0 11 0,0-10 0,0-1 0,0 11 0,13-10 0,-9 13 0,9-14 0,-13 11 0,0-10 0,0-1 0,0 11 0,0-10 0,-1 0 0,1 9 0,0-22 0,0 22 0,0-22 524,-13 22-524,10-22 1211,-24 22-1211,24-9 813,-24 0-813,23 9 273,-22-22-273,9 22 0,0-22 0,-9 22 0,9-22 0,0 9 0,-9 1 0,9-11 0,-13 10 0,0-13 0,13 14 0,-9-11 0,9 10 0,-13-12 0,-13-1 0,9 13 0,-9-10 0,13 11 0,0-14 0,-13 0 0,9 13 0,-22-10 0,22 11 0,-22-14 0,22 0 0,-9 13 0,0-9 0,10 9 0,-24-13 0,10 0 0,1 0 0,-11 14 0,24-11 0,-24 10 0,10-13 0,1 14 0,-11-11 0,24 10 0,-24 1 0,24-11 0,-24 10 0,24 1 0,-24-11 0,11 24 0,-1-24 0,-10 11 0,11-1 0,-1-10 0,-10 11 0,11-1 0,-1-10 0,-9 11 0,9-14 0,-13 13 0,0-9 0,0 9 0,0 0 0,0-9 0,0 22 0,0-22 0,0 9 0,0 0 0,0-9 0,0 23 0,0-24 0,1 24 0,-1-11 0,0 1 0,13 10 0,-10-11 0,11 1 0,-14 10 0,0-11 0,0 1 0,0 10 0,0-11 0,0 14 0,0-13 0,0 10 0,0-11 0,0 1 0,0 10 0,0-11 0,0 1 0,0 10-503,-13-10 503,10 13 0,-10 0 0,13-14 0,0 11 0,0-10 0,0 13 0,0 0 0,0-14 0,0 11 0,-13-10 0,9 13 0,-9 0 0,13 0 0,0 0 0,0 0 0,-13 0-489,10 0 489,-11 0 0,14 0 0,-13 0 0,10 0 0,-10 0 0,13 0 0,0 0 490,0 0-490,-13 0 0,9 0 0,-9 0 0,13 0 0,0 13 0,0-10 0,0 11 0,0-14 0,0 13 0,0-10-608,-13 11 608,10-1 0,-11-10 0,1 24 0,10-24 0,-10 24 0,-1-11-1193,-2 1 1193,-1 10 0,-9-11 0,22 1 0,-22 10 0,23-24 0,-24 24 0,24-11 0,-11 1 0,1 9 0,10-9 0,-10 13 0,-1-13 0,11 9 0,-10-9-25,13 0 25,0 9 0,0-9 0,0-1 0,0 11 0,0-10 0,0-1 0,0 11 0,14-24 0,-11 24 0,10-24 0,-13 24 570,14-24-570,-11 24 1228,10-11-1228,1 1 530,-11 10-530,24-11 0,-24 14 0,24 0 0,-24 0 0,24 0 0,-10 0 0,13 0 0,-14 0 0,11 0 0,-10 0 0,13 0 0,13 13-560,-10-10 560,11 11 0,-14-14 0,13 0 0,-10 0 0,24 0 0,-24 0 0,24-1 0,-11 1 0,14 0 0,0 0 0</inkml:trace>
  <inkml:trace contextRef="#ctx0" brushRef="#br0" timeOffset="13120">9225 14078 24575,'0'-17'0,"0"4"0,0 13 0,0-13 0,-13 9 0,10-22 0,-10 9 0,26-13 0,-10 0 0,10 0 0,-13-13 0,0 10 0,0-11-702,0 1 702,0 10 0,0-24 0,14 24 0,-11-10 0,10 13 0,-13-14 0,0 11 0,0 3 0,0 4 0,0 9 0,0 0 0,0-9 0,14 22 702,-11-9-702,10 13 0,-13 0 0,0-13 0,0 9 0,0-9 0,0 13 0,0 0 0,0 13 0,14-9 0,-11 9 0,10-13 0,1 13 0,-11-9 0,24 22 0,-11-9 0,14 13 0,-13 0-510,9 0 510,-9 0 0,0 13 0,9-10-979,-9 24 979,0-24 0,9 24 0,-9-24 0,0 10 0,9-13 0,-9 0-328,-1 0 328,11 0 0,-24 0 0,11-13 0,-1 9 476,-10-22-476,11 22 987,-14-22-987,0 9 354,0-13-354,0 0 0,0-13 0,-14 9 0,11-9 0,-24 0 0,11-4 0</inkml:trace>
  <inkml:trace contextRef="#ctx0" brushRef="#br0" timeOffset="13408">9315 13539 24575,'0'16'0,"0"11"0,14-24 0,-11 11 0,24-14 0,-11 0 0,1 0 0,10 13 0,-11-10 0,14 11 0,0-28 0,0 11 0,0-10 0,0 13 0,0 0 0,0 0 0,0-14 0,0 11 0,0-10 0,0 13 0,0 0 0</inkml:trace>
  <inkml:trace contextRef="#ctx0" brushRef="#br0" timeOffset="13743">10214 13449 24575,'17'16'0,"-4"-2"0,0-14 0,-9 0 0,9 13 0,0-10 0,-10 11 0,24-14 0,-10 0 0,-1 0 0,11 0 0,-10 0 0,-1 0 0,11 0 0,-10 0 0,-1 0 0,11 0 0,-24 0 0,10 0 0,1 0 0,-11 0 0,10 0 0,-13 0 0,-13 0 0,10 0 0,-11 0 0</inkml:trace>
  <inkml:trace contextRef="#ctx0" brushRef="#br0" timeOffset="14055">10334 13718 24575,'-17'0'0,"30"0"0,-6 0 0,33 0 0,-37 0 0,24 0 0,-10 0 0,-1-13 0,11 10 0,-11-11 0,1 14 0,10 0 0,-11 0 0,1 0 0,10 0 0,-24 0 0,10 0 0,-13 0 0,14-13 0,-11 23 0,-16-20 0,-21 23 0</inkml:trace>
  <inkml:trace contextRef="#ctx0" brushRef="#br0" timeOffset="16553">11053 13329 24575,'-17'17'0,"4"-4"0,13 0 0,0-9 0,0 9 0,0 0 0,0-9 0,0 22 0,0-22 0,0 9 0,0 0 0,0-10 0,13 11 0,-10-1 0,11-10 0,-1 11 0,-10-1 0,11-10 0,-1 24 0,-10-24 0,24 11 0,-11-1 0,1-10 0,10 24 0,-24-24 0,24 11 0,-24-1 0,24-10 0,-24 10 0,24-13 0,-24 14 0,10-11 0,-13 10 0,0-13 0,0 14 0,0-11 0,0 10 0,0-13 0,0 14 0,-13-11 0,10 10 0,-11 1 0,1-11 0,-4 10 0,1-13 0,-11 0 0,10 0 0,-13 0 0,1-13 0,-1-4 0</inkml:trace>
  <inkml:trace contextRef="#ctx0" brushRef="#br0" timeOffset="16708">11172 13209 24575,'30'0'0</inkml:trace>
  <inkml:trace contextRef="#ctx0" brushRef="#br0" timeOffset="17273">11921 13299 24575,'17'30'0,"-4"-13"0,-13 9 0,0-9 0,0 0 0,0 22 0,13-19 0,-9 24 0,9-14 0,-13-14 0,13 11 0,-9-10 0,9 13 0,-13-14 0,13-3 0,-9 1 0,9-11 0,-13 10 0,13-13 0,-9 0 0,9 0 0,-13-13 0,13 10 0,-9-24 0,9 11 0,-13-14 0,13 0 0,-9 0 0,9 0 0,-13 13 0,0-10 0,0 11 0,0-14 0,0 13 0,0-9 0,0 22 0,0-22 0,0 22 0,0-22 0,0 22 0,0-9 0,0 13 0,0 0 0,0 13 0,0-9 0,0 22 0,0-9 0</inkml:trace>
  <inkml:trace contextRef="#ctx0" brushRef="#br0" timeOffset="17602">12311 13449 24575,'0'30'0,"0"0"0,0-14 0,0 11 0,0-10 0,0-1 0,0-2 0,13-1 0,-10-10 0,11 11 0,-14-14 0,0 0 0,13 0 0,-10-14 0,11 11 0,-1-24 0,-10 11 0,10-14 0,1 13 0,-11-10 0,10 11 0,-13-14 0,0 13 0,0 4 0,0 0 0,-13 9 0,10-9 0,-11 13 0,14 0 0,-13 0 0,10 0 0,-10 0 0,-1 13 0,11-9 0,-10 9 0,13 0 0,0-9 0,0 9 0,0-13 0</inkml:trace>
  <inkml:trace contextRef="#ctx0" brushRef="#br0" timeOffset="18231">12580 13059 24575,'0'17'0,"0"10"0,-13-11 0,10 1 0,-11 10 0,28-11 0,-11 14 0,10 0 0,-13 13 0,0-9 0,0 9 0,0-13 0,14 0 0,-11 0 0,10 0 0,-13 0 0,0 0 0,0-14 0,13 11 0,-9-24 0,9 24 0,-13-24 0,0 11 0,0-1 0,0-10 0,0 10 0,-13-13 0,9 0 0,-9 0 0,13 0 0</inkml:trace>
  <inkml:trace contextRef="#ctx0" brushRef="#br0" timeOffset="18580">12850 13000 24575,'0'29'0,"0"-12"0,0 10 0,0-11 0,0 28 0,13-11 0,-10 10 0,11-13 0,-14 13 0,0-9 0,0 9 0,0-13 0,13 0 0,-10 0 0,11 0 0,-14 0 0,0 0 0,0-14 0,0 11 0,0-24 0,0 11 0,0-1 0,0-10 0,-14 11 0,11-14 0,-10 0 0</inkml:trace>
  <inkml:trace contextRef="#ctx0" brushRef="#br0" timeOffset="18747">12760 13359 24575,'17'-17'0,"9"4"0,-9 13 0,-1 0 0,11-13 0,-24 9 0,11-9 0,-1 13 0,-10 0 0,11 0 0</inkml:trace>
  <inkml:trace contextRef="#ctx0" brushRef="#br0" timeOffset="19277">11113 13269 24575,'16'0'0,"11"-13"0,-24 9 0,24-9 0,-24 13 0,24-13 0,-24 10 0,10-11 0</inkml:trace>
  <inkml:trace contextRef="#ctx0" brushRef="#br0" timeOffset="20147">14407 13629 24575,'-13'-17'0,"10"4"0,-11 13 0,14 0 0,0 0 0,14 0 0,-11 0 0,10 0 0,1 0 0,-11 0 0,24 0 0,-11 0 0,1 0 0,9 0 0,-9 0 0,13 0 0,13 0 0,-9 0 0,9-14 0,-13 11-1039,13-10 1039,4 13 0,-1 0 0,11 0-1597,-11 0 1597,14 0 0,0 0 0,0-14 0,0 11 0,0-10 0,0-1 0,0 11 0,0-10 0,0-1 0,13 11 0,-10-24 0,-3 24 0,-3-10 0,-24 13-297,10-13 297,-13 9 0,0-9 0,0 13 0,0 0 0,-13 0 0,9 0 938,-9-13-938,-1 9 1654,11-9-1654,-24 13 341,11 0-341,-14 0 0,0 0 0,0 0 0</inkml:trace>
  <inkml:trace contextRef="#ctx0" brushRef="#br0" timeOffset="20741">15605 13089 24575,'0'-16'0,"0"2"0,0 14 0,0 0 0,14 0 0,-11 0 0,10 0 0,-13 14 0,0-11 0,14 10 0,-11-13 0,24 0 0,-24 0 0,10 0 0,1 0 0,-11 14 0,24-11 0,-24 10 0,24-13 0,-24 0 0,23 14 0,-9-11 0,0 10 0,9 1 0,-22-11 0,22 24 0,-22-24 0,22 24 0,-22-11 0,9 1 0,-13 9 0,0 4 0,0 4 0,0 9-791,0 0 791,-13-10 0,9 11 0,-22-1 0,22-10 0,-22 11 0,22-15-125,-22 1 125,22 0 0,-9-13 0,0 10 0,9-24 0,-9 24 785,0-24-785,-4 24 0,1-24 0,2 10 0</inkml:trace>
  <inkml:trace contextRef="#ctx0" brushRef="#br0" timeOffset="27363">17373 13000 24575,'0'29'0,"0"15"0,0-11 0,0 10 0,13 1-1148,-10-11 1148,11 10 0,-14-13 0,13 0 0,-10 13 0,11-9 0,-14 9 375,0-27-375,0 11 191,0-10-191,13-1 0,-10 11 0,11-10 582,-14-1-582,0-2 0,0-1 0,0-10 0,0 11 0,0-14 0,0 0 0,-14 0 0,11 0 0,-10 0 0,13 0 0,0 0 0,0-14 0,-14 11 0,11-10 0,-10 13 0,13-14 0,0 11 0,0-24 0,-14 24 0,11-24 0,-10 11 0,13-1 0,0-10 0,0 11 0,0-14 0,13 13 0,-10-9 0,11 9 0,-14 0 0,0-9 0,13 9 0,-10 0 0,24-9 0,-24 9 0,24-13 0,-24 14 0,24-11 0,-24 24 0,24-24 0,-24 24 0,10-24 0,1 24 0,-11-11 0,10 14 0,-13 0 0,0-13 0,0 10 0,14 3 0,-11 3 0,10 10 0,-13-13 0,0 0 0,0 14 0,0-11 0,0 10 0,0 1 0,0-11 0,0 24 0,0-24 0,0 24 0,0-24 0,0 24 0,0-24 0,0 23 0,0-9 0,0 0 0,-13 9 0,10-22 0,-11 22 0,14-22 0,0 9 0</inkml:trace>
  <inkml:trace contextRef="#ctx0" brushRef="#br0" timeOffset="27684">17942 13149 24575,'0'30'0,"0"14"0,13-11 0,-10 10 0,11-13 0,-1 0 0,-10 0 0,11 0 0,-14 0 0,0-14 0,13 11 0,-10-24 0,11 24 0,-14-24 0,0 11 0,0-1 0,-14-10 0,11 11 0,-10-14 0,-1 0 0,-2 0 0</inkml:trace>
  <inkml:trace contextRef="#ctx0" brushRef="#br0" timeOffset="28259">18211 13149 24575,'14'30'0,"-11"-13"0,10 10 0,-13-11 0,0 1 0,0-4 0,0 0 0,0-9 0,0 9 0,0-13 0,14 0 0,-11 0 0,10 0 0,-13 0 0,0 0 0,0-13 0,0 9 0,0-22 0,0 9 0,14-13 0,-11 0 0,10 14 0,-13-11 0,13 10 0,-9-13 0,9 0 0,0 14 0,-9-11 0,9 24 0,0-24 0,-9 24 0,9-10 0,0-1 0,-9 11 0,22 3 0,-22 3 0,22 11 0,-22-14 0,9 13 0,0-10 0,-9 24 0,22-11 0,-23 1 0,11 10 0,-14-11 0,0 1 0,0 10 0,0-24 0,0 24 0,0-11 0,0 1 0,0 10 0,0-24 0,0 23 0,0-22 0,0 9 0,0-13 0</inkml:trace>
  <inkml:trace contextRef="#ctx0" brushRef="#br0" timeOffset="28780">18750 13029 24575,'-29'17'0,"12"10"0,-10-24 0,24 24 0,-10-11 0,13 1 0,-14 10 0,11-11 0,-10 1 0,13 10 0,13-11 0,-10 1 0,11 9 0,-14-9 0,0 0 0,13 9 0,-10-22 0,11 9 0,-1-13 0,-10 0 0,11 0 0,-1 0 0,-10 0 0,24-13 0,-24 9 0,10-9 0,1 0 0,-11-4 0,10 0 0,1-9 0,-11 22 0,10-22 0,-13 9 0,0-13 0,0 14 0,0-11 0,0 10 0,0 1 0,0-11 0,0 10 0,0 1 0,0 2 0,0 14 0,0-13 0,0 10 0,0-10 0,0 13 0,0 0 0,0 13 0,0-10 0,0 24 0,0-24 0,14 24 0,-11-11 0,10 1 0,-13 10 0,0-11 0,0 1 0,14 10 0,-11-24 0,10 10 0,-13 1 0,0-11 0,14 10 0,-11 0 0,10-9 0,-13 9 0,0-13 0,0 0 0,14 0 0,-11 0 0,10 0 0,-13-13 0,13 9 0,-9-9 0,9 0 0,0 10 0,-9-11 0,9 1 0,-13 10 0,13-11 0,4 14 0</inkml:trace>
  <inkml:trace contextRef="#ctx0" brushRef="#br0" timeOffset="29350">19140 13269 24575,'-17'-17'0,"4"-9"0,13 23 0,0-24 0,0 10 0,0 1 0,0-11 0,0 10 0,0 1 0,0-11 0,13 24 0,-9-24 0,9 24 0,-13-24 0,13 24 0,-9-24 0,9 24 0,0-10 0,-10-1 0,11 11 0,-1 3 0,-10 3 0,24 11 0,-24-14 0,11 0 0,-1 13 0,-10-10 0,11 11 0,-14-1 0,13-10 0,-10 10 0,11 1 0,-14-11 0,13 10 0,-10-13 0,11 14 0,-1-11 0,-10 10 0,10-26 0,1 10 0,-11-11 0,24 1 0,-24 10 0,10-11 0,1 1 0,-11 10 0,24-24 0,-24 24 0,10-10 0,-13-1 0,14 11 0,-11-10 0,10 13 0,-13 0 0,14 0 0,-11 0 0,10 13 0,-13 4 0,0 13 0,14 13 0,-11 3-2259,10 14 2259,0 14-2950,-9 2 2950,9-32 0,0 2-1364,-11 5 1,0 1 1363,10-6 0,2 1 0,-6 12 0,1-1 0,6-12 0,0 1 0,-6 11 0,-1 0 0,5-11 0,0 0 0,-4 4 0,-1 1 0,0-7 0,1 0-833,5 0 1,-2 0 832,-9 31 0,11-3 0,-14-13 421,-14-13-421,11 9 1959,-23-36-1959,22 20 0,-22-36 0,-4 9 0,-4-26 0,-9 9 0,13-22 2056,-13 9-2056,10-13 0,3 0 0,3 0 0,24-13 0,-11 10 0,14-24 0,14 24 0,2-24 717,28 11-717,-11-1-721,23-10 721,-22 11 0,22-1 0,-22 4-179,-4 0 1,-4 9-1,-9-9 1</inkml:trace>
  <inkml:trace contextRef="#ctx0" brushRef="#br0" timeOffset="30180">17433 13629 24575,'16'-17'0,"-2"-10"0,-1 11 0,-10-28-1569,24 11 1569,-11-10 0,1 13 0,10-13 0,-11 9 0,1-9 0,10 13 0,-24 0 509,10 0-509,-13 0 0,14 0 65,-11 14 0,-3-11 0,-17 10 0</inkml:trace>
  <inkml:trace contextRef="#ctx0" brushRef="#br0" timeOffset="31449">17313 12820 24575,'16'30'0,"-2"0"0,-1 0 0,-10 0 0,11 0 0,-1 0 0,4-1 0</inkml:trace>
  <inkml:trace contextRef="#ctx0" brushRef="#br0" timeOffset="32668">20278 12760 24575,'-17'0'0,"4"0"0,0 0 0,9 0 0,-9 0 0,0 13 0,-4-9 0,1 9 0,-11-13 0,24 13 0,-24-9 0,24 9 0,-24-13 0,24 13 0,-24-10 0,10 24 0,1-24 0,2 11 0,1-1 0,10-10 0,-10 24 0,-1-24 0,11 24 0,-10-24 0,13 24 0,0-24 0,0 24 0,0-24 0,13 24 0,-10-24 0,11 24 0,-1-24 0,-10 24 0,10-24 0,1 24 0,2-24 0,1 10 0,10 1 0,-24-11 0,24 10 0,-24-13 0,10 0 0,1 0 0,-11 0 0,24-13 0,-11 10 0,1-11 0,9 1 0,-9 10 0,0-11 0,9 1 0,-22 10 0,22-24 0,-22 24 0,22-11 0,-22 1 0,9 10 0,0-11 0,-9 14 0,9-13 0,-13 10 0,0-10 0,0-1 0,0 11 0,0-10 0,0 13 0,0-14 0,0 11 0,0-10 0,0 13 0,0-14 0,0 11 0,0-10 0,0 13 0,-13 0 0,9 0 0,-9 0 0,13 0 0,0 0 0,0 13 0,-13-10 0,9 11 0,-9-1 0,13-10 0,0 24 0,-13-24 0,9 24 0,-9-24 0,13 24 0,0-24 0,0 24 0,0-24 0,0 24 0,0-24 0,0 10 0,0 1 0,13-11 0,-9 10 0,9-13 0,-13 0 0,13 0 0,-9-13 0,22 10 0,-22-24 0,9 24 0,0-24 0,-9 24 0,9-24 0,-13 10 0,0 1 0,0-11 0,0 24 0,0-24 0,0 24 0,0-24 0,0 24 0,0-10 0,0 13 0,0 0 0,0 13 0,13-10 0,-10 11 0,11-14 0,-14 0 0</inkml:trace>
  <inkml:trace contextRef="#ctx0" brushRef="#br0" timeOffset="33568">20787 12910 24575,'-16'0'0,"-11"0"0,24 0 0,-24 0 0,10 0 0,1 0 0,-11 13 0,11-10 0,-1 11 0,-10-1 0,24-10 0,-24 24 0,24-24 0,-10 11 0,13-1 0,0-10 0,0 24 0,0-24 0,0 24 0,0-24 0,0 24 0,0-24 0,13 10 0,-10-13 0,24 14 0,-24-24 0,24 20 0,-24-24 0,11 14 0,-1 0 0,-10-13 0,24 10 0,-24-24 0,10 24 0,1-24 0,-11 10 0,10 1 0,1-11 0,-11 11 0,10-14 0,-13 13 0,0-10 0,0 11 0,0-1 0,0-10 0,0 11 0,0-1 0,0-9 0,0 22 0,0-22 0,0 22 0,0-9 0,0 13 0,0-13 0,-13 9 0,10-9 0,-11 13 0,14 0 0,0 0 0,0 13 0,0-9 0,0 22 0,0-9 0,0 0 0,0 9 0,14-9 0,-11 13 0,10 0 0,-13-14 0,14 11 0,-11-10 0,24 13 0,-24-14 0,10 11 0,1-24 0,-11 24 0,10-24 0,0 10 0,-9-13 0,22 0 0,-22 0 0,9 0 0,0 0 0,-9-13 0,9 10 0,0-24 0,-9 11 0,9-1 0,-13-10 0,13 11 0,-9-1 0,9-10 0,-13 11 0,0-1 0,0-10 0,0 24 0,0-23 0,0 22 0,0-9 0,0 13 0,0 0 0,0 13 0,0-9 0,0 9 0,0 0 0,0-10 0,0 24 0,0-10 0,0-1 0,0 11 0,0-24 0,0 24 0,13-10 0,-9-1 0,9 11 0,0-24 0,-9 24 0,9-24 0,0 24 0,-10-24 0,24 10 0,-24 1 0,24-11 0,-10 10 0,-1-13 0,11 0 0,-10-13 0,-1 10 0,11-11 0,-10 1 0,-1 10 0,11-24 0,-24 10 0,24-12 0,-24 12 0,10-10 0,1 11 0,-11-1 0,10-10 0,-13 11 0,0-14 0,0 13 0,-13-9 0,10 22 0,-11-9 0,14 0 0,-13 9 0,10-9 0,-24 13 0,24 0 0,-24 0 0,24 0 0,-10 13 0,-1-9 0,11 9 0,-10 0 0,-1-9 0,11 22 0,-10-23 0,13 24 0,0-24 0,0 24 0,13-10 0,-10-1 0,11 11 0,-1-24 0,-10 11 0,24-1 0,-24-10 0,24 11 0,-11-14 0,14 0 0,0 0 0,-13-14 0,10 11 0,-11-10 0,14-1 0,0 11 0,0-10 0</inkml:trace>
  <inkml:trace contextRef="#ctx0" brushRef="#br0" timeOffset="33797">22075 12730 24575,'-30'0'0</inkml:trace>
  <inkml:trace contextRef="#ctx0" brushRef="#br0" timeOffset="34655">21267 12790 24575,'0'-17'0,"-14"4"0,11 13 0,-24-13 0,24 9 0,-24-9 0,24 13 0,-24 0 0,11 0 0,-1 0 0,-10 0 0,11 0 0,-14 13 0,13-9 0,-9 9 0,9 0 0,0 4 0,-9 0 0,22 9 0,-9-9 0,0 13 0,9 0 0,-9 0 0,13-14 0,13 11 0,-9-10 0,9 12 0,0 1 0,4 0 0,13-13 0,0 10 0,0-11 0,0 1 0,0 10-594,13-24 594,-10 10 0,11-13 0,-14 0 0,13-13 0,-10 10 0,10-24 0,-13 24 0,0-11-31,0 1 0,0 10 1,0-11-1</inkml:trace>
  <inkml:trace contextRef="#ctx0" brushRef="#br0" timeOffset="43431">18750 14048 24575,'0'-17'0,"0"4"0,0 13 0,0 0 0,-13 0 0,10 0 0,-10 0 0,13 0 0,0 0 0,13 0 0,-10 0 0,10 0 0,-13 0 0,-13 0 0,10 0 0,-10 0 0,13 0 0,0 0 0,13 0 0,-10 0 0,10-13 0,-13 9 0,0-9 0,-13 13 0,10 0 0,-10 0 0,13 0 0,0 0 0,-14 0 0,11 0 0,-10-13 0,13 9 0,0-9 0,0 13 0,0 13 0,-14-23 0,11 20 0,-10-23 0,13 13 0,0 0 0,-14 0 0,11 0 0,-10 13 0,13-9 0,-14 9 0,11-13 0,-10 0 0,13 13 0,0-9 0,-14 22 0,11-9 0,-10 13 0,13 0 0,0 13-987,0-10 987,0 24 0,0-24 0,0 24 0,13-24 0,-10 10 0,24 1 0,-24-11 0,24 10 0,-10-13 0,13 0-521,0-13 521,-1 9 0,15-22 0,-11 9 0,24-26 0,-24 9-1413,23-22 1413,-9 9 0,0-26 0,9 9 0,-22-9 0,22 0 0,-23-4 0,11-13 0,-28 14 0,11-11 0,-24 11 0,11-1 0,-14-9-643,0 22 643,-14-9 0,11 13 0,-24 0 0,11 0 0,-1 0 856,-10 14-856,11 2 488,-14 1-488,0 10 0,0-11 0,0 28 1470,13-11-1470,-9 10 750,9 1-750,0-11 0,-9 23 0,22-9 0,-9 0 0,13 9 0,0-9 0,13 13 0,4 0 0</inkml:trace>
  <inkml:trace contextRef="#ctx0" brushRef="#br0" timeOffset="43879">20038 13898 24575,'0'-17'0,"0"4"0,0 13 0,0 0 0,0 13 0,0 4 0,0 0 0,0 9 0,0-9 0,0 13 0,0 0 0,0 0 0,14 0-551,-11 13 551,10-10 0,-13 11 0,0-14 0,0 0 0,0 0 0,0-1 0,0 1 0,0 0 0,0 0 0,14-13 0,-11 10 551,10-24-551,-13 24 0,0-24 0,0 10 0,0-13 0,0 0 0,14 0 0,-11 0 0,10 0 0,-13 0 0,0 0 0,0 0 0</inkml:trace>
  <inkml:trace contextRef="#ctx0" brushRef="#br0" timeOffset="44419">20697 14078 24575,'-16'0'0,"2"13"0,1-10 0,10 24 0,-24-10 0,24 13 0,-10 0 0,13 0 0,-14 0 0,11 0 0,-10-1 0,26-12 0,-10 10 0,11-11 0,-1 1 0,-10 10 0,24-24 0,-11 10 0,1-13 0,10 0 0,-11 0 0,14-13 0,0 10 0,-13-24 0,10 10 0,-11-13 0,1 0 0,9 1 0,-22-1 0,22 0 0,-22 0 0,9 0 0,-13 0 0,0 0 0,0 0 0,0 0 0,-13 13 0,9-9 0,-9 22 0,13-22 0,0 22 0,-13-9 0,9 13 0,-9-13 0,13 23 0,0-20 0,0 23 0,-13 0 0,9-9 0,-9 22 0,13-22 0,0 9 0</inkml:trace>
  <inkml:trace contextRef="#ctx0" brushRef="#br0" timeOffset="45409">21386 13988 24575,'0'-17'0,"0"4"0,0 13 0,-13 0 0,10 0 0,-11 0 0,14 0 0,0 0 0,0 13 0,0-9 0,0 9 0,0-13 0,0 0 0,0-13 0,0 9 0,0-9 0,0 13 0,0 0 0,-13 0 0,10 0 0,-11 0 0,14 0 0,0 13 0,0-9 0,0 9 0,0-13 0,0 0 0,0 13 0,0-9 0,0 9 0,0 0 0,-13-9 0,10 22 0,-11-22 0,14 22 0,0-9 0,0 13 0,0-14 0,0 11 0,0-10 0,0-1 0,14 11 0,-11-10 0,10-1 0,1 11 0,-11-24 0,24 24 0,-24-24 0,24 10 0,-11-13 0,1 0 0,10 0 0,-11 0 0,14-13 0,0 10 0,0-24 0,-13 24 0,9-24 0,-9 11 0,13-14 0,-13 13 0,-4-10 0,0 11 0,-10-14 0,11 0 0,-1 0 0,-10 0 0,11 0 0,-14 13 0,-14-9 0,11 9 0,-10 0 0,-1-9 0,11 22 0,-23-9 0,22 0 0,-22 9 0,9-9 0,-13 13 0,0 0 0,0 0 0,0 13 0,0-9 0,0 22 0,14-22 0,2 9 0</inkml:trace>
  <inkml:trace contextRef="#ctx0" brushRef="#br0" timeOffset="46107">22105 13868 24575,'0'17'0,"0"9"0,0-22 0,0 22 0,0-9 0,0 13 0,14 0 0,-11 13-514,10-10 514,-13 11 0,0-14 0,0 0 0,0 13 0,0-10 0,0-3 0,0-3 0,13-11 0,-9 1 0,9 10 0,-13-24 514,0 10-514,13-13 0,-9 0 0,9 0 0,-13 0 0,0 0 0,0-13 0,0-4 0</inkml:trace>
  <inkml:trace contextRef="#ctx0" brushRef="#br0" timeOffset="47132">18691 15126 24575,'59'17'0,"15"9"0,-31-23 0,4-2-4356,11 6 1,3-1 4355,6-5 0,3-2-1656,10 2 0,3-2 1656,-1-5 0,2-1-468,-21 6 1,2 1 0,0-3 467,5-5 0,0-2 0,0 2-779,0 6 0,1 2 0,1-2 779,6-6 0,2-2 0,-2 2-186,-6 6 1,-2 2 0,1-1 185,7-7 0,2-2 0,-1 1-22,-4 3 0,1 0 0,-1 1 22,0 0 0,0 0 0,1-1 0,3-3 0,0-2 0,-1 4 0,-6 5 0,-1 3 0,-1-3 0,5-6 0,0-3 0,-2 3 0,-6 6 0,-2 3 0,0-3 0,0-6 0,-1-3 0,0 3 0,-3 6 0,-1 2 0,-1-1 220,18-6 1,-1 0-221,-2 7 0,-2 0 0,-10 0 0,-4 0 853,-11 0 1,-1 0-854,6 0 0,-4 0 0,2 0 0,6 0 3089,-26 14-3089,-13-11 4623,-4 10-4623,-26 1 0,-17-11 0,-3 24 914,-24-24 0,11 10 1,-14-13-1</inkml:trace>
  <inkml:trace contextRef="#ctx0" brushRef="#br0" timeOffset="56259">9765 7338 24575,'-17'14'0,"4"-11"0,13 10 0,0-13 0,0 14 0,0-11 0,-14 10 0,11-13 0,-10 0 0,13 0 0,0 0 0,13 0 0,-10 0 0,11 0 0,-14 0 0,0 0 0,13 0 0,4-13 0,13 10 0,13-24 0,3 10-2554,28-13 2554,-11 1-1503,-20 13 0,0 2 1503,34-16 0,-33 15 0,2 0 0,-1 0 0,0 0 0,0 0 0,0 0 0,-1 0 0,1 0 0,0 0 0,0 0 0,1 0 0,-2 0-2161,33-15 2161,-34 14 0,0 2 0,20-3 0,-19 4 0,-1 0 0,20-4-1233,-3 0 1233,-3-9 818,-24 23-818,24-11 0,-24 1 2487,10 10-2487,-26-11 2512,9 14-2512,-22 0 1855,22 0-1855,-22-13 1282,9 10-1282,-13-11 0,0 14 0,0 0 0,-13 0 0,-4 0 0,-13 14 0,0-11 0,0 10 0,0-13 0</inkml:trace>
  <inkml:trace contextRef="#ctx0" brushRef="#br0" timeOffset="56521">10993 6799 24575,'30'-16'0,"0"2"0,0 14 0,0 0 0,-1 0 0,1 0 0,-13 0 0,10 14 0,-11-11 0,1 24 0,10-24 0,-24 24 0,24-24 0,-24 24 0,23-11 0,-22 1 0,9 9 0,-13-9 0,0 13 0,0 0 0,0 0 0,0 0 0,0 0-539,-13 13 539,9-10 0,-22 11 0,23-14 0,-24 0 0,10-1 0,-13-12 0,14 10 0,2-11 0</inkml:trace>
  <inkml:trace contextRef="#ctx0" brushRef="#br0" timeOffset="58091">12071 6380 24575,'-13'17'0,"9"9"0,-9-9 0,13 13 0,0 0 0,-13 0-770,9 13 770,-9-10 0,0 24 0,9-24 0,-9 24 0,0-24 0,9 10 0,-9-13 0,13 13 0,-13-23 190,10 20-190,-11-23 0,14 13 0,0-13 0,0 9 0,0-22 580,0 22-580,0-22 0,-13 9 0,10-13 0,-11 0 0,14 0 0,0 0 0,-13 0 0,10 0 0,-24 0 0,24-13 0,-11-4 0</inkml:trace>
  <inkml:trace contextRef="#ctx0" brushRef="#br0" timeOffset="58388">11981 6380 24575,'30'17'0,"-13"9"0,9-9 0,-22 13 0,22 0 0,-9 0 0,13 0 0,-13 0-1238,9 13 1238,-9-10 0,13 10 0,-14-13 0,11 0 0,-10 14 0,-1-11 0,11 10 0,-10-13-75,13 0 75,-14 0 0,11-13 0,-24 9 0,10-22 0,1 22 0,-11-22 917,10 9-917,-13-13 396,14 0-396,-38 0 0,31 0 0,-47-13 0,37 9 0,-11-9 0</inkml:trace>
  <inkml:trace contextRef="#ctx0" brushRef="#br0" timeOffset="58583">11801 6829 24575,'17'0'0,"10"0"0,-24 0 0,24 0 0,-11 0 0,14-13 0,13 10-531,-9-11 531,9 14 0,0 0 0,-9-13 0,9 10 0,-13-11 0,0 14-41,0 0 41,0-13 0,0 10 0,0-11 0,0 14 0</inkml:trace>
  <inkml:trace contextRef="#ctx0" brushRef="#br0" timeOffset="60521">12850 6320 24575,'0'17'0,"0"9"0,0-9 0,0 0 0,-14 9 0,11 4 0,-10 3 0,13 11-1628,0-1 1628,0 4 0,-13 12 0,9-12 0,-9 10 0,0-11 0,9 14 0,-9 0 0,0-13 0,9 9 0,-9-22 0,0 9 0,9 0-106,-9-10 106,13 11 0,0-14 0,-13-1 0,9-12 0,-9 10 0,13-24 0,0 24 1201,0-24-1201,0 10 533,0-13-533,0 0 0,0 0 0</inkml:trace>
  <inkml:trace contextRef="#ctx0" brushRef="#br0" timeOffset="60937">13239 6380 24575,'0'17'0,"0"9"0,13-9 0,-9 13 0,9 0 0,-13 0 0,0 0 0,0 0 0,13 13-1017,-9-10 1017,9 24 0,-13-24 0,0 10 0,0 1-525,0-11 525,13 10 0,-9-13 0,9 0 0,-13-13 0,0 9 0,0-9 0,0 0 990,0-4-990,0-13 552,0 13-552,0-9 0,0 9 0,0-13 0,0-13 0,-13 9 0,9-9 0,-9 13 0,0 0 0,-4 0 0</inkml:trace>
  <inkml:trace contextRef="#ctx0" brushRef="#br0" timeOffset="61294">13059 6350 24575,'17'0'0,"10"0"0,-24 0 0,24-13 0,-11 9 0,14-9 0,14 13-533,-11 0 533,10 0 0,0 0 0,-9 0 0,22 0 0,-23 0 0,24 13 0,-24-9 0,11 9 0,-14 0 0,-1-9 0,1 22 0,0-9 0,0 0 0,0 9 0,-13-9 0,-4 13 0,-13 0 0,0 0 0,0 0 0,-13 0 0,-4 0 0,-13 13-1546,0-10 1546,0 24 0,0-24 0,-13 10 0,10 0 0,-24-9 0,24 9 0,-10-13 0,13 0-289,0 0 289,0 0 0,0-14 0,0 11-308,0-24 308,0 24 0,-13-10 0,10-1 0,-11-2 0</inkml:trace>
  <inkml:trace contextRef="#ctx0" brushRef="#br0" timeOffset="64480">16714 6230 24575,'0'17'0,"0"-4"0,0 0 0,0 4 0,13 13 0,-10 0 0,11 0 0,-14 13 0,13-10 0,-10 24-1295,11-24 1295,-1 24 0,-10-10 0,11-1 0,-14 11 0,13-24 0,-10 24 0,10-24 0,-13 23-686,0-22 686,14 9 0,-11-13 0,10 0 0,-13-13 0,0 9 0,0-23 1249,0 11-1249,0-1 732,14-10-732,-11 11 0,10-14 0,-13 0 0,0 0 0,0-14 0,0 11 0,0-24 0,0 24 0,0-23 0,0 9 0,0-13 0,0 0 0,0 0 0,0 0 0</inkml:trace>
  <inkml:trace contextRef="#ctx0" brushRef="#br0" timeOffset="64781">16594 6260 24575,'30'0'0,"0"0"0,0 0 0,0 0 0,0 0 0,0 0-1124,13 0 1124,-10 13 0,10-9 0,-13 22 0,0-9 0,0 13 0,-13 0 0,10 0 0,-24 0 0,10 13 0,-13 4-1289,0-1 1289,-13 11 0,-4-11-1379,-13 14 1379,0 0 0,0 0 0,0-13 0,0 9 0,0-9-1167,1 0 1167,-1-4 0,0 0 0,13-10 178,-10-3-178,11-3 0,-1-10 1067,4-1-1067,-1 11 0,24-24 0,-6 10 0</inkml:trace>
  <inkml:trace contextRef="#ctx0" brushRef="#br0" timeOffset="65109">17942 6050 24575,'0'-16'0,"0"3"0,0 13 0,0 0 0,-14 13 0,-2 3 0,-1 14 0,-9 14-499,-4-11 499,-4 24-2832,-9 2 2832,0 5 0,9 9-1529,6-37 1,0 1 1528,-5 40 0,4-39 0,1 0 0,11 5 0,1 1 0,-12-6 0,-1 0-2079,-4 39 2079,11-33 0,1-2 0,-9 22 0,0 9 0,0-13-775,13-14 775,-9 11 1225,22-24-1225,-22 10 2704,22-13-2704,-9-13 2625,13 10-2625,0-24 0,0 24 0,0-11 0</inkml:trace>
  <inkml:trace contextRef="#ctx0" brushRef="#br0" timeOffset="65517">18121 7189 24575,'0'-17'0,"0"4"0,0-1 0,0-2 0,0-14 0,-13 0 0,10 0 0,-10 0 0,13 0 0,0-13-1041,0 9 1041,13-22 0,-10 23 0,10-24 0,-13 10 0,0 1 0,0-11 0,0 24 0,14-24 0,-11 24 0,10-10 0,-13 13 0,0 0 0,14 0 0,-11 13 0,10 4 0,-13 13 0,14 13 1041,-11-9-1041,24 22 0,-11 4-666,14 4 666,-13 9-1442,9 0 1442,-9 4 0,13 13 0,-13-14 0,9 11 0,-9-11 0,4-3 0,1 1 0,-2 9 0,2-10 0,-4-3 0,-15-6 0,24 9-276,-24-13 276,11 0 0,-1 0 0,-10-14 0,11 11 608,-14-24-608,-14 11 1468,11-1-1468,-24-10 0,11 11 0,-14-14 0</inkml:trace>
  <inkml:trace contextRef="#ctx0" brushRef="#br0" timeOffset="65678">18062 6979 24575,'16'0'0,"11"-13"0,-11 9 0,14-9 0,0 13 0,0-13 0,0 9 0,0-9 0,0 0 0,13 9 0,-23-22 0,20 23 0,-10-11 0,17 14 0</inkml:trace>
  <inkml:trace contextRef="#ctx0" brushRef="#br0" timeOffset="66211">19080 6080 24575,'-30'-43'0,"-13"10"0,-4-24-5390,1 24 5390,11 5 0,0-1 0,-15-4 0,8 5 0,-3 0 0,-31-6 0,25 13 0,-2-1 0,1 0 0,-2 1-1806,-5 3 0,-2 2 1806,-5 1 0,-1 1 0,6-1 0,-1 3 0,-11 10 0,-1 1-978,6-13 0,0 1 978,-7 10 0,0 3 0,7-1 0,0 2 0,-5-1 0,-1 3 0,6 9 0,0 3 0,-7-7 0,0 0 0,6 6 0,2 2-760,0-2 1,1 2 759,-2 4 0,2 3 0,11 0 0,1 1-411,-12 5 0,2 2 411,16-2 0,3 2 0,-7 4 0,0 3 0,6-1 0,3 3 0,3 3 0,3 3 0,-1 5 0,3 2 0,3-1 0,4 2 0,4 5 0,1 2 0,1-2 0,1 2-62,4 5 0,4 1 62,3 0 0,4 2-2,4 6 0,4 0 2,-3 1 0,5-2 0,14-6 0,4 0 0,-7 6 0,3-1 0,10-11 0,4-1 0,3 13 0,3-2 0,5-16 0,4-2-650,4 13 0,5-4 650,8-15 0,5-3 0,-24-10 0,0 1 0,1-4 0,28 8 0,2-3 0,-2 1 0,2-3-253,-23-13 0,2-3 1,0 0 252,0-2 0,0-1 0,1-2 0,27 3 0,1-5-164,-26-5 1,1-3 0,0-1 163,24-1 0,0-4-102,-23-5 0,0-3 0,0 0 102,0 4 0,0 1 0,0-4-35,0-7 1,0-4 0,-1 0 34,2 0 0,-1 0 0,-1 0 0,-2 0 0,-2 0 0,0-4 0,0-7 0,0-4 0,-2 2 0,16-6 0,-2-2 45,-21 4 0,-1-3 0,-3 0-45,13-12 0,-3-2 151,2-4 1,-5-4-152,-16-3 0,-3-3 0,8 0 0,-6-1 0,-20 2 0,-4-2 0,8-4 0,-5 0 0,-15 4 0,-6 1 0,4-7 0,-4 0 0,-11 0 0,-2 1 0,8-2 0,-3 2 0,-9 5 0,-2 1 0,6 1 0,-1 1 281,-4 5 0,-4 2-281,-4 5 0,-1 2 504,6-1 0,-1 3-504,-4 10 0,-2 3 0,3-1 0,-3 3 0,-6 10 0,-2 3 0,1-1 0,-3 3 0,-9 10 0,-2 3 0,6 0 0,-1 1 0,-6 6 0,0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3-09T02:22:56.794"/>
    </inkml:context>
    <inkml:brush xml:id="br0">
      <inkml:brushProperty name="width" value="0.05292" units="cm"/>
      <inkml:brushProperty name="height" value="0.05292" units="cm"/>
      <inkml:brushProperty name="color" value="#FF0000"/>
    </inkml:brush>
  </inkml:definitions>
  <inkml:trace contextRef="#ctx0" brushRef="#br0">11801 3984 24575,'0'16'0,"0"11"0,0-24 0,0 11 0,-13-14 0,10 0 0,-11 13 0,14-10 0,0 11 0,0-14 0,0 0 0,0-14 0,14 11 0,2-10 0,14-1 0,14-2 0,2-14-2452,14 0 2452,0-13-3160,13 9 3160,-35 6 0,1 0 0,5 11 0,2 0 0,-1-10 0,0-2 0,-1 5 0,1 1 0,0 0 0,0 0 0,0-6 0,0 1-1469,6 4 0,1 1 1469,-5 1 0,-1-2 0,6-5 0,0 1 0,-7 12 0,-1-1-1042,1-11 1,0-1 1041,1 12 0,-2 1-45,-5-6 1,-1 1 44,35-9 0,-13 0 0,0 0 0,0 0 1296,-14 13-1296,-2-9 2721,-15 22-2721,-12-9 2915,10 0-2915,-24 10 2443,24-11-2443,-24 14 1347,10 0-1347,-13-13 0,0 10 0,0-11 0,-13 14 0,10 0 0,-24 0 0,10 0 0,-13 0 0,14 0 0,3 0 0</inkml:trace>
  <inkml:trace contextRef="#ctx0" brushRef="#br0" timeOffset="279">13119 2905 24575,'17'-13'0,"10"10"0,-11-11 0,28 14 0,-11-13-1650,23 10 1650,-22-10 534,22 13-534,-22 0 0,22 0-450,-23 0 450,11 0 0,-14 0-229,0 13 229,-1 3 0,1 14 0,-13 0 0,10 0-168,-24 14 168,-3 2 0,-3 1 0,-11 9 0,1-9 0,10 13-1838,-24 0 1838,24 0 0,-11 0-676,1-14 676,10 11-398,-10-24 398,13 10 0,-14-13 781,11 0-781,-10 0 1805,13-13-1805,0-4 0,-14 0 0,-2 4 0</inkml:trace>
  <inkml:trace contextRef="#ctx0" brushRef="#br0" timeOffset="2674">14317 2905 24575,'0'17'0,"0"-4"0,0-13 0,0 0 0,0 14 0,0-11 0,0 24 0,0-11 0,0 1 0,0 10 0,0-11 0,0 14 0,0 0 0,0 13-518,0-9 518,0 9 0,0-13 0,0 0 0,0 0 0,0 0 0,0 0 0,0 0 0,0-14 0,14 11 0,-11-10 518,10-1-518,-13-3 0,0 1 0,0-11 0,0 10 0,0-13 0,0 0 0,-13 0 0,10 0 0,-11 0 0,14 14 0,0 2 0</inkml:trace>
  <inkml:trace contextRef="#ctx0" brushRef="#br0" timeOffset="3107">14377 2875 24575,'34'0'0,"6"0"0,-37 0 0,24 0 0,-11 14 0,1-11 0,-4 10 0,0 1 0,-9 2 0,9 1 0,-13 10 0,0-11 0,-13 14 0,9 0 0,-22 0 0,22 0 0,-22 0 0,9 0 0,1 0 0,-11 0 0,10 0 0,1-14 0,-11 11 0,24-10 0,-11-1 0,1 11 0,10-24 0,-11 11 0,14-14 0,0 0 0,0-14 0,0 11 0,0-10 0</inkml:trace>
  <inkml:trace contextRef="#ctx0" brushRef="#br0" timeOffset="3566">14767 2935 24575,'0'30'0,"0"0"0,0 0 0,0 0 0,0-13 0,0 9 0,0-9 0,0 13 0,13-13 0,-10 9 0,11-22 0,-14 22 0,0-22 0,13 9 0,-10-13 0,11 0 0,-14 0 0,0-13 0,13 9 0,-10-9 0,11 0 0,-14-4 0,0 0 0,13-9 0,-10 9 0,11-13 0,-14 14 0,0-11 0,0 10 0,0 1 0,0-11 0,0 24 0,0-11 0,0 1 0,0 10 0,0-11 0,0 28 0,0-11 0,0 10 0,0 1 0,0-11 0,0 24 0,0-11 0,0 1 0,0 10 0,0-11 0,13 1 0,-10 9 0,11-22 0,-14 22 0,13-22 0,-10 22 0,10-22 0,-13 9 0,0-13 0,14 0 0,-11 0 0,10 0 0,-13 0 0,14-13 0,2-4 0</inkml:trace>
  <inkml:trace contextRef="#ctx0" brushRef="#br0" timeOffset="3823">15096 2486 24575,'0'17'0,"0"9"0,0-9 0,0 13 0,0 0 0,0 13-1336,0-10 1336,0 24 0,0-24 0,14 24 0,-11-24 0,10 24 0,-13-24 0,0 24 0,0-24 0,13 10 50,-9-13-50,9 0 0,-13 0 0,0 0 0,0-13 0,13 9 0,-9-22 0,9 9 996,-13-13-996,0 0 290,0 13-290,0-10 0,13-16 0,4-20 0</inkml:trace>
  <inkml:trace contextRef="#ctx0" brushRef="#br0" timeOffset="4207">15336 2816 24575,'-30'13'0,"13"-10"0,4 11 0,0-1 0,9-10 0,-9 24 0,13-24 0,-13 24 0,9-24 0,4 24 0,4-11 0,9 1 0,-13 10 0,13-11 0,-9 1 0,22 10 0,-22-11 0,22 1 0,-22 9 0,22-9 0,-23 0 0,11 9 0,-1-22 0,-10 9 0,11 0 0,-14-9 0,0 22 0,-14-22 0,11 9 0,-24 0 0,11-10 0,-1 24 0,-9-24 0,9 24 0,-13-24 0,13 11 0,-9-14 0,22 0 0,-22 0 0,22 0 0,-22 0 0,22 0 0,-9 0 0,13 0 0,0 0 0,13 0 0,4 0 0</inkml:trace>
  <inkml:trace contextRef="#ctx0" brushRef="#br0" timeOffset="4548">15605 3235 24575,'14'-17'0,"-11"4"0,24 0 0,-24-4 0,10 0 0,1-9 0,-11 9 0,10 0 0,1-9 0,-11 9 0,10-13 0,-13 0 0,0 14 0,0-11 0,0 10 0,-13 1 0,10 2 0,-24 1 0,24 10 0,-24-11 0,24 14 0,-24 0 0,10 14 0,1-11 0,-11 24 0,11-24 0,-1 24 0,-10-11 0,24 14 0,-10 0 0,13 0 0,0 0 0,0-13 0,0 9 0,0-9 0,0 13 0,13-13 0,-10 9 0,24-22 0,-10 9 0,-1-13 0,11 0 0,-11 0 0,14 0 0,0 0 0,0-13 0,0 9 0,0-22 0,0 9 0</inkml:trace>
  <inkml:trace contextRef="#ctx0" brushRef="#br0" timeOffset="5401">16414 2816 24575,'-30'16'0,"0"-2"0,14-1 0,-11-10 0,24 24 0,-24-11 0,24 1 0,-24 10 0,24-11 0,-11 1 0,14 10 0,0-24 0,14 24 0,-11-24 0,10 24 0,1-24 0,2 23 0,1-22 0,10 22 0,-11-22 0,1 22 0,10-22 0,-24 9 0,23 0 0,-22-9 0,9 9 0,-13 0 0,0-9 0,0 9 0,0 0 0,0-9 0,-13 22 0,9-23 0,-9 24 0,0-24 0,10 11 0,-24-14 0,24 13 0,-11-10 0,1 11 0,10-14 0,-11 0 0,14 0 0,0 0 0,0-14 0,0 11 0,0-24 0,14 24 0,-11-24 0,10 11 0</inkml:trace>
  <inkml:trace contextRef="#ctx0" brushRef="#br0" timeOffset="5577">16624 2965 24575,'0'30'0,"0"-13"0,13 10 0,-10-11 0,11 14 0,-14 0 0,0 0 0,0 0 0,0 0 0,13-13 0,-10 9 0,11-9 0,-14-1 0,0-2 0,0-1 0,0-10 0,-14 11 0,11-28 0,-10-2 0</inkml:trace>
  <inkml:trace contextRef="#ctx0" brushRef="#br0" timeOffset="6221">17013 3025 24575,'-30'14'0,"14"-11"0,-11 24 0,10-11 0,1 1 0,2 9 0,1-22 0,10 22 0,-11-22 0,14 9 0,0 0 0,0-9 0,0 9 0,0-13 0,0 0 0,0-13 0,14 9 0,-11-22 0,10 22 0,1-22 0,-11 22 0,10-22 0,1 22 0,-11-9 0,10 13 0,-13 0 0,14 0 0,-11 0 0,10 13 0,1 4 0,2 13 0,1 13 0,9 4-1928,-22 13 1928,22 0-2369,-22 13 2369,22-10 0,-24-20 0,0 1 0,24 32 0,-22 1 0,3-33 0,-1-2 0,-6 22 0,0-21 0,0 0 0,0 20 0,0 11-1382,-13-28 1382,9 11-729,-22-24 729,9 10 0,-13-13 1462,13-13-1462,-9-4 2274,9-13-2274,-13-13 0,0 10 0,-13-24 392,10-3-392,-11-3 0,15-24 0,-1 10 0,0-12 0</inkml:trace>
  <inkml:trace contextRef="#ctx0" brushRef="#br0" timeOffset="6413">16564 2606 24575,'17'-17'0,"-4"4"0,-13 13 0,0 0 0,13 0 0,-9 0 0,22 0 0,-23 13 0,11 4 0</inkml:trace>
  <inkml:trace contextRef="#ctx0" brushRef="#br0" timeOffset="7013">17193 2905 24575,'0'17'0,"0"10"0,0-11 0,-13 1 0,9 10 0,-9-11 0,13 14 0,0 0 0,13 0 0,-9-13 0,9 9 0,-13-9 0,0 0 0,0-4 0,0 0 0,0-9 0,0 9 0,0-13 0,0 0 0,0-13 0,0-4 0,0 0 0,0-9 0,0 22 0,0-22 0,0 9 0,13-13 0,-9 14 0,9-11 0,-13 24 0,0-24 0,13 10 0,-9 1 0,9 2 0,-13 1 0,0 10 0,0-11 0,13 14 0,-10 0 0,11 0 0,-14 0 0,13 14 0,-10-11 0,11 24 0,-14-24 0,13 24 0,-10-11 0,11 1 0,-14 10 0,13-24 0,-10 23 0,11-9 0,-1 0 0,-10 9 0,11-9 0,-14 0 0,0-4 0,0-13 0,0 0 0</inkml:trace>
  <inkml:trace contextRef="#ctx0" brushRef="#br0" timeOffset="7559">17582 2965 24575,'-16'14'0,"2"2"0,14 14 0,-13-13 0,10 10 0,-11-11 0,14 1 0,0 9 0,0-9 0,0 0 0,0-4 0,0 0 0,0-9 0,0 9 0,14-13 0,-11 0 0,10-13 0,-13 9 0,0-22 0,0 22 0,0-22 0,14 22 0,-11-22 0,10 22 0,-13-9 0,0 0 0,0 10 0,0-11 0,0 1 0,14 10 0,-11-11 0,10 14 0,-13 0 0,0 0 0,14 14 0,-11-11 0,24 10 0,-24-13 0,23 0 0,-22 0 0,22 0 0,-9 0 0,13 0 0,0 0 0,-13-13 0,9 10 0,-9-24 0,13 10 0,0-13 0,-14 0-549,11 0 549,-10 0 0,-1 1 0,11-1-85,-24 0 85,11 0 0,-14-14-505,0 11 505,0-10 0,-14 13 0,11 0 0,-10 0 0,-1 0 0,-2 0 0,-1 13 0,-10-9 533,11 22-533,-14-9 85,0 13-85,13 0 521,-9 0-521,9 13 0,0-9 0,-9 22 0,22-9 0,-9 13 0,0 0 0,23 13-983,-20-9 983,23 22 0,-13-23 0,13 24 0,-9-24 0,22 11 0,-22-1 0,22-10 0,-9 10 0,13-13-464,-13 0 464,9 0 0,-9-13 0,-1 9 0,11-22 0,-24 9 0,24-13 239,-24 0 1,24 0 0,-10 0 0</inkml:trace>
  <inkml:trace contextRef="#ctx0" brushRef="#br0" timeOffset="8223">18301 2816 24575,'-16'0'0,"-11"13"0,24-10 0,-11 24 0,14-24 0,0 24 0,0-24 0,0 10 0,0 1 0,0-11 0,0 10 0,0 1 0,0-11 0,14 24 0,-11-24 0,24 24 0,-24-24 0,23 24 0,-22-24 0,9 10 0,0 1 0,-9-11 0,22 23 0,-22-22 0,9 9 0,0 0 0,-9-9 0,9 9 0,-13-13 0,0 13 0,0-9 0,-13 9 0,9-13 0,-22 0 0,9 0 0,-13 13 0,-13-9 0,10 9 0,-11-13 0</inkml:trace>
  <inkml:trace contextRef="#ctx0" brushRef="#br0" timeOffset="8698">15006 3804 24575,'0'17'0,"14"-4"0,2-13 0,14 13 0,0-9 0,13 9-2758,17 0 2758,4-9-1280,-22 2 0,2 1 1280,0 0 0,2-1 0,6-4 0,3 0-1970,10 5 1,3-1 1969,-1-12 0,2-1-1673,12 6 0,1-2 1673,-6-10 0,1 0 0,-19 10 0,2 4 0,-1-3 0,23-11 0,2 0-669,-21 10 1,3 4-1,-2-3 669,-3-6 0,0-2 0,0 2 0,4 5 0,0 3 0,-2-1 0,21-5 0,-1-1 0,-25 2 0,2 0 0,-2 2 0,19 1 0,-1 0-410,6-5 1,-1 1 409,-5 6 0,-2 0 0,-5-6 0,-2-1 147,-6 5 1,-2 0-148,1-6 0,-3 3 1113,23 18-1113,-30-11 0,-1 0 0,15 11 0,-5-13 2858,-15 0-2858,-14 0 3806,-14 0-3806,-2 0 0,-1 0 0,4 0 0</inkml:trace>
  <inkml:trace contextRef="#ctx0" brushRef="#br0" timeOffset="10755">13149 16145 24575,'-16'0'0,"2"0"0,14 0 0,14 0 0,-11 0 0,10 0 0,1 0 0,2-14 0,28 11 0,-11-10 0,23 13 0,-9-14 0,-5 13 0,2-1-2807,23-25 2807,-17 26 0,0-1 0,13-25 0,10 24-1893,-13-10 1893,0-1 0,0 11-799,-13-10 799,-4 13 0,0-13 0,-10 9 0,-3-9 0,-3 13 2380,-24 0-2380,24 0 2083,-24 0-2083,11 0 1036,-28 0-1036,11 0 0,-24 13 0,11-9 0,-14 9 0,0-13 0</inkml:trace>
  <inkml:trace contextRef="#ctx0" brushRef="#br0" timeOffset="11272">13149 15815 24575,'-16'13'0,"-11"-9"0,24 22 0,-24-22 0,24 22 0,-24-22 0,10 22 0,1-9 0,-11 13 0,24 0 0,-24-14 0,11 11 0,-1-10 0,-10 13 0,24-14 0,-10 11 0,-1-24 0,11 24 0,-10-24 0,13 24 0,0-24 0,0 24 0,0-24 0,0 10 0,13 1 0,-10-11 0,11 10 0,-1 1 0,4-11 0,-1 10 0,11-13 0,-10 0 0,13 0 0,-1 0 0,1 0 0,-13 0 0,10 0 0,-11 0 0,1 0 0,-4 0 0,1 0 0,-11 0 0,10 0 0,-13 0 0</inkml:trace>
  <inkml:trace contextRef="#ctx0" brushRef="#br0" timeOffset="12303">8327 16115 24575,'-17'16'0,"4"11"0,13-24 0,0 24 0,0-24 0,0 24 0,0-11 0,0 1 0,0 10 0,0-11 0,13 1 0,-9 10 0,9-24 0,-13 24 0,0-24 0,0 10 0,0-13 0,0 14 0,0-11 0,0 10 0,0-13 0,0 0 0,-13 0 0,9 0 0,-9 0 0,0-13 0,9 10 0,-22-11 0,9 1 0,0-4 0,4-13 0</inkml:trace>
  <inkml:trace contextRef="#ctx0" brushRef="#br0" timeOffset="13179">8537 16264 24575,'0'47'0,"0"-4"0,0-26 0,13 10 0,-10-11 0,11 14 0,-14 0 0,0 0 0,0 0 0,0 0 0,13 0 0,-10-13 0,10 9 0,-13-23 0,0 24 0,0-24 0,0 11 0,0-14 0,0 0 0,-13 0 0,10 0 0,-10-14 0,13 11 0,0-24 0,-14 11 0,11-14 0,-10 0 0,13 0 0,0 0 0,0 0 0,0 0 0,0 0 0,0 0 0,0 0 0,0 0 0,0 0 0,0 0 0,0 0 0,13 0 0,-10 14 0,11-11 0,-14 24 0,0-10 0,0 13 0,0-14 0,0 11 0,13 3 0,-10 3 0,10 11 0,1-1 0,-11-10 0,10 24 0,1-24 0,-11 24 0,10-11 0,1 14 0,-11-13 0,10 10 0,-13-11 0,0 1 0,0 10 0,0-24 0,0 10 0,0 1 0,0-11 0,0 10 0,14-13 0,-11 0 0,10 0 0,-13 0 0,0-13 0,0 10 0,0-24 0,0 24 0,0-24 0,0 24 0,0-24 0,0 24 0,0-11 0,0 1 0,14 10 0,-11-24 0,10 24 0,-13-11 0,0 1 0,0 10 0,0-11 0,14 14 0,-11 0 0,10 0 0,-13 0 0,13 14 0,-9-11 0,9 24 0,0-24 0,-9 24 0,9-11 0,0 14 0,-9 0 0,9-13 0,-13 10 0,13-11 0,-9 14 0,9 0 0,-13-13 0,0 9 0,0-22 0,0 22 0,0-22 0,0 9 0,0-13 0,0 0 0,13 0 0,-9 0 0,9 0 0,-13-13 0,0 9 0,0-22 0,13 9 0,-9 0 0,9 4 0</inkml:trace>
  <inkml:trace contextRef="#ctx0" brushRef="#br0" timeOffset="13385">8986 16234 24575,'0'30'0,"0"0"0,0-13 0,0 10 0,0-11 0,0 14 0,0 13-588,13-9 588,-10 9 0,11-13 0,-14 13 0,0-9 0,0 9 0,0 0 0,0-10 0,0 11 0,0-1 0,0-10 0,0 10 0,0-13 0,0 0 0,0-13 0,0 10 0,0-24 0,0 10 0,0 1 0,0 2 0</inkml:trace>
  <inkml:trace contextRef="#ctx0" brushRef="#br0" timeOffset="14349">8926 16324 24575,'17'-16'0,"-4"2"0,-13 14 0,0 0 0,13 0 0,-9 0 0,22-13 0,-23 10 0,24-11 0,-24 14 0,24 0 0,-24 0 0,24 0 0,-24 0 0,24 0 0,-10 0 0,-1 0 0,-2 14 0,-1-11 0,-10 24 0,11-24 0,-1 24 0,-10-11 0,10 1 0,-13 10 0,0-11 0,0 14 0,-13 0 0,10 0 0,-24 0 0,24 0 0,-24 13 0,24-10-418,-24 11 418,24-14 0,-24-14 0,24 11 0,-24-10 0,24-1 0,-24 11 0,24-24 0,-24 10 418,24 1-418,-10-11 0,0 10 0,9-13 0,-9 0 0,13 0 0,0 0 0,0-13 0,0 10 0,0-11 0,0 14 0</inkml:trace>
  <inkml:trace contextRef="#ctx0" brushRef="#br0" timeOffset="14805">9315 16294 24575,'0'17'0,"0"10"0,0-11 0,0 14 0,0-13 0,0 9 0,0-9 0,0 13 0,14 0 0,-11 0 0,10 0 0,1-13 0,-11 9 0,10-22 0,1 22 0,-11-23 0,10 11 0,1-14 0,-11 0 0,10-14 0,0 11 0,-9-23 0,22 22 0,-22-22 0,9 9 0,0-13 0,-9 0 0,9 0 0,-13 13 0,0-9 0,0 9 0,0 1 0,0 2 0,0 14 0,0-13 0,0 10 0,0-11 0,0 14 0,0 0 0,0 14 0,0-11 0,13 10 0,-9 1 0,9 2 0,-13 1 0,0 9 0,13-22 0,-9 22 0,22-22 0,-22 9 0,9-13 0,0 0 0,-10 0 0,11 0 0,-1 0 0,-10 0 0,24-13 0,-24 9 0,11-9 0</inkml:trace>
  <inkml:trace contextRef="#ctx0" brushRef="#br0" timeOffset="15039">9705 15815 24575,'-17'13'0,"4"-9"0,13 22 0,0-9 0,0 13 0,0 0 0,0 13-529,0-10 529,0 11 0,0-1 0,13-10 0,-10 11 0,11-1 0,-14-10 0,13 24 0,-10-24 0,11 10 0,-14 0 0,13-9 0,-10 9 0,11-13 0,-1-13 0,-10 9 0,11-9 0,-14 0 0,0-4 0,0-13 132,0 0 0,13 0 0,4 0 1</inkml:trace>
  <inkml:trace contextRef="#ctx0" brushRef="#br0" timeOffset="15693">9974 16175 24575,'-16'16'0,"2"11"0,14-24 0,0 10 0,0 1 0,0-11 0,0 24 0,0-24 0,0 24 0,0-24 0,14 24 0,-11-24 0,10 24 0,-13-24 0,0 24 0,14-24 0,-11 10 0,10 0 0,-13-9 0,0 9 0,0 0 0,14-9 0,-11 9 0,10-13 0,-13 13 0,-13-9 0,10 9 0,-11 0 0,14-9 0,0 22 0,-13-22 0,10 22 0,-11-22 0,1 22 0,10-22 0,-24 22 0,24-23 0,-11 11 0,14-14 0,0 13 0,-13-10 0,10 11 0,-11-14 0,14 0 0,0 0 0,14 0 0,-11 0 0,10-14 0,-13 11 0,14-10 0,-11 13 0,24-14 0,-11 11 0,1-10 0,10 0 0,-11-4 0,14 0 0,-13-9 0,9 9 0,-9 0 0,13-9 0,0 9-653,0-13 653,0 0 0,-13 0 0,9 14 0,-23-11 0,24 10 0,-24 1 0,11-11 0,-14 24 653,0-11-653,0 1 0,-14 10 0,11-11 0,-10 14 0,-1 0 0,11 0 0,-10 0 0,13 0 0,-13 0 0,9 0 0,-9 0 0,13 0 0,0 0 0,0 14 0,13-11 0,-9 10 0,9 1 0,0-11 0,-10 24 0,24-24 0,-10 10 0,-1-13 0,11 14 0,-10-11 0,-1 10 0,11-13 0,-24 0 0,24-13 0,-24 10 0,10-11 0</inkml:trace>
  <inkml:trace contextRef="#ctx0" brushRef="#br0" timeOffset="16290">8896 16294 24575,'0'30'0,"0"14"0,0-11-1609,0 23 1609,13-22-1100,-9 22 1100,9-9-986,0 13 986,-9 0 0,9 0 0,0-14 0,-9 11 0,9-11-620,-13 1 620,0-4 0,13 0 0,-10-9 0,11 9 675,-14-13-675,0-13 1141,0 9-1141,0-22 1743,0 22-1743,0-22 189,0 9 0,13 0 0,4 4 0</inkml:trace>
  <inkml:trace contextRef="#ctx0" brushRef="#br0" timeOffset="17316">10963 16204 24575,'-30'34'0,"13"6"0,4-37 0,0 24 0,9-24 0,-9 24 0,13-24 0,0 24 0,0-24 0,0 24 0,0-24 0,13 23 0,-9-22 0,9 9 0,0 0 0,-10-9 0,11 22 0,-1-22 0,-10 9 0,24 0 0,-24-9 0,11 9 0,-14 0 0,13-9 0,-10 9 0,11 0 0,-14-9 0,0 9 0,0 0 0,0-9 0,-14 22 0,11-23 0,-10 11 0,13-1 0,0-10 0,-14 11 0,11-14 0,-10 0 0,13 0 0,0 0 0,0 13 0,0-36 0,0 29 0,0-32 0,13 26 0,-10 0 0,11-14 0,-14 11 0,0-10 0,0 13 0,13 0 0,-10 0 0,11 0 0,-14 0 0,13 0 0,-10 0 0,11 0 0,-14 0 0,0 0 0,13 13 0,-10-10 0,11 11 0,-14-14 0,0 0 0</inkml:trace>
  <inkml:trace contextRef="#ctx0" brushRef="#br0" timeOffset="17850">11202 16414 24575,'0'17'0,"0"9"0,0-22 0,0 22 0,0-22 0,0 22 0,0-22 0,0 22 0,0-9 0,0 0 0,0 9 0,0-22 0,0 22 0,14-23 0,-11 24 0,10-24 0,-13 11 0,0-1 0,0-10 0,0 11 0,0-14 0,0 0 0,-13 0 0,10 0 0,-11 0 0,14 0 0</inkml:trace>
  <inkml:trace contextRef="#ctx0" brushRef="#br0" timeOffset="18600">11412 16444 24575,'-17'17'0,"4"9"0,0-9 0,9 0 0,-9 23 0,13-34 0,0 34 0,0-36 0,0 9 0,0 0 0,0-10 0,0 11 0,0-14 0,0 0 0,0-14 0,13 11 0,-9-10 0,9 0 0,-13 9 0,0-22 0,0 22 0,13-22 0,-9 9 0,9 0 0,-13 4 0,0 13 0,0-13 0,0 9 0,13 4 0,-9 4 0,9 9 0,-13 0 0,13 4 0,-9 13 0,9 0 0,0 0-560,-9 13 560,9-10-1295,0 24 1295,-9-10-1652,9 12 1652,0 1 0,-10 0 0,11 13-2020,-14-9 2020,0 9 0,0-13 0,0 0-716,0 0 716,0-14 0,-14 11 0,11-24 682,-10 10-682,0-13 0,9 0 1452,-9-13-1452,0-4 2211,9-13-2211,-9 0 1483,0 0-1483,9-13 415,-22-4-415,22-13 0,-22 0 0,22 0 0,-9-13 0,13-3 0</inkml:trace>
  <inkml:trace contextRef="#ctx0" brushRef="#br0" timeOffset="19001">11831 16744 24575,'0'-17'0,"0"-10"0,0 11 0,0-1 0,0-10 0,0 11 0,0-1 0,0-9 0,0 22 0,14-22 0,-11 22 0,10-22 0,-13 22 0,0-9 0,0 13 0,0 0 0,14 0 0,-11 0 0,10 0 0,-13 13 0,0-9 0,14 22 0,-11-9 0,10 0 0,1 9 0,-11-9 0,10-1 0,-13 11 0,13-24 0,-9 24 0,9-24 0,-13 24 0,0-24 0,0 11 0,13-14 0,-9 0 0,9 0 0</inkml:trace>
  <inkml:trace contextRef="#ctx0" brushRef="#br0" timeOffset="19479">12371 15965 24575,'-17'0'0,"-10"13"0,24-9 0,-10 22 0,13-9 0,0 13 0,0 0 0,0 0 0,0 13 0,0-10 0,13 10 0,-10-13-628,24 0 628,-24 14 0,24-11 0,-24 10 0,24-13 0,-24 0 0,24 0 0,-24 0 0,10-13 0,1 9 0,-11-22 0,10 9 0,-26-13 157,10 0 0,-11 0 0,14 0 0</inkml:trace>
  <inkml:trace contextRef="#ctx0" brushRef="#br0" timeOffset="20251">12281 16414 24575,'0'-63'0,"0"6"0,0 27 0,-14 0 0,11 0 0,-10 14 0,13-11 0,0 11 0,0-1 0,-14 4 0,11-1 0,-10 11 0,13-10 0,0 13 0,-14 13 0,11-10 0,-10 24 0,13-24 0,0 24 0,0-10 0,0 12 0,0 1 0,0 0 0,13 0-727,-10 14 727,24-11 0,-24 10 0,24-13 0,-24 0 0,24 0-123,-24 0 123,11 0 0,-1 0 0,-10-13 0,11 9 0,-14-23 0,0 24 722,0-24-722,0 11 32,0-1 0,-14-10 0,-2 11 0</inkml:trace>
  <inkml:trace contextRef="#ctx0" brushRef="#br0" timeOffset="20804">9046 18032 24575,'30'16'0,"13"-2"0,17-28-5839,16 11 5839,-31-3 0,0-1-1404,6-1 0,1 2 1404,7 5 0,2-1-1082,6-11 1,3-1 1081,10 6 0,3 0 0,0-6 0,0-2 0,0 1 0,1 0-1068,-26 5 0,1 0 1,0 0 1067,24-5 0,0 0 0,-23 5 0,0 0 0,0 0 0,23-5 0,1 0 0,-26 5 0,2 0 0,-2 0 0,18-5 0,1 0-381,-18 5 1,1 0-1,-3 0 381,14-5 0,-2 0-187,12 0 0,-2 0 187,-17 0 0,-1 0 212,6 0 0,-1 0-212,-12 0 0,-1 0 974,-1 7 0,-1 0-974,-5-6 0,-2 1 0,32 10 0,-3-24 0,-26 24 0,-4-10 3023,-13 13-3023,0-14 0,0 11 3851,-13-10-3851,-4 13 4158,0 0-4158,-9 0 0,9 0 0</inkml:trace>
  <inkml:trace contextRef="#ctx0" brushRef="#br0" timeOffset="47328">14917 16234 24575,'16'0'0,"11"0"0,-24 0 0,24 0 0,-24 0 0,24 0 0,-24 0 0,24 0 0,-24 0 0,24 0 0,-11 0 0,1-13 0,9 10 0,-22-11 0,22 14 0,-9 0 0,13 0 0,-13 0 0,9 0 0,-9 0 0,0 0 0,9 0 0,-22 0 0,22 0 0,-23 0 0,24 0 0,-24 0 0,24 0 0,-24 0 0,24 0 0,-10 0 0,-1-13 0,11 10 0,-24-10 0,24 13 0,-10 0 0,-1 0 0,11 0 0,-11 0 0,1 0 0,10 0 0,-11 0 0,14 0 0,0-14 0,-13 11 0,10-10 0,-11 13 0,14 0 0,0 0 0,-13-14 0,9 11 0,-9-10 0,13 13 0,0 0 0,-13 0 0,9 0 0,-9-14 0,13 11 0,0-10 0,0 13 0,0 0 0,0-14 0,-1 11 0,1-10-589,14 13 589,-11-14 0,10 11 0,-13-10 0,0 13 0,13 0 0,-9 0 0,9 0 0,-13 0 0,13 0 0,-10 0 0,11 0 0,-14 0 0,13 0 0,-10 0 0,10 0 0,-13 0 0,0 0-66,0-14 66,0 11 0,14-10-627,-11 13 627,10-13 0,-13 9 0,0-9-127,0 13 127,0-13 0,0 9 0,0-9 0,0 13 0,0 0 565,0 0-565,0 0 0,0-13-477,13 9 477,-10-9 0,10 13 0,-13-13 0,14 9 0,-11-9 0,10 13 0,0 0 0,-9-13 0,9 9 0,-13-9 0,0 13 627,0 0-627,0 0 131,0 0-131,0 0 0,0 0 0,0 0 0,0 0 0,0 0 0,-1 0 563,1 0-563,14 0 0,-11 0 0,10 0 0,-13 0 0,0 0-552,13 0 552,-9-13 0,9 9 0,0-9 0,-10 13 0,11 0 0,-1 0 0,-10-13 0,11 9 0,-14-9 0,-1 13 0,1 0 0,0 0 0,0 0 0,0 0 0,0 0 0,0 0 0,13 0-503,-9 0 503,9 0 0,-13 0 0,0 0 539,0 0-539,0 0 0,0 0 0,13 0-482,-10 0 482,11 0 0,-14 0 0,-1 0 0,15 13 0,-11-9 0,10 9 0,-13-13 0,14 0 0,-11 0 0,23 13 0,-22-9 0,22 9 0,-22-13 0,22 0-734,-23 0 734,24 13 0,-24-9 0,24 9 0,-24 0-748,10-9 748,1 9 0,-11 0 0,10-9 0,0 9 0,-9 0 0,22-9 0,-22 9 0,9-13 0,-13 13 0,13-9 0,-10 9 0,11-13 445,-28 13-445,11-10 0,-10 11 0,12-1 1217,1-10-1217,-13 11 818,10-1-818,-24-10 0,24 11 0,-11-1 0,14-10 0,-13 24 0,9-24 0,-9 24 0,0-24 0,9 24 0,-9-11 0,13 1 0,-13 10 0,9-24 0,-9 24 0,13-24 0,-14 24 0,11-24 0,-10 24 0,-1-11 0,11 1 0,-24 10 0,24-24 0,-10 23 0,-1-22 0,11 22 0,-24-22 0,24 22 0,-24-22 0,10 22 0,1-22 0,-11 22 0,10-22 0,1 22 0,-11-22 0,10 22 0,-13-22 0,0 22 0,0-23 0,0 11 0,0-1 0,0-10 0,0 24 0,0-24 0,-13 24 0,10-24 0,-11 24 0,14-24 0,-13 24 0,10-24 0,-24 24 0,24-11 0,-24 1 0,24-4 0,-24 1 0,24-11 0,-24 24 0,24-24 0,-24 24 0,24-11 0,-24 1 0,11 10 0,-14-24 0,13 24 0,-9-11 0,9 1 0,-13 9 0,0-9-1073,-13 13 1073,9 0 0,-9-13 0,13 9 0,-13-9 0,10 13 0,-11 0 0,1 0 0,10-14 0,-10 11 0,13-10 0,0-1 0,-14 11 0,11-10 0,-10-1-434,13 11 434,0-24 0,-13 24 0,9-24 0,-9 24-929,0-24 929,10 24 0,-11-24 0,1 10 0,10 1 0,-24-11 0,11 24 0,-1-24-1389,-10 24 1389,11-24 0,-1 23 0,-9-22 0,9 9 0,1 0 0,-11-9 0,10 9 0,1 0 0,-11-9 0,24 9 0,-24-13 0,11 0 0,-1 0 0,-9 13 0,9-9 0,0 9 0,-9-13 0,9 0 0,1 0 0,-11 0 0,10 0 0,-12 13 0,-1-9 0,0 9 0,0-13 0,0 0-1210,0 13 1210,-13-9 0,10 9 0,-11-13 0,14 0 0,1 0-1177,-1 0 1177,0 0 0,0 0 0,0 0 0,0 0 0,0-13 0,0 9 0,0-9 0,0 13 0,0 0 0,1 0 0,-1-13 0,0 9 0,0-9 0,0 13 0,0-13 0,0 9 0,0-9 0,0 0 0,-13 9 0,10-22 0,-10 22 0,13-9-1080,-13 0 1080,9 9 0,-9-22 0,0 23 0,10-11 0,19 7 0,1 1 0,-20 3 0,-10-11 0,13 14 0,0-13 850,0 10-850,13-11 0,-9 1 913,22 10-913,-22-24 0,23 24 0,-11-24 0,14 24 0,-13-24 984,10 11-984,-10-1 0,13-10 0,0 11 0,0-14 2192,0 13-2192,0-10 0,0 11-290,0-14 290,0 0 0,0 0 0,0 0 0,0 0 0,0 0 0,0 0 0,0 0 154,0-13-154,0 10 0,0-11 0,0 14 700,0 14-700,14-11 0,-11 10 0,11-13 0,-1 1 0,4 12 0,-1-10 644,11 11-644,-10-14 1145,-1 13-1145,11-10 0,-10 24 0,13-24 0,0 11 0,0-1 0,0-9 0,0 22 0,0-22 0,0 22 0,13-22 0,-10 22 0,11-22 0,-14 22 0,13-22 0,-10 22 0,11-22 0,-1 22 0,-10-9 0,24 0 0,-24 10 0,24-11 0,-24 14 0,24 0 0,-24 0 0,10 14 0,-26-11 0,-4 10 0</inkml:trace>
  <inkml:trace contextRef="#ctx0" brushRef="#br0" timeOffset="50931">18451 6709 24575,'-17'-13'0,"4"10"0,0-24 0,9 11 0,-9-14 0,13 0 0,0-14-1490,0-2 1490,0-14 0,0 0 0,0 0 0,0 0 0,13-13-2729,-9 10 2729,8 20 0,2-1 0,3-32 0,13-1 0,-22 34 0,1 0 0,17-34 0,-9 0 0,3 34 0,3 0-2738,10-34 2738,-5 32 0,1 1 0,-6 5 0,1 1 0,5-6 0,1 1 0,0 5 0,0 0 0,0-7 0,0 0 0,7 7 0,-1-1-1406,-5-4 0,2 0 1406,9 5 0,2-1 0,-5-5 0,-1-1-922,6-1 1,2 2 921,-1-1 0,-1 0 0,1-1 0,0 2 0,0 6 0,0-1 0,0-4 0,0 0 0,0 4 0,0 1 0,0 0 0,0 0-227,-7 0 0,0 3 227,6 4 0,-1 2 478,-11-1 1,-1 0-479,5 0 0,1 0 0,0 0 0,0 0 338,-7-1 1,3 2-339,10 6 0,0-1 0,21-32 0,-21 39 0,0 1 0,20-28 0,-20 29 0,1 0 0,19-15 0,-20 15 0,1 0 0,19-14 0,-21 19 0,2 3 0,33-6 0,-33 12 0,2 2 0,-2-1 0,2 0 0,5 0 0,1 0 279,-6-1 1,1 2-280,11 5 0,0 1 0,-4-6 0,-1 1-335,6 11 1,2 1 334,5-12 0,1-1-1052,1 12 0,0 1 1052,7-12 0,0-1-661,0 12 0,0 1 661,0-5 0,0-2 0,0 1 0,-1 1 0,1 4 0,0 1 0,0-5 0,0-2 0,0 1 0,0 1-266,-7 4 0,0 1 266,-1-6 0,-1 0 0,-5 6 0,-2 2 84,1 5 0,0 1-84,-6-5 0,-2 0 467,1 4 0,-2 1-467,25 8 0,-32-9 0,-1 1 0,20 11 0,-26-12 0,-1 2 1811,24 20-1811,0-10 0,0 24 0,-14-11 0,11 14 0,-10-13 0,12 10 1142,1-11-1142,0 14 0,-13 0 0,9 0 1135,-9-14-1135,0 11 0,9-10 0,-9-1 809,-1-3-809,-2 1 0,-14-11 1340,13 10-1340,-10-13 0,-3 0 0,-3 0 0,-11-13 2541,1 9-2541,-4-22 2350,-13 22-2350,-13-22 0,-4 9 0,-26-13 0,-3 0 0</inkml:trace>
  <inkml:trace contextRef="#ctx0" brushRef="#br0" timeOffset="51742">21386 3295 24575,'0'16'0,"0"-2"0,0-14 0,0-14 0,0 11 0,14-24 0,-11 11 0,24-27 0,-11 9 0,1-22-2001,9 9 2001,-9-13 0,13 0 0,-2 11 0,1-2 0,7-18-1850,-7 12 0,-1 0 1850,2-19 0,0-1-1304,-15 34 1,0 0 1303,15-34 0,0 1 0,-16 32 0,2 1-1605,14-20 1605,-16 20 0,1-1 0,15-19 0,0 3-84,0 4 84,0 9 1877,-13 1-1877,10 2 0,-11 14 2543,1 0-2543,-4 0 2264,-13 14-2264,13 2 2011,-9 1-2011,9 10 1159,-13-10-1159,0 13 143,0-14-143,0 11 0,0-10 0,0 13 0,0 0 0,-13 0 0,9 0 0,-22 0 0,23 0 0,-24 13 0,10 4 0</inkml:trace>
  <inkml:trace contextRef="#ctx0" brushRef="#br0" timeOffset="52015">21686 1408 24575,'63'-30'0,"-6"13"0,-14 4 0,4 26 0,26 17-4502,-23 3 4502,6 24 0,-26-24-644,0 24 644,0-11 0,0 14 0,0 0 0,-13-13 0,9 9 0,-9-9 0,0 0 0,9 9 127,-23-23-127,11 24-655,-1-24 655,-10 11 1956,11-14-1956,-14 0 0,0-1 408,0-12 0,-14 10 0,-2-11 1</inkml:trace>
  <inkml:trace contextRef="#ctx0" brushRef="#br0" timeOffset="54791">22884 1468 24575,'-17'0'0,"4"0"0,13-14 0,0 24 0,0-6 0,13 12 0,-9-2 0,9-14 0,-13 0 0,0 13 0,0-10 0,0 24 0,0-24 0,0 24 0,0-10 0,13-1 0,-9 11 0,9-11 0,-13 14 0,0 0 0,13 0 0,-9 0 0,9 0 0,-13 0 0,0 0 0,0 0 0,0 0 0,0-13 0,0 9 0,0-9 0,0 0 0,0 9 0,0-23 0,0 11 0,0-1 0,0-10 0,0 11 0,0-14 0,0 0 0,0-14 0,-13 11 0,9-24 0,-9 24 0,0-23 0,9 9 0,-9-13 0,13 0 0,0 0 0,0 0 0,0-13-1098,13 10 1098,-9-24 0,9 24 0,0-24 0,-9 11 0,22-1 0,-9-10 0,-1 24 0,11-10 0,-10 13-366,-1 0 366,11 0 0,-10 13 0,-1-9 0,11 22 0,-24-9 0,24 0 1077,-11 9-1077,1-9 387,10 13-387,-24 0 0,24 0 0,-11 0 0,1 0 0,10 0 0,-24 0 0,10 13 0,-13 4 0,0 0 0,0 9 0,0-9 0</inkml:trace>
  <inkml:trace contextRef="#ctx0" brushRef="#br0" timeOffset="55251">23333 1797 24575,'0'17'0,"0"-4"0,14-13 0,-11 0 0,10 0 0,1-13 0,-11 9 0,23-9 0,-22 0 0,9 10 0,0-24 0,-9 10 0,22 1 0,-22-11 0,22 10 0,-22-13 0,9 14 0,-13-11 0,0 11 0,0-14 0,0 13 0,0-10 0,0 11 0,-13-1 0,9-10 0,-9 24 0,0-24 0,9 24 0,-22-10 0,9 13 0,0 0 0,-9 0 0,9 13 0,1-10 0,-11 24 0,24-24 0,-24 24 0,24-10 0,-24-1 0,24 11 0,-11-10 0,1 13 0,10-1 0,-11 1 0,14 0 0,0 0 0,0 0 0,14 0 0,-11 0 0,10 0 0,1 0 0,-11 0 0,24 0 0,-24 0 0,24-13 0,-11-4 0,14 0 0,0-9 0,0-4 0,-13-4 0,9-9 0,-9 0 0,13-4 0,0 0 0,-13-9 0,9 22 0,-9-22 0,-1 9 0,-2-13 0</inkml:trace>
  <inkml:trace contextRef="#ctx0" brushRef="#br0" timeOffset="55506">23902 1498 24575,'-16'0'0,"-11"0"0,24 0 0,-24 13 0,11-10 0,-1 11 0,-10-1 0,24-10 0,-24 24 0,24-24 0,-24 24 0,24-11 0,-10 14 0,13-13 0,0 10 0,0-11 0,0 14 0,0-13 0,0 10 0,13-11 0,-10 14 0,24 0 0,-10-13 0,-1-4 0,11 0 0,-10-9 0,12 9 0,-12-13 0,10 0 0,-24 0 0,24-13 0,-11-4 0,1-13 0,-4 0 0</inkml:trace>
  <inkml:trace contextRef="#ctx0" brushRef="#br0" timeOffset="55755">23962 1078 24575,'14'-3'0,"-11"6"0,10 27 0,1 0 0,-11 0-646,10 13 646,-13-9 0,13 22 0,-9-9-1186,9-1 1186,0 11 0,-9-10 0,22-1 0,-22 11 0,9-11 0,-13 1 0,13-4 0,-9 1 0,9-25 0,-13 21 0,13-23 0,-9 0 453,9 9-453,-13-22 1379,0 9-1379,0-13 0,-13 0 0,9-13 0,-22 9 0,22-22 0,-22 22 0,22-22 0,-9 9 0</inkml:trace>
  <inkml:trace contextRef="#ctx0" brushRef="#br0" timeOffset="56025">23962 1558 24575,'17'13'0,"10"-10"0,-11 11 0,14-14 0,0 0 0,0 0 0,0-14 0,0 11 0,0-10 0,0-1 0,0 11 0,0-24 0,0 24 0,0-24 0,-14 24 0,11-10 0,-24 13 0,24 0 0,-24 0 0,11 13 0,-14-10 0,13 37 0,-10-20 0,10 24 0,-13-15 0,-13 1 0,10 14 0,-10-11 0,13 10-689,0 0 689,0-9 0,0 9 0,0-13 0,0 0 0,-14-13 0,11 9 0,-10-22 0,-1 22 0,-2-23 0,-1 11 0,4-14 0</inkml:trace>
  <inkml:trace contextRef="#ctx0" brushRef="#br0" timeOffset="56171">24202 1018 24575,'13'-16'0,"-9"-11"0,9 24 0,-13-11 0,0 14 0,13 0 0,4 0 0</inkml:trace>
  <inkml:trace contextRef="#ctx0" brushRef="#br0" timeOffset="56809">24741 1228 24575,'-17'0'0,"4"-13"0,13 23 0,0-20 0,-13 23 0,9-13 0,-9 13 0,13 4 0,-13 13 0,9 0 0,-9 13-1551,13 4 1551,-13 13 0,10 0-2234,-11 0 2234,14 13-2696,0 3 2696,0-31 0,0 0 0,0 32 0,0-34 0,0 0 0,0 34 0,-1-32 0,2 0-1815,13 31 1815,-13-32 0,1-1 0,11 20 0,-13 10-106,0-26 106,0 9 1129,0-22-1129,0 9 2544,0-13-2544,0-14 2345,0-2-2345,-13-1 1655,10-23-1655,-24 20 0,10-37 0,-13 11 0,14-14 0,2 0 0</inkml:trace>
  <inkml:trace contextRef="#ctx0" brushRef="#br0" timeOffset="56967">24442 1887 24575,'29'0'0,"-12"0"0,10-13 0,-11 9 0,1-9 0,10 13 0,-24 0 0,24 0 0,-24-13 0,10 9 0,1-9 0,-11 13 0,10 0 0</inkml:trace>
  <inkml:trace contextRef="#ctx0" brushRef="#br0" timeOffset="57167">24741 1677 24575,'0'30'0,"0"0"0,0-13 0,0 10 0,0-11 0,0 14 0,0 0 0,0 0 0,0 0 0,0 0 0,13 0 0,-9-13 0,9 9 0,-13-23 0,0 24 0,-13-24 0,9 11 0,-9-14 0,0 0 0,9 0 0,-9 0 0</inkml:trace>
  <inkml:trace contextRef="#ctx0" brushRef="#br0" timeOffset="57874">24981 1977 24575,'16'-13'0,"-2"9"0,-1-22 0,-10 9 0,11 0 0,-14-9 0,0 9 0,13-13 0,-10 0 0,11 14 0,-28-11 0,11 10 0,-10 1 0,13-11 0,0 24 0,-14-24 0,11 24 0,-10-11 0,13 14 0,-14 0 0,11 0 0,-24 14 0,24-11 0,-24 24 0,24-11 0,-10 1 0,13 10 0,0-11 0,-14 14 0,11 0 0,-10 0 0,13-13 0,13 9 0,-10-9 0,11 0 0,-14 9 0,0-22 0,13 9 0,-10-13 0,11 0 0,-1 0 0,-10-13 0,24 9 0,-24-22 0,24 9 0,-24-13 0,24 0 0,-24 0 0,11 0 0,-1 0 0,-10 0 0,10 14 0,-13-11 0,0 24 0,0-11 0,0 14 0,14 0 0,-11 0 0,10 0 0,-13 14 0,0 2 0,0 14 0,0 0 0,-13 0 0,10 0 0,-11 0 0,14 0 0,0-13 0,0 9 0,0-9 0,0 0 0,0 9 0,0-22 0,0 9 0,0-13 0,0 0 0,-13-13 0,10 9 0,-10-9 0,13 0 0,0 9 0,13-22 0,-10 22 0,10-9 0,-13 0 0,14 9 0,-11-22 0,24 22 0,-24-9 0,24 0 0,-24 9 0,24-9 0,-11 0 0,1 9 0,10-22 0,-24 23 0,10-24 0,-13 24 0,0-24 0,0 24 0,-13-24 0,10 24 0,-11-11 0</inkml:trace>
  <inkml:trace contextRef="#ctx0" brushRef="#br0" timeOffset="58026">24891 1348 24575,'16'0'0,"-2"0"0,-14 0 0,0 0 0,0 0 0</inkml:trace>
  <inkml:trace contextRef="#ctx0" brushRef="#br0" timeOffset="58239">24262 1018 24575,'0'-16'0,"13"-11"0,-10 24 0,24-11 0,-24 1 0,24 10 0,-24-10 0,24 13 0,-24 0 0,24 13 0,-24-10 0,11 10 0</inkml:trace>
  <inkml:trace contextRef="#ctx0" brushRef="#br0" timeOffset="58713">23423 2456 24575,'30'17'0,"0"-4"0,0-13-1873,13 0 1873,4 0-2075,13 0 2075,13 0 0,4 0 0,-27 1 0,3-2-1367,-1-5 1,2-1 1366,6 5 0,0 0 0,0-4 0,0-1 0,0 1 0,0-1 0,-1-1 0,1-1-1691,7 1 1,0 0 1690,-6-7 0,1 3 0,5 9 0,-1 3-881,-13-7 0,0 0 881,6 7 0,-1 0 114,-13-6 1,3-1 0,8 2-1,8 0 1,-1-2 0,-54 6-99</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3-09T02:25:03.073"/>
    </inkml:context>
    <inkml:brush xml:id="br0">
      <inkml:brushProperty name="width" value="0.05292" units="cm"/>
      <inkml:brushProperty name="height" value="0.05292" units="cm"/>
      <inkml:brushProperty name="color" value="#FF0000"/>
    </inkml:brush>
  </inkml:definitions>
  <inkml:trace contextRef="#ctx0" brushRef="#br0">5392 6560 24575,'0'-17'0,"0"4"0,0 13 0,0-14 0,0 11 0,0-10 0,0 13 0,0 0 0,0-14 0,0 11 0,0-10 0,0 13 0,0 0 0,-14 0 0,11 0 0,-10 0 0,13 0 0,0 0 0,-14 0 0,11 0 0,-10 0 0,13 0 0,0 13 0,0-10 0,-14 11 0,11-14 0,-24 13 0,24 4 0,-24 13 0,11 0 0,-1 0-917,-10 13 917,11-10-1704,-14 24 1704,0-11-2247,0 14 2247,0 13-2573,-13-9 2573,27-21 0,-2 0 0,-38 20 0,38-20 0,3 1 0,-6-6 0,-2 0 0,2 7 0,-1 0 0,-1 0 0,0 0 0,0 0 0,-1 0-1026,-5-1 0,1 2 1026,12 5 0,-1 1 0,-10-5 0,-3-1 0,6 5 0,2 1 0,-1 1 0,-1-2 0,-5-5 0,2 1 0,9 11 0,2 0 0,-5-11 0,-1-1 0,0 6 0,1 0 0,4-7 0,1 0-356,-6 0 0,0-1 356,-8 33 0,16-33 0,-2-2 0,-14 22 0,14 9 428,-11-27-428,24 11 0,-24-10 1448,24-1-1448,-24-2 0,24-1 0,-24-10 2509,24 10-2509,-24-13 0,24 0 0,-24 0 2412,24 0-2412,-10 0 0,0 0 0,9 0 1675,-22-13-1675,22 9 1025,-22-9-1025,22 13 589,-9-14-589,13 11 119,-13-24-119,9 11 0,-9-14 0,13 0 0,0 0 0,-13 0 0,9 0 0,-9 0 0,13 0 0,0 0 0,0-14 0,0-2 0</inkml:trace>
  <inkml:trace contextRef="#ctx0" brushRef="#br0" timeOffset="348">3594 9255 24575,'-16'80'0,"2"4"0,1-51-1629,10 23 1629,-11-22 0,14 22 0,14-23 0,-11 11 211,10-14-211,-13 0 0,14 0 0,2 0 345,1-14-345,10-2 0,-11-14 0,28 0 0,-11 0-762,10 0 762,0-14 0,-9-2 0,9-14 0,0 13 0,-10-10 0,11 11 0,-14-14 0,-14 13 789,11-10-789,-24 24 60,11-10 1,-14 0-1,0-4 1</inkml:trace>
  <inkml:trace contextRef="#ctx0" brushRef="#br0" timeOffset="2567">1887 10483 24575,'-17'0'0,"4"0"0,13 0 0,0 0 0,0-13 0,0 10 0,0-10 0,0 13 0,0 0 0,-13 0 0,9 0 0,-9-14 0,13 11 0,0-10 0,0 13 0,0 0 0,-13 0 0,9-14 0,-9 11 0,13-10 0,0 13 0,0 0 0,-13 0 0,10 0 0,-11 0 0,14 0 0,-13-14 0,10 11 0,-11-10 0,14 13 0,-13 0 0,10 0 0,-11 0 0,14 0 0,-13 0 0,10 0 0,-11 0 0,14 0 0,-13 13 0,10-10 0,-11 11 0,1-14 0,10 0 0,-11 0 0,14 0 0,0 0 0,-13 0 0,10 0 0,-10 0 0,13 13 0,0-10 0,0 11 0,0-14 0,0 0 0,-14 0 0,11 0 0,-10 13 0,13-10 0,0 11 0,0-14 0,13 13 0,-10-10 0,11 24 0,-14-24 0,0 10 0,13 1 0,-10-11 0,24 24 0,-24-24 0,24 24 0,-11-24 0,14 24 0,0-11 0,-13 1 0,10 10 0,-11-24 0,14 23 0,0-22 0,-13 22 0,9-22 0,-22 9 0,9 0 0,0-9 0,-9 9 0,9-13 0,-13 0 0,0 13 0,0-9 0,0 9 0,0-13 0,-13 0 0,9 0 0,-22 13 0,9-9 0,-13 9 0,0-13 0,0 13 0,14-9 0,-11 9 0,10-13 0,-13 0 0,14 13 0,-11-9 0,24 9 0,-24-13 0,24 0 0,-11 0 0,14 0 0,14 0 0,-11-13 0,24 9 0,-24-9 0,24 0 0,-11 9 0,14-22 0,0 22 0,0-22 0,0 9 0</inkml:trace>
  <inkml:trace contextRef="#ctx0" brushRef="#br0" timeOffset="4538">2217 10424 24575,'-17'0'0,"4"0"0,13 0 0,-14 0 0,11 0 0,-10 0 0,13 0 0,-14 0 0,11 0 0,-24 0 0,24 0 0,-24 0 0,24 13 0,-24-10 0,24 11 0,-24-1 0,24-10 0,-10 24 0,0-11 0,9 1 0,-22 10 0,22-11 0,-9 1 0,13 10 0,0-11 0,0 14 0,0-13 0,0 9 0,0-9 0,0 0 0,0 9 0,0-22 0,13 22 0,-9-9 0,9 0 0,-13-4 0,13 0 0,-9-9 0,9 9 0,-13-13 0,0 0 0,13 0 0,-10-13 0,24 9 0,-24-22 0,11 9 0,-14-13 0,13 13 0,-10-9 0,11 9 0,-14-26 0,13 23 0,-10-20 0,11 23 0,-14-13 0,0 0 0,0 0 0,0 0 0,0 1 0,0 12 0,0-10 0,0 24 0,0-10 0,0-1 0,0 11 0,0-10 0,0 26 0,0-10 0,0 24 0,0-10 0,0 13 0,0-1 0,0 1 0,0 0 0,0 0 0,0 14 0,0-11 0,13 10 0,-10-13 0,11 0 0,-1 0 0,-10 0 0,11 0 0,-14 0 0,13 0 0,-10-14 0,11-2 0,-1-1 0,-10-10 0,10 11 0,1-28 0,-11 11 0,10-24 0,1 24 0,-11-23 0,10 9 0,1-13 0,-11 0 0,10 0 0,-13 0 0,0 0 0,0 0 0,0 0 0,0 14 0,0-11 0,0 10 0,0-13 0,0 14 0,0-11 0,0 24 0,0-24 0,0 24 0,0-11 0,-13 14 0,10-13 0,-11 23 0,14-20 0,0 23 0,14-13 0,-11 14 0,10 2 0,-13 14 0,0-13 0,0 10 0,0-11 0,14 14 0,-11 0 0,10 0 0,1 0 0,-11 0 0,10 0 0,1-13 0,-11 9 0,10-22 0,0 9 0,-9-13 0,9 13 0,-13-9 0,0 9 0,13-13 0,-9-13 0,9 9 0,-13-9 0,13 0 0,-9-4 0,9 0 0,0-9 0,-9 9 0,9-13 0,-13 13 0,0-9 0,0 9 0,0-13 0,0 0 0,0 14 0,0-11 0,0 24 0,0-24 0,0 24 0,0-11 0,0 14 0,0 0 0,0 14 0,0 2 0,0 14 0,0-13 0,0 10 0,0 3 0,13 3 0,-9 10 0,9-13 0,-13 0 0,13 0 0,-9 0 0,9-13 0,-13 9 0,13-9 0,-9-1 0,9-2 0,-13-1 0,13-10 0,-10 11 0,11-14 0,-14 0 0,13-14 0,-10 11 0,11-24 0,-14 24 0,13-23 0,-10 22 0,11-22 0,-14 9 0,0-13 0,0 13 0,0-9 0,0 9 0,0 0 0,0-9 0,0 22 0,0-22 0,0 23 0,0-11 0,13 14 0,-10 0 0,11 14 0,-14-11 0,0 10 0,0 0 0,0 4 0,13 0 0,-10 9 0,11-9 0,-14 13 0,0-13 0,0 9 0,13-22 0,-10 22 0,11-22 0,-14 9 0,0-13 0,0 0 0,13 0 0,-10-13 0,11 9 0,-14-22 0,0 22 0,13-22 0,-10 9 0,10 0 0,-13-9 0,0 22 0,0-22 0,14 22 0,-11-22 0,10 22 0,-13-9 0,0 13 0,0 0 0,0 13 0,0 4 0,14 13 0,-11 0 0,10 13-1080,-13-9 1080,14 22 0,-11-9-1749,24 13 1749,-24 0-2074,10 13 2074,1-10 0,-11 10 0,24-13 0,-24 0 0,24 0-1178,-24-13 1178,10 9 281,-13-23-281,0 11 1454,13-28-1454,-9 11 2148,9-24-2148,-13 11 1497,0-14-1497,0 0 701,-13-14-701,9-2 0,-9-14 0,0-14 0,10 11 0,-10-7 0,-1-3-2587,-3-24 2587,9 23 0,0-2 0,-6-27 0,1 0 0,10 10 0,-11-10 0,14 13 0,0 0-1279,0 0 1279,0 13 0,0-9 0,0 22 0,14-9 0,-11 27 0,24-11 0,-11 24 0,1-24 2402,10 24-2402,-11 3 1464,1 3-1464,9 10 0,-9-13 0,0 14 0,9 2 0,-22 1 0,22 9 0,-22-9 0,9 13 0,-13 0 0,0 0 0,0 0 0,0 0 0,-13 0 0,9 0 0,-22-14 0,22 11 0,-22-24 0,22 24 0,-9-24 0,13 11 0,0-1 0,0-10 0,-13 11 0,9-28 0,-9 11 0,13-10 0,13 13 0,-9-14 0,9 11 0,-13-24 0,13 11 0,-9-1 0,9-10 0,0 11 0,-9-14 0,22 0 0,-22 0 0,22 0 0,-9 0 0,-1 0-678,11-13 678,-24 10 0,11-11 0,-1 14 0,-10-13 0,11 10 0,-14-10 0,13 13 0,-10-14 0,11 11 0,-14-10 0,0 13-59,0 0 59,-14 0 0,11 0 0,-10 13 0,13-9 0,0 22 0,0-9 675,0 0-675,0 9 62,-14-9-62,11 26 0,-10-9 0,13 22 0,-14-9 0,11 0 0,-10 23 0,13-20 0,0 23-794,-14 0 794,11-10 0,-10 24-1569,13-10 1569,13 12 0,-10-12 0,11 10 0,-1-11 0,-10 14 0,24 0 0,-24-13 0,37 23 0,-20-34 0,10 21 0,-3-27 0,-24 0 0,24-14 0,-11-2 0,1-1 730,10-23-730,-24 20 1633,24-37-1633,-11 24 0,1-37 0,10 20 0,-24-23 0,10 13-605,1-13 605,-11 9 0,10-9 0,-13 13 0,0-13 0,0 9 0,0 5 0,14 2 0,-11 10 0,10 1 0,-13 2 0,0 14 605,0 0-605,13 14 0,-9 2 0,9 14 0,-13 0 0,13 0 0,-9 0 0,9 0 0,-13 0-558,13 13 558,-9-9 0,9 9 0,0-13 0,-9-14 0,9 11 0,-13-10 0,0-1 0,-13 11 0,9-24 0,-22 11 0,9-14 0</inkml:trace>
  <inkml:trace contextRef="#ctx0" brushRef="#br0" timeOffset="5090">4074 10603 24575,'0'47'0,"0"-4"0,0-13 0,0 0 0,0-13 0,13 9 0,-10-9 0,11 13 0,-14 0 0,0-13 0,0 9 0,0-23 0,0 24 0,0-24 0,0 11 0,0-14 0,0 0 0,0-14 0,0-2 0,0-14 0,0 13 0,13-9 0,-10 9 0,10-13 0,-13 0 0,0 13 0,14-9 0,-11 22 0,10-22 0,-13 22 0,14-22 0,-11 23 0,10-11 0,-13 14 0,0 0 0,14 0 0,-11 0 0,10 0 0,-13 0 0,14 14 0,-11-11 0,10 23 0,1-22 0,-11 22 0,10-9 0,-13 13 0,14-13 0,-11 9 0,10-9 0,-13 13 0,14-13 0,-11 9 0,10-23 0,0 24 0,-9-24 0,22 11 0,-22-14 0,22-14 0,-9-2 0</inkml:trace>
  <inkml:trace contextRef="#ctx0" brushRef="#br0" timeOffset="5416">4613 10483 24575,'-17'14'0,"4"-11"0,13 24 0,-14-11 0,11 14 0,-10 0 0,13 0-511,0 14 511,0-11 0,13 10 0,-10-13 0,11 0 0,-14 0 0,13-13 0,-10 9 0,11-22 0,-14 9 0,13-13 511,-10 0-511,11 0 0,-1-13 0,-10-4 0,11 0 0,-14-9 0,13 9 0,-10-13 0,11 13 0,-14 4 0,13 13 0,-10 0 0,11 13 0,-14 17 0,0 4-1842,13 36 1842,-10-21-1740,4-1 1,0 4 1739,-7-6 0,0 1 0,-1 12 0,2 2-1993,5 5 0,1 1 1993,-5 1 0,-1 1 0,6 5 0,-1 2-1642,-5-2 1,-2 1 1641,1 0 0,0 0 0,7 0 0,0 0-696,-5-6 0,-1-2 696,0 0 0,-2-1 0,0-5 0,-1-2 107,-5-5 1,0-1-108,8-7 0,-2-2 1483,-12 29-1483,-3-13 2809,-1-27-2809,-23 7 0,20-37 0,-37-3 0,11-16 355,-14-14 1,0-27 0,30 26 0,0-1 0</inkml:trace>
  <inkml:trace contextRef="#ctx0" brushRef="#br0" timeOffset="5552">3385 10274 24575,'13'-17'0,"-10"4"0,11 13 0</inkml:trace>
  <inkml:trace contextRef="#ctx0" brushRef="#br0" timeOffset="6369">1917 11771 24575,'0'77'0,"0"-34"0,0 1 0,0 32-5738,0 1 5738,-1-34 0,2 0 0,12 20-764,4 11 764,0-14 985,9-14-985,-9 11 0,13-24 0,13-3 0,-10-17 0,11-13 1471,-1-13-1471,3-4 0,1-26-153,-4-4 153,1-12 0,-24-1 0,19-14 0,-22 11 0,0-10 0,-4 13-158,-26 0 158,-4 0 0,-13 0 0,0 14 0,0 2 0,-13 15 0,10 12 0,-24 17 0,24 3 0,-24 24 0,11-11 0</inkml:trace>
  <inkml:trace contextRef="#ctx0" brushRef="#br0" timeOffset="6572">2037 12041 24575,'30'30'0,"-14"0"0,11-13 0,-10 9 0,13-9 0,0 13 0,-14 0 0,11 0 0,-11-14 0,14 11 0,-13-10 0,10 13 0,-11-14 0,1 11 0,10-24 0,-24 24 0,24-24 0,-24 10 0,10-13 0</inkml:trace>
  <inkml:trace contextRef="#ctx0" brushRef="#br0" timeOffset="7838">1198 10633 24575,'30'17'0,"0"-4"0,13-13 0,-9 14 0,9-11 0,-13 10 0</inkml:trace>
  <inkml:trace contextRef="#ctx0" brushRef="#br0" timeOffset="8214">809 12520 24575,'13'-16'0,"-10"2"0,24 1 0,-10 10 0,13-24 0,0 24 0,-1-24 0,1 24 0,0-11 0,0 1 0,0 10 0,0-10 0,0 26 0,0-10 0,0 10 0</inkml:trace>
  <inkml:trace contextRef="#ctx0" brushRef="#br0" timeOffset="8726">1168 14288 24575,'0'-17'0,"0"4"0,0 13 0,13 0 0,-9-14 0,22 11 0,-9-10 0,13-1 0,0 11 0,0-24 0,0 24 0,0-24 0,0 24 0,-14-10 0,11-1 0,-24 11 0,24-10 0,-10 13 0,13 0 0</inkml:trace>
  <inkml:trace contextRef="#ctx0" brushRef="#br0" timeOffset="14049">1977 13808 24575,'0'17'0,"0"-4"0,-13-13 0,9 0 0,-9 0 0,13 0 0,0 0 0,-13 0 0,9 0 0,-9 0 0,13 0 0,0 14 0,0-11 0,0 10 0,0-13 0,13 13 0,-9-9 0,9 22 0,0-22 0,-9 9 0,9 0 0,0-9 0,-9 9 0,22-13 0,-9 0 0,-1 0 0,11 0 0,-24-13 0,24 9 0,-24-9 0,24 0 0,-24 9 0,11-22 0,-1 22 0,-10-22 0,11 9 0,-14 1 0,0-11 0,0 10 0,0-13 0,0 0 0,0 14 0,0-11 0,0 10 0,-14 1 0,11-11 0,-10 24 0,-1-24 0,11 24 0,-24-10 0,24 13 0,-10-14 0,-1 11 0,11-10 0,-24 13 0,24 13 0,-24-10 0,24 11 0,-23-1 0,22 4 0,-22 13 0,22-1 0,-22 1 0,22 0 0,-9 0 0,13 0 0,0 0 0,0 0 0,0 0 0,0 0 0,0 0 0,0-13 0,13 9 0,-9-9 0,22 0 0,-22 9 0,22-9 0,-22 0 0,22 9 0,-23-23 0,24 11 0,-10-14 0,-1 0 0,11 0 0,-10-14 0,13 11 0,0-23 0,0 9 0,-1-13 0,1 0 0,0 0-504,-13 0 504,10 0 0,-24 13 0,24-9 0,-11 9 0</inkml:trace>
  <inkml:trace contextRef="#ctx0" brushRef="#br0" timeOffset="15460">2426 13479 24575,'-16'16'0,"16"11"0,3-10 0,10 13 0,-13 0 0,0 0 0,0-1 0,0 1 0,0 0 0,13 0 0,-9 0 0,9 0 0,-13 0 0,0 0 0,13 0 0,-9-13 0,9 9 0,-13-22 0,0 22 0,0-22 0,0 9 0,0-13 0,0 0 0,0-13 0,0 9 0,0-9 0,0 0 0,0 9 0,0-22 0,-13 9 0,9-13 0,-9 14 0,13-11 0,0 10 0,0-13 0,0 14 0,0-11 0,0 10 0,0-13 0,0 14 0,13-11 0,-9 11 0,9-1 0,-13 4 0,0-1 0,0 11 0,13-10 0,-9 13 0,9 0 0,0 0 0,-9 13 0,9-10 0,0 24 0,-9-10 0,22 12 0,-22 1 0,9 0 0,0 0 0,-9 0 0,9 0 0,-13 0 0,13 0 0,-10 0 0,11 0 0,-14 0 0,13-13 0,-10 9 0,11-22 0,-14 9 0,0-13 0,13 0 0,-10 0 0,11 0 0,-14 0 0,0 0 0,0-13 0,13 9 0,-10-9 0,11 0 0,-14-4 0,13 0 0,-10-9 0,11 22 0,-1-22 0,-10 22 0,11-22 0,-1 23 0,-10-24 0,11 24 0,-1-24 0,-10 10 0,10 1 0,1-11 0,-11 24 0,10-24 0,-13 24 0,0-24 0,0 24 0,0-11 0,0 1 0,0 10 0,0-10 0,0-1 0,0 11 0,0-10 0,0-1 0,0 11 0,0-10 0,-13 13 0,10-14 0,-11 11 0,14-10 0,-13 13 0,10-14 0,-10 11 0,13-10 0,0 13 0,0 0 0,-14 0 0,11 0 0,-10 13 0,13-10 0,-14 24 0,11-24 0,-10 24 0,-1-24 0,11 24 0,-10-24 0,-1 24 0,11-11 0,-10 14 0,13-13 0,0 10 0,0-11 0,0 28 0,0-24 0,0 20 0,0-24 0,0 1 0,0 9 0,0-9 0,13 0 0,-10-4 0,11 0 0,-14-9 0,13 22 0,-10-22 0,24 9 0,-24-13 0,11 13 0,-1-9 0,-10 9 0,11-13 0,-14 0 0,13 0 0,-10 0 0,10 0 0,1 0 0,-11 0 0,10 0 0,1 0 0,-11 0 0,10 0 0,-13 0 0,0 0 0,14 0 0,-11 0 0,10 0 0,-13 0 0,0 0 0,14 0 0,-11 0 0,10 0 0,-13 0 0,0 0 0,0-13 0,0 9 0,14-9 0,-11 13 0,10 0 0,-13 0 0,0-13 0,0 9 0,0-9 0,14 13 0,-11-13 0,10 9 0,-13-9 0,0 13 0,0 0 0,0-13 0,0 9 0,0-9 0,0 0 0,0 9 0,0-9 0,0 13 0,0-13 0,0 9 0,0-9 0,0 0 0,0 10 0,0-24 0,14 24 0,-11-24 0,10 24 0,-13-24 0,0 10 0,0 1 0,0-11 0,0 24 0,13-24 0,-9 24 0,9-24 0,-13 24 0,0-10 0,0-1 0,0 11 0,0-10 0,0 13 0,-13 0 0,9 0 0,-9 0 0,13 0 0,0-14 0,-13 11 0,10-10 0,-11 13 0,14 13 0,0-10 0,0 11 0,0-14 0,0 0 0,0 13 0,0-10 0,0 24 0,0-11 0,-13 14 0,10 0 0,-11 0 0,14-13 0,0 23 0,0-20 0,0 23 0,0-13 0,14 0 0,-11 0 0,10 0 0,-13-13 0,14 9 0,-11-9 0,10 0 0,0 9 0,-9-23 0,22 11 0,-22-14 0,22 0 0,-22-14 0,22 11 0,-9-23 0,0 9 0,9-13 0,-22 0-633,22-13 633,-23 9 0,11-9 0,-14 0 0,0 10 0,0-11 0,0 14 0,0 0 0,0 0 0,-14 1 0,11 12 0,-10-10 0,13 24 0,0-10 633,-13 13-633,9-14 0,-9 11 0,13-10 0,-13 13 0,9 0 0,-9 13 0,13-10 0,0 24 0,0-24 0,0 24 0,0-24 0,0 24 0,0-11 0</inkml:trace>
  <inkml:trace contextRef="#ctx0" brushRef="#br0" timeOffset="16085">3654 13539 24575,'-16'-17'0,"2"17"0,1 3 0,10 11 0,-24-1 0,24-10 0,-24 24 0,24-10 0,-24 13 0,10-1 0,1 1 0,-11 0 0,24 0 0,-10 0 0,13 0 0,0 0 0,0 0 0,0 0 0,0 0 0,0-13 0,0 9 0,13-22 0,-10 9 0,11-13 0,-1 0 0,-10 0 0,24-13 0,-11-4 0,1 0 0,10-9 0,-24 9 0,24-13-766,-24-13 766,24 10 0,-24-11 0,10 1 0,1 10 0,-11-24 0,10 24 0,-13-24 0,-13 24 0,10-23 0,-11 22 0,14-9-256,0 13 256,-13 0 0,10 0 0,-11 0 0,14 14 0,0-11 0,-13 24 0,10-11 755,-11 14-755,14 0 267,0 0-267,0 14 0,-13-11 0,10 24 0,-11-11 0,14 14 0,0 0 0,0 0 0,0 0-567,0 13 567,14-9 0,-11 9 0,10 0 0,1-10 0,-11 11 0,24-14 0,-24-1 0,24 1 0,-24 0 0,24 0 0,-11 0 0,1 0 0,9-13 0,-22 10 0,22-24 0,-22 10 0,22-13 0,-22 0 567,22-13-567,-22 10 0,22-11 0,-22 1 0,22 10 0,-22-24 0,9 10 0,-13 1 0,0-11 0,0 10 0,13 1 0,-10-11 0,11 24 0,-14-24 0,0 24 0,0-10 0,0-1 0,0 11 0,0-10 0,0 13 0,0 13 0,0-10 0,0 11 0,0-1 0,0-10 0,13 24 0,-10-11 0,11 14 0,-14-13 0,13 10 0,-10-11 0,11 14 0,-14 0 0,0 0 0,0-13 0,0 9 0,0-9 0,0 0 0,0 9 0,0-22 0,0 9 0,0 0 0,0 4 0</inkml:trace>
  <inkml:trace contextRef="#ctx0" brushRef="#br0" timeOffset="16721">4163 13569 24575,'0'46'0,"0"-3"0,0-13 0,14 0 0,-11 0 0,10 0 0,-13 0 0,0-13 0,0 10 0,14-24 0,-11 23 0,10-22 0,-13 9 0,0 0 0,0-9 0,0 9 0,0-13 0,0 0 0,0-13 0,0 9 0,0-22 0,0 22 0,0-22 0,-13 23 0,10-24 0,-11 10 0,28-13 0,-11 0 0,10 14 0,-13-11 0,0 10 0,0-13 0,0 14 0,0-11 0,0 11 0,0-1 0,0 4 0,14-1 0,-11 11 0,10-10 0,-13 13 0,0 0 0,14 0 0,-11 0 0,10 13 0,-13-10 0,0 11 0,14-1 0,-11 4 0,10-1 0,1 11 0,-11-11 0,10 14 0,-13 0 0,13-13 0,-9 10 0,9-11 0,0 1 0,-9 10 0,9-24 0,0 24 0,-9-24 0,9 23 0,0-22 0,-9-4 0,22-4 0,-22-9 0,9 13 0</inkml:trace>
  <inkml:trace contextRef="#ctx0" brushRef="#br0" timeOffset="17104">4673 13419 24575,'-17'0'0,"4"0"0,-1 13 0,11 4 0,-10-1 0,13 11 0,0-10 0,0 13 0,-14 0 0,11-14 0,3 11 0,3-10 0,11-1 0,-14 11 0,0-24 0,0 10 0,13 1 0,-10-11 0,11 10 0,-14 1 0,13-11 0,-10 10 0,11 1 0,-1-11 0,-10 24 0,24-11 0,-24 14 0,24 0-828,-24 13 828,24-9 0,-24 22-2120,24 4 2120,-24 3-1349,10-20 1,1 1 1348,-11 33 0,10-33 0,1 1 0,-13 0 0,1 0-1437,11 6 1,1 1 1436,-13 2 0,1-1 0,11 0 0,1 0 0,-12 6 0,-1-1 0,6-11 0,-1-1-634,-5-1 1,-2 0 633,1-1 0,0-2 181,0 22-181,0 9 0,-13-13 0,10-14 0,-24 11 1438,10-24-1438,-13-3 0,0-3 2878,0-24-2878,1 10 0,-15-26 1505,11 10-1505,-24-24 0,11 11-43,-1-14 43,-9-14-430,9-2 1,-13-14 0,0 0 0</inkml:trace>
  <inkml:trace contextRef="#ctx0" brushRef="#br0" timeOffset="17660">4493 13449 24575,'0'16'0,"13"11"0,-9-24 0,9 24 0,-13-10 0,13 13 0,-9 0 0,22 13-577,-23-10 577,11 10 0,-14-13 0,13 0-55,-10 0 55,11 0 0,-14 0 0,13-13 0,-10 9 0,11-9 0,-14 0 575,0-4-575,0 0 57,0-9-57,-14 9 0,11-13 0,-24 0 0,11 0 0</inkml:trace>
  <inkml:trace contextRef="#ctx0" brushRef="#br0" timeOffset="17954">3714 13029 24575,'0'-16'0,"0"-11"0,0 24 0,13-10 0,-9 13 0,9-14 0,-13 11 0,0-10 0,0 26 0,0-10 0,0 11 0,0-14 0</inkml:trace>
  <inkml:trace contextRef="#ctx0" brushRef="#br0" timeOffset="18354">2366 15066 24575,'57'-16'0,"-7"2"0,-8 7 0,2 1-6203,33 3 6203,-27-11 0,3 1-1304,0 11 0,1 1 1304,5-12 0,1-1-783,7 6 0,-1-1 783,-4-6 0,0 1 0,10 5 0,2 1-1525,1-5 0,0-1 1525,1 0 0,1-2 0,5 1 0,-1-3 0,-6-4 0,0 1 0,0 5 0,-1 2-465,-5-1 0,-1 0 465,6 0 0,-2 0 0,-10 0 0,0 0-36,5 0 1,-1 0 35,-12 0 0,-2 0-336,0-1 0,-1 2 336,-5 6 0,-2-1 0,1-4 0,0 0 931,0 4 1,0 1-932,31-8 0,-2-11 0,-28 24 0,-2-11 0,-15 14 0,1 0 0,0 0 0</inkml:trace>
  <inkml:trace contextRef="#ctx0" brushRef="#br0" timeOffset="18520">6709 14587 24575,'-16'17'0,"2"-4"0,1-13 0,10 0 0,-24 0 0,11 0 0</inkml:trace>
  <inkml:trace contextRef="#ctx0" brushRef="#br0" timeOffset="29159">14527 3804 24575,'-30'-17'0,"0"-9"0,0 9 0,0 0 0,0-9-1557,-13 9 1557,10 1 0,-10-11 0,13 10 0,-14-13 0,11 14 0,-10-11 0,0 10-1074,9-13 1074,-22 14 0,22-11 0,-22 11 0,23-1 0,-24-10 0,24 11 0,-24-1 0,24-10 0,-24 11 0,11-1 0,-14-10 0,13 24-904,-9-23 904,9 9 0,0 0 0,-9-9 0,9 22 0,1-22 0,-11 22-1083,24-22 1083,-24 22 0,24-22 639,-10 22-639,-1-9 0,11 0 373,-23 10-373,22-11 0,-9 14 0,0 0 0,9-13 0,-9 10 0,13-11 0,-13 14 0,10 0 0,-11-13 0,14 10 0,-13-11 0,10 14 0,-10 0 0,13 0 0,-14 0 0,11 0 0,-10 0 1307,13 0-1307,0 0 0,-13 0 0,9 14 0,-9-11 0,13 10 0,-26-13 0,19 14 0,-20-11 0,27 10 0,1-13 0,-1 14 0,-14-11 0,11 10 0,-10 0 0,13-9 0,0 22 0,0-22 0,0 9 0,0 0 0,0-9 0,0 22 0,0-22 0,0 9 0,0 0 0,0 4 0,0 0 0,0 9 0,0-23 0,0 24 0,1-24 0,-1 24 0,0-10 0,0 13 0,0-14 0,0 11 0,0-10 0,0 13 0,0-1 429,0 1-429,0 0 0,0 0 0,13 0 0,-9 0 0,9 0 0,-13 0 0,0 13 0,14-9 0,-11 9 0,24-13 0,-24 0 0,24 0 0,-24 0 0,24 0 0,-24 0 0,24 0 188,-11 13-188,1-10 0,10 10 0,-11-13 0,14 14 0,0-11 0,0 24 0,0-24 0,0 10 0,0 0 0,0-9 0,0 22 0,0-23 0,0 24 0,0-24 0,14 24 0,-11-24 0,10 24 0,-13-24 0,14 10 0,-11 1 0,10-11 0,-13 23 0,14-22 0,-11 9 0,10 0 0,1-9 0,-11 9 0,10 0 0,-13-10 0,14 24 0,-11-24 0,10 10 0,1 1 0,-11-11 0,10 24 0,1-24 0,-11 10 0,10 0 0,0-9 0,-9 22 0,22-22 0,-22 9 0,9 0 0,0-10 0,-9 24 0,9-24 0,0 10 0,-9-13 0,9 14 0,0-11 0,-9 10 0,9-13 0,0 0 151,-9 0-151,9 0 0,0 0 0,-9 0 0,9 0 0,-13 0 0,13 0 0,-10 0 0,11 0 0,-1 0 0,-10 0 0,24 0 0,-24 0 0,11-1 0,-1 1 0,-10 0 0,24 0 0,-24 0 0,24 0 0,-10 0 0,-1 0 0,11 0 0,-24 0 275,24 13-275,-24-9 0,24 9 0,-24-13 0,24 0 0,-24 13 0,24-10 0,-24 11 0,24-14 0,-11-1 0,1 1 0,9 0 0,-9 0 0,0 0 0,9 0 0,-9 0 0,13 0 0,-13 0 0,9 0 0,-9-13 0,13 9 0,0-9 0,-14 13 0,11 0 0,-10-13 0,13 9 0,0-9 0,-14 13-119,11-14 119,-10 11 0,12-10 0,1-1 0,-13 11 0,10-10 0,-11-1 0,14 11 606,0-24-606,-13 24 74,9-24-74,-9 24 0,13-24 0,0 24 568,-13-24-568,9 24 0,-9-24 0,13 24 0,0-24 0,0 10 0,0 1 0,0-11 0,0 10 0,13 0-427,-10-9 427,10 9 0,-13 0 0,0-9 0,0 9 0,14-13 0,-11 13 0,10-9 0,0 9 0,-9-13 0,9 13 0,-13-9 0,13 9 0,-10-13 0,11 0 0,-1 0 0,-10 0 0,11 0 0,-1 0 0,-10 0 0,10 0 0,1 0 0,-11 0 0,23 0 0,-22 0 0,22 0 0,-22 0 0,22 0 0,-23 0 0,24-13 0,-24 9 0,11-9 0,-1 0 0,-10 9 0,10-9 0,1 0 0,-11-4 0,10 0 0,-13-9 0,0 23 0,0-24 0,0 24 0,0-24 0,0 10 0,0-13 0,0 0 0,0 14 0,0-11 0,0 11 0,0-14 0,0 0 0,0 0-1167,0-14 1167,-1 11 0,-12-10-646,10 13 646,-11 0 0,14-13 0,0 9 0,-13-9-1017,10 0 1017,-11 10 0,1-11 0,9 1 0,-22 10 0,22-24 0,-22 24 0,22-24 0,-9 24 0,0-10 0,-4 0 0,0 9 0,-9-22 0,9 22 0,-13-22 0,13 9 0,-9 1 0,9-11 0,0 10-1058,-10-12 1058,11-1 0,-1 0 0,-10 0 0,11 0 0,-14 0 0,13 0 0,-10 0 0,11-13-1046,-14 10 1046,0-10 0,13-1 0,-10 11 0,4 20 0,0 0 0,-7-21 0,1 21 0,-2 0 0,-13-20 0,13 20 0,-1-1 0,-11-33 0,13 1 0,-7 33 0,0-1 0,4-32 0,-24-1 0,19 34 0,0 0 0,-22-34 0,13 1-881,4 32 0,0 1 881,-4-20 0,3 19 0,-2 1 0,-14-20 0,8 27 0,1-1 0,-13-36 0,-9 9 0,13-9-710,0 27 710,0-11 0,0 10-14,0 1 14,1-11 0,-15 24 0,11-24 0,-10 24 0,-1-10 0,-2 13 0,-1 0 0,-9 13 0,9-9 0,-13 22 0,0-9 0,0 13 0</inkml:trace>
  <inkml:trace contextRef="#ctx0" brushRef="#br0" timeOffset="65136">24921 4014 24575,'-30'-30'0,"13"13"0,-9 4 0,9-1 0,-13 11 0,0-23 0,13 22 0,-9-9 0,9 0 0,-13 9 0,0-9 0,0 0 0,0 9 0,0-9 0,0 13 0,0-13 0,0 9 0,1-9 0,-1 13 0,0 0 0,13 0 0,-10 0 0,11 0 0,-14 0 0,0 0 0,0 0 0,0 0 0,0 0 0,0 0 0,0 0 0,0 0 0,0 0 0,0 0 0,0 0 0,0 0 0,0 0 0,14 0 0,-11 0 0,10 0 0,-13 0 0,1 13 0,-1-9 0,0 9 0,13-13 0,-10 0 0,11 13 0,-1-9 0,-10 9 0,11 0 0,-14-9 0,0 9 0,0 0 0,13-9 0,-9 22 0,9-9 0,-13-1 0,0 11 0,0-10-663,0 13 663,0 0 0,0-14 0,0 24 0,0-20 0,0 23 0,0-13 0,1 0 0,-1-13-97,13 10 97,-10-11 0,11 1 0,-1 9 0,-10-9 0,11 13 0,-1-13 0,-9 9 0,9-9 0,0 13 0,-9-13 0,9 9 0,0-9 0,-9 13 0,22 0 0,-22 0 0,9 0 0,0 0 0,-9 13-609,9-10 609,1 24 0,-11-24 0,24 10 0,-24 1-648,24-11 648,-24 10 0,24 0 0,-11-9 0,1 9 0,10-13 0,-11 13 0,1-10-300,10 11 300,-11-14 0,14 0 0,0 0 0,0-1 0,0 15 0,0-11 0,-13 10 0,10-13 0,-10 13 0,13-9 0,0 9 0,0-13 0,13 0 0,-10 13 0,10-10 0,-13 11 0,0-14 0,0 0 0,0 0 0,14 0 0,-11 0 0,10 13 0,1-10 0,-11 10 0,10-13 0,1 0 0,-11 0 0,10 0 0,1 13 0,-11-9 0,24 9 0,-24-13 0,24 0 0,-24 0 0,24 13 0,-24-10 0,23 11 0,-9-14 0,0 0 0,9-1 0,-22 1 0,22 0 0,-9 0 0,0 0 0,9-13 0,-9 10 1205,0-11-1205,9 1 0,-9 9 0,13-9 0,0 13 0,-14 0 273,11 0-273,-10 0 0,13 0 0,-1 0 0,1-14 0,0 11 0,0-10 0,0 13 0,0-14 0,0 11 0,13-24 0,-9 24 0,9-24 0,-13 24 0,13-24 0,-9 10 0,9 1 0,0-11 0,-10 10 0,11-13 0,-1 0 0,-10 0 0,10 0 0,1 0 0,-11 0 0,10 0 0,-13 0 0,13-13 0,-9 10 0,9-11 0,0 14 0,-9-13-642,22 10 642,-23-24 0,24 24 0,-24-24 0,24 11 0,-24-14 0,10 0-1300,1 0 1300,-11 0 0,23 0 0,-22 0 0,22 0 0,-22 0 0,9-13 0,0 9-1734,-10-22 1734,24 23 0,-24-24 0,24 24 0,-24-24 0,10 24 0,-13-24 0,14 24 0,-11-24 0,10 11 0,-13-14 0,0 0-627,-22 10 0,-3-22 1,-2-15-1,-2-8 0,-1-4 1,0 3-1,-1 8 0,2 16 627,0-15 0,-1 13 0,-1-15-362,0 24 0,2-11 1,-1-9-1,0-4 1,-1-1-1,0 4 1,-2 6-1,-2 11 0,-2 14 362,-14-19 0,-1 15-630,6 5 0,-1 1 630,-12-6 0,1 2 0,11 10 0,1 1-19,-12-6 1,-1 0 18,6 7 0,0 1 0,0 5 0,-1 1 934,-4 1 1,-1 1-935,-17-24 0,-14 0 0,13 0 0,4 0 0</inkml:trace>
  <inkml:trace contextRef="#ctx0" brushRef="#br0" timeOffset="66654">23932 3594 24575,'0'-30'0,"14"0"0,-11 0 0,10 1-1011,-13-15 1011,0 11-1256,0-24 1256,0 11-1077,0-14 1077,0 0 0,0 0 0,0 0 0,0 0 0,0 0 0,0 0 0,0 1 0,0-1 0,0 0 0,0 0 0,0 13 0,0-9-615,0 22 615,0-9 241,0 13-241,0 0 0,0 0 0,0 0 1084,0 0-1084,0 14 1686,0-11-1686,0 24 726,0-11-726,0 14 222,0-13-222,0 10 0,0-10 0,0 13 0,0 0 0,-13 0 0,10 0 0,-11 0 0</inkml:trace>
  <inkml:trace contextRef="#ctx0" brushRef="#br0" timeOffset="67808">23992 2246 24575,'0'17'0,"0"-4"0,0-13 0,0 0 0,-13 0 0,10 0 0,-11 0 0,14 0 0,0-13 0,-13 10 0,10-11 0,-24 1 0,24 10 0,-24-24 0,10 24 0,-13-24 0,1 11-1084,-1-14 1084,-14 0 0,11 0-1941,-24-14 1941,11 11 0,-14-10 0,0 0-2240,0 9 2240,0-9 0,-13 13-2230,10-13 2230,-10 10 0,13-11 0,0 14-658,13 0 658,-9 1 0,22-1 0,-22 0 607,22 0-607,-9 13 1904,13-10-1904,14 24 2547,-11-24-2547,24 24 1953,-11-10-1953,1-1 1142,10 11-1142,-11-10 0,14 13 0,0 0 0,14 0 0,-11 0 0,10 13 0,1-10 0,-11 11 0,10-14 0,1 0 0,-11 13 0,10-10 0,1 11 0,-11-14 0,23 0 0,-22 0 0,9 0 0,0 13 0,-9-10 0,22 11 0,-22-14 0,9 0 0,0 0 0,4 13 0,0-10 0,9 11 0,-9-1 0,13-10 0,0 24 0,0-10 0,0-1 0,0 11-1377,13-11 1377,-10 28 0,24-11 0,-24 10-1740,24 1 1740,-24-11 0,23 23 0,-9-22-2165,0 22 2165,9-9 0,-22-1 0,22 11 0,-23-24 0,24 24-1283,-24-24 1283,11 10 0,-15-13 0,1 14 392,0-11-392,0-3 1204,-13-4-1204,10-9 2209,-24 13-2209,24-13 1634,-24 9-1634,23-22 827,-22 9-827,9 0 299,-13-9-299,13 9 0,-9-13 0,9 0 0,-13 0 0,0 0 0,0 13 0,0-9 0,0 9 0,0-13 0,-13 0 0,9 0 0,-9 0 0,0 0 0,-4 13 0,-13-9 0,-13 22-2455,-17 4 2455,-3 3-1718,20-5 1,-1 1 1717,6-6 0,0 1 0,-6 5 0,-2 1 0,-6 0 0,1 0 0,4 0 0,1 0 0,-6 0 0,0 0 0,0 6 0,1 1 0,4-6 0,1 2-1584,-6 10 1,1 0 1583,5-11 0,2-1 0,5 6 0,1 0-861,1-7 1,1 0 860,-24 29 0,0-12 0,14 10 435,3-24-435,13 10 2192,0-26-2192,13 9 3418,-10-22-3418,24 9 2792,-10-13-2792,13 0 1621,0 0-1621,0-13 0,0 9 0,0-9 0</inkml:trace>
  <inkml:trace contextRef="#ctx0" brushRef="#br0" timeOffset="68964">22884 1887 24575,'-17'0'0,"4"0"0,13 0 0,0 0 0</inkml:trace>
  <inkml:trace contextRef="#ctx0" brushRef="#br0" timeOffset="70088">22824 1707 24575,'0'-16'0,"0"2"0,0 14 0,0 0 0,-13 0 0,9 0 0,-9 0 0,13-13 0,0 10 0,0-11 0,0 14 0,0 0 0,0-13 0,0 10 0,-13-11 0,9 14 0,-9 0 0,13 0 0,0 0 0,0-13 0,0 10 0,0-10 0,0 13 0,0 0 0,-13 0 0,10 0 0,-11-14 0,14 11 0,0-10 0,0 13 0,0 0 0,0 13 0,0-10 0,0 11 0,0-14 0,14 13 0,-11-10 0,23 37 0,-22-33 0,9 33 0,0-24 0,-9 14 0,22 0 0,-22 0 0,22 0 0,-22 0 0,22 0 0,-22 0 0,9 0 0,0 0-540,-9 13 540,9-10 0,0 24 0,-9-24 0,9 24 0,-13-24 0,0 10 0,13-13 0,-10 0 0,11 0 0,-14 0 0,-14 0 0,11 0-606,-10 13 606,0-9 0,9 9 0,-22 0 0,9-10-1673,-13 24 1673,0-10 0,0 13 0,0-14 0,0 11 0,0-11 0,-13 14 0,10 0 0,-11-13 0,14 9 0,0-22 0,14 22-509,-11-23 509,11 11 0,-1-1 0,-10-10-189,24-3 189,-24-3 533,24-11-533,-10 1 1657,-1 10-1657,11-24 1102,-10 10-1102,13-13 225,0 0-225,0-13 0,0 10 0,0-24 0,-14 10 0,11-12 0,3-1 0,17 0 0</inkml:trace>
  <inkml:trace contextRef="#ctx0" brushRef="#br0" timeOffset="70536">21955 1498 24575,'-16'0'0,"2"0"0,14 0 0,14 0 0,-11 0 0,10 0 0,1 0 0,2 0 0,1 0 0,23 13 0,-20-10 0,23 11 0,-13-14 0,0 0 0,13 0-536,-9 0 536,9 13 0,0-10 0,-10 11 0,11-14 0,-14 0 0,0 0 0,-14 0 0,11 0 0,-10 0 0,-1 0 0,-3 0 0,-13 13 536,0-10-536,-13 11 0,10-1 0,-24 3 0,11 14 0</inkml:trace>
  <inkml:trace contextRef="#ctx0" brushRef="#br0" timeOffset="70799">21776 2336 24575,'16'0'0,"11"0"0,-10 0 0,13 0 0,-14 0 0,11 0 0,3 0 0,3 0 0,10 0 0,-13 0-519,14 0 519,-11 0 0,10-13 0,-13 10 0,0-11 0,0 14 0,0 0 0,0 0 0,-14 0 0,11 0 0,-24 0 0,24 0 519,-24 0-519,11 0 0,-14 0 0,0-13 0,0-4 0</inkml:trace>
  <inkml:trace contextRef="#ctx0" brushRef="#br0" timeOffset="70983">21985 2786 24575,'30'-14'0,"0"11"0,0-24 0,0 24 0,0-24 0,0 11 0,0-1 0,-13-10 0,9 24 0,-9-10 0,0 0 0,9 9 0,-9-9 0</inkml:trace>
  <inkml:trace contextRef="#ctx0" brushRef="#br0" timeOffset="71126">21985 3415 24575,'17'0'0,"-4"-14"0,-13-2 0</inkml:trace>
  <inkml:trace contextRef="#ctx0" brushRef="#br0" timeOffset="93638">14138 10933 24575,'16'13'0,"-2"-10"0,-14 11 0,13-14 0,-10 0 0,11 0 0,-1 0 0,-10 0 0,11 0 0,-1 0 0,-10 0 0,11 0 0,-1 0 0,-10 13 0,24-10 0,-11 11 0,1-14 0,10 0 0,-11 0 0,14 0 0,0 13 0,0-10 0,0 11 0,0-14 0,0 0 0,0 13-562,13-10 562,-9 11 0,9-14 0,0 0 0,-10 13 0,24-10 0,-24 11 0,24-1 0,-24-10 0,24 11-1740,-11-14 1740,14 13 0,-13-10 0,9 10 0,-9 1 0,13-11 0,0 10 0,0-13 0,0 0 0,-1 0 0,1 0 0,0 0 0,0 0 0,0 0 0,0 0 0,0 0 0,0 0 0,0 0 0,-14-13 0,11 10 0,-11-24 0,1 24 0,10-24-1204,-24 11 1204,24-1 0,-24-23 0,10 20 0,0-23 0,-9 13 0,22-13 0,-23 9 0,11-9-1134,-1 0 1134,-10 9 0,11-9 0,-15 0-928,1 10 928,0-11 0,0 1 0,0 10 0,0-24 0,-13 24 0,10-10 0,-11-1 0,1 11 0,-4-23 0,-13 22 0,0-22 0,0 22 0,0-22 0,-13 23 0,-4-24-65,-13 10 65,-13 1-1191,-4-11 1191,-26 24 0,10-24 0,20 40 0,-1 1 0,7-6 0,-2 1-652,-12 5 0,-1 2 652,5-1 0,0 0-970,-10-1 0,-2 2 970,6 5 0,-1 1-845,-11 0 0,-3 3 845,7 4 0,-1 2-650,-11-2 0,0 2 650,5 5 0,-1 1 0,-5 1 0,-1 1 0,-1 5 0,2 2 0,5-2 0,1 2 0,-6 4 0,2 3 0,10 0 0,1 1 0,-7-2 0,3 2-161,10 4 1,3 1 160,-1-6 0,3 0 82,11 7 0,1 0 1,1-6-1,1-1 0,-24 20 1</inkml:trace>
  <inkml:trace contextRef="#ctx0" brushRef="#br0" timeOffset="140714">11742 14407 24575,'16'0'0,"-3"0"0,-13 0 0,0 0 0,0 14 0,0-11 0,0 10 0,0 1 0,0 2 0,0 14 0,0 0 0,0 13 0,0-9 0,0 9 0,14-13 0,-11 0 0,10 0 0,1 0 0,-11-14 0,10 11 0,1-24 0,2 11 0,14-1 0,0-23 0,0 20 0,13-23 0,-9-1 0,9-2-1497,0-1 1497,4-10 0,-1-3 0,11-3 0,-24-10 0,11 13 0,-1 0 0,-10 0 0,10-13 0,-13 10 0,0-11-938,0 14 938,0 0-457,0 14 457,0-11 0,0 10 0,-13-12 0,9 12 0,-22-10 1386,22 11-1386,-22-1 986,22 4-986,-22 13 130,9 0 0,0 0 0,4 0 0</inkml:trace>
  <inkml:trace contextRef="#ctx0" brushRef="#br0" timeOffset="142562">12221 4133 24575,'0'-16'0,"0"3"0,0-1 0,0 11 0,0-24 0,0 11 0,0-28 0,0 11-1284,0-23 1284,0 9-1638,0-13 1638,0 0 0,0 0 0,0-13 0,0-4-2676,0 1 2676,0 33 0,0-1 0,0-32 0,1 31 0,-2 0 0,-13-32 0,13 34 0,-1 0 0,-11-20-1657,13-11 1657,-14 15-193,11 12 193,-10-10 1215,13 24-1215,0-10 0,0 13 0,0 0 0,0 0 0,0 0 0,-13 0 2562,9 13-2562,-9-9 2106,13 22-2106,0-22 1565,0 22-1565,0-22 0,0 23 0,0-11 0,0 14 0,0 0 0,-13 0 0,9 14 0,-9 2 0</inkml:trace>
  <inkml:trace contextRef="#ctx0" brushRef="#br0" timeOffset="143075">12970 4104 24575,'13'-64'0,"-10"-6"0,11 24-4304,-1-14 4304,-10-13 0,10 9-1089,-5 22 1,-2-2 1088,-3-33 0,4 33 0,-1-1 0,-5 0 0,-2 0-623,8-7 1,0 0 622,-6 6 0,1-1 0,5-5 0,-1 1-783,-6-25 783,0 32 0,0 1 0,0-33-261,0-1 261,0 4 0,0 13 838,0 0-838,0 0 0,0 0 0,0 14 1831,0-11-1831,0 24 0,0-11 940,0 14-940,0 14 2302,-13-11-2302,10 24 1819,-11-24-1819,14 24 1040,0 3-1040,-13 3 0,10 11 0,-24-1 0,11 4 0</inkml:trace>
  <inkml:trace contextRef="#ctx0" brushRef="#br0" timeOffset="143316">12850 2276 24575,'80'0'0,"-10"0"0,-27 14-1094,-10-11 1094,10 10 0,1-13 0,-11 0 0,10 0 0,-13 0 358,-13 0-358,9 0 182,-22 0-182,9 0 0,-13 14 0,0 2 0</inkml:trace>
  <inkml:trace contextRef="#ctx0" brushRef="#br0" timeOffset="143841">9106 2935 24575,'-17'0'0,"4"0"0,53 0 0,-4 0-2880,5-6 1,5-1 2879,-2 6 0,2-1-1914,12-11 0,3-1 1914,12 6 0,4-1-788,-19 0 1,2-1-1,2 0 788,6-1 0,3 1 0,0 1-942,3-1 0,1 0 1,2 0 941,-15-1 0,1 0 0,1 0 0,0 0-302,2 2 1,2 2 0,-1-1 0,1-1 301,3-1 0,1-1 0,-1 0 0,2 0-101,1 0 0,1-1 0,0 2 0,0 0 101,3 1 0,0 1 0,1 0 0,-1-1 0,-2-1 0,-1-2 0,0 1 0,2 1 0,4 1 0,1 2 0,0 0 0,-1 0 0,-5 0 0,0-1 0,-1 1 0,1-1 0,2 1 0,1-1 0,-1 1 0,0-1 0,-6 0 0,0 0 0,-1 1 0,0 0 0,-3 2 0,0 2 0,-1-1 0,0 0 0,18-5 0,-1-2 0,-1 4 0,-2 5 0,-1 2 0,-1-1 0,-3-3 0,0-1 0,-2 0 0,-3 0 0,0 1 0,-3 0 49,-7 3 1,-1 0 0,-1 0-50,23-6 0,-1 0 255,-5 6 0,-2 2-255,-12 6 0,-1 0 524,-2-6 0,-2 1-524,-11 5 0,-2-1 2164,33-6-2164,-17 0 0,-17 0 3528,-13-13-3528,-14 10 3850,-2-11-3850,-28 14 0,-16 0 0,-16 0 0,-14 0 459,-13 0-459,28 0 0,0 0 0,-1 0 0,-1 0 0,-5 0 0,1 0 0</inkml:trace>
  <inkml:trace contextRef="#ctx0" brushRef="#br0" timeOffset="144222">9495 1348 24575,'-15'68'0,"0"0"0,6-1 0,1-1 0,1-6 0,1 0-4363,5 7 0,2-1 4363,-1-4 0,0 0 0,0 10 0,0 2-1122,0-6 1,0 0 1121,0 1 0,0-1 0,-1-1 0,2-1-305,6-6 1,-1 0 304,-4 0 0,0 0-805,5-7 1,-1 0 804,-5-1 0,-2-1 524,1-5 0,0-2-524,0 33 1796,0-4-1796,13-27 2629,-9-2-2629,9-14 0,-26 0 2816,9-27-2816,-9 7 0,13-50 0,0 7 0</inkml:trace>
  <inkml:trace contextRef="#ctx0" brushRef="#br0" timeOffset="144634">10154 539 19183,'70'-10'0,"0"0"0,0 0 0,8 0 0,1 0 0,0 0-2409,-3 0 0,0 0 1,2 0 2408,-13 3 0,2-1 0,0 1 0,0-1-384,-3 1 0,-1-1 0,1 0 0,1 1 384,5 2 0,1 2 0,0-1 0,0 0-163,-3-3 0,0 0 0,0-1 1,1 3 162,4 3 0,2 2 0,0 1 0,-2-3-395,-4-4 0,-1-2 1,-1 1-1,2 1 395,5 4 0,1 2 0,-1 0 0,-1-1 0,-7-2 0,-2-2 0,1 1 0,0 3 0,4 2 0,2 3 0,0 1 0,-3-2 0,15-2 0,-3-1 0,0 2 0,1 6 0,-1 3 0,-1-3 0,-4-6 0,-1-3 0,0 3 0,-3 6 0,-2 2 0,1-1 0,-4-4 0,-1 0 0,0 1 0,-4 3 0,-1 2 0,-1-1 118,23 5 0,-1 0-118,-6 0 0,0 0 243,-7 0 0,0 0-243,0 0 0,-3 0 477,-11 0 1,-1 0-478,-1 0 0,-1 0 1754,25 15-1754,-2 0 0,-15 0 0,1 0 2394,-13 0-2394,-4-14 3222,-13 11-3222,-13-10 0,9 13 0,-22 13 0,9-10 2208,-13 24-2208,0-11 370,-13 14-370,9 14-1624,-22 2 1624,24-31 0,0 0 0,-11-1 0,0 2 0,11 5 0,1 1 0,-13-6 0,1 1-1497,10 17 0,3 2 1497,-7-11 0,0 0 0,0 11 0,1 1 0,4-7 0,1 0 0,-6 0 0,0 0 0,6-1 0,2 1 0,-1 1 0,0-2 0,0-6 0,0 1-767,1 4 1,-2 0 766,-5-11 0,-1-1-304,6 6 1,-1-1 303,-12-5 0,1-2 0,11 1 0,1 0 0,-11 0 0,-3 0 0,1 1 0,-2-2 0,-17 32 0,6-38 0,-3-2 0,1 0 0,-2 1 0,-7 1 0,0 0 0</inkml:trace>
  <inkml:trace contextRef="#ctx0" brushRef="#br0" timeOffset="144934">10124 2995 15771,'75'-7'0,"0"-1"0,0 0 0,0 0 0,-1 0 0,1 1 0,-1-1 0,0 1 0,0-1 0,-1 1 0,-3 0 0,-2 0-1190,11 0 0,-4-1 0,-1 1 0,1-1 1190,6 1 0,1-1 0,0 1 0,-1 0-277,-5-1 0,-1 0 0,1 0 0,0 2 277,5 1 0,1 1 0,1 1 0,-3-2-122,-6-2 1,-2 0 0,-1 0-1,2 1 122,1 4 0,1 2 0,-1 0 0,-1-1-89,-8-2 1,0-1-1,-2 0 1,0 2 0,18 1-1,-1 1 1,-1 1 0,-5-1-1,0 0 1,1 0 0</inkml:trace>
  <inkml:trace contextRef="#ctx0" brushRef="#br0" timeOffset="205558">18541 16085 24575,'0'16'0,"0"-2"0,0-1 0,13-10 0,4 11 0,13-14 0,0 0 0,0-14 0,0 11 0,0-24-1035,13 11 1035,-10-14 0,24 0 0,-24 0 0,24 0 0,-24 0-1606,23-13 1606,-22 9 0,9-9-68,-13 13 68,0 0 0,0 14 0,0 2 0</inkml:trace>
  <inkml:trace contextRef="#ctx0" brushRef="#br0" timeOffset="210031">8327 15246 24575,'-17'0'0,"4"0"0,13 0 0,-13 0 0,9 0 0,-9 0 0,13 0 0,-13 0 0,9 13 0,-9-9 0,0 9 0,9-13 0,-9 0 0,0 13 0,9-9 0,-22 9 0,22-13 0,-22 13 0,9-9 0,1 9 0,-11-13 0,24 13 0,-24-10 0,24 11 0,-24-14 0,24 13 0,-24-10 0,24 11 0,-24-14 0,24 0 0,-10 13 0,-1-10 0,11 11 0,-24-14 0,24 0 0,-10 13 0,13-10 0,0 11 0,-14-14 0,11 0 0,-10 13 0,13-10 0,0 24 0,-14-24 0,11 24 0,-10-10 0,-1-1 0,11 11 0,-10-11 0,13 14 0,-14 0 0,11-13 0,-10 10 0,13-11 0,0 14 0,0 0 0,0-13 0,0 9 0,0-9 0,0 13 0,0-13 0,0 9 0,0-22 0,13 22 0,-10-22 0,11 22 0,-1-22 0,-10 22 0,24-23 0,-24 11 0,24-1 0,-24-10 0,24 11 0,-24-14 0,24 0 0,-24 0 0,24 13 0,-24-10 0,10 11 0,-13-14 0,14 13 0,-11-10 0,10 24 0,-13-10 0,0 13 0,-13 13 0,10 3-2278,-24 14 2278,24 14 0,-24-11-1459,19-21 0,0 2 1459,-22 33 0,14-33 0,2 2 0,-2-1 0,2 0 0,-3 31-1868,-10-3 1868,24-13 0,-10 0-717,-1-13 717,11-4 1435,-10-13-1435,13 0 0,0 0 2698,13-14-2698,-10 11 2344,11-24-2344,-1 11 1082,4-14-1082,-1 0 222,11 13-222,-10-10 0,13 11 0,0-1 0,-14 4 0,11 13 0,-11 0 0,14 13-2252,-13 3 2252,10 28-2903,-24 2 2903,3-31 0,1 0 0,1 0 0,-2 0 0,-5-1 0,1 2 0,11 12 0,1 0 0,-11 25 0,9-38 0,3-3-827,1 15 827,1-24-257,9 10 257,-9-26 0,0 9 1759,9-22-1759,-9-4 0,0-17 0,-4-13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3-09T02:40:20.258"/>
    </inkml:context>
    <inkml:brush xml:id="br0">
      <inkml:brushProperty name="width" value="0.05292" units="cm"/>
      <inkml:brushProperty name="height" value="0.05292" units="cm"/>
      <inkml:brushProperty name="color" value="#FF0000"/>
    </inkml:brush>
  </inkml:definitions>
  <inkml:trace contextRef="#ctx0" brushRef="#br0">12850 7039 24575,'23'-27'0,"-26"21"0,43-21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3-09T02:45:25.572"/>
    </inkml:context>
    <inkml:brush xml:id="br0">
      <inkml:brushProperty name="width" value="0.05292" units="cm"/>
      <inkml:brushProperty name="height" value="0.05292" units="cm"/>
      <inkml:brushProperty name="color" value="#FF0000"/>
    </inkml:brush>
  </inkml:definitions>
  <inkml:trace contextRef="#ctx0" brushRef="#br0">14617 14976 24575,'-30'-13'0,"-13"10"0,9-11-1722,-9 1 1722,0 10 0,10-24 0,-24 24 0,11-24 0,-14 24 0,0-10-1911,0-1 1911,0 11 0,0-10 0,0-1 0,0 11 0,0-10 0,-13 13-1292,10-14 1292,-10 11 0,-1-10 0,11 13 0,-10 0 0,0-14 0,9 11 0,-9-10 0,13 13 0,0-14 0,-13 11 0,10-10 0,-10 0 0,13 9 0,0-9 0,-13 13 0,10 0 0,-11-13 0,14 9 0,-13-9 0,10 13 0,-10 0 0,13 0 0,-13 0 0,9 0 0,-9 0 0,13 0 0,0 0-1477,0 0 1477,1 0 0,-1 0 0,0 0-473,13 0 473,-9 0 0,9 0 0,0 0 0,-9 0 0,22 0 0,-22 0 0,23 0 0,-24 0 0,24 0 0,-24 0 0,24 0 0,-24 0 0,24 0 0,-24 0 0,24 0 0,-23 0 0,22 0 0,-22 0 0,9 0 0,-13 0 0,14 0 0,-24 0 0,20 0-36,-23 0 36,13 0 24,-13 0-24,9 0 0,21-1 0,0 2 0,-20 12 0,20-11 0,-1 0 0,-33 11 0,1 0-505,33-11 1,-1 0 504,-32 11 0,-1-13-917,4 13 917,0-10 0,10 11 172,-11-14-172,28 0 0,-11 0 798,24 0-798,-24 0 0,24 0 0,-24 0 1930,24 0-1930,-10 0 0,13 0 2420,0 0-2420,0 0 0,0-14 0,0 11 0,0-10 1076,-13 13-1076,10-13 0,-11 9 0,1-9 0,10 13-100,-24-13 100,11 9 0,-1-9 0,-9 13 0,9 0-999,-13-13 999,0 9 0,0-9 0,0 13 0,0 0 0,0 0 0,1 0 0,-1 0 0,0 0 0,0 0 0,0 13 0,0-9 0,0 9 0,0-13 0,0 0 0,0 0 0,1 13 0,-1-9 0,13 9 0,-10-13-1016,24 0 1016,-23 13-187,22-9 187,-9 9 899,13-13-899,0 0 0,-13 0 0,10 13 0,-11-10 0,14 11 0,0-1 0,0-10 0,1 24 0,-1-24 0,0 24 0,0-24 0,0 24 0,0-24 0,0 24 0,0-24 0,0 24 0,0-10 0,0-1 0,0 11 683,-13-11-683,10 14 0,-11 0 0,1 0 0,10 0 0,-11 0 0,1 0 0,10 0-420,-24 13 420,24-9 0,-24 9 0,24-13 0,-10 0 0,13 0 0,-13 0 0,9 13 0,-9-10 0,13 11-134,0-15 134,0 1 0,0 0 0,0 0-208,14 0 208,-11 0 0,24 0 0,-24 0 0,24 0 0,-10 0 0,-1 0 0,11 0 0,-10 0 882,13 0-882,0 0 0,0 0 0,-14 0 0,11 0 0,-10 0 0,13 0 0,0 0 0,0-1 1573,0 1-1573,0-13 953,13 10-953,-10-11 489,11 14-489,-14 14 0,0-24 0,0 19 2,0-22-2,0 13 0,0-13 0,0 9 0,0-9 0,13 0 0,-10 9 0,11-9 0,-14 13 0,13 0 0,-10 0 0,24 0 0,-24 0 0,24 0 0,-24 0 0,24-1 0,-11-12 0,14 10 0,0-11-643,0 14 643,0 0 0,0 0 0,0 0 0,0 0-1188,13 0 1188,-9 0 0,9 0 0,0 0 0,-10-13 0,24 9 0,-24-9 0,24 13 0,-24 0 0,24-14 0,-11 11-1745,14-10 1745,0-1 0,0 11 0,0-10 0,0-1-2530,13 11 2530,4-10 0,-1-1 0,-33-3 0,1 1 0,32 2 0,-31-8 0,0 1 0,0 5 0,0-1 0,0-11 0,0-1 0,0 5 0,0 1 0,0 1 0,-1-2 0,33-3 0,-33 3 0,-1 1 0,20 7-738,-20-13 1,0 1 737,21 11 0,-21-13 0,0 0 0,20 14 0,11-11 0,-1 10 0,-10 0 0,10-9 0,0 9 0,-9-13 0,9 13 0,0-9 0,-10 22 0,-20-23 0,1-2 0,19 12 0,-20-13 0,1 0 0,19 13 0,-20-11 0,0 0 0,21 11 0,-21-6 0,0-1 0,20-2 0,-19 3 0,-1-1 0,20-6 0,-20-1 0,1 2 0,19 12 0,-20-11 0,0 0 0,21 11 0,9-13 0,-13 0 0,13 0 0,-10 0 0,10 0-610,-13 0 610,0 0 0,0 0 0,0 0 0,13 0 0,-9 0 0,9 0 0,-13 0 0,13 0 0,-10 0-509,10 0 509,1 0 0,-11 0 0,10 0 0,0 0 0,-10 0 0,11 0 1518,-14 0-1518,-1 0 0,1 0 0,-17 0 0,1 0 0,22 0 89,-22 0 0,-1 0-89,17 0 0,0-13 106,0 9-106,0-9 0,0 13 0,-1 0 0,1-13 0,0 9 0,13-9 0,-9 13 0,9 0 0,-13-13 0,0 9 0,0-9 0,0 0 0,-1 9 0,1-22 0,0 22 154,13-22-154,-9 22 0,9-22 0,-13 23 0,13-24 0,-10 24 0,-19-11 0,-1 1 0,20 10 0,10-24 0,0 10 0,-9 1 0,-21 1 0,0 3 0,20 9 0,-19-11 0,-1 1 0,20 10 0,10-24 0,-13 24 0,14-24 0,-11 24 0,10-10 0,-13-1 0,0 11-896,0-24 896,0 24 0,-14-24 0,24 11 0,-20-1 0,23-10 0,-13 11 0,0-1 0,0-9-186,13 9 186,-10-13 0,11 0 0,-14 0-146,-1 13 146,1-9 0,0 9 0,0-13 0,0 0 0,0 0 0,0 0 0,-14 0 0,11 0 510,-24 0-510,24 1 0,-24-1 0,10 0 0,1 0 0,-11 0 747,10 0-747,-13 0 0,0 0 0,0 0 0,0 0 2005,-13 0-2005,9 13 0,-9-9 0,0 9 0,9-13 0,-22 0 0,22 0 1903,-9 14-1903,0-11 1651,-4 10-1651,0-13 0,-10 0 0,11 0 0,-1 1 1044,-10 12-1044,11-10 112,-14 11-112,0-14 0,0 0 0,0 0 0,0 0 0,0 13 0,0-9 0,0 9 0,0-13 0,-14 0 0,11 0 0,-10 0 0,13 0 0,-14 0 0,11 0 0,-23-13 0,22 10-625,-22-11 625,9 14 0,0 1 0,-9-1 0,9 0 0,-13 0 0,0 0 0,0 0 0,0 0-1455,-13-13 1455,10 9 0,-24-9-1949,24 0 1949,-24 9 0,11-22 0,-14 23-2519,0-24 2519,-13 24 0,9-24 0,21 40 0,0 1 0,-20-27 0,-11 13 0,1 0 0,10 0 0,20 15 0,-1 0 0,-19-15-1258,-10 0 1258,13 13 0,0-9 0,0 22-309,0-9 309,0 13 0,1 0 0,-1 0 0,-14 13 0,-2 4-210,32-3 0,-2 2 0,-5 5 0,-1 1 0,-1 1 0,-1 1 0</inkml:trace>
  <inkml:trace contextRef="#ctx0" brushRef="#br0" timeOffset="4571">11712 16175 24575,'16'16'0,"-2"-3"0,-14-13 0,0 14 0,0-11 0,0 24 0,0-11 0,0 14 0,13 0 0,-10 0-523,10 14 523,-13-11 0,0 10 0,0 0 0,14-9 0,-11 22-1277,10-9 1277,1-1 0,-11 11 0,10-10 0,1-1 0,-11 11 0,10-11 0,1 1 0,-11 9 0,10-22 0,1 22-728,-11-22 728,10 9-316,-13-13 316,14 0 0,-11 0 0,10 0 462,-13-14-462,0 11 1237,0-24-1237,0 11 784,0-1-784,0-10 361,0 11-361,0-14 0,0 0 0,0 13 0,0-10 0,13 11 0,-9-14 0,-4 0 0,-4 0 0,-9 0 0,13 0 0,0 0 0,0-14 0,0-2 0</inkml:trace>
  <inkml:trace contextRef="#ctx0" brushRef="#br0" timeOffset="5037">11502 16654 24575,'13'-17'0,"-9"-9"0,9 9 0,0-13 0,-10 13 0,24-9 0,-24 9 0,24-13 0,-24 0 0,24 0 0,-24 14 0,24-11 0,-24 24 0,11-24 0,-1 24 0,-10-24 0,24 24 0,-24-11 0,24 1 0,-24 10 0,24-11 0,-11 1 0,1 10 0,10-11 0,-11 14 0,14 0 0,-13 14 0,10-11 0,-11 24 0,14-11 0,-13 14 0,9 0-1208,-9 14 1208,0 2 0,-4 1 0,0 9 0,-9-9 0,9-1 0,0 11 0,4-10 0</inkml:trace>
  <inkml:trace contextRef="#ctx0" brushRef="#br0" timeOffset="5973">14437 16354 24575,'0'17'0,"0"10"0,14-11 0,-11 14 0,10 0 0,-13 13-1373,14 4 1373,-11 0 0,23 9 0,-22-9 0,9 13-1598,0-1 1598,-9 1 0,22 0 0,-9 0 0,0-13 0,9 9-1218,-22-9 1218,22 0 0,-9 22 0,0-32 0,-4 20-65,0-27 65,-10-14 867,11 11-867,-1-24 1887,-10 24-1887,11-24 1418,-14 10-1418,0 1 82,0-11-82,-14-16 0,11 6 0,-24-33 0,24 24 0,-23-1 0,9 4 0</inkml:trace>
  <inkml:trace contextRef="#ctx0" brushRef="#br0" timeOffset="6435">14198 16414 24575,'0'-16'0,"0"-11"0,13 10 0,-10-13 0,24 0 0,-24 14 0,24-11 0,-24 10 0,11 1 0,-1-11 0,3 24 0,1-10 0,10 13 0,-24 0 0,24 0 0,-24 13 0,24-10 0,-11 24 0,1-24 0,10 24 0,-11-11 0,14 14 0,-13-13 0,9 10 0,-9-11 0,0 1 0,9 10 0,-22-24 0,22 23 0,-22-22 0,22 22 0,-22-22 0,9 9 0,-13-13 0,13 13 0,-10-9 0,11 9 0</inkml:trace>
  <inkml:trace contextRef="#ctx0" brushRef="#br0" timeOffset="8090">8656 16774 24575,'17'30'0,"10"13"0,-24-10-2620,24 24 2620,-24-11-1501,24 14 1501,-11 0 0,14 0 0,-13 0 0,9 0 0,-9 0 0,0-14-196,9 11 196,-9-24 0,0 24 0,9-24-437,-22 10 437,22-13 0,-23 0 1114,11 0-1114,-1-13 1773,-10 9-1773,11-22 1314,-14 22-1314,0-22 553,0 9-553,0-13 0,0 0 0,0 0 0</inkml:trace>
  <inkml:trace contextRef="#ctx0" brushRef="#br0" timeOffset="8385">8297 16804 24575,'13'-30'0,"-9"13"0,9 4 0,14-1 0,-21 11 0,34-10 0,-10 13 0,3 0 0,11 0 0,-14 13 0,0-10 0,13 11 0,-10-1 0,-3-10 0,-3 24 0,-24-24 0,10 11 0</inkml:trace>
  <inkml:trace contextRef="#ctx0" brushRef="#br0" timeOffset="9093">6769 15276 24575,'-76'17'0,"3"9"0,13-9-4344,0 13 4344,0 0 0,0 0 0,0 13 0,-13-10 0,10 24 0,-11-24-1275,37-6 1,1 3 1274,-27 16 0,26-17 0,1 2 0,-24 29-852,13 0 852,-9 0 0,22 0-1542,-9 0 1542,13 0 0,13 0 0,-9-1 207,23 1-207,3 0 0,3 13 339,23-9-339,-18-21 0,1 0 0,12-4 0,1-1 0,12 38 0,-7-32 0,2-1 0,18 20 0,-19-26 0,4-1 0,4-5 0,1-2 0,-6 1 0,1 0-99,11 1 1,1-2 98,-6-5 0,0-1 0,6-1 0,2-1 0,-1-5 0,0-2 0,-1-5 0,2-2 0,5 1 0,1-2 0,-6-5 0,1-2-426,12-5 0,-1-2 426,-11 2 0,-1-4 0,5-10 0,1-3 0,0 0 0,-1-1 0,-3-4 0,-3-4 0,1-4 0,-2-1 0,1 0 0,-3-3 0,-10-3 0,-1-4-810,6-3 1,-1-3 809,-4 1 0,-4-2 0,-3-5 0,-3-2 0,1 2 0,-3-2 0,-10-5 0,-3-1 0,0 6 0,-1-1-658,-4-11 1,-4-1 657,-3 6 0,-3 0 0,-6 0 0,-2 0 0,1-6 0,-4 1 0,-8 11 0,-2 1 102,7 1 1,-3 0-103,-9 0 0,-5 4 0,1 15 0,-1 2-40,2-6 0,-2 3 40,-4 11 0,-1 2 0,7-2 0,-2 2 369,-5 12 0,-2 1-369,1-6 0,0 4 1678,-31 15-1678,32 2 0,1 2 0,-33 16 0,-1 13 0,33-10 0,1 3 0,5 0 0,0 0 0</inkml:trace>
  <inkml:trace contextRef="#ctx0" brushRef="#br0" timeOffset="11690">8087 17343 24575,'14'-30'0,"-11"0"0,24 0-2007,-11-13 2007,14 9 0,0-22 0,0 22 0,13-22-2271,-9 9 2271,9-13 0,-13 14 0,0-11-504,0 24 504,0-24 0,0 24 0,0-24 0,0 24-30,-14-10 30,-3 26 829,1-9-829,-11 22 2181,10-22-2181,-13 22 1762,0-9-1762,0 13 40,-13 0-40,10 13 0,-11-9 0,1 22 0,-3-9 0,-14 13 0,13 0-916,-10 0 916,11 13 0,-14-10-1622,-14 24 1622,11-24 0,-10 10 0,13 1 0,0-11-911,0 10 911,0-13 0,0 0-431,13 0 431,-9 0 777,23-13-777,-11-4 1571,14 0-1571,-13-9 1013,23 9-1013,-20-26 519,23 9-519,-13-22 0,14 9 0,-11-13 0,23 0 0,-9 0-820,0-13 820,9 10 0,-9-11-1192,13 1 1192,0 10 0,-13-24 0,9 24 0,-9-10-325,-1 13 325,-2 0 0,-1 13 0,-10-9 756,11 22-756,-14-9 1221,0 0-1221,0 9 360,0-9-360,0 13 0,0 13 0,0-9 0,0 9 0,0 0 0,-14 4 0,11 0 0,-10 9 0,13-9 0,-14-1 0,11 11 0,-10-24 0,13 11 0,0-14 0,0 13 0,0-10 0,0 11 0,0-14 0,0 0 0,0-14 0,0 11 0,0-10 0,13-1 0,-10 11 0,11-24 0,-1 11 0,-10-1 0,24-9 0,-24 9 0,37-13 0,-33 0 0,33 0 0,-37 0 0,11 13 0,-1-9 0,-10 23 0,11-24 0,-1 24 0,-10-11 0,10 14 0,-13-13 0,0 10 0,0-11 0,0 14 0,0 0 0,14 0 0,-11 0 0,10 14 0,1-11 0,-11 24 0,24-24 0,-11 24 0,1-24 0,10 23 0,-11-9 0,14 13-1199,13 0 1199,-9 0 0,9 0 0,-13 0 0,0 0-482,0-14 482,0 11 0,0-10 0,-14-1 0,11 11 0,-24-24 0,24 24 1169,-24-24-1169,11 11 512,-1-14-512,-10 13 0,11-10 0,-14 11 0,0-14 0,0 0 0,-14-14 0,11 11 0,-24-24 0,24 24 0,-24-24 0,11 24 0,-14-24 0,-14 11 0,11-14-1409,-10 0 1409,0 0 0,9 0 0,-9 0 0,0 0 0,10 13-469,-11-9 469,14 22 0,14-22 0,-11 22 0,24-9 0,-24 13 1374,24 0-1374,-10 0 504,13 0-504,13 0 0,-10 0 0,24 13 0,-11 4 0,28 13-1561,-11 0 1561,24 0 0,-24 0 0,23 0 0,-9 0 0,13 0 0,-14 0 0,11 0 0,-24 0 0,11 0-939,-14 0 939,0-1 0,-1 15 0,1-11 0,-13 10-241,-4-13 241,-13 0 0,0 0 0,0 0 0</inkml:trace>
  <inkml:trace contextRef="#ctx0" brushRef="#br0" timeOffset="28686">15456 15336 24575,'16'0'0,"-2"0"0,-14-13 0,0 9 0,13-9 0,-10 13 0,11 0 0,-14 0 0,13 0 0,-10 0 0,11 0 0,-1 0 0,-10 0 0,10 0 0,-13 0 0,14 0 0,-11 0 0,10 0 0,1 0 0,-11 0 0,10 0 0,-13 0 0,14 0 0,-11 0 0,10 0 0,1 0 0,-11 0 0,24 0 0,-24 0 0,24 0 0,-24 0 0,24 0 0,-24 0 0,23 0 0,-22-13 0,22 9 0,-9-9 0,0 13 0,9 0 0,-9 0 0,26 0 0,4 0-783,-1 0 783,-2 0 0,-1 0 0,-10 0 0,24 0 0,-11 0-1264,1 0 1264,10 13 0,-11-9 0,14 9-1825,13-13 1825,-23 13 0,20-9 0,-23 22 0,13-23 0,-1 11 0,1-14 0,0 13 0,-13-10-818,9 11 818,-22-14 0,22 0 0,-22 13 0,22-10 0,-23 11 0,11-14 627,-14 0-627,0 0 0,0 0 0,0 0 0,0 0 1126,-14 0-1126,11 0 1928,-11 0-1928,1 0 1009,10-14-1009,-24 11 0,10-10 0,1 13 0,-11 0 0,10 0 0,1 0 0,-11 0 0,10 0 0,1 0 0,-11-14 0,10 11 0,0-10 0,-9 13 0,9 0 0,-13 0 0,13 0 0,-9 0 0,9 0 0,-13 0 0,0 0 0,-13 0 0,-4 0 0,-13 0 0</inkml:trace>
  <inkml:trace contextRef="#ctx0" brushRef="#br0" timeOffset="39923">3594 9196 24575,'30'-17'0,"0"4"0,0 13 0,0 0 0,0 0 0,13-14-2801,4 11 2801,13-10-2454,13-1 2454,4 11 0,-1-24 0,-33 26 0,1-1-1511,32-25 1511,-25 18 0,1 2-1314,-5-1 0,0-1 1314,11-5 0,0 1 0,-11 11 0,-1 1 0,12-5 0,1-1 0,-6 0 0,0 1-870,7 5 1,0-2 869,0-10 0,0 0 0,-1 10 0,2 2-566,5-6 1,1 1 565,-6 5 0,1 2 0,11 0 0,0-2-572,-4-6 1,-1 1 571,6 3 0,2 2 0,-2 1 0,1 0 0,7 1 0,-1 2 0,-4 3 0,0 1 0,-19-6 0,2-2 0,-2 1-496,18 0 0,1 0 496,-19 0 0,2 0 0,-2 0 0,19 0 0,0 0 0,4 0 0,1 0 0,-7 0 0,-1 0-284,1 0 1,0 0 283,0 1 0,0-2-110,-7-6 0,0 1 110,6 4 0,-1 0 567,-11-4 0,-1-1-567,-1 0 0,0 1 0,-1 5 0,-2-2 707,-9-10 1,-3 0-708,0 10 0,0 2 0,-1-6 0,-1 1 2374,20 6-2374,-3-13 0,-4 9 0,-22-9 3625,9 13-3625,-13 0 1990,-13 0-1990,9-13 2840,-22 9-2840,9-9 1504,-13 13-1504,13 0 304,-9 0-304,9 0 0,-13 0 0,0 0 0,0 13 0,0-9 0,0 22 0,13-9 0,-10 13 0,11 13 0,-14 4-1764,0 13 1764,0 0-2646,0 13 2646,13 3-1394,-11-31 0,-1 0 1394,6 0 0,0 0 0,-6 6 0,-2 1 0,0 1 0,2 1-1592,5 5 0,1 2 1592,-5 5 0,-1 1 0,5 1 0,2 0 0,-1 7 0,-1 0-1116,-4 0 0,-1 0 1116,6-1 0,0 2-756,-6 5 0,-2 1 756,0-6 0,2 1 0,5 4 0,1 1 0,-5 0 0,-1-1 0,6-5 0,0 1 0,-7 5 0,0-1 0,0-6 0,0 0 0,0 0 0,0 0-354,0 0 1,0-1 353,0-5 0,0-1 0,0-2 0,0 1 0,-1 0 0,2-1 6,5-4 1,1-1-7,-6 6 0,1-1 328,5-12 0,0-1-328,-7 5 0,0 0 0,0-4 0,0-1 0,0 0 0,0 0 635,0-1 0,0-1-635,0-5 0,0-2 0,0 1 0,0 0 0,0 1 0,0-2 1409,0 33-1409,0-34 0,0 0 0,0 20 0,0 11 1597,0-15-1597,0 1 1774,0-13-1774,0 10 0,0-24 0,-14 23 2353,11-22-2353,-10 22 0,13-22 1543,0 22-1543,0-23 0,13 24 0,-10-24 0,11 24 0,-14-24 0,0 10 1655,0-13-1655,0 0 1402,0 0-1402,0 0 0,0 0 163,0 0-163,0-13 763,0 9-763,0-9 235,0 0-235,0 9 0,0-22 0,0 22 0,0-22 0,0 9 0,0 0 0,0-10 0,0 11 0,0-14 0,0 0 0,0 13 0,0-10 0,0 11 0,0-14 0,-14 0 0,11 0 0,-10 0 0,13 0 0,-14 0 0,-2 0 0,-1 0 0,-10 0 0,11 0 0,-14 0 0,0 0 0,-13-14-1069,9 11 1069,-22-10 0,22 13 0,-22-14-2045,-4 11 2045,-3-10-1353,20 12 1,-1 2 1352,-32-1 0,31 0 0,0 0 0,0-1 0,0 2 0,-7 5 0,1 1 0,5-5 0,-1-1 0,-11 6 0,-1 0-1808,0 0 1,-2-1 1807,-6-5 0,-2 1-1374,-6 12 1,0-1 1373,1-11 0,-2-1-925,-5 12 1,-1 1 924,6-5 0,-1-1 0,-4-1 0,-1 2 0,1 5 0,-1-1 0,-1-4 0,0-1 0,0-1 0,-1 2-425,25 0 1,0 0-1,1 0 425,-19 0 0,1-2 0,17-1 0,0-1 0,0 1 0,-18 8 0,1-1-148,-6-12 1,1 1 147,12 11 0,2 1 514,-5-12 1,-3-1-515,17 3 0,-2 2 0,2-3 0,-15-2 0,-1-2 166,16 1 1,-2 0 0,5 0-167,0 0 0,4 0 0,-1 0 0,1 0 798,5 0 1,2 0-799,-1 1 0,0-2 0,0-5 0,0-1 0,0 5 0,0 1 1779,-31-13-1779,32 7 0,1 1 0,-20 3 0,-10-11 619,13 14-619,13 0 0,-9-13 2536,22 10-2536,-22-11 1805,23 14-1805,-11 0 2026,14 0-2026,0 0 0,0 0 0,0 0 1521,14 0-1521,-11 0 1212,24 0-1212,-24 0 720,24 0-720,-24 0 255,24 0-255,-24 0 0,24 0 0,-24 0 0,24 0 0,-10 0 0,-1 0 0,11 0 0,-10 0 0,-1 0 0,11-13 0,-10 10 0,13-10 0,0 13 0,0 0 0,-14-14 0,11 11 0,-10-10 0,13 13 0,0 0 0,0-14 0,0 11 0,0-10 0,0-1 0,-13 11 0,9-24 0,-9 11 0,13-1 0,0-23 0,-13 20 0,9-23-1305,-9 0 1305,0-4 0,9-13-1906,-9 0 1906,0 0-2445,9-13 2445,-22-3-1483,24 32 0,0-2 1483,-11-5 0,0-1 0,11-1 0,0-1 0,-11-12 0,0-1-1340,11-1 0,1-1 1340,-12-5 0,-1-1 0,5 0 0,1 0-1087,1-7 1,-2 1 1086,-5 5 0,1-1 0,10 19 0,4-2 0,-2 1 0,-5-24 0,-2 0 0,1 0 0,1 0 0,4 0 0,1 2 0,-6 6 0,0 1-599,7-1 0,0 0 599,1 0 0,-2 0-249,-5 7 1,-1 0 248,5-6 0,1 1 0,-6 11 0,0 1 162,7-6 0,0 1-162,0 6 0,0 0 0,0 0 0,0 0 0,0 0 0,0 1 441,7 5 1,0 1-442,-6-6 0,1 2 528,5 10 0,-1 0-528,-5-4 0,-2-1 0,1 0 0,0 1 0,0 4 0,0 1 0,1-6 0,-2 1 0,-5 5 0,-1 2 0,5-2 0,1 2 1444,-13-33-1444,14 34 0,0 0 0,0-20 0,-13-11 0,10 1 0,-11 10 0,14 3 2010,0 4-2010,-13 22 0,10-22 0,-10 22 2316,13-9-2316,0 0 0,0 10 0,0-11 2792,0 14-2792,-14 14 2392,11-11-2392,-10 10 1174,13 1-1174,0-11 779,0 11-779,0-1 0,0 4 0,0-1 0,0 11 0,0-10 0,0 13 0,0-14 0,0 11 0,0-10 0,0 13 0,0 0 0,0-14 0,0 11 0,0-10 0,0 13 0,0 0 0,0-14 0,0 11 0,0-10 0,0 13 0,0 0 0,13 0 0,-10 0 0,24 0 0,-11 0 0,14 0 0,0 0 0,14 0-1178,-11 13 1178,24 4 0,-11 13-2449,14 0 2449,13 0 0,4 0 0,-32-15 0,0 0 0</inkml:trace>
  <inkml:trace contextRef="#ctx0" brushRef="#br0" timeOffset="196554">7818 14078 24575,'0'-17'0,"0"-9"0,0 22 0,0-22 0,0 22 0,0-22 0,0 22 0,0-9 0,0 0 0,-14 9 0,11-22 0,-10 22 0,13-9 0,0 13 0,0 0 0,0 13 0,0-9 0,0 22 0,0-9 0,0 13 0,0-13 0,13 9 0,-10-9 0,11 13 0,-14 0 0,0 0 0,0 0 0,0 0 0,0 0 0,0-14 0,13 11 0,-10-10 0,11-1 0,-14 11 0,0-24 0,0 10 0,0-13 0,13 14 0,-10-11 0,11-3 0,-1-3 0,4-11 0,13 1 0,-1-4-1310,15-12 1310,-11-15-2224,24 11 2224,-11-24-2837,14 11 2837,-23 16 0,-1 0 0,28-17 0,-28 19 0,1 0 0,0 5 0,-1-1 0,-4-5 0,-1-2-934,6 1 0,-1 0 934,24-16 0,0-11 0,-13 24 0,9-24-302,-22 24 302,9-10 0,0 13 0,-10 0 1349,11 0-1349,-28 13 2672,11 4-2672,-24 13 2437,24 0-2437,-24 0 0,11 0 0,-14 0 0</inkml:trace>
  <inkml:trace contextRef="#ctx0" brushRef="#br0" timeOffset="211656">19409 11083 24575,'0'59'0,"0"-12"0,0-4-1447,0-13 1447,0 14 0,0-11 0,0 10 0,14 0 0,-11-9 79,10 9-79,-13-13 0,0 0 333,0-14-333,0 11 0,0-10 0,0-1 726,0 11-726,0-24 309,0 11-309,0-14 0,0 13 0,0-10 0,0 11 0,0-14 0,0 0 0,0-14 0,0 11 0,0-10 0,0 13 0,0-14 0,0 11 0,0-24 0,0 11 0</inkml:trace>
  <inkml:trace contextRef="#ctx0" brushRef="#br0" timeOffset="212874">19290 10843 24575,'-17'17'0,"4"-4"0,13-13 0,0 0 0,0 13 0,0-9 0,0 9 0,0-13 0,0 0 0,-14 13 0,11-10 0,-10 11 0,13-14 0,0 13 0,0-10 0,0 11 0,0-14 0,0 0 0,0 13 0,0-10 0,0 11 0,0-14 0,0 0 0,13 0 0,-10 0 0,11 0 0,-1 0 0,-10 0 0,11 0 0,-1 0 0,-10 0 0,24 13 0,-10-10 0,-1 11 0,11-14 0,-24 0 0,24 0 0,-24 0 0,24 0 0,-24 0 0,24 0 0,-24 0 0,24 13 0,-11-10 0,1 11 0,10-14 0,-24 0 0,23 0 0,-22 0 0,9 13 0,0-10 0,-9 11 0,9-14 0,0 0 0,-9 0 0,9 0 0,-13 0 0,13 13 0,-9-10 0,9 11 0,-13-14 0,0 0 0,0 13 0,0-10 0,0 10 0,0-13 0,0 14 0,0-11 0,0 24 0,0-24 0,-13 10 0,9-13 0,-9 14 0,13-11 0,-13 10 0,9 1 0,-9-11 0,0 10 0,9 1 0,-22-11 0,22 24 0,-9-24 0,0 23 0,10-22 0,-11 9 0,1 0 0,10-9 0,-11 9 0,14-13 0,-13 0 0,10 13 0,-11-9 0,14 9 0,0-13 0,0 0 0,0-13 0,0 9 0,0-9 0,0 13 0,0 0 0,14 0 0,-11-13 0,10 9 0,1-9 0,-11 13 0,24 0 0,-24 0 0,23 0 0,-22 0 0,22-13 0,-22 9 0,22-9 0,-9 26 0,0-9 0,9 9 0,-9-13 0,13 0 0,-13 13 0,9-9 0,-9 9 0,-1 0 0,11-9 0,-24 22 0,24-22 0,-24 22 0,24-22 0,-24 9 0,11 0 0,-1-9 0,-10 22 0,11-22 0,-14 9 0,0-13 0,0 13 0,0-10 0,0 11 0,0-1 0,0-10 0,0 11 0,-14-14 0,11 13 0,-24-10 0,24 11 0,-24-14 0,11 13 0,-14-10 0,0 11 0,-13-14 0,9 0 0,-9 0 0,13 0 0,0 0 0,0 0 0,0 0 0,0 0 0,0 0 0,0 0 0,14 0 0,-11 0 0,24 0 0,-24-14 0,24 11 0,-11-10 0,14 13 0,0 0 0,-13 0 0,10 0 0,-11 0 0,14 0 0,0 0 0,0 0 0</inkml:trace>
  <inkml:trace contextRef="#ctx0" brushRef="#br0" timeOffset="213750">20098 11412 24575,'-16'0'0,"-11"13"0,24-9 0,-11 22 0,1-22 0,10 22 0,-11-22 0,14 22 0,-13-22 0,10 22 0,-10-23 0,13 24 0,0-24 0,0 24 0,0-24 0,0 11 0,13-1 0,-10-10 0,10 11 0,-13-1 0,14-10 0,-11 11 0,24-14 0,-24 0 0,10 0 0,1-14 0,2 11 0,1-10 0,10 13 0,-24-14 0,10 11 0,1-24 0,-11 24 0,10-24 0,1 24 0,-11-24 0,10 11 0,-13-1 0,13-9 0,-9 9 0,9 0 0,-13-9 0,0 9 0,0 0 0,0-9 0,0 9 0,0 0 0,0-9 0,0 23 0,0-24 0,0 24 0,0-11 0,0 1 0,0 10 0,0-11 0,0 14 0,-13 0 0,9 0 0,-9 0 0,13 0 0,0 0 0,0 14 0,0-11 0,0 24 0,0-11 0,13 1 0,-9 9 0,9-9 0,-13 13 0,0 0 0,0 0 0,0-13 0,0 9 0,13-9 0,-9 13 0,9 0 0,-13-14 0,0 11 0,0-24 0,0 24 0,13-24 0,-9 11 0,9-1 0,-13-10 0,0 11 0,0-14 0,13 0 0,-9 0 0,9 13 0,-13-10 0,0-3 0,13-3 0,-9-10 0,22 13 0,-22-14 0,9 11 0,0-24 0,-9 11 0,22-14 0,-9 0 0</inkml:trace>
  <inkml:trace contextRef="#ctx0" brushRef="#br0" timeOffset="214105">20638 11172 24575,'-17'0'0,"4"0"0,13 14 0,-14-11 0,11 10 0,-10-13 0,13 14 0,0-11 0,0 10 0,0 1 0,0 2 0,0 1 0,0 10 0,0-24 0,0 23 0,0-22 0,0 22 0,0-22 0,0 22 0,13-22 0,-10 22 0,11-22 0,-14 9 0,13 0 0,-10-9 0,11 9 0,-14-13 0,0 13 0,0-9 0,0 9 0,0-13 0,0 0 0,-14 0 0,11 0 0,-10 0 0,13 0 0,-14-13 0,11 9 0,-10-9 0,13 13 0,-14 0 0,11-13 0,-10 9 0,13-9 0,0 13 0,-14 0 0,11 0 0,-10 0 0,13 0 0,0 0 0</inkml:trace>
  <inkml:trace contextRef="#ctx0" brushRef="#br0" timeOffset="214388">20907 11232 24575,'0'47'0,"0"-4"0,0-13 0,13 0 0,-9 0 0,9 0 0,-13-13 0,0 9 0,0-9 0,0 13 0,0-14 0,0 11 0,13-24 0,-9 11 0,9-1 0,-26-10 0,9 11 0,-9-14 0,13 0 0,0 0 0</inkml:trace>
  <inkml:trace contextRef="#ctx0" brushRef="#br0" timeOffset="214852">21386 11202 24575,'-30'14'0,"0"-11"0,14 24 0,-11-11 0,11 14 0,-14 0 0,0-13-675,0 9 675,13 4 0,-10 4 0,24 9 0,-10-13 166,13-13-166,0 9 0,0-9 0,0 13 0,13-14 0,-10 11 509,24-24-509,-24 11 0,24-14 0,-24 0 0,24 0 0,-10 0 0,-1 0 0,11-14 0,-24 11 0,10-10 0,-13-1 0,0 11 0,0-10 0</inkml:trace>
  <inkml:trace contextRef="#ctx0" brushRef="#br0" timeOffset="215451">20667 11172 24575,'-16'30'0,"-11"-13"0,24 10 0,-24-11 0,24 14 0,-10-13 0,-1 9 0,11-9 0,-10 0 0,13 9 0,0-22 0,0 22 0,0-22 0,0 22 0,0-22 0,0 22 0,0-22 0,13 22 0,-10-22 0,11 9 0,-1 0 0,-10-10 0,24 11 0,-24-1 0,11-10 0,-14 11 0,13-1 0,-10-10 0,10 11 0,-13-1 0,14-10 0,-11 11 0,10-14 0,-13 0 0,0 13 0,-13-10 0,10 11 0,-11-14 0,14 13 0,0-10 0,-13 11 0,10-14 0,-10 0 0,13 13 0,-14-10 0,11 11 0,-10-14 0,13 0 0,-14 0 0,11 0 0,-10 0 0,-1-14 0,11 11 0,-10-10 0</inkml:trace>
  <inkml:trace contextRef="#ctx0" brushRef="#br0" timeOffset="217878">21296 11562 24575,'30'13'0,"-13"-10"0,-4 11 0,1-14 0,-11 0 0,24 0 0,-24 0 0,24 0 0,-24 0 0,10 0 0,-13 0 0,0 0 0,0 0 0</inkml:trace>
  <inkml:trace contextRef="#ctx0" brushRef="#br0" timeOffset="218571">19350 12041 24575,'16'0'0,"11"0"0,-24 0 0,24 0 0,-11 0 0,14 0 0,14 0-993,-11 0 993,23 0 0,-22 0 0,22 0 0,-9 0-2100,26 0 2100,-10 0 0,11 0-2574,-1 0 2574,3 0 0,1 0 0,-34 0 0,0 0 0,34 0 0,-33 0 0,2 0 0,-1 0 0,0 0 0,31 0 0,-32 6 0,-1 1 0,33-3 0,-31 3 0,0-1 0,0-5 0,0-2 0,0 1 0,0 0 0,0 0 0,0 0 0,0 0 0,0 0 0,0 1 0,-1-2 0,33-12 0,-33 11 0,-1 0 0,20-11 0,-20 13 0,0 0 0,21-13-1255,-5 9 1255,-2-9 120,-24 0-120,11 9 1453,-14-9-1453,-1 13 2629,-12-13-2629,-4 9 1644,-13-9-1644,0 13 809,-13 0-809,-4-13 66,-12 10 1,-1-11 0,0 14 0</inkml:trace>
  <inkml:trace contextRef="#ctx0" brushRef="#br0" timeOffset="219177">18840 10753 24575,'0'43'0,"0"4"0,14 13-2048,-11 13 2048,10-10-1559,-13-20 1,0 1 1558,14 32 0,-13-31 0,1 0 0,4 0 0,1 0 0,1 0 0,-2 0 0,-5 0 0,1 0-971,11 31 971,-5-32 0,-2-1 0,-3 20 0,10 10-1201,-13-26 1201,0 9 212,0-22-212,0 9 2180,13-13-2180,-9 0 0,-4 0 2301,-4-13-2301,-9-4 1631,13-13-1631,-13 0 0,10 0 0,-11 0 0</inkml:trace>
  <inkml:trace contextRef="#ctx0" brushRef="#br0" timeOffset="219807">18721 10543 24575,'29'0'0,"1"-13"0,0 10-2053,14-11 2053,2 14-1488,14 0 1488,0 0-1672,13 0 1672,4 0-1348,-33 0 0,2 0 1348,-2 0 0,2 0 0,5 7 0,1 0 0,0-5 0,2-1 0,6 5 0,0 1-1268,-1 1 1,2-2 1267,5-5 0,1 1 0,-5 4 0,-1 1 0,6 1 0,-1-2 0,-5-5 0,-2 1-755,1 5 0,0-1 755,0-6 0,0 0 0,0 7 0,-1 0 147,-5-6 1,-1 1-148,6 5 0,-2-1 0,-10-5 0,0-2 196,5 1 0,-1 0-196,25 0 0,-32-1 0,-1 2 0,20 13 0,-20-13 0,1 1 0,19 11 1619,10-13-1619,-13 0 0,0 0 0,0 0 0,0 0 0,0 0 0,0 0 0,-1 0 2097,-12 0-2097,10 0 1090,-24 0-1090,10 0 2053,-13 0-2053,0-13 0,0 10 1979,0-11-1979,-13 14 1418,9 0-1418,-22 0 722,22 0-722,-23 0 289,24 0-289,-24 0 0,11 0 0,-14 0 0,0 0 0,0 14 0,-14-11 0,11 24 0,-10-24 0,13 23 0,0-9 0,0 13 0,0 0 0,-13 13 0,9 4 0,-9 13-2443,13 0 2443,0 13 0,-13-10 0,11-20 0,0 1-1468,-11 0 1,0 2 1467,10 0 0,2 1 0,-5 4 0,-1 1 0,0-7 0,1 0 0,4 0 0,0 0 0,-5 0 0,1-1-1668,6 33 1668,0-4 0,-13-13 0,9 0 0,-9 0-717,13-13 717,-13-4 1409,9-13-1409,-22 0 0,22 0 0,-9 0 0</inkml:trace>
  <inkml:trace contextRef="#ctx0" brushRef="#br0" timeOffset="220373">18661 12071 24575,'55'0'0,"-1"0"0,-2 0 0,-4 0 0,26 0-6811,2-13 6811,-25 12 0,1-2-1148,1-9 1,1-2 1147,5 5 0,2 1 0,-2 0 0,1-1 0,0-4 0,0 0-747,7 5 0,-1-1 747,-4-6 0,-1 0 0,0 7 0,-2 0-956,0-7 1,-1 3 955,-11 10 0,-1 1 110,6-6 1,-1 0-111,-5 7 0,-2 0 282,32 0 1,-2 0-1,-14 0 1</inkml:trace>
  <inkml:trace contextRef="#ctx0" brushRef="#br0" timeOffset="337480">22255 11232 24575,'0'-16'0,"0"2"0,13 14 0,-9-13 0,22 10 0,-9-11 0,-1 1 0,11 10 0,-10-11 0,13 14 0,0 0 0,0 0 0,13 0 0,-10 0 0,10 0 0,-13-13-586,14 10 586,-11-10 0,10 13 0,-13 0 0,0 0 0,0 0 0,0 0 0,0 0 0,0 0 0,0 0 0,0 0 0,-14 0 0,11 0 0,-24 13 0,24-10 586,-24 10-586,24 1 0,-24 2 0,11 14 0,-14 0 0,13 27 0,-10-7-2018,11 23 2018,-28-13 0,11 0 0,-10 0 0,13 0 0,-14 0-2227,11 13 2227,-10-10 0,13 10 0,-14-13-1600,11 0 1600,-10 0 0,13 0-1051,0-14 1051,0 11 0,0-24 0,0 24 949,0-24-949,0 10 0,0 1 0,0-24 1994,0 20-1994,0-24 1806,0 14-1806,0-13 1418,0 9-1418,0-22 729,0 22-729,13-22 0,-10 9 0,11-13 0,-14 0 0,0 0 0,-14-13 0,11 9 0,-10-22 0,-1 22 0,11-9 0,-24 0 0,24 10 0,-10-11 0</inkml:trace>
  <inkml:trace contextRef="#ctx0" brushRef="#br0" timeOffset="337730">22794 12371 24575,'30'33'0,"0"7"0,-13-24 0,9 14 0,-9-13 0,0 10 0,9-24 0,-9 24 0,-1-24 0,11 10 0,-10-13 0,13 0 0,0 0 0,0-13 0,0-4 0,-1 1 0,1-11 0,0 10 0,-13 1 0,-4-11 0,-13 24 0,0-11 0</inkml:trace>
  <inkml:trace contextRef="#ctx0" brushRef="#br0" timeOffset="339348">21596 13059 24575,'0'17'0,"0"-4"0,0 1 0,0 2 0,13 14 0,-9 0 0,9 0 0,-13 0 0,0 0 0,0 13-564,13-9 564,-9 9 0,9 0 0,-13-10 0,0 24 0,13-24 0,-9 11 0,9-14 0,-13 13 0,0-10 0,0 10 0,0-26 0,0 10 0,0-11 0,-13 1 0,9 10 0,-9-24 564,13 23-564,0-22 0,0 9 0,0-13 0,0 0 0,-13 0 0,9 0 0,-9 0 0,0 0 0,9 0 0,-9-13 0,0 9 0,-4-9 0</inkml:trace>
  <inkml:trace contextRef="#ctx0" brushRef="#br0" timeOffset="339628">21476 13000 24575,'47'16'0,"-4"-16"0,0-3-2908,4-10 2908,13 13 0,0-14-1577,0 11 1577,0-24 0,-1 24 0,1-24 0,-13 24-400,10-24 400,-11 11 0,1-1-533,-4-10 533,-13 24 0,0-23 1199,0 22-1199,-14-22 1868,11 22-1868,-24-9 1651,11 13-1651,-28 0 0,11 13 0,-10 4 0</inkml:trace>
  <inkml:trace contextRef="#ctx0" brushRef="#br0" timeOffset="340122">21536 13509 24575,'-17'0'0,"4"0"0,13 0 0,0 0 0,13 0 0,-9 0 0,9 0 0,-13 0 0,0 0 0,0-14 0,0 11 0,0-10 0,0 13 0,0 0 0,13-14 0,-9 11 0,9-10 0,-13 13 0,13-13 0,-9 9 0,9-9 0,-13 13 0,0 0 0,13 0 0,-9-13 0,9 9 0,-13-9 0,0 13 0,13 0 0,-9 0 0,22 0 0,-22 0 0,22 0 0,-23 0 0,24 0 0,-10 0 0,13-13 0,-14 9 0,11-9 0,-10 13 0,-1 0 0,11 0 0,-24 0 0,11 0 0,-14 0 0,0 0 0,13 0 0,-23 13 0,20-9 0,-23 9 0,13 0 0,-14-9 0,11 9 0,-10-13 0,13 0 0</inkml:trace>
  <inkml:trace contextRef="#ctx0" brushRef="#br0" timeOffset="340531">21836 13569 24575,'-9'46'0,"1"1"0,-5 26 0,13-30-1388,0 1 1388,0-11 0,0 10 0,13-13 452,-10-13-452,24 9 230,-24-22-230,24 22 0,-10-22 0,12-4 0,1-4 0,0-22 706,-13 22-706,10-22 0,-11 9 0,14-13 0,-13 0-696,10-13 696,-24 10 0,10-11 0,-13 14-3,0 0 3,0 0 0,-13 1 0,10-1 0,-11 13 0,1-10 0,10 11 0,-11-1 695,1 4-695,10 13 4,-24 0-4,24 0 0,-11 13 0,14-10 0,0 11 0,0-1 0,0 4 0</inkml:trace>
  <inkml:trace contextRef="#ctx0" brushRef="#br0" timeOffset="340873">22495 13509 24575,'0'46'0,"0"-2"0,0-14 0,0-1 0,0 1 0,0 0 0,-14 0 0,11 0 0,-10 0 0,13-13 0,0 10 0,0-24 0,0 10 0,0-13 0,-14 0 0,11 0 0,-10 0 0,13-13 0,0 10 0,0-24 0,0 10 0,0-13 0,0 0 0,0 0 0,0 0 0,0 0 0,13 1 0,-10-1 0,11-14 0,-1 11 0,-10 3 0,24 3 0,-24 11 0,24-14 0,-24 13 0,24-9 0,-24 22 0,24-22 0,-24 22 0,10-9 0,1 13 0,-11 0 0,24 13 0,-24-9 0,10 9 0,1-13 0,-11 0 0,10 0 0</inkml:trace>
  <inkml:trace contextRef="#ctx0" brushRef="#br0" timeOffset="341102">22854 13119 24575,'0'47'0,"0"10"0,0-24-2463,0 23 2463,0-9 0,0 0 0,0 9 0,13-9 0,-9-1 0,9 11 0,0-24 0,-9 24 0,9-24 311,-13 10-311,13-13 516,-9-13-516,9 10 0,-13-11 0,0 1 1247,0-4-1247,0 0 0,0-9 0,0 9 0</inkml:trace>
  <inkml:trace contextRef="#ctx0" brushRef="#br0" timeOffset="341531">23273 13748 24575,'0'47'0,"-13"-17"0,10-3 0,-11-24 0,14 23 0,0-22 0,0 9 0,0 0 0,0-9 0,0 9 0,0-26 0,0 9 0,0-9 0,0 0 0,0 9 0,0-22 0,0 9 0,0-13 0,0 0 0,14 0 0,-11 0 0,10 0-581,1-13 581,-11 10 0,10 3 0,1 3 0,-11 11 0,10-14 0,1 13 0,-11-10 0,10 24 581,1-10-581,-11 13 0,10 0 0,-13 13 0,0-10 0,0 11 0</inkml:trace>
  <inkml:trace contextRef="#ctx0" brushRef="#br0" timeOffset="342102">22525 13658 24575,'29'-16'0,"1"3"0,0 13-1128,14-14 1128,-11 11 0,10-24 0,-13 24 0,13-24 0,-9 24 0,9-24 0,-13 24 369,0-10-369,-13-1 187,9 11-187,-23-10 0,24 13 0,-24 0 572,11 0-572,-14 13 0,0-10 0,0 11 0,0-1 0,0 4 0</inkml:trace>
  <inkml:trace contextRef="#ctx0" brushRef="#br0" timeOffset="343222">23693 13479 24575,'-30'16'0,"0"11"0,0-10 0,0-1 0,0 11 0,13-10 0,-9 13 0,22-1 0,-22 1 0,22 0 0,-9 0 0,13 0 0,0 0 0,0 0 0,0-13 0,0 9 0,0-9 0,13 0 0,-9-4 0,22 0 0,-22-9 0,22 9 0,-9-26 0,0 9 0,9-9 0,-22 0 0,22-4 0,-9 0 0,-1-9 0,11 9 0,-24-13 0,11 0 0,-14 0 0,13 0 0,-10 0 0,11 0 0,-14 1 0,0-1 0,0 13 0,0-10 0,0 11 0,0-1 0,0-10 0,-14 24 0,11-24 0,-10 24 0,13-10 0,0 13 0,0 0 0,0 13 0,-14-10 0,11 24 0,-10-24 0,13 24 0,0-10 0,0 13 0,0 0 0,0 0 0,13-14 0,-10 11 0,11-11 0,-14 1 0,0 10 0,13-24 0,-10 24 0,11-24 0,-1 10 0,-10-13 0,11 0 0,-1 0 0,-10-13 0,24 10 0,-10-11 0,-1 1 0,11-4 0,-24 1 0,24-11 0,-24 24 0,10-24 0,1 11 0,-11-1 0,24-10 0,-24 11 0,10-14 0,-13 0 0,0 0 0,0 0 0,0 13 0,14-9 0,-11 9 0,10 0 0,-13 4 0,0 13 0,0 0 0,0 13 0,-13 4 0,10 13 0,-11 0 0,14 0-517,0 13 517,0-10 0,0 11 0,0-1 0,0-10 0,0 10 0,0 1 0,0-24 0,0 20 0,0-24 0,0 1 0,0 9 0,0-22 0,0 9 517,0-13-517,14 0 0,-11-13 0,10 9 0,1-22 0,-11 9 0,23-13 0,-22 0 0,22 0 0,-22 0 0,22 0 0,-9 0 0,13 1 0,-13-1 0,9 0 0,-22 13 0,22-10 0,-9 24 0,-1-10 0,11 13 0,-10 0 0,-1 13 0,11 4 0,-24 13 0,24 0 0,-10 0 0,-1-1 0,-2 1-519,-14 14 519,0-11 0,0 10 0,0-13 0,0 0 0,0-13 0,0-4 0</inkml:trace>
  <inkml:trace contextRef="#ctx0" brushRef="#br0" timeOffset="343770">21416 14317 24575,'30'0'0,"0"0"0,0 0-2889,13 0 2889,17 0-2757,17 0 2757,-33 0 0,2 0-920,-2 0 0,2 0 920,11 1 0,2-2 0,-5-5 0,2-1 0,16 5 0,2 1 0,-6-6 0,1 1-1973,12 5 1,1 2 1972,-6-8 0,1 0 0,8 6 0,-7-1 0,5-11 0,-20 11 0,9 3 0,-7 0 0,-15-1 0,0 0 0,18 0 0,9 0 0,-6 0 0,-1-1 0,-3 2-702,0 5 0,-1 1 702,-12-6 0,-2 1-74,0 4 0,-1 2 74,-5-1 0,-2-1 1405,33-3-1405,-4 10 0,-13-13 2947,0 0-2947,-14 0 0,-16 0 3285,-3 0-3285,-24 0 3081,11 0-3081,-28 0 0,11-13 0,-10-3 0</inkml:trace>
  <inkml:trace contextRef="#ctx0" brushRef="#br0" timeOffset="344316">20787 12910 24575,'0'45'0,"0"0"0,0-1 0,0 1 0,-1 6 0,2 2-3533,6 0 1,0 0 3532,-6 0 0,1 1 0,11 4 0,1 0 0,-12-11 0,-1-1-649,5 6 0,1-1 649,0-5 0,-1-2 0,-4 2 0,0-2 189,11 33-189,0-4 0,-9-13 0,9-14-369,0 11 369,-9-37 0,9 20 2812,-13-23-2812,0-1 0,0-16 0,0-16 0</inkml:trace>
  <inkml:trace contextRef="#ctx0" brushRef="#br0" timeOffset="344703">21596 12430 22582,'75'0'0,"0"0"0,6 0 0,1 0-4893,1 0 1,0 0 4892,-23 0 0,0 0 0,0 0-88,0 0 1,0-1 0,0 2 87,0 3 0,-1 2 0,1-2 0,0-3 0,0-1 0,0 2-465,0 6 0,0 2 0,0-1 465,0-3 0,0-1 0,0 0 0,23 3 0,0 1-1020,-1 4 1,-1 1 1019,-6-6 0,0 0 0,0 7 0,0 0 225,0-6 0,-1-1-225,-5 6 0,-1-2 254,-1-10 0,-1 0-254,-5 11 0,-2 0 0,-6-11 0,0 0 638,6 11 1,-1 0-639,-11-10 0,-1-2 0,-1 5 0,0 1 992,-1 0 0,-2-1-992,21-2 0,11 9 0,-14-13 0,0 0 2514,-1 13-2514,-12-9 1223,10 9-1223,-24-13 0,10 13 3002,-13-9-3002,-17 37 0,-8 38 0,-4 21 0,-3 8 0,0-8 0,4-23-1933,5 5 0,-1-1 1933,-5-15 0,-1 15 0,-1 9 0,-1 1 0,-1-4 0,-1-13 0,0-20-674,-13 23 674,-13-4 0,0-13 0,-13-14 0,-4-2 0</inkml:trace>
  <inkml:trace contextRef="#ctx0" brushRef="#br0" timeOffset="346313">24651 14347 24575,'30'0'0,"0"0"0,0 0 0,-13 0 0,9-13 0,-9 10 0,0-11 0,9 14 0,-22 0 0,9 0 0,0-13 0,-10 10 0,11-10 0,-28 13 0,11 0 0,-23 0 0,9 0 0,-13 0 0,0 0 0,0 13 0,-13-10 0,-4 24-633,-13-11 0,-13 14 1,-3 0-1</inkml:trace>
  <inkml:trace contextRef="#ctx0" brushRef="#br0" timeOffset="361816">22914 14228 24575,'-17'0'0,"4"13"0,13-10 0,0 11 0,0-14 0,0-14 0,0 11 0,0-10 0,0 13 0,0 0 0,0 13 0,0-10 0,0 11 0,0-14 0,-13 0 0,9 0 0,-9 0 0,13 0 0,0 0 0,0 13 0,0-10 0,0 11 0,-13-1 0,23-10 0,-20 24 0,23-24 0,-13 24 0,-13-11 0,9 14 0,-9 0 0,0 0 0,9 0 0,-9 0 0,0 13 0,9-9-744,-9 9 744,13 0 0,-13-10 0,10 24 0,-11-24 0,1 24 0,10-24 0,-24 24 0,24-24 0,-11 10 0,1 1 0,10-11 0,-11 10 0,1-13-104,10 0 104,-11 0 0,1 0 0,10 0 0,-11 0 0,14 0 0,-13 0 0,10 0 0,-11 0 0,14 0 0,0 0 0,-13 0 0,10-1 0,-10 1 0,13-13 0,0 10 0,0-11 739,-14 1-739,11-4 109,-10-13-109,13 14 0,0-11 0,0 10 0,0-13 0,0 0 0,0-13 0,0 10 0,0-11 0,0 14 0,0 0 0,0-13 0,0-4 0</inkml:trace>
  <inkml:trace contextRef="#ctx0" brushRef="#br0" timeOffset="363708">22315 15186 24575,'-17'-13'0,"4"9"0,13-9 0,0 13 0,0-13 0,0 9 0,0-9 0,0 13 0,0-13 0,0 10 0,0-11 0,0 1 0,0 10 0,0-11 0,0 14 0,0 0 0,0-13 0,0 10 0,0-11 0,0 14 0,0 0 0,0-13 0,0 10 0,0-11 0,0 14 0,0 0 0,0-13 0,13 10 0,-9-11 0,9 14 0,-13-13 0,0 10 0,0-11 0,0 14 0,0 0 0,0 14 0,0-11 0,0 10 0,0-13 0,0 14 0,13-11 0,-10 10 0,11 1 0,-14-11 0,0 24 0,0-24 0,13 24 0,-10-24 0,11 24 0,-14-11 0,0 1 0,13 9 0,-10-9 0,11 13 0,-14-13 0,13 9 0,-10-9 0,11 0 0,-14 9 0,13-9 0,-10 13 0,11-14 0,-14 11 0,13-24 0,-10 24 0,11-10 0,-14-1 0,0 11 0,0-10 0,13 13 0,-10-1 0,11 1 0,-14-13 0,0 10 0,13-11 0,-10 14 0,10 0 0,-13 0 0,0-13 0,0 9 0,14-22 0,-11 22 0,10-22 0,-13 9 0,0 0 0,0-9 0,0 9 0,0-13 0,0 0 0,0-13 0,0 9 0,0-9 0,0 13 0,0 0 0,0-13 0,0 9 0,0-9 0,0 13 0,0 0 0,-13-13 0,10 9 0,-11-9 0,14 13 0,0 0 0,0-13 0,0 10 0,0-11 0,0 14 0,0 0 0,-13 0 0,10 0 0,-10-13 0,13 10 0,0-11 0,0 14 0,0 0 0,-14 0 0,11 0 0,-10 0 0,13 0 0,0 0 0,-14 0 0,11 0 0,-10 0 0,13 0 0,-14 0 0,11 0 0,-10 0 0,13 0 0,0 0 0,0-13 0,0 10 0,13-24 0,-10 10 0,24 1 0,-24-11 0,24 10 0,-24-13 0,24 1 0,-11-1-1077,14 0 1077,0-14 0,0 11 0,0-10 0,0 13-534,0 13 534,0-9 0,0 9 0,0-13-142,-13 13 142,9-9 0,-22 22 0,22-22 1039,-22 22-1039,9-9 560,-13 13-560,13 0 154,-9 0-154,9-13 0,-13 9 0,0 4 0,0 4 0,0 9 0,0-13 0,0 0 0,-13 13 0,9-9 0,-22 22 0,22-9 0,-22 13 0,9 0 0,-13-13 0,0 23 0,0-21-866,0 25 866,0-14 0,14 0 0,-11 0 0,10 0 0,-13 0-125,14-1 125,-11-12 0,24 10 0,-11-24 0,1 24 0,10-24 861,-10 10-861,13-13 130,0 0-130,13-13 0,-10 10 0,24-24 0,-24 10 0,24-13 0,-11 1 0,1-1 0,10 0-651,-11 0 651,14 0 0,0 0 0,-13 0 0,9 0 0,-9 13 0,13-9 0,-13 9 0,9-13 0,-22 13 0,9-9 0,0 22 0,-9-9 0,9 0 0,-13 9 651,0-9-651,0 26 0,-13-9 0,9 22 0,-22-9 0,22 13 0,-22 0 0,9 0-1350,-26 13 1350,10-10 0,-11 24 0,14-24 0,0 24 0,0-24 0,0 10-605,14-13 605,-11 0 0,24 0 0,-24-13 0,24 10 0,-10-24 1307,13 10-1307,0-13 648,0 0-648,0-13 0,13 10 0,-10-24 0,24 10 0,-24-13 0,24 0 0,-11 0-781,14-13 781,-13 10 0,10-10 0,-11 13 0,14 0 0,-13 0 0,10 0 0,-24 0 0,10 13 0,0-9 0,-9 22 0,9-9 0,-13 13 781,-13 0-781,9 13 0,-22-9 0,23 22 0,-24-9 0,24 13 0,-24-14 0,10-2 0</inkml:trace>
  <inkml:trace contextRef="#ctx0" brushRef="#br0" timeOffset="412253">18900 16264 24575,'0'44'0,"0"-11"0,0 24-3276,0-11 3276,0 14-1772,0 13 1772,0-10-690,-1-20 1,2 1 689,13 33 0,-11-1 0,4-32 0,-1-1 0,-6 20-938,-1-20 0,2 0 938,13 21-56,-11 9 56,10-27 0,-13 11 1096,13-24-1096,-9 11 2194,9-14-2194,-13-1 2375,13-12-2375,-9 10 1709,9-24-1709,-26 10 766,9-13-766,-9-13 0,13 10 0,0-11 0</inkml:trace>
  <inkml:trace contextRef="#ctx0" brushRef="#br0" timeOffset="412548">18571 16234 24575,'30'14'0,"0"-11"0,13 10-2863,4-13 2863,12 0 0,1 0-2501,14 0 2501,2-13-852,-31 12 0,0-1 852,0-12 0,0 1 0,-1 11 0,2 1 0,5-5 0,1-2 0,-5 1 0,-1 1-430,-1 5 0,0-1 430,-1-5 0,-2 1 0,22 6-532,9-14 532,-13 11 0,-14-10 1622,-2 13-1622,-14 0 0,0 0 2946,-14-14-2946,-3 11 1136,-13-10-1136,0 26 0,-13-10 0,-3 11 0</inkml:trace>
  <inkml:trace contextRef="#ctx0" brushRef="#br0" timeOffset="413139">19769 17612 24575,'0'-30'0,"0"0"0,0 0 0,0 0 0,0-13-1321,0 10 1321,0-24 0,0 24 0,13-10 0,-9 0 0,9 9 322,-13 4-322,0 4 0,0 9 0,0 0 0,0 4 0,0 0 999,0 9-999,0-9 0,13 13 0,-10 0 0,11 0 0</inkml:trace>
  <inkml:trace contextRef="#ctx0" brushRef="#br0" timeOffset="413566">18840 16893 24575,'47'30'0,"-4"-13"0,-13-4-1062,13-13 1062,-9 0 0,22 0 0,-22 0 0,9 0 0,0-13 0,-10 10 0,11-11 0,-1 1 0,-10 10 0,10-24 348,-26 24-348,10-11 176,-24 14-176,24-13 0,-24 10 0,10-11 538,-26 28-538,10-11 0,-24 10 0,10 1 0,-26-11 0,-3 10 0</inkml:trace>
  <inkml:trace contextRef="#ctx0" brushRef="#br0" timeOffset="415004">19709 17283 24575,'-30'0'0,"13"0"0,-9 0 0,9 0 0,0 0 0,-9 13 0,9-10 0,1 11 0,-11-14 0,10 13 0,1-10 0,-11 11 0,10-1 0,1-10 0,-11 24 0,24-24 0,-24 24 0,24-24 0,-24 24 0,24-10 0,-10 12 0,13 1 0,0 0-491,0 14 491,0-11 0,13 10 0,-10 0 0,24-9 0,-11 9 0,1-13 0,10-13 0,-11 9 0,14-22 0,0 9 0,0-13 0,14 0 0,-11-13 0,10-4-481,-13-13 481,-13 0 0,9 0 0,-9 0 0,0 0 0,-4-13 0,-13 10 0,0-11 0,0 14 0,-13 0 0,9 0 0,-22 1 0,22-1 479,-22 0-479,22 13 0,-22 4 0,22 13 0,-9 0 0,0 0 493,9 0-493,-9 0 0,13 0 0,0 0 0,0 13 0,0-10 0,0 11 0,0-14 0,13 13 0,4 4 0</inkml:trace>
  <inkml:trace contextRef="#ctx0" brushRef="#br0" timeOffset="415377">20218 17373 24575,'0'46'0,"13"-2"0,-9-1 0,9-10 0,-13 10 0,0-13 0,0 0 0,0 0 0,13 0 0,-9 0 0,9-13 0,-13 9 0,0-22 0,0 9 0,0-13 0,0 0 0,-13 0 0,9-13 0,-9-4 0,13-13 0,0 0 0,-13 0 0,9 0-512,-9-13 512,13 10 0,0-11 0,0 1 0,0 10 0,0-10 0,0 13 0,13 0 0,-9 0 0,9 13 0,0-10 0,-9 11 0,22-1 0,-22-9 512,22 22-512,-22-9 0,9 13 0,0 0 0,4 0 0,0 13 0,9-9 0,-22 22 0,9-22 0,0 22 0,-10-9 0,11 13 0</inkml:trace>
  <inkml:trace contextRef="#ctx0" brushRef="#br0" timeOffset="415984">20727 17403 24575,'-16'63'0,"2"7"0,14-37 0,0 10 0,14-13 0,-11 0 0,10 0 0,-13 0 0,0 0 0,0-13 0,0 9 0,0-22 0,0 9 0,0-13 0,0 0 0,0-13 0,0-4 0,0 0 0,0-9 0,0 9 0,14-13 0,-11-13-542,10 10 542,-13-11 0,0 14 0,14-13 0,-11 10 0,10 3 0,1 3 0,-11 11 0,10-14 0,-13 13 0,14-10 542,-11 24-542,10-10 0,-13 13 0,13 0 0,-9 13 0,9-10 0,-13 24 0,13-10 0,-9 13 0,9 0 0,-13 0 0,0-1 0,0 1 0,0 0 0,0 0 0,0 0 0,0 0 0,0-13 0,0 9 0,0-22 0,0 9 0,0 0 0,0-9 0,0 9 0,0-26 0,0 9 0,0-9 0,0 0 0,13-4 0,-9 1 0,9-11 0,-13 10 0,0-13 0,0 0 0,13 0 0,-9 0 0,9 1 0,-13-1 0,13 0 0,-9 0 0,9 0 0,-13 13 0,0-10 0,13 24 0,-9-10 0,9 13 0,0 13 0,-9-10 0,9 24 0,0-24 0,-10 24 0,11-10 0,-1 26 0,-10-10 0,24 10 0,-24-13 0,24 0 0,-24 0 0,24 0 0,-24 0 0,24 0 0,-10-13 0,-1 9 0,11-22 0,-11 9 0,1-13 0,10 0 0,-11 0 0,1-13 0,10 9 0,-11-22 0,14 9 0</inkml:trace>
  <inkml:trace contextRef="#ctx0" brushRef="#br0" timeOffset="416338">21476 17313 24575,'0'30'0,"-13"-14"0,10 11 0,-11-10 0,14 13 0,0 0 0,14-1 0,-11 1 0,10 0 0,-13 0 0,13 0 0,-9-13 0,9 10 0,0-24 0,-9 23 0,9-22 0,0 9 0,-9-13 0,9 0 0,0 0 0,-9-13 0,22 9 0,-22-22 0,9 9 0,-13 1 0,13-11 0,-9 10 0,9-13 0,-13 0 0,0 14 0,0-11 0,0 11 0,0-1 0,0-10 0,0 24 0,0-24 0,0 24 0,0-10 0,0 13 0,0 13 0,13-10 0,-9 24 0,9-24 0,-13 24 0,13-10 0,-10 12 0,24 15 0,-24-24 0,24 20 0,-10-24 0,-1 14 0,11-13 0,-10-4 0,13-13 0,-14 0 0,11 0 0,-11-13 0,1-4 0,-4-13 0,1 0 0,2 0 0</inkml:trace>
  <inkml:trace contextRef="#ctx0" brushRef="#br0" timeOffset="416504">21925 16624 24575,'-13'-17'0,"10"4"0,3 39 0,3-6 0,24 37-1711,-24-24 1711,10 24 0,1-11-1276,-11 14 1276,10 0 0,1 0 0,-11-13 0,24 9 0,-24-9 0,24 13 0,-24-14-959,24-2 959,-24-1 0,24-10-30,-24-3 1,23-3 0,-9-10 0</inkml:trace>
  <inkml:trace contextRef="#ctx0" brushRef="#br0" timeOffset="416862">22435 17193 24575,'-30'30'0,"13"0"0,-10 0 0,24 0 0,-10-14 0,13 11 0,0-10 0,0 13 0,13 0 0,-10-14 0,11 11 0,-1-24 0,-10 10 0,11 1 0,-1-11 0,-10-3 0,24-3 0,-24-11 0,11 1 0,-1 10 0,-10-24 0,11 11 0,-14-14 0,13 0 0,-10 0 0,11 13 0,-14-10 0,0 11 0,0-1 0,0-9 0,0 22 0,0-9 0,0 13 0,0 0 0,0 13 0,13 4 0,-10 13 0,24 0 0,-24 0 0,10 0 0,1 0 0,-11 0 0,10-14 0,1 11 0,-11-11 0,10 1 0,-13-4 0,0-13 0</inkml:trace>
  <inkml:trace contextRef="#ctx0" brushRef="#br0" timeOffset="417362">20967 18211 24575,'0'30'0,"0"0"0,0 0-1123,13 13 1123,-9-9 0,9 9 0,-13 0 0,0-9 0,13 22 0,-9-23 0,9 11 0,-13-14 0,0 0 336,0 0-336,0-1 0,13 1 194,-9-13-194,9 10 0,-13-24 0,0 10 569,0-13-569,0 14 24,0-11-24,0 10 0,0-26 0,-13 10 0,-4-11 0</inkml:trace>
  <inkml:trace contextRef="#ctx0" brushRef="#br0" timeOffset="417620">20638 18241 24575,'29'-13'0,"1"10"0,0-11-1020,14 14 1020,-11 0 0,10 0 0,0-13 0,-9 10 0,22-11 0,-22 14 0,22 0 0,-23 0 0,24 0 0,-24 0 0,11 0 0,-14 0 334,-14 0-334,11 0 42,-24 14 0,24-11 1,-11 10-1</inkml:trace>
  <inkml:trace contextRef="#ctx0" brushRef="#br0" timeOffset="417958">21356 18930 24575,'0'17'0,"0"-4"0,-13-13 0,10-13 0,-11 10 0,14-24 0,0 10 0,0-13 0,0 0 0,0 0 0,0 0 0,0 0 0,0 1 0,0-1 0,14 0 0,-11 0 0,10 0 0,1 0 0,-11 13 0,24-10 0,-24 24 0,10-23 0,1 22 0,-11-9 0,24 13 0,-24 0 0,10 13 0,-13 4 0</inkml:trace>
  <inkml:trace contextRef="#ctx0" brushRef="#br0" timeOffset="418391">21746 18421 24575,'-30'0'0,"13"0"0,-9 0 0,22 13 0,-22 4 0,9 0 0,0 9 0,4-9 0,0 13 0,9 0 0,-9 0 0,13 0 0,0 0 0,0 0 0,0-14 0,0 11 0,13-24 0,-9 24 0,9-24 0,0 24 0,-9-24 0,9 10 0,0-13 0,-9 0 0,22-13 0,-22 10 0,9-24 0,0 24 0,-10-24 0,11 24 0,-1-24 0,-10 11 0,11-1 0,-14-10 0,0 11 0,0-14 0,0 13 0,0-10 0,0 11 0,0-1 0,0-9 0,0 22 0,0-9 0,0 13 0,0 0 0,0 13 0,0 4 0,0-1 0,0 11 0,0-10 0,13-1 0,-10 11 0,24-10 0,-24-1 0,24-2 0,-24-1 0,24-10 0,-10 11 0,-1-28 0,11 11 0,-11-10 0</inkml:trace>
  <inkml:trace contextRef="#ctx0" brushRef="#br0" timeOffset="418691">22015 18750 24575,'0'17'0,"0"-4"0,-13-26 0,10 10 0,-11-24 0,14 11 0,0-14 0,0 13 0,0-10 0,0 11 0,14-14 0,-11 0 0,10 0 0,-13 0 0,0 0 0,0 0 0,14 13 0,-11-9 0,10 22 0,-13-22 0,14 22 0,-11-9 0,10 13 0,1 0 0,-11 0 0,10 0 0,1 13 0,-11-9 0,23 22 0,-22-9 0,9 0 0,0 9 0,-9-9 0,22 13 0,-22-14 0,22 11 0,-22-24 0,9 11 0</inkml:trace>
  <inkml:trace contextRef="#ctx0" brushRef="#br0" timeOffset="418990">22495 18211 24575,'-30'0'0,"0"14"0,13-11 0,-10 24 0,11-24 0,-1 24 0,4-24 0,13 23 0,0-9 0,0 0 0,0 9 0,0-22 0,13 22 0,-10-9 0,24 0 0,-24 9 0,11-22 0,-1 22 0,-10-22 0,11 22 0,-14-23 0,0 11 0,0-1 0,0-10 0,0 24 0,0-24 0,0 11 0,0-14 0,0 13 0,0-10 0,-14 11 0,11-14 0,-10 0 0,-1 0 0,11 0 0,-10 0 0,-1 0 0,11 0 0,-10 0 0,13 0 0,0 0 0,0-14 0,13 11 0,4-10 0</inkml:trace>
  <inkml:trace contextRef="#ctx0" brushRef="#br0" timeOffset="419236">22734 17702 24575,'0'30'0,"0"0"0,0 13-2043,0-9 2043,0 22 0,0-9-1479,0 13 1479,0 0 0,14-1 0,-11 1 0,10 0 0,-13 0 0,13 0 0,-9-13 0,22 9 92,-22-22-92,9 9-305,0-13 305,-9 0 904,9-14-904,-13 11 1642,0-24-1642,0 11 205,0-14 1,0 0 0,0 0 0</inkml:trace>
  <inkml:trace contextRef="#ctx0" brushRef="#br0" timeOffset="419614">23004 18301 24575,'-14'30'0,"11"0"0,-10 0 0,13 0 0,0 0 0,0 0 0,0-13 0,0 9 0,0-23 0,0 24 0,13-24 0,-10 11 0,11-14 0,-1 0 0,-10 0 0,11-14 0,-1 11 0,-10-10 0,24-1 0,-24 11 0,11-23 0,-1 9 0,-10 0 0,11 4 0,-14 0 0,0 9 0,0-9 0,0 13 0,0 0 0,13 0 0,-10 13 0,11-9 0,-14 9 0,13 0 0,-10-9 0,10 22 0,1-9 0,-11-1 0,24 11 0,-24-24 0,24 11 0,-24-1 0,10-10 0,1 11 0,-11-14 0,24 0 0,-24-14 0,10 11 0,-13-24 0,14 11 0,-11-14 0,10 0 0,-13 0 0</inkml:trace>
  <inkml:trace contextRef="#ctx0" brushRef="#br0" timeOffset="419802">23333 17792 24575,'0'30'0,"0"-13"0,14 23 0,-11-21-1118,10 38 1118,-13-24-1272,0 24 1272,14-10 0,-11 12 0,23-12 0,-22 10 0,9-24 0,0 23 0,-9-22 570,9-4-570,-13-4 0,13-9 0,-9 0 531,9-4-531,-26-13 1289,9 0-1289,-9 0 0,13-13 0,0-4 0</inkml:trace>
  <inkml:trace contextRef="#ctx0" brushRef="#br0" timeOffset="420206">23483 18062 24575,'17'0'0,"9"0"0,-22 0 0,22 0 0,-22 0 0,22 0 0,-22 13 0,9-10 0,-13 11 0,13-1 0,-10-10 0,11 24 0,-14-11 0,0 1 0,0 10 0,0-11 0,0 14 0,13 0 0,-10 0 0,11-13 0,-14 9 0,0-9 0,0 0 0,0 9 0,13-22 0,-10 9 0,11 0 0,-14-9 0,0 9 0,0-13 0,0-13 0,13 9 0,-10-9 0,11 0 0,-14 9 0,0-22 0,0 9 0,13 0 0,-10-9 0,11 9 0,-14-13 0,0 0 0,0 0 0,0 0 0,0 0 0,0 14 0,-14-11 0,11 24 0,-10-24 0,13 24 0,0-10 0,0-1 0,-14 11 0,11-10 0,-10 13 0,13 0 0,0 0 0,0-14 0,13 11 0,-10-10 0,11 13 0,-14 0 0,0 0 0,13 0 0,-10 0 0,11 0 0,-14 0 0,0 0 0</inkml:trace>
  <inkml:trace contextRef="#ctx0" brushRef="#br0" timeOffset="420606">24082 18002 24575,'0'16'0,"0"11"0,0-10 0,0 13 0,0-1 0,0 1 0,0 0 0,0-13 0,0 10 0,0-11 0,0 14 0,0-13 0,0-4 0,-13 0 0,9-9 0,-9 9 0,13-13 0,0-13 0,0 9 0,0-9 0,-13 0 0,9 10 0,-9-24 0,13 10 0,0-13 0,0 0 0,13 14 0,-9-11 0,9 10 0,0-12 0,-9 12 0,22-10 0,-9 24 0,0-24 0,9 11 0,-9-1 0,13 4 0,-13 13 0,9 0 0,-23 0 0,24 0 0,-24 0 0,11 0 0,-14 13 0,0 4 0,0 13 0,-14-14 0,-2-2 0</inkml:trace>
  <inkml:trace contextRef="#ctx0" brushRef="#br0" timeOffset="420888">23183 19020 24575,'17'0'0,"10"0"0,3 0 0,3-13 0,24 9 0,-24-9 0,23 0-2382,-9-4 2382,13 1-1847,13-11 1847,-10 10 0,11-13 0,-14 0-1071,-14 14 1071,-3-11 0,1 10 0,-11-13 0,10 14 0,-13 3 0</inkml:trace>
  <inkml:trace contextRef="#ctx0" brushRef="#br0" timeOffset="421022">24921 18691 24575,'30'0'0,"-14"0"0,-2 0 0,-14 0 0,0-14 0,0-2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3-09T02:52:45.650"/>
    </inkml:context>
    <inkml:brush xml:id="br0">
      <inkml:brushProperty name="width" value="0.05292" units="cm"/>
      <inkml:brushProperty name="height" value="0.05292" units="cm"/>
      <inkml:brushProperty name="color" value="#FF0000"/>
    </inkml:brush>
  </inkml:definitions>
  <inkml:trace contextRef="#ctx0" brushRef="#br0">14737 2576 24575,'-77'-30'0,"33"16"0,2-2 0,-22-27-3274,22 26 0,-2 0 3274,5-4 0,1-1 0,-38-8 0,32 9 0,1-1 0,-20-11 0,20 4 0,0 1 0,-34-5 0,39 5 0,-1-1 0,-4 13 0,0-1 0,5-11 0,-1-1 0,-5 12 0,-1 1-531,6-6 0,1 1 531,-6 5 0,1 2 0,-20-16 0,27 8 0,-1 1 0,-23 1-38,-13-20 38,23 23 0,-20-13 0,23 0 0,-12 0 0,12 14 0,-10-11 0,11 10 0,-1-13 2019,4 14-2019,13-11 2196,0 24-2196,0-24 0,0 11 0,0-1 2155,14-10-2155,-11 24 0,10-24 0,-13 24 915,14-24-915,-11 24 363,10-24-363,-13 24 0,1-10 0,-1 13 0,0-13 0,0 9 0,0-9 0,0 0 0,0 9 0,0-9 0,0 13 0,0 0 0,0 0 0,0 0 0,0 0 0,0 0 0,0 13 0,0-9 0,0 22 0,0-9 0</inkml:trace>
  <inkml:trace contextRef="#ctx0" brushRef="#br0" timeOffset="1803">11113 1707 24575,'-62'9'0,"0"-1"0,10 0 0,1-3 0,7-4 0,2-2-4542,-35 1 4542,1 0-871,32 0 1,1 0 870,-20 0 0,20 0 0,-1 0 0,-19 0 0,20 0 0,0 0 0,-21 0-362,-9 0 362,13 0 0,-13 0 0,10 0 0,-11 0 0,15 0 0,-15 0 0,11 14 0,-10-11 0,13 10 0,-13-13 0,10 14-1076,20-6 1,-1 0 1075,-33 9 0,33-5 0,-1 2 0,0 1 0,0 0 0,0 1 0,0 2-458,-7 4 0,1-1 458,5-6 0,-1 0 0,-12 6 0,1 1 0,11-6 0,1 1 0,-12 12 0,-1-1 0,6-11 0,0-1-492,0 13 0,-1-1 492,-4-11 0,0-1 0,4 12 0,1 1 0,1-12 0,-2-1 0,-4 6 0,-1-1 0,6-6 0,0 0 0,0 7 0,-1-1 0,-4-4 0,0 0-437,11 5 0,1-1 437,-5-5 0,-1-2 0,0 2 0,0-2 0,6-6 0,-1 1 439,-5 4 0,1 0-439,-25 4 0,32-2 0,1 0 737,-34 1-737,1 11 0,3-24 0,13 24 0,0-24 1554,0 24-1554,0-24 0,0 11 1733,14-14-1733,-11 13 0,24-10 0,-24 11 0,24-14 0,-24 0 0,24 13 0,-24-10 0,24 11 0,-23-14 0,22 0 0,-22 0 0,22 13 0,-22-10 0,9 10 0,1 1 0,-11-11 451,24 10-451,-10 1 0,-1-11 0,-2 24 0,-1-24 0,-10 10 0,24 1 0,-10-11 0,0 24 0,9-24 0,-9 10 0,0 1 0,10-11 0,-11 24 0,1-24 0,10 10 0,-10 0 0,-1-9 0,11 9 0,-10 0 0,-1-9 0,-2 9 0,-1-13 881,-9 0-881,9 0 0,-13 13 0,0-9 120,0 9-120,0-13 0,1 0 0,-1 0 0,0 0 0,0 13-769,-13-9 769,9 9 0,-9-13 0,13 13 0,0-9 0,-13 9 0,10-13 0,-10 0 0,13 0 0,0 0-471,0 0 471,13 0 0,-9 0 0,9 0 0,-13 0 0,0 0-394,0 13 394,1-9 0,-1 9 0,0 0 0,-13-10 0,9 11 0,21-8 0,0 1 0,-20 10 0,19-10 0,1 2 0,-20 18 0,19-19 0,1 1 0,-20 21 0,-10 0 0,0 0 0,9-1 0,-9 1 0,13 0 0,14 0 0,-11 0 0,24 0 0,-24 0 1252,24 0-1252,-10 0 0,13 0 2042,13 13-2042,-10-9 0,11 22 735,-1-9-735,-9 13-436,22 0 436,-9 13 0,13-10 0,0-20 0,0 1 0,0 19 0,-7-20 0,1 0 0,2 21 0,-3-21 0,1 0 0,6 20 0,1-19 0,-2-1 0,-12 20 0,11-20 0,0 1 0,-11 19 0,12-20 0,2 0 0,-1 21 0,0-21 0,0 0 0,0 20 0,6-19 0,1-1 0,-3 20 0,8-20 0,2 1 0,3 19 0,-10-20 0,3 0 0,16 21 0,-18-21 0,1 0 0,21 20 0,-15-19 0,0-1 0,15 20 0,0 10 0,0-13 0,0 0 0,13 0 0,-10 0 0,24 0 0,-24 0 0,23-14 0,-9 11 0,13-10 0,0 13 0,0-14 0,0 11-2582,13-24 2582,-10 24-1404,-20-41 1,1 1 1403,-6 11 0,0 0 0,6-10 0,2-2-822,-1 6 0,0-1 822,0-6 0,0 0 0,0 6 0,0 1 0,0-5 0,0-1 0,-7 6 0,0 0-164,5-7 1,1 0 163,32 15 0,-31-15 0,0 0 0,1-1 0,-2 2 0,-6 5 0,0 1 0,6-6 0,-1 1 0,20 26 0,-20-27 0,1-2 0,19 16 0,-26-8 0,-1 0 0,24 11 427,0 10-427,0-13 0,0 13 0,0-9 0,0 9 0,-1 0 0,1-10 274,-23-12 0,0 2-274,26 20 0,10-10 0,-36-11 0,-1-1 0,28 9 0,-21-8 0,0 0 0,20 11 0,-20-11 0,1-1 0,32 9 0,1 0 0,-34-15 0,0 0 0,34 15 0,-33-15 0,2 0-99,5 0 1,1 0 98,-5 0 0,-1 0 0,6 1 0,-1-2 0,-6-6 0,0 0 0,7 6 0,-1-1 0,-4-5 0,0 1 0,4 5 0,1 2 0,0-1 0,-1 0 0,-4 0 0,-1 0 0,6 0 0,-1 0 0,-6-7 0,0 0 0,7 6 0,-1-1 0,-4-5 0,-1 0 0,13 6 0,-1 2 0,-11-1 0,-1 0-382,12 1 1,1-2 381,-6-5 0,0-1 0,0 5 0,1 1 0,4-6 0,0 0 0,-4 7 0,-1 0 0,0-6 0,0-1 0,5 5 0,1 0 0,-6-4 0,0-1 0,7 0 0,0 1 0,0 4 0,0 0 0,0-4 0,0-1 0,0 0 0,-1 1 0,-5-3 0,-1 1 0,5 0 0,0-1 0,-4-5 0,-1 2 0,6 10 0,2 0 0,-2-10 0,1-2 0,1 5 0,-2 1 0,-5-6 0,-1-2 0,6 1 0,-2 0 0,-10 0 0,-1 0 0,13-1 0,-1 2 120,-11 5 0,-1 1-120,12-5 0,1-1 0,-12 6 0,-1 0-78,5-5 1,1-4 77,-7-5 0,0 0 0,-1 6 0,2-1 0,5-5 0,1 1 0,-6 5 0,1 2 0,5-1 0,-1 0 0,-5 0 0,-2 0 696,33 0-696,-34 1 0,0-2 0,34-12 0,-32 11 0,0 0 0,31-11 0,-32 12 0,-1 2 0,20-1 0,-20-1 0,0 2 0,21 12 0,-21-11 0,0 0 0,20 11 0,11-13 0,-1 0 0,3 0 0,1 0 158,-34 0 1,0 0-159,2 0 0,0 0 0,1 0 0,1 0 0,5 0 0,0 0 0,0 0 0,-1 0 0,-5 0 0,1 0 0,11 1 0,0-2-658,-4-6 1,-1 1 657,6 4 0,2 0-467,5-5 0,1 1 467,-6 5 0,1 2 0,4 0 0,1-2 0,0-6 0,-1 1 0,-4 4 0,-1 0 0,6-5 0,0 1 0,-1 5 0,1 2 0,-6-1 0,1 0 0,4 0 0,1 0 0,0 0 0,-1 0 0,-4 0 0,-1 0 0,6 0 0,-1 0 0,-5 0 0,-2 0 0,1 1 0,0-2-498,0-6 1,0 1 497,0 5 0,0-2 0,0-10 0,-1 0 0,-5 11 0,-1 0 0,5-10 0,0-2 0,-5 5 0,1 1 0,5 0 0,2-1 0,-1-4 0,0 0 0,-1 5 0,1-1 0,0-5 0,0-2-316,7 1 0,-1 0 316,-5 0 0,1 0 0,11 0 0,1 0 0,-6 0 0,0 0-375,0 1 0,1-2 375,11-5 0,-1-1 0,-9 6 0,0-1 0,11-5 0,1 1-313,0 5 0,-1 2 313,-4-1 0,0 0 0,4 0 0,1 0 0,-1-1 0,1 2 0,-6 5 0,1 1 0,-19 0 0,2-2 0,-2 2 0,19 0 0,-1-1 0,6-5 0,-1-2-224,-5 1 0,-2 0 224,-5 0 0,-1 0 378,-3 1 1,3-2-379,-7-2 0,4-2 0,-5 2 0,2 0 0,-1-1 109,0-3 0,3-4 1,-6 4-110,-9 6 0,-5-1 0,9-10 0,-2-3 706,-13 7 0,0 0-706,6 0 0,-1-1 0,20-33 0,-20 35 0,0-2 0,-10-12 0,-2-1 0,-1 5 0,0 0 0,-1-4 0,-2-1 0,-4 0 0,1 1 0,6 5 0,0-1 0,-7-11 0,0-1 0,6 6 0,-1 0 0,-12-7 0,1 0 0,11 6 0,1 1 0,-12-5 0,-1 0 0,6 5 0,-1-1 0,-5-5 0,-2-2 0,1 1 0,0 0 0,1 1 0,-2-1 0,-5 0 0,-1 0 0,6-7 0,-2 1 0,-9 4 0,-2 0 0,6-10 0,-1-2 0,-12 6 0,-1-1 220,7-12 1,-4-1-221,-14 7 0,-4-3 0,7-5 0,1-7 0,-3 5-895,-13-7 1,-3 1 894,5 5 0,-1-4 0,-1 5-329,-7-7 0,-3 4 329,8 19 0,-3-1 0,-1 1-382,1 3 1,0 0-1,-1 0 382,-3-8 0,-1-1 0,-1 2-176,-2 6 1,-1 2 0,-2-1 175,-3-3 0,-1-1 0,-1 1 0,1 3 0,0 1 0,-3 1 0,-9-1 0,-2 0 0,0 1 0,8 2 0,1 2 0,-3 0 0,-9 0 0,-3 0 0,0 2 0,5 2 0,0 1 0,-1 1 0,-3 3 0,-1 1 0,-1 0 0,1 0 0,1 0 0,-1 2 0,0 1 0,0 2 0,0 2 0,0 1 0,0 2 0,0 0 0,0 0 0,1-1 0,-1 4 0,0 4 0,0 4 0,0-1 0,0 0 0,0-1 0,0 4 0,0 5 0,0 3 0,1-1 0,3-4 0,1-2 0,-1 4 0,-2 4 0,-2 4 0,2-2 0,2-4 0,1 1 0,-1-1 0</inkml:trace>
  <inkml:trace contextRef="#ctx0" brushRef="#br0" timeOffset="4495">12640 9825 24575,'-60'-14'0,"0"-2"0,-13-14-7050,-3 0 7050,25 21 0,-2 1 0,7-5 0,-1-1 0,-17 6 0,-2 0 0,12-7 0,-1 0 0,-18 0 0,-1 0-1868,6 0 1,0 0 1867,-13-1 0,-1 2-940,-1 5 1,-1 1 939,25 0 0,-1-2 0,-1 2-863,2 2 0,-1 1 0,0-1 863,-4-3 0,-1-2 0,1 1-304,3 4 1,0 1 0,0-1 303,-8-2 0,0-2 0,0 2-74,8 2 1,1 0-1,-2 1 74,-6 0 0,-2 0 0,2-1 0,6-3 0,2-1 0,-1 2 0,-4 2 0,0 1 0,2-1 0,-21-1 0,1-2 0,25 0 0,-2 0 0,2 0 0,-19 1 0,1-1 134,1-4 0,0-4-134,0-4 0,4-1 319,15 6 0,2-1-319,-12-5 0,2 1 539,17 5 0,1 2-539,-6 0 0,1-2 0,5-6 0,2 0 0,-2 6 0,2-1 934,5-5 0,2 1-934,-37-9 0,14 0 0,0-13 0,1 9 0,-1-9 0,0 13 2118,13 0-2118,-9 0 0,9 0 0,-13 0 0,0 0 1547,0 1-1547,0-1 733,-13 0-733,10 0-269,20 14 0,-1 2 269,-32-16 0,31 15 0,0 0 166,1 0 0,-2 0-166,-18 0 0,-2 0 0,16 0 0,1 0-496,-17-1 0,2 2 496,18 6 0,2-1 0,-8-4 0,1 0 0,4 4 0,1 1 0,-6 0 0,0-1 0,0-5 0,1 2 0,5 10 0,-1 0 0,-5-11 0,1 0-142,6 11 1,0 1 141,0-6 0,0 0 0,0 7 0,0 0 0,0-6 0,0-1 0,1 5 0,-1 1 0,-14-6 0,1 0 0,-25 7 0,25-1 0,3 2 0,-9 13 0,21-13 0,0 1 583,-20 11-583,19-12 0,1-2 0,-20 1 0,20 7 0,-1 0 0,-19-4 0,20 10 0,0 0 0,-34-9 0,1 22-473,32-24 0,1 0 473,-20 24 0,19-24 0,1 0 0,-20 24 0,-10-9 0,0 13 0,9 0 0,-9 0 0,0 0 0,10 0 0,-11 0 0,37-9 0,1 1 0,-27 11 0,26-11 0,1 0 0,-24 7 0,-13 1 0,9 0 0,-9 0 0,13 14 0,0-11 0,0 10 0,-13-13 0,10 0 759,-10 0-759,13 0 0,0 13 0,0-10 0,23-11 0,1 0 0,-27 21 0,-11-10 0,15 24 0,-15-24 0,11 24 0,-10-24 0,13 10 0,0-13 0,0 14 0,0-11 0,0 10 0,14-13 0,-11 13 790,11-9-790,-1 9 0,-10-13 0,24 13 0,-23 4 0,22-1 0,-9 11 0,13-24 0,0 24 0,0-11 0,13 14 0,-9 0 0,23 0 0,-24 13 0,24-10 0,-11-20 0,1 1 0,10 32 0,-4-31 0,0 0 0,6 0 0,2 0 0,-1 0 0,0 0 0,0 7 0,0-1 0,0-5 0,0 1 0,0 11 0,0 1 5,0-6 0,0 0-5,-1 7 0,2 0-523,6 0 1,0 0 522,-6 0 0,1 0 0,5 0 0,-1 0 0,-6 0 0,0-1 0,7 1 0,0 0 0,-7 0 0,3 0 0,10 0 0,1 0 0,-13 0 0,1 0 0,11 0 0,0 0 0,-11-1 0,0 1 0,11 0 0,0 0 0,-11 1 0,0-2-491,11-6 0,0 0 491,-11 6 0,0-1 0,11-5 0,0 0 0,-11 7 0,0 0 0,11 1 0,0-2 0,-11-6 0,0 1 0,10 4 0,2 0 0,-5-4 0,-1-1 0,0 0 0,1 0 0,5 6 0,-2-1 40,-10-12 1,-1 1-41,13 4 0,-1 1 0,-11-7 0,-1 0 0,12 6 0,1 1 0,-5-6 0,-1 1 0,-1 5 0,2-1 0,5-6 0,-1 0 0,-11 7 0,-1-1-420,13-4 1,-1-1 419,-10 13 0,-3-1 0,6-11 0,2-1 0,-1 12 0,-1 1 0,-5-12 0,1-1 0,5 5 0,0 1 0,-8 0 0,2-1 811,5-4 0,1-1-811,-6 6 0,1 0 0,4-7 0,1-1 0,7 33 0,-13-34 0,1 0 0,11 34 0,-13 0 0,7-34 0,0 0 0,-4 20 0,4-19 0,-1-1 0,-6 20 0,7-20 0,0 1 0,-4 32 0,4-31 0,-1 0 0,-6 32 0,-1-34 0,2 0 0,13 34 0,-13-20 0,1 2 0,4-10 0,1-1 519,1 4 1,-2-1-520,-3 22 0,10-13-104,1 0 104,-11 0 0,23 0 0,-9-14 0,0 11 1702,9-24-1702,-9 24 0,13-24 544,0 10-544,0-13 0,0 0 0,0 13 0,13-9 0,-10 22 0,11-22 0,-1 22 569,-10-23-569,24 11 0,-24-14 0,24 13 0,-24-10 0,23 10 0,-22-13 662,9 0-662,0-13 0,-9 10 0,22-11 0,-23 14 0,24-13 0,-24 9 0,24-22 0,-24 22 0,24-22 0,-11 9-222,14 0 222,0-9 0,0 9 0,0 0 0,0-9-1091,13 9 1091,-10-13 0,-19 6 0,-1 1 0,20-3 0,-20 3 0,1-1 0,19-6 0,-20 0 0,0 0-781,34 0 781,-32 6 0,0 1 0,31-3 0,-32 3 0,-1-1 0,33-19 0,-31 11 0,0 0 0,0-5 0,0 1 0,0 6 0,0 0 0,-1-7 0,2 1-809,5 4 0,1 0 809,-6-4 0,1-1 0,11 0 0,1 1 0,-13 4 0,1 0-878,17-4 1,2-1 877,-12 0 0,1 1 0,11 4 0,2 0-808,-2-4 0,1-1 808,0 0 0,2 1 0,6 4 0,0 0 0,0-4 0,0-1 0,-1 6 0,1 2 0,6-1 0,2 0 0,-4 0 0,8 0 0,-12 0 0,10 0 0,2 0 0,-8 0-594,-5 0 0,-5 0 1,4 0 593,6 0 0,7 0 0,-1 0 0,-8 0-410,-14 0 1,-5 0-1,0 0 410,6 0 0,1 0 0,-1 0-236,-3 0 1,0 0 0,0 0 235,4 0 0,-1 0 0,0 0 0,-3 1 0,-2-1 0,1-1 0,0-3 0,-1-1 0,2 1 198,1 3 0,2 0 0,3-1-198,-1-3 0,5-2 0,0-1 0,-3 2 0,5 0 0,-3 1 0,3-1 0,-2-1 0,3-1 0,0 0 0,-6 1 0,-5 2 0,-4-1 0,2 1 0,7-4 0,1-1 0,0 2 0,-3 2 0,-1 2 0,0-3 0,1-2 0,-1-1 0,1-1-337,-2 2 1,1 0 0,-1-3 336,-4-1 0,0-3 0,-1 2 0,1 3 0,0 0 0,0 0 0,0-3 0,0-2 0,0 3 0,23-3 0,0 2 0,-24 4 0,1 0 0,-2 0 0,19-4 0,-1-2 87,5-6 0,1 0-87,-6 7 0,-2-3 0,-6-10 0,0 0 191,6 11 1,-2 0-192,-10-11 0,0 0 0,4 11 0,1 0 279,-7-10 1,0-2-280,0 6 0,-1-1 0,-5-4 0,-1-4 0,5-4 0,0-1 0,-4 6 0,-1-1 0,0-4 0,0-1 0,6 1 0,-1-1 0,-11-1 0,-1-1 0,6-6 0,-1 0 392,-5 7 1,-2 0-393,1-6 0,0 1 0,0 5 0,0-1 0,0-5 0,0-1 0,0-1 0,-1 2 0,-5 5 0,-1 1 428,6-5 0,-1 0-428,-11 5 0,-1-1 0,6-5 0,-1-2 0,-5 2 0,-2-2 0,1 2 0,0-1 0,1 0 0,-2 0 403,-6 0 1,0 0-404,7 1 0,-3-2 0,-9-5 0,-3-1 0,7-1 0,-1-1 100,-4-5 0,-4-1-100,-4 0 0,-1 0 0,5 0 0,1 0 0,-5 0 0,-2 0 0,2 0 0,-1 0 0,0 0 0,-3 0 0,-4 0 0,-2 1 174,1 5 1,0 1-175,0-5 0,0 0 0,0 4 0,0 1 0,0 0 0,0 0 0,0-6 0,0 1 0,0 11 0,0 1 0,1-5 0,-2-1 0,-5 0 0,-1 1 189,5 4 1,1 0-190,-5-4 0,-2-1 0,1 7 0,1 0 0,4 1 0,1-1 0,-5 0 0,-2 0 0,1 0 0,1 0 0,4 0 0,1 0 0,-5 0 0,-2 0 562,-5-31-562,11 32 0,1 1 0,-13-33 0,14 31 0,0 0 0,-13-32 0,12 33 0,-1 2 0,-11-22 0,13 21 0,0 0 0,-14-20 0,11-11 0,-10 1 0,-1 10 0,11-10 0,-24 13 1512,24 0-1512,-24 0 0,24 0 0,-10-13 0,-1 10 0,11-11 0,-24 15 0,24-1 926,-24-14-926,11 11 0,-1-10 0,-9 13 0,22 0 1007,-22 0-1007,22 0 0,-22 0 0,22 14 0,-22-11 0,9 11 0,0-14 0,-9 0 0,9 0 0,-13 0 196,0 0-196,0 0 0,0 0 0,0 0 0,-13 0 0,10 1-586,-24-1 586,11 0 0,-14 0 0,0 0 0,0 0 0,24 23 0,-1 1 0,-1 4 0,-1 1-490,-5-6 0,-2 0 490,2 7 0,-2 0 0,2 1 0,-1-1 0,0 0 0,0 0 0,0 0 0,0 0 0,0 0 0,0 0 0,0 0 0,0 0 0,0-1 0,0 2 0,1 5 0,-2 1-515,2 2 1,-1-1 514,-1 0 0,2 1-220,-33-12 220,33 17 0,2 2 523,-22-13-523,-9 24 0,0 3 334,-4 16-334,33-3 0,-1 4-272,0 10 0,0 3 272,-6 0 0,-1 3 0,-8 17 0,0 3 0,14-17 0,1-1 0,-1 1 0</inkml:trace>
  <inkml:trace contextRef="#ctx0" brushRef="#br0" timeOffset="21578">14258 12700 24575,'-17'-13'0,"4"9"0,13-9 0,0 13 0,-14 0 0,11 0 0,-10 0 0,13-13 0,0 9 0,0-9 0,0 13 0,0 0 0,13 0 0,-10 0 0,24 0 0,-10-13 0,13 9 0,13-9 0,3 13-2243,14-13 2243,13 10-2984,4-11 2984,-33 14 0,2 0 0,4-6 0,3-1 0,19-1 0,2-1 0,-9 1 0,0 0-1384,-8 3 0,3 1 1,-4-1 1383,7-2 0,-3 1 0,14 5 0,-1-1 0,-12-12 0,1 1 0,11 11 0,1 1-872,-13-12 1,1-1 871,10 5 0,2 1 0,-5 1 0,-1-2-780,0-5 1,0 1 779,-1 5 0,-1 0 0,-6-7 0,0 0 294,-1-1 1,2 2-295,12-1 0,0 0 0,-16 0 0,-1 0 588,11-1 0,-4 2-588,14-3 0,-4-10 834,-13 24-834,-14-10 3200,-2 13-3200,-14-13 0,0 9 1519,0-9-1519,-14 13 3099,11 0-3099,-24 0 1659,10 0-1659,-13-13 604,0 9-604,14-9 0,-11 13 0,10 0 0,-26 0 0,10 13 0,-11-9 0,1 9 0,10-13 0,-24 0 0,24 13 0,-24-9 0,24 9 0,-24-13 0,24 0 0,-10 0 0</inkml:trace>
  <inkml:trace contextRef="#ctx0" brushRef="#br0" timeOffset="22022">16893 11831 24575,'17'0'0,"-4"0"0,-13 0 0,0 0 0,14 0 0,2 0 0,1 0 0,10 0 0,-11 0 0,14 14 0,0-11 0,0 10-651,13 1 651,-9-11 0,9 24 0,-13-11 0,0 14 0,0 0 0,-14 0 0,11 0 0,-24 13 0,24-9 0,-24 22 0,11-23 0,-14 24-1659,0-10 1659,-14 13 0,11-14 0,-24 11 0,24-11 0,-24 14 0,11-13 0,-1 9 0,-10-22-523,24 9 523,-23-13 0,22 13 0,-22-10 0,22 11 0,-22-14 144,22-14 1,-9 11 0,13-10 0</inkml:trace>
  <inkml:trace contextRef="#ctx0" brushRef="#br0" timeOffset="24764">18301 12910 24575,'0'30'0,"0"-14"0,0 11 0,13-24 0,-9-3 0,9-3 0,-26-10 0,9-1 0,-9-2 0,13-28 0,0 11 0,-13-23-1739,10 9 1739,-11-13 0,14 0 0,-13 0 0,10 0 0,-11 0 0,14 0 0,0 1 0,0-1 0,0 0 0,0-13 0,0 23 0,0-20-392,0 50 392,0-20 0,0 23 0,14 1 0,-11 2 0,10 28 1703,1-11-1703,-11 37 0,23-20-479,-22 36 479,22-22-1427,-9 22 1427,0-9-2087,9 26 2087,-22-10 0,9 10 0,0-13-1182,-9-13 1182,9 10 101,-13-24-101,0 10 949,13-13-949,-9 0 2069,9-13-2069,-13-4 1430,0 0-1430,0-9 763,-13-4-763,9-17 291,-9-13-291,13 0 0,0 0-598,-13-13 598,9 10-1217,-9-24 1217,13 10 0,0 1 0,0-11 0,13 11 0,-9-1 0,9 4 0,-13 13 0,0 0 0,0 0 0,13 13 561,-9-9-561,9 22 1254,0-9-1254,-9 13 0,22 13 0,-9-9 0,-1 22 0,11-22 0,-10 22 0,13-9 0,-14 13 0,11 13 0,-10-10 0,-1 24-1317,11-24 1317,-24 24 0,24-24 0,-24 24 0,24-24 0,-24 24 0,10-24 0,1 23-730,-11-22 730,10 9 0,1-26 0,2-4 0</inkml:trace>
  <inkml:trace contextRef="#ctx0" brushRef="#br0" timeOffset="25179">19230 12281 24575,'-17'0'0,"-10"0"0,24 13 0,-23 4 0,9 13 0,0 0 0,-9-1-814,22 15 814,-9-11 0,0 10 0,9 1 0,-9-11 0,13 23 0,0-22 0,0 9 0,13-13 200,-9-13-200,9 9 0,-13-9 0,13-1 0,-9-2 0,9-14 614,-13 0-614,13 0 0,-9-14 0,9 11 0,0-23 0,-9 9 0,9 0 0,-13-9 0,0 9 0,13-13 0,-10 0 0,11 0 0,-14 0 0,0 0 0,0 14 0,0-11 0,0 24 0,0-11 0,0 14 0,13 14 0,-10-11 0,11 24 0,-1-11 0,-10 14 0,24 0 0,-24 0 0,24 0 0,-10 0 0,-1 0 0,11 0 0,-11 0 0,14-14 0,-13 11 0,10-24 0,-11 11 0,1-14 0,10 0 0,-24-14 0,24-2 0,-24-1 0,24-23 0,-24 20 0,23-23 0,-9 13 0</inkml:trace>
  <inkml:trace contextRef="#ctx0" brushRef="#br0" timeOffset="25389">19469 11951 24575,'-16'0'0,"2"0"0,14 13 0,0-9 0,0 36 0,14-20 0,-11 36-1275,24-22 1275,-24 22 0,24-9-1792,-24 13 1792,24 0 0,-11-1 0,1 1 0,9 0 0,-9-13 0,0 9 0,9-9-868,-9 0 868,0-4-384,-4-13 384,0 0 0,-9 0 1073,9 0-1073,0-14 1773,-9 11-1773,9-24 997,-13 11-997,-13-1 476,9-23-476,-9 20 0,0-23 0,-4 13 0</inkml:trace>
  <inkml:trace contextRef="#ctx0" brushRef="#br0" timeOffset="25578">19409 12550 24575,'30'-16'0,"0"2"0,0 14-1124,14-13 1124,-11 10 0,10-11 0,-13 1 0,0 10 0,0-24 0,0 24 358,0-11-358,0 14 0,0 0 189,-14-13-189,11 10 0,-24-11 0,11 14 570,-14 0-570,0 0 1,13 0 1,-10 0 0,11 0 0</inkml:trace>
  <inkml:trace contextRef="#ctx0" brushRef="#br0" timeOffset="25811">19709 11801 24575,'8'47'0,"1"0"0,5 4 0,-2-3 0,-8 16-2960,8-22 1,2 2 2959,3 33 0,-10-32 0,2 0 0,18 31 0,-19-32 0,1-1 0,21 20-805,-14 10 805,11-13 0,-10 0 0,13 0 1036,-14-14-1036,11 11 0,-11-24 0,1 11 0,10-28 0,-11-2 0</inkml:trace>
  <inkml:trace contextRef="#ctx0" brushRef="#br0" timeOffset="26220">20398 12580 24575,'-33'47'0,"-7"-4"0,23-13 0,0 0 0,4 0 0,0 0 0,9 0 0,-9 0 0,13 0 0,0 0 0,0 0 0,13 0 0,-9-14 0,9 11 0,-13-24 0,0 10 0,13-13 0,-9 0 0,9 0 0,0 0 0,-9-13 0,9 10 0,0-24 0,-9 11 0,9-14 0,0 0 0,-9 0 0,9 0 0,-13 13 0,0-9 0,0 22 0,0-22 0,0 36 0,0-20 0,0 36 0,0-9 0,0 13 0,13 0 0,-9 0 0,22 0 0,-23 0 0,24-14 0,-24 11 0,24-24 0,-10 24 0,-1-24 0,11 10 0,-10-13 0,-1-13 0,-2 10 0,-1-24 0,-10 11 0,11-14 0,-1-14 0,-10 11 0,10-10 0</inkml:trace>
  <inkml:trace contextRef="#ctx0" brushRef="#br0" timeOffset="26585">20548 12221 24575,'-14'-63'0,"11"6"0,-10 27 0,-1 0 0,11 13 0,-10 4 0,13 13 0,0 0 0,0 13 0,0 17 0,13 4-1348,-10 22 1348,11-9-1702,-1 13 1702,-10 0 0,24 13 0,-24-10 0,24 10 0,-24-26 0,24 9 0,-24-22 0,24 22-290,-24-36 290,10 20 0,1-23 0,-11 0 1207,10 9-1207,-13-23 1792,0 11-1792,0-28 341,0 11-341,0-10 0,0 0 0,-13-4 0,10 0 0,3-9 0,3 9 0,10-13 0,-13 0 0,0 0 0,14 0 0,-11 14 0,24-11 0,-11 10 0,1-13 0,10 0 0,-11 14 0,14-11 0,0 24 0,-13-11 0,9 14 0,-9 14 0,13-11 0,-13 24 0,9-11 0,-22 14 0,9 0 0,-13 0 0,-13 13 0,9 4-1547,-22 0 1547,9 9 0,-13-22 0,0 22 0,0-9 0,0-1 0,0 11 0,0-24 0,0 10-601,0-26 601,0 10 0,0-11 0,14 1 0,-11-4 0,24-13 0,-10 0 0</inkml:trace>
  <inkml:trace contextRef="#ctx0" brushRef="#br0" timeOffset="27670">18301 13868 24575,'32'62'0,"-1"-1"0,-1-8 0,-3-3 0,-11-5 0,-2-3-5052,16 21 5052,-15-20 0,0 1-1845,15 32 1845,-15-31 0,0 0 0,15 32 0,-15-34 0,0 0-101,1 20 101,11 11 0,-24-28 0,11 11-541,-1-24 541,-10 10 1969,11-26-1969,-14 10 2698,0-24-2698,0 10 2050,-14-13-2050,11-13 822,-24 10-822,11-24 0,-14 10 0,0-26-1610,0 10 1610,0-24 0,0 11-1996,0-14 1996,0 0 0,0 0 0,0 0-2303,0-13 2303,0 10 0,13-11-1537,4 15 1537,13-1 0,0 0 0,0 0 0,0 0 365,13 13-365,-9 4 0,22 13 1370,-9 0-1370,13 13 0,0-9 2335,-13 23-2335,9-11 2017,-9 14-2017,13 0 1065,0 0-1065,-14 0 294,11 14-294,-24-11 0,24 23 0,-24-9 0,11 26 0,-28-9-1415,11 22 1415,-24-9 0,24 13 0,-24-14 0,11 11 0,-14 16 0,0-20 0,13 17 0,4-26 0,0-25 0,9 21 0,-9-23 0,13 0 0,0-4 0,0-13 0,0 0 0,0-13 0,0-4 0</inkml:trace>
  <inkml:trace contextRef="#ctx0" brushRef="#br0" timeOffset="28011">19200 14198 24575,'16'-47'0,"11"17"0,-24 3 0,11 11 0,-14-14 0,13 13 0,-10-9 0,11 22 0,-14-9 0,13 13 0,-10 13 0,24-9 0,-24 22 0,24 4-1252,-11 3 1252,14 24-2030,0-10 2030,0 13 0,0-1 0,0 15 0,0-11 0,0 10 0,-13-13 0,9 0 0,-22 0 0,22 0 0,-22 0 0,-4 0 0,-4-1-1293,-9-12 1293,0 10 0,-4-24-154,0 10 154,-9-26 1026,9 9-1026,-13-22 0,0-4 0,0-17 0</inkml:trace>
  <inkml:trace contextRef="#ctx0" brushRef="#br0" timeOffset="28221">19679 13629 24575,'30'73'0,"0"-10"0,0 10-5539,0-13 5539,0 13 0,-14-9 0,11 9-490,-10-13 490,13-14 0,-14 11 370,-2-24-370,-14 24-530,0-24 530,0 10 0,0-13 0,0 0 0</inkml:trace>
  <inkml:trace contextRef="#ctx0" brushRef="#br0" timeOffset="28647">18840 13958 24575,'17'47'0,"-4"-4"0,1-13 0,2-14 0,1 11 0,10-10 0,-24 13 0,23 0 0,-9-14 0,13 11 0,-13-24 0,9 11 0,-9-1 0,0-10 0,9 11 0,-22-14 0,9 0 0,-13 0 0,0 0 0,0 0 0</inkml:trace>
  <inkml:trace contextRef="#ctx0" brushRef="#br0" timeOffset="29039">19529 13988 24575,'30'0'0,"-13"0"0,9-13 0,-9 9 0,13-22 0,0 22 0,13-22-780,-9 9 780,9 0 0,-13-9 0,13 23 0,-10-24 0,11 24 0,-28-24 0,11 24 0,-11-24 0,1 24 0,10-11 0,-24 14 195,10 0 0,-13-13 0,0-4 0</inkml:trace>
  <inkml:trace contextRef="#ctx0" brushRef="#br0" timeOffset="29629">19949 13419 24575,'16'30'0,"-2"0"0,-1 0 0,-10 0-1210,24 13 1210,-24-10-1292,24 24 1292,-24-11 0,24 14 0,-24-13 0,24 9 0,-24-9 0,24 0 0,-24-4 0,24 0 0,-11-10 437,1-3-437,9-3 0,-22-10 0,9-1 0,0-2 569,-9-14-569,9 0 1321,0 0-1321,-9-14 175,22 11-175,-22-24 0,9 11 0,-13-14 0,13 0 0,-9 0-537,9-13 537,-13 9 0,0-9 0,13 13 0,-9 0-7,9 0 7,-13 0 0,0 0 0,0 14 0,0-11 0,0 24 0,0-24 536,0 24-536,0-11 8,0 28-8,0-11 0,0 24 0,0-24 0,13 24 0,-9-11 0,9 14 0,-13 0 0,0 0 0,13 0 0,-10 0 0,11-13 0,-1 9 0,-10-9 0,11 0 0,-1-4 0,-10 0 0,24-9 0,-24 9 0,24-13 0,-24 0 0,24-13 0,-24 9 0,24-22 0,-24 22 0,24-22 0,-11 22 0,1-22 0,10 22 0,-24-22 0,10 22 0,1-9 0,-11 0 0,10 9 0,-13-9 0,0 13 0,0 0 0,14 0 0,-11 0 0,10 0 0,-13 0 0,0 0 0,14 0 0,-11 0 0,10 0 0,-13 0 0,0 0 0,0 13 0,0-9 0,0 9 0,0-13 0,0 13 0,0-9 0,0 9 0,0-13 0,0 13 0,-13-9 0,10 9 0,-11-13 0,14 0 0,-13 0 0,-4 0 0</inkml:trace>
  <inkml:trace contextRef="#ctx0" brushRef="#br0" timeOffset="30046">20757 14018 24575,'14'17'0,"-11"-4"0,24 0 0,-24-9 0,10 9 0,1-13 0,-11-13 0,10 9 0,-13-9 0,0 13 0,0-13 0,-13 9 0,10-9 0,-11 0 0,1 9 0,10-9 0,-24 0 0,24 9 0,-24-9 0,10 13 0,-13 0 0,14 0 0,-11 0 0,24 0 0,-10 0 0,13 0 0,0 0 0,13 0 0,-10 0 0,24-13 0,-11 9 0,14-22 0,0 9 0</inkml:trace>
  <inkml:trace contextRef="#ctx0" brushRef="#br0" timeOffset="30340">21027 13778 24575,'13'17'0,"-9"10"0,9-11 0,-13 14 0,0 0 0,0 0 0,13-13 0,-10 9 0,11-9 0,-14 13 0,13-13 0,-10 9 0,11-22 0,-1 9 0,-10 0 0,11-10 0,-1 11 0,-10-14 0,11-14 0,-1 11 0,-10-23 0,24 9 0,-24 0 0,24-9 0,-10 9 0,-1-13-687,11-13 687,-24 9 0,24 5-92,-24 2 92,24 10 0,-24 1 0,10-11 0,1 24 0,-11-11 684,24 28-684,-24 2 0,24 14 0,-11 14-1801,14 2 1801,0 14-2359,13 0 2359,-9 0 0,22-14 0,-23 11-1444,24-24 1444,-24 11 0,37-14 0,-33-1 0,6-12 0,-30-4 0</inkml:trace>
  <inkml:trace contextRef="#ctx0" brushRef="#br0" timeOffset="30647">18151 15755 24575,'-16'17'0,"2"-4"0,28-13 0,2 0 0,28 0 0,16-13-5266,16-4 5266,-19 3 0,3-2-1781,0 1 1,3 0 1780,17 1 0,3-2-1287,-28 3 0,-1-2 1,3 0 1286,11 0 0,1 0 0,1-2-861,-4-2 1,-1-1-1,3 0 861,-7 4 0,2 2 0,1 0 0,-2-2-286,15-8 1,-2-1 0,3 0 285,-16 9 0,2 1 0,0 0 0,-2-2-87,15-7 1,-3-2 0,2 3 86,3 6 0,1 3 0,-3-2 0,-9-2 0,-3-3 0,2 4 0,2 5 0,1 2 0,-3-1 33,-10-3 0,-2-2 0,-1 2 1,22-1-1,-2 0 0,-7 0 0,-1 0 1</inkml:trace>
  <inkml:trace contextRef="#ctx0" brushRef="#br0" timeOffset="30805">22704 15516 24575,'17'30'0,"10"-27"0,-24 7 0,10-37 0,-13 11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5" name="Shape 115"/>
          <p:cNvSpPr>
            <a:spLocks noGrp="1" noRot="1" noChangeAspect="1"/>
          </p:cNvSpPr>
          <p:nvPr>
            <p:ph type="sldImg"/>
          </p:nvPr>
        </p:nvSpPr>
        <p:spPr>
          <a:xfrm>
            <a:off x="1143000" y="685800"/>
            <a:ext cx="4572000" cy="3429000"/>
          </a:xfrm>
          <a:prstGeom prst="rect">
            <a:avLst/>
          </a:prstGeom>
        </p:spPr>
        <p:txBody>
          <a:bodyPr/>
          <a:lstStyle/>
          <a:p>
            <a:endParaRPr/>
          </a:p>
        </p:txBody>
      </p:sp>
      <p:sp>
        <p:nvSpPr>
          <p:cNvPr id="116" name="Shape 11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25000"/>
      </a:lnSpc>
      <a:defRPr sz="2400">
        <a:latin typeface="Avenir"/>
        <a:ea typeface="Avenir"/>
        <a:cs typeface="Avenir"/>
        <a:sym typeface="Avenir Roman"/>
      </a:defRPr>
    </a:lvl1pPr>
    <a:lvl2pPr indent="228600" defTabSz="457200" latinLnBrk="0">
      <a:lnSpc>
        <a:spcPct val="125000"/>
      </a:lnSpc>
      <a:defRPr sz="2400">
        <a:latin typeface="Avenir"/>
        <a:ea typeface="Avenir"/>
        <a:cs typeface="Avenir"/>
        <a:sym typeface="Avenir Roman"/>
      </a:defRPr>
    </a:lvl2pPr>
    <a:lvl3pPr indent="457200" defTabSz="457200" latinLnBrk="0">
      <a:lnSpc>
        <a:spcPct val="125000"/>
      </a:lnSpc>
      <a:defRPr sz="2400">
        <a:latin typeface="Avenir"/>
        <a:ea typeface="Avenir"/>
        <a:cs typeface="Avenir"/>
        <a:sym typeface="Avenir Roman"/>
      </a:defRPr>
    </a:lvl3pPr>
    <a:lvl4pPr indent="685800" defTabSz="457200" latinLnBrk="0">
      <a:lnSpc>
        <a:spcPct val="125000"/>
      </a:lnSpc>
      <a:defRPr sz="2400">
        <a:latin typeface="Avenir"/>
        <a:ea typeface="Avenir"/>
        <a:cs typeface="Avenir"/>
        <a:sym typeface="Avenir Roman"/>
      </a:defRPr>
    </a:lvl4pPr>
    <a:lvl5pPr indent="914400" defTabSz="457200" latinLnBrk="0">
      <a:lnSpc>
        <a:spcPct val="125000"/>
      </a:lnSpc>
      <a:defRPr sz="2400">
        <a:latin typeface="Avenir"/>
        <a:ea typeface="Avenir"/>
        <a:cs typeface="Avenir"/>
        <a:sym typeface="Avenir Roman"/>
      </a:defRPr>
    </a:lvl5pPr>
    <a:lvl6pPr indent="1143000" defTabSz="457200" latinLnBrk="0">
      <a:lnSpc>
        <a:spcPct val="125000"/>
      </a:lnSpc>
      <a:defRPr sz="2400">
        <a:latin typeface="Avenir"/>
        <a:ea typeface="Avenir"/>
        <a:cs typeface="Avenir"/>
        <a:sym typeface="Avenir Roman"/>
      </a:defRPr>
    </a:lvl6pPr>
    <a:lvl7pPr indent="1371600" defTabSz="457200" latinLnBrk="0">
      <a:lnSpc>
        <a:spcPct val="125000"/>
      </a:lnSpc>
      <a:defRPr sz="2400">
        <a:latin typeface="Avenir"/>
        <a:ea typeface="Avenir"/>
        <a:cs typeface="Avenir"/>
        <a:sym typeface="Avenir Roman"/>
      </a:defRPr>
    </a:lvl7pPr>
    <a:lvl8pPr indent="1600200" defTabSz="457200" latinLnBrk="0">
      <a:lnSpc>
        <a:spcPct val="125000"/>
      </a:lnSpc>
      <a:defRPr sz="2400">
        <a:latin typeface="Avenir"/>
        <a:ea typeface="Avenir"/>
        <a:cs typeface="Avenir"/>
        <a:sym typeface="Avenir Roman"/>
      </a:defRPr>
    </a:lvl8pPr>
    <a:lvl9pPr indent="1828800" defTabSz="457200" latinLnBrk="0">
      <a:lnSpc>
        <a:spcPct val="125000"/>
      </a:lnSpc>
      <a:defRPr sz="2400">
        <a:latin typeface="Avenir"/>
        <a:ea typeface="Avenir"/>
        <a:cs typeface="Avenir"/>
        <a:sym typeface="Avenir Roman"/>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Default - Title Slide">
    <p:spTree>
      <p:nvGrpSpPr>
        <p:cNvPr id="1" name=""/>
        <p:cNvGrpSpPr/>
        <p:nvPr/>
      </p:nvGrpSpPr>
      <p:grpSpPr>
        <a:xfrm>
          <a:off x="0" y="0"/>
          <a:ext cx="0" cy="0"/>
          <a:chOff x="0" y="0"/>
          <a:chExt cx="0" cy="0"/>
        </a:xfrm>
      </p:grpSpPr>
      <p:pic>
        <p:nvPicPr>
          <p:cNvPr id="12" name="spectogram.jpg" descr="spectogram.jpg"/>
          <p:cNvPicPr>
            <a:picLocks/>
          </p:cNvPicPr>
          <p:nvPr/>
        </p:nvPicPr>
        <p:blipFill>
          <a:blip r:embed="rId2"/>
          <a:stretch>
            <a:fillRect/>
          </a:stretch>
        </p:blipFill>
        <p:spPr>
          <a:xfrm>
            <a:off x="-114532" y="-9998"/>
            <a:ext cx="9373064" cy="1772595"/>
          </a:xfrm>
          <a:prstGeom prst="rect">
            <a:avLst/>
          </a:prstGeom>
          <a:ln w="12700">
            <a:miter lim="400000"/>
          </a:ln>
        </p:spPr>
      </p:pic>
      <p:sp>
        <p:nvSpPr>
          <p:cNvPr id="13" name="Title Text"/>
          <p:cNvSpPr txBox="1">
            <a:spLocks noGrp="1"/>
          </p:cNvSpPr>
          <p:nvPr>
            <p:ph type="title"/>
          </p:nvPr>
        </p:nvSpPr>
        <p:spPr>
          <a:xfrm>
            <a:off x="2057400" y="1600200"/>
            <a:ext cx="7086600" cy="2667000"/>
          </a:xfrm>
          <a:prstGeom prst="rect">
            <a:avLst/>
          </a:prstGeom>
        </p:spPr>
        <p:txBody>
          <a:bodyPr/>
          <a:lstStyle>
            <a:lvl1pPr>
              <a:defRPr sz="3800"/>
            </a:lvl1pPr>
          </a:lstStyle>
          <a:p>
            <a:r>
              <a:t>Title Text</a:t>
            </a:r>
          </a:p>
        </p:txBody>
      </p:sp>
      <p:sp>
        <p:nvSpPr>
          <p:cNvPr id="14" name="Body Level One…"/>
          <p:cNvSpPr txBox="1">
            <a:spLocks noGrp="1"/>
          </p:cNvSpPr>
          <p:nvPr>
            <p:ph type="body" sz="half" idx="1"/>
          </p:nvPr>
        </p:nvSpPr>
        <p:spPr>
          <a:xfrm>
            <a:off x="2971800" y="4267200"/>
            <a:ext cx="6019800" cy="2590800"/>
          </a:xfrm>
          <a:prstGeom prst="rect">
            <a:avLst/>
          </a:prstGeom>
        </p:spPr>
        <p:txBody>
          <a:bodyPr/>
          <a:lstStyle>
            <a:lvl1pPr marL="0" indent="0">
              <a:lnSpc>
                <a:spcPct val="100000"/>
              </a:lnSpc>
              <a:spcBef>
                <a:spcPts val="400"/>
              </a:spcBef>
              <a:buClrTx/>
              <a:buSzTx/>
              <a:buNone/>
              <a:defRPr sz="1800"/>
            </a:lvl1pPr>
            <a:lvl2pPr marL="714375" indent="-257175">
              <a:lnSpc>
                <a:spcPct val="100000"/>
              </a:lnSpc>
              <a:spcBef>
                <a:spcPts val="400"/>
              </a:spcBef>
              <a:buClrTx/>
              <a:defRPr sz="1800"/>
            </a:lvl2pPr>
            <a:lvl3pPr marL="1120139" indent="-205739">
              <a:lnSpc>
                <a:spcPct val="100000"/>
              </a:lnSpc>
              <a:spcBef>
                <a:spcPts val="400"/>
              </a:spcBef>
              <a:buClrTx/>
              <a:defRPr sz="1800"/>
            </a:lvl3pPr>
            <a:lvl4pPr marL="1577339" indent="-205739">
              <a:lnSpc>
                <a:spcPct val="100000"/>
              </a:lnSpc>
              <a:spcBef>
                <a:spcPts val="400"/>
              </a:spcBef>
              <a:buClrTx/>
              <a:defRPr sz="1800"/>
            </a:lvl4pPr>
            <a:lvl5pPr marL="2034539" indent="-205739">
              <a:lnSpc>
                <a:spcPct val="100000"/>
              </a:lnSpc>
              <a:spcBef>
                <a:spcPts val="400"/>
              </a:spcBef>
              <a:buClrTx/>
              <a:defRPr sz="1800"/>
            </a:lvl5pPr>
          </a:lstStyle>
          <a:p>
            <a:r>
              <a:t>Body Level One</a:t>
            </a:r>
          </a:p>
          <a:p>
            <a:pPr lvl="1"/>
            <a:r>
              <a:t>Body Level Two</a:t>
            </a:r>
          </a:p>
          <a:p>
            <a:pPr lvl="2"/>
            <a:r>
              <a:t>Body Level Three</a:t>
            </a:r>
          </a:p>
          <a:p>
            <a:pPr lvl="3"/>
            <a:r>
              <a:t>Body Level Four</a:t>
            </a:r>
          </a:p>
          <a:p>
            <a:pPr lvl="4"/>
            <a:r>
              <a:t>Body Level Five</a:t>
            </a:r>
          </a:p>
        </p:txBody>
      </p:sp>
      <p:pic>
        <p:nvPicPr>
          <p:cNvPr id="15" name="Screen Shot 2019-02-06 at 10.45.23 AM.png" descr="Screen Shot 2019-02-06 at 10.45.23 AM.png"/>
          <p:cNvPicPr>
            <a:picLocks/>
          </p:cNvPicPr>
          <p:nvPr/>
        </p:nvPicPr>
        <p:blipFill>
          <a:blip r:embed="rId3">
            <a:alphaModFix amt="76573"/>
          </a:blip>
          <a:stretch>
            <a:fillRect/>
          </a:stretch>
        </p:blipFill>
        <p:spPr>
          <a:xfrm>
            <a:off x="-114532" y="-5764"/>
            <a:ext cx="9373064" cy="1772594"/>
          </a:xfrm>
          <a:prstGeom prst="rect">
            <a:avLst/>
          </a:prstGeom>
          <a:ln w="12700">
            <a:miter lim="400000"/>
          </a:ln>
          <a:effectLst>
            <a:outerShdw blurRad="292100" dist="139700" dir="2700000" rotWithShape="0">
              <a:srgbClr val="333333">
                <a:alpha val="64999"/>
              </a:srgbClr>
            </a:outerShdw>
          </a:effectLst>
        </p:spPr>
      </p:pic>
      <p:sp>
        <p:nvSpPr>
          <p:cNvPr id="1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Default - Title and Content">
    <p:spTree>
      <p:nvGrpSpPr>
        <p:cNvPr id="1" name=""/>
        <p:cNvGrpSpPr/>
        <p:nvPr/>
      </p:nvGrpSpPr>
      <p:grpSpPr>
        <a:xfrm>
          <a:off x="0" y="0"/>
          <a:ext cx="0" cy="0"/>
          <a:chOff x="0" y="0"/>
          <a:chExt cx="0" cy="0"/>
        </a:xfrm>
      </p:grpSpPr>
      <p:sp>
        <p:nvSpPr>
          <p:cNvPr id="23" name="Title Text"/>
          <p:cNvSpPr txBox="1">
            <a:spLocks noGrp="1"/>
          </p:cNvSpPr>
          <p:nvPr>
            <p:ph type="title"/>
          </p:nvPr>
        </p:nvSpPr>
        <p:spPr>
          <a:prstGeom prst="rect">
            <a:avLst/>
          </a:prstGeom>
        </p:spPr>
        <p:txBody>
          <a:bodyPr/>
          <a:lstStyle/>
          <a:p>
            <a:r>
              <a:t>Title Text</a:t>
            </a:r>
          </a:p>
        </p:txBody>
      </p:sp>
      <p:sp>
        <p:nvSpPr>
          <p:cNvPr id="24"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Default - Section Header">
    <p:spTree>
      <p:nvGrpSpPr>
        <p:cNvPr id="1" name=""/>
        <p:cNvGrpSpPr/>
        <p:nvPr/>
      </p:nvGrpSpPr>
      <p:grpSpPr>
        <a:xfrm>
          <a:off x="0" y="0"/>
          <a:ext cx="0" cy="0"/>
          <a:chOff x="0" y="0"/>
          <a:chExt cx="0" cy="0"/>
        </a:xfrm>
      </p:grpSpPr>
      <p:pic>
        <p:nvPicPr>
          <p:cNvPr id="32" name="image1.jpg" descr="image1.jpg"/>
          <p:cNvPicPr>
            <a:picLocks noChangeAspect="1"/>
          </p:cNvPicPr>
          <p:nvPr/>
        </p:nvPicPr>
        <p:blipFill>
          <a:blip r:embed="rId2"/>
          <a:stretch>
            <a:fillRect/>
          </a:stretch>
        </p:blipFill>
        <p:spPr>
          <a:xfrm>
            <a:off x="0" y="1"/>
            <a:ext cx="9144000" cy="381000"/>
          </a:xfrm>
          <a:prstGeom prst="rect">
            <a:avLst/>
          </a:prstGeom>
          <a:ln w="12700">
            <a:miter lim="400000"/>
          </a:ln>
        </p:spPr>
      </p:pic>
      <p:sp>
        <p:nvSpPr>
          <p:cNvPr id="33" name="Title Text"/>
          <p:cNvSpPr txBox="1">
            <a:spLocks noGrp="1"/>
          </p:cNvSpPr>
          <p:nvPr>
            <p:ph type="title"/>
          </p:nvPr>
        </p:nvSpPr>
        <p:spPr>
          <a:xfrm>
            <a:off x="722312" y="4406900"/>
            <a:ext cx="7772401" cy="1362075"/>
          </a:xfrm>
          <a:prstGeom prst="rect">
            <a:avLst/>
          </a:prstGeom>
        </p:spPr>
        <p:txBody>
          <a:bodyPr anchor="t"/>
          <a:lstStyle>
            <a:lvl1pPr>
              <a:defRPr sz="4000" b="1" cap="all"/>
            </a:lvl1pPr>
          </a:lstStyle>
          <a:p>
            <a:r>
              <a:t>Title Text</a:t>
            </a:r>
          </a:p>
        </p:txBody>
      </p:sp>
      <p:sp>
        <p:nvSpPr>
          <p:cNvPr id="34" name="Body Level One…"/>
          <p:cNvSpPr txBox="1">
            <a:spLocks noGrp="1"/>
          </p:cNvSpPr>
          <p:nvPr>
            <p:ph type="body" sz="quarter" idx="1"/>
          </p:nvPr>
        </p:nvSpPr>
        <p:spPr>
          <a:xfrm>
            <a:off x="722312" y="2906713"/>
            <a:ext cx="7772401" cy="1500188"/>
          </a:xfrm>
          <a:prstGeom prst="rect">
            <a:avLst/>
          </a:prstGeom>
        </p:spPr>
        <p:txBody>
          <a:bodyPr anchor="b"/>
          <a:lstStyle>
            <a:lvl1pPr marL="0" indent="0">
              <a:lnSpc>
                <a:spcPct val="100000"/>
              </a:lnSpc>
              <a:spcBef>
                <a:spcPts val="400"/>
              </a:spcBef>
              <a:buClrTx/>
              <a:buSzTx/>
              <a:buNone/>
              <a:defRPr sz="2000"/>
            </a:lvl1pPr>
            <a:lvl2pPr marL="0" indent="457200">
              <a:lnSpc>
                <a:spcPct val="100000"/>
              </a:lnSpc>
              <a:spcBef>
                <a:spcPts val="400"/>
              </a:spcBef>
              <a:buClrTx/>
              <a:buSzTx/>
              <a:buNone/>
              <a:defRPr sz="2000"/>
            </a:lvl2pPr>
            <a:lvl3pPr marL="0" indent="914400">
              <a:lnSpc>
                <a:spcPct val="100000"/>
              </a:lnSpc>
              <a:spcBef>
                <a:spcPts val="400"/>
              </a:spcBef>
              <a:buClrTx/>
              <a:buSzTx/>
              <a:buNone/>
              <a:defRPr sz="2000"/>
            </a:lvl3pPr>
            <a:lvl4pPr marL="0" indent="1371600">
              <a:lnSpc>
                <a:spcPct val="100000"/>
              </a:lnSpc>
              <a:spcBef>
                <a:spcPts val="400"/>
              </a:spcBef>
              <a:buClrTx/>
              <a:buSzTx/>
              <a:buNone/>
              <a:defRPr sz="2000"/>
            </a:lvl4pPr>
            <a:lvl5pPr marL="0" indent="1828800">
              <a:lnSpc>
                <a:spcPct val="100000"/>
              </a:lnSpc>
              <a:spcBef>
                <a:spcPts val="400"/>
              </a:spcBef>
              <a:buClrTx/>
              <a:buSzTx/>
              <a:buNone/>
              <a:defRPr sz="2000"/>
            </a:lvl5pPr>
          </a:lstStyle>
          <a:p>
            <a:r>
              <a:t>Body Level One</a:t>
            </a:r>
          </a:p>
          <a:p>
            <a:pPr lvl="1"/>
            <a:r>
              <a:t>Body Level Two</a:t>
            </a:r>
          </a:p>
          <a:p>
            <a:pPr lvl="2"/>
            <a:r>
              <a:t>Body Level Three</a:t>
            </a:r>
          </a:p>
          <a:p>
            <a:pPr lvl="3"/>
            <a:r>
              <a:t>Body Level Four</a:t>
            </a:r>
          </a:p>
          <a:p>
            <a:pPr lvl="4"/>
            <a:r>
              <a:t>Body Level Five</a:t>
            </a: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Default - Two Content">
    <p:spTree>
      <p:nvGrpSpPr>
        <p:cNvPr id="1" name=""/>
        <p:cNvGrpSpPr/>
        <p:nvPr/>
      </p:nvGrpSpPr>
      <p:grpSpPr>
        <a:xfrm>
          <a:off x="0" y="0"/>
          <a:ext cx="0" cy="0"/>
          <a:chOff x="0" y="0"/>
          <a:chExt cx="0" cy="0"/>
        </a:xfrm>
      </p:grpSpPr>
      <p:sp>
        <p:nvSpPr>
          <p:cNvPr id="42" name="Title Text"/>
          <p:cNvSpPr txBox="1">
            <a:spLocks noGrp="1"/>
          </p:cNvSpPr>
          <p:nvPr>
            <p:ph type="title"/>
          </p:nvPr>
        </p:nvSpPr>
        <p:spPr>
          <a:xfrm>
            <a:off x="323527" y="251048"/>
            <a:ext cx="8496946" cy="945704"/>
          </a:xfrm>
          <a:prstGeom prst="rect">
            <a:avLst/>
          </a:prstGeom>
        </p:spPr>
        <p:txBody>
          <a:bodyPr/>
          <a:lstStyle/>
          <a:p>
            <a:r>
              <a:t>Title Text</a:t>
            </a:r>
          </a:p>
        </p:txBody>
      </p:sp>
      <p:sp>
        <p:nvSpPr>
          <p:cNvPr id="43" name="Body Level One…"/>
          <p:cNvSpPr txBox="1">
            <a:spLocks noGrp="1"/>
          </p:cNvSpPr>
          <p:nvPr>
            <p:ph type="body" sz="half" idx="1"/>
          </p:nvPr>
        </p:nvSpPr>
        <p:spPr>
          <a:xfrm>
            <a:off x="381000" y="1196751"/>
            <a:ext cx="4038600" cy="5661249"/>
          </a:xfrm>
          <a:prstGeom prst="rect">
            <a:avLst/>
          </a:prstGeom>
        </p:spPr>
        <p:txBody>
          <a:bodyPr/>
          <a:lstStyle>
            <a:lvl1pPr marL="342900" indent="-342900">
              <a:lnSpc>
                <a:spcPct val="100000"/>
              </a:lnSpc>
              <a:spcBef>
                <a:spcPts val="600"/>
              </a:spcBef>
              <a:buClr>
                <a:srgbClr val="EEECE1"/>
              </a:buClr>
              <a:defRPr sz="2800"/>
            </a:lvl1pPr>
            <a:lvl2pPr marL="790575" indent="-333375">
              <a:lnSpc>
                <a:spcPct val="100000"/>
              </a:lnSpc>
              <a:spcBef>
                <a:spcPts val="600"/>
              </a:spcBef>
              <a:buClr>
                <a:srgbClr val="EEECE1"/>
              </a:buClr>
              <a:defRPr sz="2800"/>
            </a:lvl2pPr>
            <a:lvl3pPr marL="1234439" indent="-320039">
              <a:lnSpc>
                <a:spcPct val="100000"/>
              </a:lnSpc>
              <a:spcBef>
                <a:spcPts val="600"/>
              </a:spcBef>
              <a:buClr>
                <a:srgbClr val="EEECE1"/>
              </a:buClr>
              <a:defRPr sz="2800"/>
            </a:lvl3pPr>
            <a:lvl4pPr marL="1727200" indent="-355600">
              <a:lnSpc>
                <a:spcPct val="100000"/>
              </a:lnSpc>
              <a:spcBef>
                <a:spcPts val="600"/>
              </a:spcBef>
              <a:buClr>
                <a:srgbClr val="EEECE1"/>
              </a:buClr>
              <a:defRPr sz="2800"/>
            </a:lvl4pPr>
            <a:lvl5pPr marL="2184400" indent="-355600">
              <a:lnSpc>
                <a:spcPct val="100000"/>
              </a:lnSpc>
              <a:spcBef>
                <a:spcPts val="600"/>
              </a:spcBef>
              <a:buClr>
                <a:srgbClr val="EEECE1"/>
              </a:buClr>
              <a:defRPr sz="2800"/>
            </a:lvl5pPr>
          </a:lstStyle>
          <a:p>
            <a:r>
              <a:t>Body Level One</a:t>
            </a:r>
          </a:p>
          <a:p>
            <a:pPr lvl="1"/>
            <a:r>
              <a:t>Body Level Two</a:t>
            </a:r>
          </a:p>
          <a:p>
            <a:pPr lvl="2"/>
            <a:r>
              <a:t>Body Level Three</a:t>
            </a:r>
          </a:p>
          <a:p>
            <a:pPr lvl="3"/>
            <a:r>
              <a:t>Body Level Four</a:t>
            </a:r>
          </a:p>
          <a:p>
            <a:pPr lvl="4"/>
            <a:r>
              <a:t>Body Level Five</a:t>
            </a:r>
          </a:p>
        </p:txBody>
      </p:sp>
      <p:sp>
        <p:nvSpPr>
          <p:cNvPr id="4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Default - Comparison">
    <p:spTree>
      <p:nvGrpSpPr>
        <p:cNvPr id="1" name=""/>
        <p:cNvGrpSpPr/>
        <p:nvPr/>
      </p:nvGrpSpPr>
      <p:grpSpPr>
        <a:xfrm>
          <a:off x="0" y="0"/>
          <a:ext cx="0" cy="0"/>
          <a:chOff x="0" y="0"/>
          <a:chExt cx="0" cy="0"/>
        </a:xfrm>
      </p:grpSpPr>
      <p:sp>
        <p:nvSpPr>
          <p:cNvPr id="51" name="Title Text"/>
          <p:cNvSpPr txBox="1">
            <a:spLocks noGrp="1"/>
          </p:cNvSpPr>
          <p:nvPr>
            <p:ph type="title"/>
          </p:nvPr>
        </p:nvSpPr>
        <p:spPr>
          <a:xfrm>
            <a:off x="457200" y="256810"/>
            <a:ext cx="8229600" cy="1178656"/>
          </a:xfrm>
          <a:prstGeom prst="rect">
            <a:avLst/>
          </a:prstGeom>
        </p:spPr>
        <p:txBody>
          <a:bodyPr/>
          <a:lstStyle/>
          <a:p>
            <a:r>
              <a:t>Title Text</a:t>
            </a:r>
          </a:p>
        </p:txBody>
      </p:sp>
      <p:sp>
        <p:nvSpPr>
          <p:cNvPr id="52" name="Body Level One…"/>
          <p:cNvSpPr txBox="1">
            <a:spLocks noGrp="1"/>
          </p:cNvSpPr>
          <p:nvPr>
            <p:ph type="body" sz="quarter" idx="1"/>
          </p:nvPr>
        </p:nvSpPr>
        <p:spPr>
          <a:xfrm>
            <a:off x="457200" y="1435465"/>
            <a:ext cx="4040188" cy="739411"/>
          </a:xfrm>
          <a:prstGeom prst="rect">
            <a:avLst/>
          </a:prstGeom>
        </p:spPr>
        <p:txBody>
          <a:bodyPr anchor="b"/>
          <a:lstStyle>
            <a:lvl1pPr marL="0" indent="0">
              <a:lnSpc>
                <a:spcPct val="100000"/>
              </a:lnSpc>
              <a:buClrTx/>
              <a:buSzTx/>
              <a:buNone/>
              <a:defRPr sz="2400" b="1"/>
            </a:lvl1pPr>
            <a:lvl2pPr marL="0" indent="457200">
              <a:lnSpc>
                <a:spcPct val="100000"/>
              </a:lnSpc>
              <a:buClrTx/>
              <a:buSzTx/>
              <a:buNone/>
              <a:defRPr sz="2400" b="1"/>
            </a:lvl2pPr>
            <a:lvl3pPr marL="0" indent="914400">
              <a:lnSpc>
                <a:spcPct val="100000"/>
              </a:lnSpc>
              <a:buClrTx/>
              <a:buSzTx/>
              <a:buNone/>
              <a:defRPr sz="2400" b="1"/>
            </a:lvl3pPr>
            <a:lvl4pPr marL="0" indent="1371600">
              <a:lnSpc>
                <a:spcPct val="100000"/>
              </a:lnSpc>
              <a:buClrTx/>
              <a:buSzTx/>
              <a:buNone/>
              <a:defRPr sz="2400" b="1"/>
            </a:lvl4pPr>
            <a:lvl5pPr marL="0" indent="1828800">
              <a:lnSpc>
                <a:spcPct val="100000"/>
              </a:lnSpc>
              <a:buClrTx/>
              <a:buSz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5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Default - Title Only">
    <p:spTree>
      <p:nvGrpSpPr>
        <p:cNvPr id="1" name=""/>
        <p:cNvGrpSpPr/>
        <p:nvPr/>
      </p:nvGrpSpPr>
      <p:grpSpPr>
        <a:xfrm>
          <a:off x="0" y="0"/>
          <a:ext cx="0" cy="0"/>
          <a:chOff x="0" y="0"/>
          <a:chExt cx="0" cy="0"/>
        </a:xfrm>
      </p:grpSpPr>
      <p:sp>
        <p:nvSpPr>
          <p:cNvPr id="60" name="Title Text"/>
          <p:cNvSpPr txBox="1">
            <a:spLocks noGrp="1"/>
          </p:cNvSpPr>
          <p:nvPr>
            <p:ph type="title"/>
          </p:nvPr>
        </p:nvSpPr>
        <p:spPr>
          <a:xfrm>
            <a:off x="323527" y="0"/>
            <a:ext cx="8496946" cy="1447800"/>
          </a:xfrm>
          <a:prstGeom prst="rect">
            <a:avLst/>
          </a:prstGeom>
        </p:spPr>
        <p:txBody>
          <a:bodyPr/>
          <a:lstStyle/>
          <a:p>
            <a:r>
              <a:t>Title Text</a:t>
            </a:r>
          </a:p>
        </p:txBody>
      </p:sp>
      <p:sp>
        <p:nvSpPr>
          <p:cNvPr id="6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Default - Blank">
    <p:spTree>
      <p:nvGrpSpPr>
        <p:cNvPr id="1" name=""/>
        <p:cNvGrpSpPr/>
        <p:nvPr/>
      </p:nvGrpSpPr>
      <p:grpSpPr>
        <a:xfrm>
          <a:off x="0" y="0"/>
          <a:ext cx="0" cy="0"/>
          <a:chOff x="0" y="0"/>
          <a:chExt cx="0" cy="0"/>
        </a:xfrm>
      </p:grpSpPr>
      <p:pic>
        <p:nvPicPr>
          <p:cNvPr id="68" name="image1.jpg" descr="image1.jpg"/>
          <p:cNvPicPr>
            <a:picLocks noChangeAspect="1"/>
          </p:cNvPicPr>
          <p:nvPr/>
        </p:nvPicPr>
        <p:blipFill>
          <a:blip r:embed="rId2"/>
          <a:stretch>
            <a:fillRect/>
          </a:stretch>
        </p:blipFill>
        <p:spPr>
          <a:xfrm>
            <a:off x="0" y="1"/>
            <a:ext cx="9144000" cy="381000"/>
          </a:xfrm>
          <a:prstGeom prst="rect">
            <a:avLst/>
          </a:prstGeom>
          <a:ln w="12700">
            <a:miter lim="400000"/>
          </a:ln>
        </p:spPr>
      </p:pic>
      <p:sp>
        <p:nvSpPr>
          <p:cNvPr id="6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Default - Content with Caption">
    <p:spTree>
      <p:nvGrpSpPr>
        <p:cNvPr id="1" name=""/>
        <p:cNvGrpSpPr/>
        <p:nvPr/>
      </p:nvGrpSpPr>
      <p:grpSpPr>
        <a:xfrm>
          <a:off x="0" y="0"/>
          <a:ext cx="0" cy="0"/>
          <a:chOff x="0" y="0"/>
          <a:chExt cx="0" cy="0"/>
        </a:xfrm>
      </p:grpSpPr>
      <p:pic>
        <p:nvPicPr>
          <p:cNvPr id="76" name="image1.jpg" descr="image1.jpg"/>
          <p:cNvPicPr>
            <a:picLocks noChangeAspect="1"/>
          </p:cNvPicPr>
          <p:nvPr/>
        </p:nvPicPr>
        <p:blipFill>
          <a:blip r:embed="rId2"/>
          <a:stretch>
            <a:fillRect/>
          </a:stretch>
        </p:blipFill>
        <p:spPr>
          <a:xfrm>
            <a:off x="0" y="1"/>
            <a:ext cx="9144000" cy="381000"/>
          </a:xfrm>
          <a:prstGeom prst="rect">
            <a:avLst/>
          </a:prstGeom>
          <a:ln w="12700">
            <a:miter lim="400000"/>
          </a:ln>
        </p:spPr>
      </p:pic>
      <p:sp>
        <p:nvSpPr>
          <p:cNvPr id="77" name="Title Text"/>
          <p:cNvSpPr txBox="1">
            <a:spLocks noGrp="1"/>
          </p:cNvSpPr>
          <p:nvPr>
            <p:ph type="title"/>
          </p:nvPr>
        </p:nvSpPr>
        <p:spPr>
          <a:xfrm>
            <a:off x="457200" y="0"/>
            <a:ext cx="3008314" cy="1435100"/>
          </a:xfrm>
          <a:prstGeom prst="rect">
            <a:avLst/>
          </a:prstGeom>
        </p:spPr>
        <p:txBody>
          <a:bodyPr anchor="b"/>
          <a:lstStyle>
            <a:lvl1pPr>
              <a:defRPr sz="2000" b="1"/>
            </a:lvl1pPr>
          </a:lstStyle>
          <a:p>
            <a:r>
              <a:t>Title Text</a:t>
            </a:r>
          </a:p>
        </p:txBody>
      </p:sp>
      <p:sp>
        <p:nvSpPr>
          <p:cNvPr id="78" name="Body Level One…"/>
          <p:cNvSpPr txBox="1">
            <a:spLocks noGrp="1"/>
          </p:cNvSpPr>
          <p:nvPr>
            <p:ph type="body" idx="1"/>
          </p:nvPr>
        </p:nvSpPr>
        <p:spPr>
          <a:xfrm>
            <a:off x="3575050" y="273050"/>
            <a:ext cx="5111750" cy="6584950"/>
          </a:xfrm>
          <a:prstGeom prst="rect">
            <a:avLst/>
          </a:prstGeom>
        </p:spPr>
        <p:txBody>
          <a:bodyPr/>
          <a:lstStyle>
            <a:lvl1pPr marL="342900" indent="-342900">
              <a:lnSpc>
                <a:spcPct val="100000"/>
              </a:lnSpc>
              <a:spcBef>
                <a:spcPts val="700"/>
              </a:spcBef>
              <a:buClr>
                <a:srgbClr val="EEECE1"/>
              </a:buClr>
              <a:defRPr sz="3200"/>
            </a:lvl1pPr>
            <a:lvl2pPr marL="783771" indent="-326571">
              <a:lnSpc>
                <a:spcPct val="100000"/>
              </a:lnSpc>
              <a:spcBef>
                <a:spcPts val="700"/>
              </a:spcBef>
              <a:buClr>
                <a:srgbClr val="EEECE1"/>
              </a:buClr>
              <a:defRPr sz="3200"/>
            </a:lvl2pPr>
            <a:lvl3pPr marL="1219200" indent="-304800">
              <a:lnSpc>
                <a:spcPct val="100000"/>
              </a:lnSpc>
              <a:spcBef>
                <a:spcPts val="700"/>
              </a:spcBef>
              <a:buClr>
                <a:srgbClr val="EEECE1"/>
              </a:buClr>
              <a:defRPr sz="3200"/>
            </a:lvl3pPr>
            <a:lvl4pPr marL="1737360" indent="-365760">
              <a:lnSpc>
                <a:spcPct val="100000"/>
              </a:lnSpc>
              <a:spcBef>
                <a:spcPts val="700"/>
              </a:spcBef>
              <a:buClr>
                <a:srgbClr val="EEECE1"/>
              </a:buClr>
              <a:defRPr sz="3200"/>
            </a:lvl4pPr>
            <a:lvl5pPr marL="2194560" indent="-365760">
              <a:lnSpc>
                <a:spcPct val="100000"/>
              </a:lnSpc>
              <a:spcBef>
                <a:spcPts val="700"/>
              </a:spcBef>
              <a:buClr>
                <a:srgbClr val="EEECE1"/>
              </a:buClr>
              <a:defRPr sz="3200"/>
            </a:lvl5pPr>
          </a:lstStyle>
          <a:p>
            <a:r>
              <a:t>Body Level One</a:t>
            </a:r>
          </a:p>
          <a:p>
            <a:pPr lvl="1"/>
            <a:r>
              <a:t>Body Level Two</a:t>
            </a:r>
          </a:p>
          <a:p>
            <a:pPr lvl="2"/>
            <a:r>
              <a:t>Body Level Three</a:t>
            </a:r>
          </a:p>
          <a:p>
            <a:pPr lvl="3"/>
            <a:r>
              <a:t>Body Level Four</a:t>
            </a:r>
          </a:p>
          <a:p>
            <a:pPr lvl="4"/>
            <a:r>
              <a:t>Body Level Five</a:t>
            </a:r>
          </a:p>
        </p:txBody>
      </p:sp>
      <p:sp>
        <p:nvSpPr>
          <p:cNvPr id="7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Default - Picture with Caption">
    <p:spTree>
      <p:nvGrpSpPr>
        <p:cNvPr id="1" name=""/>
        <p:cNvGrpSpPr/>
        <p:nvPr/>
      </p:nvGrpSpPr>
      <p:grpSpPr>
        <a:xfrm>
          <a:off x="0" y="0"/>
          <a:ext cx="0" cy="0"/>
          <a:chOff x="0" y="0"/>
          <a:chExt cx="0" cy="0"/>
        </a:xfrm>
      </p:grpSpPr>
      <p:pic>
        <p:nvPicPr>
          <p:cNvPr id="86" name="image1.jpg" descr="image1.jpg"/>
          <p:cNvPicPr>
            <a:picLocks noChangeAspect="1"/>
          </p:cNvPicPr>
          <p:nvPr/>
        </p:nvPicPr>
        <p:blipFill>
          <a:blip r:embed="rId2"/>
          <a:stretch>
            <a:fillRect/>
          </a:stretch>
        </p:blipFill>
        <p:spPr>
          <a:xfrm>
            <a:off x="0" y="1"/>
            <a:ext cx="9144000" cy="381000"/>
          </a:xfrm>
          <a:prstGeom prst="rect">
            <a:avLst/>
          </a:prstGeom>
          <a:ln w="12700">
            <a:miter lim="400000"/>
          </a:ln>
        </p:spPr>
      </p:pic>
      <p:sp>
        <p:nvSpPr>
          <p:cNvPr id="87" name="Title Text"/>
          <p:cNvSpPr txBox="1">
            <a:spLocks noGrp="1"/>
          </p:cNvSpPr>
          <p:nvPr>
            <p:ph type="title"/>
          </p:nvPr>
        </p:nvSpPr>
        <p:spPr>
          <a:xfrm>
            <a:off x="1792288" y="4800600"/>
            <a:ext cx="5486401" cy="566738"/>
          </a:xfrm>
          <a:prstGeom prst="rect">
            <a:avLst/>
          </a:prstGeom>
        </p:spPr>
        <p:txBody>
          <a:bodyPr anchor="b"/>
          <a:lstStyle>
            <a:lvl1pPr>
              <a:defRPr sz="2000" b="1"/>
            </a:lvl1pPr>
          </a:lstStyle>
          <a:p>
            <a:r>
              <a:t>Title Text</a:t>
            </a:r>
          </a:p>
        </p:txBody>
      </p:sp>
      <p:sp>
        <p:nvSpPr>
          <p:cNvPr id="88" name="Body Level One…"/>
          <p:cNvSpPr txBox="1">
            <a:spLocks noGrp="1"/>
          </p:cNvSpPr>
          <p:nvPr>
            <p:ph type="body" sz="quarter" idx="1"/>
          </p:nvPr>
        </p:nvSpPr>
        <p:spPr>
          <a:xfrm>
            <a:off x="1792288" y="5367337"/>
            <a:ext cx="5486401" cy="804863"/>
          </a:xfrm>
          <a:prstGeom prst="rect">
            <a:avLst/>
          </a:prstGeom>
        </p:spPr>
        <p:txBody>
          <a:bodyPr/>
          <a:lstStyle>
            <a:lvl1pPr marL="0" indent="0">
              <a:lnSpc>
                <a:spcPct val="100000"/>
              </a:lnSpc>
              <a:spcBef>
                <a:spcPts val="300"/>
              </a:spcBef>
              <a:buClrTx/>
              <a:buSzTx/>
              <a:buNone/>
              <a:defRPr sz="1400"/>
            </a:lvl1pPr>
            <a:lvl2pPr marL="0" indent="457200">
              <a:lnSpc>
                <a:spcPct val="100000"/>
              </a:lnSpc>
              <a:spcBef>
                <a:spcPts val="300"/>
              </a:spcBef>
              <a:buClrTx/>
              <a:buSzTx/>
              <a:buNone/>
              <a:defRPr sz="1400"/>
            </a:lvl2pPr>
            <a:lvl3pPr marL="0" indent="914400">
              <a:lnSpc>
                <a:spcPct val="100000"/>
              </a:lnSpc>
              <a:spcBef>
                <a:spcPts val="300"/>
              </a:spcBef>
              <a:buClrTx/>
              <a:buSzTx/>
              <a:buNone/>
              <a:defRPr sz="1400"/>
            </a:lvl3pPr>
            <a:lvl4pPr marL="0" indent="1371600">
              <a:lnSpc>
                <a:spcPct val="100000"/>
              </a:lnSpc>
              <a:spcBef>
                <a:spcPts val="300"/>
              </a:spcBef>
              <a:buClrTx/>
              <a:buSzTx/>
              <a:buNone/>
              <a:defRPr sz="1400"/>
            </a:lvl4pPr>
            <a:lvl5pPr marL="0" indent="1828800">
              <a:lnSpc>
                <a:spcPct val="100000"/>
              </a:lnSpc>
              <a:spcBef>
                <a:spcPts val="300"/>
              </a:spcBef>
              <a:buClrTx/>
              <a:buSzTx/>
              <a:buNone/>
              <a:defRPr sz="1400"/>
            </a:lvl5pPr>
          </a:lstStyle>
          <a:p>
            <a:r>
              <a:t>Body Level One</a:t>
            </a:r>
          </a:p>
          <a:p>
            <a:pPr lvl="1"/>
            <a:r>
              <a:t>Body Level Two</a:t>
            </a:r>
          </a:p>
          <a:p>
            <a:pPr lvl="2"/>
            <a:r>
              <a:t>Body Level Three</a:t>
            </a:r>
          </a:p>
          <a:p>
            <a:pPr lvl="3"/>
            <a:r>
              <a:t>Body Level Four</a:t>
            </a:r>
          </a:p>
          <a:p>
            <a:pPr lvl="4"/>
            <a:r>
              <a:t>Body Level Five</a:t>
            </a:r>
          </a:p>
        </p:txBody>
      </p:sp>
      <p:sp>
        <p:nvSpPr>
          <p:cNvPr id="8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Default - Title and Vertical Text">
    <p:spTree>
      <p:nvGrpSpPr>
        <p:cNvPr id="1" name=""/>
        <p:cNvGrpSpPr/>
        <p:nvPr/>
      </p:nvGrpSpPr>
      <p:grpSpPr>
        <a:xfrm>
          <a:off x="0" y="0"/>
          <a:ext cx="0" cy="0"/>
          <a:chOff x="0" y="0"/>
          <a:chExt cx="0" cy="0"/>
        </a:xfrm>
      </p:grpSpPr>
      <p:pic>
        <p:nvPicPr>
          <p:cNvPr id="96" name="image1.jpg" descr="image1.jpg"/>
          <p:cNvPicPr>
            <a:picLocks noChangeAspect="1"/>
          </p:cNvPicPr>
          <p:nvPr/>
        </p:nvPicPr>
        <p:blipFill>
          <a:blip r:embed="rId2"/>
          <a:stretch>
            <a:fillRect/>
          </a:stretch>
        </p:blipFill>
        <p:spPr>
          <a:xfrm>
            <a:off x="0" y="1"/>
            <a:ext cx="9144000" cy="381000"/>
          </a:xfrm>
          <a:prstGeom prst="rect">
            <a:avLst/>
          </a:prstGeom>
          <a:ln w="12700">
            <a:miter lim="400000"/>
          </a:ln>
        </p:spPr>
      </p:pic>
      <p:sp>
        <p:nvSpPr>
          <p:cNvPr id="97" name="Title Text"/>
          <p:cNvSpPr txBox="1">
            <a:spLocks noGrp="1"/>
          </p:cNvSpPr>
          <p:nvPr>
            <p:ph type="title"/>
          </p:nvPr>
        </p:nvSpPr>
        <p:spPr>
          <a:prstGeom prst="rect">
            <a:avLst/>
          </a:prstGeom>
        </p:spPr>
        <p:txBody>
          <a:bodyPr/>
          <a:lstStyle/>
          <a:p>
            <a:r>
              <a:t>Title Text</a:t>
            </a:r>
          </a:p>
        </p:txBody>
      </p:sp>
      <p:sp>
        <p:nvSpPr>
          <p:cNvPr id="98" name="Body Level One…"/>
          <p:cNvSpPr txBox="1">
            <a:spLocks noGrp="1"/>
          </p:cNvSpPr>
          <p:nvPr>
            <p:ph type="body" idx="1"/>
          </p:nvPr>
        </p:nvSpPr>
        <p:spPr>
          <a:prstGeom prst="rect">
            <a:avLst/>
          </a:prstGeom>
        </p:spPr>
        <p:txBody>
          <a:bodyPr/>
          <a:lstStyle>
            <a:lvl1pPr marL="342900" indent="-342900">
              <a:lnSpc>
                <a:spcPct val="100000"/>
              </a:lnSpc>
              <a:spcBef>
                <a:spcPts val="400"/>
              </a:spcBef>
              <a:buClr>
                <a:srgbClr val="EEECE1"/>
              </a:buClr>
              <a:defRPr sz="2000"/>
            </a:lvl1pPr>
            <a:lvl2pPr marL="742950" indent="-285750">
              <a:lnSpc>
                <a:spcPct val="100000"/>
              </a:lnSpc>
              <a:spcBef>
                <a:spcPts val="400"/>
              </a:spcBef>
              <a:buClr>
                <a:srgbClr val="EEECE1"/>
              </a:buClr>
              <a:defRPr sz="2000"/>
            </a:lvl2pPr>
            <a:lvl3pPr marL="1143000" indent="-228600">
              <a:lnSpc>
                <a:spcPct val="100000"/>
              </a:lnSpc>
              <a:spcBef>
                <a:spcPts val="400"/>
              </a:spcBef>
              <a:buClr>
                <a:srgbClr val="EEECE1"/>
              </a:buClr>
              <a:defRPr sz="2000"/>
            </a:lvl3pPr>
            <a:lvl4pPr marL="1600200" indent="-228600">
              <a:lnSpc>
                <a:spcPct val="100000"/>
              </a:lnSpc>
              <a:spcBef>
                <a:spcPts val="400"/>
              </a:spcBef>
              <a:buClr>
                <a:srgbClr val="EEECE1"/>
              </a:buClr>
              <a:defRPr sz="2000"/>
            </a:lvl4pPr>
            <a:lvl5pPr marL="2057400" indent="-228600">
              <a:lnSpc>
                <a:spcPct val="100000"/>
              </a:lnSpc>
              <a:spcBef>
                <a:spcPts val="400"/>
              </a:spcBef>
              <a:buClr>
                <a:srgbClr val="EEECE1"/>
              </a:buClr>
              <a:defRPr sz="2000"/>
            </a:lvl5pPr>
          </a:lstStyle>
          <a:p>
            <a:r>
              <a:t>Body Level One</a:t>
            </a:r>
          </a:p>
          <a:p>
            <a:pPr lvl="1"/>
            <a:r>
              <a:t>Body Level Two</a:t>
            </a:r>
          </a:p>
          <a:p>
            <a:pPr lvl="2"/>
            <a:r>
              <a:t>Body Level Three</a:t>
            </a:r>
          </a:p>
          <a:p>
            <a:pPr lvl="3"/>
            <a:r>
              <a:t>Body Level Four</a:t>
            </a:r>
          </a:p>
          <a:p>
            <a:pPr lvl="4"/>
            <a:r>
              <a:t>Body Level Five</a:t>
            </a:r>
          </a:p>
        </p:txBody>
      </p:sp>
      <p:sp>
        <p:nvSpPr>
          <p:cNvPr id="9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Default - Vertical Title and Text">
    <p:spTree>
      <p:nvGrpSpPr>
        <p:cNvPr id="1" name=""/>
        <p:cNvGrpSpPr/>
        <p:nvPr/>
      </p:nvGrpSpPr>
      <p:grpSpPr>
        <a:xfrm>
          <a:off x="0" y="0"/>
          <a:ext cx="0" cy="0"/>
          <a:chOff x="0" y="0"/>
          <a:chExt cx="0" cy="0"/>
        </a:xfrm>
      </p:grpSpPr>
      <p:pic>
        <p:nvPicPr>
          <p:cNvPr id="106" name="image1.jpg" descr="image1.jpg"/>
          <p:cNvPicPr>
            <a:picLocks noChangeAspect="1"/>
          </p:cNvPicPr>
          <p:nvPr/>
        </p:nvPicPr>
        <p:blipFill>
          <a:blip r:embed="rId2"/>
          <a:stretch>
            <a:fillRect/>
          </a:stretch>
        </p:blipFill>
        <p:spPr>
          <a:xfrm>
            <a:off x="0" y="1"/>
            <a:ext cx="9144000" cy="381000"/>
          </a:xfrm>
          <a:prstGeom prst="rect">
            <a:avLst/>
          </a:prstGeom>
          <a:ln w="12700">
            <a:miter lim="400000"/>
          </a:ln>
        </p:spPr>
      </p:pic>
      <p:sp>
        <p:nvSpPr>
          <p:cNvPr id="107" name="Title Text"/>
          <p:cNvSpPr txBox="1">
            <a:spLocks noGrp="1"/>
          </p:cNvSpPr>
          <p:nvPr>
            <p:ph type="title"/>
          </p:nvPr>
        </p:nvSpPr>
        <p:spPr>
          <a:xfrm>
            <a:off x="6610350" y="457200"/>
            <a:ext cx="2076450" cy="6400800"/>
          </a:xfrm>
          <a:prstGeom prst="rect">
            <a:avLst/>
          </a:prstGeom>
        </p:spPr>
        <p:txBody>
          <a:bodyPr/>
          <a:lstStyle/>
          <a:p>
            <a:r>
              <a:t>Title Text</a:t>
            </a:r>
          </a:p>
        </p:txBody>
      </p:sp>
      <p:sp>
        <p:nvSpPr>
          <p:cNvPr id="108" name="Body Level One…"/>
          <p:cNvSpPr txBox="1">
            <a:spLocks noGrp="1"/>
          </p:cNvSpPr>
          <p:nvPr>
            <p:ph type="body" idx="1"/>
          </p:nvPr>
        </p:nvSpPr>
        <p:spPr>
          <a:xfrm>
            <a:off x="381000" y="457200"/>
            <a:ext cx="6076950" cy="6400800"/>
          </a:xfrm>
          <a:prstGeom prst="rect">
            <a:avLst/>
          </a:prstGeom>
        </p:spPr>
        <p:txBody>
          <a:bodyPr/>
          <a:lstStyle>
            <a:lvl1pPr marL="342900" indent="-342900">
              <a:lnSpc>
                <a:spcPct val="100000"/>
              </a:lnSpc>
              <a:spcBef>
                <a:spcPts val="400"/>
              </a:spcBef>
              <a:buClr>
                <a:srgbClr val="EEECE1"/>
              </a:buClr>
              <a:defRPr sz="2000"/>
            </a:lvl1pPr>
            <a:lvl2pPr marL="742950" indent="-285750">
              <a:lnSpc>
                <a:spcPct val="100000"/>
              </a:lnSpc>
              <a:spcBef>
                <a:spcPts val="400"/>
              </a:spcBef>
              <a:buClr>
                <a:srgbClr val="EEECE1"/>
              </a:buClr>
              <a:defRPr sz="2000"/>
            </a:lvl2pPr>
            <a:lvl3pPr marL="1143000" indent="-228600">
              <a:lnSpc>
                <a:spcPct val="100000"/>
              </a:lnSpc>
              <a:spcBef>
                <a:spcPts val="400"/>
              </a:spcBef>
              <a:buClr>
                <a:srgbClr val="EEECE1"/>
              </a:buClr>
              <a:defRPr sz="2000"/>
            </a:lvl3pPr>
            <a:lvl4pPr marL="1600200" indent="-228600">
              <a:lnSpc>
                <a:spcPct val="100000"/>
              </a:lnSpc>
              <a:spcBef>
                <a:spcPts val="400"/>
              </a:spcBef>
              <a:buClr>
                <a:srgbClr val="EEECE1"/>
              </a:buClr>
              <a:defRPr sz="2000"/>
            </a:lvl4pPr>
            <a:lvl5pPr marL="2057400" indent="-228600">
              <a:lnSpc>
                <a:spcPct val="100000"/>
              </a:lnSpc>
              <a:spcBef>
                <a:spcPts val="400"/>
              </a:spcBef>
              <a:buClr>
                <a:srgbClr val="EEECE1"/>
              </a:buClr>
              <a:defRPr sz="2000"/>
            </a:lvl5pPr>
          </a:lstStyle>
          <a:p>
            <a:r>
              <a:t>Body Level One</a:t>
            </a:r>
          </a:p>
          <a:p>
            <a:pPr lvl="1"/>
            <a:r>
              <a:t>Body Level Two</a:t>
            </a:r>
          </a:p>
          <a:p>
            <a:pPr lvl="2"/>
            <a:r>
              <a:t>Body Level Three</a:t>
            </a:r>
          </a:p>
          <a:p>
            <a:pPr lvl="3"/>
            <a:r>
              <a:t>Body Level Four</a:t>
            </a:r>
          </a:p>
          <a:p>
            <a:pPr lvl="4"/>
            <a:r>
              <a:t>Body Level Five</a:t>
            </a:r>
          </a:p>
        </p:txBody>
      </p:sp>
      <p:sp>
        <p:nvSpPr>
          <p:cNvPr id="10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1.jpg" descr="image1.jpg"/>
          <p:cNvPicPr>
            <a:picLocks noChangeAspect="1"/>
          </p:cNvPicPr>
          <p:nvPr/>
        </p:nvPicPr>
        <p:blipFill>
          <a:blip r:embed="rId13"/>
          <a:stretch>
            <a:fillRect/>
          </a:stretch>
        </p:blipFill>
        <p:spPr>
          <a:xfrm>
            <a:off x="0" y="1"/>
            <a:ext cx="9144000" cy="381000"/>
          </a:xfrm>
          <a:prstGeom prst="rect">
            <a:avLst/>
          </a:prstGeom>
          <a:ln w="12700">
            <a:miter lim="400000"/>
          </a:ln>
        </p:spPr>
      </p:pic>
      <p:sp>
        <p:nvSpPr>
          <p:cNvPr id="3" name="Title Text"/>
          <p:cNvSpPr txBox="1">
            <a:spLocks noGrp="1"/>
          </p:cNvSpPr>
          <p:nvPr>
            <p:ph type="title"/>
          </p:nvPr>
        </p:nvSpPr>
        <p:spPr>
          <a:xfrm>
            <a:off x="323527" y="323055"/>
            <a:ext cx="8496946" cy="8016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lstStyle/>
          <a:p>
            <a:r>
              <a:t>Title Text</a:t>
            </a:r>
          </a:p>
        </p:txBody>
      </p:sp>
      <p:sp>
        <p:nvSpPr>
          <p:cNvPr id="4" name="Body Level One…"/>
          <p:cNvSpPr txBox="1">
            <a:spLocks noGrp="1"/>
          </p:cNvSpPr>
          <p:nvPr>
            <p:ph type="body" idx="1"/>
          </p:nvPr>
        </p:nvSpPr>
        <p:spPr>
          <a:xfrm>
            <a:off x="323527" y="1124744"/>
            <a:ext cx="8496946" cy="57332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6553200" y="6172200"/>
            <a:ext cx="2133600" cy="368301"/>
          </a:xfrm>
          <a:prstGeom prst="rect">
            <a:avLst/>
          </a:prstGeom>
          <a:ln w="12700">
            <a:miter lim="400000"/>
          </a:ln>
        </p:spPr>
        <p:txBody>
          <a:bodyPr lIns="45719" rIns="45719" anchor="ctr">
            <a:spAutoFit/>
          </a:bodyPr>
          <a:lstStyle>
            <a:lvl1pPr algn="r">
              <a:defRPr sz="12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txStyles>
    <p:titleStyle>
      <a:lvl1pPr marL="0" marR="0" indent="0"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1pPr>
      <a:lvl2pPr marL="0" marR="0" indent="0"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2pPr>
      <a:lvl3pPr marL="0" marR="0" indent="0"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3pPr>
      <a:lvl4pPr marL="0" marR="0" indent="0"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4pPr>
      <a:lvl5pPr marL="0" marR="0" indent="0"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5pPr>
      <a:lvl6pPr marL="0" marR="0" indent="457200"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6pPr>
      <a:lvl7pPr marL="0" marR="0" indent="914400"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7pPr>
      <a:lvl8pPr marL="0" marR="0" indent="1371600"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8pPr>
      <a:lvl9pPr marL="0" marR="0" indent="1828800"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9pPr>
    </p:titleStyle>
    <p:bodyStyle>
      <a:lvl1pPr marL="377190" marR="0" indent="-377190" algn="l" defTabSz="914400" rtl="0" latinLnBrk="0">
        <a:lnSpc>
          <a:spcPct val="90000"/>
        </a:lnSpc>
        <a:spcBef>
          <a:spcPts val="500"/>
        </a:spcBef>
        <a:spcAft>
          <a:spcPts val="0"/>
        </a:spcAft>
        <a:buClr>
          <a:schemeClr val="accent6"/>
        </a:buClr>
        <a:buSzPct val="100000"/>
        <a:buFontTx/>
        <a:buChar char="●"/>
        <a:tabLst/>
        <a:defRPr sz="2200" b="0" i="0" u="none" strike="noStrike" cap="none" spc="0" baseline="0">
          <a:solidFill>
            <a:srgbClr val="000000"/>
          </a:solidFill>
          <a:uFill>
            <a:solidFill>
              <a:srgbClr val="000000"/>
            </a:solidFill>
          </a:uFill>
          <a:latin typeface="+mn-lt"/>
          <a:ea typeface="+mn-ea"/>
          <a:cs typeface="+mn-cs"/>
          <a:sym typeface="Arial"/>
        </a:defRPr>
      </a:lvl1pPr>
      <a:lvl2pPr marL="771525" marR="0" indent="-314325" algn="l" defTabSz="914400" rtl="0" latinLnBrk="0">
        <a:lnSpc>
          <a:spcPct val="90000"/>
        </a:lnSpc>
        <a:spcBef>
          <a:spcPts val="500"/>
        </a:spcBef>
        <a:spcAft>
          <a:spcPts val="0"/>
        </a:spcAft>
        <a:buClr>
          <a:schemeClr val="accent6"/>
        </a:buClr>
        <a:buSzPct val="100000"/>
        <a:buFontTx/>
        <a:buChar char="•"/>
        <a:tabLst/>
        <a:defRPr sz="2200" b="0" i="0" u="none" strike="noStrike" cap="none" spc="0" baseline="0">
          <a:solidFill>
            <a:srgbClr val="000000"/>
          </a:solidFill>
          <a:uFill>
            <a:solidFill>
              <a:srgbClr val="000000"/>
            </a:solidFill>
          </a:uFill>
          <a:latin typeface="+mn-lt"/>
          <a:ea typeface="+mn-ea"/>
          <a:cs typeface="+mn-cs"/>
          <a:sym typeface="Arial"/>
        </a:defRPr>
      </a:lvl2pPr>
      <a:lvl3pPr marL="1165860" marR="0" indent="-251460" algn="l" defTabSz="914400" rtl="0" latinLnBrk="0">
        <a:lnSpc>
          <a:spcPct val="90000"/>
        </a:lnSpc>
        <a:spcBef>
          <a:spcPts val="500"/>
        </a:spcBef>
        <a:spcAft>
          <a:spcPts val="0"/>
        </a:spcAft>
        <a:buClr>
          <a:schemeClr val="accent6"/>
        </a:buClr>
        <a:buSzPct val="100000"/>
        <a:buFontTx/>
        <a:buChar char="•"/>
        <a:tabLst/>
        <a:defRPr sz="2200" b="0" i="0" u="none" strike="noStrike" cap="none" spc="0" baseline="0">
          <a:solidFill>
            <a:srgbClr val="000000"/>
          </a:solidFill>
          <a:uFill>
            <a:solidFill>
              <a:srgbClr val="000000"/>
            </a:solidFill>
          </a:uFill>
          <a:latin typeface="+mn-lt"/>
          <a:ea typeface="+mn-ea"/>
          <a:cs typeface="+mn-cs"/>
          <a:sym typeface="Arial"/>
        </a:defRPr>
      </a:lvl3pPr>
      <a:lvl4pPr marL="1623060" marR="0" indent="-251460" algn="l" defTabSz="914400" rtl="0" latinLnBrk="0">
        <a:lnSpc>
          <a:spcPct val="90000"/>
        </a:lnSpc>
        <a:spcBef>
          <a:spcPts val="500"/>
        </a:spcBef>
        <a:spcAft>
          <a:spcPts val="0"/>
        </a:spcAft>
        <a:buClr>
          <a:schemeClr val="accent6"/>
        </a:buClr>
        <a:buSzPct val="100000"/>
        <a:buFontTx/>
        <a:buChar char="•"/>
        <a:tabLst/>
        <a:defRPr sz="2200" b="0" i="0" u="none" strike="noStrike" cap="none" spc="0" baseline="0">
          <a:solidFill>
            <a:srgbClr val="000000"/>
          </a:solidFill>
          <a:uFill>
            <a:solidFill>
              <a:srgbClr val="000000"/>
            </a:solidFill>
          </a:uFill>
          <a:latin typeface="+mn-lt"/>
          <a:ea typeface="+mn-ea"/>
          <a:cs typeface="+mn-cs"/>
          <a:sym typeface="Arial"/>
        </a:defRPr>
      </a:lvl4pPr>
      <a:lvl5pPr marL="2080260" marR="0" indent="-251460" algn="l" defTabSz="914400" rtl="0" latinLnBrk="0">
        <a:lnSpc>
          <a:spcPct val="90000"/>
        </a:lnSpc>
        <a:spcBef>
          <a:spcPts val="500"/>
        </a:spcBef>
        <a:spcAft>
          <a:spcPts val="0"/>
        </a:spcAft>
        <a:buClr>
          <a:schemeClr val="accent6"/>
        </a:buClr>
        <a:buSzPct val="100000"/>
        <a:buFontTx/>
        <a:buChar char="•"/>
        <a:tabLst/>
        <a:defRPr sz="2200" b="0" i="0" u="none" strike="noStrike" cap="none" spc="0" baseline="0">
          <a:solidFill>
            <a:srgbClr val="000000"/>
          </a:solidFill>
          <a:uFill>
            <a:solidFill>
              <a:srgbClr val="000000"/>
            </a:solidFill>
          </a:uFill>
          <a:latin typeface="+mn-lt"/>
          <a:ea typeface="+mn-ea"/>
          <a:cs typeface="+mn-cs"/>
          <a:sym typeface="Arial"/>
        </a:defRPr>
      </a:lvl5pPr>
      <a:lvl6pPr marL="2537460" marR="0" indent="-251460" algn="l" defTabSz="914400" rtl="0" latinLnBrk="0">
        <a:lnSpc>
          <a:spcPct val="90000"/>
        </a:lnSpc>
        <a:spcBef>
          <a:spcPts val="500"/>
        </a:spcBef>
        <a:spcAft>
          <a:spcPts val="0"/>
        </a:spcAft>
        <a:buClr>
          <a:schemeClr val="accent6"/>
        </a:buClr>
        <a:buSzPct val="100000"/>
        <a:buFontTx/>
        <a:buChar char="•"/>
        <a:tabLst/>
        <a:defRPr sz="2200" b="0" i="0" u="none" strike="noStrike" cap="none" spc="0" baseline="0">
          <a:solidFill>
            <a:srgbClr val="000000"/>
          </a:solidFill>
          <a:uFill>
            <a:solidFill>
              <a:srgbClr val="000000"/>
            </a:solidFill>
          </a:uFill>
          <a:latin typeface="+mn-lt"/>
          <a:ea typeface="+mn-ea"/>
          <a:cs typeface="+mn-cs"/>
          <a:sym typeface="Arial"/>
        </a:defRPr>
      </a:lvl6pPr>
      <a:lvl7pPr marL="2994660" marR="0" indent="-251460" algn="l" defTabSz="914400" rtl="0" latinLnBrk="0">
        <a:lnSpc>
          <a:spcPct val="90000"/>
        </a:lnSpc>
        <a:spcBef>
          <a:spcPts val="500"/>
        </a:spcBef>
        <a:spcAft>
          <a:spcPts val="0"/>
        </a:spcAft>
        <a:buClr>
          <a:schemeClr val="accent6"/>
        </a:buClr>
        <a:buSzPct val="100000"/>
        <a:buFontTx/>
        <a:buChar char="•"/>
        <a:tabLst/>
        <a:defRPr sz="2200" b="0" i="0" u="none" strike="noStrike" cap="none" spc="0" baseline="0">
          <a:solidFill>
            <a:srgbClr val="000000"/>
          </a:solidFill>
          <a:uFill>
            <a:solidFill>
              <a:srgbClr val="000000"/>
            </a:solidFill>
          </a:uFill>
          <a:latin typeface="+mn-lt"/>
          <a:ea typeface="+mn-ea"/>
          <a:cs typeface="+mn-cs"/>
          <a:sym typeface="Arial"/>
        </a:defRPr>
      </a:lvl7pPr>
      <a:lvl8pPr marL="3451859" marR="0" indent="-251459" algn="l" defTabSz="914400" rtl="0" latinLnBrk="0">
        <a:lnSpc>
          <a:spcPct val="90000"/>
        </a:lnSpc>
        <a:spcBef>
          <a:spcPts val="500"/>
        </a:spcBef>
        <a:spcAft>
          <a:spcPts val="0"/>
        </a:spcAft>
        <a:buClr>
          <a:schemeClr val="accent6"/>
        </a:buClr>
        <a:buSzPct val="100000"/>
        <a:buFontTx/>
        <a:buChar char="•"/>
        <a:tabLst/>
        <a:defRPr sz="2200" b="0" i="0" u="none" strike="noStrike" cap="none" spc="0" baseline="0">
          <a:solidFill>
            <a:srgbClr val="000000"/>
          </a:solidFill>
          <a:uFill>
            <a:solidFill>
              <a:srgbClr val="000000"/>
            </a:solidFill>
          </a:uFill>
          <a:latin typeface="+mn-lt"/>
          <a:ea typeface="+mn-ea"/>
          <a:cs typeface="+mn-cs"/>
          <a:sym typeface="Arial"/>
        </a:defRPr>
      </a:lvl8pPr>
      <a:lvl9pPr marL="3909059" marR="0" indent="-251459" algn="l" defTabSz="914400" rtl="0" latinLnBrk="0">
        <a:lnSpc>
          <a:spcPct val="90000"/>
        </a:lnSpc>
        <a:spcBef>
          <a:spcPts val="500"/>
        </a:spcBef>
        <a:spcAft>
          <a:spcPts val="0"/>
        </a:spcAft>
        <a:buClr>
          <a:schemeClr val="accent6"/>
        </a:buClr>
        <a:buSzPct val="100000"/>
        <a:buFontTx/>
        <a:buChar char="•"/>
        <a:tabLst/>
        <a:defRPr sz="2200" b="0" i="0" u="none" strike="noStrike" cap="none" spc="0" baseline="0">
          <a:solidFill>
            <a:srgbClr val="000000"/>
          </a:solidFill>
          <a:uFill>
            <a:solidFill>
              <a:srgbClr val="000000"/>
            </a:solidFill>
          </a:uFill>
          <a:latin typeface="+mn-lt"/>
          <a:ea typeface="+mn-ea"/>
          <a:cs typeface="+mn-cs"/>
          <a:sym typeface="Arial"/>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
            <a:solidFill>
              <a:srgbClr val="000000"/>
            </a:solidFill>
          </a:uFill>
          <a:latin typeface="+mn-lt"/>
          <a:ea typeface="+mn-ea"/>
          <a:cs typeface="+mn-cs"/>
          <a:sym typeface="Arial"/>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
            <a:solidFill>
              <a:srgbClr val="000000"/>
            </a:solidFill>
          </a:uFill>
          <a:latin typeface="+mn-lt"/>
          <a:ea typeface="+mn-ea"/>
          <a:cs typeface="+mn-cs"/>
          <a:sym typeface="Arial"/>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
            <a:solidFill>
              <a:srgbClr val="000000"/>
            </a:solidFill>
          </a:uFill>
          <a:latin typeface="+mn-lt"/>
          <a:ea typeface="+mn-ea"/>
          <a:cs typeface="+mn-cs"/>
          <a:sym typeface="Arial"/>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
            <a:solidFill>
              <a:srgbClr val="000000"/>
            </a:solidFill>
          </a:uFill>
          <a:latin typeface="+mn-lt"/>
          <a:ea typeface="+mn-ea"/>
          <a:cs typeface="+mn-cs"/>
          <a:sym typeface="Arial"/>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
            <a:solidFill>
              <a:srgbClr val="000000"/>
            </a:solidFill>
          </a:uFill>
          <a:latin typeface="+mn-lt"/>
          <a:ea typeface="+mn-ea"/>
          <a:cs typeface="+mn-cs"/>
          <a:sym typeface="Arial"/>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
            <a:solidFill>
              <a:srgbClr val="000000"/>
            </a:solidFill>
          </a:uFill>
          <a:latin typeface="+mn-lt"/>
          <a:ea typeface="+mn-ea"/>
          <a:cs typeface="+mn-cs"/>
          <a:sym typeface="Arial"/>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
            <a:solidFill>
              <a:srgbClr val="000000"/>
            </a:solidFill>
          </a:uFill>
          <a:latin typeface="+mn-lt"/>
          <a:ea typeface="+mn-ea"/>
          <a:cs typeface="+mn-cs"/>
          <a:sym typeface="Arial"/>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
            <a:solidFill>
              <a:srgbClr val="000000"/>
            </a:solidFill>
          </a:uFill>
          <a:latin typeface="+mn-lt"/>
          <a:ea typeface="+mn-ea"/>
          <a:cs typeface="+mn-cs"/>
          <a:sym typeface="Arial"/>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
            <a:solidFill>
              <a:srgbClr val="000000"/>
            </a:solidFill>
          </a:uFill>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hyperlink" Target="https://meet.jit.si/UBTIF208_DSP_202002" TargetMode="Externa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hyperlink" Target="https://files.bakrie.ac.id/s/XGnTjLxLcM78QTT" TargetMode="External"/><Relationship Id="rId7" Type="http://schemas.openxmlformats.org/officeDocument/2006/relationships/customXml" Target="../ink/ink3.xml"/><Relationship Id="rId2" Type="http://schemas.openxmlformats.org/officeDocument/2006/relationships/hyperlink" Target="http://dsp-book.narod.ru/DSPCSP/toc.htm" TargetMode="External"/><Relationship Id="rId1" Type="http://schemas.openxmlformats.org/officeDocument/2006/relationships/slideLayout" Target="../slideLayouts/slideLayout2.xml"/><Relationship Id="rId6" Type="http://schemas.openxmlformats.org/officeDocument/2006/relationships/hyperlink" Target="http://ocw.mit.edu/courses/electrical-engineering-and-computer-science/6-003-signals-and-systems-fall-2011" TargetMode="External"/><Relationship Id="rId5" Type="http://schemas.openxmlformats.org/officeDocument/2006/relationships/hyperlink" Target="https://files.bakrie.ac.id/s/tLfxQyxxcesjana" TargetMode="External"/><Relationship Id="rId4" Type="http://schemas.openxmlformats.org/officeDocument/2006/relationships/hyperlink" Target="http://www.dspguide.com/pdfbook.htm" TargetMode="Externa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hyperlink" Target="http://www.python.org" TargetMode="External"/><Relationship Id="rId7" Type="http://schemas.openxmlformats.org/officeDocument/2006/relationships/image" Target="../media/image7.png"/><Relationship Id="rId2" Type="http://schemas.openxmlformats.org/officeDocument/2006/relationships/hyperlink" Target="http://www.audacityteam.org" TargetMode="External"/><Relationship Id="rId1" Type="http://schemas.openxmlformats.org/officeDocument/2006/relationships/slideLayout" Target="../slideLayouts/slideLayout2.xml"/><Relationship Id="rId6" Type="http://schemas.openxmlformats.org/officeDocument/2006/relationships/hyperlink" Target="http://www.mathworks.com/matlab/" TargetMode="External"/><Relationship Id="rId11" Type="http://schemas.openxmlformats.org/officeDocument/2006/relationships/image" Target="../media/image10.png"/><Relationship Id="rId5" Type="http://schemas.openxmlformats.org/officeDocument/2006/relationships/hyperlink" Target="http://www.gnu.org/software/octave/" TargetMode="External"/><Relationship Id="rId10" Type="http://schemas.openxmlformats.org/officeDocument/2006/relationships/customXml" Target="../ink/ink4.xml"/><Relationship Id="rId4" Type="http://schemas.openxmlformats.org/officeDocument/2006/relationships/hyperlink" Target="https://colab.research.google.com/" TargetMode="External"/><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customXml" Target="../ink/ink7.xml"/><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0.png"/></Relationships>
</file>

<file path=ppt/slides/_rels/slide11.xml.rels><?xml version="1.0" encoding="UTF-8" standalone="yes"?>
<Relationships xmlns="http://schemas.openxmlformats.org/package/2006/relationships"><Relationship Id="rId8" Type="http://schemas.openxmlformats.org/officeDocument/2006/relationships/customXml" Target="../ink/ink8.xml"/><Relationship Id="rId3" Type="http://schemas.openxmlformats.org/officeDocument/2006/relationships/image" Target="../media/image22.jpeg"/><Relationship Id="rId7" Type="http://schemas.openxmlformats.org/officeDocument/2006/relationships/image" Target="../media/image26.jpeg"/><Relationship Id="rId2" Type="http://schemas.openxmlformats.org/officeDocument/2006/relationships/image" Target="../media/image21.png"/><Relationship Id="rId1" Type="http://schemas.openxmlformats.org/officeDocument/2006/relationships/slideLayout" Target="../slideLayouts/slideLayout6.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jpeg"/><Relationship Id="rId9"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29.png"/><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image" Target="../media/image31.png"/><Relationship Id="rId1" Type="http://schemas.openxmlformats.org/officeDocument/2006/relationships/slideLayout" Target="../slideLayouts/slideLayout6.xml"/><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2.xml"/><Relationship Id="rId4" Type="http://schemas.openxmlformats.org/officeDocument/2006/relationships/image" Target="../media/image37.jpeg"/></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4.xml"/><Relationship Id="rId5" Type="http://schemas.openxmlformats.org/officeDocument/2006/relationships/image" Target="../media/image44.png"/><Relationship Id="rId4" Type="http://schemas.openxmlformats.org/officeDocument/2006/relationships/image" Target="../media/image43.png"/></Relationships>
</file>

<file path=ppt/slides/_rels/slide2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2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2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4.gif"/><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4.gif"/><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www.ws.binghamton.edu/fowler/fowler%20personal%20page/2007" TargetMode="External"/><Relationship Id="rId2" Type="http://schemas.openxmlformats.org/officeDocument/2006/relationships/hyperlink" Target="http://www.dspguide.com/pdfbook.htm"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DAE65040-9632-0349-B8C1-9232AFE83B45}"/>
              </a:ext>
            </a:extLst>
          </p:cNvPr>
          <p:cNvSpPr txBox="1">
            <a:spLocks/>
          </p:cNvSpPr>
          <p:nvPr/>
        </p:nvSpPr>
        <p:spPr>
          <a:xfrm>
            <a:off x="284252" y="1617379"/>
            <a:ext cx="8767281" cy="5112195"/>
          </a:xfrm>
          <a:prstGeom prst="rect">
            <a:avLst/>
          </a:prstGeom>
        </p:spPr>
        <p:txBody>
          <a:bodyPr/>
          <a:lstStyle>
            <a:lvl1pPr marL="342900" indent="-342900" algn="l" rtl="0" eaLnBrk="1" fontAlgn="base" hangingPunct="1">
              <a:spcBef>
                <a:spcPct val="20000"/>
              </a:spcBef>
              <a:spcAft>
                <a:spcPct val="0"/>
              </a:spcAft>
              <a:buClr>
                <a:schemeClr val="bg2"/>
              </a:buClr>
              <a:buChar char="•"/>
              <a:defRPr sz="2400">
                <a:solidFill>
                  <a:schemeClr val="tx1"/>
                </a:solidFill>
                <a:latin typeface="+mn-lt"/>
                <a:ea typeface="+mn-ea"/>
                <a:cs typeface="+mn-cs"/>
              </a:defRPr>
            </a:lvl1pPr>
            <a:lvl2pPr marL="742950" indent="-285750" algn="l" rtl="0" eaLnBrk="1" fontAlgn="base" hangingPunct="1">
              <a:spcBef>
                <a:spcPct val="20000"/>
              </a:spcBef>
              <a:spcAft>
                <a:spcPct val="0"/>
              </a:spcAft>
              <a:buClr>
                <a:schemeClr val="bg2"/>
              </a:buClr>
              <a:buChar char="–"/>
              <a:defRPr sz="2000">
                <a:solidFill>
                  <a:schemeClr val="tx1"/>
                </a:solidFill>
                <a:latin typeface="+mn-lt"/>
              </a:defRPr>
            </a:lvl2pPr>
            <a:lvl3pPr marL="1143000" indent="-228600" algn="l" rtl="0" eaLnBrk="1" fontAlgn="base" hangingPunct="1">
              <a:spcBef>
                <a:spcPct val="20000"/>
              </a:spcBef>
              <a:spcAft>
                <a:spcPct val="0"/>
              </a:spcAft>
              <a:buClr>
                <a:schemeClr val="bg2"/>
              </a:buClr>
              <a:buChar char="•"/>
              <a:defRPr sz="2400">
                <a:solidFill>
                  <a:schemeClr val="tx1"/>
                </a:solidFill>
                <a:latin typeface="+mn-lt"/>
              </a:defRPr>
            </a:lvl3pPr>
            <a:lvl4pPr marL="1600200" indent="-228600" algn="l" rtl="0" eaLnBrk="1" fontAlgn="base" hangingPunct="1">
              <a:spcBef>
                <a:spcPct val="20000"/>
              </a:spcBef>
              <a:spcAft>
                <a:spcPct val="0"/>
              </a:spcAft>
              <a:buClr>
                <a:schemeClr val="bg2"/>
              </a:buClr>
              <a:buChar char="–"/>
              <a:defRPr sz="1600">
                <a:solidFill>
                  <a:schemeClr val="tx1"/>
                </a:solidFill>
                <a:latin typeface="+mn-lt"/>
              </a:defRPr>
            </a:lvl4pPr>
            <a:lvl5pPr marL="2057400" indent="-228600" algn="l" rtl="0" eaLnBrk="1" fontAlgn="base" hangingPunct="1">
              <a:spcBef>
                <a:spcPct val="20000"/>
              </a:spcBef>
              <a:spcAft>
                <a:spcPct val="0"/>
              </a:spcAft>
              <a:buClr>
                <a:schemeClr val="bg2"/>
              </a:buClr>
              <a:buChar char="»"/>
              <a:defRPr sz="1600">
                <a:solidFill>
                  <a:schemeClr val="tx1"/>
                </a:solidFill>
                <a:latin typeface="+mn-lt"/>
              </a:defRPr>
            </a:lvl5pPr>
            <a:lvl6pPr marL="2514600" indent="-228600" algn="l" rtl="0" eaLnBrk="1" fontAlgn="base" hangingPunct="1">
              <a:spcBef>
                <a:spcPct val="20000"/>
              </a:spcBef>
              <a:spcAft>
                <a:spcPct val="0"/>
              </a:spcAft>
              <a:buClr>
                <a:schemeClr val="bg2"/>
              </a:buClr>
              <a:buChar char="»"/>
              <a:defRPr sz="1600">
                <a:solidFill>
                  <a:schemeClr val="tx1"/>
                </a:solidFill>
                <a:latin typeface="+mn-lt"/>
              </a:defRPr>
            </a:lvl6pPr>
            <a:lvl7pPr marL="2971800" indent="-228600" algn="l" rtl="0" eaLnBrk="1" fontAlgn="base" hangingPunct="1">
              <a:spcBef>
                <a:spcPct val="20000"/>
              </a:spcBef>
              <a:spcAft>
                <a:spcPct val="0"/>
              </a:spcAft>
              <a:buClr>
                <a:schemeClr val="bg2"/>
              </a:buClr>
              <a:buChar char="»"/>
              <a:defRPr sz="1600">
                <a:solidFill>
                  <a:schemeClr val="tx1"/>
                </a:solidFill>
                <a:latin typeface="+mn-lt"/>
              </a:defRPr>
            </a:lvl7pPr>
            <a:lvl8pPr marL="3429000" indent="-228600" algn="l" rtl="0" eaLnBrk="1" fontAlgn="base" hangingPunct="1">
              <a:spcBef>
                <a:spcPct val="20000"/>
              </a:spcBef>
              <a:spcAft>
                <a:spcPct val="0"/>
              </a:spcAft>
              <a:buClr>
                <a:schemeClr val="bg2"/>
              </a:buClr>
              <a:buChar char="»"/>
              <a:defRPr sz="1600">
                <a:solidFill>
                  <a:schemeClr val="tx1"/>
                </a:solidFill>
                <a:latin typeface="+mn-lt"/>
              </a:defRPr>
            </a:lvl8pPr>
            <a:lvl9pPr marL="3886200" indent="-228600" algn="l" rtl="0" eaLnBrk="1" fontAlgn="base" hangingPunct="1">
              <a:spcBef>
                <a:spcPct val="20000"/>
              </a:spcBef>
              <a:spcAft>
                <a:spcPct val="0"/>
              </a:spcAft>
              <a:buClr>
                <a:schemeClr val="bg2"/>
              </a:buClr>
              <a:buChar char="»"/>
              <a:defRPr sz="1600">
                <a:solidFill>
                  <a:schemeClr val="tx1"/>
                </a:solidFill>
                <a:latin typeface="+mn-lt"/>
              </a:defRPr>
            </a:lvl9pPr>
          </a:lstStyle>
          <a:p>
            <a:pPr marL="0" indent="0">
              <a:spcBef>
                <a:spcPts val="300"/>
              </a:spcBef>
              <a:buFont typeface="Wingdings"/>
              <a:buNone/>
              <a:defRPr sz="1600">
                <a:latin typeface="Tahoma Bold"/>
                <a:ea typeface="Tahoma Bold"/>
                <a:cs typeface="Tahoma Bold"/>
                <a:sym typeface="Tahoma Bold"/>
              </a:defRPr>
            </a:pPr>
            <a:r>
              <a:rPr lang="en-ID" sz="1800" kern="0" dirty="0" err="1">
                <a:latin typeface="Tahoma Bold"/>
                <a:ea typeface="Tahoma Bold"/>
                <a:cs typeface="Tahoma Bold"/>
                <a:sym typeface="Tahoma Bold"/>
              </a:rPr>
              <a:t>Untuk</a:t>
            </a:r>
            <a:r>
              <a:rPr lang="en-ID" sz="1800" kern="0" dirty="0">
                <a:latin typeface="Tahoma Bold"/>
                <a:ea typeface="Tahoma Bold"/>
                <a:cs typeface="Tahoma Bold"/>
                <a:sym typeface="Tahoma Bold"/>
              </a:rPr>
              <a:t> yang </a:t>
            </a:r>
            <a:r>
              <a:rPr lang="en-ID" sz="1800" kern="0" dirty="0" err="1">
                <a:latin typeface="Tahoma Bold"/>
                <a:ea typeface="Tahoma Bold"/>
                <a:cs typeface="Tahoma Bold"/>
                <a:sym typeface="Tahoma Bold"/>
              </a:rPr>
              <a:t>sudah</a:t>
            </a:r>
            <a:r>
              <a:rPr lang="en-ID" sz="1800" kern="0" dirty="0">
                <a:latin typeface="Tahoma Bold"/>
                <a:ea typeface="Tahoma Bold"/>
                <a:cs typeface="Tahoma Bold"/>
                <a:sym typeface="Tahoma Bold"/>
              </a:rPr>
              <a:t> </a:t>
            </a:r>
            <a:r>
              <a:rPr lang="en-ID" sz="1800" kern="0" dirty="0" err="1">
                <a:latin typeface="Tahoma Bold"/>
                <a:ea typeface="Tahoma Bold"/>
                <a:cs typeface="Tahoma Bold"/>
                <a:sym typeface="Tahoma Bold"/>
              </a:rPr>
              <a:t>bergabung</a:t>
            </a:r>
            <a:r>
              <a:rPr lang="en-ID" sz="1800" kern="0" dirty="0">
                <a:latin typeface="Tahoma Bold"/>
                <a:ea typeface="Tahoma Bold"/>
                <a:cs typeface="Tahoma Bold"/>
                <a:sym typeface="Tahoma Bold"/>
              </a:rPr>
              <a:t>:</a:t>
            </a:r>
          </a:p>
          <a:p>
            <a:pPr>
              <a:spcBef>
                <a:spcPts val="300"/>
              </a:spcBef>
              <a:buSzPct val="100000"/>
              <a:buFontTx/>
              <a:buAutoNum type="arabicPeriod"/>
              <a:defRPr sz="1600">
                <a:solidFill>
                  <a:srgbClr val="FF0000"/>
                </a:solidFill>
              </a:defRPr>
            </a:pPr>
            <a:r>
              <a:rPr lang="en-ID" sz="1800" kern="0" dirty="0" err="1">
                <a:solidFill>
                  <a:srgbClr val="FF0000"/>
                </a:solidFill>
              </a:rPr>
              <a:t>Tuliskan</a:t>
            </a:r>
            <a:r>
              <a:rPr lang="en-ID" sz="1800" kern="0" dirty="0">
                <a:solidFill>
                  <a:srgbClr val="000000"/>
                </a:solidFill>
              </a:rPr>
              <a:t> </a:t>
            </a:r>
            <a:r>
              <a:rPr lang="en-ID" sz="1800" kern="0" dirty="0" err="1">
                <a:solidFill>
                  <a:srgbClr val="000000"/>
                </a:solidFill>
              </a:rPr>
              <a:t>nama</a:t>
            </a:r>
            <a:r>
              <a:rPr lang="en-ID" sz="1800" kern="0" dirty="0">
                <a:solidFill>
                  <a:srgbClr val="000000"/>
                </a:solidFill>
              </a:rPr>
              <a:t> dan NIM di </a:t>
            </a:r>
            <a:r>
              <a:rPr lang="en-ID" sz="1800" kern="0" dirty="0" err="1">
                <a:solidFill>
                  <a:srgbClr val="000000"/>
                </a:solidFill>
              </a:rPr>
              <a:t>bagian</a:t>
            </a:r>
            <a:r>
              <a:rPr lang="en-ID" sz="1800" kern="0" dirty="0">
                <a:solidFill>
                  <a:srgbClr val="000000"/>
                </a:solidFill>
              </a:rPr>
              <a:t> chat (</a:t>
            </a:r>
            <a:r>
              <a:rPr lang="en-ID" sz="1800" kern="0" dirty="0" err="1">
                <a:solidFill>
                  <a:srgbClr val="000000"/>
                </a:solidFill>
              </a:rPr>
              <a:t>klik</a:t>
            </a:r>
            <a:r>
              <a:rPr lang="en-ID" sz="1800" kern="0" dirty="0">
                <a:solidFill>
                  <a:srgbClr val="000000"/>
                </a:solidFill>
              </a:rPr>
              <a:t> di </a:t>
            </a:r>
            <a:r>
              <a:rPr lang="en-ID" sz="1800" kern="0" dirty="0" err="1">
                <a:solidFill>
                  <a:srgbClr val="000000"/>
                </a:solidFill>
              </a:rPr>
              <a:t>bagian</a:t>
            </a:r>
            <a:r>
              <a:rPr lang="en-ID" sz="1800" kern="0" dirty="0">
                <a:solidFill>
                  <a:srgbClr val="000000"/>
                </a:solidFill>
              </a:rPr>
              <a:t> </a:t>
            </a:r>
            <a:r>
              <a:rPr lang="en-ID" sz="1800" kern="0" dirty="0" err="1">
                <a:solidFill>
                  <a:srgbClr val="000000"/>
                </a:solidFill>
              </a:rPr>
              <a:t>kiri</a:t>
            </a:r>
            <a:r>
              <a:rPr lang="en-ID" sz="1800" kern="0" dirty="0">
                <a:solidFill>
                  <a:srgbClr val="000000"/>
                </a:solidFill>
              </a:rPr>
              <a:t> </a:t>
            </a:r>
            <a:r>
              <a:rPr lang="en-ID" sz="1800" kern="0" dirty="0" err="1">
                <a:solidFill>
                  <a:srgbClr val="000000"/>
                </a:solidFill>
              </a:rPr>
              <a:t>bawah</a:t>
            </a:r>
            <a:r>
              <a:rPr lang="en-ID" sz="1800" kern="0" dirty="0">
                <a:solidFill>
                  <a:srgbClr val="000000"/>
                </a:solidFill>
              </a:rPr>
              <a:t> </a:t>
            </a:r>
            <a:r>
              <a:rPr lang="en-ID" sz="1800" kern="0" dirty="0" err="1">
                <a:solidFill>
                  <a:srgbClr val="000000"/>
                </a:solidFill>
              </a:rPr>
              <a:t>layar</a:t>
            </a:r>
            <a:r>
              <a:rPr lang="en-ID" sz="1800" kern="0" dirty="0">
                <a:solidFill>
                  <a:srgbClr val="000000"/>
                </a:solidFill>
              </a:rPr>
              <a:t>)</a:t>
            </a:r>
          </a:p>
          <a:p>
            <a:pPr>
              <a:spcBef>
                <a:spcPts val="300"/>
              </a:spcBef>
              <a:buSzPct val="100000"/>
              <a:buFontTx/>
              <a:buAutoNum type="arabicPeriod"/>
              <a:defRPr sz="1600">
                <a:solidFill>
                  <a:srgbClr val="FF0000"/>
                </a:solidFill>
              </a:defRPr>
            </a:pPr>
            <a:r>
              <a:rPr lang="en-ID" sz="1800" kern="0" dirty="0" err="1">
                <a:solidFill>
                  <a:srgbClr val="FF0000"/>
                </a:solidFill>
              </a:rPr>
              <a:t>Ajak</a:t>
            </a:r>
            <a:r>
              <a:rPr lang="en-ID" sz="1800" kern="0" dirty="0">
                <a:solidFill>
                  <a:srgbClr val="000000"/>
                </a:solidFill>
              </a:rPr>
              <a:t> </a:t>
            </a:r>
            <a:r>
              <a:rPr lang="en-ID" sz="1800" kern="0" dirty="0" err="1">
                <a:solidFill>
                  <a:srgbClr val="000000"/>
                </a:solidFill>
              </a:rPr>
              <a:t>teman</a:t>
            </a:r>
            <a:r>
              <a:rPr lang="en-ID" sz="1800" kern="0" dirty="0">
                <a:solidFill>
                  <a:srgbClr val="000000"/>
                </a:solidFill>
              </a:rPr>
              <a:t> </a:t>
            </a:r>
            <a:r>
              <a:rPr lang="en-ID" sz="1800" kern="0" dirty="0" err="1">
                <a:solidFill>
                  <a:srgbClr val="000000"/>
                </a:solidFill>
              </a:rPr>
              <a:t>lainnya</a:t>
            </a:r>
            <a:r>
              <a:rPr lang="en-ID" sz="1800" kern="0" dirty="0">
                <a:solidFill>
                  <a:srgbClr val="000000"/>
                </a:solidFill>
              </a:rPr>
              <a:t> yang </a:t>
            </a:r>
            <a:r>
              <a:rPr lang="en-ID" sz="1800" kern="0" dirty="0" err="1">
                <a:solidFill>
                  <a:srgbClr val="000000"/>
                </a:solidFill>
              </a:rPr>
              <a:t>mungkin</a:t>
            </a:r>
            <a:r>
              <a:rPr lang="en-ID" sz="1800" kern="0" dirty="0">
                <a:solidFill>
                  <a:srgbClr val="000000"/>
                </a:solidFill>
              </a:rPr>
              <a:t> </a:t>
            </a:r>
            <a:r>
              <a:rPr lang="en-ID" sz="1800" kern="0" dirty="0" err="1">
                <a:solidFill>
                  <a:srgbClr val="000000"/>
                </a:solidFill>
              </a:rPr>
              <a:t>belum</a:t>
            </a:r>
            <a:r>
              <a:rPr lang="en-ID" sz="1800" kern="0" dirty="0">
                <a:solidFill>
                  <a:srgbClr val="000000"/>
                </a:solidFill>
              </a:rPr>
              <a:t> </a:t>
            </a:r>
            <a:r>
              <a:rPr lang="en-ID" sz="1800" kern="0" dirty="0" err="1">
                <a:solidFill>
                  <a:srgbClr val="000000"/>
                </a:solidFill>
              </a:rPr>
              <a:t>bergabung</a:t>
            </a:r>
            <a:r>
              <a:rPr lang="en-ID" sz="1800" kern="0" dirty="0">
                <a:solidFill>
                  <a:srgbClr val="000000"/>
                </a:solidFill>
              </a:rPr>
              <a:t> di </a:t>
            </a:r>
            <a:r>
              <a:rPr lang="en-ID" sz="1800" kern="0" dirty="0" err="1">
                <a:solidFill>
                  <a:srgbClr val="000000"/>
                </a:solidFill>
              </a:rPr>
              <a:t>sini</a:t>
            </a:r>
            <a:r>
              <a:rPr lang="en-ID" sz="1800" kern="0" dirty="0">
                <a:solidFill>
                  <a:srgbClr val="000000"/>
                </a:solidFill>
              </a:rPr>
              <a:t> </a:t>
            </a:r>
            <a:r>
              <a:rPr lang="en-ID" sz="1800" kern="0" dirty="0" err="1">
                <a:solidFill>
                  <a:srgbClr val="000000"/>
                </a:solidFill>
              </a:rPr>
              <a:t>untuk</a:t>
            </a:r>
            <a:r>
              <a:rPr lang="en-ID" sz="1800" kern="0" dirty="0">
                <a:solidFill>
                  <a:srgbClr val="000000"/>
                </a:solidFill>
              </a:rPr>
              <a:t> </a:t>
            </a:r>
            <a:r>
              <a:rPr lang="en-ID" sz="1800" kern="0" dirty="0" err="1">
                <a:solidFill>
                  <a:srgbClr val="000000"/>
                </a:solidFill>
              </a:rPr>
              <a:t>mengikuti</a:t>
            </a:r>
            <a:r>
              <a:rPr lang="en-ID" sz="1800" kern="0" dirty="0">
                <a:solidFill>
                  <a:srgbClr val="000000"/>
                </a:solidFill>
              </a:rPr>
              <a:t> </a:t>
            </a:r>
            <a:r>
              <a:rPr lang="en-ID" sz="1800" kern="0" dirty="0" err="1">
                <a:solidFill>
                  <a:srgbClr val="000000"/>
                </a:solidFill>
              </a:rPr>
              <a:t>kelas</a:t>
            </a:r>
            <a:endParaRPr lang="en-ID" sz="1800" kern="0" dirty="0">
              <a:solidFill>
                <a:srgbClr val="000000"/>
              </a:solidFill>
            </a:endParaRPr>
          </a:p>
          <a:p>
            <a:pPr>
              <a:spcBef>
                <a:spcPts val="300"/>
              </a:spcBef>
              <a:buSzPct val="100000"/>
              <a:buFontTx/>
              <a:buAutoNum type="arabicPeriod"/>
              <a:defRPr sz="1600"/>
            </a:pPr>
            <a:r>
              <a:rPr lang="en-ID" sz="1800" kern="0" dirty="0"/>
              <a:t>Bantu </a:t>
            </a:r>
            <a:r>
              <a:rPr lang="en-ID" sz="1800" kern="0" dirty="0" err="1"/>
              <a:t>temannya</a:t>
            </a:r>
            <a:r>
              <a:rPr lang="en-ID" sz="1800" kern="0" dirty="0"/>
              <a:t> </a:t>
            </a:r>
            <a:r>
              <a:rPr lang="en-ID" sz="1800" kern="0" dirty="0" err="1"/>
              <a:t>dengan</a:t>
            </a:r>
            <a:r>
              <a:rPr lang="en-ID" sz="1800" kern="0" dirty="0"/>
              <a:t> </a:t>
            </a:r>
            <a:r>
              <a:rPr lang="en-ID" sz="1800" kern="0" dirty="0" err="1">
                <a:solidFill>
                  <a:srgbClr val="FF0000"/>
                </a:solidFill>
              </a:rPr>
              <a:t>mengapprove</a:t>
            </a:r>
            <a:r>
              <a:rPr lang="en-ID" sz="1800" kern="0" dirty="0"/>
              <a:t> </a:t>
            </a:r>
            <a:r>
              <a:rPr lang="en-ID" sz="1800" kern="0" dirty="0" err="1"/>
              <a:t>teman</a:t>
            </a:r>
            <a:r>
              <a:rPr lang="en-ID" sz="1800" kern="0" dirty="0"/>
              <a:t> yang </a:t>
            </a:r>
            <a:r>
              <a:rPr lang="en-ID" sz="1800" kern="0" dirty="0" err="1"/>
              <a:t>akan</a:t>
            </a:r>
            <a:r>
              <a:rPr lang="en-ID" sz="1800" kern="0" dirty="0"/>
              <a:t> join class meeting</a:t>
            </a:r>
          </a:p>
          <a:p>
            <a:pPr>
              <a:spcBef>
                <a:spcPts val="300"/>
              </a:spcBef>
              <a:buSzPct val="100000"/>
              <a:buFontTx/>
              <a:buAutoNum type="arabicPeriod"/>
              <a:defRPr sz="1600">
                <a:solidFill>
                  <a:srgbClr val="FF0000"/>
                </a:solidFill>
              </a:defRPr>
            </a:pPr>
            <a:r>
              <a:rPr lang="en-ID" sz="1800" kern="0" dirty="0">
                <a:solidFill>
                  <a:srgbClr val="FF0000"/>
                </a:solidFill>
              </a:rPr>
              <a:t>Cam on </a:t>
            </a:r>
            <a:r>
              <a:rPr lang="en-ID" sz="1800" kern="0" dirty="0" err="1">
                <a:solidFill>
                  <a:srgbClr val="000000"/>
                </a:solidFill>
              </a:rPr>
              <a:t>untuk</a:t>
            </a:r>
            <a:r>
              <a:rPr lang="en-ID" sz="1800" kern="0" dirty="0">
                <a:solidFill>
                  <a:srgbClr val="000000"/>
                </a:solidFill>
              </a:rPr>
              <a:t> </a:t>
            </a:r>
            <a:r>
              <a:rPr lang="en-ID" sz="1800" kern="0" dirty="0" err="1">
                <a:solidFill>
                  <a:srgbClr val="000000"/>
                </a:solidFill>
              </a:rPr>
              <a:t>dokumentasi</a:t>
            </a:r>
            <a:r>
              <a:rPr lang="en-ID" sz="1800" kern="0" dirty="0">
                <a:solidFill>
                  <a:srgbClr val="000000"/>
                </a:solidFill>
              </a:rPr>
              <a:t> dan </a:t>
            </a:r>
            <a:r>
              <a:rPr lang="en-ID" sz="1800" kern="0" dirty="0" err="1">
                <a:solidFill>
                  <a:srgbClr val="000000"/>
                </a:solidFill>
              </a:rPr>
              <a:t>syarat</a:t>
            </a:r>
            <a:r>
              <a:rPr lang="en-ID" sz="1800" kern="0" dirty="0">
                <a:solidFill>
                  <a:srgbClr val="000000"/>
                </a:solidFill>
              </a:rPr>
              <a:t> </a:t>
            </a:r>
            <a:r>
              <a:rPr lang="en-ID" sz="1800" kern="0" dirty="0" err="1">
                <a:solidFill>
                  <a:srgbClr val="000000"/>
                </a:solidFill>
              </a:rPr>
              <a:t>presensi</a:t>
            </a:r>
            <a:r>
              <a:rPr lang="en-ID" sz="1800" kern="0" dirty="0">
                <a:solidFill>
                  <a:srgbClr val="000000"/>
                </a:solidFill>
              </a:rPr>
              <a:t> </a:t>
            </a:r>
            <a:r>
              <a:rPr lang="en-ID" sz="1800" kern="0" dirty="0" err="1">
                <a:solidFill>
                  <a:srgbClr val="000000"/>
                </a:solidFill>
              </a:rPr>
              <a:t>kelas</a:t>
            </a:r>
            <a:endParaRPr lang="en-ID" sz="1800" kern="0" dirty="0">
              <a:solidFill>
                <a:srgbClr val="000000"/>
              </a:solidFill>
            </a:endParaRPr>
          </a:p>
          <a:p>
            <a:pPr>
              <a:spcBef>
                <a:spcPts val="300"/>
              </a:spcBef>
              <a:buSzPct val="100000"/>
              <a:buFontTx/>
              <a:buAutoNum type="arabicPeriod"/>
              <a:defRPr sz="1600">
                <a:solidFill>
                  <a:srgbClr val="FF0000"/>
                </a:solidFill>
              </a:defRPr>
            </a:pPr>
            <a:r>
              <a:rPr lang="en-ID" sz="1800" kern="0" dirty="0">
                <a:solidFill>
                  <a:srgbClr val="FF0000"/>
                </a:solidFill>
              </a:rPr>
              <a:t>Screenshot</a:t>
            </a:r>
            <a:r>
              <a:rPr lang="en-ID" sz="1800" kern="0" dirty="0">
                <a:solidFill>
                  <a:srgbClr val="000000"/>
                </a:solidFill>
              </a:rPr>
              <a:t> sample pada </a:t>
            </a:r>
            <a:r>
              <a:rPr lang="en-ID" sz="1800" kern="0" dirty="0" err="1">
                <a:solidFill>
                  <a:srgbClr val="000000"/>
                </a:solidFill>
              </a:rPr>
              <a:t>saat</a:t>
            </a:r>
            <a:r>
              <a:rPr lang="en-ID" sz="1800" kern="0" dirty="0">
                <a:solidFill>
                  <a:srgbClr val="000000"/>
                </a:solidFill>
              </a:rPr>
              <a:t> </a:t>
            </a:r>
            <a:r>
              <a:rPr lang="en-ID" sz="1800" kern="0" dirty="0" err="1">
                <a:solidFill>
                  <a:srgbClr val="000000"/>
                </a:solidFill>
              </a:rPr>
              <a:t>kelas</a:t>
            </a:r>
            <a:r>
              <a:rPr lang="en-ID" sz="1800" kern="0" dirty="0">
                <a:solidFill>
                  <a:srgbClr val="000000"/>
                </a:solidFill>
              </a:rPr>
              <a:t> </a:t>
            </a:r>
            <a:r>
              <a:rPr lang="en-ID" sz="1800" kern="0" dirty="0" err="1">
                <a:solidFill>
                  <a:srgbClr val="000000"/>
                </a:solidFill>
              </a:rPr>
              <a:t>mulai</a:t>
            </a:r>
            <a:r>
              <a:rPr lang="en-ID" sz="1800" kern="0" dirty="0">
                <a:solidFill>
                  <a:srgbClr val="000000"/>
                </a:solidFill>
              </a:rPr>
              <a:t>, </a:t>
            </a:r>
            <a:r>
              <a:rPr lang="en-ID" sz="1800" kern="0" dirty="0" err="1">
                <a:solidFill>
                  <a:srgbClr val="000000"/>
                </a:solidFill>
              </a:rPr>
              <a:t>termasuk</a:t>
            </a:r>
            <a:r>
              <a:rPr lang="en-ID" sz="1800" kern="0" dirty="0">
                <a:solidFill>
                  <a:srgbClr val="000000"/>
                </a:solidFill>
              </a:rPr>
              <a:t> </a:t>
            </a:r>
            <a:r>
              <a:rPr lang="en-ID" sz="1800" kern="0" dirty="0" err="1">
                <a:solidFill>
                  <a:srgbClr val="000000"/>
                </a:solidFill>
              </a:rPr>
              <a:t>absensi</a:t>
            </a:r>
            <a:r>
              <a:rPr lang="en-ID" sz="1800" kern="0" dirty="0">
                <a:solidFill>
                  <a:srgbClr val="000000"/>
                </a:solidFill>
              </a:rPr>
              <a:t> manual </a:t>
            </a:r>
            <a:r>
              <a:rPr lang="en-ID" sz="1800" kern="0" dirty="0" err="1">
                <a:solidFill>
                  <a:srgbClr val="000000"/>
                </a:solidFill>
              </a:rPr>
              <a:t>dengan</a:t>
            </a:r>
            <a:r>
              <a:rPr lang="en-ID" sz="1800" kern="0" dirty="0">
                <a:solidFill>
                  <a:srgbClr val="000000"/>
                </a:solidFill>
              </a:rPr>
              <a:t> </a:t>
            </a:r>
            <a:r>
              <a:rPr lang="en-ID" sz="1800" kern="0" dirty="0" err="1">
                <a:solidFill>
                  <a:srgbClr val="000000"/>
                </a:solidFill>
              </a:rPr>
              <a:t>nama</a:t>
            </a:r>
            <a:r>
              <a:rPr lang="en-ID" sz="1800" kern="0" dirty="0">
                <a:solidFill>
                  <a:srgbClr val="000000"/>
                </a:solidFill>
              </a:rPr>
              <a:t>/NIM masing-masing, screenshot video meeting </a:t>
            </a:r>
            <a:r>
              <a:rPr lang="en-ID" sz="1800" kern="0" dirty="0" err="1">
                <a:solidFill>
                  <a:srgbClr val="000000"/>
                </a:solidFill>
              </a:rPr>
              <a:t>dengan</a:t>
            </a:r>
            <a:r>
              <a:rPr lang="en-ID" sz="1800" kern="0" dirty="0">
                <a:solidFill>
                  <a:srgbClr val="000000"/>
                </a:solidFill>
              </a:rPr>
              <a:t> cam on dan off</a:t>
            </a:r>
          </a:p>
          <a:p>
            <a:pPr>
              <a:spcBef>
                <a:spcPts val="300"/>
              </a:spcBef>
              <a:buSzPct val="100000"/>
              <a:buFontTx/>
              <a:buAutoNum type="arabicPeriod"/>
              <a:defRPr sz="1600">
                <a:solidFill>
                  <a:srgbClr val="FF0000"/>
                </a:solidFill>
              </a:defRPr>
            </a:pPr>
            <a:r>
              <a:rPr lang="en-ID" sz="1800" kern="0" dirty="0">
                <a:solidFill>
                  <a:srgbClr val="FF0000"/>
                </a:solidFill>
              </a:rPr>
              <a:t>Upload</a:t>
            </a:r>
            <a:r>
              <a:rPr lang="en-ID" sz="1800" kern="0" dirty="0">
                <a:solidFill>
                  <a:srgbClr val="000000"/>
                </a:solidFill>
              </a:rPr>
              <a:t> screenshot sample </a:t>
            </a:r>
            <a:r>
              <a:rPr lang="en-ID" sz="1800" kern="0" dirty="0" err="1">
                <a:solidFill>
                  <a:srgbClr val="000000"/>
                </a:solidFill>
              </a:rPr>
              <a:t>ke</a:t>
            </a:r>
            <a:r>
              <a:rPr lang="en-ID" sz="1800" kern="0" dirty="0">
                <a:solidFill>
                  <a:srgbClr val="000000"/>
                </a:solidFill>
              </a:rPr>
              <a:t> web E-Learning di </a:t>
            </a:r>
            <a:r>
              <a:rPr lang="en-ID" sz="1800" kern="0" dirty="0" err="1">
                <a:solidFill>
                  <a:srgbClr val="000000"/>
                </a:solidFill>
              </a:rPr>
              <a:t>alamat</a:t>
            </a:r>
            <a:r>
              <a:rPr lang="en-ID" sz="1800" kern="0" dirty="0">
                <a:solidFill>
                  <a:srgbClr val="000000"/>
                </a:solidFill>
              </a:rPr>
              <a:t> weekly meeting yang </a:t>
            </a:r>
            <a:r>
              <a:rPr lang="en-ID" sz="1800" kern="0" dirty="0" err="1">
                <a:solidFill>
                  <a:srgbClr val="000000"/>
                </a:solidFill>
              </a:rPr>
              <a:t>sudah</a:t>
            </a:r>
            <a:r>
              <a:rPr lang="en-ID" sz="1800" kern="0" dirty="0">
                <a:solidFill>
                  <a:srgbClr val="000000"/>
                </a:solidFill>
              </a:rPr>
              <a:t> </a:t>
            </a:r>
            <a:r>
              <a:rPr lang="en-ID" sz="1800" kern="0" dirty="0" err="1">
                <a:solidFill>
                  <a:srgbClr val="000000"/>
                </a:solidFill>
              </a:rPr>
              <a:t>ditentukan</a:t>
            </a:r>
            <a:endParaRPr lang="en-ID" sz="1800" kern="0" dirty="0">
              <a:solidFill>
                <a:srgbClr val="000000"/>
              </a:solidFill>
            </a:endParaRPr>
          </a:p>
          <a:p>
            <a:pPr>
              <a:spcBef>
                <a:spcPts val="300"/>
              </a:spcBef>
              <a:buSzPct val="100000"/>
              <a:buFontTx/>
              <a:buAutoNum type="arabicPeriod"/>
              <a:defRPr sz="1600"/>
            </a:pPr>
            <a:r>
              <a:rPr lang="en-ID" sz="1800" kern="0" dirty="0" err="1"/>
              <a:t>Absensi</a:t>
            </a:r>
            <a:r>
              <a:rPr lang="en-ID" sz="1800" kern="0" dirty="0"/>
              <a:t> </a:t>
            </a:r>
            <a:r>
              <a:rPr lang="en-ID" sz="1800" kern="0" dirty="0" err="1"/>
              <a:t>melalui</a:t>
            </a:r>
            <a:r>
              <a:rPr lang="en-ID" sz="1800" kern="0" dirty="0"/>
              <a:t> </a:t>
            </a:r>
            <a:r>
              <a:rPr lang="en-ID" sz="1800" kern="0" dirty="0" err="1">
                <a:solidFill>
                  <a:srgbClr val="FF0000"/>
                </a:solidFill>
              </a:rPr>
              <a:t>pemanggilan</a:t>
            </a:r>
            <a:r>
              <a:rPr lang="en-ID" sz="1800" kern="0" dirty="0">
                <a:solidFill>
                  <a:srgbClr val="FF0000"/>
                </a:solidFill>
              </a:rPr>
              <a:t> </a:t>
            </a:r>
            <a:r>
              <a:rPr lang="en-ID" sz="1800" kern="0" dirty="0" err="1">
                <a:solidFill>
                  <a:srgbClr val="FF0000"/>
                </a:solidFill>
              </a:rPr>
              <a:t>nama</a:t>
            </a:r>
            <a:r>
              <a:rPr lang="en-ID" sz="1800" kern="0" dirty="0"/>
              <a:t> masing-masing </a:t>
            </a:r>
            <a:r>
              <a:rPr lang="en-ID" sz="1800" kern="0" dirty="0" err="1"/>
              <a:t>akan</a:t>
            </a:r>
            <a:r>
              <a:rPr lang="en-ID" sz="1800" kern="0" dirty="0"/>
              <a:t> </a:t>
            </a:r>
            <a:r>
              <a:rPr lang="en-ID" sz="1800" kern="0" dirty="0" err="1"/>
              <a:t>dilakukan</a:t>
            </a:r>
            <a:r>
              <a:rPr lang="en-ID" sz="1800" kern="0" dirty="0"/>
              <a:t> di 30 </a:t>
            </a:r>
            <a:r>
              <a:rPr lang="en-ID" sz="1800" kern="0" dirty="0" err="1"/>
              <a:t>menit</a:t>
            </a:r>
            <a:r>
              <a:rPr lang="en-ID" sz="1800" kern="0" dirty="0"/>
              <a:t> </a:t>
            </a:r>
            <a:r>
              <a:rPr lang="en-ID" sz="1800" kern="0" dirty="0" err="1"/>
              <a:t>awal</a:t>
            </a:r>
            <a:r>
              <a:rPr lang="en-ID" sz="1800" kern="0" dirty="0"/>
              <a:t> </a:t>
            </a:r>
            <a:r>
              <a:rPr lang="en-ID" sz="1800" kern="0" dirty="0" err="1"/>
              <a:t>perkuliahan</a:t>
            </a:r>
            <a:endParaRPr lang="en-ID" sz="1800" kern="0" dirty="0"/>
          </a:p>
          <a:p>
            <a:pPr marL="0" indent="0">
              <a:buFont typeface="Wingdings"/>
              <a:buNone/>
              <a:defRPr sz="1600"/>
            </a:pPr>
            <a:endParaRPr lang="en-ID" sz="1800" kern="0" dirty="0"/>
          </a:p>
          <a:p>
            <a:pPr marL="0" indent="0">
              <a:spcBef>
                <a:spcPts val="300"/>
              </a:spcBef>
              <a:buFont typeface="Wingdings"/>
              <a:buNone/>
              <a:defRPr sz="1600">
                <a:latin typeface="Tahoma Bold"/>
                <a:ea typeface="Tahoma Bold"/>
                <a:cs typeface="Tahoma Bold"/>
                <a:sym typeface="Tahoma Bold"/>
              </a:defRPr>
            </a:pPr>
            <a:r>
              <a:rPr lang="en-ID" sz="1800" kern="0" dirty="0">
                <a:latin typeface="Tahoma Bold"/>
                <a:ea typeface="Tahoma Bold"/>
                <a:cs typeface="Tahoma Bold"/>
                <a:sym typeface="Tahoma Bold"/>
              </a:rPr>
              <a:t>Ketika </a:t>
            </a:r>
            <a:r>
              <a:rPr lang="en-ID" sz="1800" kern="0" dirty="0" err="1">
                <a:latin typeface="Tahoma Bold"/>
                <a:ea typeface="Tahoma Bold"/>
                <a:cs typeface="Tahoma Bold"/>
                <a:sym typeface="Tahoma Bold"/>
              </a:rPr>
              <a:t>kuliah</a:t>
            </a:r>
            <a:r>
              <a:rPr lang="en-ID" sz="1800" kern="0" dirty="0">
                <a:latin typeface="Tahoma Bold"/>
                <a:ea typeface="Tahoma Bold"/>
                <a:cs typeface="Tahoma Bold"/>
                <a:sym typeface="Tahoma Bold"/>
              </a:rPr>
              <a:t> </a:t>
            </a:r>
            <a:r>
              <a:rPr lang="en-ID" sz="1800" kern="0" dirty="0" err="1">
                <a:latin typeface="Tahoma Bold"/>
                <a:ea typeface="Tahoma Bold"/>
                <a:cs typeface="Tahoma Bold"/>
                <a:sym typeface="Tahoma Bold"/>
              </a:rPr>
              <a:t>berlangsung</a:t>
            </a:r>
            <a:r>
              <a:rPr lang="en-ID" sz="1800" kern="0" dirty="0">
                <a:latin typeface="Tahoma Bold"/>
                <a:ea typeface="Tahoma Bold"/>
                <a:cs typeface="Tahoma Bold"/>
                <a:sym typeface="Tahoma Bold"/>
              </a:rPr>
              <a:t>:</a:t>
            </a:r>
          </a:p>
          <a:p>
            <a:pPr>
              <a:spcBef>
                <a:spcPts val="300"/>
              </a:spcBef>
              <a:buSzPct val="100000"/>
              <a:buFontTx/>
              <a:buAutoNum type="arabicPeriod"/>
              <a:defRPr sz="1600">
                <a:solidFill>
                  <a:srgbClr val="3366FF"/>
                </a:solidFill>
              </a:defRPr>
            </a:pPr>
            <a:r>
              <a:rPr lang="en-ID" sz="1800" kern="0" dirty="0">
                <a:solidFill>
                  <a:srgbClr val="3366FF"/>
                </a:solidFill>
              </a:rPr>
              <a:t>Mute</a:t>
            </a:r>
            <a:r>
              <a:rPr lang="en-ID" sz="1800" kern="0" dirty="0">
                <a:solidFill>
                  <a:srgbClr val="000000"/>
                </a:solidFill>
              </a:rPr>
              <a:t> Sound</a:t>
            </a:r>
          </a:p>
          <a:p>
            <a:pPr>
              <a:spcBef>
                <a:spcPts val="300"/>
              </a:spcBef>
              <a:buSzPct val="100000"/>
              <a:buFontTx/>
              <a:buAutoNum type="arabicPeriod"/>
              <a:defRPr sz="1600"/>
            </a:pPr>
            <a:r>
              <a:rPr lang="en-ID" sz="1800" kern="0" dirty="0"/>
              <a:t>Jika </a:t>
            </a:r>
            <a:r>
              <a:rPr lang="en-ID" sz="1800" kern="0" dirty="0" err="1"/>
              <a:t>akan</a:t>
            </a:r>
            <a:r>
              <a:rPr lang="en-ID" sz="1800" kern="0" dirty="0"/>
              <a:t> </a:t>
            </a:r>
            <a:r>
              <a:rPr lang="en-ID" sz="1800" kern="0" dirty="0" err="1">
                <a:solidFill>
                  <a:srgbClr val="3366FF"/>
                </a:solidFill>
              </a:rPr>
              <a:t>bertanya</a:t>
            </a:r>
            <a:r>
              <a:rPr lang="en-ID" sz="1800" kern="0" dirty="0"/>
              <a:t> (</a:t>
            </a:r>
            <a:r>
              <a:rPr lang="en-ID" sz="1800" kern="0" dirty="0" err="1"/>
              <a:t>atau</a:t>
            </a:r>
            <a:r>
              <a:rPr lang="en-ID" sz="1800" kern="0" dirty="0"/>
              <a:t> </a:t>
            </a:r>
            <a:r>
              <a:rPr lang="en-ID" sz="1800" kern="0" dirty="0" err="1">
                <a:solidFill>
                  <a:srgbClr val="3366FF"/>
                </a:solidFill>
              </a:rPr>
              <a:t>ditanya</a:t>
            </a:r>
            <a:r>
              <a:rPr lang="en-ID" sz="1800" kern="0" dirty="0"/>
              <a:t>), unmute sound </a:t>
            </a:r>
          </a:p>
          <a:p>
            <a:pPr>
              <a:spcBef>
                <a:spcPts val="300"/>
              </a:spcBef>
              <a:buSzPct val="100000"/>
              <a:buFontTx/>
              <a:buAutoNum type="arabicPeriod"/>
              <a:defRPr sz="1600"/>
            </a:pPr>
            <a:r>
              <a:rPr lang="en-ID" sz="1800" kern="0" dirty="0"/>
              <a:t>Unmute sound di laptop/PC </a:t>
            </a:r>
            <a:r>
              <a:rPr lang="en-ID" sz="1800" kern="0" dirty="0" err="1"/>
              <a:t>bisa</a:t>
            </a:r>
            <a:r>
              <a:rPr lang="en-ID" sz="1800" kern="0" dirty="0"/>
              <a:t> </a:t>
            </a:r>
            <a:r>
              <a:rPr lang="en-ID" sz="1800" kern="0" dirty="0" err="1"/>
              <a:t>dilakukan</a:t>
            </a:r>
            <a:r>
              <a:rPr lang="en-ID" sz="1800" kern="0" dirty="0"/>
              <a:t> </a:t>
            </a:r>
            <a:r>
              <a:rPr lang="en-ID" sz="1800" kern="0" dirty="0" err="1"/>
              <a:t>dengan</a:t>
            </a:r>
            <a:r>
              <a:rPr lang="en-ID" sz="1800" kern="0" dirty="0"/>
              <a:t> </a:t>
            </a:r>
            <a:r>
              <a:rPr lang="en-ID" sz="1800" kern="0" dirty="0" err="1"/>
              <a:t>menekan</a:t>
            </a:r>
            <a:r>
              <a:rPr lang="en-ID" sz="1800" kern="0" dirty="0"/>
              <a:t> </a:t>
            </a:r>
            <a:r>
              <a:rPr lang="en-ID" sz="1800" kern="0" dirty="0">
                <a:solidFill>
                  <a:srgbClr val="3366FF"/>
                </a:solidFill>
              </a:rPr>
              <a:t>Space Bar</a:t>
            </a:r>
          </a:p>
        </p:txBody>
      </p:sp>
      <p:sp>
        <p:nvSpPr>
          <p:cNvPr id="3" name="TextBox 3">
            <a:extLst>
              <a:ext uri="{FF2B5EF4-FFF2-40B4-BE49-F238E27FC236}">
                <a16:creationId xmlns:a16="http://schemas.microsoft.com/office/drawing/2014/main" id="{96C014B7-E251-494A-AF82-3B9B2E56E857}"/>
              </a:ext>
            </a:extLst>
          </p:cNvPr>
          <p:cNvSpPr txBox="1"/>
          <p:nvPr/>
        </p:nvSpPr>
        <p:spPr>
          <a:xfrm>
            <a:off x="284252" y="921850"/>
            <a:ext cx="4914472"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defRPr sz="1600" b="1">
                <a:latin typeface="Arial"/>
                <a:ea typeface="Arial"/>
                <a:cs typeface="Arial"/>
                <a:sym typeface="Arial"/>
              </a:defRPr>
            </a:lvl1pPr>
          </a:lstStyle>
          <a:p>
            <a:r>
              <a:rPr lang="en-US" dirty="0" err="1"/>
              <a:t>Selasa</a:t>
            </a:r>
            <a:r>
              <a:rPr dirty="0"/>
              <a:t>, </a:t>
            </a:r>
            <a:r>
              <a:rPr lang="en-US" dirty="0"/>
              <a:t>09</a:t>
            </a:r>
            <a:r>
              <a:rPr dirty="0"/>
              <a:t> </a:t>
            </a:r>
            <a:r>
              <a:rPr lang="en-US" dirty="0" err="1"/>
              <a:t>Maret</a:t>
            </a:r>
            <a:r>
              <a:rPr lang="en-US" dirty="0"/>
              <a:t> </a:t>
            </a:r>
            <a:r>
              <a:rPr dirty="0"/>
              <a:t>2021 – start </a:t>
            </a:r>
            <a:r>
              <a:rPr lang="en-US" dirty="0"/>
              <a:t>07.45</a:t>
            </a:r>
            <a:r>
              <a:rPr dirty="0"/>
              <a:t> WIB</a:t>
            </a:r>
          </a:p>
        </p:txBody>
      </p:sp>
    </p:spTree>
    <p:extLst>
      <p:ext uri="{BB962C8B-B14F-4D97-AF65-F5344CB8AC3E}">
        <p14:creationId xmlns:p14="http://schemas.microsoft.com/office/powerpoint/2010/main" val="155002541"/>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Digital Signal Processing"/>
          <p:cNvSpPr txBox="1">
            <a:spLocks noGrp="1"/>
          </p:cNvSpPr>
          <p:nvPr>
            <p:ph type="title"/>
          </p:nvPr>
        </p:nvSpPr>
        <p:spPr>
          <a:xfrm>
            <a:off x="2057400" y="1828800"/>
            <a:ext cx="7086600" cy="2209800"/>
          </a:xfrm>
          <a:prstGeom prst="rect">
            <a:avLst/>
          </a:prstGeom>
        </p:spPr>
        <p:txBody>
          <a:bodyPr>
            <a:normAutofit/>
          </a:bodyPr>
          <a:lstStyle/>
          <a:p>
            <a:r>
              <a:t>Digital Signal Processing</a:t>
            </a:r>
          </a:p>
        </p:txBody>
      </p:sp>
      <p:sp>
        <p:nvSpPr>
          <p:cNvPr id="119" name="Irwan Prasetya Gunawan…"/>
          <p:cNvSpPr txBox="1">
            <a:spLocks noGrp="1"/>
          </p:cNvSpPr>
          <p:nvPr>
            <p:ph type="body" sz="quarter" idx="1"/>
          </p:nvPr>
        </p:nvSpPr>
        <p:spPr>
          <a:xfrm>
            <a:off x="4114800" y="4267200"/>
            <a:ext cx="4876800" cy="2209800"/>
          </a:xfrm>
          <a:prstGeom prst="rect">
            <a:avLst/>
          </a:prstGeom>
        </p:spPr>
        <p:txBody>
          <a:bodyPr>
            <a:normAutofit/>
          </a:bodyPr>
          <a:lstStyle/>
          <a:p>
            <a:r>
              <a:t>Irwan Prasetya Gunawan</a:t>
            </a:r>
          </a:p>
          <a:p>
            <a:r>
              <a:t>Informatics</a:t>
            </a:r>
          </a:p>
          <a:p>
            <a:r>
              <a:t>ipg@bakrie.ac.id</a:t>
            </a:r>
          </a:p>
          <a:p>
            <a:endParaRPr/>
          </a:p>
          <a:p>
            <a:r>
              <a:t>Last Updated: 20210309</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Course structure"/>
          <p:cNvSpPr txBox="1">
            <a:spLocks noGrp="1"/>
          </p:cNvSpPr>
          <p:nvPr>
            <p:ph type="title"/>
          </p:nvPr>
        </p:nvSpPr>
        <p:spPr>
          <a:xfrm>
            <a:off x="323527" y="457200"/>
            <a:ext cx="8496946" cy="533400"/>
          </a:xfrm>
          <a:prstGeom prst="rect">
            <a:avLst/>
          </a:prstGeom>
        </p:spPr>
        <p:txBody>
          <a:bodyPr>
            <a:normAutofit fontScale="90000"/>
          </a:bodyPr>
          <a:lstStyle>
            <a:lvl1pPr defTabSz="896111">
              <a:defRPr sz="3136"/>
            </a:lvl1pPr>
          </a:lstStyle>
          <a:p>
            <a:r>
              <a:t>Course structure</a:t>
            </a:r>
          </a:p>
        </p:txBody>
      </p:sp>
      <p:sp>
        <p:nvSpPr>
          <p:cNvPr id="122" name="Timetable…"/>
          <p:cNvSpPr txBox="1">
            <a:spLocks noGrp="1"/>
          </p:cNvSpPr>
          <p:nvPr>
            <p:ph type="body" idx="1"/>
          </p:nvPr>
        </p:nvSpPr>
        <p:spPr>
          <a:xfrm>
            <a:off x="323527" y="1066800"/>
            <a:ext cx="8496946" cy="5472608"/>
          </a:xfrm>
          <a:prstGeom prst="rect">
            <a:avLst/>
          </a:prstGeom>
        </p:spPr>
        <p:txBody>
          <a:bodyPr>
            <a:normAutofit/>
          </a:bodyPr>
          <a:lstStyle/>
          <a:p>
            <a:pPr marL="313067" indent="-313067" defTabSz="758951">
              <a:spcBef>
                <a:spcPts val="400"/>
              </a:spcBef>
              <a:defRPr sz="1826"/>
            </a:pPr>
            <a:r>
              <a:rPr dirty="0"/>
              <a:t>Timetable</a:t>
            </a:r>
          </a:p>
          <a:p>
            <a:pPr marL="640365" lvl="1" indent="-260889" defTabSz="758951">
              <a:spcBef>
                <a:spcPts val="400"/>
              </a:spcBef>
              <a:buClr>
                <a:schemeClr val="accent2"/>
              </a:buClr>
              <a:defRPr sz="1826"/>
            </a:pPr>
            <a:r>
              <a:rPr dirty="0"/>
              <a:t>Class/room: </a:t>
            </a:r>
            <a:r>
              <a:rPr u="sng" dirty="0">
                <a:solidFill>
                  <a:srgbClr val="0000FF"/>
                </a:solidFill>
                <a:uFill>
                  <a:solidFill>
                    <a:srgbClr val="0000FF"/>
                  </a:solidFill>
                </a:uFill>
                <a:hlinkClick r:id="rId2"/>
              </a:rPr>
              <a:t>https://meet.jit.si/UBTIF208_DSP_202002</a:t>
            </a:r>
          </a:p>
          <a:p>
            <a:pPr marL="640365" lvl="1" indent="-260889" defTabSz="758951">
              <a:spcBef>
                <a:spcPts val="400"/>
              </a:spcBef>
              <a:buClr>
                <a:schemeClr val="accent2"/>
              </a:buClr>
              <a:defRPr sz="1826"/>
            </a:pPr>
            <a:r>
              <a:rPr dirty="0"/>
              <a:t>Time: Tue / 07.30-10.00 WIB</a:t>
            </a:r>
          </a:p>
          <a:p>
            <a:pPr marL="313067" indent="-313067" defTabSz="758951">
              <a:spcBef>
                <a:spcPts val="400"/>
              </a:spcBef>
              <a:defRPr sz="1826"/>
            </a:pPr>
            <a:r>
              <a:rPr dirty="0"/>
              <a:t>Course plan</a:t>
            </a:r>
          </a:p>
          <a:p>
            <a:pPr marL="640365" lvl="1" indent="-260889" defTabSz="758951">
              <a:spcBef>
                <a:spcPts val="400"/>
              </a:spcBef>
              <a:buClr>
                <a:schemeClr val="accent2"/>
              </a:buClr>
              <a:defRPr sz="1826"/>
            </a:pPr>
            <a:r>
              <a:rPr dirty="0"/>
              <a:t>Credit: 3 SKS</a:t>
            </a:r>
          </a:p>
          <a:p>
            <a:pPr marL="640365" lvl="1" indent="-260889" defTabSz="758951">
              <a:spcBef>
                <a:spcPts val="400"/>
              </a:spcBef>
              <a:buClr>
                <a:schemeClr val="accent2"/>
              </a:buClr>
              <a:defRPr sz="1826"/>
            </a:pPr>
            <a:r>
              <a:rPr dirty="0"/>
              <a:t>14 lectures, once a week</a:t>
            </a:r>
          </a:p>
          <a:p>
            <a:pPr marL="640365" lvl="1" indent="-260889" defTabSz="758951">
              <a:spcBef>
                <a:spcPts val="400"/>
              </a:spcBef>
              <a:buClr>
                <a:schemeClr val="accent2"/>
              </a:buClr>
              <a:defRPr sz="1826"/>
            </a:pPr>
            <a:r>
              <a:rPr dirty="0"/>
              <a:t>Quizzes, Assignments, Homework, Lessons</a:t>
            </a:r>
          </a:p>
          <a:p>
            <a:pPr marL="640365" lvl="1" indent="-260889" defTabSz="758951">
              <a:spcBef>
                <a:spcPts val="400"/>
              </a:spcBef>
              <a:buClr>
                <a:schemeClr val="accent2"/>
              </a:buClr>
              <a:defRPr sz="1826"/>
            </a:pPr>
            <a:r>
              <a:rPr dirty="0"/>
              <a:t>Revisions</a:t>
            </a:r>
          </a:p>
          <a:p>
            <a:pPr marL="313067" indent="-313067" defTabSz="758951">
              <a:spcBef>
                <a:spcPts val="400"/>
              </a:spcBef>
              <a:defRPr sz="1826"/>
            </a:pPr>
            <a:r>
              <a:rPr dirty="0"/>
              <a:t>Assessment</a:t>
            </a:r>
          </a:p>
          <a:p>
            <a:pPr marL="640365" lvl="1" indent="-260889" defTabSz="758951">
              <a:spcBef>
                <a:spcPts val="400"/>
              </a:spcBef>
              <a:buClr>
                <a:schemeClr val="accent2"/>
              </a:buClr>
              <a:defRPr sz="1826"/>
            </a:pPr>
            <a:r>
              <a:rPr dirty="0"/>
              <a:t>Mid-test: 25%</a:t>
            </a:r>
          </a:p>
          <a:p>
            <a:pPr marL="640365" lvl="1" indent="-260889" defTabSz="758951">
              <a:spcBef>
                <a:spcPts val="400"/>
              </a:spcBef>
              <a:buClr>
                <a:schemeClr val="accent2"/>
              </a:buClr>
              <a:defRPr sz="1826"/>
            </a:pPr>
            <a:r>
              <a:rPr dirty="0"/>
              <a:t>Final-test: 35%</a:t>
            </a:r>
          </a:p>
          <a:p>
            <a:pPr marL="640365" lvl="1" indent="-260889" defTabSz="758951">
              <a:spcBef>
                <a:spcPts val="400"/>
              </a:spcBef>
              <a:buClr>
                <a:schemeClr val="accent2"/>
              </a:buClr>
              <a:defRPr sz="1826"/>
            </a:pPr>
            <a:r>
              <a:rPr dirty="0"/>
              <a:t>Assignments: 30%</a:t>
            </a:r>
          </a:p>
          <a:p>
            <a:pPr marL="640365" lvl="1" indent="-260889" defTabSz="758951">
              <a:spcBef>
                <a:spcPts val="400"/>
              </a:spcBef>
              <a:buClr>
                <a:schemeClr val="accent2"/>
              </a:buClr>
              <a:defRPr sz="1826"/>
            </a:pPr>
            <a:r>
              <a:rPr dirty="0"/>
              <a:t>Others (inc. but not limited to class participation, activities, discipline): 10% </a:t>
            </a:r>
          </a:p>
          <a:p>
            <a:pPr marL="313067" indent="-313067" defTabSz="758951">
              <a:spcBef>
                <a:spcPts val="400"/>
              </a:spcBef>
              <a:defRPr sz="1826"/>
            </a:pPr>
            <a:r>
              <a:rPr dirty="0"/>
              <a:t>Pre-requisites</a:t>
            </a:r>
          </a:p>
          <a:p>
            <a:pPr marL="640365" lvl="1" indent="-260889" defTabSz="758951">
              <a:spcBef>
                <a:spcPts val="400"/>
              </a:spcBef>
              <a:buClr>
                <a:schemeClr val="accent2"/>
              </a:buClr>
              <a:defRPr sz="1826"/>
            </a:pPr>
            <a:r>
              <a:rPr dirty="0"/>
              <a:t>Calculus 1 &amp; 2</a:t>
            </a:r>
          </a:p>
          <a:p>
            <a:pPr marL="640365" lvl="1" indent="-260889" defTabSz="758951">
              <a:spcBef>
                <a:spcPts val="400"/>
              </a:spcBef>
              <a:buClr>
                <a:schemeClr val="accent2"/>
              </a:buClr>
              <a:defRPr sz="1826"/>
            </a:pPr>
            <a:r>
              <a:rPr dirty="0"/>
              <a:t>Linear Algebra</a:t>
            </a:r>
          </a:p>
          <a:p>
            <a:pPr marL="640365" lvl="1" indent="-260889" defTabSz="758951">
              <a:spcBef>
                <a:spcPts val="400"/>
              </a:spcBef>
              <a:buClr>
                <a:schemeClr val="accent2"/>
              </a:buClr>
              <a:defRPr sz="1826"/>
            </a:pPr>
            <a:r>
              <a:rPr dirty="0"/>
              <a:t>Complex variables</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CE101761-B945-7D41-B033-045C0BE804FD}"/>
                  </a:ext>
                </a:extLst>
              </p14:cNvPr>
              <p14:cNvContentPartPr/>
              <p14:nvPr/>
            </p14:nvContentPartPr>
            <p14:xfrm>
              <a:off x="627480" y="375480"/>
              <a:ext cx="8259840" cy="6450480"/>
            </p14:xfrm>
          </p:contentPart>
        </mc:Choice>
        <mc:Fallback>
          <p:pic>
            <p:nvPicPr>
              <p:cNvPr id="2" name="Ink 1">
                <a:extLst>
                  <a:ext uri="{FF2B5EF4-FFF2-40B4-BE49-F238E27FC236}">
                    <a16:creationId xmlns:a16="http://schemas.microsoft.com/office/drawing/2014/main" id="{CE101761-B945-7D41-B033-045C0BE804FD}"/>
                  </a:ext>
                </a:extLst>
              </p:cNvPr>
              <p:cNvPicPr/>
              <p:nvPr/>
            </p:nvPicPr>
            <p:blipFill>
              <a:blip r:embed="rId4"/>
              <a:stretch>
                <a:fillRect/>
              </a:stretch>
            </p:blipFill>
            <p:spPr>
              <a:xfrm>
                <a:off x="618120" y="366120"/>
                <a:ext cx="8278560" cy="6469200"/>
              </a:xfrm>
              <a:prstGeom prst="rect">
                <a:avLst/>
              </a:prstGeom>
            </p:spPr>
          </p:pic>
        </mc:Fallback>
      </mc:AlternateContent>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ules of the game …"/>
          <p:cNvSpPr txBox="1">
            <a:spLocks noGrp="1"/>
          </p:cNvSpPr>
          <p:nvPr>
            <p:ph type="title"/>
          </p:nvPr>
        </p:nvSpPr>
        <p:spPr>
          <a:xfrm>
            <a:off x="323527" y="457200"/>
            <a:ext cx="8496946" cy="533400"/>
          </a:xfrm>
          <a:prstGeom prst="rect">
            <a:avLst/>
          </a:prstGeom>
        </p:spPr>
        <p:txBody>
          <a:bodyPr>
            <a:normAutofit fontScale="90000"/>
          </a:bodyPr>
          <a:lstStyle>
            <a:lvl1pPr defTabSz="896111">
              <a:defRPr sz="3136"/>
            </a:lvl1pPr>
          </a:lstStyle>
          <a:p>
            <a:r>
              <a:t>Rules of the game …</a:t>
            </a:r>
          </a:p>
        </p:txBody>
      </p:sp>
      <p:sp>
        <p:nvSpPr>
          <p:cNvPr id="125" name="Be prepared before attending the class by reading the materials…"/>
          <p:cNvSpPr txBox="1">
            <a:spLocks noGrp="1"/>
          </p:cNvSpPr>
          <p:nvPr>
            <p:ph type="body" idx="1"/>
          </p:nvPr>
        </p:nvSpPr>
        <p:spPr>
          <a:xfrm>
            <a:off x="323527" y="1124744"/>
            <a:ext cx="8496946" cy="5472608"/>
          </a:xfrm>
          <a:prstGeom prst="rect">
            <a:avLst/>
          </a:prstGeom>
        </p:spPr>
        <p:txBody>
          <a:bodyPr>
            <a:normAutofit/>
          </a:bodyPr>
          <a:lstStyle/>
          <a:p>
            <a:pPr marL="385572" indent="-385572" defTabSz="841247">
              <a:spcBef>
                <a:spcPts val="400"/>
              </a:spcBef>
              <a:defRPr sz="1656"/>
            </a:pPr>
            <a:r>
              <a:rPr sz="2024"/>
              <a:t>Be </a:t>
            </a:r>
            <a:r>
              <a:rPr sz="2024" b="1">
                <a:solidFill>
                  <a:srgbClr val="FF0000"/>
                </a:solidFill>
                <a:uFill>
                  <a:solidFill>
                    <a:srgbClr val="FF0000"/>
                  </a:solidFill>
                </a:uFill>
              </a:rPr>
              <a:t>prepared</a:t>
            </a:r>
            <a:r>
              <a:rPr sz="2024"/>
              <a:t> before attending the class by reading the materials</a:t>
            </a:r>
          </a:p>
          <a:p>
            <a:pPr marL="741934" lvl="1" indent="-321310" defTabSz="841247">
              <a:spcBef>
                <a:spcPts val="400"/>
              </a:spcBef>
              <a:buClr>
                <a:schemeClr val="accent2"/>
              </a:buClr>
              <a:defRPr sz="1656"/>
            </a:pPr>
            <a:r>
              <a:rPr sz="2024"/>
              <a:t>Bear in mind that 3 SKS is equivalent to</a:t>
            </a:r>
          </a:p>
          <a:p>
            <a:pPr marL="1098296" lvl="2" indent="-257047" defTabSz="841247">
              <a:spcBef>
                <a:spcPts val="400"/>
              </a:spcBef>
              <a:buClr>
                <a:srgbClr val="EEECE1"/>
              </a:buClr>
              <a:defRPr sz="1656"/>
            </a:pPr>
            <a:r>
              <a:rPr sz="2024"/>
              <a:t>3 x 50 min./week of class lecture attendance</a:t>
            </a:r>
          </a:p>
          <a:p>
            <a:pPr marL="1098296" lvl="2" indent="-257047" defTabSz="841247">
              <a:spcBef>
                <a:spcPts val="400"/>
              </a:spcBef>
              <a:buClr>
                <a:srgbClr val="EEECE1"/>
              </a:buClr>
              <a:defRPr sz="1656"/>
            </a:pPr>
            <a:r>
              <a:rPr sz="2024"/>
              <a:t>3 x 60 min./week structured activity e.g. homework</a:t>
            </a:r>
          </a:p>
          <a:p>
            <a:pPr marL="1098296" lvl="2" indent="-257047" defTabSz="841247">
              <a:spcBef>
                <a:spcPts val="400"/>
              </a:spcBef>
              <a:buClr>
                <a:srgbClr val="EEECE1"/>
              </a:buClr>
              <a:defRPr sz="1656"/>
            </a:pPr>
            <a:r>
              <a:rPr sz="2024"/>
              <a:t>3 x 60 min./week independent activity e.g. reading</a:t>
            </a:r>
          </a:p>
          <a:p>
            <a:pPr marL="385572" indent="-385572" defTabSz="841247">
              <a:spcBef>
                <a:spcPts val="400"/>
              </a:spcBef>
              <a:defRPr sz="1656"/>
            </a:pPr>
            <a:r>
              <a:rPr sz="2024"/>
              <a:t>Be more </a:t>
            </a:r>
            <a:r>
              <a:rPr sz="2024" b="1">
                <a:solidFill>
                  <a:srgbClr val="FF0000"/>
                </a:solidFill>
                <a:uFill>
                  <a:solidFill>
                    <a:srgbClr val="FF0000"/>
                  </a:solidFill>
                </a:uFill>
              </a:rPr>
              <a:t>pro-active</a:t>
            </a:r>
            <a:r>
              <a:rPr sz="2024"/>
              <a:t>:</a:t>
            </a:r>
          </a:p>
          <a:p>
            <a:pPr marL="741934" lvl="1" indent="-321310" defTabSz="841247">
              <a:spcBef>
                <a:spcPts val="400"/>
              </a:spcBef>
              <a:buClr>
                <a:schemeClr val="accent2"/>
              </a:buClr>
              <a:defRPr sz="1656"/>
            </a:pPr>
            <a:r>
              <a:rPr sz="2024"/>
              <a:t>Asking reasonable questions</a:t>
            </a:r>
          </a:p>
          <a:p>
            <a:pPr marL="741934" lvl="1" indent="-321310" defTabSz="841247">
              <a:spcBef>
                <a:spcPts val="400"/>
              </a:spcBef>
              <a:buClr>
                <a:schemeClr val="accent2"/>
              </a:buClr>
              <a:defRPr sz="1656"/>
            </a:pPr>
            <a:r>
              <a:rPr sz="2024"/>
              <a:t>Giving out answers and/or opinions as required</a:t>
            </a:r>
          </a:p>
          <a:p>
            <a:pPr marL="741934" lvl="1" indent="-321310" defTabSz="841247">
              <a:spcBef>
                <a:spcPts val="400"/>
              </a:spcBef>
              <a:buClr>
                <a:schemeClr val="accent2"/>
              </a:buClr>
              <a:defRPr sz="1656"/>
            </a:pPr>
            <a:r>
              <a:rPr sz="2024"/>
              <a:t>Paying attentions to any discussions during class meeting</a:t>
            </a:r>
          </a:p>
          <a:p>
            <a:pPr marL="385572" indent="-385572" defTabSz="841247">
              <a:spcBef>
                <a:spcPts val="400"/>
              </a:spcBef>
              <a:defRPr sz="1656"/>
            </a:pPr>
            <a:r>
              <a:rPr sz="2024" b="1">
                <a:solidFill>
                  <a:srgbClr val="FF0000"/>
                </a:solidFill>
                <a:uFill>
                  <a:solidFill>
                    <a:srgbClr val="FF0000"/>
                  </a:solidFill>
                </a:uFill>
              </a:rPr>
              <a:t>Work out</a:t>
            </a:r>
            <a:r>
              <a:rPr sz="2024"/>
              <a:t> any exercises / homeworks / assignments on your own, unless it is a group assignment</a:t>
            </a:r>
          </a:p>
          <a:p>
            <a:pPr marL="385572" indent="-385572" defTabSz="841247">
              <a:spcBef>
                <a:spcPts val="400"/>
              </a:spcBef>
              <a:defRPr sz="1656"/>
            </a:pPr>
            <a:r>
              <a:rPr sz="2024" b="1">
                <a:solidFill>
                  <a:srgbClr val="FF0000"/>
                </a:solidFill>
                <a:uFill>
                  <a:solidFill>
                    <a:srgbClr val="FF0000"/>
                  </a:solidFill>
                </a:uFill>
              </a:rPr>
              <a:t>Attendance</a:t>
            </a:r>
            <a:r>
              <a:rPr sz="2024">
                <a:solidFill>
                  <a:srgbClr val="FF0000"/>
                </a:solidFill>
                <a:uFill>
                  <a:solidFill>
                    <a:srgbClr val="FF0000"/>
                  </a:solidFill>
                </a:uFill>
              </a:rPr>
              <a:t> </a:t>
            </a:r>
            <a:r>
              <a:rPr sz="2024"/>
              <a:t>is important; 80% is the minimum requirement. Less than that, you’re not eligible for sitting in the exams</a:t>
            </a:r>
          </a:p>
          <a:p>
            <a:pPr marL="385572" indent="-385572" defTabSz="841247">
              <a:spcBef>
                <a:spcPts val="400"/>
              </a:spcBef>
              <a:defRPr sz="1656"/>
            </a:pPr>
            <a:r>
              <a:rPr sz="2024" b="1">
                <a:solidFill>
                  <a:srgbClr val="FF0000"/>
                </a:solidFill>
                <a:uFill>
                  <a:solidFill>
                    <a:srgbClr val="FF0000"/>
                  </a:solidFill>
                </a:uFill>
              </a:rPr>
              <a:t>Late comings </a:t>
            </a:r>
            <a:r>
              <a:rPr sz="2024"/>
              <a:t>will have consequences! Tolerable 15 minutes of late coming to the class</a:t>
            </a:r>
          </a:p>
          <a:p>
            <a:pPr marL="385572" indent="-385572" defTabSz="841247">
              <a:spcBef>
                <a:spcPts val="400"/>
              </a:spcBef>
              <a:defRPr sz="2024"/>
            </a:pPr>
            <a:r>
              <a:t>Would appreciate if students </a:t>
            </a:r>
            <a:r>
              <a:rPr b="1">
                <a:solidFill>
                  <a:srgbClr val="FF0000"/>
                </a:solidFill>
                <a:uFill>
                  <a:solidFill>
                    <a:srgbClr val="FF0000"/>
                  </a:solidFill>
                </a:uFill>
              </a:rPr>
              <a:t>keep staying</a:t>
            </a:r>
            <a:r>
              <a:t> in the classroom during the lecture, unless deemed necessary otherwise</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82CFCD62-04E7-994C-80AF-5FAC508097F8}"/>
                  </a:ext>
                </a:extLst>
              </p14:cNvPr>
              <p14:cNvContentPartPr/>
              <p14:nvPr/>
            </p14:nvContentPartPr>
            <p14:xfrm>
              <a:off x="195120" y="669600"/>
              <a:ext cx="8603640" cy="5550120"/>
            </p14:xfrm>
          </p:contentPart>
        </mc:Choice>
        <mc:Fallback>
          <p:pic>
            <p:nvPicPr>
              <p:cNvPr id="2" name="Ink 1">
                <a:extLst>
                  <a:ext uri="{FF2B5EF4-FFF2-40B4-BE49-F238E27FC236}">
                    <a16:creationId xmlns:a16="http://schemas.microsoft.com/office/drawing/2014/main" id="{82CFCD62-04E7-994C-80AF-5FAC508097F8}"/>
                  </a:ext>
                </a:extLst>
              </p:cNvPr>
              <p:cNvPicPr/>
              <p:nvPr/>
            </p:nvPicPr>
            <p:blipFill>
              <a:blip r:embed="rId3"/>
              <a:stretch>
                <a:fillRect/>
              </a:stretch>
            </p:blipFill>
            <p:spPr>
              <a:xfrm>
                <a:off x="185760" y="660240"/>
                <a:ext cx="8622360" cy="5568840"/>
              </a:xfrm>
              <a:prstGeom prst="rect">
                <a:avLst/>
              </a:prstGeom>
            </p:spPr>
          </p:pic>
        </mc:Fallback>
      </mc:AlternateContent>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Resources"/>
          <p:cNvSpPr txBox="1">
            <a:spLocks noGrp="1"/>
          </p:cNvSpPr>
          <p:nvPr>
            <p:ph type="title"/>
          </p:nvPr>
        </p:nvSpPr>
        <p:spPr>
          <a:xfrm>
            <a:off x="323527" y="457200"/>
            <a:ext cx="8496946" cy="533400"/>
          </a:xfrm>
          <a:prstGeom prst="rect">
            <a:avLst/>
          </a:prstGeom>
        </p:spPr>
        <p:txBody>
          <a:bodyPr>
            <a:normAutofit fontScale="90000"/>
          </a:bodyPr>
          <a:lstStyle>
            <a:lvl1pPr defTabSz="896111">
              <a:defRPr sz="3136"/>
            </a:lvl1pPr>
          </a:lstStyle>
          <a:p>
            <a:r>
              <a:t>Resources</a:t>
            </a:r>
          </a:p>
        </p:txBody>
      </p:sp>
      <p:sp>
        <p:nvSpPr>
          <p:cNvPr id="128" name="Textbooks:…"/>
          <p:cNvSpPr txBox="1">
            <a:spLocks noGrp="1"/>
          </p:cNvSpPr>
          <p:nvPr>
            <p:ph type="body" idx="1"/>
          </p:nvPr>
        </p:nvSpPr>
        <p:spPr>
          <a:xfrm>
            <a:off x="323527" y="938094"/>
            <a:ext cx="8682802" cy="5845353"/>
          </a:xfrm>
          <a:prstGeom prst="rect">
            <a:avLst/>
          </a:prstGeom>
        </p:spPr>
        <p:txBody>
          <a:bodyPr>
            <a:normAutofit lnSpcReduction="10000"/>
          </a:bodyPr>
          <a:lstStyle/>
          <a:p>
            <a:pPr marL="256489" indent="-256489" defTabSz="621791">
              <a:spcBef>
                <a:spcPts val="300"/>
              </a:spcBef>
              <a:defRPr sz="1496"/>
            </a:pPr>
            <a:r>
              <a:t>Textbooks:</a:t>
            </a:r>
          </a:p>
          <a:p>
            <a:pPr marL="524637" lvl="1" indent="-213740" defTabSz="621791">
              <a:spcBef>
                <a:spcPts val="300"/>
              </a:spcBef>
              <a:buClr>
                <a:schemeClr val="accent2"/>
              </a:buClr>
              <a:defRPr sz="1496"/>
            </a:pPr>
            <a:r>
              <a:t>Jonathan Stein, “Digital Signal Processing: A Computer Science Perspective”, John Wiley &amp; Sons, 2000</a:t>
            </a:r>
          </a:p>
          <a:p>
            <a:pPr marL="835533" lvl="2" indent="-213740" defTabSz="621791">
              <a:spcBef>
                <a:spcPts val="300"/>
              </a:spcBef>
              <a:buClr>
                <a:schemeClr val="accent2"/>
              </a:buClr>
              <a:defRPr sz="1496"/>
            </a:pPr>
            <a:r>
              <a:t>Unofficial url: </a:t>
            </a:r>
            <a:r>
              <a:rPr u="sng">
                <a:solidFill>
                  <a:srgbClr val="0000FF"/>
                </a:solidFill>
                <a:uFill>
                  <a:solidFill>
                    <a:srgbClr val="0000FF"/>
                  </a:solidFill>
                </a:uFill>
                <a:hlinkClick r:id="rId2"/>
              </a:rPr>
              <a:t>dsp-book.narod.ru/DSPCSP/toc.htm</a:t>
            </a:r>
            <a:r>
              <a:t> </a:t>
            </a:r>
          </a:p>
          <a:p>
            <a:pPr marL="835533" lvl="2" indent="-213740" defTabSz="621791">
              <a:spcBef>
                <a:spcPts val="300"/>
              </a:spcBef>
              <a:buClr>
                <a:schemeClr val="accent2"/>
              </a:buClr>
              <a:defRPr sz="1496"/>
            </a:pPr>
            <a:r>
              <a:t>Unofficial pdf (55 MB pdf book): </a:t>
            </a:r>
            <a:r>
              <a:rPr u="sng">
                <a:solidFill>
                  <a:srgbClr val="0000FF"/>
                </a:solidFill>
                <a:uFill>
                  <a:solidFill>
                    <a:srgbClr val="0000FF"/>
                  </a:solidFill>
                </a:uFill>
                <a:hlinkClick r:id="rId3"/>
              </a:rPr>
              <a:t>https://files.bakrie.ac.id/s/XGnTjLxLcM78QTT</a:t>
            </a:r>
            <a:r>
              <a:t> </a:t>
            </a:r>
          </a:p>
          <a:p>
            <a:pPr marL="835533" lvl="2" indent="-213740" defTabSz="621791">
              <a:spcBef>
                <a:spcPts val="300"/>
              </a:spcBef>
              <a:buClr>
                <a:schemeClr val="accent2"/>
              </a:buClr>
              <a:defRPr sz="1496"/>
            </a:pPr>
            <a:r>
              <a:t>Hardcopy is also available in our Library</a:t>
            </a:r>
          </a:p>
          <a:p>
            <a:pPr marL="524637" lvl="1" indent="-213740" defTabSz="621791">
              <a:spcBef>
                <a:spcPts val="300"/>
              </a:spcBef>
              <a:buClr>
                <a:schemeClr val="accent2"/>
              </a:buClr>
              <a:defRPr sz="1496"/>
            </a:pPr>
            <a:r>
              <a:t>Steven Smith, “The Scientist and Engineer’s Guide to Digital Signal Processing”, California Technical Publishing. Downloadable at </a:t>
            </a:r>
            <a:r>
              <a:rPr u="sng">
                <a:solidFill>
                  <a:srgbClr val="0000FF"/>
                </a:solidFill>
                <a:uFill>
                  <a:solidFill>
                    <a:srgbClr val="0000FF"/>
                  </a:solidFill>
                </a:uFill>
                <a:hlinkClick r:id="rId4"/>
              </a:rPr>
              <a:t>http://www.dspguide.com/pdfbook.htm</a:t>
            </a:r>
            <a:r>
              <a:t> </a:t>
            </a:r>
          </a:p>
          <a:p>
            <a:pPr marL="256489" indent="-256489" defTabSz="621791">
              <a:spcBef>
                <a:spcPts val="300"/>
              </a:spcBef>
              <a:defRPr sz="1496"/>
            </a:pPr>
            <a:r>
              <a:t>Supporting reading materials:</a:t>
            </a:r>
          </a:p>
          <a:p>
            <a:pPr marL="524637" lvl="1" indent="-213740" defTabSz="621791">
              <a:spcBef>
                <a:spcPts val="300"/>
              </a:spcBef>
              <a:buClr>
                <a:schemeClr val="accent2"/>
              </a:buClr>
              <a:defRPr sz="1496"/>
            </a:pPr>
            <a:r>
              <a:t>Emmanuel C. Ifeachor and Barrie W. Jervis, “Digital Signal Processing: A Practical Approach”, Prentice-Hall, 2002</a:t>
            </a:r>
          </a:p>
          <a:p>
            <a:pPr marL="524637" lvl="1" indent="-213740" defTabSz="621791">
              <a:spcBef>
                <a:spcPts val="300"/>
              </a:spcBef>
              <a:buClr>
                <a:schemeClr val="accent2"/>
              </a:buClr>
              <a:defRPr sz="1496"/>
            </a:pPr>
            <a:r>
              <a:t>Sanjit K. Mitra and James F. Kaiser, “Handbook for Digital Signal Processing”, John Wiley &amp; Sons, 1993</a:t>
            </a:r>
          </a:p>
          <a:p>
            <a:pPr marL="524637" lvl="1" indent="-213740" defTabSz="621791">
              <a:spcBef>
                <a:spcPts val="300"/>
              </a:spcBef>
              <a:buClr>
                <a:schemeClr val="accent2"/>
              </a:buClr>
              <a:defRPr sz="1496"/>
            </a:pPr>
            <a:r>
              <a:t>PA Lynn and W Fuerst, “Introductory Digital Signal Processing with Computer Applications”, Revised Edition, John Wiley &amp; Sons, 1994</a:t>
            </a:r>
          </a:p>
          <a:p>
            <a:pPr marL="524637" lvl="1" indent="-213740" defTabSz="621791">
              <a:spcBef>
                <a:spcPts val="300"/>
              </a:spcBef>
              <a:buClr>
                <a:schemeClr val="accent2"/>
              </a:buClr>
              <a:defRPr sz="1496"/>
            </a:pPr>
            <a:r>
              <a:t>BP Lathi, “Signal Processing and Linear Systems”, Berkeley-Cambridge Press, 1998. PDF: </a:t>
            </a:r>
            <a:r>
              <a:rPr u="sng">
                <a:solidFill>
                  <a:srgbClr val="0000FF"/>
                </a:solidFill>
                <a:uFill>
                  <a:solidFill>
                    <a:srgbClr val="0000FF"/>
                  </a:solidFill>
                </a:uFill>
                <a:hlinkClick r:id="rId5"/>
              </a:rPr>
              <a:t>https://files.bakrie.ac.id/s/tLfxQyxxcesjana</a:t>
            </a:r>
            <a:r>
              <a:t>  </a:t>
            </a:r>
          </a:p>
          <a:p>
            <a:pPr marL="524637" lvl="1" indent="-213740" defTabSz="621791">
              <a:spcBef>
                <a:spcPts val="300"/>
              </a:spcBef>
              <a:buClr>
                <a:schemeClr val="accent2"/>
              </a:buClr>
              <a:defRPr sz="1496"/>
            </a:pPr>
            <a:r>
              <a:t>Dennis Freeman. </a:t>
            </a:r>
            <a:r>
              <a:rPr i="1"/>
              <a:t>6.003 Signals and Systems, Fall 2011</a:t>
            </a:r>
            <a:r>
              <a:t>. (Massachusetts Institute of Technology: MIT OpenCourseWare), </a:t>
            </a:r>
            <a:r>
              <a:rPr>
                <a:solidFill>
                  <a:srgbClr val="B31938"/>
                </a:solidFill>
                <a:hlinkClick r:id="rId6"/>
              </a:rPr>
              <a:t>http://ocw.mit.edu</a:t>
            </a:r>
            <a:r>
              <a:t> (Accessed 25 Feb, 2015).</a:t>
            </a:r>
          </a:p>
          <a:p>
            <a:pPr marL="524637" lvl="1" indent="-213740" defTabSz="621791">
              <a:spcBef>
                <a:spcPts val="300"/>
              </a:spcBef>
              <a:buClr>
                <a:schemeClr val="accent2"/>
              </a:buClr>
              <a:defRPr sz="1496"/>
            </a:pPr>
            <a:r>
              <a:t>Alan Oppenheim. RES.6-008 Digital Signal Processing. Spring 2011. Massachusetts Institute of Technology: MIT OpenCourseWare, </a:t>
            </a:r>
            <a:r>
              <a:rPr>
                <a:solidFill>
                  <a:srgbClr val="0000FF"/>
                </a:solidFill>
              </a:rPr>
              <a:t>https://ocw.mit.edu/resources/res-6-008-digital- signal-processing-spring-2011/video-lectures/</a:t>
            </a:r>
            <a:r>
              <a:t>. License: Creative Commons BY-NC-SA.</a:t>
            </a:r>
          </a:p>
          <a:p>
            <a:pPr marL="524637" lvl="1" indent="-213740" defTabSz="621791">
              <a:spcBef>
                <a:spcPts val="300"/>
              </a:spcBef>
              <a:buClr>
                <a:schemeClr val="accent2"/>
              </a:buClr>
              <a:defRPr sz="1496"/>
            </a:pPr>
            <a:r>
              <a:t>Alan Oppenheim. 6.341 Discrete-Time Signal Processing. Fall 2005. Massachusetts Institute of Technology: MIT OpenCourseWare, </a:t>
            </a:r>
            <a:r>
              <a:rPr>
                <a:solidFill>
                  <a:srgbClr val="0000FF"/>
                </a:solidFill>
              </a:rPr>
              <a:t>https://ocw.mit.edu/courses/electrical-engineering- and-computer-science/6-341-discrete-time-signal-processing-fall-2005/#</a:t>
            </a:r>
            <a:r>
              <a:t>. License: Creative Commons BY-NC-SA. </a:t>
            </a:r>
          </a:p>
        </p:txBody>
      </p:sp>
      <mc:AlternateContent xmlns:mc="http://schemas.openxmlformats.org/markup-compatibility/2006">
        <mc:Choice xmlns:p14="http://schemas.microsoft.com/office/powerpoint/2010/main" Requires="p14">
          <p:contentPart p14:bwMode="auto" r:id="rId7">
            <p14:nvContentPartPr>
              <p14:cNvPr id="2" name="Ink 1">
                <a:extLst>
                  <a:ext uri="{FF2B5EF4-FFF2-40B4-BE49-F238E27FC236}">
                    <a16:creationId xmlns:a16="http://schemas.microsoft.com/office/drawing/2014/main" id="{D56F92FB-5B8B-724E-8A04-8461C6A3132D}"/>
                  </a:ext>
                </a:extLst>
              </p14:cNvPr>
              <p14:cNvContentPartPr/>
              <p14:nvPr/>
            </p14:nvContentPartPr>
            <p14:xfrm>
              <a:off x="202680" y="1163880"/>
              <a:ext cx="7992720" cy="4845600"/>
            </p14:xfrm>
          </p:contentPart>
        </mc:Choice>
        <mc:Fallback>
          <p:pic>
            <p:nvPicPr>
              <p:cNvPr id="2" name="Ink 1">
                <a:extLst>
                  <a:ext uri="{FF2B5EF4-FFF2-40B4-BE49-F238E27FC236}">
                    <a16:creationId xmlns:a16="http://schemas.microsoft.com/office/drawing/2014/main" id="{D56F92FB-5B8B-724E-8A04-8461C6A3132D}"/>
                  </a:ext>
                </a:extLst>
              </p:cNvPr>
              <p:cNvPicPr/>
              <p:nvPr/>
            </p:nvPicPr>
            <p:blipFill>
              <a:blip r:embed="rId8"/>
              <a:stretch>
                <a:fillRect/>
              </a:stretch>
            </p:blipFill>
            <p:spPr>
              <a:xfrm>
                <a:off x="193320" y="1154520"/>
                <a:ext cx="8011440" cy="4864320"/>
              </a:xfrm>
              <a:prstGeom prst="rect">
                <a:avLst/>
              </a:prstGeom>
            </p:spPr>
          </p:pic>
        </mc:Fallback>
      </mc:AlternateContent>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ools in DSP"/>
          <p:cNvSpPr txBox="1">
            <a:spLocks noGrp="1"/>
          </p:cNvSpPr>
          <p:nvPr>
            <p:ph type="title"/>
          </p:nvPr>
        </p:nvSpPr>
        <p:spPr>
          <a:xfrm>
            <a:off x="323527" y="359126"/>
            <a:ext cx="8496945" cy="801690"/>
          </a:xfrm>
          <a:prstGeom prst="rect">
            <a:avLst/>
          </a:prstGeom>
        </p:spPr>
        <p:txBody>
          <a:bodyPr/>
          <a:lstStyle/>
          <a:p>
            <a:r>
              <a:t>Tools in DSP</a:t>
            </a:r>
          </a:p>
        </p:txBody>
      </p:sp>
      <p:sp>
        <p:nvSpPr>
          <p:cNvPr id="131" name="Used for assignments / exams…"/>
          <p:cNvSpPr txBox="1">
            <a:spLocks noGrp="1"/>
          </p:cNvSpPr>
          <p:nvPr>
            <p:ph type="body" idx="1"/>
          </p:nvPr>
        </p:nvSpPr>
        <p:spPr>
          <a:xfrm>
            <a:off x="323528" y="1124744"/>
            <a:ext cx="8496945" cy="5407462"/>
          </a:xfrm>
          <a:prstGeom prst="rect">
            <a:avLst/>
          </a:prstGeom>
        </p:spPr>
        <p:txBody>
          <a:bodyPr/>
          <a:lstStyle/>
          <a:p>
            <a:pPr marL="377189" indent="-377189">
              <a:defRPr sz="1500"/>
            </a:pPr>
            <a:r>
              <a:t>Used for assignments / exams</a:t>
            </a:r>
          </a:p>
          <a:p>
            <a:pPr marL="377189" indent="-377189">
              <a:defRPr sz="1500"/>
            </a:pPr>
            <a:r>
              <a:t>Audacity: </a:t>
            </a:r>
            <a:r>
              <a:rPr u="sng">
                <a:solidFill>
                  <a:srgbClr val="0000FF"/>
                </a:solidFill>
                <a:uFill>
                  <a:solidFill>
                    <a:srgbClr val="0000FF"/>
                  </a:solidFill>
                </a:uFill>
                <a:hlinkClick r:id="rId2"/>
              </a:rPr>
              <a:t>http://www.audacityteam.org</a:t>
            </a:r>
          </a:p>
          <a:p>
            <a:pPr marL="377189" indent="-377189">
              <a:defRPr sz="1500"/>
            </a:pPr>
            <a:r>
              <a:t>Python: </a:t>
            </a:r>
            <a:r>
              <a:rPr u="sng">
                <a:solidFill>
                  <a:srgbClr val="0000FF"/>
                </a:solidFill>
                <a:uFill>
                  <a:solidFill>
                    <a:srgbClr val="0000FF"/>
                  </a:solidFill>
                </a:uFill>
                <a:hlinkClick r:id="rId3"/>
              </a:rPr>
              <a:t>http://www.python.org</a:t>
            </a:r>
            <a:r>
              <a:t> </a:t>
            </a:r>
          </a:p>
          <a:p>
            <a:pPr marL="377189" indent="-377189">
              <a:defRPr sz="1500"/>
            </a:pPr>
            <a:r>
              <a:t>Google Colab: </a:t>
            </a:r>
            <a:r>
              <a:rPr u="sng">
                <a:solidFill>
                  <a:srgbClr val="0000FF"/>
                </a:solidFill>
                <a:uFill>
                  <a:solidFill>
                    <a:srgbClr val="0000FF"/>
                  </a:solidFill>
                </a:uFill>
                <a:hlinkClick r:id="rId4"/>
              </a:rPr>
              <a:t>https://colab.research.google.com/</a:t>
            </a:r>
            <a:r>
              <a:t> </a:t>
            </a:r>
          </a:p>
          <a:p>
            <a:pPr marL="377189" indent="-377189">
              <a:defRPr sz="1500"/>
            </a:pPr>
            <a:r>
              <a:t>Octave: </a:t>
            </a:r>
            <a:r>
              <a:rPr u="sng">
                <a:solidFill>
                  <a:srgbClr val="0000FF"/>
                </a:solidFill>
                <a:uFill>
                  <a:solidFill>
                    <a:srgbClr val="0000FF"/>
                  </a:solidFill>
                </a:uFill>
                <a:hlinkClick r:id="rId5"/>
              </a:rPr>
              <a:t>http://www.gnu.org/software/octave/</a:t>
            </a:r>
            <a:r>
              <a:t> </a:t>
            </a:r>
          </a:p>
          <a:p>
            <a:pPr marL="377189" indent="-377189">
              <a:defRPr sz="1500"/>
            </a:pPr>
            <a:r>
              <a:t>Matlab: </a:t>
            </a:r>
            <a:r>
              <a:rPr u="sng">
                <a:solidFill>
                  <a:srgbClr val="0000FF"/>
                </a:solidFill>
                <a:uFill>
                  <a:solidFill>
                    <a:srgbClr val="0000FF"/>
                  </a:solidFill>
                </a:uFill>
                <a:hlinkClick r:id="rId6"/>
              </a:rPr>
              <a:t>http://www.mathworks.com/matlab/</a:t>
            </a:r>
            <a:r>
              <a:t> </a:t>
            </a:r>
          </a:p>
        </p:txBody>
      </p:sp>
      <p:pic>
        <p:nvPicPr>
          <p:cNvPr id="132" name="Audacity-212-Windows-tiny.png" descr="Audacity-212-Windows-tiny.png"/>
          <p:cNvPicPr>
            <a:picLocks noChangeAspect="1"/>
          </p:cNvPicPr>
          <p:nvPr/>
        </p:nvPicPr>
        <p:blipFill>
          <a:blip r:embed="rId7"/>
          <a:stretch>
            <a:fillRect/>
          </a:stretch>
        </p:blipFill>
        <p:spPr>
          <a:xfrm>
            <a:off x="5367866" y="2787650"/>
            <a:ext cx="3581401" cy="2247900"/>
          </a:xfrm>
          <a:prstGeom prst="rect">
            <a:avLst/>
          </a:prstGeom>
          <a:ln w="12700">
            <a:miter lim="400000"/>
          </a:ln>
        </p:spPr>
      </p:pic>
      <p:pic>
        <p:nvPicPr>
          <p:cNvPr id="133" name="MatlabDemo.png" descr="MatlabDemo.png"/>
          <p:cNvPicPr>
            <a:picLocks noChangeAspect="1"/>
          </p:cNvPicPr>
          <p:nvPr/>
        </p:nvPicPr>
        <p:blipFill>
          <a:blip r:embed="rId8"/>
          <a:stretch>
            <a:fillRect/>
          </a:stretch>
        </p:blipFill>
        <p:spPr>
          <a:xfrm>
            <a:off x="368300" y="2895600"/>
            <a:ext cx="5080000" cy="3124200"/>
          </a:xfrm>
          <a:prstGeom prst="rect">
            <a:avLst/>
          </a:prstGeom>
          <a:ln w="12700">
            <a:miter lim="400000"/>
          </a:ln>
        </p:spPr>
      </p:pic>
      <p:pic>
        <p:nvPicPr>
          <p:cNvPr id="134" name="Octave_workshop_screenshot.png" descr="Octave_workshop_screenshot.png"/>
          <p:cNvPicPr>
            <a:picLocks noChangeAspect="1"/>
          </p:cNvPicPr>
          <p:nvPr/>
        </p:nvPicPr>
        <p:blipFill>
          <a:blip r:embed="rId9"/>
          <a:stretch>
            <a:fillRect/>
          </a:stretch>
        </p:blipFill>
        <p:spPr>
          <a:xfrm>
            <a:off x="5029200" y="4360333"/>
            <a:ext cx="3251200" cy="2349501"/>
          </a:xfrm>
          <a:prstGeom prst="rect">
            <a:avLst/>
          </a:prstGeom>
          <a:ln w="12700">
            <a:miter lim="400000"/>
          </a:ln>
        </p:spPr>
      </p:pic>
      <mc:AlternateContent xmlns:mc="http://schemas.openxmlformats.org/markup-compatibility/2006">
        <mc:Choice xmlns:p14="http://schemas.microsoft.com/office/powerpoint/2010/main" Requires="p14">
          <p:contentPart p14:bwMode="auto" r:id="rId10">
            <p14:nvContentPartPr>
              <p14:cNvPr id="2" name="Ink 1">
                <a:extLst>
                  <a:ext uri="{FF2B5EF4-FFF2-40B4-BE49-F238E27FC236}">
                    <a16:creationId xmlns:a16="http://schemas.microsoft.com/office/drawing/2014/main" id="{47243CF2-95CE-6441-B12B-C18B4307ECE4}"/>
                  </a:ext>
                </a:extLst>
              </p14:cNvPr>
              <p14:cNvContentPartPr/>
              <p14:nvPr/>
            </p14:nvContentPartPr>
            <p14:xfrm>
              <a:off x="1402200" y="505440"/>
              <a:ext cx="7709040" cy="2336760"/>
            </p14:xfrm>
          </p:contentPart>
        </mc:Choice>
        <mc:Fallback>
          <p:pic>
            <p:nvPicPr>
              <p:cNvPr id="2" name="Ink 1">
                <a:extLst>
                  <a:ext uri="{FF2B5EF4-FFF2-40B4-BE49-F238E27FC236}">
                    <a16:creationId xmlns:a16="http://schemas.microsoft.com/office/drawing/2014/main" id="{47243CF2-95CE-6441-B12B-C18B4307ECE4}"/>
                  </a:ext>
                </a:extLst>
              </p:cNvPr>
              <p:cNvPicPr/>
              <p:nvPr/>
            </p:nvPicPr>
            <p:blipFill>
              <a:blip r:embed="rId11"/>
              <a:stretch>
                <a:fillRect/>
              </a:stretch>
            </p:blipFill>
            <p:spPr>
              <a:xfrm>
                <a:off x="1392840" y="496080"/>
                <a:ext cx="7727760" cy="2355480"/>
              </a:xfrm>
              <a:prstGeom prst="rect">
                <a:avLst/>
              </a:prstGeom>
            </p:spPr>
          </p:pic>
        </mc:Fallback>
      </mc:AlternateContent>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Objectives"/>
          <p:cNvSpPr txBox="1">
            <a:spLocks noGrp="1"/>
          </p:cNvSpPr>
          <p:nvPr>
            <p:ph type="title"/>
          </p:nvPr>
        </p:nvSpPr>
        <p:spPr>
          <a:xfrm>
            <a:off x="323527" y="457200"/>
            <a:ext cx="8496946" cy="533400"/>
          </a:xfrm>
          <a:prstGeom prst="rect">
            <a:avLst/>
          </a:prstGeom>
        </p:spPr>
        <p:txBody>
          <a:bodyPr>
            <a:normAutofit fontScale="90000"/>
          </a:bodyPr>
          <a:lstStyle>
            <a:lvl1pPr defTabSz="896111">
              <a:defRPr sz="3136"/>
            </a:lvl1pPr>
          </a:lstStyle>
          <a:p>
            <a:r>
              <a:t>Objectives</a:t>
            </a:r>
          </a:p>
        </p:txBody>
      </p:sp>
      <p:sp>
        <p:nvSpPr>
          <p:cNvPr id="137" name="Concepts of discrete-time signals and systems…"/>
          <p:cNvSpPr txBox="1">
            <a:spLocks noGrp="1"/>
          </p:cNvSpPr>
          <p:nvPr>
            <p:ph type="body" idx="1"/>
          </p:nvPr>
        </p:nvSpPr>
        <p:spPr>
          <a:xfrm>
            <a:off x="323527" y="1124744"/>
            <a:ext cx="8496946" cy="5472608"/>
          </a:xfrm>
          <a:prstGeom prst="rect">
            <a:avLst/>
          </a:prstGeom>
        </p:spPr>
        <p:txBody>
          <a:bodyPr>
            <a:normAutofit/>
          </a:bodyPr>
          <a:lstStyle/>
          <a:p>
            <a:pPr marL="411480" indent="-411480"/>
            <a:r>
              <a:rPr sz="2400"/>
              <a:t>Concepts of discrete-time signals and systems</a:t>
            </a:r>
          </a:p>
          <a:p>
            <a:pPr marL="411480" indent="-411480"/>
            <a:r>
              <a:rPr sz="2400"/>
              <a:t>Transform method and their inverse</a:t>
            </a:r>
          </a:p>
          <a:p>
            <a:pPr marL="411480" indent="-411480"/>
            <a:r>
              <a:rPr sz="2400"/>
              <a:t>Knowledge on digital filters and their realisation</a:t>
            </a:r>
          </a:p>
          <a:p>
            <a:pPr marL="411480" indent="-411480"/>
            <a:r>
              <a:rPr sz="2400"/>
              <a:t>Issues in sampling and reconstruction</a:t>
            </a:r>
          </a:p>
          <a:p>
            <a:pPr marL="411480" indent="-411480"/>
            <a:r>
              <a:rPr sz="2400"/>
              <a:t>Know about DFT and its fast computation</a:t>
            </a:r>
          </a:p>
          <a:p>
            <a:pPr marL="411480" indent="-411480"/>
            <a:r>
              <a:rPr sz="2400"/>
              <a:t>Apply frequency domain analysis using DFT</a:t>
            </a:r>
          </a:p>
          <a:p>
            <a:pPr marL="411480" indent="-411480"/>
            <a:r>
              <a:rPr sz="2400"/>
              <a:t>Understand the fundamental algorithms and structures used in DSP computation</a:t>
            </a:r>
          </a:p>
          <a:p>
            <a:pPr marL="411480" indent="-411480"/>
            <a:r>
              <a:rPr sz="2400"/>
              <a:t>Design and code DSP applications in a high-level language</a:t>
            </a:r>
          </a:p>
          <a:p>
            <a:pPr marL="411480" indent="-411480"/>
            <a:r>
              <a:rPr sz="2400"/>
              <a:t>Review state-of-the-art DSP R&amp;D</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15B33D59-BCFE-F74E-9E11-35E2E81BEA27}"/>
                  </a:ext>
                </a:extLst>
              </p14:cNvPr>
              <p14:cNvContentPartPr/>
              <p14:nvPr/>
            </p14:nvContentPartPr>
            <p14:xfrm>
              <a:off x="226440" y="625320"/>
              <a:ext cx="8238600" cy="5677200"/>
            </p14:xfrm>
          </p:contentPart>
        </mc:Choice>
        <mc:Fallback>
          <p:pic>
            <p:nvPicPr>
              <p:cNvPr id="2" name="Ink 1">
                <a:extLst>
                  <a:ext uri="{FF2B5EF4-FFF2-40B4-BE49-F238E27FC236}">
                    <a16:creationId xmlns:a16="http://schemas.microsoft.com/office/drawing/2014/main" id="{15B33D59-BCFE-F74E-9E11-35E2E81BEA27}"/>
                  </a:ext>
                </a:extLst>
              </p:cNvPr>
              <p:cNvPicPr/>
              <p:nvPr/>
            </p:nvPicPr>
            <p:blipFill>
              <a:blip r:embed="rId3"/>
              <a:stretch>
                <a:fillRect/>
              </a:stretch>
            </p:blipFill>
            <p:spPr>
              <a:xfrm>
                <a:off x="217080" y="615960"/>
                <a:ext cx="8257320" cy="5695920"/>
              </a:xfrm>
              <a:prstGeom prst="rect">
                <a:avLst/>
              </a:prstGeom>
            </p:spPr>
          </p:pic>
        </mc:Fallback>
      </mc:AlternateContent>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Syllabus at a glance"/>
          <p:cNvSpPr txBox="1">
            <a:spLocks noGrp="1"/>
          </p:cNvSpPr>
          <p:nvPr>
            <p:ph type="title"/>
          </p:nvPr>
        </p:nvSpPr>
        <p:spPr>
          <a:xfrm>
            <a:off x="323527" y="457200"/>
            <a:ext cx="8496946" cy="533400"/>
          </a:xfrm>
          <a:prstGeom prst="rect">
            <a:avLst/>
          </a:prstGeom>
        </p:spPr>
        <p:txBody>
          <a:bodyPr>
            <a:normAutofit fontScale="90000"/>
          </a:bodyPr>
          <a:lstStyle>
            <a:lvl1pPr defTabSz="896111">
              <a:defRPr sz="3136"/>
            </a:lvl1pPr>
          </a:lstStyle>
          <a:p>
            <a:r>
              <a:t>Syllabus at a glance</a:t>
            </a:r>
          </a:p>
        </p:txBody>
      </p:sp>
      <p:sp>
        <p:nvSpPr>
          <p:cNvPr id="140" name="Background – Review on systems, signals, mathematical model, continuous time (CT) and discrete time (DT) signals…"/>
          <p:cNvSpPr txBox="1">
            <a:spLocks noGrp="1"/>
          </p:cNvSpPr>
          <p:nvPr>
            <p:ph type="body" idx="1"/>
          </p:nvPr>
        </p:nvSpPr>
        <p:spPr>
          <a:xfrm>
            <a:off x="323527" y="1124744"/>
            <a:ext cx="8496946" cy="5472608"/>
          </a:xfrm>
          <a:prstGeom prst="rect">
            <a:avLst/>
          </a:prstGeom>
        </p:spPr>
        <p:txBody>
          <a:bodyPr>
            <a:normAutofit/>
          </a:bodyPr>
          <a:lstStyle/>
          <a:p>
            <a:pPr marL="411480" indent="-411480"/>
            <a:r>
              <a:rPr sz="2400" b="1"/>
              <a:t>Background </a:t>
            </a:r>
            <a:r>
              <a:rPr sz="2400"/>
              <a:t>– Review on systems, signals, mathematical model, continuous time (CT) and discrete time (DT) signals</a:t>
            </a:r>
          </a:p>
          <a:p>
            <a:pPr marL="411480" indent="-411480"/>
            <a:r>
              <a:rPr sz="2400" b="1"/>
              <a:t>DSP at a glance </a:t>
            </a:r>
            <a:r>
              <a:rPr sz="2400"/>
              <a:t>– Introduction, Pros and Cons, Applications</a:t>
            </a:r>
          </a:p>
          <a:p>
            <a:pPr marL="411480" indent="-411480"/>
            <a:r>
              <a:rPr sz="2400" b="1"/>
              <a:t>Sampling theorem </a:t>
            </a:r>
            <a:r>
              <a:rPr sz="2400"/>
              <a:t>– Sampling, quantization, coding</a:t>
            </a:r>
          </a:p>
          <a:p>
            <a:pPr marL="411480" indent="-411480"/>
            <a:r>
              <a:rPr sz="2400" b="1"/>
              <a:t>Fourier and Z-transform </a:t>
            </a:r>
            <a:r>
              <a:rPr sz="2400"/>
              <a:t>– Properties of the transforms, convergence factor, transfer function of CT systems, frequency response, DFT, FFT, fast computation</a:t>
            </a:r>
          </a:p>
          <a:p>
            <a:pPr marL="411480" indent="-411480"/>
            <a:r>
              <a:rPr sz="2400" b="1"/>
              <a:t>Digital Filters </a:t>
            </a:r>
            <a:r>
              <a:rPr sz="2400"/>
              <a:t>– Structures, analysis, FIR, IIR</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5DBB1F09-2399-9D4B-BD50-4B7FA63477B0}"/>
                  </a:ext>
                </a:extLst>
              </p14:cNvPr>
              <p14:cNvContentPartPr/>
              <p14:nvPr/>
            </p14:nvContentPartPr>
            <p14:xfrm>
              <a:off x="3310560" y="1988640"/>
              <a:ext cx="5068080" cy="3479040"/>
            </p14:xfrm>
          </p:contentPart>
        </mc:Choice>
        <mc:Fallback>
          <p:pic>
            <p:nvPicPr>
              <p:cNvPr id="2" name="Ink 1">
                <a:extLst>
                  <a:ext uri="{FF2B5EF4-FFF2-40B4-BE49-F238E27FC236}">
                    <a16:creationId xmlns:a16="http://schemas.microsoft.com/office/drawing/2014/main" id="{5DBB1F09-2399-9D4B-BD50-4B7FA63477B0}"/>
                  </a:ext>
                </a:extLst>
              </p:cNvPr>
              <p:cNvPicPr/>
              <p:nvPr/>
            </p:nvPicPr>
            <p:blipFill>
              <a:blip r:embed="rId3"/>
              <a:stretch>
                <a:fillRect/>
              </a:stretch>
            </p:blipFill>
            <p:spPr>
              <a:xfrm>
                <a:off x="3301200" y="1979280"/>
                <a:ext cx="5086800" cy="3497760"/>
              </a:xfrm>
              <a:prstGeom prst="rect">
                <a:avLst/>
              </a:prstGeom>
            </p:spPr>
          </p:pic>
        </mc:Fallback>
      </mc:AlternateContent>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Double-click to edit"/>
          <p:cNvSpPr txBox="1">
            <a:spLocks noGrp="1"/>
          </p:cNvSpPr>
          <p:nvPr>
            <p:ph type="title"/>
          </p:nvPr>
        </p:nvSpPr>
        <p:spPr>
          <a:xfrm>
            <a:off x="323527" y="457200"/>
            <a:ext cx="8496946" cy="533400"/>
          </a:xfrm>
          <a:prstGeom prst="rect">
            <a:avLst/>
          </a:prstGeom>
        </p:spPr>
        <p:txBody>
          <a:bodyPr>
            <a:normAutofit fontScale="90000"/>
          </a:bodyPr>
          <a:lstStyle/>
          <a:p>
            <a:pPr defTabSz="896111">
              <a:defRPr sz="3136"/>
            </a:pPr>
            <a:endParaRPr/>
          </a:p>
        </p:txBody>
      </p:sp>
      <p:pic>
        <p:nvPicPr>
          <p:cNvPr id="143" name="image3.jpg" descr="image3.jpg"/>
          <p:cNvPicPr>
            <a:picLocks noChangeAspect="1"/>
          </p:cNvPicPr>
          <p:nvPr/>
        </p:nvPicPr>
        <p:blipFill>
          <a:blip r:embed="rId2"/>
          <a:stretch>
            <a:fillRect/>
          </a:stretch>
        </p:blipFill>
        <p:spPr>
          <a:xfrm>
            <a:off x="-11800" y="345356"/>
            <a:ext cx="9155801" cy="6525345"/>
          </a:xfrm>
          <a:prstGeom prst="rect">
            <a:avLst/>
          </a:prstGeom>
          <a:ln w="12700">
            <a:miter lim="400000"/>
          </a:ln>
        </p:spPr>
      </p:pic>
      <p:grpSp>
        <p:nvGrpSpPr>
          <p:cNvPr id="146" name="Group"/>
          <p:cNvGrpSpPr/>
          <p:nvPr/>
        </p:nvGrpSpPr>
        <p:grpSpPr>
          <a:xfrm>
            <a:off x="5306888" y="555738"/>
            <a:ext cx="3672409" cy="1368152"/>
            <a:chOff x="0" y="0"/>
            <a:chExt cx="3672408" cy="1368151"/>
          </a:xfrm>
        </p:grpSpPr>
        <p:sp>
          <p:nvSpPr>
            <p:cNvPr id="144" name="Oval"/>
            <p:cNvSpPr/>
            <p:nvPr/>
          </p:nvSpPr>
          <p:spPr>
            <a:xfrm>
              <a:off x="-1" y="0"/>
              <a:ext cx="3672410" cy="1368152"/>
            </a:xfrm>
            <a:prstGeom prst="ellipse">
              <a:avLst/>
            </a:prstGeom>
            <a:solidFill>
              <a:schemeClr val="accent2">
                <a:alpha val="25000"/>
              </a:schemeClr>
            </a:solidFill>
            <a:ln w="12700" cap="flat">
              <a:noFill/>
              <a:miter lim="400000"/>
            </a:ln>
            <a:effectLst>
              <a:outerShdw blurRad="50800" dist="38100" dir="2700000" rotWithShape="0">
                <a:srgbClr val="000000">
                  <a:alpha val="40000"/>
                </a:srgbClr>
              </a:outerShdw>
            </a:effectLst>
          </p:spPr>
          <p:txBody>
            <a:bodyPr wrap="square" lIns="45719" tIns="45719" rIns="45719" bIns="45719" numCol="1" anchor="ctr">
              <a:noAutofit/>
            </a:bodyPr>
            <a:lstStyle/>
            <a:p>
              <a:pPr algn="r">
                <a:defRPr>
                  <a:solidFill>
                    <a:srgbClr val="808080"/>
                  </a:solidFill>
                  <a:uFill>
                    <a:solidFill>
                      <a:srgbClr val="808080"/>
                    </a:solidFill>
                  </a:uFill>
                </a:defRPr>
              </a:pPr>
              <a:endParaRPr/>
            </a:p>
          </p:txBody>
        </p:sp>
        <p:sp>
          <p:nvSpPr>
            <p:cNvPr id="145" name="#1"/>
            <p:cNvSpPr txBox="1"/>
            <p:nvPr/>
          </p:nvSpPr>
          <p:spPr>
            <a:xfrm>
              <a:off x="537811" y="508745"/>
              <a:ext cx="2596786" cy="35066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lgn="r">
                <a:defRPr>
                  <a:solidFill>
                    <a:srgbClr val="808080"/>
                  </a:solidFill>
                  <a:uFill>
                    <a:solidFill>
                      <a:srgbClr val="808080"/>
                    </a:solidFill>
                  </a:uFill>
                </a:defRPr>
              </a:lvl1pPr>
            </a:lstStyle>
            <a:p>
              <a:pPr>
                <a:defRPr>
                  <a:solidFill>
                    <a:srgbClr val="FFFFFF"/>
                  </a:solidFill>
                  <a:uFill>
                    <a:solidFill>
                      <a:srgbClr val="FFFFFF"/>
                    </a:solidFill>
                  </a:uFill>
                </a:defRPr>
              </a:pPr>
              <a:r>
                <a:rPr>
                  <a:solidFill>
                    <a:srgbClr val="808080"/>
                  </a:solidFill>
                  <a:uFill>
                    <a:solidFill>
                      <a:srgbClr val="808080"/>
                    </a:solidFill>
                  </a:uFill>
                </a:rPr>
                <a:t>#1</a:t>
              </a:r>
            </a:p>
          </p:txBody>
        </p:sp>
      </p:grpSp>
      <p:grpSp>
        <p:nvGrpSpPr>
          <p:cNvPr id="149" name="Group"/>
          <p:cNvGrpSpPr/>
          <p:nvPr/>
        </p:nvGrpSpPr>
        <p:grpSpPr>
          <a:xfrm>
            <a:off x="5436096" y="1916832"/>
            <a:ext cx="3672409" cy="1152129"/>
            <a:chOff x="0" y="0"/>
            <a:chExt cx="3672408" cy="1152128"/>
          </a:xfrm>
        </p:grpSpPr>
        <p:sp>
          <p:nvSpPr>
            <p:cNvPr id="147" name="Oval"/>
            <p:cNvSpPr/>
            <p:nvPr/>
          </p:nvSpPr>
          <p:spPr>
            <a:xfrm>
              <a:off x="-1" y="-1"/>
              <a:ext cx="3672410" cy="1152130"/>
            </a:xfrm>
            <a:prstGeom prst="ellipse">
              <a:avLst/>
            </a:prstGeom>
            <a:solidFill>
              <a:schemeClr val="accent2">
                <a:alpha val="25000"/>
              </a:schemeClr>
            </a:solidFill>
            <a:ln w="12700" cap="flat">
              <a:noFill/>
              <a:miter lim="400000"/>
            </a:ln>
            <a:effectLst>
              <a:outerShdw blurRad="50800" dist="38100" dir="2700000" rotWithShape="0">
                <a:srgbClr val="000000">
                  <a:alpha val="40000"/>
                </a:srgbClr>
              </a:outerShdw>
            </a:effectLst>
          </p:spPr>
          <p:txBody>
            <a:bodyPr wrap="square" lIns="45719" tIns="45719" rIns="45719" bIns="45719" numCol="1" anchor="ctr">
              <a:noAutofit/>
            </a:bodyPr>
            <a:lstStyle/>
            <a:p>
              <a:pPr algn="r">
                <a:defRPr>
                  <a:solidFill>
                    <a:srgbClr val="808080"/>
                  </a:solidFill>
                  <a:uFill>
                    <a:solidFill>
                      <a:srgbClr val="808080"/>
                    </a:solidFill>
                  </a:uFill>
                </a:defRPr>
              </a:pPr>
              <a:endParaRPr/>
            </a:p>
          </p:txBody>
        </p:sp>
        <p:sp>
          <p:nvSpPr>
            <p:cNvPr id="148" name="#2"/>
            <p:cNvSpPr txBox="1"/>
            <p:nvPr/>
          </p:nvSpPr>
          <p:spPr>
            <a:xfrm>
              <a:off x="537811" y="400733"/>
              <a:ext cx="2596786" cy="35066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lgn="r">
                <a:defRPr>
                  <a:solidFill>
                    <a:srgbClr val="808080"/>
                  </a:solidFill>
                  <a:uFill>
                    <a:solidFill>
                      <a:srgbClr val="808080"/>
                    </a:solidFill>
                  </a:uFill>
                </a:defRPr>
              </a:lvl1pPr>
            </a:lstStyle>
            <a:p>
              <a:pPr>
                <a:defRPr>
                  <a:solidFill>
                    <a:srgbClr val="FFFFFF"/>
                  </a:solidFill>
                  <a:uFill>
                    <a:solidFill>
                      <a:srgbClr val="FFFFFF"/>
                    </a:solidFill>
                  </a:uFill>
                </a:defRPr>
              </a:pPr>
              <a:r>
                <a:rPr>
                  <a:solidFill>
                    <a:srgbClr val="808080"/>
                  </a:solidFill>
                  <a:uFill>
                    <a:solidFill>
                      <a:srgbClr val="808080"/>
                    </a:solidFill>
                  </a:uFill>
                </a:rPr>
                <a:t>#2</a:t>
              </a:r>
            </a:p>
          </p:txBody>
        </p:sp>
      </p:grpSp>
      <p:grpSp>
        <p:nvGrpSpPr>
          <p:cNvPr id="152" name="Group"/>
          <p:cNvGrpSpPr/>
          <p:nvPr/>
        </p:nvGrpSpPr>
        <p:grpSpPr>
          <a:xfrm>
            <a:off x="4353605" y="2728687"/>
            <a:ext cx="3500139" cy="2391552"/>
            <a:chOff x="0" y="0"/>
            <a:chExt cx="3500138" cy="2391550"/>
          </a:xfrm>
        </p:grpSpPr>
        <p:sp>
          <p:nvSpPr>
            <p:cNvPr id="150" name="Oval"/>
            <p:cNvSpPr/>
            <p:nvPr/>
          </p:nvSpPr>
          <p:spPr>
            <a:xfrm rot="20173638">
              <a:off x="91489" y="619711"/>
              <a:ext cx="3317161" cy="1152129"/>
            </a:xfrm>
            <a:prstGeom prst="ellipse">
              <a:avLst/>
            </a:prstGeom>
            <a:solidFill>
              <a:srgbClr val="92D050">
                <a:alpha val="25000"/>
              </a:srgbClr>
            </a:solidFill>
            <a:ln w="12700" cap="flat">
              <a:noFill/>
              <a:miter lim="400000"/>
            </a:ln>
            <a:effectLst>
              <a:outerShdw blurRad="50800" dist="38100" dir="2700000" rotWithShape="0">
                <a:srgbClr val="000000">
                  <a:alpha val="40000"/>
                </a:srgbClr>
              </a:outerShdw>
            </a:effectLst>
          </p:spPr>
          <p:txBody>
            <a:bodyPr wrap="square" lIns="45719" tIns="45719" rIns="45719" bIns="45719" numCol="1" anchor="b">
              <a:noAutofit/>
            </a:bodyPr>
            <a:lstStyle/>
            <a:p>
              <a:pPr>
                <a:defRPr>
                  <a:solidFill>
                    <a:srgbClr val="808080"/>
                  </a:solidFill>
                  <a:uFill>
                    <a:solidFill>
                      <a:srgbClr val="808080"/>
                    </a:solidFill>
                  </a:uFill>
                </a:defRPr>
              </a:pPr>
              <a:endParaRPr/>
            </a:p>
          </p:txBody>
        </p:sp>
        <p:sp>
          <p:nvSpPr>
            <p:cNvPr id="151" name="#3"/>
            <p:cNvSpPr txBox="1"/>
            <p:nvPr/>
          </p:nvSpPr>
          <p:spPr>
            <a:xfrm rot="20173638">
              <a:off x="670800" y="1232767"/>
              <a:ext cx="2345587" cy="35066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b">
              <a:spAutoFit/>
            </a:bodyPr>
            <a:lstStyle>
              <a:lvl1pPr>
                <a:defRPr>
                  <a:solidFill>
                    <a:srgbClr val="808080"/>
                  </a:solidFill>
                  <a:uFill>
                    <a:solidFill>
                      <a:srgbClr val="808080"/>
                    </a:solidFill>
                  </a:uFill>
                </a:defRPr>
              </a:lvl1pPr>
            </a:lstStyle>
            <a:p>
              <a:pPr>
                <a:defRPr>
                  <a:solidFill>
                    <a:srgbClr val="FFFFFF"/>
                  </a:solidFill>
                  <a:uFill>
                    <a:solidFill>
                      <a:srgbClr val="FFFFFF"/>
                    </a:solidFill>
                  </a:uFill>
                </a:defRPr>
              </a:pPr>
              <a:r>
                <a:rPr>
                  <a:solidFill>
                    <a:srgbClr val="808080"/>
                  </a:solidFill>
                  <a:uFill>
                    <a:solidFill>
                      <a:srgbClr val="808080"/>
                    </a:solidFill>
                  </a:uFill>
                </a:rPr>
                <a:t>#3</a:t>
              </a:r>
            </a:p>
          </p:txBody>
        </p:sp>
      </p:grpSp>
      <p:grpSp>
        <p:nvGrpSpPr>
          <p:cNvPr id="155" name="Group"/>
          <p:cNvGrpSpPr/>
          <p:nvPr/>
        </p:nvGrpSpPr>
        <p:grpSpPr>
          <a:xfrm>
            <a:off x="6444207" y="3884736"/>
            <a:ext cx="2520281" cy="1344465"/>
            <a:chOff x="0" y="0"/>
            <a:chExt cx="2520280" cy="1344464"/>
          </a:xfrm>
        </p:grpSpPr>
        <p:sp>
          <p:nvSpPr>
            <p:cNvPr id="153" name="Oval"/>
            <p:cNvSpPr/>
            <p:nvPr/>
          </p:nvSpPr>
          <p:spPr>
            <a:xfrm>
              <a:off x="-1" y="-1"/>
              <a:ext cx="2520282" cy="1344466"/>
            </a:xfrm>
            <a:prstGeom prst="ellipse">
              <a:avLst/>
            </a:prstGeom>
            <a:solidFill>
              <a:srgbClr val="92D050">
                <a:alpha val="25000"/>
              </a:srgbClr>
            </a:solidFill>
            <a:ln w="12700" cap="flat">
              <a:noFill/>
              <a:miter lim="400000"/>
            </a:ln>
            <a:effectLst>
              <a:outerShdw blurRad="50800" dist="38100" dir="2700000" rotWithShape="0">
                <a:srgbClr val="000000">
                  <a:alpha val="40000"/>
                </a:srgbClr>
              </a:outerShdw>
            </a:effectLst>
          </p:spPr>
          <p:txBody>
            <a:bodyPr wrap="square" lIns="45719" tIns="45719" rIns="45719" bIns="45719" numCol="1" anchor="b">
              <a:noAutofit/>
            </a:bodyPr>
            <a:lstStyle/>
            <a:p>
              <a:pPr>
                <a:defRPr>
                  <a:solidFill>
                    <a:srgbClr val="808080"/>
                  </a:solidFill>
                  <a:uFill>
                    <a:solidFill>
                      <a:srgbClr val="808080"/>
                    </a:solidFill>
                  </a:uFill>
                </a:defRPr>
              </a:pPr>
              <a:endParaRPr/>
            </a:p>
          </p:txBody>
        </p:sp>
        <p:sp>
          <p:nvSpPr>
            <p:cNvPr id="154" name="#4"/>
            <p:cNvSpPr txBox="1"/>
            <p:nvPr/>
          </p:nvSpPr>
          <p:spPr>
            <a:xfrm>
              <a:off x="369085" y="796910"/>
              <a:ext cx="1782110" cy="35066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b">
              <a:spAutoFit/>
            </a:bodyPr>
            <a:lstStyle>
              <a:lvl1pPr>
                <a:defRPr>
                  <a:solidFill>
                    <a:srgbClr val="808080"/>
                  </a:solidFill>
                  <a:uFill>
                    <a:solidFill>
                      <a:srgbClr val="808080"/>
                    </a:solidFill>
                  </a:uFill>
                </a:defRPr>
              </a:lvl1pPr>
            </a:lstStyle>
            <a:p>
              <a:pPr>
                <a:defRPr>
                  <a:solidFill>
                    <a:srgbClr val="FFFFFF"/>
                  </a:solidFill>
                  <a:uFill>
                    <a:solidFill>
                      <a:srgbClr val="FFFFFF"/>
                    </a:solidFill>
                  </a:uFill>
                </a:defRPr>
              </a:pPr>
              <a:r>
                <a:rPr>
                  <a:solidFill>
                    <a:srgbClr val="808080"/>
                  </a:solidFill>
                  <a:uFill>
                    <a:solidFill>
                      <a:srgbClr val="808080"/>
                    </a:solidFill>
                  </a:uFill>
                </a:rPr>
                <a:t>#4</a:t>
              </a:r>
            </a:p>
          </p:txBody>
        </p:sp>
      </p:grpSp>
      <p:grpSp>
        <p:nvGrpSpPr>
          <p:cNvPr id="158" name="Group"/>
          <p:cNvGrpSpPr/>
          <p:nvPr/>
        </p:nvGrpSpPr>
        <p:grpSpPr>
          <a:xfrm>
            <a:off x="177337" y="-46125"/>
            <a:ext cx="3431908" cy="2509520"/>
            <a:chOff x="0" y="0"/>
            <a:chExt cx="3431906" cy="2509519"/>
          </a:xfrm>
        </p:grpSpPr>
        <p:sp>
          <p:nvSpPr>
            <p:cNvPr id="156" name="Oval"/>
            <p:cNvSpPr/>
            <p:nvPr/>
          </p:nvSpPr>
          <p:spPr>
            <a:xfrm rot="1331503">
              <a:off x="155925" y="535990"/>
              <a:ext cx="3120057" cy="1437539"/>
            </a:xfrm>
            <a:prstGeom prst="ellipse">
              <a:avLst/>
            </a:prstGeom>
            <a:solidFill>
              <a:srgbClr val="00B0F0">
                <a:alpha val="25000"/>
              </a:srgbClr>
            </a:solidFill>
            <a:ln w="12700" cap="flat">
              <a:noFill/>
              <a:miter lim="400000"/>
            </a:ln>
            <a:effectLst>
              <a:outerShdw blurRad="50800" dist="38100" dir="2700000" rotWithShape="0">
                <a:srgbClr val="000000">
                  <a:alpha val="40000"/>
                </a:srgbClr>
              </a:outerShdw>
            </a:effectLst>
          </p:spPr>
          <p:txBody>
            <a:bodyPr wrap="square" lIns="45719" tIns="45719" rIns="45719" bIns="45719" numCol="1" anchor="t">
              <a:noAutofit/>
            </a:bodyPr>
            <a:lstStyle/>
            <a:p>
              <a:pPr algn="ctr">
                <a:defRPr>
                  <a:solidFill>
                    <a:srgbClr val="808080"/>
                  </a:solidFill>
                  <a:uFill>
                    <a:solidFill>
                      <a:srgbClr val="808080"/>
                    </a:solidFill>
                  </a:uFill>
                </a:defRPr>
              </a:pPr>
              <a:endParaRPr/>
            </a:p>
          </p:txBody>
        </p:sp>
        <p:sp>
          <p:nvSpPr>
            <p:cNvPr id="157" name="#5"/>
            <p:cNvSpPr txBox="1"/>
            <p:nvPr/>
          </p:nvSpPr>
          <p:spPr>
            <a:xfrm rot="1331503">
              <a:off x="755860" y="774560"/>
              <a:ext cx="2206213" cy="25922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a:defRPr>
                  <a:solidFill>
                    <a:srgbClr val="808080"/>
                  </a:solidFill>
                  <a:uFill>
                    <a:solidFill>
                      <a:srgbClr val="808080"/>
                    </a:solidFill>
                  </a:uFill>
                </a:defRPr>
              </a:lvl1pPr>
            </a:lstStyle>
            <a:p>
              <a:pPr>
                <a:defRPr>
                  <a:solidFill>
                    <a:srgbClr val="FFFFFF"/>
                  </a:solidFill>
                  <a:uFill>
                    <a:solidFill>
                      <a:srgbClr val="FFFFFF"/>
                    </a:solidFill>
                  </a:uFill>
                </a:defRPr>
              </a:pPr>
              <a:r>
                <a:rPr>
                  <a:solidFill>
                    <a:srgbClr val="808080"/>
                  </a:solidFill>
                  <a:uFill>
                    <a:solidFill>
                      <a:srgbClr val="808080"/>
                    </a:solidFill>
                  </a:uFill>
                </a:rPr>
                <a:t>#5</a:t>
              </a:r>
            </a:p>
          </p:txBody>
        </p:sp>
      </p:grpSp>
      <p:grpSp>
        <p:nvGrpSpPr>
          <p:cNvPr id="161" name="Group"/>
          <p:cNvGrpSpPr/>
          <p:nvPr/>
        </p:nvGrpSpPr>
        <p:grpSpPr>
          <a:xfrm>
            <a:off x="1094070" y="315856"/>
            <a:ext cx="3468526" cy="3222968"/>
            <a:chOff x="0" y="0"/>
            <a:chExt cx="3468524" cy="3222966"/>
          </a:xfrm>
        </p:grpSpPr>
        <p:sp>
          <p:nvSpPr>
            <p:cNvPr id="159" name="Oval"/>
            <p:cNvSpPr/>
            <p:nvPr/>
          </p:nvSpPr>
          <p:spPr>
            <a:xfrm rot="19305518">
              <a:off x="174234" y="789156"/>
              <a:ext cx="3120057" cy="1644655"/>
            </a:xfrm>
            <a:prstGeom prst="ellipse">
              <a:avLst/>
            </a:prstGeom>
            <a:solidFill>
              <a:srgbClr val="00B0F0">
                <a:alpha val="25000"/>
              </a:srgbClr>
            </a:solidFill>
            <a:ln w="12700" cap="flat">
              <a:noFill/>
              <a:miter lim="400000"/>
            </a:ln>
            <a:effectLst>
              <a:outerShdw blurRad="50800" dist="38100" dir="2700000" rotWithShape="0">
                <a:srgbClr val="000000">
                  <a:alpha val="40000"/>
                </a:srgbClr>
              </a:outerShdw>
            </a:effectLst>
          </p:spPr>
          <p:txBody>
            <a:bodyPr wrap="square" lIns="45719" tIns="45719" rIns="45719" bIns="45719" numCol="1" anchor="b">
              <a:noAutofit/>
            </a:bodyPr>
            <a:lstStyle/>
            <a:p>
              <a:pPr algn="ctr">
                <a:defRPr>
                  <a:solidFill>
                    <a:srgbClr val="808080"/>
                  </a:solidFill>
                  <a:uFill>
                    <a:solidFill>
                      <a:srgbClr val="808080"/>
                    </a:solidFill>
                  </a:uFill>
                </a:defRPr>
              </a:pPr>
              <a:endParaRPr/>
            </a:p>
          </p:txBody>
        </p:sp>
        <p:sp>
          <p:nvSpPr>
            <p:cNvPr id="160" name="#6"/>
            <p:cNvSpPr txBox="1"/>
            <p:nvPr/>
          </p:nvSpPr>
          <p:spPr>
            <a:xfrm rot="19305518">
              <a:off x="717467" y="1278971"/>
              <a:ext cx="2206213" cy="88406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b">
              <a:spAutoFit/>
            </a:bodyPr>
            <a:lstStyle/>
            <a:p>
              <a:pPr algn="ctr">
                <a:defRPr>
                  <a:solidFill>
                    <a:srgbClr val="FFFFFF"/>
                  </a:solidFill>
                  <a:uFill>
                    <a:solidFill>
                      <a:srgbClr val="FFFFFF"/>
                    </a:solidFill>
                  </a:uFill>
                </a:defRPr>
              </a:pPr>
              <a:endParaRPr>
                <a:solidFill>
                  <a:srgbClr val="808080"/>
                </a:solidFill>
                <a:uFill>
                  <a:solidFill>
                    <a:srgbClr val="808080"/>
                  </a:solidFill>
                </a:uFill>
              </a:endParaRPr>
            </a:p>
            <a:p>
              <a:pPr algn="ctr">
                <a:defRPr>
                  <a:solidFill>
                    <a:srgbClr val="FFFFFF"/>
                  </a:solidFill>
                  <a:uFill>
                    <a:solidFill>
                      <a:srgbClr val="FFFFFF"/>
                    </a:solidFill>
                  </a:uFill>
                </a:defRPr>
              </a:pPr>
              <a:endParaRPr>
                <a:solidFill>
                  <a:srgbClr val="808080"/>
                </a:solidFill>
                <a:uFill>
                  <a:solidFill>
                    <a:srgbClr val="808080"/>
                  </a:solidFill>
                </a:uFill>
              </a:endParaRPr>
            </a:p>
            <a:p>
              <a:pPr algn="ctr">
                <a:defRPr>
                  <a:solidFill>
                    <a:srgbClr val="FFFFFF"/>
                  </a:solidFill>
                  <a:uFill>
                    <a:solidFill>
                      <a:srgbClr val="FFFFFF"/>
                    </a:solidFill>
                  </a:uFill>
                </a:defRPr>
              </a:pPr>
              <a:r>
                <a:rPr>
                  <a:solidFill>
                    <a:srgbClr val="808080"/>
                  </a:solidFill>
                  <a:uFill>
                    <a:solidFill>
                      <a:srgbClr val="808080"/>
                    </a:solidFill>
                  </a:uFill>
                </a:rPr>
                <a:t>#6</a:t>
              </a:r>
            </a:p>
          </p:txBody>
        </p:sp>
      </p:grpSp>
      <p:grpSp>
        <p:nvGrpSpPr>
          <p:cNvPr id="164" name="Group"/>
          <p:cNvGrpSpPr/>
          <p:nvPr/>
        </p:nvGrpSpPr>
        <p:grpSpPr>
          <a:xfrm>
            <a:off x="5220072" y="5324895"/>
            <a:ext cx="1656185" cy="1200449"/>
            <a:chOff x="0" y="0"/>
            <a:chExt cx="1656183" cy="1200448"/>
          </a:xfrm>
        </p:grpSpPr>
        <p:sp>
          <p:nvSpPr>
            <p:cNvPr id="162" name="Oval"/>
            <p:cNvSpPr/>
            <p:nvPr/>
          </p:nvSpPr>
          <p:spPr>
            <a:xfrm>
              <a:off x="0" y="-1"/>
              <a:ext cx="1656184" cy="1200450"/>
            </a:xfrm>
            <a:prstGeom prst="ellipse">
              <a:avLst/>
            </a:prstGeom>
            <a:solidFill>
              <a:srgbClr val="FFC000">
                <a:alpha val="25000"/>
              </a:srgbClr>
            </a:solidFill>
            <a:ln w="12700" cap="flat">
              <a:noFill/>
              <a:miter lim="400000"/>
            </a:ln>
            <a:effectLst>
              <a:outerShdw blurRad="50800" dist="38100" dir="2700000" rotWithShape="0">
                <a:srgbClr val="000000">
                  <a:alpha val="40000"/>
                </a:srgbClr>
              </a:outerShdw>
            </a:effectLst>
          </p:spPr>
          <p:txBody>
            <a:bodyPr wrap="square" lIns="45719" tIns="45719" rIns="45719" bIns="45719" numCol="1" anchor="b">
              <a:noAutofit/>
            </a:bodyPr>
            <a:lstStyle/>
            <a:p>
              <a:pPr algn="ctr">
                <a:defRPr>
                  <a:solidFill>
                    <a:srgbClr val="808080"/>
                  </a:solidFill>
                  <a:uFill>
                    <a:solidFill>
                      <a:srgbClr val="808080"/>
                    </a:solidFill>
                  </a:uFill>
                </a:defRPr>
              </a:pPr>
              <a:endParaRPr/>
            </a:p>
          </p:txBody>
        </p:sp>
        <p:sp>
          <p:nvSpPr>
            <p:cNvPr id="163" name="#8"/>
            <p:cNvSpPr txBox="1"/>
            <p:nvPr/>
          </p:nvSpPr>
          <p:spPr>
            <a:xfrm>
              <a:off x="242542" y="673984"/>
              <a:ext cx="1171099" cy="35066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b">
              <a:spAutoFit/>
            </a:bodyPr>
            <a:lstStyle>
              <a:lvl1pPr algn="ctr">
                <a:defRPr>
                  <a:solidFill>
                    <a:srgbClr val="808080"/>
                  </a:solidFill>
                  <a:uFill>
                    <a:solidFill>
                      <a:srgbClr val="808080"/>
                    </a:solidFill>
                  </a:uFill>
                </a:defRPr>
              </a:lvl1pPr>
            </a:lstStyle>
            <a:p>
              <a:pPr>
                <a:defRPr>
                  <a:solidFill>
                    <a:srgbClr val="FFFFFF"/>
                  </a:solidFill>
                  <a:uFill>
                    <a:solidFill>
                      <a:srgbClr val="FFFFFF"/>
                    </a:solidFill>
                  </a:uFill>
                </a:defRPr>
              </a:pPr>
              <a:r>
                <a:rPr>
                  <a:solidFill>
                    <a:srgbClr val="808080"/>
                  </a:solidFill>
                  <a:uFill>
                    <a:solidFill>
                      <a:srgbClr val="808080"/>
                    </a:solidFill>
                  </a:uFill>
                </a:rPr>
                <a:t>#8</a:t>
              </a:r>
            </a:p>
          </p:txBody>
        </p:sp>
      </p:grpSp>
      <p:grpSp>
        <p:nvGrpSpPr>
          <p:cNvPr id="167" name="Group"/>
          <p:cNvGrpSpPr/>
          <p:nvPr/>
        </p:nvGrpSpPr>
        <p:grpSpPr>
          <a:xfrm>
            <a:off x="6854349" y="5324895"/>
            <a:ext cx="1656185" cy="1200449"/>
            <a:chOff x="0" y="0"/>
            <a:chExt cx="1656183" cy="1200448"/>
          </a:xfrm>
        </p:grpSpPr>
        <p:sp>
          <p:nvSpPr>
            <p:cNvPr id="165" name="Oval"/>
            <p:cNvSpPr/>
            <p:nvPr/>
          </p:nvSpPr>
          <p:spPr>
            <a:xfrm>
              <a:off x="0" y="-1"/>
              <a:ext cx="1656184" cy="1200450"/>
            </a:xfrm>
            <a:prstGeom prst="ellipse">
              <a:avLst/>
            </a:prstGeom>
            <a:solidFill>
              <a:srgbClr val="FFC000">
                <a:alpha val="25000"/>
              </a:srgbClr>
            </a:solidFill>
            <a:ln w="12700" cap="flat">
              <a:noFill/>
              <a:miter lim="400000"/>
            </a:ln>
            <a:effectLst>
              <a:outerShdw blurRad="50800" dist="38100" dir="2700000" rotWithShape="0">
                <a:srgbClr val="000000">
                  <a:alpha val="40000"/>
                </a:srgbClr>
              </a:outerShdw>
            </a:effectLst>
          </p:spPr>
          <p:txBody>
            <a:bodyPr wrap="square" lIns="45719" tIns="45719" rIns="45719" bIns="45719" numCol="1" anchor="ctr">
              <a:noAutofit/>
            </a:bodyPr>
            <a:lstStyle/>
            <a:p>
              <a:pPr algn="r">
                <a:defRPr>
                  <a:solidFill>
                    <a:srgbClr val="808080"/>
                  </a:solidFill>
                  <a:uFill>
                    <a:solidFill>
                      <a:srgbClr val="808080"/>
                    </a:solidFill>
                  </a:uFill>
                </a:defRPr>
              </a:pPr>
              <a:endParaRPr/>
            </a:p>
          </p:txBody>
        </p:sp>
        <p:sp>
          <p:nvSpPr>
            <p:cNvPr id="166" name="#9"/>
            <p:cNvSpPr txBox="1"/>
            <p:nvPr/>
          </p:nvSpPr>
          <p:spPr>
            <a:xfrm>
              <a:off x="242542" y="424893"/>
              <a:ext cx="1171099" cy="35066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lgn="r">
                <a:defRPr>
                  <a:solidFill>
                    <a:srgbClr val="808080"/>
                  </a:solidFill>
                  <a:uFill>
                    <a:solidFill>
                      <a:srgbClr val="808080"/>
                    </a:solidFill>
                  </a:uFill>
                </a:defRPr>
              </a:lvl1pPr>
            </a:lstStyle>
            <a:p>
              <a:pPr>
                <a:defRPr>
                  <a:solidFill>
                    <a:srgbClr val="FFFFFF"/>
                  </a:solidFill>
                  <a:uFill>
                    <a:solidFill>
                      <a:srgbClr val="FFFFFF"/>
                    </a:solidFill>
                  </a:uFill>
                </a:defRPr>
              </a:pPr>
              <a:r>
                <a:rPr>
                  <a:solidFill>
                    <a:srgbClr val="808080"/>
                  </a:solidFill>
                  <a:uFill>
                    <a:solidFill>
                      <a:srgbClr val="808080"/>
                    </a:solidFill>
                  </a:uFill>
                </a:rPr>
                <a:t>#9</a:t>
              </a:r>
            </a:p>
          </p:txBody>
        </p:sp>
      </p:grpSp>
      <p:grpSp>
        <p:nvGrpSpPr>
          <p:cNvPr id="170" name="Group"/>
          <p:cNvGrpSpPr/>
          <p:nvPr/>
        </p:nvGrpSpPr>
        <p:grpSpPr>
          <a:xfrm>
            <a:off x="0" y="1680311"/>
            <a:ext cx="1219566" cy="2036722"/>
            <a:chOff x="0" y="0"/>
            <a:chExt cx="1219564" cy="2036720"/>
          </a:xfrm>
        </p:grpSpPr>
        <p:sp>
          <p:nvSpPr>
            <p:cNvPr id="168" name="Oval"/>
            <p:cNvSpPr/>
            <p:nvPr/>
          </p:nvSpPr>
          <p:spPr>
            <a:xfrm>
              <a:off x="-1" y="-1"/>
              <a:ext cx="1219566" cy="2036722"/>
            </a:xfrm>
            <a:prstGeom prst="ellipse">
              <a:avLst/>
            </a:prstGeom>
            <a:solidFill>
              <a:srgbClr val="FF0000">
                <a:alpha val="25000"/>
              </a:srgbClr>
            </a:solidFill>
            <a:ln w="12700" cap="flat">
              <a:noFill/>
              <a:miter lim="400000"/>
            </a:ln>
            <a:effectLst>
              <a:outerShdw blurRad="50800" dist="38100" dir="2700000" rotWithShape="0">
                <a:srgbClr val="000000">
                  <a:alpha val="40000"/>
                </a:srgbClr>
              </a:outerShdw>
            </a:effectLst>
          </p:spPr>
          <p:txBody>
            <a:bodyPr wrap="square" lIns="45719" tIns="45719" rIns="45719" bIns="45719" numCol="1" anchor="ctr">
              <a:noAutofit/>
            </a:bodyPr>
            <a:lstStyle/>
            <a:p>
              <a:pPr>
                <a:defRPr>
                  <a:solidFill>
                    <a:srgbClr val="808080"/>
                  </a:solidFill>
                  <a:uFill>
                    <a:solidFill>
                      <a:srgbClr val="808080"/>
                    </a:solidFill>
                  </a:uFill>
                </a:defRPr>
              </a:pPr>
              <a:endParaRPr/>
            </a:p>
          </p:txBody>
        </p:sp>
        <p:sp>
          <p:nvSpPr>
            <p:cNvPr id="169" name="#10"/>
            <p:cNvSpPr txBox="1"/>
            <p:nvPr/>
          </p:nvSpPr>
          <p:spPr>
            <a:xfrm>
              <a:off x="178601" y="888749"/>
              <a:ext cx="862362" cy="25922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defRPr>
                  <a:solidFill>
                    <a:srgbClr val="808080"/>
                  </a:solidFill>
                  <a:uFill>
                    <a:solidFill>
                      <a:srgbClr val="808080"/>
                    </a:solidFill>
                  </a:uFill>
                </a:defRPr>
              </a:lvl1pPr>
            </a:lstStyle>
            <a:p>
              <a:pPr>
                <a:defRPr>
                  <a:solidFill>
                    <a:srgbClr val="FFFFFF"/>
                  </a:solidFill>
                  <a:uFill>
                    <a:solidFill>
                      <a:srgbClr val="FFFFFF"/>
                    </a:solidFill>
                  </a:uFill>
                </a:defRPr>
              </a:pPr>
              <a:r>
                <a:rPr>
                  <a:solidFill>
                    <a:srgbClr val="808080"/>
                  </a:solidFill>
                  <a:uFill>
                    <a:solidFill>
                      <a:srgbClr val="808080"/>
                    </a:solidFill>
                  </a:uFill>
                </a:rPr>
                <a:t>#10</a:t>
              </a:r>
            </a:p>
          </p:txBody>
        </p:sp>
      </p:grpSp>
      <p:grpSp>
        <p:nvGrpSpPr>
          <p:cNvPr id="173" name="Group"/>
          <p:cNvGrpSpPr/>
          <p:nvPr/>
        </p:nvGrpSpPr>
        <p:grpSpPr>
          <a:xfrm>
            <a:off x="-63452" y="2798121"/>
            <a:ext cx="2819549" cy="2338391"/>
            <a:chOff x="0" y="0"/>
            <a:chExt cx="2819547" cy="2338390"/>
          </a:xfrm>
        </p:grpSpPr>
        <p:sp>
          <p:nvSpPr>
            <p:cNvPr id="171" name="Oval"/>
            <p:cNvSpPr/>
            <p:nvPr/>
          </p:nvSpPr>
          <p:spPr>
            <a:xfrm rot="19703329">
              <a:off x="105169" y="599244"/>
              <a:ext cx="2609209" cy="1139903"/>
            </a:xfrm>
            <a:prstGeom prst="ellipse">
              <a:avLst/>
            </a:prstGeom>
            <a:solidFill>
              <a:srgbClr val="FF0000">
                <a:alpha val="25000"/>
              </a:srgbClr>
            </a:solidFill>
            <a:ln w="12700" cap="flat">
              <a:noFill/>
              <a:miter lim="400000"/>
            </a:ln>
            <a:effectLst>
              <a:outerShdw blurRad="50800" dist="38100" dir="2700000" rotWithShape="0">
                <a:srgbClr val="000000">
                  <a:alpha val="40000"/>
                </a:srgbClr>
              </a:outerShdw>
            </a:effectLst>
          </p:spPr>
          <p:txBody>
            <a:bodyPr wrap="square" lIns="45719" tIns="45719" rIns="45719" bIns="45719" numCol="1" anchor="b">
              <a:noAutofit/>
            </a:bodyPr>
            <a:lstStyle/>
            <a:p>
              <a:pPr algn="ctr">
                <a:defRPr>
                  <a:solidFill>
                    <a:srgbClr val="808080"/>
                  </a:solidFill>
                  <a:uFill>
                    <a:solidFill>
                      <a:srgbClr val="808080"/>
                    </a:solidFill>
                  </a:uFill>
                </a:defRPr>
              </a:pPr>
              <a:endParaRPr/>
            </a:p>
          </p:txBody>
        </p:sp>
        <p:sp>
          <p:nvSpPr>
            <p:cNvPr id="172" name="#11"/>
            <p:cNvSpPr txBox="1"/>
            <p:nvPr/>
          </p:nvSpPr>
          <p:spPr>
            <a:xfrm rot="19703329">
              <a:off x="606621" y="1187767"/>
              <a:ext cx="1844988" cy="35066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b">
              <a:spAutoFit/>
            </a:bodyPr>
            <a:lstStyle>
              <a:lvl1pPr algn="ctr">
                <a:defRPr>
                  <a:solidFill>
                    <a:srgbClr val="808080"/>
                  </a:solidFill>
                  <a:uFill>
                    <a:solidFill>
                      <a:srgbClr val="808080"/>
                    </a:solidFill>
                  </a:uFill>
                </a:defRPr>
              </a:lvl1pPr>
            </a:lstStyle>
            <a:p>
              <a:pPr>
                <a:defRPr>
                  <a:solidFill>
                    <a:srgbClr val="FFFFFF"/>
                  </a:solidFill>
                  <a:uFill>
                    <a:solidFill>
                      <a:srgbClr val="FFFFFF"/>
                    </a:solidFill>
                  </a:uFill>
                </a:defRPr>
              </a:pPr>
              <a:r>
                <a:rPr>
                  <a:solidFill>
                    <a:srgbClr val="808080"/>
                  </a:solidFill>
                  <a:uFill>
                    <a:solidFill>
                      <a:srgbClr val="808080"/>
                    </a:solidFill>
                  </a:uFill>
                </a:rPr>
                <a:t>#11</a:t>
              </a:r>
            </a:p>
          </p:txBody>
        </p:sp>
      </p:grpSp>
      <p:grpSp>
        <p:nvGrpSpPr>
          <p:cNvPr id="176" name="Group"/>
          <p:cNvGrpSpPr/>
          <p:nvPr/>
        </p:nvGrpSpPr>
        <p:grpSpPr>
          <a:xfrm>
            <a:off x="0" y="5136512"/>
            <a:ext cx="2502584" cy="1532849"/>
            <a:chOff x="0" y="0"/>
            <a:chExt cx="2502582" cy="1532848"/>
          </a:xfrm>
        </p:grpSpPr>
        <p:sp>
          <p:nvSpPr>
            <p:cNvPr id="174" name="Oval"/>
            <p:cNvSpPr/>
            <p:nvPr/>
          </p:nvSpPr>
          <p:spPr>
            <a:xfrm>
              <a:off x="-1" y="-1"/>
              <a:ext cx="2502584" cy="1532850"/>
            </a:xfrm>
            <a:prstGeom prst="ellipse">
              <a:avLst/>
            </a:prstGeom>
            <a:solidFill>
              <a:srgbClr val="FFFF00">
                <a:alpha val="25000"/>
              </a:srgbClr>
            </a:solidFill>
            <a:ln w="12700" cap="flat">
              <a:noFill/>
              <a:miter lim="400000"/>
            </a:ln>
            <a:effectLst>
              <a:outerShdw blurRad="50800" dist="38100" dir="2700000" rotWithShape="0">
                <a:srgbClr val="000000">
                  <a:alpha val="40000"/>
                </a:srgbClr>
              </a:outerShdw>
            </a:effectLst>
          </p:spPr>
          <p:txBody>
            <a:bodyPr wrap="square" lIns="45719" tIns="45719" rIns="45719" bIns="45719" numCol="1" anchor="b">
              <a:noAutofit/>
            </a:bodyPr>
            <a:lstStyle/>
            <a:p>
              <a:pPr algn="r">
                <a:defRPr>
                  <a:solidFill>
                    <a:srgbClr val="808080"/>
                  </a:solidFill>
                  <a:uFill>
                    <a:solidFill>
                      <a:srgbClr val="808080"/>
                    </a:solidFill>
                  </a:uFill>
                </a:defRPr>
              </a:pPr>
              <a:endParaRPr/>
            </a:p>
          </p:txBody>
        </p:sp>
        <p:sp>
          <p:nvSpPr>
            <p:cNvPr id="175" name="#12"/>
            <p:cNvSpPr txBox="1"/>
            <p:nvPr/>
          </p:nvSpPr>
          <p:spPr>
            <a:xfrm>
              <a:off x="366494" y="957706"/>
              <a:ext cx="1769593" cy="35066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b">
              <a:spAutoFit/>
            </a:bodyPr>
            <a:lstStyle>
              <a:lvl1pPr algn="r">
                <a:defRPr>
                  <a:solidFill>
                    <a:srgbClr val="808080"/>
                  </a:solidFill>
                  <a:uFill>
                    <a:solidFill>
                      <a:srgbClr val="808080"/>
                    </a:solidFill>
                  </a:uFill>
                </a:defRPr>
              </a:lvl1pPr>
            </a:lstStyle>
            <a:p>
              <a:pPr>
                <a:defRPr>
                  <a:solidFill>
                    <a:srgbClr val="FFFFFF"/>
                  </a:solidFill>
                  <a:uFill>
                    <a:solidFill>
                      <a:srgbClr val="FFFFFF"/>
                    </a:solidFill>
                  </a:uFill>
                </a:defRPr>
              </a:pPr>
              <a:r>
                <a:rPr>
                  <a:solidFill>
                    <a:srgbClr val="808080"/>
                  </a:solidFill>
                  <a:uFill>
                    <a:solidFill>
                      <a:srgbClr val="808080"/>
                    </a:solidFill>
                  </a:uFill>
                </a:rPr>
                <a:t>#12</a:t>
              </a:r>
            </a:p>
          </p:txBody>
        </p:sp>
      </p:grpSp>
      <p:grpSp>
        <p:nvGrpSpPr>
          <p:cNvPr id="179" name="Group"/>
          <p:cNvGrpSpPr/>
          <p:nvPr/>
        </p:nvGrpSpPr>
        <p:grpSpPr>
          <a:xfrm>
            <a:off x="2123727" y="4725144"/>
            <a:ext cx="1944217" cy="2016225"/>
            <a:chOff x="0" y="0"/>
            <a:chExt cx="1944216" cy="2016224"/>
          </a:xfrm>
        </p:grpSpPr>
        <p:sp>
          <p:nvSpPr>
            <p:cNvPr id="177" name="Oval"/>
            <p:cNvSpPr/>
            <p:nvPr/>
          </p:nvSpPr>
          <p:spPr>
            <a:xfrm>
              <a:off x="-1" y="-1"/>
              <a:ext cx="1944218" cy="2016226"/>
            </a:xfrm>
            <a:prstGeom prst="ellipse">
              <a:avLst/>
            </a:prstGeom>
            <a:solidFill>
              <a:srgbClr val="FFFF00">
                <a:alpha val="25000"/>
              </a:srgbClr>
            </a:solidFill>
            <a:ln w="12700" cap="flat">
              <a:noFill/>
              <a:miter lim="400000"/>
            </a:ln>
            <a:effectLst>
              <a:outerShdw blurRad="50800" dist="38100" dir="2700000" rotWithShape="0">
                <a:srgbClr val="000000">
                  <a:alpha val="40000"/>
                </a:srgbClr>
              </a:outerShdw>
            </a:effectLst>
          </p:spPr>
          <p:txBody>
            <a:bodyPr wrap="square" lIns="45719" tIns="45719" rIns="45719" bIns="45719" numCol="1" anchor="b">
              <a:noAutofit/>
            </a:bodyPr>
            <a:lstStyle/>
            <a:p>
              <a:pPr>
                <a:defRPr>
                  <a:solidFill>
                    <a:srgbClr val="808080"/>
                  </a:solidFill>
                  <a:uFill>
                    <a:solidFill>
                      <a:srgbClr val="808080"/>
                    </a:solidFill>
                  </a:uFill>
                </a:defRPr>
              </a:pPr>
              <a:endParaRPr/>
            </a:p>
          </p:txBody>
        </p:sp>
        <p:sp>
          <p:nvSpPr>
            <p:cNvPr id="178" name="#13"/>
            <p:cNvSpPr txBox="1"/>
            <p:nvPr/>
          </p:nvSpPr>
          <p:spPr>
            <a:xfrm>
              <a:off x="284723" y="1370293"/>
              <a:ext cx="1374770" cy="35066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b">
              <a:spAutoFit/>
            </a:bodyPr>
            <a:lstStyle>
              <a:lvl1pPr>
                <a:defRPr>
                  <a:solidFill>
                    <a:srgbClr val="808080"/>
                  </a:solidFill>
                  <a:uFill>
                    <a:solidFill>
                      <a:srgbClr val="808080"/>
                    </a:solidFill>
                  </a:uFill>
                </a:defRPr>
              </a:lvl1pPr>
            </a:lstStyle>
            <a:p>
              <a:pPr>
                <a:defRPr>
                  <a:solidFill>
                    <a:srgbClr val="FFFFFF"/>
                  </a:solidFill>
                  <a:uFill>
                    <a:solidFill>
                      <a:srgbClr val="FFFFFF"/>
                    </a:solidFill>
                  </a:uFill>
                </a:defRPr>
              </a:pPr>
              <a:r>
                <a:rPr>
                  <a:solidFill>
                    <a:srgbClr val="808080"/>
                  </a:solidFill>
                  <a:uFill>
                    <a:solidFill>
                      <a:srgbClr val="808080"/>
                    </a:solidFill>
                  </a:uFill>
                </a:rPr>
                <a:t>#13</a:t>
              </a:r>
            </a:p>
          </p:txBody>
        </p:sp>
      </p:grpSp>
    </p:spTree>
  </p:cSld>
  <p:clrMapOvr>
    <a:masterClrMapping/>
  </p:clrMapOvr>
  <mc:AlternateContent xmlns:mc="http://schemas.openxmlformats.org/markup-compatibility/2006" xmlns:p14="http://schemas.microsoft.com/office/powerpoint/2010/main">
    <mc:Choice Requires="p14">
      <p:transition spd="slow" p14:dur="1200">
        <p14:warp/>
      </p:transition>
    </mc:Choice>
    <mc:Fallback xmlns:a14="http://schemas.microsoft.com/office/drawing/2010/main" xmlns:m="http://schemas.openxmlformats.org/officeDocument/2006/math"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146"/>
                                        </p:tgtEl>
                                        <p:attrNameLst>
                                          <p:attrName>style.visibility</p:attrName>
                                        </p:attrNameLst>
                                      </p:cBhvr>
                                      <p:to>
                                        <p:strVal val="visible"/>
                                      </p:to>
                                    </p:set>
                                    <p:animEffect transition="in" filter="fade">
                                      <p:cBhvr>
                                        <p:cTn id="7" dur="500"/>
                                        <p:tgtEl>
                                          <p:spTgt spid="1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grpId="2" nodeType="clickEffect">
                                  <p:stCondLst>
                                    <p:cond delay="0"/>
                                  </p:stCondLst>
                                  <p:iterate>
                                    <p:tmAbs val="0"/>
                                  </p:iterate>
                                  <p:childTnLst>
                                    <p:set>
                                      <p:cBhvr>
                                        <p:cTn id="11" fill="hold"/>
                                        <p:tgtEl>
                                          <p:spTgt spid="149"/>
                                        </p:tgtEl>
                                        <p:attrNameLst>
                                          <p:attrName>style.visibility</p:attrName>
                                        </p:attrNameLst>
                                      </p:cBhvr>
                                      <p:to>
                                        <p:strVal val="visible"/>
                                      </p:to>
                                    </p:set>
                                    <p:animEffect transition="in" filter="fade">
                                      <p:cBhvr>
                                        <p:cTn id="12" dur="500"/>
                                        <p:tgtEl>
                                          <p:spTgt spid="14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grpId="3" nodeType="clickEffect">
                                  <p:stCondLst>
                                    <p:cond delay="0"/>
                                  </p:stCondLst>
                                  <p:iterate>
                                    <p:tmAbs val="0"/>
                                  </p:iterate>
                                  <p:childTnLst>
                                    <p:set>
                                      <p:cBhvr>
                                        <p:cTn id="16" fill="hold"/>
                                        <p:tgtEl>
                                          <p:spTgt spid="152"/>
                                        </p:tgtEl>
                                        <p:attrNameLst>
                                          <p:attrName>style.visibility</p:attrName>
                                        </p:attrNameLst>
                                      </p:cBhvr>
                                      <p:to>
                                        <p:strVal val="visible"/>
                                      </p:to>
                                    </p:set>
                                    <p:animEffect transition="in" filter="fade">
                                      <p:cBhvr>
                                        <p:cTn id="17" dur="500"/>
                                        <p:tgtEl>
                                          <p:spTgt spid="15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fill="hold" grpId="4" nodeType="clickEffect">
                                  <p:stCondLst>
                                    <p:cond delay="0"/>
                                  </p:stCondLst>
                                  <p:iterate>
                                    <p:tmAbs val="0"/>
                                  </p:iterate>
                                  <p:childTnLst>
                                    <p:set>
                                      <p:cBhvr>
                                        <p:cTn id="21" fill="hold"/>
                                        <p:tgtEl>
                                          <p:spTgt spid="155"/>
                                        </p:tgtEl>
                                        <p:attrNameLst>
                                          <p:attrName>style.visibility</p:attrName>
                                        </p:attrNameLst>
                                      </p:cBhvr>
                                      <p:to>
                                        <p:strVal val="visible"/>
                                      </p:to>
                                    </p:set>
                                    <p:animEffect transition="in" filter="fade">
                                      <p:cBhvr>
                                        <p:cTn id="22" dur="500"/>
                                        <p:tgtEl>
                                          <p:spTgt spid="15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fill="hold" grpId="5" nodeType="clickEffect">
                                  <p:stCondLst>
                                    <p:cond delay="0"/>
                                  </p:stCondLst>
                                  <p:iterate>
                                    <p:tmAbs val="0"/>
                                  </p:iterate>
                                  <p:childTnLst>
                                    <p:set>
                                      <p:cBhvr>
                                        <p:cTn id="26" fill="hold"/>
                                        <p:tgtEl>
                                          <p:spTgt spid="158"/>
                                        </p:tgtEl>
                                        <p:attrNameLst>
                                          <p:attrName>style.visibility</p:attrName>
                                        </p:attrNameLst>
                                      </p:cBhvr>
                                      <p:to>
                                        <p:strVal val="visible"/>
                                      </p:to>
                                    </p:set>
                                    <p:animEffect transition="in" filter="fade">
                                      <p:cBhvr>
                                        <p:cTn id="27" dur="500"/>
                                        <p:tgtEl>
                                          <p:spTgt spid="15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fill="hold" grpId="6" nodeType="clickEffect">
                                  <p:stCondLst>
                                    <p:cond delay="0"/>
                                  </p:stCondLst>
                                  <p:iterate>
                                    <p:tmAbs val="0"/>
                                  </p:iterate>
                                  <p:childTnLst>
                                    <p:set>
                                      <p:cBhvr>
                                        <p:cTn id="31" fill="hold"/>
                                        <p:tgtEl>
                                          <p:spTgt spid="161"/>
                                        </p:tgtEl>
                                        <p:attrNameLst>
                                          <p:attrName>style.visibility</p:attrName>
                                        </p:attrNameLst>
                                      </p:cBhvr>
                                      <p:to>
                                        <p:strVal val="visible"/>
                                      </p:to>
                                    </p:set>
                                    <p:animEffect transition="in" filter="fade">
                                      <p:cBhvr>
                                        <p:cTn id="32" dur="500"/>
                                        <p:tgtEl>
                                          <p:spTgt spid="16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fill="hold" grpId="7" nodeType="clickEffect">
                                  <p:stCondLst>
                                    <p:cond delay="0"/>
                                  </p:stCondLst>
                                  <p:iterate>
                                    <p:tmAbs val="0"/>
                                  </p:iterate>
                                  <p:childTnLst>
                                    <p:set>
                                      <p:cBhvr>
                                        <p:cTn id="36" fill="hold"/>
                                        <p:tgtEl>
                                          <p:spTgt spid="164"/>
                                        </p:tgtEl>
                                        <p:attrNameLst>
                                          <p:attrName>style.visibility</p:attrName>
                                        </p:attrNameLst>
                                      </p:cBhvr>
                                      <p:to>
                                        <p:strVal val="visible"/>
                                      </p:to>
                                    </p:set>
                                    <p:animEffect transition="in" filter="fade">
                                      <p:cBhvr>
                                        <p:cTn id="37" dur="500"/>
                                        <p:tgtEl>
                                          <p:spTgt spid="16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fill="hold" grpId="8" nodeType="clickEffect">
                                  <p:stCondLst>
                                    <p:cond delay="0"/>
                                  </p:stCondLst>
                                  <p:iterate>
                                    <p:tmAbs val="0"/>
                                  </p:iterate>
                                  <p:childTnLst>
                                    <p:set>
                                      <p:cBhvr>
                                        <p:cTn id="41" fill="hold"/>
                                        <p:tgtEl>
                                          <p:spTgt spid="167"/>
                                        </p:tgtEl>
                                        <p:attrNameLst>
                                          <p:attrName>style.visibility</p:attrName>
                                        </p:attrNameLst>
                                      </p:cBhvr>
                                      <p:to>
                                        <p:strVal val="visible"/>
                                      </p:to>
                                    </p:set>
                                    <p:animEffect transition="in" filter="fade">
                                      <p:cBhvr>
                                        <p:cTn id="42" dur="500"/>
                                        <p:tgtEl>
                                          <p:spTgt spid="16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fill="hold" grpId="9" nodeType="clickEffect">
                                  <p:stCondLst>
                                    <p:cond delay="0"/>
                                  </p:stCondLst>
                                  <p:iterate>
                                    <p:tmAbs val="0"/>
                                  </p:iterate>
                                  <p:childTnLst>
                                    <p:set>
                                      <p:cBhvr>
                                        <p:cTn id="46" fill="hold"/>
                                        <p:tgtEl>
                                          <p:spTgt spid="170"/>
                                        </p:tgtEl>
                                        <p:attrNameLst>
                                          <p:attrName>style.visibility</p:attrName>
                                        </p:attrNameLst>
                                      </p:cBhvr>
                                      <p:to>
                                        <p:strVal val="visible"/>
                                      </p:to>
                                    </p:set>
                                    <p:animEffect transition="in" filter="fade">
                                      <p:cBhvr>
                                        <p:cTn id="47" dur="500"/>
                                        <p:tgtEl>
                                          <p:spTgt spid="17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fill="hold" grpId="10" nodeType="clickEffect">
                                  <p:stCondLst>
                                    <p:cond delay="0"/>
                                  </p:stCondLst>
                                  <p:iterate>
                                    <p:tmAbs val="0"/>
                                  </p:iterate>
                                  <p:childTnLst>
                                    <p:set>
                                      <p:cBhvr>
                                        <p:cTn id="51" fill="hold"/>
                                        <p:tgtEl>
                                          <p:spTgt spid="173"/>
                                        </p:tgtEl>
                                        <p:attrNameLst>
                                          <p:attrName>style.visibility</p:attrName>
                                        </p:attrNameLst>
                                      </p:cBhvr>
                                      <p:to>
                                        <p:strVal val="visible"/>
                                      </p:to>
                                    </p:set>
                                    <p:animEffect transition="in" filter="fade">
                                      <p:cBhvr>
                                        <p:cTn id="52" dur="500"/>
                                        <p:tgtEl>
                                          <p:spTgt spid="17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fill="hold" grpId="11" nodeType="clickEffect">
                                  <p:stCondLst>
                                    <p:cond delay="0"/>
                                  </p:stCondLst>
                                  <p:iterate>
                                    <p:tmAbs val="0"/>
                                  </p:iterate>
                                  <p:childTnLst>
                                    <p:set>
                                      <p:cBhvr>
                                        <p:cTn id="56" fill="hold"/>
                                        <p:tgtEl>
                                          <p:spTgt spid="176"/>
                                        </p:tgtEl>
                                        <p:attrNameLst>
                                          <p:attrName>style.visibility</p:attrName>
                                        </p:attrNameLst>
                                      </p:cBhvr>
                                      <p:to>
                                        <p:strVal val="visible"/>
                                      </p:to>
                                    </p:set>
                                    <p:animEffect transition="in" filter="fade">
                                      <p:cBhvr>
                                        <p:cTn id="57" dur="500"/>
                                        <p:tgtEl>
                                          <p:spTgt spid="176"/>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fill="hold" grpId="12" nodeType="clickEffect">
                                  <p:stCondLst>
                                    <p:cond delay="0"/>
                                  </p:stCondLst>
                                  <p:iterate>
                                    <p:tmAbs val="0"/>
                                  </p:iterate>
                                  <p:childTnLst>
                                    <p:set>
                                      <p:cBhvr>
                                        <p:cTn id="61" fill="hold"/>
                                        <p:tgtEl>
                                          <p:spTgt spid="179"/>
                                        </p:tgtEl>
                                        <p:attrNameLst>
                                          <p:attrName>style.visibility</p:attrName>
                                        </p:attrNameLst>
                                      </p:cBhvr>
                                      <p:to>
                                        <p:strVal val="visible"/>
                                      </p:to>
                                    </p:set>
                                    <p:animEffect transition="in" filter="fade">
                                      <p:cBhvr>
                                        <p:cTn id="62" dur="500"/>
                                        <p:tgtEl>
                                          <p:spTgt spid="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 grpId="1" animBg="1" advAuto="0"/>
      <p:bldP spid="149" grpId="2" animBg="1" advAuto="0"/>
      <p:bldP spid="152" grpId="3" animBg="1" advAuto="0"/>
      <p:bldP spid="155" grpId="4" animBg="1" advAuto="0"/>
      <p:bldP spid="158" grpId="5" animBg="1" advAuto="0"/>
      <p:bldP spid="161" grpId="6" animBg="1" advAuto="0"/>
      <p:bldP spid="164" grpId="7" animBg="1" advAuto="0"/>
      <p:bldP spid="167" grpId="8" animBg="1" advAuto="0"/>
      <p:bldP spid="170" grpId="9" animBg="1" advAuto="0"/>
      <p:bldP spid="173" grpId="10" animBg="1" advAuto="0"/>
      <p:bldP spid="176" grpId="11" animBg="1" advAuto="0"/>
      <p:bldP spid="179" grpId="12" animBg="1"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Signal processing: analog"/>
          <p:cNvSpPr txBox="1">
            <a:spLocks noGrp="1"/>
          </p:cNvSpPr>
          <p:nvPr>
            <p:ph type="title"/>
          </p:nvPr>
        </p:nvSpPr>
        <p:spPr>
          <a:xfrm>
            <a:off x="323527" y="457200"/>
            <a:ext cx="8496946" cy="533400"/>
          </a:xfrm>
          <a:prstGeom prst="rect">
            <a:avLst/>
          </a:prstGeom>
        </p:spPr>
        <p:txBody>
          <a:bodyPr>
            <a:normAutofit fontScale="90000"/>
          </a:bodyPr>
          <a:lstStyle>
            <a:lvl1pPr defTabSz="896111">
              <a:defRPr sz="3136"/>
            </a:lvl1pPr>
          </a:lstStyle>
          <a:p>
            <a:r>
              <a:t>Signal processing: analog</a:t>
            </a:r>
          </a:p>
        </p:txBody>
      </p:sp>
      <p:pic>
        <p:nvPicPr>
          <p:cNvPr id="182" name="image4.png" descr="image4.png"/>
          <p:cNvPicPr>
            <a:picLocks noChangeAspect="1"/>
          </p:cNvPicPr>
          <p:nvPr/>
        </p:nvPicPr>
        <p:blipFill>
          <a:blip r:embed="rId2"/>
          <a:stretch>
            <a:fillRect/>
          </a:stretch>
        </p:blipFill>
        <p:spPr>
          <a:xfrm>
            <a:off x="395536" y="2636911"/>
            <a:ext cx="8604448" cy="2397424"/>
          </a:xfrm>
          <a:prstGeom prst="rect">
            <a:avLst/>
          </a:prstGeom>
          <a:ln w="12700">
            <a:miter lim="400000"/>
          </a:ln>
        </p:spPr>
      </p:pic>
      <p:grpSp>
        <p:nvGrpSpPr>
          <p:cNvPr id="185" name="Group"/>
          <p:cNvGrpSpPr/>
          <p:nvPr/>
        </p:nvGrpSpPr>
        <p:grpSpPr>
          <a:xfrm>
            <a:off x="107503" y="1608212"/>
            <a:ext cx="2016226" cy="1950368"/>
            <a:chOff x="0" y="0"/>
            <a:chExt cx="2016224" cy="1950366"/>
          </a:xfrm>
        </p:grpSpPr>
        <p:pic>
          <p:nvPicPr>
            <p:cNvPr id="183" name="image5.png" descr="image5.png"/>
            <p:cNvPicPr>
              <a:picLocks noChangeAspect="1"/>
            </p:cNvPicPr>
            <p:nvPr/>
          </p:nvPicPr>
          <p:blipFill>
            <a:blip r:embed="rId3"/>
            <a:stretch>
              <a:fillRect/>
            </a:stretch>
          </p:blipFill>
          <p:spPr>
            <a:xfrm>
              <a:off x="0" y="0"/>
              <a:ext cx="1979713" cy="1028701"/>
            </a:xfrm>
            <a:prstGeom prst="rect">
              <a:avLst/>
            </a:prstGeom>
            <a:ln w="12700" cap="flat">
              <a:noFill/>
              <a:miter lim="400000"/>
            </a:ln>
            <a:effectLst/>
          </p:spPr>
        </p:pic>
        <p:sp>
          <p:nvSpPr>
            <p:cNvPr id="184" name="Shape"/>
            <p:cNvSpPr/>
            <p:nvPr/>
          </p:nvSpPr>
          <p:spPr>
            <a:xfrm>
              <a:off x="0" y="0"/>
              <a:ext cx="2016225" cy="195036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12988"/>
                  </a:lnTo>
                  <a:lnTo>
                    <a:pt x="9000" y="12988"/>
                  </a:lnTo>
                  <a:lnTo>
                    <a:pt x="7092" y="21600"/>
                  </a:lnTo>
                  <a:lnTo>
                    <a:pt x="3600" y="12988"/>
                  </a:lnTo>
                  <a:lnTo>
                    <a:pt x="0" y="12988"/>
                  </a:lnTo>
                  <a:lnTo>
                    <a:pt x="0" y="7576"/>
                  </a:lnTo>
                  <a:close/>
                </a:path>
              </a:pathLst>
            </a:custGeom>
            <a:solidFill>
              <a:schemeClr val="accent1">
                <a:alpha val="30000"/>
              </a:schemeClr>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t">
              <a:noAutofit/>
            </a:bodyPr>
            <a:lstStyle/>
            <a:p>
              <a:endParaRPr/>
            </a:p>
          </p:txBody>
        </p:sp>
      </p:grpSp>
      <p:grpSp>
        <p:nvGrpSpPr>
          <p:cNvPr id="188" name="Group"/>
          <p:cNvGrpSpPr/>
          <p:nvPr/>
        </p:nvGrpSpPr>
        <p:grpSpPr>
          <a:xfrm>
            <a:off x="2699791" y="1464195"/>
            <a:ext cx="2016226" cy="1860222"/>
            <a:chOff x="0" y="0"/>
            <a:chExt cx="2016224" cy="1860220"/>
          </a:xfrm>
        </p:grpSpPr>
        <p:pic>
          <p:nvPicPr>
            <p:cNvPr id="186" name="image6.png" descr="image6.png"/>
            <p:cNvPicPr>
              <a:picLocks noChangeAspect="1"/>
            </p:cNvPicPr>
            <p:nvPr/>
          </p:nvPicPr>
          <p:blipFill>
            <a:blip r:embed="rId4"/>
            <a:stretch>
              <a:fillRect/>
            </a:stretch>
          </p:blipFill>
          <p:spPr>
            <a:xfrm>
              <a:off x="0" y="130796"/>
              <a:ext cx="1997969" cy="915854"/>
            </a:xfrm>
            <a:prstGeom prst="rect">
              <a:avLst/>
            </a:prstGeom>
            <a:ln w="12700" cap="flat">
              <a:noFill/>
              <a:miter lim="400000"/>
            </a:ln>
            <a:effectLst/>
          </p:spPr>
        </p:pic>
        <p:sp>
          <p:nvSpPr>
            <p:cNvPr id="187" name="Shape"/>
            <p:cNvSpPr/>
            <p:nvPr/>
          </p:nvSpPr>
          <p:spPr>
            <a:xfrm>
              <a:off x="0" y="0"/>
              <a:ext cx="2016225" cy="186022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13617"/>
                  </a:lnTo>
                  <a:lnTo>
                    <a:pt x="9000" y="13617"/>
                  </a:lnTo>
                  <a:lnTo>
                    <a:pt x="5574" y="21600"/>
                  </a:lnTo>
                  <a:lnTo>
                    <a:pt x="3600" y="13617"/>
                  </a:lnTo>
                  <a:lnTo>
                    <a:pt x="0" y="13617"/>
                  </a:lnTo>
                  <a:lnTo>
                    <a:pt x="0" y="7943"/>
                  </a:lnTo>
                  <a:close/>
                </a:path>
              </a:pathLst>
            </a:custGeom>
            <a:solidFill>
              <a:schemeClr val="accent1">
                <a:alpha val="30000"/>
              </a:schemeClr>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t">
              <a:noAutofit/>
            </a:bodyPr>
            <a:lstStyle/>
            <a:p>
              <a:endParaRPr/>
            </a:p>
          </p:txBody>
        </p:sp>
      </p:grpSp>
      <p:grpSp>
        <p:nvGrpSpPr>
          <p:cNvPr id="191" name="Group"/>
          <p:cNvGrpSpPr/>
          <p:nvPr/>
        </p:nvGrpSpPr>
        <p:grpSpPr>
          <a:xfrm>
            <a:off x="6948264" y="1628799"/>
            <a:ext cx="2038274" cy="1989010"/>
            <a:chOff x="0" y="0"/>
            <a:chExt cx="2038273" cy="1989008"/>
          </a:xfrm>
        </p:grpSpPr>
        <p:pic>
          <p:nvPicPr>
            <p:cNvPr id="189" name="image7.png" descr="image7.png"/>
            <p:cNvPicPr>
              <a:picLocks noChangeAspect="1"/>
            </p:cNvPicPr>
            <p:nvPr/>
          </p:nvPicPr>
          <p:blipFill>
            <a:blip r:embed="rId5"/>
            <a:stretch>
              <a:fillRect/>
            </a:stretch>
          </p:blipFill>
          <p:spPr>
            <a:xfrm>
              <a:off x="0" y="216023"/>
              <a:ext cx="2038274" cy="835250"/>
            </a:xfrm>
            <a:prstGeom prst="rect">
              <a:avLst/>
            </a:prstGeom>
            <a:ln w="12700" cap="flat">
              <a:noFill/>
              <a:miter lim="400000"/>
            </a:ln>
            <a:effectLst/>
          </p:spPr>
        </p:pic>
        <p:sp>
          <p:nvSpPr>
            <p:cNvPr id="190" name="Shape"/>
            <p:cNvSpPr/>
            <p:nvPr/>
          </p:nvSpPr>
          <p:spPr>
            <a:xfrm>
              <a:off x="0" y="0"/>
              <a:ext cx="2016225" cy="198900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12735"/>
                  </a:lnTo>
                  <a:lnTo>
                    <a:pt x="18000" y="12735"/>
                  </a:lnTo>
                  <a:lnTo>
                    <a:pt x="18130" y="21600"/>
                  </a:lnTo>
                  <a:lnTo>
                    <a:pt x="12600" y="12735"/>
                  </a:lnTo>
                  <a:lnTo>
                    <a:pt x="0" y="12735"/>
                  </a:lnTo>
                  <a:lnTo>
                    <a:pt x="0" y="7429"/>
                  </a:lnTo>
                  <a:close/>
                </a:path>
              </a:pathLst>
            </a:custGeom>
            <a:solidFill>
              <a:schemeClr val="accent1">
                <a:alpha val="30000"/>
              </a:schemeClr>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t">
              <a:noAutofit/>
            </a:bodyPr>
            <a:lstStyle/>
            <a:p>
              <a:endParaRPr/>
            </a:p>
          </p:txBody>
        </p:sp>
      </p:grpSp>
      <p:grpSp>
        <p:nvGrpSpPr>
          <p:cNvPr id="194" name="Group"/>
          <p:cNvGrpSpPr/>
          <p:nvPr/>
        </p:nvGrpSpPr>
        <p:grpSpPr>
          <a:xfrm>
            <a:off x="395535" y="3905314"/>
            <a:ext cx="2016226" cy="2836054"/>
            <a:chOff x="0" y="0"/>
            <a:chExt cx="2016224" cy="2836053"/>
          </a:xfrm>
        </p:grpSpPr>
        <p:pic>
          <p:nvPicPr>
            <p:cNvPr id="192" name="image8.png" descr="image8.png"/>
            <p:cNvPicPr>
              <a:picLocks noChangeAspect="1"/>
            </p:cNvPicPr>
            <p:nvPr/>
          </p:nvPicPr>
          <p:blipFill>
            <a:blip r:embed="rId6"/>
            <a:stretch>
              <a:fillRect/>
            </a:stretch>
          </p:blipFill>
          <p:spPr>
            <a:xfrm>
              <a:off x="0" y="1769253"/>
              <a:ext cx="1944217" cy="1066801"/>
            </a:xfrm>
            <a:prstGeom prst="rect">
              <a:avLst/>
            </a:prstGeom>
            <a:ln w="12700" cap="flat">
              <a:noFill/>
              <a:miter lim="400000"/>
            </a:ln>
            <a:effectLst/>
          </p:spPr>
        </p:pic>
        <p:sp>
          <p:nvSpPr>
            <p:cNvPr id="193" name="Shape"/>
            <p:cNvSpPr/>
            <p:nvPr/>
          </p:nvSpPr>
          <p:spPr>
            <a:xfrm>
              <a:off x="0" y="0"/>
              <a:ext cx="2016225" cy="2764046"/>
            </a:xfrm>
            <a:custGeom>
              <a:avLst/>
              <a:gdLst/>
              <a:ahLst/>
              <a:cxnLst>
                <a:cxn ang="0">
                  <a:pos x="wd2" y="hd2"/>
                </a:cxn>
                <a:cxn ang="5400000">
                  <a:pos x="wd2" y="hd2"/>
                </a:cxn>
                <a:cxn ang="10800000">
                  <a:pos x="wd2" y="hd2"/>
                </a:cxn>
                <a:cxn ang="16200000">
                  <a:pos x="wd2" y="hd2"/>
                </a:cxn>
              </a:cxnLst>
              <a:rect l="0" t="0" r="r" b="b"/>
              <a:pathLst>
                <a:path w="21600" h="21600" extrusionOk="0">
                  <a:moveTo>
                    <a:pt x="0" y="12436"/>
                  </a:moveTo>
                  <a:lnTo>
                    <a:pt x="3600" y="12436"/>
                  </a:lnTo>
                  <a:lnTo>
                    <a:pt x="10541" y="0"/>
                  </a:lnTo>
                  <a:lnTo>
                    <a:pt x="9000" y="12436"/>
                  </a:lnTo>
                  <a:lnTo>
                    <a:pt x="21600" y="12436"/>
                  </a:lnTo>
                  <a:lnTo>
                    <a:pt x="21600" y="21600"/>
                  </a:lnTo>
                  <a:lnTo>
                    <a:pt x="0" y="21600"/>
                  </a:lnTo>
                  <a:lnTo>
                    <a:pt x="0" y="13963"/>
                  </a:lnTo>
                  <a:close/>
                </a:path>
              </a:pathLst>
            </a:custGeom>
            <a:solidFill>
              <a:schemeClr val="accent1">
                <a:alpha val="30000"/>
              </a:schemeClr>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t">
              <a:noAutofit/>
            </a:bodyPr>
            <a:lstStyle/>
            <a:p>
              <a:endParaRPr/>
            </a:p>
          </p:txBody>
        </p:sp>
      </p:grpSp>
      <p:grpSp>
        <p:nvGrpSpPr>
          <p:cNvPr id="197" name="Group"/>
          <p:cNvGrpSpPr/>
          <p:nvPr/>
        </p:nvGrpSpPr>
        <p:grpSpPr>
          <a:xfrm>
            <a:off x="5220072" y="3849203"/>
            <a:ext cx="2325758" cy="2480706"/>
            <a:chOff x="0" y="0"/>
            <a:chExt cx="2325757" cy="2480704"/>
          </a:xfrm>
        </p:grpSpPr>
        <p:pic>
          <p:nvPicPr>
            <p:cNvPr id="195" name="image9.png" descr="image9.png"/>
            <p:cNvPicPr>
              <a:picLocks noChangeAspect="1"/>
            </p:cNvPicPr>
            <p:nvPr/>
          </p:nvPicPr>
          <p:blipFill>
            <a:blip r:embed="rId7"/>
            <a:stretch>
              <a:fillRect/>
            </a:stretch>
          </p:blipFill>
          <p:spPr>
            <a:xfrm>
              <a:off x="0" y="1452004"/>
              <a:ext cx="2232249" cy="1000126"/>
            </a:xfrm>
            <a:prstGeom prst="rect">
              <a:avLst/>
            </a:prstGeom>
            <a:ln w="12700" cap="flat">
              <a:noFill/>
              <a:miter lim="400000"/>
            </a:ln>
            <a:effectLst/>
          </p:spPr>
        </p:pic>
        <p:sp>
          <p:nvSpPr>
            <p:cNvPr id="196" name="Shape"/>
            <p:cNvSpPr/>
            <p:nvPr/>
          </p:nvSpPr>
          <p:spPr>
            <a:xfrm>
              <a:off x="0" y="0"/>
              <a:ext cx="2325758" cy="2480705"/>
            </a:xfrm>
            <a:custGeom>
              <a:avLst/>
              <a:gdLst/>
              <a:ahLst/>
              <a:cxnLst>
                <a:cxn ang="0">
                  <a:pos x="wd2" y="hd2"/>
                </a:cxn>
                <a:cxn ang="5400000">
                  <a:pos x="wd2" y="hd2"/>
                </a:cxn>
                <a:cxn ang="10800000">
                  <a:pos x="wd2" y="hd2"/>
                </a:cxn>
                <a:cxn ang="16200000">
                  <a:pos x="wd2" y="hd2"/>
                </a:cxn>
              </a:cxnLst>
              <a:rect l="0" t="0" r="r" b="b"/>
              <a:pathLst>
                <a:path w="21600" h="21600" extrusionOk="0">
                  <a:moveTo>
                    <a:pt x="0" y="11389"/>
                  </a:moveTo>
                  <a:lnTo>
                    <a:pt x="12093" y="11389"/>
                  </a:lnTo>
                  <a:lnTo>
                    <a:pt x="21600" y="0"/>
                  </a:lnTo>
                  <a:lnTo>
                    <a:pt x="17276" y="11389"/>
                  </a:lnTo>
                  <a:lnTo>
                    <a:pt x="20732" y="11389"/>
                  </a:lnTo>
                  <a:lnTo>
                    <a:pt x="20732" y="21600"/>
                  </a:lnTo>
                  <a:lnTo>
                    <a:pt x="0" y="21600"/>
                  </a:lnTo>
                  <a:lnTo>
                    <a:pt x="0" y="13091"/>
                  </a:lnTo>
                  <a:close/>
                </a:path>
              </a:pathLst>
            </a:custGeom>
            <a:solidFill>
              <a:schemeClr val="accent1">
                <a:alpha val="30000"/>
              </a:schemeClr>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t">
              <a:noAutofit/>
            </a:bodyPr>
            <a:lstStyle/>
            <a:p>
              <a:endParaRPr/>
            </a:p>
          </p:txBody>
        </p:sp>
      </p:grpSp>
      <mc:AlternateContent xmlns:mc="http://schemas.openxmlformats.org/markup-compatibility/2006">
        <mc:Choice xmlns:p14="http://schemas.microsoft.com/office/powerpoint/2010/main" Requires="p14">
          <p:contentPart p14:bwMode="auto" r:id="rId8">
            <p14:nvContentPartPr>
              <p14:cNvPr id="2" name="Ink 1">
                <a:extLst>
                  <a:ext uri="{FF2B5EF4-FFF2-40B4-BE49-F238E27FC236}">
                    <a16:creationId xmlns:a16="http://schemas.microsoft.com/office/drawing/2014/main" id="{7DD33EC0-762F-A340-9256-B5A0B8BA74B1}"/>
                  </a:ext>
                </a:extLst>
              </p14:cNvPr>
              <p14:cNvContentPartPr/>
              <p14:nvPr/>
            </p14:nvContentPartPr>
            <p14:xfrm>
              <a:off x="2954520" y="334440"/>
              <a:ext cx="6189480" cy="6168240"/>
            </p14:xfrm>
          </p:contentPart>
        </mc:Choice>
        <mc:Fallback>
          <p:pic>
            <p:nvPicPr>
              <p:cNvPr id="2" name="Ink 1">
                <a:extLst>
                  <a:ext uri="{FF2B5EF4-FFF2-40B4-BE49-F238E27FC236}">
                    <a16:creationId xmlns:a16="http://schemas.microsoft.com/office/drawing/2014/main" id="{7DD33EC0-762F-A340-9256-B5A0B8BA74B1}"/>
                  </a:ext>
                </a:extLst>
              </p:cNvPr>
              <p:cNvPicPr/>
              <p:nvPr/>
            </p:nvPicPr>
            <p:blipFill>
              <a:blip r:embed="rId9"/>
              <a:stretch>
                <a:fillRect/>
              </a:stretch>
            </p:blipFill>
            <p:spPr>
              <a:xfrm>
                <a:off x="2945160" y="325080"/>
                <a:ext cx="6208200" cy="6186960"/>
              </a:xfrm>
              <a:prstGeom prst="rect">
                <a:avLst/>
              </a:prstGeom>
            </p:spPr>
          </p:pic>
        </mc:Fallback>
      </mc:AlternateContent>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1" nodeType="clickEffect">
                                  <p:stCondLst>
                                    <p:cond delay="0"/>
                                  </p:stCondLst>
                                  <p:iterate>
                                    <p:tmAbs val="0"/>
                                  </p:iterate>
                                  <p:childTnLst>
                                    <p:set>
                                      <p:cBhvr>
                                        <p:cTn id="6" fill="hold"/>
                                        <p:tgtEl>
                                          <p:spTgt spid="185"/>
                                        </p:tgtEl>
                                        <p:attrNameLst>
                                          <p:attrName>style.visibility</p:attrName>
                                        </p:attrNameLst>
                                      </p:cBhvr>
                                      <p:to>
                                        <p:strVal val="visible"/>
                                      </p:to>
                                    </p:set>
                                    <p:anim calcmode="lin" valueType="num">
                                      <p:cBhvr>
                                        <p:cTn id="7" dur="1000" fill="hold"/>
                                        <p:tgtEl>
                                          <p:spTgt spid="185"/>
                                        </p:tgtEl>
                                        <p:attrNameLst>
                                          <p:attrName>ppt_x</p:attrName>
                                        </p:attrNameLst>
                                      </p:cBhvr>
                                      <p:tavLst>
                                        <p:tav tm="0">
                                          <p:val>
                                            <p:strVal val="0-#ppt_w/2"/>
                                          </p:val>
                                        </p:tav>
                                        <p:tav tm="100000">
                                          <p:val>
                                            <p:strVal val="#ppt_x"/>
                                          </p:val>
                                        </p:tav>
                                      </p:tavLst>
                                    </p:anim>
                                    <p:anim calcmode="lin" valueType="num">
                                      <p:cBhvr>
                                        <p:cTn id="8" dur="1000" fill="hold"/>
                                        <p:tgtEl>
                                          <p:spTgt spid="18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2" nodeType="clickEffect">
                                  <p:stCondLst>
                                    <p:cond delay="0"/>
                                  </p:stCondLst>
                                  <p:iterate>
                                    <p:tmAbs val="0"/>
                                  </p:iterate>
                                  <p:childTnLst>
                                    <p:set>
                                      <p:cBhvr>
                                        <p:cTn id="12" fill="hold"/>
                                        <p:tgtEl>
                                          <p:spTgt spid="194"/>
                                        </p:tgtEl>
                                        <p:attrNameLst>
                                          <p:attrName>style.visibility</p:attrName>
                                        </p:attrNameLst>
                                      </p:cBhvr>
                                      <p:to>
                                        <p:strVal val="visible"/>
                                      </p:to>
                                    </p:set>
                                    <p:anim calcmode="lin" valueType="num">
                                      <p:cBhvr>
                                        <p:cTn id="13" dur="1000" fill="hold"/>
                                        <p:tgtEl>
                                          <p:spTgt spid="194"/>
                                        </p:tgtEl>
                                        <p:attrNameLst>
                                          <p:attrName>ppt_x</p:attrName>
                                        </p:attrNameLst>
                                      </p:cBhvr>
                                      <p:tavLst>
                                        <p:tav tm="0">
                                          <p:val>
                                            <p:strVal val="#ppt_x"/>
                                          </p:val>
                                        </p:tav>
                                        <p:tav tm="100000">
                                          <p:val>
                                            <p:strVal val="#ppt_x"/>
                                          </p:val>
                                        </p:tav>
                                      </p:tavLst>
                                    </p:anim>
                                    <p:anim calcmode="lin" valueType="num">
                                      <p:cBhvr>
                                        <p:cTn id="14" dur="1000" fill="hold"/>
                                        <p:tgtEl>
                                          <p:spTgt spid="194"/>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3" nodeType="clickEffect">
                                  <p:stCondLst>
                                    <p:cond delay="0"/>
                                  </p:stCondLst>
                                  <p:iterate>
                                    <p:tmAbs val="0"/>
                                  </p:iterate>
                                  <p:childTnLst>
                                    <p:set>
                                      <p:cBhvr>
                                        <p:cTn id="18" fill="hold"/>
                                        <p:tgtEl>
                                          <p:spTgt spid="188"/>
                                        </p:tgtEl>
                                        <p:attrNameLst>
                                          <p:attrName>style.visibility</p:attrName>
                                        </p:attrNameLst>
                                      </p:cBhvr>
                                      <p:to>
                                        <p:strVal val="visible"/>
                                      </p:to>
                                    </p:set>
                                    <p:anim calcmode="lin" valueType="num">
                                      <p:cBhvr>
                                        <p:cTn id="19" dur="1000" fill="hold"/>
                                        <p:tgtEl>
                                          <p:spTgt spid="188"/>
                                        </p:tgtEl>
                                        <p:attrNameLst>
                                          <p:attrName>ppt_x</p:attrName>
                                        </p:attrNameLst>
                                      </p:cBhvr>
                                      <p:tavLst>
                                        <p:tav tm="0">
                                          <p:val>
                                            <p:strVal val="0-#ppt_w/2"/>
                                          </p:val>
                                        </p:tav>
                                        <p:tav tm="100000">
                                          <p:val>
                                            <p:strVal val="#ppt_x"/>
                                          </p:val>
                                        </p:tav>
                                      </p:tavLst>
                                    </p:anim>
                                    <p:anim calcmode="lin" valueType="num">
                                      <p:cBhvr>
                                        <p:cTn id="20" dur="1000" fill="hold"/>
                                        <p:tgtEl>
                                          <p:spTgt spid="18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 fill="hold" grpId="4" nodeType="clickEffect">
                                  <p:stCondLst>
                                    <p:cond delay="0"/>
                                  </p:stCondLst>
                                  <p:iterate>
                                    <p:tmAbs val="0"/>
                                  </p:iterate>
                                  <p:childTnLst>
                                    <p:set>
                                      <p:cBhvr>
                                        <p:cTn id="24" fill="hold"/>
                                        <p:tgtEl>
                                          <p:spTgt spid="197"/>
                                        </p:tgtEl>
                                        <p:attrNameLst>
                                          <p:attrName>style.visibility</p:attrName>
                                        </p:attrNameLst>
                                      </p:cBhvr>
                                      <p:to>
                                        <p:strVal val="visible"/>
                                      </p:to>
                                    </p:set>
                                    <p:anim calcmode="lin" valueType="num">
                                      <p:cBhvr>
                                        <p:cTn id="25" dur="1000" fill="hold"/>
                                        <p:tgtEl>
                                          <p:spTgt spid="197"/>
                                        </p:tgtEl>
                                        <p:attrNameLst>
                                          <p:attrName>ppt_x</p:attrName>
                                        </p:attrNameLst>
                                      </p:cBhvr>
                                      <p:tavLst>
                                        <p:tav tm="0">
                                          <p:val>
                                            <p:strVal val="#ppt_x"/>
                                          </p:val>
                                        </p:tav>
                                        <p:tav tm="100000">
                                          <p:val>
                                            <p:strVal val="#ppt_x"/>
                                          </p:val>
                                        </p:tav>
                                      </p:tavLst>
                                    </p:anim>
                                    <p:anim calcmode="lin" valueType="num">
                                      <p:cBhvr>
                                        <p:cTn id="26" dur="1000" fill="hold"/>
                                        <p:tgtEl>
                                          <p:spTgt spid="197"/>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5" nodeType="clickEffect">
                                  <p:stCondLst>
                                    <p:cond delay="0"/>
                                  </p:stCondLst>
                                  <p:iterate>
                                    <p:tmAbs val="0"/>
                                  </p:iterate>
                                  <p:childTnLst>
                                    <p:set>
                                      <p:cBhvr>
                                        <p:cTn id="30" fill="hold"/>
                                        <p:tgtEl>
                                          <p:spTgt spid="191"/>
                                        </p:tgtEl>
                                        <p:attrNameLst>
                                          <p:attrName>style.visibility</p:attrName>
                                        </p:attrNameLst>
                                      </p:cBhvr>
                                      <p:to>
                                        <p:strVal val="visible"/>
                                      </p:to>
                                    </p:set>
                                    <p:anim calcmode="lin" valueType="num">
                                      <p:cBhvr>
                                        <p:cTn id="31" dur="1000" fill="hold"/>
                                        <p:tgtEl>
                                          <p:spTgt spid="191"/>
                                        </p:tgtEl>
                                        <p:attrNameLst>
                                          <p:attrName>ppt_x</p:attrName>
                                        </p:attrNameLst>
                                      </p:cBhvr>
                                      <p:tavLst>
                                        <p:tav tm="0">
                                          <p:val>
                                            <p:strVal val="0-#ppt_w/2"/>
                                          </p:val>
                                        </p:tav>
                                        <p:tav tm="100000">
                                          <p:val>
                                            <p:strVal val="#ppt_x"/>
                                          </p:val>
                                        </p:tav>
                                      </p:tavLst>
                                    </p:anim>
                                    <p:anim calcmode="lin" valueType="num">
                                      <p:cBhvr>
                                        <p:cTn id="32" dur="1000" fill="hold"/>
                                        <p:tgtEl>
                                          <p:spTgt spid="1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 grpId="1" animBg="1" advAuto="0"/>
      <p:bldP spid="188" grpId="3" animBg="1" advAuto="0"/>
      <p:bldP spid="191" grpId="5" animBg="1" advAuto="0"/>
      <p:bldP spid="194" grpId="2" animBg="1" advAuto="0"/>
      <p:bldP spid="197" grpId="4" animBg="1" advAuto="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Signal processing: digital"/>
          <p:cNvSpPr txBox="1">
            <a:spLocks noGrp="1"/>
          </p:cNvSpPr>
          <p:nvPr>
            <p:ph type="title"/>
          </p:nvPr>
        </p:nvSpPr>
        <p:spPr>
          <a:xfrm>
            <a:off x="323527" y="457200"/>
            <a:ext cx="8496946" cy="533400"/>
          </a:xfrm>
          <a:prstGeom prst="rect">
            <a:avLst/>
          </a:prstGeom>
        </p:spPr>
        <p:txBody>
          <a:bodyPr>
            <a:normAutofit fontScale="90000"/>
          </a:bodyPr>
          <a:lstStyle>
            <a:lvl1pPr defTabSz="896111">
              <a:defRPr sz="3136"/>
            </a:lvl1pPr>
          </a:lstStyle>
          <a:p>
            <a:r>
              <a:t>Signal processing: digital</a:t>
            </a:r>
          </a:p>
        </p:txBody>
      </p:sp>
      <p:pic>
        <p:nvPicPr>
          <p:cNvPr id="200" name="10003" descr="10003"/>
          <p:cNvPicPr>
            <a:picLocks noChangeAspect="1"/>
          </p:cNvPicPr>
          <p:nvPr/>
        </p:nvPicPr>
        <p:blipFill>
          <a:blip r:embed="rId2"/>
          <a:srcRect b="12301"/>
          <a:stretch>
            <a:fillRect/>
          </a:stretch>
        </p:blipFill>
        <p:spPr>
          <a:xfrm>
            <a:off x="92697" y="1412775"/>
            <a:ext cx="8872082" cy="2210243"/>
          </a:xfrm>
          <a:prstGeom prst="rect">
            <a:avLst/>
          </a:prstGeom>
          <a:ln w="12700">
            <a:miter lim="400000"/>
          </a:ln>
        </p:spPr>
      </p:pic>
      <p:grpSp>
        <p:nvGrpSpPr>
          <p:cNvPr id="216" name="Group"/>
          <p:cNvGrpSpPr/>
          <p:nvPr/>
        </p:nvGrpSpPr>
        <p:grpSpPr>
          <a:xfrm>
            <a:off x="3131840" y="3644705"/>
            <a:ext cx="5544616" cy="3046344"/>
            <a:chOff x="0" y="0"/>
            <a:chExt cx="5544615" cy="3046343"/>
          </a:xfrm>
        </p:grpSpPr>
        <p:sp>
          <p:nvSpPr>
            <p:cNvPr id="201" name="Rounded Rectangle"/>
            <p:cNvSpPr/>
            <p:nvPr/>
          </p:nvSpPr>
          <p:spPr>
            <a:xfrm>
              <a:off x="0" y="0"/>
              <a:ext cx="5544616" cy="520555"/>
            </a:xfrm>
            <a:prstGeom prst="roundRect">
              <a:avLst>
                <a:gd name="adj" fmla="val 7500"/>
              </a:avLst>
            </a:prstGeom>
            <a:gradFill flip="none" rotWithShape="1">
              <a:gsLst>
                <a:gs pos="0">
                  <a:srgbClr val="9A2F2C"/>
                </a:gs>
                <a:gs pos="80000">
                  <a:srgbClr val="CA3E3A"/>
                </a:gs>
                <a:gs pos="100000">
                  <a:srgbClr val="CE3B37"/>
                </a:gs>
              </a:gsLst>
              <a:lin ang="16200000" scaled="0"/>
            </a:gradFill>
            <a:ln w="12700" cap="flat">
              <a:noFill/>
              <a:miter lim="400000"/>
            </a:ln>
            <a:effectLst>
              <a:outerShdw blurRad="38100" dist="23000" dir="5400000" rotWithShape="0">
                <a:srgbClr val="000000">
                  <a:alpha val="35000"/>
                </a:srgbClr>
              </a:outerShdw>
            </a:effectLst>
          </p:spPr>
          <p:txBody>
            <a:bodyPr wrap="square" lIns="45719" tIns="45719" rIns="45719" bIns="45719" numCol="1" anchor="t">
              <a:noAutofit/>
            </a:bodyPr>
            <a:lstStyle/>
            <a:p>
              <a:endParaRPr/>
            </a:p>
          </p:txBody>
        </p:sp>
        <p:sp>
          <p:nvSpPr>
            <p:cNvPr id="202" name="Rounded Rectangle"/>
            <p:cNvSpPr/>
            <p:nvPr/>
          </p:nvSpPr>
          <p:spPr>
            <a:xfrm>
              <a:off x="26027" y="26027"/>
              <a:ext cx="520036" cy="468501"/>
            </a:xfrm>
            <a:prstGeom prst="roundRect">
              <a:avLst>
                <a:gd name="adj" fmla="val 7500"/>
              </a:avLst>
            </a:prstGeom>
            <a:blipFill rotWithShape="1">
              <a:blip r:embed="rId3"/>
              <a:srcRect/>
              <a:stretch>
                <a:fillRect/>
              </a:stretch>
            </a:blipFill>
            <a:ln w="12700" cap="flat">
              <a:noFill/>
              <a:miter lim="400000"/>
            </a:ln>
            <a:effectLst>
              <a:outerShdw blurRad="38100" dist="20000" dir="5400000" rotWithShape="0">
                <a:srgbClr val="000000">
                  <a:alpha val="38000"/>
                </a:srgbClr>
              </a:outerShdw>
            </a:effectLst>
          </p:spPr>
          <p:txBody>
            <a:bodyPr wrap="square" lIns="45719" tIns="45719" rIns="45719" bIns="45719" numCol="1" anchor="t">
              <a:noAutofit/>
            </a:bodyPr>
            <a:lstStyle/>
            <a:p>
              <a:endParaRPr/>
            </a:p>
          </p:txBody>
        </p:sp>
        <p:sp>
          <p:nvSpPr>
            <p:cNvPr id="203" name="Greater functionality"/>
            <p:cNvSpPr txBox="1"/>
            <p:nvPr/>
          </p:nvSpPr>
          <p:spPr>
            <a:xfrm>
              <a:off x="546062" y="0"/>
              <a:ext cx="4998554" cy="31339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lgn="ctr">
                <a:defRPr sz="1600" b="1">
                  <a:solidFill>
                    <a:srgbClr val="FFFFFF"/>
                  </a:solidFill>
                  <a:uFill>
                    <a:solidFill>
                      <a:srgbClr val="FFFFFF"/>
                    </a:solidFill>
                  </a:uFill>
                </a:defRPr>
              </a:lvl1pPr>
            </a:lstStyle>
            <a:p>
              <a:pPr>
                <a:defRPr sz="900" b="0"/>
              </a:pPr>
              <a:r>
                <a:rPr sz="1600" b="1"/>
                <a:t>Greater functionality</a:t>
              </a:r>
            </a:p>
          </p:txBody>
        </p:sp>
        <p:sp>
          <p:nvSpPr>
            <p:cNvPr id="204" name="Rounded Rectangle"/>
            <p:cNvSpPr/>
            <p:nvPr/>
          </p:nvSpPr>
          <p:spPr>
            <a:xfrm>
              <a:off x="0" y="631447"/>
              <a:ext cx="5544616" cy="520555"/>
            </a:xfrm>
            <a:prstGeom prst="roundRect">
              <a:avLst>
                <a:gd name="adj" fmla="val 7500"/>
              </a:avLst>
            </a:prstGeom>
            <a:gradFill flip="none" rotWithShape="1">
              <a:gsLst>
                <a:gs pos="0">
                  <a:srgbClr val="769537"/>
                </a:gs>
                <a:gs pos="80000">
                  <a:srgbClr val="9BC348"/>
                </a:gs>
                <a:gs pos="100000">
                  <a:srgbClr val="9CC646"/>
                </a:gs>
              </a:gsLst>
              <a:lin ang="16200000" scaled="0"/>
            </a:gradFill>
            <a:ln w="12700" cap="flat">
              <a:noFill/>
              <a:miter lim="400000"/>
            </a:ln>
            <a:effectLst>
              <a:outerShdw blurRad="38100" dist="23000" dir="5400000" rotWithShape="0">
                <a:srgbClr val="000000">
                  <a:alpha val="35000"/>
                </a:srgbClr>
              </a:outerShdw>
            </a:effectLst>
          </p:spPr>
          <p:txBody>
            <a:bodyPr wrap="square" lIns="45719" tIns="45719" rIns="45719" bIns="45719" numCol="1" anchor="t">
              <a:noAutofit/>
            </a:bodyPr>
            <a:lstStyle/>
            <a:p>
              <a:endParaRPr/>
            </a:p>
          </p:txBody>
        </p:sp>
        <p:sp>
          <p:nvSpPr>
            <p:cNvPr id="205" name="Rounded Rectangle"/>
            <p:cNvSpPr/>
            <p:nvPr/>
          </p:nvSpPr>
          <p:spPr>
            <a:xfrm>
              <a:off x="26027" y="657474"/>
              <a:ext cx="520036" cy="468501"/>
            </a:xfrm>
            <a:prstGeom prst="roundRect">
              <a:avLst>
                <a:gd name="adj" fmla="val 7500"/>
              </a:avLst>
            </a:prstGeom>
            <a:blipFill rotWithShape="1">
              <a:blip r:embed="rId4"/>
              <a:srcRect/>
              <a:stretch>
                <a:fillRect/>
              </a:stretch>
            </a:blipFill>
            <a:ln w="12700" cap="flat">
              <a:noFill/>
              <a:miter lim="400000"/>
            </a:ln>
            <a:effectLst>
              <a:outerShdw blurRad="38100" dist="20000" dir="5400000" rotWithShape="0">
                <a:srgbClr val="000000">
                  <a:alpha val="38000"/>
                </a:srgbClr>
              </a:outerShdw>
            </a:effectLst>
          </p:spPr>
          <p:txBody>
            <a:bodyPr wrap="square" lIns="45719" tIns="45719" rIns="45719" bIns="45719" numCol="1" anchor="t">
              <a:noAutofit/>
            </a:bodyPr>
            <a:lstStyle/>
            <a:p>
              <a:endParaRPr/>
            </a:p>
          </p:txBody>
        </p:sp>
        <p:sp>
          <p:nvSpPr>
            <p:cNvPr id="206" name="Accuracy and reproducibility"/>
            <p:cNvSpPr txBox="1"/>
            <p:nvPr/>
          </p:nvSpPr>
          <p:spPr>
            <a:xfrm>
              <a:off x="546062" y="631447"/>
              <a:ext cx="4998554" cy="31339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lgn="ctr">
                <a:defRPr sz="1600" b="1">
                  <a:solidFill>
                    <a:srgbClr val="FFFFFF"/>
                  </a:solidFill>
                  <a:uFill>
                    <a:solidFill>
                      <a:srgbClr val="FFFFFF"/>
                    </a:solidFill>
                  </a:uFill>
                </a:defRPr>
              </a:lvl1pPr>
            </a:lstStyle>
            <a:p>
              <a:pPr>
                <a:defRPr sz="900" b="0"/>
              </a:pPr>
              <a:r>
                <a:rPr sz="1600" b="1"/>
                <a:t>Accuracy and reproducibility</a:t>
              </a:r>
            </a:p>
          </p:txBody>
        </p:sp>
        <p:sp>
          <p:nvSpPr>
            <p:cNvPr id="207" name="Rounded Rectangle"/>
            <p:cNvSpPr/>
            <p:nvPr/>
          </p:nvSpPr>
          <p:spPr>
            <a:xfrm>
              <a:off x="0" y="1262894"/>
              <a:ext cx="5544616" cy="520555"/>
            </a:xfrm>
            <a:prstGeom prst="roundRect">
              <a:avLst>
                <a:gd name="adj" fmla="val 7500"/>
              </a:avLst>
            </a:prstGeom>
            <a:gradFill flip="none" rotWithShape="1">
              <a:gsLst>
                <a:gs pos="0">
                  <a:srgbClr val="5E437E"/>
                </a:gs>
                <a:gs pos="80000">
                  <a:srgbClr val="7B58A6"/>
                </a:gs>
                <a:gs pos="100000">
                  <a:srgbClr val="7B57A8"/>
                </a:gs>
              </a:gsLst>
              <a:lin ang="16200000" scaled="0"/>
            </a:gradFill>
            <a:ln w="12700" cap="flat">
              <a:noFill/>
              <a:miter lim="400000"/>
            </a:ln>
            <a:effectLst>
              <a:outerShdw blurRad="38100" dist="23000" dir="5400000" rotWithShape="0">
                <a:srgbClr val="000000">
                  <a:alpha val="35000"/>
                </a:srgbClr>
              </a:outerShdw>
            </a:effectLst>
          </p:spPr>
          <p:txBody>
            <a:bodyPr wrap="square" lIns="45719" tIns="45719" rIns="45719" bIns="45719" numCol="1" anchor="t">
              <a:noAutofit/>
            </a:bodyPr>
            <a:lstStyle/>
            <a:p>
              <a:endParaRPr/>
            </a:p>
          </p:txBody>
        </p:sp>
        <p:sp>
          <p:nvSpPr>
            <p:cNvPr id="208" name="Rounded Rectangle"/>
            <p:cNvSpPr/>
            <p:nvPr/>
          </p:nvSpPr>
          <p:spPr>
            <a:xfrm>
              <a:off x="26027" y="1288921"/>
              <a:ext cx="520036" cy="468501"/>
            </a:xfrm>
            <a:prstGeom prst="roundRect">
              <a:avLst>
                <a:gd name="adj" fmla="val 7500"/>
              </a:avLst>
            </a:prstGeom>
            <a:blipFill rotWithShape="1">
              <a:blip r:embed="rId5"/>
              <a:srcRect/>
              <a:stretch>
                <a:fillRect/>
              </a:stretch>
            </a:blipFill>
            <a:ln w="12700" cap="flat">
              <a:noFill/>
              <a:miter lim="400000"/>
            </a:ln>
            <a:effectLst>
              <a:outerShdw blurRad="38100" dist="20000" dir="5400000" rotWithShape="0">
                <a:srgbClr val="000000">
                  <a:alpha val="38000"/>
                </a:srgbClr>
              </a:outerShdw>
            </a:effectLst>
          </p:spPr>
          <p:txBody>
            <a:bodyPr wrap="square" lIns="45719" tIns="45719" rIns="45719" bIns="45719" numCol="1" anchor="t">
              <a:noAutofit/>
            </a:bodyPr>
            <a:lstStyle/>
            <a:p>
              <a:endParaRPr/>
            </a:p>
          </p:txBody>
        </p:sp>
        <p:sp>
          <p:nvSpPr>
            <p:cNvPr id="209" name="Modularity and flexibility"/>
            <p:cNvSpPr txBox="1"/>
            <p:nvPr/>
          </p:nvSpPr>
          <p:spPr>
            <a:xfrm>
              <a:off x="546062" y="1262894"/>
              <a:ext cx="4998554" cy="31339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defRPr sz="1600" b="1">
                  <a:solidFill>
                    <a:srgbClr val="FFFFFF"/>
                  </a:solidFill>
                  <a:uFill>
                    <a:solidFill>
                      <a:srgbClr val="FFFFFF"/>
                    </a:solidFill>
                  </a:uFill>
                </a:defRPr>
              </a:lvl1pPr>
            </a:lstStyle>
            <a:p>
              <a:pPr>
                <a:defRPr sz="900" b="0"/>
              </a:pPr>
              <a:r>
                <a:rPr sz="1600" b="1"/>
                <a:t>Modularity and flexibility</a:t>
              </a:r>
            </a:p>
          </p:txBody>
        </p:sp>
        <p:sp>
          <p:nvSpPr>
            <p:cNvPr id="210" name="Rounded Rectangle"/>
            <p:cNvSpPr/>
            <p:nvPr/>
          </p:nvSpPr>
          <p:spPr>
            <a:xfrm>
              <a:off x="0" y="1894341"/>
              <a:ext cx="5544616" cy="520555"/>
            </a:xfrm>
            <a:prstGeom prst="roundRect">
              <a:avLst>
                <a:gd name="adj" fmla="val 7500"/>
              </a:avLst>
            </a:prstGeom>
            <a:gradFill flip="none" rotWithShape="1">
              <a:gsLst>
                <a:gs pos="0">
                  <a:srgbClr val="2A869F"/>
                </a:gs>
                <a:gs pos="80000">
                  <a:srgbClr val="37B1D1"/>
                </a:gs>
                <a:gs pos="100000">
                  <a:srgbClr val="34B3D5"/>
                </a:gs>
              </a:gsLst>
              <a:lin ang="16200000" scaled="0"/>
            </a:gradFill>
            <a:ln w="12700" cap="flat">
              <a:noFill/>
              <a:miter lim="400000"/>
            </a:ln>
            <a:effectLst>
              <a:outerShdw blurRad="38100" dist="23000" dir="5400000" rotWithShape="0">
                <a:srgbClr val="000000">
                  <a:alpha val="35000"/>
                </a:srgbClr>
              </a:outerShdw>
            </a:effectLst>
          </p:spPr>
          <p:txBody>
            <a:bodyPr wrap="square" lIns="45719" tIns="45719" rIns="45719" bIns="45719" numCol="1" anchor="t">
              <a:noAutofit/>
            </a:bodyPr>
            <a:lstStyle/>
            <a:p>
              <a:endParaRPr/>
            </a:p>
          </p:txBody>
        </p:sp>
        <p:sp>
          <p:nvSpPr>
            <p:cNvPr id="211" name="Rounded Rectangle"/>
            <p:cNvSpPr/>
            <p:nvPr/>
          </p:nvSpPr>
          <p:spPr>
            <a:xfrm>
              <a:off x="26027" y="1920368"/>
              <a:ext cx="520036" cy="468501"/>
            </a:xfrm>
            <a:prstGeom prst="roundRect">
              <a:avLst>
                <a:gd name="adj" fmla="val 7500"/>
              </a:avLst>
            </a:prstGeom>
            <a:blipFill rotWithShape="1">
              <a:blip r:embed="rId6"/>
              <a:srcRect/>
              <a:stretch>
                <a:fillRect/>
              </a:stretch>
            </a:blipFill>
            <a:ln w="12700" cap="flat">
              <a:noFill/>
              <a:miter lim="400000"/>
            </a:ln>
            <a:effectLst>
              <a:outerShdw blurRad="38100" dist="20000" dir="5400000" rotWithShape="0">
                <a:srgbClr val="000000">
                  <a:alpha val="38000"/>
                </a:srgbClr>
              </a:outerShdw>
            </a:effectLst>
          </p:spPr>
          <p:txBody>
            <a:bodyPr wrap="square" lIns="45719" tIns="45719" rIns="45719" bIns="45719" numCol="1" anchor="t">
              <a:noAutofit/>
            </a:bodyPr>
            <a:lstStyle/>
            <a:p>
              <a:endParaRPr/>
            </a:p>
          </p:txBody>
        </p:sp>
        <p:sp>
          <p:nvSpPr>
            <p:cNvPr id="212" name="Increased price/performance"/>
            <p:cNvSpPr txBox="1"/>
            <p:nvPr/>
          </p:nvSpPr>
          <p:spPr>
            <a:xfrm>
              <a:off x="546062" y="1894341"/>
              <a:ext cx="4998554" cy="31339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defRPr sz="1600" b="1">
                  <a:solidFill>
                    <a:srgbClr val="FFFFFF"/>
                  </a:solidFill>
                  <a:uFill>
                    <a:solidFill>
                      <a:srgbClr val="FFFFFF"/>
                    </a:solidFill>
                  </a:uFill>
                </a:defRPr>
              </a:lvl1pPr>
            </a:lstStyle>
            <a:p>
              <a:pPr>
                <a:defRPr sz="900" b="0"/>
              </a:pPr>
              <a:r>
                <a:rPr sz="1600" b="1"/>
                <a:t>Increased price/performance</a:t>
              </a:r>
            </a:p>
          </p:txBody>
        </p:sp>
        <p:sp>
          <p:nvSpPr>
            <p:cNvPr id="213" name="Rounded Rectangle"/>
            <p:cNvSpPr/>
            <p:nvPr/>
          </p:nvSpPr>
          <p:spPr>
            <a:xfrm>
              <a:off x="0" y="2525788"/>
              <a:ext cx="5544616" cy="520556"/>
            </a:xfrm>
            <a:prstGeom prst="roundRect">
              <a:avLst>
                <a:gd name="adj" fmla="val 7500"/>
              </a:avLst>
            </a:prstGeom>
            <a:gradFill flip="none" rotWithShape="1">
              <a:gsLst>
                <a:gs pos="0">
                  <a:srgbClr val="C96D20"/>
                </a:gs>
                <a:gs pos="80000">
                  <a:srgbClr val="FF9034"/>
                </a:gs>
                <a:gs pos="100000">
                  <a:srgbClr val="FF9035"/>
                </a:gs>
              </a:gsLst>
              <a:lin ang="16200000" scaled="0"/>
            </a:gradFill>
            <a:ln w="12700" cap="flat">
              <a:noFill/>
              <a:miter lim="400000"/>
            </a:ln>
            <a:effectLst>
              <a:outerShdw blurRad="38100" dist="23000" dir="5400000" rotWithShape="0">
                <a:srgbClr val="000000">
                  <a:alpha val="35000"/>
                </a:srgbClr>
              </a:outerShdw>
            </a:effectLst>
          </p:spPr>
          <p:txBody>
            <a:bodyPr wrap="square" lIns="45719" tIns="45719" rIns="45719" bIns="45719" numCol="1" anchor="t">
              <a:noAutofit/>
            </a:bodyPr>
            <a:lstStyle/>
            <a:p>
              <a:endParaRPr/>
            </a:p>
          </p:txBody>
        </p:sp>
        <p:sp>
          <p:nvSpPr>
            <p:cNvPr id="214" name="Rounded Rectangle"/>
            <p:cNvSpPr/>
            <p:nvPr/>
          </p:nvSpPr>
          <p:spPr>
            <a:xfrm>
              <a:off x="26027" y="2551815"/>
              <a:ext cx="520036" cy="468501"/>
            </a:xfrm>
            <a:prstGeom prst="roundRect">
              <a:avLst>
                <a:gd name="adj" fmla="val 7500"/>
              </a:avLst>
            </a:prstGeom>
            <a:blipFill rotWithShape="1">
              <a:blip r:embed="rId7"/>
              <a:srcRect/>
              <a:stretch>
                <a:fillRect/>
              </a:stretch>
            </a:blipFill>
            <a:ln w="12700" cap="flat">
              <a:noFill/>
              <a:miter lim="400000"/>
            </a:ln>
            <a:effectLst>
              <a:outerShdw blurRad="38100" dist="20000" dir="5400000" rotWithShape="0">
                <a:srgbClr val="000000">
                  <a:alpha val="38000"/>
                </a:srgbClr>
              </a:outerShdw>
            </a:effectLst>
          </p:spPr>
          <p:txBody>
            <a:bodyPr wrap="square" lIns="45719" tIns="45719" rIns="45719" bIns="45719" numCol="1" anchor="t">
              <a:noAutofit/>
            </a:bodyPr>
            <a:lstStyle/>
            <a:p>
              <a:endParaRPr/>
            </a:p>
          </p:txBody>
        </p:sp>
        <p:sp>
          <p:nvSpPr>
            <p:cNvPr id="215" name="Reduced time-to-market"/>
            <p:cNvSpPr txBox="1"/>
            <p:nvPr/>
          </p:nvSpPr>
          <p:spPr>
            <a:xfrm>
              <a:off x="546062" y="2525788"/>
              <a:ext cx="4998554" cy="31339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defRPr sz="1600" b="1">
                  <a:solidFill>
                    <a:srgbClr val="FFFFFF"/>
                  </a:solidFill>
                  <a:uFill>
                    <a:solidFill>
                      <a:srgbClr val="FFFFFF"/>
                    </a:solidFill>
                  </a:uFill>
                </a:defRPr>
              </a:lvl1pPr>
            </a:lstStyle>
            <a:p>
              <a:pPr>
                <a:defRPr sz="900" b="0"/>
              </a:pPr>
              <a:r>
                <a:rPr sz="1600" b="1"/>
                <a:t>Reduced time-to-market</a:t>
              </a:r>
            </a:p>
          </p:txBody>
        </p:sp>
      </p:grpSp>
      <mc:AlternateContent xmlns:mc="http://schemas.openxmlformats.org/markup-compatibility/2006">
        <mc:Choice xmlns:p14="http://schemas.microsoft.com/office/powerpoint/2010/main" Requires="p14">
          <p:contentPart p14:bwMode="auto" r:id="rId8">
            <p14:nvContentPartPr>
              <p14:cNvPr id="2" name="Ink 1">
                <a:extLst>
                  <a:ext uri="{FF2B5EF4-FFF2-40B4-BE49-F238E27FC236}">
                    <a16:creationId xmlns:a16="http://schemas.microsoft.com/office/drawing/2014/main" id="{99A94096-9791-0F48-8B54-DD5EF8F1A3C1}"/>
                  </a:ext>
                </a:extLst>
              </p14:cNvPr>
              <p14:cNvContentPartPr/>
              <p14:nvPr/>
            </p14:nvContentPartPr>
            <p14:xfrm>
              <a:off x="291240" y="108000"/>
              <a:ext cx="8838000" cy="6519240"/>
            </p14:xfrm>
          </p:contentPart>
        </mc:Choice>
        <mc:Fallback>
          <p:pic>
            <p:nvPicPr>
              <p:cNvPr id="2" name="Ink 1">
                <a:extLst>
                  <a:ext uri="{FF2B5EF4-FFF2-40B4-BE49-F238E27FC236}">
                    <a16:creationId xmlns:a16="http://schemas.microsoft.com/office/drawing/2014/main" id="{99A94096-9791-0F48-8B54-DD5EF8F1A3C1}"/>
                  </a:ext>
                </a:extLst>
              </p:cNvPr>
              <p:cNvPicPr/>
              <p:nvPr/>
            </p:nvPicPr>
            <p:blipFill>
              <a:blip r:embed="rId9"/>
              <a:stretch>
                <a:fillRect/>
              </a:stretch>
            </p:blipFill>
            <p:spPr>
              <a:xfrm>
                <a:off x="281880" y="98640"/>
                <a:ext cx="8856720" cy="6537960"/>
              </a:xfrm>
              <a:prstGeom prst="rect">
                <a:avLst/>
              </a:prstGeom>
            </p:spPr>
          </p:pic>
        </mc:Fallback>
      </mc:AlternateContent>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Issues in DSP"/>
          <p:cNvSpPr txBox="1">
            <a:spLocks noGrp="1"/>
          </p:cNvSpPr>
          <p:nvPr>
            <p:ph type="title"/>
          </p:nvPr>
        </p:nvSpPr>
        <p:spPr>
          <a:xfrm>
            <a:off x="323527" y="457200"/>
            <a:ext cx="8496946" cy="533400"/>
          </a:xfrm>
          <a:prstGeom prst="rect">
            <a:avLst/>
          </a:prstGeom>
        </p:spPr>
        <p:txBody>
          <a:bodyPr>
            <a:normAutofit fontScale="90000"/>
          </a:bodyPr>
          <a:lstStyle>
            <a:lvl1pPr defTabSz="896111">
              <a:defRPr sz="3136"/>
            </a:lvl1pPr>
          </a:lstStyle>
          <a:p>
            <a:r>
              <a:t>Issues in DSP</a:t>
            </a:r>
          </a:p>
        </p:txBody>
      </p:sp>
      <p:sp>
        <p:nvSpPr>
          <p:cNvPr id="219" name="Reconstruction accuracy…"/>
          <p:cNvSpPr txBox="1">
            <a:spLocks noGrp="1"/>
          </p:cNvSpPr>
          <p:nvPr>
            <p:ph type="body" idx="1"/>
          </p:nvPr>
        </p:nvSpPr>
        <p:spPr>
          <a:xfrm>
            <a:off x="323527" y="1124744"/>
            <a:ext cx="8496946" cy="5472608"/>
          </a:xfrm>
          <a:prstGeom prst="rect">
            <a:avLst/>
          </a:prstGeom>
        </p:spPr>
        <p:txBody>
          <a:bodyPr>
            <a:normAutofit/>
          </a:bodyPr>
          <a:lstStyle/>
          <a:p>
            <a:r>
              <a:t>Reconstruction accuracy</a:t>
            </a:r>
          </a:p>
          <a:p>
            <a:pPr lvl="1">
              <a:buClr>
                <a:schemeClr val="accent2"/>
              </a:buClr>
            </a:pPr>
            <a:r>
              <a:t>It’s important to know the conditions for perfect reconstruction</a:t>
            </a:r>
          </a:p>
          <a:p>
            <a:r>
              <a:t>Digital signal is not just an approximated representation of an analog signal</a:t>
            </a:r>
          </a:p>
          <a:p>
            <a:pPr lvl="1">
              <a:buClr>
                <a:schemeClr val="accent2"/>
              </a:buClr>
            </a:pPr>
            <a:r>
              <a:t>Could be generated digitally</a:t>
            </a:r>
          </a:p>
          <a:p>
            <a:pPr lvl="1">
              <a:buClr>
                <a:schemeClr val="accent2"/>
              </a:buClr>
            </a:pPr>
            <a:r>
              <a:t>The processing may not be reliasable in analog</a:t>
            </a:r>
          </a:p>
          <a:p>
            <a:r>
              <a:t>The theory of discrete time signal processing is independent of continuous</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Digital vs. Analog"/>
          <p:cNvSpPr txBox="1">
            <a:spLocks noGrp="1"/>
          </p:cNvSpPr>
          <p:nvPr>
            <p:ph type="title"/>
          </p:nvPr>
        </p:nvSpPr>
        <p:spPr>
          <a:xfrm>
            <a:off x="323527" y="457200"/>
            <a:ext cx="8496946" cy="533400"/>
          </a:xfrm>
          <a:prstGeom prst="rect">
            <a:avLst/>
          </a:prstGeom>
        </p:spPr>
        <p:txBody>
          <a:bodyPr>
            <a:normAutofit fontScale="90000"/>
          </a:bodyPr>
          <a:lstStyle>
            <a:lvl1pPr defTabSz="896111">
              <a:defRPr sz="3136"/>
            </a:lvl1pPr>
          </a:lstStyle>
          <a:p>
            <a:r>
              <a:t>Digital vs. Analog</a:t>
            </a:r>
          </a:p>
        </p:txBody>
      </p:sp>
      <p:sp>
        <p:nvSpPr>
          <p:cNvPr id="222" name="Digital implementations are flexible, programmable, and modular…"/>
          <p:cNvSpPr txBox="1">
            <a:spLocks noGrp="1"/>
          </p:cNvSpPr>
          <p:nvPr>
            <p:ph type="body" idx="1"/>
          </p:nvPr>
        </p:nvSpPr>
        <p:spPr>
          <a:xfrm>
            <a:off x="323527" y="1124744"/>
            <a:ext cx="8496946" cy="5472608"/>
          </a:xfrm>
          <a:prstGeom prst="rect">
            <a:avLst/>
          </a:prstGeom>
        </p:spPr>
        <p:txBody>
          <a:bodyPr>
            <a:normAutofit/>
          </a:bodyPr>
          <a:lstStyle/>
          <a:p>
            <a:r>
              <a:t>Digital implementations are flexible, programmable, and modular</a:t>
            </a:r>
          </a:p>
          <a:p>
            <a:r>
              <a:t>Can be more precise and repeatable</a:t>
            </a:r>
          </a:p>
          <a:p>
            <a:r>
              <a:t>Performance and cost effectiveness</a:t>
            </a:r>
          </a:p>
          <a:p>
            <a:r>
              <a:t>Direct mapping of mathematical expressions with less approximation possible (enables sophisticated algorithms)</a:t>
            </a:r>
          </a:p>
          <a:p>
            <a:r>
              <a:t>Digital hardware can be multiplexed better than analog; this allows for integration of multiple operations and services on hardware platform</a:t>
            </a:r>
          </a:p>
          <a:p>
            <a:r>
              <a:t>Digital storage is more reliable, cheaper, and more compact</a:t>
            </a:r>
          </a:p>
          <a:p>
            <a:endParaRPr/>
          </a:p>
          <a:p>
            <a:pPr marL="0" indent="0">
              <a:buSzTx/>
              <a:buFont typeface="Wingdings"/>
              <a:buNone/>
            </a:pPr>
            <a:r>
              <a:t>However … </a:t>
            </a:r>
          </a:p>
          <a:p>
            <a:pPr marL="0" indent="0">
              <a:buSzTx/>
              <a:buFont typeface="Wingdings"/>
              <a:buNone/>
            </a:pPr>
            <a:endParaRPr/>
          </a:p>
          <a:p>
            <a:r>
              <a:t>Analog signal processing still offers higher bandwidth</a:t>
            </a:r>
          </a:p>
          <a:p>
            <a:r>
              <a:t>Higher dynamic range</a:t>
            </a:r>
          </a:p>
          <a:p>
            <a:r>
              <a:t>Can be very low power</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0F349388-A683-E049-B864-2557B6871B87}"/>
                  </a:ext>
                </a:extLst>
              </p14:cNvPr>
              <p14:cNvContentPartPr/>
              <p14:nvPr/>
            </p14:nvContentPartPr>
            <p14:xfrm>
              <a:off x="4626000" y="2512440"/>
              <a:ext cx="21960" cy="21960"/>
            </p14:xfrm>
          </p:contentPart>
        </mc:Choice>
        <mc:Fallback>
          <p:pic>
            <p:nvPicPr>
              <p:cNvPr id="2" name="Ink 1">
                <a:extLst>
                  <a:ext uri="{FF2B5EF4-FFF2-40B4-BE49-F238E27FC236}">
                    <a16:creationId xmlns:a16="http://schemas.microsoft.com/office/drawing/2014/main" id="{0F349388-A683-E049-B864-2557B6871B87}"/>
                  </a:ext>
                </a:extLst>
              </p:cNvPr>
              <p:cNvPicPr/>
              <p:nvPr/>
            </p:nvPicPr>
            <p:blipFill>
              <a:blip r:embed="rId3"/>
              <a:stretch>
                <a:fillRect/>
              </a:stretch>
            </p:blipFill>
            <p:spPr>
              <a:xfrm>
                <a:off x="4616640" y="2503080"/>
                <a:ext cx="40680" cy="40680"/>
              </a:xfrm>
              <a:prstGeom prst="rect">
                <a:avLst/>
              </a:prstGeom>
            </p:spPr>
          </p:pic>
        </mc:Fallback>
      </mc:AlternateContent>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Hot applications in DSP"/>
          <p:cNvSpPr txBox="1">
            <a:spLocks noGrp="1"/>
          </p:cNvSpPr>
          <p:nvPr>
            <p:ph type="title"/>
          </p:nvPr>
        </p:nvSpPr>
        <p:spPr>
          <a:xfrm>
            <a:off x="323527" y="457200"/>
            <a:ext cx="8496946" cy="533400"/>
          </a:xfrm>
          <a:prstGeom prst="rect">
            <a:avLst/>
          </a:prstGeom>
        </p:spPr>
        <p:txBody>
          <a:bodyPr>
            <a:normAutofit fontScale="90000"/>
          </a:bodyPr>
          <a:lstStyle>
            <a:lvl1pPr defTabSz="896111">
              <a:defRPr sz="3136"/>
            </a:lvl1pPr>
          </a:lstStyle>
          <a:p>
            <a:r>
              <a:t>Hot applications in DSP</a:t>
            </a:r>
          </a:p>
        </p:txBody>
      </p:sp>
      <p:sp>
        <p:nvSpPr>
          <p:cNvPr id="225" name="Entertainment: digital audio, digital TV, multimedia (voice mail, video, audio conferencing)…"/>
          <p:cNvSpPr txBox="1">
            <a:spLocks noGrp="1"/>
          </p:cNvSpPr>
          <p:nvPr>
            <p:ph type="body" idx="1"/>
          </p:nvPr>
        </p:nvSpPr>
        <p:spPr>
          <a:xfrm>
            <a:off x="323527" y="1124744"/>
            <a:ext cx="8496946" cy="5472608"/>
          </a:xfrm>
          <a:prstGeom prst="rect">
            <a:avLst/>
          </a:prstGeom>
        </p:spPr>
        <p:txBody>
          <a:bodyPr>
            <a:normAutofit/>
          </a:bodyPr>
          <a:lstStyle/>
          <a:p>
            <a:r>
              <a:t>Entertainment: digital audio, digital TV, multimedia (voice mail, video, audio conferencing)</a:t>
            </a:r>
          </a:p>
          <a:p>
            <a:r>
              <a:t>Medical imaging / data analysis</a:t>
            </a:r>
          </a:p>
          <a:p>
            <a:r>
              <a:t>Information services, database</a:t>
            </a:r>
          </a:p>
          <a:p>
            <a:r>
              <a:t>Meteorology</a:t>
            </a:r>
          </a:p>
          <a:p>
            <a:r>
              <a:t>Non-destructive testing of materials</a:t>
            </a:r>
          </a:p>
          <a:p>
            <a:r>
              <a:t>Digital process control for manufacturing</a:t>
            </a:r>
          </a:p>
          <a:p>
            <a:r>
              <a:t>Automotive electronics</a:t>
            </a:r>
          </a:p>
          <a:p>
            <a:r>
              <a:t>Sensor data transmission, storage, transmission</a:t>
            </a:r>
          </a:p>
          <a:p>
            <a:r>
              <a:t>Voice and image synthesis</a:t>
            </a:r>
          </a:p>
          <a:p>
            <a:r>
              <a:t>Environmental monitoring</a:t>
            </a:r>
          </a:p>
          <a:p>
            <a:r>
              <a:t>DVD technology</a:t>
            </a:r>
          </a:p>
          <a:p>
            <a:r>
              <a:t>Very low bit-rate audio coding</a:t>
            </a:r>
          </a:p>
          <a:p>
            <a:r>
              <a:t>Scalable video coding</a:t>
            </a:r>
          </a:p>
          <a:p>
            <a:r>
              <a:t>etc ...</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relatively) simple programming"/>
          <p:cNvSpPr txBox="1">
            <a:spLocks noGrp="1"/>
          </p:cNvSpPr>
          <p:nvPr>
            <p:ph type="title"/>
          </p:nvPr>
        </p:nvSpPr>
        <p:spPr>
          <a:xfrm>
            <a:off x="323527" y="457200"/>
            <a:ext cx="8496946" cy="533400"/>
          </a:xfrm>
          <a:prstGeom prst="rect">
            <a:avLst/>
          </a:prstGeom>
        </p:spPr>
        <p:txBody>
          <a:bodyPr>
            <a:normAutofit fontScale="90000"/>
          </a:bodyPr>
          <a:lstStyle>
            <a:lvl1pPr defTabSz="896111">
              <a:defRPr sz="3136"/>
            </a:lvl1pPr>
          </a:lstStyle>
          <a:p>
            <a:r>
              <a:t>(relatively) simple programming</a:t>
            </a:r>
          </a:p>
        </p:txBody>
      </p:sp>
      <p:pic>
        <p:nvPicPr>
          <p:cNvPr id="228" name="image45.png" descr="image45.png"/>
          <p:cNvPicPr>
            <a:picLocks noChangeAspect="1"/>
          </p:cNvPicPr>
          <p:nvPr/>
        </p:nvPicPr>
        <p:blipFill>
          <a:blip r:embed="rId2"/>
          <a:stretch>
            <a:fillRect/>
          </a:stretch>
        </p:blipFill>
        <p:spPr>
          <a:xfrm>
            <a:off x="1810935" y="1031001"/>
            <a:ext cx="5715001" cy="2190751"/>
          </a:xfrm>
          <a:prstGeom prst="rect">
            <a:avLst/>
          </a:prstGeom>
          <a:ln w="12700">
            <a:miter lim="400000"/>
          </a:ln>
        </p:spPr>
      </p:pic>
      <p:sp>
        <p:nvSpPr>
          <p:cNvPr id="229" name="100 'RECURSIVE FILTER…"/>
          <p:cNvSpPr txBox="1"/>
          <p:nvPr/>
        </p:nvSpPr>
        <p:spPr>
          <a:xfrm>
            <a:off x="1497683" y="3429000"/>
            <a:ext cx="6223996" cy="28346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r>
              <a:rPr sz="1100">
                <a:latin typeface="Courier New"/>
                <a:ea typeface="Courier New"/>
                <a:cs typeface="Courier New"/>
                <a:sym typeface="Courier New"/>
              </a:rPr>
              <a:t>100 'RECURSIVE FILTER</a:t>
            </a:r>
          </a:p>
          <a:p>
            <a:r>
              <a:rPr sz="1100">
                <a:latin typeface="Courier New"/>
                <a:ea typeface="Courier New"/>
                <a:cs typeface="Courier New"/>
                <a:sym typeface="Courier New"/>
              </a:rPr>
              <a:t>110                       'INITIALIZE AND DEFINE THE ARRAYS TO BE USED</a:t>
            </a:r>
          </a:p>
          <a:p>
            <a:r>
              <a:rPr sz="1100">
                <a:latin typeface="Courier New"/>
                <a:ea typeface="Courier New"/>
                <a:cs typeface="Courier New"/>
                <a:sym typeface="Courier New"/>
              </a:rPr>
              <a:t>120 DIM X[499]            'holds the input signal</a:t>
            </a:r>
          </a:p>
          <a:p>
            <a:r>
              <a:rPr sz="1100">
                <a:latin typeface="Courier New"/>
                <a:ea typeface="Courier New"/>
                <a:cs typeface="Courier New"/>
                <a:sym typeface="Courier New"/>
              </a:rPr>
              <a:t>130 DIM Y[499]            'holds the filtered output signal</a:t>
            </a:r>
          </a:p>
          <a:p>
            <a:r>
              <a:rPr sz="1100">
                <a:latin typeface="Courier New"/>
                <a:ea typeface="Courier New"/>
                <a:cs typeface="Courier New"/>
                <a:sym typeface="Courier New"/>
              </a:rPr>
              <a:t>140 '</a:t>
            </a:r>
          </a:p>
          <a:p>
            <a:r>
              <a:rPr sz="1100">
                <a:latin typeface="Courier New"/>
                <a:ea typeface="Courier New"/>
                <a:cs typeface="Courier New"/>
                <a:sym typeface="Courier New"/>
              </a:rPr>
              <a:t>150 A0 =  0.93            'Set the recursion coefficients</a:t>
            </a:r>
          </a:p>
          <a:p>
            <a:r>
              <a:rPr sz="1100">
                <a:latin typeface="Courier New"/>
                <a:ea typeface="Courier New"/>
                <a:cs typeface="Courier New"/>
                <a:sym typeface="Courier New"/>
              </a:rPr>
              <a:t>160 A1 = -0.93            '(these values define a high-pass filter)</a:t>
            </a:r>
          </a:p>
          <a:p>
            <a:r>
              <a:rPr sz="1100">
                <a:latin typeface="Courier New"/>
                <a:ea typeface="Courier New"/>
                <a:cs typeface="Courier New"/>
                <a:sym typeface="Courier New"/>
              </a:rPr>
              <a:t>170 B1 =  0.86</a:t>
            </a:r>
          </a:p>
          <a:p>
            <a:r>
              <a:rPr sz="1100">
                <a:latin typeface="Courier New"/>
                <a:ea typeface="Courier New"/>
                <a:cs typeface="Courier New"/>
                <a:sym typeface="Courier New"/>
              </a:rPr>
              <a:t>180 '</a:t>
            </a:r>
          </a:p>
          <a:p>
            <a:r>
              <a:rPr sz="1100">
                <a:latin typeface="Courier New"/>
                <a:ea typeface="Courier New"/>
                <a:cs typeface="Courier New"/>
                <a:sym typeface="Courier New"/>
              </a:rPr>
              <a:t>190 GOSUB XXXX            'Subroutine to load the input signal into X[ ] </a:t>
            </a:r>
          </a:p>
          <a:p>
            <a:r>
              <a:rPr sz="1100">
                <a:latin typeface="Courier New"/>
                <a:ea typeface="Courier New"/>
                <a:cs typeface="Courier New"/>
                <a:sym typeface="Courier New"/>
              </a:rPr>
              <a:t>200 '</a:t>
            </a:r>
          </a:p>
          <a:p>
            <a:r>
              <a:rPr sz="1100">
                <a:latin typeface="Courier New"/>
                <a:ea typeface="Courier New"/>
                <a:cs typeface="Courier New"/>
                <a:sym typeface="Courier New"/>
              </a:rPr>
              <a:t>210                       'FILTER THE SIGNAL BY RECURSION TO FIND Y[ ]</a:t>
            </a:r>
          </a:p>
          <a:p>
            <a:r>
              <a:rPr sz="1100">
                <a:latin typeface="Courier New"/>
                <a:ea typeface="Courier New"/>
                <a:cs typeface="Courier New"/>
                <a:sym typeface="Courier New"/>
              </a:rPr>
              <a:t>220 FOR I% = 2 TO 499    </a:t>
            </a:r>
          </a:p>
          <a:p>
            <a:r>
              <a:rPr sz="1100">
                <a:latin typeface="Courier New"/>
                <a:ea typeface="Courier New"/>
                <a:cs typeface="Courier New"/>
                <a:sym typeface="Courier New"/>
              </a:rPr>
              <a:t>230    Y[I%] = A0*X[I%] + A1*X[I%-1] + B1*Y[I%-1]</a:t>
            </a:r>
          </a:p>
          <a:p>
            <a:r>
              <a:rPr sz="1100">
                <a:latin typeface="Courier New"/>
                <a:ea typeface="Courier New"/>
                <a:cs typeface="Courier New"/>
                <a:sym typeface="Courier New"/>
              </a:rPr>
              <a:t>240 NEXT I%</a:t>
            </a:r>
          </a:p>
          <a:p>
            <a:r>
              <a:rPr sz="1100">
                <a:latin typeface="Courier New"/>
                <a:ea typeface="Courier New"/>
                <a:cs typeface="Courier New"/>
                <a:sym typeface="Courier New"/>
              </a:rPr>
              <a:t>250 '</a:t>
            </a:r>
          </a:p>
          <a:p>
            <a:r>
              <a:rPr sz="1100">
                <a:latin typeface="Courier New"/>
                <a:ea typeface="Courier New"/>
                <a:cs typeface="Courier New"/>
                <a:sym typeface="Courier New"/>
              </a:rPr>
              <a:t>260 END</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E6A696A7-15D4-4E4E-8CBC-3C9D3EAC260E}"/>
                  </a:ext>
                </a:extLst>
              </p14:cNvPr>
              <p14:cNvContentPartPr/>
              <p14:nvPr/>
            </p14:nvContentPartPr>
            <p14:xfrm>
              <a:off x="1013760" y="3159360"/>
              <a:ext cx="8120160" cy="3688200"/>
            </p14:xfrm>
          </p:contentPart>
        </mc:Choice>
        <mc:Fallback>
          <p:pic>
            <p:nvPicPr>
              <p:cNvPr id="2" name="Ink 1">
                <a:extLst>
                  <a:ext uri="{FF2B5EF4-FFF2-40B4-BE49-F238E27FC236}">
                    <a16:creationId xmlns:a16="http://schemas.microsoft.com/office/drawing/2014/main" id="{E6A696A7-15D4-4E4E-8CBC-3C9D3EAC260E}"/>
                  </a:ext>
                </a:extLst>
              </p:cNvPr>
              <p:cNvPicPr/>
              <p:nvPr/>
            </p:nvPicPr>
            <p:blipFill>
              <a:blip r:embed="rId4"/>
              <a:stretch>
                <a:fillRect/>
              </a:stretch>
            </p:blipFill>
            <p:spPr>
              <a:xfrm>
                <a:off x="1004400" y="3150000"/>
                <a:ext cx="8138880" cy="3706920"/>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a14="http://schemas.microsoft.com/office/drawing/2010/main" xmlns:m="http://schemas.openxmlformats.org/officeDocument/2006/math"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228"/>
                                        </p:tgtEl>
                                        <p:attrNameLst>
                                          <p:attrName>style.visibility</p:attrName>
                                        </p:attrNameLst>
                                      </p:cBhvr>
                                      <p:to>
                                        <p:strVal val="visible"/>
                                      </p:to>
                                    </p:set>
                                    <p:animEffect transition="in" filter="fade">
                                      <p:cBhvr>
                                        <p:cTn id="7" dur="500"/>
                                        <p:tgtEl>
                                          <p:spTgt spid="2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grpId="2" nodeType="clickEffect">
                                  <p:stCondLst>
                                    <p:cond delay="0"/>
                                  </p:stCondLst>
                                  <p:iterate>
                                    <p:tmAbs val="0"/>
                                  </p:iterate>
                                  <p:childTnLst>
                                    <p:set>
                                      <p:cBhvr>
                                        <p:cTn id="11" fill="hold"/>
                                        <p:tgtEl>
                                          <p:spTgt spid="229"/>
                                        </p:tgtEl>
                                        <p:attrNameLst>
                                          <p:attrName>style.visibility</p:attrName>
                                        </p:attrNameLst>
                                      </p:cBhvr>
                                      <p:to>
                                        <p:strVal val="visible"/>
                                      </p:to>
                                    </p:set>
                                    <p:animEffect transition="in" filter="fade">
                                      <p:cBhvr>
                                        <p:cTn id="12" dur="500"/>
                                        <p:tgtEl>
                                          <p:spTgt spid="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 grpId="1" animBg="1" advAuto="0"/>
      <p:bldP spid="229" grpId="2" animBg="1" advAuto="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Examples: analog vs. digital filters"/>
          <p:cNvSpPr txBox="1">
            <a:spLocks noGrp="1"/>
          </p:cNvSpPr>
          <p:nvPr>
            <p:ph type="title"/>
          </p:nvPr>
        </p:nvSpPr>
        <p:spPr>
          <a:xfrm>
            <a:off x="323527" y="457200"/>
            <a:ext cx="8496946" cy="533400"/>
          </a:xfrm>
          <a:prstGeom prst="rect">
            <a:avLst/>
          </a:prstGeom>
        </p:spPr>
        <p:txBody>
          <a:bodyPr>
            <a:normAutofit fontScale="90000"/>
          </a:bodyPr>
          <a:lstStyle>
            <a:lvl1pPr defTabSz="896111">
              <a:defRPr sz="3136"/>
            </a:lvl1pPr>
          </a:lstStyle>
          <a:p>
            <a:r>
              <a:t>Examples: analog vs. digital filters</a:t>
            </a:r>
          </a:p>
        </p:txBody>
      </p:sp>
      <p:pic>
        <p:nvPicPr>
          <p:cNvPr id="232" name="image46.png" descr="image46.png"/>
          <p:cNvPicPr>
            <a:picLocks noChangeAspect="1"/>
          </p:cNvPicPr>
          <p:nvPr/>
        </p:nvPicPr>
        <p:blipFill>
          <a:blip r:embed="rId2"/>
          <a:stretch>
            <a:fillRect/>
          </a:stretch>
        </p:blipFill>
        <p:spPr>
          <a:xfrm>
            <a:off x="467543" y="1124744"/>
            <a:ext cx="5715001" cy="1857376"/>
          </a:xfrm>
          <a:prstGeom prst="rect">
            <a:avLst/>
          </a:prstGeom>
          <a:ln w="12700">
            <a:miter lim="400000"/>
          </a:ln>
        </p:spPr>
      </p:pic>
      <p:sp>
        <p:nvSpPr>
          <p:cNvPr id="233" name="Analog implementation of a low-pass filter at 1 kHz, that might be used for noise reduction or separating multiplexed signals."/>
          <p:cNvSpPr txBox="1"/>
          <p:nvPr/>
        </p:nvSpPr>
        <p:spPr>
          <a:xfrm>
            <a:off x="6178477" y="1268759"/>
            <a:ext cx="2569989" cy="7976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200"/>
            </a:lvl1pPr>
          </a:lstStyle>
          <a:p>
            <a:pPr>
              <a:defRPr sz="1800"/>
            </a:pPr>
            <a:r>
              <a:rPr sz="1200"/>
              <a:t>Analog implementation of a low-pass filter at 1 kHz, that might be used for noise reduction or separating multiplexed signals.</a:t>
            </a:r>
          </a:p>
        </p:txBody>
      </p:sp>
      <p:sp>
        <p:nvSpPr>
          <p:cNvPr id="234" name="100 'LOW-PASS WINDOWED-SINC FILTER…"/>
          <p:cNvSpPr txBox="1"/>
          <p:nvPr/>
        </p:nvSpPr>
        <p:spPr>
          <a:xfrm>
            <a:off x="467544" y="3362047"/>
            <a:ext cx="5544618" cy="32410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p>
            <a:r>
              <a:rPr sz="700">
                <a:latin typeface="Courier New"/>
                <a:ea typeface="Courier New"/>
                <a:cs typeface="Courier New"/>
                <a:sym typeface="Courier New"/>
              </a:rPr>
              <a:t>100 'LOW-PASS WINDOWED-SINC FILTER </a:t>
            </a:r>
          </a:p>
          <a:p>
            <a:r>
              <a:rPr sz="700">
                <a:latin typeface="Courier New"/>
                <a:ea typeface="Courier New"/>
                <a:cs typeface="Courier New"/>
                <a:sym typeface="Courier New"/>
              </a:rPr>
              <a:t>110 'This program filters 5000 samples with a 101 point windowed-sinc  </a:t>
            </a:r>
          </a:p>
          <a:p>
            <a:r>
              <a:rPr sz="700">
                <a:latin typeface="Courier New"/>
                <a:ea typeface="Courier New"/>
                <a:cs typeface="Courier New"/>
                <a:sym typeface="Courier New"/>
              </a:rPr>
              <a:t>120 'filter, resulting in 4900 samples of filtered data.</a:t>
            </a:r>
          </a:p>
          <a:p>
            <a:r>
              <a:rPr sz="700">
                <a:latin typeface="Courier New"/>
                <a:ea typeface="Courier New"/>
                <a:cs typeface="Courier New"/>
                <a:sym typeface="Courier New"/>
              </a:rPr>
              <a:t>130 '</a:t>
            </a:r>
          </a:p>
          <a:p>
            <a:r>
              <a:rPr sz="700">
                <a:latin typeface="Courier New"/>
                <a:ea typeface="Courier New"/>
                <a:cs typeface="Courier New"/>
                <a:sym typeface="Courier New"/>
              </a:rPr>
              <a:t>140 '                      'INITIALIZE AND DEFINE THE ARRAYS USED</a:t>
            </a:r>
          </a:p>
          <a:p>
            <a:r>
              <a:rPr sz="700">
                <a:latin typeface="Courier New"/>
                <a:ea typeface="Courier New"/>
                <a:cs typeface="Courier New"/>
                <a:sym typeface="Courier New"/>
              </a:rPr>
              <a:t>150 DIM X[4999]            'X[ ] holds the input signal</a:t>
            </a:r>
          </a:p>
          <a:p>
            <a:r>
              <a:rPr sz="700">
                <a:latin typeface="Courier New"/>
                <a:ea typeface="Courier New"/>
                <a:cs typeface="Courier New"/>
                <a:sym typeface="Courier New"/>
              </a:rPr>
              <a:t>160 DIM Y[4999]            'Y[ ] holds the output signal</a:t>
            </a:r>
          </a:p>
          <a:p>
            <a:r>
              <a:rPr sz="700">
                <a:latin typeface="Courier New"/>
                <a:ea typeface="Courier New"/>
                <a:cs typeface="Courier New"/>
                <a:sym typeface="Courier New"/>
              </a:rPr>
              <a:t>170 DIM H[100]             'H[ ] holds the filter kernel</a:t>
            </a:r>
          </a:p>
          <a:p>
            <a:r>
              <a:rPr sz="700">
                <a:latin typeface="Courier New"/>
                <a:ea typeface="Courier New"/>
                <a:cs typeface="Courier New"/>
                <a:sym typeface="Courier New"/>
              </a:rPr>
              <a:t>180 '</a:t>
            </a:r>
          </a:p>
          <a:p>
            <a:r>
              <a:rPr sz="700">
                <a:latin typeface="Courier New"/>
                <a:ea typeface="Courier New"/>
                <a:cs typeface="Courier New"/>
                <a:sym typeface="Courier New"/>
              </a:rPr>
              <a:t>190 PI = 3.14159265</a:t>
            </a:r>
          </a:p>
          <a:p>
            <a:r>
              <a:rPr sz="700">
                <a:latin typeface="Courier New"/>
                <a:ea typeface="Courier New"/>
                <a:cs typeface="Courier New"/>
                <a:sym typeface="Courier New"/>
              </a:rPr>
              <a:t>200 FC = 0.1               'The cutoff frequency (0.1 of the sampling rate)</a:t>
            </a:r>
          </a:p>
          <a:p>
            <a:r>
              <a:rPr sz="700">
                <a:latin typeface="Courier New"/>
                <a:ea typeface="Courier New"/>
                <a:cs typeface="Courier New"/>
                <a:sym typeface="Courier New"/>
              </a:rPr>
              <a:t>210 M% = 100               'The filter kernel length </a:t>
            </a:r>
          </a:p>
          <a:p>
            <a:r>
              <a:rPr sz="700">
                <a:latin typeface="Courier New"/>
                <a:ea typeface="Courier New"/>
                <a:cs typeface="Courier New"/>
                <a:sym typeface="Courier New"/>
              </a:rPr>
              <a:t>220 '</a:t>
            </a:r>
          </a:p>
          <a:p>
            <a:r>
              <a:rPr sz="700">
                <a:latin typeface="Courier New"/>
                <a:ea typeface="Courier New"/>
                <a:cs typeface="Courier New"/>
                <a:sym typeface="Courier New"/>
              </a:rPr>
              <a:t>230 GOSUB XXXX             'Subroutine to load X[ ] with the input signal</a:t>
            </a:r>
          </a:p>
          <a:p>
            <a:r>
              <a:rPr sz="700">
                <a:latin typeface="Courier New"/>
                <a:ea typeface="Courier New"/>
                <a:cs typeface="Courier New"/>
                <a:sym typeface="Courier New"/>
              </a:rPr>
              <a:t>240 '</a:t>
            </a:r>
          </a:p>
          <a:p>
            <a:r>
              <a:rPr sz="700">
                <a:latin typeface="Courier New"/>
                <a:ea typeface="Courier New"/>
                <a:cs typeface="Courier New"/>
                <a:sym typeface="Courier New"/>
              </a:rPr>
              <a:t>250 '                      'CALCULATE THE FILTER KERNEL</a:t>
            </a:r>
          </a:p>
          <a:p>
            <a:r>
              <a:rPr sz="700">
                <a:latin typeface="Courier New"/>
                <a:ea typeface="Courier New"/>
                <a:cs typeface="Courier New"/>
                <a:sym typeface="Courier New"/>
              </a:rPr>
              <a:t>260 FOR I% = 0 TO 100</a:t>
            </a:r>
          </a:p>
          <a:p>
            <a:r>
              <a:rPr sz="700">
                <a:latin typeface="Courier New"/>
                <a:ea typeface="Courier New"/>
                <a:cs typeface="Courier New"/>
                <a:sym typeface="Courier New"/>
              </a:rPr>
              <a:t>270    IF (I%-M%/2) = 0 THEN H[I%] = 2*PI*FC</a:t>
            </a:r>
          </a:p>
          <a:p>
            <a:r>
              <a:rPr sz="700">
                <a:latin typeface="Courier New"/>
                <a:ea typeface="Courier New"/>
                <a:cs typeface="Courier New"/>
                <a:sym typeface="Courier New"/>
              </a:rPr>
              <a:t>280    IF (I%-M%/2) &lt;&gt; 0  THEN H[I%] = SIN(2*PI*FC * (I%-M%/2)) / (I%-M%/2)</a:t>
            </a:r>
          </a:p>
          <a:p>
            <a:r>
              <a:rPr sz="700">
                <a:latin typeface="Courier New"/>
                <a:ea typeface="Courier New"/>
                <a:cs typeface="Courier New"/>
                <a:sym typeface="Courier New"/>
              </a:rPr>
              <a:t>290    H[I%] = H[I%] * (0.54 - 0.46*COS(2*PI*I%/M%) )</a:t>
            </a:r>
          </a:p>
          <a:p>
            <a:r>
              <a:rPr sz="700">
                <a:latin typeface="Courier New"/>
                <a:ea typeface="Courier New"/>
                <a:cs typeface="Courier New"/>
                <a:sym typeface="Courier New"/>
              </a:rPr>
              <a:t>300 NEXT I%</a:t>
            </a:r>
          </a:p>
          <a:p>
            <a:r>
              <a:rPr sz="700">
                <a:latin typeface="Courier New"/>
                <a:ea typeface="Courier New"/>
                <a:cs typeface="Courier New"/>
                <a:sym typeface="Courier New"/>
              </a:rPr>
              <a:t>310 '               </a:t>
            </a:r>
          </a:p>
          <a:p>
            <a:r>
              <a:rPr sz="700">
                <a:latin typeface="Courier New"/>
                <a:ea typeface="Courier New"/>
                <a:cs typeface="Courier New"/>
                <a:sym typeface="Courier New"/>
              </a:rPr>
              <a:t>320                        'FILTER THE SIGNAL BY CONVOLUTION</a:t>
            </a:r>
          </a:p>
          <a:p>
            <a:r>
              <a:rPr sz="700">
                <a:latin typeface="Courier New"/>
                <a:ea typeface="Courier New"/>
                <a:cs typeface="Courier New"/>
                <a:sym typeface="Courier New"/>
              </a:rPr>
              <a:t>330 FOR J% = 100 TO 4999      </a:t>
            </a:r>
          </a:p>
          <a:p>
            <a:r>
              <a:rPr sz="700">
                <a:latin typeface="Courier New"/>
                <a:ea typeface="Courier New"/>
                <a:cs typeface="Courier New"/>
                <a:sym typeface="Courier New"/>
              </a:rPr>
              <a:t>340    Y[J%] = 0                   </a:t>
            </a:r>
          </a:p>
          <a:p>
            <a:r>
              <a:rPr sz="700">
                <a:latin typeface="Courier New"/>
                <a:ea typeface="Courier New"/>
                <a:cs typeface="Courier New"/>
                <a:sym typeface="Courier New"/>
              </a:rPr>
              <a:t>350    FOR I% = 0 TO 100</a:t>
            </a:r>
          </a:p>
          <a:p>
            <a:r>
              <a:rPr sz="700">
                <a:latin typeface="Courier New"/>
                <a:ea typeface="Courier New"/>
                <a:cs typeface="Courier New"/>
                <a:sym typeface="Courier New"/>
              </a:rPr>
              <a:t>360       Y[J%] = Y[J%] + X[J%-I%] * H[I%]</a:t>
            </a:r>
          </a:p>
          <a:p>
            <a:r>
              <a:rPr sz="700">
                <a:latin typeface="Courier New"/>
                <a:ea typeface="Courier New"/>
                <a:cs typeface="Courier New"/>
                <a:sym typeface="Courier New"/>
              </a:rPr>
              <a:t>370    NEXT I%</a:t>
            </a:r>
          </a:p>
          <a:p>
            <a:r>
              <a:rPr sz="700">
                <a:latin typeface="Courier New"/>
                <a:ea typeface="Courier New"/>
                <a:cs typeface="Courier New"/>
                <a:sym typeface="Courier New"/>
              </a:rPr>
              <a:t>380 NEXT J%</a:t>
            </a:r>
          </a:p>
          <a:p>
            <a:r>
              <a:rPr sz="700">
                <a:latin typeface="Courier New"/>
                <a:ea typeface="Courier New"/>
                <a:cs typeface="Courier New"/>
                <a:sym typeface="Courier New"/>
              </a:rPr>
              <a:t>390 '</a:t>
            </a:r>
          </a:p>
          <a:p>
            <a:r>
              <a:rPr sz="700">
                <a:latin typeface="Courier New"/>
                <a:ea typeface="Courier New"/>
                <a:cs typeface="Courier New"/>
                <a:sym typeface="Courier New"/>
              </a:rPr>
              <a:t>400 END</a:t>
            </a:r>
          </a:p>
        </p:txBody>
      </p:sp>
      <p:sp>
        <p:nvSpPr>
          <p:cNvPr id="235" name="Digital implementation of the same low-pass filter at 1 kHz, by digitizing the signal first and then applying digital filter."/>
          <p:cNvSpPr txBox="1"/>
          <p:nvPr/>
        </p:nvSpPr>
        <p:spPr>
          <a:xfrm>
            <a:off x="6178475" y="3284983"/>
            <a:ext cx="2569990" cy="7976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200"/>
            </a:lvl1pPr>
          </a:lstStyle>
          <a:p>
            <a:pPr>
              <a:defRPr sz="1800"/>
            </a:pPr>
            <a:r>
              <a:rPr sz="1200"/>
              <a:t>Digital implementation of the same low-pass filter at 1 kHz, by digitizing the signal first and then applying digital filter.</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5843C901-265C-794F-9AC8-FB6DD7DE577B}"/>
                  </a:ext>
                </a:extLst>
              </p14:cNvPr>
              <p14:cNvContentPartPr/>
              <p14:nvPr/>
            </p14:nvContentPartPr>
            <p14:xfrm>
              <a:off x="387720" y="474480"/>
              <a:ext cx="7807680" cy="6189840"/>
            </p14:xfrm>
          </p:contentPart>
        </mc:Choice>
        <mc:Fallback>
          <p:pic>
            <p:nvPicPr>
              <p:cNvPr id="2" name="Ink 1">
                <a:extLst>
                  <a:ext uri="{FF2B5EF4-FFF2-40B4-BE49-F238E27FC236}">
                    <a16:creationId xmlns:a16="http://schemas.microsoft.com/office/drawing/2014/main" id="{5843C901-265C-794F-9AC8-FB6DD7DE577B}"/>
                  </a:ext>
                </a:extLst>
              </p:cNvPr>
              <p:cNvPicPr/>
              <p:nvPr/>
            </p:nvPicPr>
            <p:blipFill>
              <a:blip r:embed="rId4"/>
              <a:stretch>
                <a:fillRect/>
              </a:stretch>
            </p:blipFill>
            <p:spPr>
              <a:xfrm>
                <a:off x="378360" y="465120"/>
                <a:ext cx="7826400" cy="6208560"/>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slow" p14:dur="1200">
        <p:fade/>
      </p:transition>
    </mc:Choice>
    <mc:Fallback xmlns:a14="http://schemas.microsoft.com/office/drawing/2010/main" xmlns:m="http://schemas.openxmlformats.org/officeDocument/2006/math"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232"/>
                                        </p:tgtEl>
                                        <p:attrNameLst>
                                          <p:attrName>style.visibility</p:attrName>
                                        </p:attrNameLst>
                                      </p:cBhvr>
                                      <p:to>
                                        <p:strVal val="visible"/>
                                      </p:to>
                                    </p:set>
                                    <p:animEffect transition="in" filter="fade">
                                      <p:cBhvr>
                                        <p:cTn id="7" dur="500"/>
                                        <p:tgtEl>
                                          <p:spTgt spid="232"/>
                                        </p:tgtEl>
                                      </p:cBhvr>
                                    </p:animEffect>
                                  </p:childTnLst>
                                </p:cTn>
                              </p:par>
                            </p:childTnLst>
                          </p:cTn>
                        </p:par>
                        <p:par>
                          <p:cTn id="8" fill="hold">
                            <p:stCondLst>
                              <p:cond delay="500"/>
                            </p:stCondLst>
                            <p:childTnLst>
                              <p:par>
                                <p:cTn id="9" presetID="10" presetClass="entr" fill="hold" grpId="2" nodeType="afterEffect">
                                  <p:stCondLst>
                                    <p:cond delay="0"/>
                                  </p:stCondLst>
                                  <p:iterate>
                                    <p:tmAbs val="0"/>
                                  </p:iterate>
                                  <p:childTnLst>
                                    <p:set>
                                      <p:cBhvr>
                                        <p:cTn id="10" fill="hold"/>
                                        <p:tgtEl>
                                          <p:spTgt spid="233"/>
                                        </p:tgtEl>
                                        <p:attrNameLst>
                                          <p:attrName>style.visibility</p:attrName>
                                        </p:attrNameLst>
                                      </p:cBhvr>
                                      <p:to>
                                        <p:strVal val="visible"/>
                                      </p:to>
                                    </p:set>
                                    <p:animEffect transition="in" filter="fade">
                                      <p:cBhvr>
                                        <p:cTn id="11" dur="500"/>
                                        <p:tgtEl>
                                          <p:spTgt spid="23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fill="hold" grpId="3" nodeType="clickEffect">
                                  <p:stCondLst>
                                    <p:cond delay="0"/>
                                  </p:stCondLst>
                                  <p:iterate>
                                    <p:tmAbs val="0"/>
                                  </p:iterate>
                                  <p:childTnLst>
                                    <p:set>
                                      <p:cBhvr>
                                        <p:cTn id="15" fill="hold"/>
                                        <p:tgtEl>
                                          <p:spTgt spid="234"/>
                                        </p:tgtEl>
                                        <p:attrNameLst>
                                          <p:attrName>style.visibility</p:attrName>
                                        </p:attrNameLst>
                                      </p:cBhvr>
                                      <p:to>
                                        <p:strVal val="visible"/>
                                      </p:to>
                                    </p:set>
                                    <p:animEffect transition="in" filter="fade">
                                      <p:cBhvr>
                                        <p:cTn id="16" dur="500"/>
                                        <p:tgtEl>
                                          <p:spTgt spid="234"/>
                                        </p:tgtEl>
                                      </p:cBhvr>
                                    </p:animEffect>
                                  </p:childTnLst>
                                </p:cTn>
                              </p:par>
                            </p:childTnLst>
                          </p:cTn>
                        </p:par>
                        <p:par>
                          <p:cTn id="17" fill="hold">
                            <p:stCondLst>
                              <p:cond delay="500"/>
                            </p:stCondLst>
                            <p:childTnLst>
                              <p:par>
                                <p:cTn id="18" presetID="10" presetClass="entr" fill="hold" grpId="4" nodeType="afterEffect">
                                  <p:stCondLst>
                                    <p:cond delay="0"/>
                                  </p:stCondLst>
                                  <p:iterate>
                                    <p:tmAbs val="0"/>
                                  </p:iterate>
                                  <p:childTnLst>
                                    <p:set>
                                      <p:cBhvr>
                                        <p:cTn id="19" fill="hold"/>
                                        <p:tgtEl>
                                          <p:spTgt spid="235"/>
                                        </p:tgtEl>
                                        <p:attrNameLst>
                                          <p:attrName>style.visibility</p:attrName>
                                        </p:attrNameLst>
                                      </p:cBhvr>
                                      <p:to>
                                        <p:strVal val="visible"/>
                                      </p:to>
                                    </p:set>
                                    <p:animEffect transition="in" filter="fade">
                                      <p:cBhvr>
                                        <p:cTn id="20" dur="500"/>
                                        <p:tgtEl>
                                          <p:spTgt spid="2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 grpId="1" animBg="1" advAuto="0"/>
      <p:bldP spid="233" grpId="2" animBg="1" advAuto="0"/>
      <p:bldP spid="234" grpId="3" animBg="1" advAuto="0"/>
      <p:bldP spid="235" grpId="4" animBg="1" advAuto="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Examples: analog vs. digital filters"/>
          <p:cNvSpPr txBox="1">
            <a:spLocks noGrp="1"/>
          </p:cNvSpPr>
          <p:nvPr>
            <p:ph type="title"/>
          </p:nvPr>
        </p:nvSpPr>
        <p:spPr>
          <a:xfrm>
            <a:off x="323527" y="457200"/>
            <a:ext cx="8496946" cy="533400"/>
          </a:xfrm>
          <a:prstGeom prst="rect">
            <a:avLst/>
          </a:prstGeom>
        </p:spPr>
        <p:txBody>
          <a:bodyPr>
            <a:normAutofit fontScale="90000"/>
          </a:bodyPr>
          <a:lstStyle>
            <a:lvl1pPr defTabSz="896111">
              <a:defRPr sz="3136"/>
            </a:lvl1pPr>
          </a:lstStyle>
          <a:p>
            <a:r>
              <a:t>Examples: analog vs. digital filters</a:t>
            </a:r>
          </a:p>
        </p:txBody>
      </p:sp>
      <p:pic>
        <p:nvPicPr>
          <p:cNvPr id="238" name="image47.png" descr="image47.png"/>
          <p:cNvPicPr>
            <a:picLocks noChangeAspect="1"/>
          </p:cNvPicPr>
          <p:nvPr/>
        </p:nvPicPr>
        <p:blipFill>
          <a:blip r:embed="rId2"/>
          <a:stretch>
            <a:fillRect/>
          </a:stretch>
        </p:blipFill>
        <p:spPr>
          <a:xfrm>
            <a:off x="683568" y="1340767"/>
            <a:ext cx="5715001" cy="2286001"/>
          </a:xfrm>
          <a:prstGeom prst="rect">
            <a:avLst/>
          </a:prstGeom>
          <a:ln w="12700">
            <a:miter lim="400000"/>
          </a:ln>
        </p:spPr>
      </p:pic>
      <p:grpSp>
        <p:nvGrpSpPr>
          <p:cNvPr id="241" name="Group"/>
          <p:cNvGrpSpPr/>
          <p:nvPr/>
        </p:nvGrpSpPr>
        <p:grpSpPr>
          <a:xfrm>
            <a:off x="4759294" y="2204864"/>
            <a:ext cx="3679435" cy="1026369"/>
            <a:chOff x="0" y="0"/>
            <a:chExt cx="3679433" cy="1026367"/>
          </a:xfrm>
        </p:grpSpPr>
        <p:sp>
          <p:nvSpPr>
            <p:cNvPr id="239" name="Shape"/>
            <p:cNvSpPr/>
            <p:nvPr/>
          </p:nvSpPr>
          <p:spPr>
            <a:xfrm>
              <a:off x="0" y="0"/>
              <a:ext cx="3679434" cy="1026368"/>
            </a:xfrm>
            <a:custGeom>
              <a:avLst/>
              <a:gdLst/>
              <a:ahLst/>
              <a:cxnLst>
                <a:cxn ang="0">
                  <a:pos x="wd2" y="hd2"/>
                </a:cxn>
                <a:cxn ang="5400000">
                  <a:pos x="wd2" y="hd2"/>
                </a:cxn>
                <a:cxn ang="10800000">
                  <a:pos x="wd2" y="hd2"/>
                </a:cxn>
                <a:cxn ang="16200000">
                  <a:pos x="wd2" y="hd2"/>
                </a:cxn>
              </a:cxnLst>
              <a:rect l="0" t="0" r="r" b="b"/>
              <a:pathLst>
                <a:path w="21600" h="21600" extrusionOk="0">
                  <a:moveTo>
                    <a:pt x="12850" y="3600"/>
                  </a:moveTo>
                  <a:cubicBezTo>
                    <a:pt x="12850" y="1612"/>
                    <a:pt x="13300" y="0"/>
                    <a:pt x="13855" y="0"/>
                  </a:cubicBezTo>
                  <a:lnTo>
                    <a:pt x="14309" y="0"/>
                  </a:lnTo>
                  <a:lnTo>
                    <a:pt x="20596" y="0"/>
                  </a:lnTo>
                  <a:cubicBezTo>
                    <a:pt x="21150" y="0"/>
                    <a:pt x="21600" y="1612"/>
                    <a:pt x="21600" y="3600"/>
                  </a:cubicBezTo>
                  <a:lnTo>
                    <a:pt x="21600" y="3600"/>
                  </a:lnTo>
                  <a:lnTo>
                    <a:pt x="21600" y="18000"/>
                  </a:lnTo>
                  <a:cubicBezTo>
                    <a:pt x="21600" y="19988"/>
                    <a:pt x="21150" y="21600"/>
                    <a:pt x="20596" y="21600"/>
                  </a:cubicBezTo>
                  <a:lnTo>
                    <a:pt x="13855" y="21600"/>
                  </a:lnTo>
                  <a:cubicBezTo>
                    <a:pt x="13300" y="21600"/>
                    <a:pt x="12850" y="19988"/>
                    <a:pt x="12850" y="18000"/>
                  </a:cubicBezTo>
                  <a:lnTo>
                    <a:pt x="12850" y="9000"/>
                  </a:lnTo>
                  <a:lnTo>
                    <a:pt x="0" y="5949"/>
                  </a:lnTo>
                  <a:lnTo>
                    <a:pt x="12850" y="3600"/>
                  </a:lnTo>
                  <a:close/>
                </a:path>
              </a:pathLst>
            </a:custGeom>
            <a:noFill/>
            <a:ln w="25400" cap="flat">
              <a:solidFill>
                <a:srgbClr val="FF0000"/>
              </a:solidFill>
              <a:prstDash val="solid"/>
              <a:round/>
            </a:ln>
            <a:effectLst/>
          </p:spPr>
          <p:txBody>
            <a:bodyPr wrap="square" lIns="45719" tIns="45719" rIns="45719" bIns="45719" numCol="1" anchor="t">
              <a:noAutofit/>
            </a:bodyPr>
            <a:lstStyle/>
            <a:p>
              <a:endParaRPr/>
            </a:p>
          </p:txBody>
        </p:sp>
        <p:sp>
          <p:nvSpPr>
            <p:cNvPr id="240" name="Better frequency response"/>
            <p:cNvSpPr txBox="1"/>
            <p:nvPr/>
          </p:nvSpPr>
          <p:spPr>
            <a:xfrm>
              <a:off x="2239073" y="50102"/>
              <a:ext cx="1390259" cy="88406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r>
                <a:t>Better frequency response</a:t>
              </a:r>
            </a:p>
          </p:txBody>
        </p:sp>
      </p:grpSp>
      <p:pic>
        <p:nvPicPr>
          <p:cNvPr id="242" name="image48.png" descr="image48.png"/>
          <p:cNvPicPr>
            <a:picLocks noChangeAspect="1"/>
          </p:cNvPicPr>
          <p:nvPr/>
        </p:nvPicPr>
        <p:blipFill>
          <a:blip r:embed="rId3"/>
          <a:stretch>
            <a:fillRect/>
          </a:stretch>
        </p:blipFill>
        <p:spPr>
          <a:xfrm>
            <a:off x="683568" y="3782516"/>
            <a:ext cx="5715001" cy="2286001"/>
          </a:xfrm>
          <a:prstGeom prst="rect">
            <a:avLst/>
          </a:prstGeom>
          <a:ln w="12700">
            <a:miter lim="400000"/>
          </a:ln>
        </p:spPr>
      </p:pic>
      <p:grpSp>
        <p:nvGrpSpPr>
          <p:cNvPr id="245" name="Group"/>
          <p:cNvGrpSpPr/>
          <p:nvPr/>
        </p:nvGrpSpPr>
        <p:grpSpPr>
          <a:xfrm>
            <a:off x="4937363" y="4354016"/>
            <a:ext cx="3854001" cy="1143001"/>
            <a:chOff x="0" y="0"/>
            <a:chExt cx="3854000" cy="1143000"/>
          </a:xfrm>
        </p:grpSpPr>
        <p:sp>
          <p:nvSpPr>
            <p:cNvPr id="243" name="Shape"/>
            <p:cNvSpPr/>
            <p:nvPr/>
          </p:nvSpPr>
          <p:spPr>
            <a:xfrm>
              <a:off x="0" y="0"/>
              <a:ext cx="3854001" cy="1143000"/>
            </a:xfrm>
            <a:custGeom>
              <a:avLst/>
              <a:gdLst/>
              <a:ahLst/>
              <a:cxnLst>
                <a:cxn ang="0">
                  <a:pos x="wd2" y="hd2"/>
                </a:cxn>
                <a:cxn ang="5400000">
                  <a:pos x="wd2" y="hd2"/>
                </a:cxn>
                <a:cxn ang="10800000">
                  <a:pos x="wd2" y="hd2"/>
                </a:cxn>
                <a:cxn ang="16200000">
                  <a:pos x="wd2" y="hd2"/>
                </a:cxn>
              </a:cxnLst>
              <a:rect l="0" t="0" r="r" b="b"/>
              <a:pathLst>
                <a:path w="21600" h="21600" extrusionOk="0">
                  <a:moveTo>
                    <a:pt x="9294" y="3600"/>
                  </a:moveTo>
                  <a:cubicBezTo>
                    <a:pt x="9294" y="1612"/>
                    <a:pt x="9772" y="0"/>
                    <a:pt x="10362" y="0"/>
                  </a:cubicBezTo>
                  <a:lnTo>
                    <a:pt x="11345" y="0"/>
                  </a:lnTo>
                  <a:lnTo>
                    <a:pt x="20532" y="0"/>
                  </a:lnTo>
                  <a:cubicBezTo>
                    <a:pt x="21122" y="0"/>
                    <a:pt x="21600" y="1612"/>
                    <a:pt x="21600" y="3600"/>
                  </a:cubicBezTo>
                  <a:lnTo>
                    <a:pt x="21600" y="18000"/>
                  </a:lnTo>
                  <a:cubicBezTo>
                    <a:pt x="21600" y="19988"/>
                    <a:pt x="21122" y="21600"/>
                    <a:pt x="20532" y="21600"/>
                  </a:cubicBezTo>
                  <a:lnTo>
                    <a:pt x="10362" y="21600"/>
                  </a:lnTo>
                  <a:cubicBezTo>
                    <a:pt x="9772" y="21600"/>
                    <a:pt x="9294" y="19988"/>
                    <a:pt x="9294" y="18000"/>
                  </a:cubicBezTo>
                  <a:lnTo>
                    <a:pt x="9294" y="18000"/>
                  </a:lnTo>
                  <a:lnTo>
                    <a:pt x="0" y="16860"/>
                  </a:lnTo>
                  <a:lnTo>
                    <a:pt x="9294" y="12600"/>
                  </a:lnTo>
                  <a:close/>
                </a:path>
              </a:pathLst>
            </a:custGeom>
            <a:noFill/>
            <a:ln w="25400" cap="flat">
              <a:solidFill>
                <a:srgbClr val="FF0000"/>
              </a:solidFill>
              <a:prstDash val="solid"/>
              <a:round/>
            </a:ln>
            <a:effectLst/>
          </p:spPr>
          <p:txBody>
            <a:bodyPr wrap="square" lIns="45719" tIns="45719" rIns="45719" bIns="45719" numCol="1" anchor="t">
              <a:noAutofit/>
            </a:bodyPr>
            <a:lstStyle/>
            <a:p>
              <a:endParaRPr/>
            </a:p>
          </p:txBody>
        </p:sp>
        <p:sp>
          <p:nvSpPr>
            <p:cNvPr id="244" name="Better in both roll-off and stopband attenuation"/>
            <p:cNvSpPr txBox="1"/>
            <p:nvPr/>
          </p:nvSpPr>
          <p:spPr>
            <a:xfrm>
              <a:off x="1714061" y="55796"/>
              <a:ext cx="2084143" cy="88406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r>
                <a:t>Better in both roll-off and stopband attenuation</a:t>
              </a:r>
            </a:p>
          </p:txBody>
        </p:sp>
      </p:grpSp>
    </p:spTree>
  </p:cSld>
  <p:clrMapOvr>
    <a:masterClrMapping/>
  </p:clrMapOvr>
  <mc:AlternateContent xmlns:mc="http://schemas.openxmlformats.org/markup-compatibility/2006" xmlns:p14="http://schemas.microsoft.com/office/powerpoint/2010/main">
    <mc:Choice Requires="p14">
      <p:transition spd="slow" p14:dur="1200">
        <p:fade/>
      </p:transition>
    </mc:Choice>
    <mc:Fallback xmlns:a14="http://schemas.microsoft.com/office/drawing/2010/main" xmlns:m="http://schemas.openxmlformats.org/officeDocument/2006/math"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238"/>
                                        </p:tgtEl>
                                        <p:attrNameLst>
                                          <p:attrName>style.visibility</p:attrName>
                                        </p:attrNameLst>
                                      </p:cBhvr>
                                      <p:to>
                                        <p:strVal val="visible"/>
                                      </p:to>
                                    </p:set>
                                    <p:animEffect transition="in" filter="fade">
                                      <p:cBhvr>
                                        <p:cTn id="7" dur="500"/>
                                        <p:tgtEl>
                                          <p:spTgt spid="23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grpId="2" nodeType="clickEffect">
                                  <p:stCondLst>
                                    <p:cond delay="0"/>
                                  </p:stCondLst>
                                  <p:iterate>
                                    <p:tmAbs val="0"/>
                                  </p:iterate>
                                  <p:childTnLst>
                                    <p:set>
                                      <p:cBhvr>
                                        <p:cTn id="11" fill="hold"/>
                                        <p:tgtEl>
                                          <p:spTgt spid="241"/>
                                        </p:tgtEl>
                                        <p:attrNameLst>
                                          <p:attrName>style.visibility</p:attrName>
                                        </p:attrNameLst>
                                      </p:cBhvr>
                                      <p:to>
                                        <p:strVal val="visible"/>
                                      </p:to>
                                    </p:set>
                                    <p:animEffect transition="in" filter="fade">
                                      <p:cBhvr>
                                        <p:cTn id="12" dur="500"/>
                                        <p:tgtEl>
                                          <p:spTgt spid="24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grpId="3" nodeType="clickEffect">
                                  <p:stCondLst>
                                    <p:cond delay="0"/>
                                  </p:stCondLst>
                                  <p:iterate>
                                    <p:tmAbs val="0"/>
                                  </p:iterate>
                                  <p:childTnLst>
                                    <p:set>
                                      <p:cBhvr>
                                        <p:cTn id="16" fill="hold"/>
                                        <p:tgtEl>
                                          <p:spTgt spid="242"/>
                                        </p:tgtEl>
                                        <p:attrNameLst>
                                          <p:attrName>style.visibility</p:attrName>
                                        </p:attrNameLst>
                                      </p:cBhvr>
                                      <p:to>
                                        <p:strVal val="visible"/>
                                      </p:to>
                                    </p:set>
                                    <p:animEffect transition="in" filter="fade">
                                      <p:cBhvr>
                                        <p:cTn id="17" dur="500"/>
                                        <p:tgtEl>
                                          <p:spTgt spid="24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fill="hold" grpId="4" nodeType="clickEffect">
                                  <p:stCondLst>
                                    <p:cond delay="0"/>
                                  </p:stCondLst>
                                  <p:iterate>
                                    <p:tmAbs val="0"/>
                                  </p:iterate>
                                  <p:childTnLst>
                                    <p:set>
                                      <p:cBhvr>
                                        <p:cTn id="21" fill="hold"/>
                                        <p:tgtEl>
                                          <p:spTgt spid="245"/>
                                        </p:tgtEl>
                                        <p:attrNameLst>
                                          <p:attrName>style.visibility</p:attrName>
                                        </p:attrNameLst>
                                      </p:cBhvr>
                                      <p:to>
                                        <p:strVal val="visible"/>
                                      </p:to>
                                    </p:set>
                                    <p:animEffect transition="in" filter="fade">
                                      <p:cBhvr>
                                        <p:cTn id="22" dur="500"/>
                                        <p:tgtEl>
                                          <p:spTgt spid="2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 grpId="1" animBg="1" advAuto="0"/>
      <p:bldP spid="241" grpId="2" animBg="1" advAuto="0"/>
      <p:bldP spid="242" grpId="3" animBg="1" advAuto="0"/>
      <p:bldP spid="245" grpId="4" animBg="1" advAuto="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Signals &amp; Systems"/>
          <p:cNvSpPr txBox="1">
            <a:spLocks noGrp="1"/>
          </p:cNvSpPr>
          <p:nvPr>
            <p:ph type="title"/>
          </p:nvPr>
        </p:nvSpPr>
        <p:spPr>
          <a:xfrm>
            <a:off x="323527" y="457200"/>
            <a:ext cx="8496946" cy="533400"/>
          </a:xfrm>
          <a:prstGeom prst="rect">
            <a:avLst/>
          </a:prstGeom>
        </p:spPr>
        <p:txBody>
          <a:bodyPr>
            <a:normAutofit fontScale="90000"/>
          </a:bodyPr>
          <a:lstStyle>
            <a:lvl1pPr defTabSz="896111">
              <a:defRPr sz="3136"/>
            </a:lvl1pPr>
          </a:lstStyle>
          <a:p>
            <a:r>
              <a:t>Signals &amp; Systems</a:t>
            </a:r>
          </a:p>
        </p:txBody>
      </p:sp>
      <p:sp>
        <p:nvSpPr>
          <p:cNvPr id="248" name="It’s called “signals and systems” to reflect the fact that most “systems” are driven by “signals” [Fowler, 2007]…"/>
          <p:cNvSpPr txBox="1">
            <a:spLocks noGrp="1"/>
          </p:cNvSpPr>
          <p:nvPr>
            <p:ph type="body" idx="1"/>
          </p:nvPr>
        </p:nvSpPr>
        <p:spPr>
          <a:xfrm>
            <a:off x="323527" y="1124744"/>
            <a:ext cx="8496946" cy="5472608"/>
          </a:xfrm>
          <a:prstGeom prst="rect">
            <a:avLst/>
          </a:prstGeom>
        </p:spPr>
        <p:txBody>
          <a:bodyPr>
            <a:normAutofit/>
          </a:bodyPr>
          <a:lstStyle/>
          <a:p>
            <a:pPr marL="347014" indent="-347014" defTabSz="841247">
              <a:spcBef>
                <a:spcPts val="400"/>
              </a:spcBef>
              <a:defRPr sz="2024"/>
            </a:pPr>
            <a:r>
              <a:t>It’s called “signals and systems” to reflect the fact that most “systems” are driven by “signals” [Fowler, 2007]</a:t>
            </a:r>
          </a:p>
          <a:p>
            <a:pPr marL="347014" indent="-347014" defTabSz="841247">
              <a:spcBef>
                <a:spcPts val="400"/>
              </a:spcBef>
              <a:defRPr sz="2024"/>
            </a:pPr>
            <a:r>
              <a:t>Signals:</a:t>
            </a:r>
          </a:p>
          <a:p>
            <a:pPr marL="709802" lvl="1" indent="-289179" defTabSz="841247">
              <a:spcBef>
                <a:spcPts val="400"/>
              </a:spcBef>
              <a:buClr>
                <a:schemeClr val="accent2"/>
              </a:buClr>
              <a:defRPr sz="2024"/>
            </a:pPr>
            <a:r>
              <a:rPr i="1">
                <a:solidFill>
                  <a:srgbClr val="FF0000"/>
                </a:solidFill>
                <a:uFill>
                  <a:solidFill>
                    <a:srgbClr val="FF0000"/>
                  </a:solidFill>
                </a:uFill>
              </a:rPr>
              <a:t>phenomena</a:t>
            </a:r>
            <a:r>
              <a:t>, arising in some environment, that may be described quantitatively [Kwakernaak and Sivan, 1991]</a:t>
            </a:r>
          </a:p>
          <a:p>
            <a:pPr marL="709802" lvl="1" indent="-289179" defTabSz="841247">
              <a:spcBef>
                <a:spcPts val="400"/>
              </a:spcBef>
              <a:buClr>
                <a:schemeClr val="accent2"/>
              </a:buClr>
              <a:defRPr sz="2024"/>
            </a:pPr>
            <a:r>
              <a:t>time-varying quantities that generally carry some </a:t>
            </a:r>
            <a:r>
              <a:rPr i="1">
                <a:solidFill>
                  <a:srgbClr val="FF0000"/>
                </a:solidFill>
                <a:uFill>
                  <a:solidFill>
                    <a:srgbClr val="FF0000"/>
                  </a:solidFill>
                </a:uFill>
              </a:rPr>
              <a:t>information</a:t>
            </a:r>
            <a:r>
              <a:rPr i="1"/>
              <a:t> </a:t>
            </a:r>
            <a:r>
              <a:t>[Fowler, 2007]</a:t>
            </a:r>
          </a:p>
          <a:p>
            <a:pPr marL="709802" lvl="1" indent="-289179" defTabSz="841247">
              <a:spcBef>
                <a:spcPts val="400"/>
              </a:spcBef>
              <a:buClr>
                <a:schemeClr val="accent2"/>
              </a:buClr>
              <a:defRPr sz="2024"/>
            </a:pPr>
            <a:r>
              <a:rPr i="1">
                <a:solidFill>
                  <a:srgbClr val="FF0000"/>
                </a:solidFill>
                <a:uFill>
                  <a:solidFill>
                    <a:srgbClr val="FF0000"/>
                  </a:solidFill>
                </a:uFill>
              </a:rPr>
              <a:t>patterns</a:t>
            </a:r>
            <a:r>
              <a:rPr i="1"/>
              <a:t> </a:t>
            </a:r>
            <a:r>
              <a:t>of variation of some form [Brown, 2008]</a:t>
            </a:r>
          </a:p>
          <a:p>
            <a:pPr marL="709802" lvl="1" indent="-289179" defTabSz="841247">
              <a:spcBef>
                <a:spcPts val="400"/>
              </a:spcBef>
              <a:buClr>
                <a:schemeClr val="accent2"/>
              </a:buClr>
              <a:defRPr sz="2024"/>
            </a:pPr>
            <a:r>
              <a:rPr i="1">
                <a:solidFill>
                  <a:srgbClr val="FF0000"/>
                </a:solidFill>
                <a:uFill>
                  <a:solidFill>
                    <a:srgbClr val="FF0000"/>
                  </a:solidFill>
                </a:uFill>
              </a:rPr>
              <a:t>functions</a:t>
            </a:r>
            <a:r>
              <a:rPr i="1"/>
              <a:t> </a:t>
            </a:r>
            <a:r>
              <a:t>of independent variables that carry information [Willsky, 2003]</a:t>
            </a:r>
          </a:p>
          <a:p>
            <a:pPr marL="709802" lvl="1" indent="-289179" defTabSz="841247">
              <a:spcBef>
                <a:spcPts val="400"/>
              </a:spcBef>
              <a:buClr>
                <a:schemeClr val="accent2"/>
              </a:buClr>
              <a:defRPr sz="2024"/>
            </a:pPr>
            <a:r>
              <a:t>Examples: electrical signals, acoustic signals, mechanical signals, video signals</a:t>
            </a:r>
          </a:p>
          <a:p>
            <a:pPr marL="347014" indent="-347014" defTabSz="841247">
              <a:spcBef>
                <a:spcPts val="400"/>
              </a:spcBef>
              <a:defRPr sz="2024"/>
            </a:pPr>
            <a:r>
              <a:t>Systems:</a:t>
            </a:r>
          </a:p>
          <a:p>
            <a:pPr marL="709802" lvl="1" indent="-289179" defTabSz="841247">
              <a:spcBef>
                <a:spcPts val="400"/>
              </a:spcBef>
              <a:buClr>
                <a:schemeClr val="accent2"/>
              </a:buClr>
              <a:defRPr sz="2024"/>
            </a:pPr>
            <a:r>
              <a:t>extract, modify, transform, or manipulate information [Fowler, 2007]</a:t>
            </a:r>
          </a:p>
          <a:p>
            <a:pPr marL="709802" lvl="1" indent="-289179" defTabSz="841247">
              <a:spcBef>
                <a:spcPts val="400"/>
              </a:spcBef>
              <a:buClr>
                <a:schemeClr val="accent2"/>
              </a:buClr>
              <a:defRPr sz="2024"/>
            </a:pPr>
            <a:r>
              <a:rPr i="1">
                <a:solidFill>
                  <a:srgbClr val="FF0000"/>
                </a:solidFill>
                <a:uFill>
                  <a:solidFill>
                    <a:srgbClr val="FF0000"/>
                  </a:solidFill>
                </a:uFill>
              </a:rPr>
              <a:t>process</a:t>
            </a:r>
            <a:r>
              <a:rPr i="1"/>
              <a:t> </a:t>
            </a:r>
            <a:r>
              <a:t>input signals and produce output signals [Brown, 2008]</a:t>
            </a:r>
          </a:p>
          <a:p>
            <a:pPr marL="709802" lvl="1" indent="-289179" defTabSz="841247">
              <a:spcBef>
                <a:spcPts val="400"/>
              </a:spcBef>
              <a:buClr>
                <a:schemeClr val="accent2"/>
              </a:buClr>
              <a:defRPr sz="2024"/>
            </a:pPr>
            <a:r>
              <a:t>Examples: electrical (RLC) circuit, CD player, a communication system, edge detection algorithm, etc</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Specific uses of signals &amp; systems"/>
          <p:cNvSpPr txBox="1">
            <a:spLocks noGrp="1"/>
          </p:cNvSpPr>
          <p:nvPr>
            <p:ph type="title"/>
          </p:nvPr>
        </p:nvSpPr>
        <p:spPr>
          <a:xfrm>
            <a:off x="323527" y="457200"/>
            <a:ext cx="8496946" cy="533400"/>
          </a:xfrm>
          <a:prstGeom prst="rect">
            <a:avLst/>
          </a:prstGeom>
        </p:spPr>
        <p:txBody>
          <a:bodyPr>
            <a:normAutofit fontScale="90000"/>
          </a:bodyPr>
          <a:lstStyle>
            <a:lvl1pPr defTabSz="896111">
              <a:defRPr sz="3136"/>
            </a:lvl1pPr>
          </a:lstStyle>
          <a:p>
            <a:r>
              <a:t>Specific uses of signals &amp; systems</a:t>
            </a:r>
          </a:p>
        </p:txBody>
      </p:sp>
      <p:sp>
        <p:nvSpPr>
          <p:cNvPr id="251" name="Telecommunications – answering machines, modems, fax, cell phones…"/>
          <p:cNvSpPr txBox="1">
            <a:spLocks noGrp="1"/>
          </p:cNvSpPr>
          <p:nvPr>
            <p:ph type="body" idx="1"/>
          </p:nvPr>
        </p:nvSpPr>
        <p:spPr>
          <a:xfrm>
            <a:off x="323527" y="1124744"/>
            <a:ext cx="8496946" cy="5472608"/>
          </a:xfrm>
          <a:prstGeom prst="rect">
            <a:avLst/>
          </a:prstGeom>
        </p:spPr>
        <p:txBody>
          <a:bodyPr>
            <a:normAutofit/>
          </a:bodyPr>
          <a:lstStyle/>
          <a:p>
            <a:r>
              <a:rPr b="1"/>
              <a:t>Telecommunications </a:t>
            </a:r>
            <a:r>
              <a:t>– answering machines, modems, fax, cell phones</a:t>
            </a:r>
          </a:p>
          <a:p>
            <a:r>
              <a:rPr b="1"/>
              <a:t>Speech and audio </a:t>
            </a:r>
            <a:r>
              <a:t>– voice mail, synthetic speech, audio compression</a:t>
            </a:r>
          </a:p>
          <a:p>
            <a:r>
              <a:rPr b="1"/>
              <a:t>Medical </a:t>
            </a:r>
            <a:r>
              <a:t>– MRI, ultrasound, remote monitoring, hearing aids</a:t>
            </a:r>
          </a:p>
          <a:p>
            <a:r>
              <a:rPr b="1"/>
              <a:t>Image processing </a:t>
            </a:r>
            <a:r>
              <a:t>– image/video compression, image enhancement, super-resolution, HDTV, animation</a:t>
            </a:r>
          </a:p>
          <a:p>
            <a:r>
              <a:rPr b="1"/>
              <a:t>Control systems </a:t>
            </a:r>
            <a:r>
              <a:t>– robots, motor control, laser control (e.g., printers, CD/DVD drives</a:t>
            </a:r>
          </a:p>
          <a:p>
            <a:r>
              <a:rPr b="1"/>
              <a:t>Military &amp; aerospace </a:t>
            </a:r>
            <a:r>
              <a:t>– radar, sonar, navigation systems, GPS, missile guidance, sensors, etc</a:t>
            </a:r>
          </a:p>
        </p:txBody>
      </p:sp>
      <p:sp>
        <p:nvSpPr>
          <p:cNvPr id="252" name="From Electrical Engineering Uncovered, 2nd Ed. by White &amp; Doering"/>
          <p:cNvSpPr txBox="1"/>
          <p:nvPr/>
        </p:nvSpPr>
        <p:spPr>
          <a:xfrm>
            <a:off x="1547663" y="6021287"/>
            <a:ext cx="7452322" cy="2888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r>
              <a:rPr sz="1400"/>
              <a:t>From </a:t>
            </a:r>
            <a:r>
              <a:rPr sz="1400" i="1"/>
              <a:t>Electrical Engineering Uncovered</a:t>
            </a:r>
            <a:r>
              <a:rPr sz="1400"/>
              <a:t>, 2nd Ed. by White &amp; Doering</a:t>
            </a: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The independent variables (IV)"/>
          <p:cNvSpPr txBox="1">
            <a:spLocks noGrp="1"/>
          </p:cNvSpPr>
          <p:nvPr>
            <p:ph type="title"/>
          </p:nvPr>
        </p:nvSpPr>
        <p:spPr>
          <a:xfrm>
            <a:off x="323527" y="457200"/>
            <a:ext cx="8496946" cy="533400"/>
          </a:xfrm>
          <a:prstGeom prst="rect">
            <a:avLst/>
          </a:prstGeom>
        </p:spPr>
        <p:txBody>
          <a:bodyPr>
            <a:normAutofit fontScale="90000"/>
          </a:bodyPr>
          <a:lstStyle>
            <a:lvl1pPr defTabSz="896111">
              <a:defRPr sz="3136"/>
            </a:lvl1pPr>
          </a:lstStyle>
          <a:p>
            <a:r>
              <a:t>The independent variables (IV)</a:t>
            </a:r>
          </a:p>
        </p:txBody>
      </p:sp>
      <p:sp>
        <p:nvSpPr>
          <p:cNvPr id="255" name="Can be continuous…"/>
          <p:cNvSpPr txBox="1">
            <a:spLocks noGrp="1"/>
          </p:cNvSpPr>
          <p:nvPr>
            <p:ph type="body" idx="1"/>
          </p:nvPr>
        </p:nvSpPr>
        <p:spPr>
          <a:xfrm>
            <a:off x="323527" y="980727"/>
            <a:ext cx="8496946" cy="5616626"/>
          </a:xfrm>
          <a:prstGeom prst="rect">
            <a:avLst/>
          </a:prstGeom>
        </p:spPr>
        <p:txBody>
          <a:bodyPr>
            <a:normAutofit/>
          </a:bodyPr>
          <a:lstStyle/>
          <a:p>
            <a:pPr marL="308610" indent="-308610">
              <a:spcBef>
                <a:spcPts val="400"/>
              </a:spcBef>
            </a:pPr>
            <a:r>
              <a:rPr sz="1800"/>
              <a:t>Can be continuous</a:t>
            </a:r>
          </a:p>
          <a:p>
            <a:pPr marL="308610" indent="-308610">
              <a:spcBef>
                <a:spcPts val="400"/>
              </a:spcBef>
            </a:pPr>
            <a:r>
              <a:rPr sz="1800"/>
              <a:t>Can be discrete</a:t>
            </a:r>
          </a:p>
          <a:p>
            <a:pPr marL="308610" indent="-308610">
              <a:spcBef>
                <a:spcPts val="400"/>
              </a:spcBef>
            </a:pPr>
            <a:r>
              <a:rPr sz="1800"/>
              <a:t>Can be 1-D, 2-D, …, N-D</a:t>
            </a:r>
          </a:p>
          <a:p>
            <a:pPr marL="308610" indent="-308610">
              <a:spcBef>
                <a:spcPts val="400"/>
              </a:spcBef>
            </a:pPr>
            <a:r>
              <a:rPr sz="1800"/>
              <a:t>On a single (1-D) independent variable, we usually deal with “time” as IV</a:t>
            </a:r>
          </a:p>
          <a:p>
            <a:pPr marL="0" indent="0">
              <a:spcBef>
                <a:spcPts val="400"/>
              </a:spcBef>
              <a:buSzTx/>
              <a:buFont typeface="Wingdings"/>
              <a:buNone/>
            </a:pPr>
            <a:r>
              <a:rPr sz="1800"/>
              <a:t>Continuous-Time (CT) signals: </a:t>
            </a:r>
            <a:r>
              <a:rPr sz="1800" i="1"/>
              <a:t>x(t), t </a:t>
            </a:r>
            <a:r>
              <a:rPr sz="1800"/>
              <a:t>– continuous values.</a:t>
            </a:r>
          </a:p>
          <a:p>
            <a:pPr marL="0" indent="0">
              <a:spcBef>
                <a:spcPts val="400"/>
              </a:spcBef>
              <a:buSzTx/>
              <a:buFont typeface="Wingdings"/>
              <a:buNone/>
            </a:pPr>
            <a:r>
              <a:rPr sz="1800"/>
              <a:t>Most of the signals in the physical world are CT signals: voltage &amp; current, pressure, temperature, velocity, etc</a:t>
            </a:r>
          </a:p>
          <a:p>
            <a:pPr marL="0" indent="0">
              <a:buSzTx/>
              <a:buFont typeface="Wingdings"/>
              <a:buNone/>
            </a:pPr>
            <a:endParaRPr sz="1800"/>
          </a:p>
          <a:p>
            <a:pPr marL="0" indent="0">
              <a:spcBef>
                <a:spcPts val="400"/>
              </a:spcBef>
              <a:buSzTx/>
              <a:buFont typeface="Wingdings"/>
              <a:buNone/>
            </a:pPr>
            <a:r>
              <a:rPr sz="1800"/>
              <a:t>Discrete-Time (DT) signals: x[n], n – integer values only, time varies discretely. DT signals are used to ease its processes by digital computers and DSPs.</a:t>
            </a:r>
          </a:p>
        </p:txBody>
      </p:sp>
      <p:pic>
        <p:nvPicPr>
          <p:cNvPr id="256" name="image16.jpg" descr="image16.jpg"/>
          <p:cNvPicPr>
            <a:picLocks noChangeAspect="1"/>
          </p:cNvPicPr>
          <p:nvPr/>
        </p:nvPicPr>
        <p:blipFill>
          <a:blip r:embed="rId2"/>
          <a:stretch>
            <a:fillRect/>
          </a:stretch>
        </p:blipFill>
        <p:spPr>
          <a:xfrm>
            <a:off x="323527" y="4893198"/>
            <a:ext cx="2520282" cy="1152072"/>
          </a:xfrm>
          <a:prstGeom prst="rect">
            <a:avLst/>
          </a:prstGeom>
          <a:ln w="12700">
            <a:miter lim="400000"/>
          </a:ln>
        </p:spPr>
      </p:pic>
      <p:pic>
        <p:nvPicPr>
          <p:cNvPr id="257" name="image17.jpg" descr="image17.jpg"/>
          <p:cNvPicPr>
            <a:picLocks noChangeAspect="1"/>
          </p:cNvPicPr>
          <p:nvPr/>
        </p:nvPicPr>
        <p:blipFill>
          <a:blip r:embed="rId3"/>
          <a:stretch>
            <a:fillRect/>
          </a:stretch>
        </p:blipFill>
        <p:spPr>
          <a:xfrm>
            <a:off x="5963380" y="4725144"/>
            <a:ext cx="3024337" cy="1306475"/>
          </a:xfrm>
          <a:prstGeom prst="rect">
            <a:avLst/>
          </a:prstGeom>
          <a:ln w="12700">
            <a:miter lim="400000"/>
          </a:ln>
        </p:spPr>
      </p:pic>
      <p:pic>
        <p:nvPicPr>
          <p:cNvPr id="258" name="image18.jpg" descr="image18.jpg"/>
          <p:cNvPicPr>
            <a:picLocks noChangeAspect="1"/>
          </p:cNvPicPr>
          <p:nvPr/>
        </p:nvPicPr>
        <p:blipFill>
          <a:blip r:embed="rId4"/>
          <a:stretch>
            <a:fillRect/>
          </a:stretch>
        </p:blipFill>
        <p:spPr>
          <a:xfrm>
            <a:off x="3008184" y="4763530"/>
            <a:ext cx="2955196" cy="1268089"/>
          </a:xfrm>
          <a:prstGeom prst="rect">
            <a:avLst/>
          </a:prstGeom>
          <a:ln w="12700">
            <a:miter lim="400000"/>
          </a:ln>
        </p:spPr>
      </p:pic>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Continuous- vs. Discrete-Time Systems"/>
          <p:cNvSpPr txBox="1">
            <a:spLocks noGrp="1"/>
          </p:cNvSpPr>
          <p:nvPr>
            <p:ph type="title"/>
          </p:nvPr>
        </p:nvSpPr>
        <p:spPr>
          <a:xfrm>
            <a:off x="457200" y="274638"/>
            <a:ext cx="8229600" cy="1143001"/>
          </a:xfrm>
          <a:prstGeom prst="rect">
            <a:avLst/>
          </a:prstGeom>
        </p:spPr>
        <p:txBody>
          <a:bodyPr>
            <a:normAutofit/>
          </a:bodyPr>
          <a:lstStyle/>
          <a:p>
            <a:r>
              <a:t>Continuous- vs. Discrete-Time Systems</a:t>
            </a:r>
          </a:p>
        </p:txBody>
      </p:sp>
      <p:sp>
        <p:nvSpPr>
          <p:cNvPr id="261" name="Continuous-Time Systems"/>
          <p:cNvSpPr txBox="1">
            <a:spLocks noGrp="1"/>
          </p:cNvSpPr>
          <p:nvPr>
            <p:ph type="body" sz="quarter" idx="1"/>
          </p:nvPr>
        </p:nvSpPr>
        <p:spPr>
          <a:xfrm>
            <a:off x="457200" y="1535112"/>
            <a:ext cx="4040188" cy="639763"/>
          </a:xfrm>
          <a:prstGeom prst="rect">
            <a:avLst/>
          </a:prstGeom>
        </p:spPr>
        <p:txBody>
          <a:bodyPr>
            <a:normAutofit/>
          </a:bodyPr>
          <a:lstStyle/>
          <a:p>
            <a:r>
              <a:t>Continuous-Time Systems</a:t>
            </a:r>
          </a:p>
        </p:txBody>
      </p:sp>
      <p:sp>
        <p:nvSpPr>
          <p:cNvPr id="262" name="Most continuous time systems represents how continuous signals are transformed via differential equations"/>
          <p:cNvSpPr txBox="1"/>
          <p:nvPr/>
        </p:nvSpPr>
        <p:spPr>
          <a:xfrm>
            <a:off x="457200" y="2174875"/>
            <a:ext cx="4040188" cy="11507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spcBef>
                <a:spcPts val="400"/>
              </a:spcBef>
              <a:defRPr sz="2400"/>
            </a:pPr>
            <a:r>
              <a:rPr sz="1800"/>
              <a:t>Most continuous time systems represents how continuous signals are transformed via </a:t>
            </a:r>
            <a:r>
              <a:rPr sz="1800" b="1"/>
              <a:t>differential equations</a:t>
            </a:r>
            <a:r>
              <a:rPr sz="1800"/>
              <a:t> </a:t>
            </a:r>
          </a:p>
        </p:txBody>
      </p:sp>
      <p:sp>
        <p:nvSpPr>
          <p:cNvPr id="263" name="Discrete-Time Systems"/>
          <p:cNvSpPr txBox="1"/>
          <p:nvPr/>
        </p:nvSpPr>
        <p:spPr>
          <a:xfrm>
            <a:off x="4645025" y="1737806"/>
            <a:ext cx="4041775" cy="4370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b">
            <a:spAutoFit/>
          </a:bodyPr>
          <a:lstStyle>
            <a:lvl1pPr>
              <a:spcBef>
                <a:spcPts val="500"/>
              </a:spcBef>
              <a:defRPr sz="2400" b="1"/>
            </a:lvl1pPr>
          </a:lstStyle>
          <a:p>
            <a:r>
              <a:t>Discrete-Time Systems</a:t>
            </a:r>
          </a:p>
        </p:txBody>
      </p:sp>
      <p:sp>
        <p:nvSpPr>
          <p:cNvPr id="264" name="Most discrete time systems represent how discrete signals are transformed via difference equations."/>
          <p:cNvSpPr txBox="1"/>
          <p:nvPr/>
        </p:nvSpPr>
        <p:spPr>
          <a:xfrm>
            <a:off x="4645025" y="2174875"/>
            <a:ext cx="4041775" cy="8840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spcBef>
                <a:spcPts val="400"/>
              </a:spcBef>
              <a:defRPr sz="2400"/>
            </a:pPr>
            <a:r>
              <a:rPr sz="1800"/>
              <a:t>Most discrete time systems represent how discrete signals are transformed via </a:t>
            </a:r>
            <a:r>
              <a:rPr sz="1800" b="1"/>
              <a:t>difference equations.</a:t>
            </a:r>
          </a:p>
        </p:txBody>
      </p:sp>
      <p:pic>
        <p:nvPicPr>
          <p:cNvPr id="265" name="image19.png" descr="image19.png"/>
          <p:cNvPicPr>
            <a:picLocks noChangeAspect="1"/>
          </p:cNvPicPr>
          <p:nvPr/>
        </p:nvPicPr>
        <p:blipFill>
          <a:blip r:embed="rId2"/>
          <a:stretch>
            <a:fillRect/>
          </a:stretch>
        </p:blipFill>
        <p:spPr>
          <a:xfrm>
            <a:off x="539551" y="3960569"/>
            <a:ext cx="3105151" cy="733426"/>
          </a:xfrm>
          <a:prstGeom prst="rect">
            <a:avLst/>
          </a:prstGeom>
          <a:ln w="12700">
            <a:miter lim="400000"/>
          </a:ln>
        </p:spPr>
      </p:pic>
      <p:pic>
        <p:nvPicPr>
          <p:cNvPr id="266" name="image20.png" descr="image20.png"/>
          <p:cNvPicPr>
            <a:picLocks noChangeAspect="1"/>
          </p:cNvPicPr>
          <p:nvPr/>
        </p:nvPicPr>
        <p:blipFill>
          <a:blip r:embed="rId3"/>
          <a:stretch>
            <a:fillRect/>
          </a:stretch>
        </p:blipFill>
        <p:spPr>
          <a:xfrm>
            <a:off x="4860032" y="3608144"/>
            <a:ext cx="3695701" cy="1085851"/>
          </a:xfrm>
          <a:prstGeom prst="rect">
            <a:avLst/>
          </a:prstGeom>
          <a:ln w="12700">
            <a:miter lim="400000"/>
          </a:ln>
        </p:spPr>
      </p:pic>
      <p:sp>
        <p:nvSpPr>
          <p:cNvPr id="267" name="First order differential equation"/>
          <p:cNvSpPr txBox="1"/>
          <p:nvPr/>
        </p:nvSpPr>
        <p:spPr>
          <a:xfrm>
            <a:off x="435263" y="5445223"/>
            <a:ext cx="3204528" cy="3506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i="1"/>
            </a:lvl1pPr>
          </a:lstStyle>
          <a:p>
            <a:pPr>
              <a:defRPr i="0"/>
            </a:pPr>
            <a:r>
              <a:rPr i="1"/>
              <a:t>First order differential equation</a:t>
            </a:r>
          </a:p>
        </p:txBody>
      </p:sp>
      <p:sp>
        <p:nvSpPr>
          <p:cNvPr id="268" name="First order difference equations"/>
          <p:cNvSpPr txBox="1"/>
          <p:nvPr/>
        </p:nvSpPr>
        <p:spPr>
          <a:xfrm>
            <a:off x="5018957" y="5445223"/>
            <a:ext cx="3268041" cy="3506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i="1"/>
            </a:lvl1pPr>
          </a:lstStyle>
          <a:p>
            <a:pPr>
              <a:defRPr i="0"/>
            </a:pPr>
            <a:r>
              <a:rPr i="1"/>
              <a:t>First order difference equations</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 name="Typical modern systems"/>
          <p:cNvSpPr txBox="1">
            <a:spLocks noGrp="1"/>
          </p:cNvSpPr>
          <p:nvPr>
            <p:ph type="title"/>
          </p:nvPr>
        </p:nvSpPr>
        <p:spPr>
          <a:xfrm>
            <a:off x="323527" y="457200"/>
            <a:ext cx="8496946" cy="533400"/>
          </a:xfrm>
          <a:prstGeom prst="rect">
            <a:avLst/>
          </a:prstGeom>
        </p:spPr>
        <p:txBody>
          <a:bodyPr>
            <a:normAutofit fontScale="90000"/>
          </a:bodyPr>
          <a:lstStyle>
            <a:lvl1pPr defTabSz="896111">
              <a:defRPr sz="3136"/>
            </a:lvl1pPr>
          </a:lstStyle>
          <a:p>
            <a:r>
              <a:t>Typical modern systems</a:t>
            </a:r>
          </a:p>
        </p:txBody>
      </p:sp>
      <p:pic>
        <p:nvPicPr>
          <p:cNvPr id="271" name="image21.png" descr="image21.png"/>
          <p:cNvPicPr>
            <a:picLocks noChangeAspect="1"/>
          </p:cNvPicPr>
          <p:nvPr/>
        </p:nvPicPr>
        <p:blipFill>
          <a:blip r:embed="rId2"/>
          <a:stretch>
            <a:fillRect/>
          </a:stretch>
        </p:blipFill>
        <p:spPr>
          <a:xfrm>
            <a:off x="1187624" y="1052736"/>
            <a:ext cx="6705601" cy="2667001"/>
          </a:xfrm>
          <a:prstGeom prst="rect">
            <a:avLst/>
          </a:prstGeom>
          <a:ln w="12700">
            <a:miter lim="400000"/>
          </a:ln>
        </p:spPr>
      </p:pic>
      <p:sp>
        <p:nvSpPr>
          <p:cNvPr id="272" name="get a continuous-time signal from a sensor…"/>
          <p:cNvSpPr txBox="1">
            <a:spLocks noGrp="1"/>
          </p:cNvSpPr>
          <p:nvPr>
            <p:ph type="body" sz="half" idx="1"/>
          </p:nvPr>
        </p:nvSpPr>
        <p:spPr>
          <a:xfrm>
            <a:off x="323527" y="4437112"/>
            <a:ext cx="8496946" cy="2160241"/>
          </a:xfrm>
          <a:prstGeom prst="rect">
            <a:avLst/>
          </a:prstGeom>
        </p:spPr>
        <p:txBody>
          <a:bodyPr>
            <a:normAutofit/>
          </a:bodyPr>
          <a:lstStyle/>
          <a:p>
            <a:r>
              <a:t>get a continuous-time signal from a sensor</a:t>
            </a:r>
          </a:p>
          <a:p>
            <a:r>
              <a:t>have a continuous-time system modifies the signal</a:t>
            </a:r>
          </a:p>
          <a:p>
            <a:r>
              <a:t>employ an ADC to sample the continuous-time signal to create a discrete-time signal</a:t>
            </a:r>
          </a:p>
          <a:p>
            <a:r>
              <a:t>have a discrete-time system to do subsequent processing</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 name="Classification of systems"/>
          <p:cNvSpPr txBox="1">
            <a:spLocks noGrp="1"/>
          </p:cNvSpPr>
          <p:nvPr>
            <p:ph type="title"/>
          </p:nvPr>
        </p:nvSpPr>
        <p:spPr>
          <a:xfrm>
            <a:off x="323527" y="457200"/>
            <a:ext cx="8496946" cy="533400"/>
          </a:xfrm>
          <a:prstGeom prst="rect">
            <a:avLst/>
          </a:prstGeom>
        </p:spPr>
        <p:txBody>
          <a:bodyPr>
            <a:normAutofit fontScale="90000"/>
          </a:bodyPr>
          <a:lstStyle>
            <a:lvl1pPr defTabSz="896111">
              <a:defRPr sz="3136"/>
            </a:lvl1pPr>
          </a:lstStyle>
          <a:p>
            <a:r>
              <a:t>Classification of systems</a:t>
            </a:r>
          </a:p>
        </p:txBody>
      </p:sp>
      <p:sp>
        <p:nvSpPr>
          <p:cNvPr id="275" name="Static vs. Dynamic…"/>
          <p:cNvSpPr txBox="1">
            <a:spLocks noGrp="1"/>
          </p:cNvSpPr>
          <p:nvPr>
            <p:ph type="body" idx="1"/>
          </p:nvPr>
        </p:nvSpPr>
        <p:spPr>
          <a:xfrm>
            <a:off x="323527" y="1124744"/>
            <a:ext cx="8496946" cy="5472608"/>
          </a:xfrm>
          <a:prstGeom prst="rect">
            <a:avLst/>
          </a:prstGeom>
        </p:spPr>
        <p:txBody>
          <a:bodyPr>
            <a:normAutofit/>
          </a:bodyPr>
          <a:lstStyle/>
          <a:p>
            <a:pPr marL="342900" indent="-342900">
              <a:lnSpc>
                <a:spcPct val="80000"/>
              </a:lnSpc>
              <a:spcBef>
                <a:spcPts val="400"/>
              </a:spcBef>
              <a:defRPr sz="1800"/>
            </a:pPr>
            <a:r>
              <a:rPr b="1"/>
              <a:t>Static vs. Dynamic</a:t>
            </a:r>
          </a:p>
          <a:p>
            <a:pPr marL="742950" lvl="1" indent="-285750">
              <a:lnSpc>
                <a:spcPct val="80000"/>
              </a:lnSpc>
              <a:spcBef>
                <a:spcPts val="400"/>
              </a:spcBef>
              <a:buClr>
                <a:schemeClr val="accent2"/>
              </a:buClr>
              <a:defRPr sz="1800"/>
            </a:pPr>
            <a:r>
              <a:rPr i="1"/>
              <a:t>Static</a:t>
            </a:r>
            <a:r>
              <a:t>: outputs depend only on the present value of the inputs.</a:t>
            </a:r>
          </a:p>
          <a:p>
            <a:pPr marL="742950" lvl="1" indent="-285750">
              <a:lnSpc>
                <a:spcPct val="80000"/>
              </a:lnSpc>
              <a:spcBef>
                <a:spcPts val="400"/>
              </a:spcBef>
              <a:buClr>
                <a:schemeClr val="accent2"/>
              </a:buClr>
              <a:defRPr sz="1800"/>
            </a:pPr>
            <a:r>
              <a:rPr i="1"/>
              <a:t>Dynamic</a:t>
            </a:r>
            <a:r>
              <a:t>: outputs depend not only on the present value but also on the past values of the inputs (system with </a:t>
            </a:r>
            <a:r>
              <a:rPr i="1"/>
              <a:t>memory</a:t>
            </a:r>
            <a:r>
              <a:t>).</a:t>
            </a:r>
          </a:p>
          <a:p>
            <a:pPr marL="742950" lvl="1" indent="-285750">
              <a:lnSpc>
                <a:spcPct val="80000"/>
              </a:lnSpc>
              <a:spcBef>
                <a:spcPts val="400"/>
              </a:spcBef>
              <a:buClr>
                <a:schemeClr val="accent2"/>
              </a:buClr>
              <a:defRPr sz="1800"/>
            </a:pPr>
            <a:r>
              <a:t>Important property: causality.</a:t>
            </a:r>
          </a:p>
          <a:p>
            <a:pPr marL="342900" indent="-342900">
              <a:lnSpc>
                <a:spcPct val="80000"/>
              </a:lnSpc>
              <a:spcBef>
                <a:spcPts val="400"/>
              </a:spcBef>
              <a:defRPr sz="1800"/>
            </a:pPr>
            <a:r>
              <a:rPr b="1"/>
              <a:t>Linear vs. Nonlinear</a:t>
            </a:r>
          </a:p>
          <a:p>
            <a:pPr marL="742950" lvl="1" indent="-285750">
              <a:lnSpc>
                <a:spcPct val="80000"/>
              </a:lnSpc>
              <a:spcBef>
                <a:spcPts val="400"/>
              </a:spcBef>
              <a:buClr>
                <a:schemeClr val="accent2"/>
              </a:buClr>
              <a:defRPr sz="1800"/>
            </a:pPr>
            <a:r>
              <a:rPr i="1"/>
              <a:t>Linear </a:t>
            </a:r>
            <a:r>
              <a:t>: system satisfies the superposition theorem; i.e., the output of the scaled sum of two input signals is the equivalent scaled sum of outputs.</a:t>
            </a:r>
          </a:p>
          <a:p>
            <a:pPr marL="742950" lvl="1" indent="-285750">
              <a:lnSpc>
                <a:spcPct val="80000"/>
              </a:lnSpc>
              <a:spcBef>
                <a:spcPts val="400"/>
              </a:spcBef>
              <a:buClr>
                <a:schemeClr val="accent2"/>
              </a:buClr>
              <a:defRPr sz="1800"/>
            </a:pPr>
            <a:r>
              <a:rPr i="1"/>
              <a:t>Nonlinear </a:t>
            </a:r>
            <a:r>
              <a:t>: system does not satisfy the above-mentioned criteria.</a:t>
            </a:r>
          </a:p>
          <a:p>
            <a:pPr marL="342900" indent="-342900">
              <a:lnSpc>
                <a:spcPct val="80000"/>
              </a:lnSpc>
              <a:spcBef>
                <a:spcPts val="400"/>
              </a:spcBef>
              <a:defRPr sz="1800"/>
            </a:pPr>
            <a:r>
              <a:rPr b="1"/>
              <a:t>Time-varying vs. Time-invariant</a:t>
            </a:r>
          </a:p>
          <a:p>
            <a:pPr marL="742950" lvl="1" indent="-285750">
              <a:lnSpc>
                <a:spcPct val="80000"/>
              </a:lnSpc>
              <a:spcBef>
                <a:spcPts val="400"/>
              </a:spcBef>
              <a:buClr>
                <a:schemeClr val="accent2"/>
              </a:buClr>
              <a:defRPr sz="1800"/>
            </a:pPr>
            <a:r>
              <a:rPr i="1"/>
              <a:t>Time-invariant</a:t>
            </a:r>
            <a:r>
              <a:t>: system’s output is the same, given the same input signal, regardless of time.</a:t>
            </a:r>
          </a:p>
          <a:p>
            <a:pPr marL="742950" lvl="1" indent="-285750">
              <a:lnSpc>
                <a:spcPct val="80000"/>
              </a:lnSpc>
              <a:spcBef>
                <a:spcPts val="400"/>
              </a:spcBef>
              <a:buClr>
                <a:schemeClr val="accent2"/>
              </a:buClr>
              <a:defRPr sz="1800"/>
            </a:pPr>
            <a:r>
              <a:rPr i="1"/>
              <a:t>Time-varying</a:t>
            </a:r>
            <a:r>
              <a:t>: given the same input signal, system’s output maybe different, depending on time.</a:t>
            </a:r>
          </a:p>
          <a:p>
            <a:pPr marL="342900" indent="-342900">
              <a:lnSpc>
                <a:spcPct val="80000"/>
              </a:lnSpc>
              <a:spcBef>
                <a:spcPts val="400"/>
              </a:spcBef>
              <a:defRPr sz="1800"/>
            </a:pPr>
            <a:r>
              <a:rPr b="1"/>
              <a:t>Deterministic vs. Stochastic</a:t>
            </a:r>
          </a:p>
          <a:p>
            <a:pPr marL="742950" lvl="1" indent="-285750">
              <a:lnSpc>
                <a:spcPct val="80000"/>
              </a:lnSpc>
              <a:spcBef>
                <a:spcPts val="400"/>
              </a:spcBef>
              <a:buClr>
                <a:schemeClr val="accent2"/>
              </a:buClr>
              <a:defRPr sz="1800"/>
            </a:pPr>
            <a:r>
              <a:rPr i="1"/>
              <a:t>Deterministic</a:t>
            </a:r>
            <a:r>
              <a:t>: system’s output(s) for any given input can be determined for all future time if all the initial conditions are known. </a:t>
            </a:r>
          </a:p>
          <a:p>
            <a:pPr marL="742950" lvl="1" indent="-285750">
              <a:lnSpc>
                <a:spcPct val="80000"/>
              </a:lnSpc>
              <a:spcBef>
                <a:spcPts val="400"/>
              </a:spcBef>
              <a:buClr>
                <a:schemeClr val="accent2"/>
              </a:buClr>
              <a:defRPr sz="1800"/>
            </a:pPr>
            <a:r>
              <a:rPr i="1"/>
              <a:t>Stochastic</a:t>
            </a:r>
            <a:r>
              <a:t>: system and input can be described only in a statistical sense.</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Statics vs. Dynamic Systems"/>
          <p:cNvSpPr txBox="1">
            <a:spLocks noGrp="1"/>
          </p:cNvSpPr>
          <p:nvPr>
            <p:ph type="title"/>
          </p:nvPr>
        </p:nvSpPr>
        <p:spPr>
          <a:xfrm>
            <a:off x="323527" y="457200"/>
            <a:ext cx="8496946" cy="533400"/>
          </a:xfrm>
          <a:prstGeom prst="rect">
            <a:avLst/>
          </a:prstGeom>
        </p:spPr>
        <p:txBody>
          <a:bodyPr>
            <a:normAutofit fontScale="90000"/>
          </a:bodyPr>
          <a:lstStyle>
            <a:lvl1pPr defTabSz="896111">
              <a:defRPr sz="3136"/>
            </a:lvl1pPr>
          </a:lstStyle>
          <a:p>
            <a:r>
              <a:t>Statics vs. Dynamic Systems</a:t>
            </a:r>
          </a:p>
        </p:txBody>
      </p:sp>
      <p:sp>
        <p:nvSpPr>
          <p:cNvPr id="278" name="Example of Static Systems: electrical circuit that contains only resistors as its circuit elements."/>
          <p:cNvSpPr txBox="1">
            <a:spLocks noGrp="1"/>
          </p:cNvSpPr>
          <p:nvPr>
            <p:ph type="body" sz="half" idx="1"/>
          </p:nvPr>
        </p:nvSpPr>
        <p:spPr>
          <a:xfrm>
            <a:off x="381000" y="1196751"/>
            <a:ext cx="4038600" cy="5661250"/>
          </a:xfrm>
          <a:prstGeom prst="rect">
            <a:avLst/>
          </a:prstGeom>
        </p:spPr>
        <p:txBody>
          <a:bodyPr>
            <a:normAutofit/>
          </a:bodyPr>
          <a:lstStyle>
            <a:lvl1pPr marL="0" indent="0">
              <a:spcBef>
                <a:spcPts val="400"/>
              </a:spcBef>
              <a:buSzTx/>
              <a:buFont typeface="Wingdings"/>
              <a:buNone/>
              <a:defRPr sz="2000"/>
            </a:lvl1pPr>
          </a:lstStyle>
          <a:p>
            <a:pPr>
              <a:defRPr sz="2800"/>
            </a:pPr>
            <a:r>
              <a:rPr sz="2000"/>
              <a:t>Example of Static Systems: electrical circuit that contains only resistors as its circuit elements.</a:t>
            </a:r>
          </a:p>
        </p:txBody>
      </p:sp>
      <p:sp>
        <p:nvSpPr>
          <p:cNvPr id="279" name="Example of Dynamic Systems: electrical circuit that contains circuit elements that store energy (inductors, capacitors)."/>
          <p:cNvSpPr txBox="1"/>
          <p:nvPr/>
        </p:nvSpPr>
        <p:spPr>
          <a:xfrm>
            <a:off x="4572000" y="1196751"/>
            <a:ext cx="4038600" cy="12515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spcBef>
                <a:spcPts val="400"/>
              </a:spcBef>
              <a:defRPr sz="2000"/>
            </a:lvl1pPr>
          </a:lstStyle>
          <a:p>
            <a:pPr>
              <a:defRPr sz="2800"/>
            </a:pPr>
            <a:r>
              <a:rPr sz="2000"/>
              <a:t>Example of Dynamic Systems: electrical circuit that contains circuit elements that store energy (inductors, capacitors).</a:t>
            </a:r>
          </a:p>
        </p:txBody>
      </p:sp>
      <p:pic>
        <p:nvPicPr>
          <p:cNvPr id="280" name="image22.png" descr="image22.png"/>
          <p:cNvPicPr>
            <a:picLocks noChangeAspect="1"/>
          </p:cNvPicPr>
          <p:nvPr/>
        </p:nvPicPr>
        <p:blipFill>
          <a:blip r:embed="rId2"/>
          <a:stretch>
            <a:fillRect/>
          </a:stretch>
        </p:blipFill>
        <p:spPr>
          <a:xfrm>
            <a:off x="784263" y="2764899"/>
            <a:ext cx="2505076" cy="1400176"/>
          </a:xfrm>
          <a:prstGeom prst="rect">
            <a:avLst/>
          </a:prstGeom>
          <a:ln w="12700">
            <a:miter lim="400000"/>
          </a:ln>
        </p:spPr>
      </p:pic>
      <p:pic>
        <p:nvPicPr>
          <p:cNvPr id="281" name="image23.png" descr="image23.png"/>
          <p:cNvPicPr>
            <a:picLocks noChangeAspect="1"/>
          </p:cNvPicPr>
          <p:nvPr/>
        </p:nvPicPr>
        <p:blipFill>
          <a:blip r:embed="rId3"/>
          <a:stretch>
            <a:fillRect/>
          </a:stretch>
        </p:blipFill>
        <p:spPr>
          <a:xfrm>
            <a:off x="1341475" y="5013176"/>
            <a:ext cx="1390651" cy="504826"/>
          </a:xfrm>
          <a:prstGeom prst="rect">
            <a:avLst/>
          </a:prstGeom>
          <a:ln w="12700">
            <a:miter lim="400000"/>
          </a:ln>
        </p:spPr>
      </p:pic>
      <p:pic>
        <p:nvPicPr>
          <p:cNvPr id="282" name="image24.png" descr="image24.png"/>
          <p:cNvPicPr>
            <a:picLocks noChangeAspect="1"/>
          </p:cNvPicPr>
          <p:nvPr/>
        </p:nvPicPr>
        <p:blipFill>
          <a:blip r:embed="rId4"/>
          <a:stretch>
            <a:fillRect/>
          </a:stretch>
        </p:blipFill>
        <p:spPr>
          <a:xfrm>
            <a:off x="5292080" y="2974449"/>
            <a:ext cx="2476501" cy="1190626"/>
          </a:xfrm>
          <a:prstGeom prst="rect">
            <a:avLst/>
          </a:prstGeom>
          <a:ln w="12700">
            <a:miter lim="400000"/>
          </a:ln>
        </p:spPr>
      </p:pic>
      <p:pic>
        <p:nvPicPr>
          <p:cNvPr id="283" name="image25.png" descr="image25.png"/>
          <p:cNvPicPr>
            <a:picLocks noChangeAspect="1"/>
          </p:cNvPicPr>
          <p:nvPr/>
        </p:nvPicPr>
        <p:blipFill>
          <a:blip r:embed="rId5"/>
          <a:stretch>
            <a:fillRect/>
          </a:stretch>
        </p:blipFill>
        <p:spPr>
          <a:xfrm>
            <a:off x="4715817" y="4381500"/>
            <a:ext cx="3629026" cy="1905000"/>
          </a:xfrm>
          <a:prstGeom prst="rect">
            <a:avLst/>
          </a:prstGeom>
          <a:ln w="12700">
            <a:miter lim="400000"/>
          </a:ln>
        </p:spPr>
      </p:pic>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 name="Dynamic systems"/>
          <p:cNvSpPr txBox="1">
            <a:spLocks noGrp="1"/>
          </p:cNvSpPr>
          <p:nvPr>
            <p:ph type="title"/>
          </p:nvPr>
        </p:nvSpPr>
        <p:spPr>
          <a:xfrm>
            <a:off x="323527" y="457200"/>
            <a:ext cx="8496946" cy="533400"/>
          </a:xfrm>
          <a:prstGeom prst="rect">
            <a:avLst/>
          </a:prstGeom>
        </p:spPr>
        <p:txBody>
          <a:bodyPr>
            <a:normAutofit fontScale="90000"/>
          </a:bodyPr>
          <a:lstStyle>
            <a:lvl1pPr defTabSz="896111">
              <a:defRPr sz="3136"/>
            </a:lvl1pPr>
          </a:lstStyle>
          <a:p>
            <a:r>
              <a:t>Dynamic systems</a:t>
            </a:r>
          </a:p>
        </p:txBody>
      </p:sp>
      <p:sp>
        <p:nvSpPr>
          <p:cNvPr id="286" name="In general, can be described by a differential equation of the form:…"/>
          <p:cNvSpPr txBox="1">
            <a:spLocks noGrp="1"/>
          </p:cNvSpPr>
          <p:nvPr>
            <p:ph type="body" idx="1"/>
          </p:nvPr>
        </p:nvSpPr>
        <p:spPr>
          <a:xfrm>
            <a:off x="323527" y="1124744"/>
            <a:ext cx="8496946" cy="5472608"/>
          </a:xfrm>
          <a:prstGeom prst="rect">
            <a:avLst/>
          </a:prstGeom>
        </p:spPr>
        <p:txBody>
          <a:bodyPr>
            <a:normAutofit/>
          </a:bodyPr>
          <a:lstStyle/>
          <a:p>
            <a:pPr marL="0" indent="0">
              <a:buSzTx/>
              <a:buFont typeface="Wingdings"/>
              <a:buNone/>
            </a:pPr>
            <a:r>
              <a:t>In general, can be described by a differential equation of the form:</a:t>
            </a:r>
          </a:p>
          <a:p>
            <a:pPr marL="0" indent="0">
              <a:buSzTx/>
              <a:buFont typeface="Wingdings"/>
              <a:buNone/>
            </a:pPr>
            <a:endParaRPr/>
          </a:p>
          <a:p>
            <a:pPr marL="0" indent="0">
              <a:buSzTx/>
              <a:buFont typeface="Wingdings"/>
              <a:buNone/>
            </a:pPr>
            <a:endParaRPr/>
          </a:p>
          <a:p>
            <a:pPr marL="0" indent="0">
              <a:buSzTx/>
              <a:buFont typeface="Wingdings"/>
              <a:buNone/>
            </a:pPr>
            <a:r>
              <a:t>which is a linear differential equation of order n and for practical cases, n ≤ m. For convenience, we use an operator, p, to replace d/dt; hence</a:t>
            </a:r>
          </a:p>
          <a:p>
            <a:pPr marL="0" indent="0">
              <a:buSzTx/>
              <a:buFont typeface="Wingdings"/>
              <a:buNone/>
            </a:pPr>
            <a:endParaRPr/>
          </a:p>
          <a:p>
            <a:pPr marL="0" indent="0">
              <a:buSzTx/>
              <a:buFont typeface="Wingdings"/>
              <a:buNone/>
            </a:pPr>
            <a:endParaRPr/>
          </a:p>
          <a:p>
            <a:pPr marL="0" indent="0">
              <a:buSzTx/>
              <a:buFont typeface="Wingdings"/>
              <a:buNone/>
            </a:pPr>
            <a:r>
              <a:t>which may be written more compactly as:</a:t>
            </a:r>
          </a:p>
          <a:p>
            <a:pPr marL="0" indent="0">
              <a:buSzTx/>
              <a:buFont typeface="Wingdings"/>
              <a:buNone/>
            </a:pPr>
            <a:endParaRPr/>
          </a:p>
          <a:p>
            <a:pPr marL="0" indent="0">
              <a:buSzTx/>
              <a:buFont typeface="Wingdings"/>
              <a:buNone/>
            </a:pPr>
            <a:endParaRPr/>
          </a:p>
          <a:p>
            <a:pPr marL="0" indent="0">
              <a:buSzTx/>
              <a:buFont typeface="Wingdings"/>
              <a:buNone/>
            </a:pPr>
            <a:r>
              <a:t>where </a:t>
            </a:r>
            <a:r>
              <a:rPr i="1"/>
              <a:t>D(p)</a:t>
            </a:r>
            <a:r>
              <a:t> and </a:t>
            </a:r>
            <a:r>
              <a:rPr i="1"/>
              <a:t>N(p) </a:t>
            </a:r>
            <a:r>
              <a:t>are polynomials in the operator </a:t>
            </a:r>
            <a:r>
              <a:rPr i="1"/>
              <a:t>p</a:t>
            </a:r>
            <a:r>
              <a:t>:</a:t>
            </a:r>
          </a:p>
        </p:txBody>
      </p:sp>
      <p:pic>
        <p:nvPicPr>
          <p:cNvPr id="287" name="image26.png" descr="image26.png"/>
          <p:cNvPicPr>
            <a:picLocks noChangeAspect="1"/>
          </p:cNvPicPr>
          <p:nvPr/>
        </p:nvPicPr>
        <p:blipFill>
          <a:blip r:embed="rId2"/>
          <a:stretch>
            <a:fillRect/>
          </a:stretch>
        </p:blipFill>
        <p:spPr>
          <a:xfrm>
            <a:off x="1624012" y="1509538"/>
            <a:ext cx="5895976" cy="695326"/>
          </a:xfrm>
          <a:prstGeom prst="rect">
            <a:avLst/>
          </a:prstGeom>
          <a:ln w="12700">
            <a:miter lim="400000"/>
          </a:ln>
        </p:spPr>
      </p:pic>
      <p:pic>
        <p:nvPicPr>
          <p:cNvPr id="288" name="image27.png" descr="image27.png"/>
          <p:cNvPicPr>
            <a:picLocks noChangeAspect="1"/>
          </p:cNvPicPr>
          <p:nvPr/>
        </p:nvPicPr>
        <p:blipFill>
          <a:blip r:embed="rId3"/>
          <a:stretch>
            <a:fillRect/>
          </a:stretch>
        </p:blipFill>
        <p:spPr>
          <a:xfrm>
            <a:off x="1290637" y="3284859"/>
            <a:ext cx="6562726" cy="514351"/>
          </a:xfrm>
          <a:prstGeom prst="rect">
            <a:avLst/>
          </a:prstGeom>
          <a:ln w="12700">
            <a:miter lim="400000"/>
          </a:ln>
        </p:spPr>
      </p:pic>
      <p:pic>
        <p:nvPicPr>
          <p:cNvPr id="289" name="image28.png" descr="image28.png"/>
          <p:cNvPicPr>
            <a:picLocks noChangeAspect="1"/>
          </p:cNvPicPr>
          <p:nvPr/>
        </p:nvPicPr>
        <p:blipFill>
          <a:blip r:embed="rId4"/>
          <a:stretch>
            <a:fillRect/>
          </a:stretch>
        </p:blipFill>
        <p:spPr>
          <a:xfrm>
            <a:off x="3557587" y="4369172"/>
            <a:ext cx="2028826" cy="419101"/>
          </a:xfrm>
          <a:prstGeom prst="rect">
            <a:avLst/>
          </a:prstGeom>
          <a:ln w="12700">
            <a:miter lim="400000"/>
          </a:ln>
        </p:spPr>
      </p:pic>
      <p:pic>
        <p:nvPicPr>
          <p:cNvPr id="290" name="image29.png" descr="image29.png"/>
          <p:cNvPicPr>
            <a:picLocks noChangeAspect="1"/>
          </p:cNvPicPr>
          <p:nvPr/>
        </p:nvPicPr>
        <p:blipFill>
          <a:blip r:embed="rId5"/>
          <a:stretch>
            <a:fillRect/>
          </a:stretch>
        </p:blipFill>
        <p:spPr>
          <a:xfrm>
            <a:off x="2505075" y="5529807"/>
            <a:ext cx="4133850" cy="942976"/>
          </a:xfrm>
          <a:prstGeom prst="rect">
            <a:avLst/>
          </a:prstGeom>
          <a:ln w="12700">
            <a:miter lim="400000"/>
          </a:ln>
        </p:spPr>
      </p:pic>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 name="Dynamic systems (cont’d)"/>
          <p:cNvSpPr txBox="1">
            <a:spLocks noGrp="1"/>
          </p:cNvSpPr>
          <p:nvPr>
            <p:ph type="title"/>
          </p:nvPr>
        </p:nvSpPr>
        <p:spPr>
          <a:xfrm>
            <a:off x="323527" y="457200"/>
            <a:ext cx="8496946" cy="533400"/>
          </a:xfrm>
          <a:prstGeom prst="rect">
            <a:avLst/>
          </a:prstGeom>
        </p:spPr>
        <p:txBody>
          <a:bodyPr>
            <a:normAutofit fontScale="90000"/>
          </a:bodyPr>
          <a:lstStyle>
            <a:lvl1pPr defTabSz="896111">
              <a:defRPr sz="3136"/>
            </a:lvl1pPr>
          </a:lstStyle>
          <a:p>
            <a:r>
              <a:t>Dynamic systems (cont’d)</a:t>
            </a:r>
          </a:p>
        </p:txBody>
      </p:sp>
      <p:sp>
        <p:nvSpPr>
          <p:cNvPr id="293" name="Notes on p operator:…"/>
          <p:cNvSpPr txBox="1">
            <a:spLocks noGrp="1"/>
          </p:cNvSpPr>
          <p:nvPr>
            <p:ph type="body" idx="1"/>
          </p:nvPr>
        </p:nvSpPr>
        <p:spPr>
          <a:xfrm>
            <a:off x="323527" y="1124744"/>
            <a:ext cx="8496946" cy="5472608"/>
          </a:xfrm>
          <a:prstGeom prst="rect">
            <a:avLst/>
          </a:prstGeom>
        </p:spPr>
        <p:txBody>
          <a:bodyPr>
            <a:normAutofit/>
          </a:bodyPr>
          <a:lstStyle/>
          <a:p>
            <a:pPr marL="0" indent="0">
              <a:buSzTx/>
              <a:buFont typeface="Wingdings"/>
              <a:buNone/>
            </a:pPr>
            <a:endParaRPr/>
          </a:p>
          <a:p>
            <a:pPr marL="0" indent="0">
              <a:buSzTx/>
              <a:buFont typeface="Wingdings"/>
              <a:buNone/>
            </a:pPr>
            <a:endParaRPr/>
          </a:p>
          <a:p>
            <a:pPr marL="0" indent="0">
              <a:buSzTx/>
              <a:buFont typeface="Wingdings"/>
              <a:buNone/>
            </a:pPr>
            <a:r>
              <a:t>Notes on </a:t>
            </a:r>
            <a:r>
              <a:rPr i="1"/>
              <a:t>p</a:t>
            </a:r>
            <a:r>
              <a:t> operator:</a:t>
            </a:r>
          </a:p>
          <a:p>
            <a:r>
              <a:t>Represents an operation of differentiation</a:t>
            </a:r>
          </a:p>
          <a:p>
            <a:r>
              <a:t>Can be regarded as a “shorthand” notation for writing d/dt, the derivative w.r.t time</a:t>
            </a:r>
          </a:p>
          <a:p>
            <a:r>
              <a:t>Can be treated as an algebraic quantity (but careful with the order!!!)</a:t>
            </a:r>
          </a:p>
          <a:p>
            <a:r>
              <a:t>Does not have the commutative property; i.e., </a:t>
            </a:r>
            <a:r>
              <a:rPr i="1"/>
              <a:t>py(t) ≠ y(t)p</a:t>
            </a:r>
          </a:p>
          <a:p>
            <a:pPr marL="0" indent="0">
              <a:buSzTx/>
              <a:buFont typeface="Wingdings"/>
              <a:buNone/>
            </a:pPr>
            <a:endParaRPr i="1"/>
          </a:p>
          <a:p>
            <a:pPr marL="0" indent="0">
              <a:buSzTx/>
              <a:buFont typeface="Wingdings"/>
              <a:buNone/>
            </a:pPr>
            <a:r>
              <a:t>By using such operator, it is common to describe a particular system by means of input-output relationship; e.g., the compact description of a system:</a:t>
            </a:r>
          </a:p>
          <a:p>
            <a:pPr marL="0" indent="0">
              <a:buSzTx/>
              <a:buFont typeface="Wingdings"/>
              <a:buNone/>
            </a:pPr>
            <a:endParaRPr/>
          </a:p>
          <a:p>
            <a:pPr marL="0" indent="0">
              <a:buSzTx/>
              <a:buFont typeface="Wingdings"/>
              <a:buNone/>
            </a:pPr>
            <a:r>
              <a:t>which can be re-written as:</a:t>
            </a:r>
          </a:p>
        </p:txBody>
      </p:sp>
      <p:pic>
        <p:nvPicPr>
          <p:cNvPr id="294" name="image30.png" descr="image30.png"/>
          <p:cNvPicPr>
            <a:picLocks noChangeAspect="1"/>
          </p:cNvPicPr>
          <p:nvPr/>
        </p:nvPicPr>
        <p:blipFill>
          <a:blip r:embed="rId2"/>
          <a:stretch>
            <a:fillRect/>
          </a:stretch>
        </p:blipFill>
        <p:spPr>
          <a:xfrm>
            <a:off x="3557587" y="5281626"/>
            <a:ext cx="2028826" cy="419101"/>
          </a:xfrm>
          <a:prstGeom prst="rect">
            <a:avLst/>
          </a:prstGeom>
          <a:ln w="12700">
            <a:miter lim="400000"/>
          </a:ln>
        </p:spPr>
      </p:pic>
      <p:pic>
        <p:nvPicPr>
          <p:cNvPr id="295" name="image31.png" descr="image31.png"/>
          <p:cNvPicPr>
            <a:picLocks noChangeAspect="1"/>
          </p:cNvPicPr>
          <p:nvPr/>
        </p:nvPicPr>
        <p:blipFill>
          <a:blip r:embed="rId3"/>
          <a:stretch>
            <a:fillRect/>
          </a:stretch>
        </p:blipFill>
        <p:spPr>
          <a:xfrm>
            <a:off x="4167187" y="1340767"/>
            <a:ext cx="809626" cy="609601"/>
          </a:xfrm>
          <a:prstGeom prst="rect">
            <a:avLst/>
          </a:prstGeom>
          <a:ln w="12700">
            <a:miter lim="400000"/>
          </a:ln>
        </p:spPr>
      </p:pic>
      <p:pic>
        <p:nvPicPr>
          <p:cNvPr id="296" name="image32.png" descr="image32.png"/>
          <p:cNvPicPr>
            <a:picLocks noChangeAspect="1"/>
          </p:cNvPicPr>
          <p:nvPr/>
        </p:nvPicPr>
        <p:blipFill>
          <a:blip r:embed="rId4"/>
          <a:stretch>
            <a:fillRect/>
          </a:stretch>
        </p:blipFill>
        <p:spPr>
          <a:xfrm>
            <a:off x="3900647" y="5967181"/>
            <a:ext cx="3981451" cy="647701"/>
          </a:xfrm>
          <a:prstGeom prst="rect">
            <a:avLst/>
          </a:prstGeom>
          <a:ln w="12700">
            <a:miter lim="400000"/>
          </a:ln>
        </p:spPr>
      </p:pic>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8" name="Causality"/>
          <p:cNvSpPr txBox="1">
            <a:spLocks noGrp="1"/>
          </p:cNvSpPr>
          <p:nvPr>
            <p:ph type="title"/>
          </p:nvPr>
        </p:nvSpPr>
        <p:spPr>
          <a:xfrm>
            <a:off x="323527" y="457200"/>
            <a:ext cx="8496946" cy="533400"/>
          </a:xfrm>
          <a:prstGeom prst="rect">
            <a:avLst/>
          </a:prstGeom>
        </p:spPr>
        <p:txBody>
          <a:bodyPr>
            <a:normAutofit fontScale="90000"/>
          </a:bodyPr>
          <a:lstStyle>
            <a:lvl1pPr defTabSz="896111">
              <a:defRPr sz="3136"/>
            </a:lvl1pPr>
          </a:lstStyle>
          <a:p>
            <a:r>
              <a:t>Causality</a:t>
            </a:r>
          </a:p>
        </p:txBody>
      </p:sp>
      <p:sp>
        <p:nvSpPr>
          <p:cNvPr id="299" name="A system is causal if the output does not anticipate future values of the input, i.e., if the output at any time depends only on values of the input up to that time.…"/>
          <p:cNvSpPr txBox="1">
            <a:spLocks noGrp="1"/>
          </p:cNvSpPr>
          <p:nvPr>
            <p:ph type="body" idx="1"/>
          </p:nvPr>
        </p:nvSpPr>
        <p:spPr>
          <a:xfrm>
            <a:off x="323527" y="1124744"/>
            <a:ext cx="8496946" cy="5472608"/>
          </a:xfrm>
          <a:prstGeom prst="rect">
            <a:avLst/>
          </a:prstGeom>
        </p:spPr>
        <p:txBody>
          <a:bodyPr>
            <a:normAutofit/>
          </a:bodyPr>
          <a:lstStyle/>
          <a:p>
            <a:r>
              <a:t>A system is causal if the output does not anticipate future values of the input, i.e., if the output at any time depends only on values of the input up to that time.</a:t>
            </a:r>
          </a:p>
          <a:p>
            <a:r>
              <a:t>All </a:t>
            </a:r>
            <a:r>
              <a:rPr>
                <a:solidFill>
                  <a:srgbClr val="FF0000"/>
                </a:solidFill>
                <a:uFill>
                  <a:solidFill>
                    <a:srgbClr val="FF0000"/>
                  </a:solidFill>
                </a:uFill>
              </a:rPr>
              <a:t>real-time physical systems </a:t>
            </a:r>
            <a:r>
              <a:t>are causal, because times only moves</a:t>
            </a:r>
          </a:p>
          <a:p>
            <a:r>
              <a:t>forward. </a:t>
            </a:r>
            <a:r>
              <a:rPr>
                <a:solidFill>
                  <a:srgbClr val="FF0000"/>
                </a:solidFill>
                <a:uFill>
                  <a:solidFill>
                    <a:srgbClr val="FF0000"/>
                  </a:solidFill>
                </a:uFill>
              </a:rPr>
              <a:t>Effect occurs after cause.</a:t>
            </a:r>
          </a:p>
          <a:p>
            <a:r>
              <a:t>Causality does not apply to spatially varying signals.</a:t>
            </a:r>
          </a:p>
          <a:p>
            <a:r>
              <a:t>Causality does not apply to systems processing recorded signals (consider taped sports games vs. live broadcast).</a:t>
            </a:r>
          </a:p>
          <a:p>
            <a:endParaRPr/>
          </a:p>
          <a:p>
            <a:pPr marL="0" indent="0">
              <a:buSzTx/>
              <a:buFont typeface="Wingdings"/>
              <a:buNone/>
            </a:pPr>
            <a:r>
              <a:t>Stated mathematically, a system whose input and output are </a:t>
            </a:r>
            <a:r>
              <a:rPr i="1"/>
              <a:t>u(t) </a:t>
            </a:r>
            <a:r>
              <a:t>and </a:t>
            </a:r>
            <a:r>
              <a:rPr i="1"/>
              <a:t>y(t)</a:t>
            </a:r>
            <a:r>
              <a:t>, respectively, is causal if:</a:t>
            </a:r>
          </a:p>
        </p:txBody>
      </p:sp>
      <p:pic>
        <p:nvPicPr>
          <p:cNvPr id="300" name="image33.png" descr="image33.png"/>
          <p:cNvPicPr>
            <a:picLocks noChangeAspect="1"/>
          </p:cNvPicPr>
          <p:nvPr/>
        </p:nvPicPr>
        <p:blipFill>
          <a:blip r:embed="rId2"/>
          <a:stretch>
            <a:fillRect/>
          </a:stretch>
        </p:blipFill>
        <p:spPr>
          <a:xfrm>
            <a:off x="2733675" y="5355716"/>
            <a:ext cx="3676650" cy="1247776"/>
          </a:xfrm>
          <a:prstGeom prst="rect">
            <a:avLst/>
          </a:prstGeom>
          <a:ln w="12700">
            <a:miter lim="400000"/>
          </a:ln>
        </p:spPr>
      </p:pic>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Causality check"/>
          <p:cNvSpPr txBox="1">
            <a:spLocks noGrp="1"/>
          </p:cNvSpPr>
          <p:nvPr>
            <p:ph type="title"/>
          </p:nvPr>
        </p:nvSpPr>
        <p:spPr>
          <a:xfrm>
            <a:off x="323527" y="457200"/>
            <a:ext cx="8496946" cy="533400"/>
          </a:xfrm>
          <a:prstGeom prst="rect">
            <a:avLst/>
          </a:prstGeom>
        </p:spPr>
        <p:txBody>
          <a:bodyPr>
            <a:normAutofit fontScale="90000"/>
          </a:bodyPr>
          <a:lstStyle>
            <a:lvl1pPr defTabSz="896111">
              <a:defRPr sz="3136"/>
            </a:lvl1pPr>
          </a:lstStyle>
          <a:p>
            <a:r>
              <a:t>Causality check</a:t>
            </a:r>
          </a:p>
        </p:txBody>
      </p:sp>
      <p:pic>
        <p:nvPicPr>
          <p:cNvPr id="303" name="image34.png" descr="image34.png"/>
          <p:cNvPicPr>
            <a:picLocks noChangeAspect="1"/>
          </p:cNvPicPr>
          <p:nvPr/>
        </p:nvPicPr>
        <p:blipFill>
          <a:blip r:embed="rId2"/>
          <a:stretch>
            <a:fillRect/>
          </a:stretch>
        </p:blipFill>
        <p:spPr>
          <a:xfrm>
            <a:off x="850348" y="1304924"/>
            <a:ext cx="7610084" cy="5148413"/>
          </a:xfrm>
          <a:prstGeom prst="rect">
            <a:avLst/>
          </a:prstGeom>
          <a:ln w="12700">
            <a:miter lim="400000"/>
          </a:ln>
        </p:spPr>
      </p:pic>
      <p:pic>
        <p:nvPicPr>
          <p:cNvPr id="304" name="C:\Program Files\Microsoft Office\MEDIA\OFFICE14\Bullets\BD14868_.gif" descr="C:\Program Files\Microsoft Office\MEDIA\OFFICE14\Bullets\BD14868_.gif"/>
          <p:cNvPicPr>
            <a:picLocks noChangeAspect="1"/>
          </p:cNvPicPr>
          <p:nvPr/>
        </p:nvPicPr>
        <p:blipFill>
          <a:blip r:embed="rId3"/>
          <a:stretch>
            <a:fillRect/>
          </a:stretch>
        </p:blipFill>
        <p:spPr>
          <a:xfrm>
            <a:off x="395536" y="1412775"/>
            <a:ext cx="273175" cy="273175"/>
          </a:xfrm>
          <a:prstGeom prst="rect">
            <a:avLst/>
          </a:prstGeom>
          <a:ln w="12700">
            <a:miter lim="400000"/>
          </a:ln>
        </p:spPr>
      </p:pic>
      <p:pic>
        <p:nvPicPr>
          <p:cNvPr id="305" name="C:\Program Files\Microsoft Office\MEDIA\OFFICE14\Bullets\BD14868_.gif" descr="C:\Program Files\Microsoft Office\MEDIA\OFFICE14\Bullets\BD14868_.gif"/>
          <p:cNvPicPr>
            <a:picLocks noChangeAspect="1"/>
          </p:cNvPicPr>
          <p:nvPr/>
        </p:nvPicPr>
        <p:blipFill>
          <a:blip r:embed="rId3"/>
          <a:stretch>
            <a:fillRect/>
          </a:stretch>
        </p:blipFill>
        <p:spPr>
          <a:xfrm>
            <a:off x="395536" y="2420888"/>
            <a:ext cx="273175" cy="273175"/>
          </a:xfrm>
          <a:prstGeom prst="rect">
            <a:avLst/>
          </a:prstGeom>
          <a:ln w="12700">
            <a:miter lim="400000"/>
          </a:ln>
        </p:spPr>
      </p:pic>
      <p:pic>
        <p:nvPicPr>
          <p:cNvPr id="306" name="C:\Program Files\Microsoft Office\MEDIA\OFFICE14\Bullets\BD14868_.gif" descr="C:\Program Files\Microsoft Office\MEDIA\OFFICE14\Bullets\BD14868_.gif"/>
          <p:cNvPicPr>
            <a:picLocks noChangeAspect="1"/>
          </p:cNvPicPr>
          <p:nvPr/>
        </p:nvPicPr>
        <p:blipFill>
          <a:blip r:embed="rId3"/>
          <a:stretch>
            <a:fillRect/>
          </a:stretch>
        </p:blipFill>
        <p:spPr>
          <a:xfrm>
            <a:off x="395536" y="3371850"/>
            <a:ext cx="273175" cy="273174"/>
          </a:xfrm>
          <a:prstGeom prst="rect">
            <a:avLst/>
          </a:prstGeom>
          <a:ln w="12700">
            <a:miter lim="400000"/>
          </a:ln>
        </p:spPr>
      </p:pic>
      <p:pic>
        <p:nvPicPr>
          <p:cNvPr id="307" name="C:\Program Files\Microsoft Office\MEDIA\OFFICE14\Bullets\BD14868_.gif" descr="C:\Program Files\Microsoft Office\MEDIA\OFFICE14\Bullets\BD14868_.gif"/>
          <p:cNvPicPr>
            <a:picLocks noChangeAspect="1"/>
          </p:cNvPicPr>
          <p:nvPr/>
        </p:nvPicPr>
        <p:blipFill>
          <a:blip r:embed="rId3"/>
          <a:stretch>
            <a:fillRect/>
          </a:stretch>
        </p:blipFill>
        <p:spPr>
          <a:xfrm>
            <a:off x="395536" y="5460081"/>
            <a:ext cx="273175" cy="273175"/>
          </a:xfrm>
          <a:prstGeom prst="rect">
            <a:avLst/>
          </a:prstGeom>
          <a:ln w="12700">
            <a:miter lim="400000"/>
          </a:ln>
        </p:spPr>
      </p:pic>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Linear and Nonlinear Systems"/>
          <p:cNvSpPr txBox="1">
            <a:spLocks noGrp="1"/>
          </p:cNvSpPr>
          <p:nvPr>
            <p:ph type="title"/>
          </p:nvPr>
        </p:nvSpPr>
        <p:spPr>
          <a:xfrm>
            <a:off x="323527" y="457200"/>
            <a:ext cx="8496946" cy="533400"/>
          </a:xfrm>
          <a:prstGeom prst="rect">
            <a:avLst/>
          </a:prstGeom>
        </p:spPr>
        <p:txBody>
          <a:bodyPr>
            <a:normAutofit fontScale="90000"/>
          </a:bodyPr>
          <a:lstStyle>
            <a:lvl1pPr defTabSz="896111">
              <a:defRPr sz="3136"/>
            </a:lvl1pPr>
          </a:lstStyle>
          <a:p>
            <a:r>
              <a:t>Linear and Nonlinear Systems</a:t>
            </a:r>
          </a:p>
        </p:txBody>
      </p:sp>
      <p:sp>
        <p:nvSpPr>
          <p:cNvPr id="310" name="Many real-life systems are nonlinear; e.g., circuit elements (diode), dynamics of aircraft, human visual systems, etc…"/>
          <p:cNvSpPr txBox="1">
            <a:spLocks noGrp="1"/>
          </p:cNvSpPr>
          <p:nvPr>
            <p:ph type="body" idx="1"/>
          </p:nvPr>
        </p:nvSpPr>
        <p:spPr>
          <a:xfrm>
            <a:off x="323527" y="1124744"/>
            <a:ext cx="8496946" cy="5472608"/>
          </a:xfrm>
          <a:prstGeom prst="rect">
            <a:avLst/>
          </a:prstGeom>
        </p:spPr>
        <p:txBody>
          <a:bodyPr>
            <a:normAutofit/>
          </a:bodyPr>
          <a:lstStyle/>
          <a:p>
            <a:r>
              <a:t>Many real-life systems are nonlinear; e.g., circuit elements (diode), dynamics of aircraft, human visual systems, etc</a:t>
            </a:r>
          </a:p>
          <a:p>
            <a:r>
              <a:t>However, we focus on linear systems because:</a:t>
            </a:r>
          </a:p>
          <a:p>
            <a:pPr lvl="1">
              <a:buClr>
                <a:schemeClr val="accent2"/>
              </a:buClr>
            </a:pPr>
            <a:r>
              <a:t>Linear models can still represent accurate representations of behaviour of many systems (e.g., linear resistors, capacitors, etc)</a:t>
            </a:r>
          </a:p>
          <a:p>
            <a:pPr lvl="1">
              <a:buClr>
                <a:schemeClr val="accent2"/>
              </a:buClr>
            </a:pPr>
            <a:r>
              <a:t>Linearise models are sometimes used to examine “small signal” perturbation around “operating points”</a:t>
            </a:r>
          </a:p>
          <a:p>
            <a:pPr lvl="1">
              <a:buClr>
                <a:schemeClr val="accent2"/>
              </a:buClr>
            </a:pPr>
            <a:r>
              <a:t>Linear systems are analytically tractable, and hence can provide useful insight to the systems in observation</a:t>
            </a:r>
          </a:p>
          <a:p>
            <a:pPr marL="0" indent="0">
              <a:buSzTx/>
              <a:buFont typeface="Wingdings"/>
              <a:buNone/>
            </a:pPr>
            <a:endParaRPr/>
          </a:p>
          <a:p>
            <a:pPr marL="0" indent="0">
              <a:buSzTx/>
              <a:buFont typeface="Wingdings"/>
              <a:buNone/>
            </a:pPr>
            <a:r>
              <a:t>A system u(t) → y(t) is linear if it has the superposition property:</a:t>
            </a:r>
          </a:p>
        </p:txBody>
      </p:sp>
      <p:pic>
        <p:nvPicPr>
          <p:cNvPr id="311" name="image36.png" descr="image36.png"/>
          <p:cNvPicPr>
            <a:picLocks noChangeAspect="1"/>
          </p:cNvPicPr>
          <p:nvPr/>
        </p:nvPicPr>
        <p:blipFill>
          <a:blip r:embed="rId2"/>
          <a:stretch>
            <a:fillRect/>
          </a:stretch>
        </p:blipFill>
        <p:spPr>
          <a:xfrm>
            <a:off x="1835696" y="5331564"/>
            <a:ext cx="5645123" cy="1447780"/>
          </a:xfrm>
          <a:prstGeom prst="rect">
            <a:avLst/>
          </a:prstGeom>
          <a:ln w="12700">
            <a:miter lim="400000"/>
          </a:ln>
        </p:spPr>
      </p:pic>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 name="Linearity check"/>
          <p:cNvSpPr txBox="1">
            <a:spLocks noGrp="1"/>
          </p:cNvSpPr>
          <p:nvPr>
            <p:ph type="title"/>
          </p:nvPr>
        </p:nvSpPr>
        <p:spPr>
          <a:xfrm>
            <a:off x="323527" y="457200"/>
            <a:ext cx="8496946" cy="533400"/>
          </a:xfrm>
          <a:prstGeom prst="rect">
            <a:avLst/>
          </a:prstGeom>
        </p:spPr>
        <p:txBody>
          <a:bodyPr>
            <a:normAutofit fontScale="90000"/>
          </a:bodyPr>
          <a:lstStyle>
            <a:lvl1pPr defTabSz="896111">
              <a:defRPr sz="3136"/>
            </a:lvl1pPr>
          </a:lstStyle>
          <a:p>
            <a:r>
              <a:t>Linearity check</a:t>
            </a:r>
          </a:p>
        </p:txBody>
      </p:sp>
      <p:pic>
        <p:nvPicPr>
          <p:cNvPr id="314" name="image37.png" descr="image37.png"/>
          <p:cNvPicPr>
            <a:picLocks noChangeAspect="1"/>
          </p:cNvPicPr>
          <p:nvPr/>
        </p:nvPicPr>
        <p:blipFill>
          <a:blip r:embed="rId2"/>
          <a:stretch>
            <a:fillRect/>
          </a:stretch>
        </p:blipFill>
        <p:spPr>
          <a:xfrm>
            <a:off x="755576" y="1307975"/>
            <a:ext cx="3514726" cy="1905001"/>
          </a:xfrm>
          <a:prstGeom prst="rect">
            <a:avLst/>
          </a:prstGeom>
          <a:ln w="12700">
            <a:miter lim="400000"/>
          </a:ln>
        </p:spPr>
      </p:pic>
      <p:pic>
        <p:nvPicPr>
          <p:cNvPr id="315" name="C:\Program Files\Microsoft Office\MEDIA\OFFICE14\Bullets\BD14868_.gif" descr="C:\Program Files\Microsoft Office\MEDIA\OFFICE14\Bullets\BD14868_.gif"/>
          <p:cNvPicPr>
            <a:picLocks noChangeAspect="1"/>
          </p:cNvPicPr>
          <p:nvPr/>
        </p:nvPicPr>
        <p:blipFill>
          <a:blip r:embed="rId3"/>
          <a:stretch>
            <a:fillRect/>
          </a:stretch>
        </p:blipFill>
        <p:spPr>
          <a:xfrm>
            <a:off x="338386" y="1412775"/>
            <a:ext cx="273175" cy="273175"/>
          </a:xfrm>
          <a:prstGeom prst="rect">
            <a:avLst/>
          </a:prstGeom>
          <a:ln w="12700">
            <a:miter lim="400000"/>
          </a:ln>
        </p:spPr>
      </p:pic>
      <p:pic>
        <p:nvPicPr>
          <p:cNvPr id="316" name="C:\Program Files\Microsoft Office\MEDIA\OFFICE14\Bullets\BD14868_.gif" descr="C:\Program Files\Microsoft Office\MEDIA\OFFICE14\Bullets\BD14868_.gif"/>
          <p:cNvPicPr>
            <a:picLocks noChangeAspect="1"/>
          </p:cNvPicPr>
          <p:nvPr/>
        </p:nvPicPr>
        <p:blipFill>
          <a:blip r:embed="rId3"/>
          <a:stretch>
            <a:fillRect/>
          </a:stretch>
        </p:blipFill>
        <p:spPr>
          <a:xfrm>
            <a:off x="323527" y="2147714"/>
            <a:ext cx="273175" cy="273175"/>
          </a:xfrm>
          <a:prstGeom prst="rect">
            <a:avLst/>
          </a:prstGeom>
          <a:ln w="12700">
            <a:miter lim="400000"/>
          </a:ln>
        </p:spPr>
      </p:pic>
      <p:pic>
        <p:nvPicPr>
          <p:cNvPr id="317" name="C:\Program Files\Microsoft Office\MEDIA\OFFICE14\Bullets\BD14868_.gif" descr="C:\Program Files\Microsoft Office\MEDIA\OFFICE14\Bullets\BD14868_.gif"/>
          <p:cNvPicPr>
            <a:picLocks noChangeAspect="1"/>
          </p:cNvPicPr>
          <p:nvPr/>
        </p:nvPicPr>
        <p:blipFill>
          <a:blip r:embed="rId3"/>
          <a:stretch>
            <a:fillRect/>
          </a:stretch>
        </p:blipFill>
        <p:spPr>
          <a:xfrm>
            <a:off x="323527" y="2723777"/>
            <a:ext cx="273175" cy="273175"/>
          </a:xfrm>
          <a:prstGeom prst="rect">
            <a:avLst/>
          </a:prstGeom>
          <a:ln w="12700">
            <a:miter lim="400000"/>
          </a:ln>
        </p:spPr>
      </p:pic>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 name="Time Invariance (TI)"/>
          <p:cNvSpPr txBox="1">
            <a:spLocks noGrp="1"/>
          </p:cNvSpPr>
          <p:nvPr>
            <p:ph type="title"/>
          </p:nvPr>
        </p:nvSpPr>
        <p:spPr>
          <a:xfrm>
            <a:off x="323527" y="457200"/>
            <a:ext cx="8496946" cy="533400"/>
          </a:xfrm>
          <a:prstGeom prst="rect">
            <a:avLst/>
          </a:prstGeom>
        </p:spPr>
        <p:txBody>
          <a:bodyPr>
            <a:normAutofit fontScale="90000"/>
          </a:bodyPr>
          <a:lstStyle>
            <a:lvl1pPr defTabSz="896111">
              <a:defRPr sz="3136"/>
            </a:lvl1pPr>
          </a:lstStyle>
          <a:p>
            <a:r>
              <a:t>Time Invariance (TI)</a:t>
            </a:r>
          </a:p>
        </p:txBody>
      </p:sp>
      <p:sp>
        <p:nvSpPr>
          <p:cNvPr id="320" name="A system is time-invariant (TI) if…"/>
          <p:cNvSpPr txBox="1">
            <a:spLocks noGrp="1"/>
          </p:cNvSpPr>
          <p:nvPr>
            <p:ph type="body" idx="1"/>
          </p:nvPr>
        </p:nvSpPr>
        <p:spPr>
          <a:xfrm>
            <a:off x="323527" y="1124744"/>
            <a:ext cx="8496946" cy="5472608"/>
          </a:xfrm>
          <a:prstGeom prst="rect">
            <a:avLst/>
          </a:prstGeom>
        </p:spPr>
        <p:txBody>
          <a:bodyPr>
            <a:normAutofit/>
          </a:bodyPr>
          <a:lstStyle/>
          <a:p>
            <a:r>
              <a:t>A system is time-invariant (TI) if</a:t>
            </a:r>
          </a:p>
          <a:p>
            <a:r>
              <a:t>Its behaviour does not depend on what time it is [Willsky, 2003], or</a:t>
            </a:r>
          </a:p>
          <a:p>
            <a:r>
              <a:t>if its operator does not change with time [Sinha, 1991].</a:t>
            </a:r>
          </a:p>
          <a:p>
            <a:pPr marL="0" indent="0">
              <a:buSzTx/>
              <a:buFont typeface="Wingdings"/>
              <a:buNone/>
            </a:pPr>
            <a:endParaRPr/>
          </a:p>
          <a:p>
            <a:pPr marL="0" indent="0">
              <a:buSzTx/>
              <a:buFont typeface="Wingdings"/>
              <a:buNone/>
            </a:pPr>
            <a:r>
              <a:t>Mathematically speaking, a system u(t) → y(t) is TI if for </a:t>
            </a:r>
            <a:r>
              <a:rPr i="1"/>
              <a:t>any </a:t>
            </a:r>
            <a:r>
              <a:t>input u(t) and </a:t>
            </a:r>
            <a:r>
              <a:rPr i="1"/>
              <a:t>any </a:t>
            </a:r>
            <a:r>
              <a:t>time shift t0,</a:t>
            </a:r>
          </a:p>
          <a:p>
            <a:pPr marL="0" indent="0">
              <a:buSzTx/>
              <a:buFont typeface="Wingdings"/>
              <a:buNone/>
            </a:pPr>
            <a:endParaRPr/>
          </a:p>
          <a:p>
            <a:pPr marL="0" indent="0">
              <a:buSzTx/>
              <a:buFont typeface="Wingdings"/>
              <a:buNone/>
            </a:pPr>
            <a:endParaRPr/>
          </a:p>
          <a:p>
            <a:pPr marL="0" indent="0">
              <a:buSzTx/>
              <a:buFont typeface="Wingdings"/>
              <a:buNone/>
            </a:pPr>
            <a:endParaRPr/>
          </a:p>
          <a:p>
            <a:pPr marL="0" indent="0">
              <a:buSzTx/>
              <a:buFont typeface="Wingdings"/>
              <a:buNone/>
            </a:pPr>
            <a:r>
              <a:t>TI or not?</a:t>
            </a:r>
          </a:p>
        </p:txBody>
      </p:sp>
      <p:pic>
        <p:nvPicPr>
          <p:cNvPr id="321" name="image38.png" descr="image38.png"/>
          <p:cNvPicPr>
            <a:picLocks noChangeAspect="1"/>
          </p:cNvPicPr>
          <p:nvPr/>
        </p:nvPicPr>
        <p:blipFill>
          <a:blip r:embed="rId2"/>
          <a:stretch>
            <a:fillRect/>
          </a:stretch>
        </p:blipFill>
        <p:spPr>
          <a:xfrm>
            <a:off x="3081336" y="3777915"/>
            <a:ext cx="2981326" cy="733426"/>
          </a:xfrm>
          <a:prstGeom prst="rect">
            <a:avLst/>
          </a:prstGeom>
          <a:ln w="12700">
            <a:miter lim="400000"/>
          </a:ln>
        </p:spPr>
      </p:pic>
      <p:pic>
        <p:nvPicPr>
          <p:cNvPr id="322" name="image39.png" descr="image39.png"/>
          <p:cNvPicPr>
            <a:picLocks noChangeAspect="1"/>
          </p:cNvPicPr>
          <p:nvPr/>
        </p:nvPicPr>
        <p:blipFill>
          <a:blip r:embed="rId3"/>
          <a:stretch>
            <a:fillRect/>
          </a:stretch>
        </p:blipFill>
        <p:spPr>
          <a:xfrm>
            <a:off x="3081336" y="5296768"/>
            <a:ext cx="3028951" cy="981076"/>
          </a:xfrm>
          <a:prstGeom prst="rect">
            <a:avLst/>
          </a:prstGeom>
          <a:ln w="12700">
            <a:miter lim="400000"/>
          </a:ln>
        </p:spPr>
      </p:pic>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 name="Closing remarks…"/>
          <p:cNvSpPr txBox="1">
            <a:spLocks noGrp="1"/>
          </p:cNvSpPr>
          <p:nvPr>
            <p:ph type="title"/>
          </p:nvPr>
        </p:nvSpPr>
        <p:spPr>
          <a:xfrm>
            <a:off x="323527" y="457200"/>
            <a:ext cx="8496946" cy="533400"/>
          </a:xfrm>
          <a:prstGeom prst="rect">
            <a:avLst/>
          </a:prstGeom>
        </p:spPr>
        <p:txBody>
          <a:bodyPr>
            <a:normAutofit fontScale="90000"/>
          </a:bodyPr>
          <a:lstStyle>
            <a:lvl1pPr defTabSz="896111">
              <a:defRPr sz="3136"/>
            </a:lvl1pPr>
          </a:lstStyle>
          <a:p>
            <a:r>
              <a:t>Closing remarks…</a:t>
            </a:r>
          </a:p>
        </p:txBody>
      </p:sp>
      <p:sp>
        <p:nvSpPr>
          <p:cNvPr id="325" name="The world of science and engineering is filled with signals:…"/>
          <p:cNvSpPr txBox="1">
            <a:spLocks noGrp="1"/>
          </p:cNvSpPr>
          <p:nvPr>
            <p:ph type="body" idx="1"/>
          </p:nvPr>
        </p:nvSpPr>
        <p:spPr>
          <a:xfrm>
            <a:off x="323527" y="1124744"/>
            <a:ext cx="8496946" cy="5472608"/>
          </a:xfrm>
          <a:prstGeom prst="rect">
            <a:avLst/>
          </a:prstGeom>
        </p:spPr>
        <p:txBody>
          <a:bodyPr>
            <a:normAutofit/>
          </a:bodyPr>
          <a:lstStyle/>
          <a:p>
            <a:pPr marL="342900" indent="-342900">
              <a:lnSpc>
                <a:spcPct val="80000"/>
              </a:lnSpc>
              <a:spcBef>
                <a:spcPts val="400"/>
              </a:spcBef>
              <a:defRPr sz="1800"/>
            </a:pPr>
            <a:r>
              <a:t>The world of science and engineering is filled with signals: </a:t>
            </a:r>
          </a:p>
          <a:p>
            <a:pPr marL="742950" lvl="1" indent="-285750">
              <a:lnSpc>
                <a:spcPct val="80000"/>
              </a:lnSpc>
              <a:spcBef>
                <a:spcPts val="400"/>
              </a:spcBef>
              <a:buClr>
                <a:schemeClr val="accent2"/>
              </a:buClr>
              <a:defRPr sz="1800"/>
            </a:pPr>
            <a:r>
              <a:t>images from remote space probes, </a:t>
            </a:r>
          </a:p>
          <a:p>
            <a:pPr marL="742950" lvl="1" indent="-285750">
              <a:lnSpc>
                <a:spcPct val="80000"/>
              </a:lnSpc>
              <a:spcBef>
                <a:spcPts val="400"/>
              </a:spcBef>
              <a:buClr>
                <a:schemeClr val="accent2"/>
              </a:buClr>
              <a:defRPr sz="1800"/>
            </a:pPr>
            <a:r>
              <a:t>voltages generated by the heart and brain, </a:t>
            </a:r>
          </a:p>
          <a:p>
            <a:pPr marL="742950" lvl="1" indent="-285750">
              <a:lnSpc>
                <a:spcPct val="80000"/>
              </a:lnSpc>
              <a:spcBef>
                <a:spcPts val="400"/>
              </a:spcBef>
              <a:buClr>
                <a:schemeClr val="accent2"/>
              </a:buClr>
              <a:defRPr sz="1800"/>
            </a:pPr>
            <a:r>
              <a:t>radar and sonar echoes, </a:t>
            </a:r>
          </a:p>
          <a:p>
            <a:pPr marL="742950" lvl="1" indent="-285750">
              <a:lnSpc>
                <a:spcPct val="80000"/>
              </a:lnSpc>
              <a:spcBef>
                <a:spcPts val="400"/>
              </a:spcBef>
              <a:buClr>
                <a:schemeClr val="accent2"/>
              </a:buClr>
              <a:defRPr sz="1800"/>
            </a:pPr>
            <a:r>
              <a:t>seismic vibrations, and </a:t>
            </a:r>
          </a:p>
          <a:p>
            <a:pPr marL="742950" lvl="1" indent="-285750">
              <a:lnSpc>
                <a:spcPct val="80000"/>
              </a:lnSpc>
              <a:spcBef>
                <a:spcPts val="400"/>
              </a:spcBef>
              <a:buClr>
                <a:schemeClr val="accent2"/>
              </a:buClr>
              <a:defRPr sz="1800"/>
            </a:pPr>
            <a:r>
              <a:t>countless other applications. </a:t>
            </a:r>
          </a:p>
          <a:p>
            <a:pPr marL="342900" indent="-342900">
              <a:lnSpc>
                <a:spcPct val="80000"/>
              </a:lnSpc>
              <a:spcBef>
                <a:spcPts val="400"/>
              </a:spcBef>
              <a:defRPr sz="1800"/>
            </a:pPr>
            <a:r>
              <a:t>Digital Signal Processing is the science of using computers to understand these types of data. </a:t>
            </a:r>
          </a:p>
          <a:p>
            <a:pPr marL="342900" indent="-342900">
              <a:lnSpc>
                <a:spcPct val="80000"/>
              </a:lnSpc>
              <a:spcBef>
                <a:spcPts val="400"/>
              </a:spcBef>
              <a:defRPr sz="1800"/>
            </a:pPr>
            <a:r>
              <a:t>This includes a wide variety of goals: </a:t>
            </a:r>
          </a:p>
          <a:p>
            <a:pPr marL="742950" lvl="1" indent="-285750">
              <a:lnSpc>
                <a:spcPct val="80000"/>
              </a:lnSpc>
              <a:spcBef>
                <a:spcPts val="400"/>
              </a:spcBef>
              <a:buClr>
                <a:schemeClr val="accent2"/>
              </a:buClr>
              <a:defRPr sz="1800"/>
            </a:pPr>
            <a:r>
              <a:t>filtering, </a:t>
            </a:r>
          </a:p>
          <a:p>
            <a:pPr marL="742950" lvl="1" indent="-285750">
              <a:lnSpc>
                <a:spcPct val="80000"/>
              </a:lnSpc>
              <a:spcBef>
                <a:spcPts val="400"/>
              </a:spcBef>
              <a:buClr>
                <a:schemeClr val="accent2"/>
              </a:buClr>
              <a:defRPr sz="1800"/>
            </a:pPr>
            <a:r>
              <a:t>speech recognition, </a:t>
            </a:r>
          </a:p>
          <a:p>
            <a:pPr marL="742950" lvl="1" indent="-285750">
              <a:lnSpc>
                <a:spcPct val="80000"/>
              </a:lnSpc>
              <a:spcBef>
                <a:spcPts val="400"/>
              </a:spcBef>
              <a:buClr>
                <a:schemeClr val="accent2"/>
              </a:buClr>
              <a:defRPr sz="1800"/>
            </a:pPr>
            <a:r>
              <a:t>image enhancement, </a:t>
            </a:r>
          </a:p>
          <a:p>
            <a:pPr marL="742950" lvl="1" indent="-285750">
              <a:lnSpc>
                <a:spcPct val="80000"/>
              </a:lnSpc>
              <a:spcBef>
                <a:spcPts val="400"/>
              </a:spcBef>
              <a:buClr>
                <a:schemeClr val="accent2"/>
              </a:buClr>
              <a:defRPr sz="1800"/>
            </a:pPr>
            <a:r>
              <a:t>data compression, </a:t>
            </a:r>
          </a:p>
          <a:p>
            <a:pPr marL="742950" lvl="1" indent="-285750">
              <a:lnSpc>
                <a:spcPct val="80000"/>
              </a:lnSpc>
              <a:spcBef>
                <a:spcPts val="400"/>
              </a:spcBef>
              <a:buClr>
                <a:schemeClr val="accent2"/>
              </a:buClr>
              <a:defRPr sz="1800"/>
            </a:pPr>
            <a:r>
              <a:t>neural networks, </a:t>
            </a:r>
          </a:p>
          <a:p>
            <a:pPr marL="742950" lvl="1" indent="-285750">
              <a:lnSpc>
                <a:spcPct val="80000"/>
              </a:lnSpc>
              <a:spcBef>
                <a:spcPts val="400"/>
              </a:spcBef>
              <a:buClr>
                <a:schemeClr val="accent2"/>
              </a:buClr>
              <a:defRPr sz="1800"/>
            </a:pPr>
            <a:r>
              <a:t>and much more. </a:t>
            </a:r>
          </a:p>
          <a:p>
            <a:pPr marL="342900" indent="-342900">
              <a:lnSpc>
                <a:spcPct val="80000"/>
              </a:lnSpc>
              <a:spcBef>
                <a:spcPts val="400"/>
              </a:spcBef>
              <a:defRPr sz="1800"/>
            </a:pPr>
            <a:r>
              <a:t>Suppose we attach an analog-to-digital converter to a computer, and then use it to acquire a chunk of real world data. DSP answers the question: What next? </a:t>
            </a: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27" name="Individual Assignment - Exercise (Problems)"/>
          <p:cNvSpPr txBox="1">
            <a:spLocks noGrp="1"/>
          </p:cNvSpPr>
          <p:nvPr>
            <p:ph type="title"/>
          </p:nvPr>
        </p:nvSpPr>
        <p:spPr>
          <a:xfrm>
            <a:off x="323527" y="323055"/>
            <a:ext cx="8496946" cy="488041"/>
          </a:xfrm>
          <a:prstGeom prst="rect">
            <a:avLst/>
          </a:prstGeom>
        </p:spPr>
        <p:txBody>
          <a:bodyPr>
            <a:normAutofit fontScale="90000"/>
          </a:bodyPr>
          <a:lstStyle>
            <a:lvl1pPr defTabSz="804672">
              <a:defRPr sz="2816"/>
            </a:lvl1pPr>
          </a:lstStyle>
          <a:p>
            <a:r>
              <a:t>Individual Assignment - Exercise (Problems)</a:t>
            </a:r>
          </a:p>
        </p:txBody>
      </p:sp>
      <p:sp>
        <p:nvSpPr>
          <p:cNvPr id="328" name="What possible relationships might there be between DSP and the following fields?…"/>
          <p:cNvSpPr txBox="1">
            <a:spLocks noGrp="1"/>
          </p:cNvSpPr>
          <p:nvPr>
            <p:ph type="body" idx="1"/>
          </p:nvPr>
        </p:nvSpPr>
        <p:spPr>
          <a:xfrm>
            <a:off x="323527" y="808911"/>
            <a:ext cx="8496946" cy="5637514"/>
          </a:xfrm>
          <a:prstGeom prst="rect">
            <a:avLst/>
          </a:prstGeom>
        </p:spPr>
        <p:txBody>
          <a:bodyPr>
            <a:normAutofit lnSpcReduction="10000"/>
          </a:bodyPr>
          <a:lstStyle/>
          <a:p>
            <a:pPr marL="241166" indent="-241166" defTabSz="749808">
              <a:spcBef>
                <a:spcPts val="400"/>
              </a:spcBef>
              <a:buClrTx/>
              <a:buAutoNum type="arabicPeriod"/>
              <a:defRPr sz="1803"/>
            </a:pPr>
            <a:r>
              <a:t>What possible relationships might there be between DSP and the following fields?</a:t>
            </a:r>
          </a:p>
          <a:p>
            <a:pPr marL="822157" lvl="1" indent="-301457" defTabSz="749808">
              <a:spcBef>
                <a:spcPts val="400"/>
              </a:spcBef>
              <a:buClrTx/>
              <a:buAutoNum type="alphaUcPeriod"/>
              <a:defRPr sz="1803"/>
            </a:pPr>
            <a:r>
              <a:t>Numerical analysis</a:t>
            </a:r>
          </a:p>
          <a:p>
            <a:pPr marL="822157" lvl="1" indent="-301457" defTabSz="749808">
              <a:spcBef>
                <a:spcPts val="400"/>
              </a:spcBef>
              <a:buClrTx/>
              <a:buAutoNum type="alphaUcPeriod"/>
              <a:defRPr sz="1803"/>
            </a:pPr>
            <a:r>
              <a:t>Operating systems</a:t>
            </a:r>
          </a:p>
          <a:p>
            <a:pPr marL="822157" lvl="1" indent="-301457" defTabSz="749808">
              <a:spcBef>
                <a:spcPts val="400"/>
              </a:spcBef>
              <a:buClrTx/>
              <a:buAutoNum type="alphaUcPeriod"/>
              <a:defRPr sz="1803"/>
            </a:pPr>
            <a:r>
              <a:t>Computer visions</a:t>
            </a:r>
          </a:p>
          <a:p>
            <a:pPr marL="822157" lvl="1" indent="-301457" defTabSz="749808">
              <a:spcBef>
                <a:spcPts val="400"/>
              </a:spcBef>
              <a:buClrTx/>
              <a:buAutoNum type="alphaUcPeriod"/>
              <a:defRPr sz="1803"/>
            </a:pPr>
            <a:r>
              <a:t>Artifical Intelligence</a:t>
            </a:r>
          </a:p>
          <a:p>
            <a:pPr marL="241166" indent="-241166" defTabSz="749808">
              <a:spcBef>
                <a:spcPts val="400"/>
              </a:spcBef>
              <a:buClrTx/>
              <a:buAutoNum type="arabicPeriod"/>
              <a:defRPr sz="1803"/>
            </a:pPr>
            <a:r>
              <a:t>Consider a mobile robot able only o avoid obstacles, and to locate an electric outlet when its batteries are low. What technologies would be needed to implement such a robot? Where is DSP needed? Now give the robot the ability to receive verbal commands, to retrieve objects, and to keep its owner informed. What DSP is needed now?</a:t>
            </a:r>
          </a:p>
          <a:p>
            <a:pPr marL="241166" indent="-241166" defTabSz="749808">
              <a:spcBef>
                <a:spcPts val="400"/>
              </a:spcBef>
              <a:buClrTx/>
              <a:buAutoNum type="arabicPeriod"/>
              <a:defRPr sz="1803"/>
            </a:pPr>
            <a:r>
              <a:t>Along with a friend, using a computer with Audacity, record some naturally spoken speech and observe its waveform graphically. Does this picture contain all the information we can obtain from listening to the speech? You can easily find long silences and tell the difference between whispering and screaming. Try to tell where the words begin and end. Can you differentiate between male and female voices? Can you guess what is being said? </a:t>
            </a:r>
          </a:p>
          <a:p>
            <a:pPr marL="241166" indent="-241166" defTabSz="749808">
              <a:spcBef>
                <a:spcPts val="400"/>
              </a:spcBef>
              <a:buClrTx/>
              <a:buAutoNum type="arabicPeriod"/>
              <a:defRPr sz="1803"/>
            </a:pPr>
            <a:r>
              <a:t>Compare digital Compact Disc (CD) technology with the mp3 records. Explain why mp3 has somewhat replace CD technology by considering sound quality, playing duration, noise, stereo separation, the effect of apging: media, and the ability to make copies</a:t>
            </a: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0" name="Individual Assignment - Exercise (Instructions)"/>
          <p:cNvSpPr txBox="1">
            <a:spLocks noGrp="1"/>
          </p:cNvSpPr>
          <p:nvPr>
            <p:ph type="title"/>
          </p:nvPr>
        </p:nvSpPr>
        <p:spPr>
          <a:xfrm>
            <a:off x="323527" y="323055"/>
            <a:ext cx="8496946" cy="488041"/>
          </a:xfrm>
          <a:prstGeom prst="rect">
            <a:avLst/>
          </a:prstGeom>
        </p:spPr>
        <p:txBody>
          <a:bodyPr>
            <a:normAutofit fontScale="90000"/>
          </a:bodyPr>
          <a:lstStyle>
            <a:lvl1pPr defTabSz="804672">
              <a:defRPr sz="2816"/>
            </a:lvl1pPr>
          </a:lstStyle>
          <a:p>
            <a:r>
              <a:t>Individual Assignment - Exercise (Instructions)</a:t>
            </a:r>
          </a:p>
        </p:txBody>
      </p:sp>
      <p:sp>
        <p:nvSpPr>
          <p:cNvPr id="331" name="Answers must be typed in English OR BAHASA.…"/>
          <p:cNvSpPr txBox="1">
            <a:spLocks noGrp="1"/>
          </p:cNvSpPr>
          <p:nvPr>
            <p:ph type="body" idx="1"/>
          </p:nvPr>
        </p:nvSpPr>
        <p:spPr>
          <a:xfrm>
            <a:off x="323527" y="808911"/>
            <a:ext cx="8496946" cy="5637514"/>
          </a:xfrm>
          <a:prstGeom prst="rect">
            <a:avLst/>
          </a:prstGeom>
        </p:spPr>
        <p:txBody>
          <a:bodyPr>
            <a:normAutofit/>
          </a:bodyPr>
          <a:lstStyle/>
          <a:p>
            <a:pPr marL="342900" indent="-342900">
              <a:spcBef>
                <a:spcPts val="400"/>
              </a:spcBef>
              <a:defRPr sz="1700"/>
            </a:pPr>
            <a:r>
              <a:t>Answers must be </a:t>
            </a:r>
            <a:r>
              <a:rPr b="1"/>
              <a:t>typed in English OR BAHASA</a:t>
            </a:r>
            <a:r>
              <a:t>. </a:t>
            </a:r>
          </a:p>
          <a:p>
            <a:pPr marL="342900" indent="-342900">
              <a:spcBef>
                <a:spcPts val="400"/>
              </a:spcBef>
              <a:defRPr sz="1700"/>
            </a:pPr>
            <a:r>
              <a:t>You may cite/use any </a:t>
            </a:r>
            <a:r>
              <a:rPr b="1"/>
              <a:t>references</a:t>
            </a:r>
            <a:r>
              <a:t>; list your references in a </a:t>
            </a:r>
            <a:r>
              <a:rPr b="1"/>
              <a:t>Reference list</a:t>
            </a:r>
          </a:p>
          <a:p>
            <a:pPr marL="342900" indent="-342900">
              <a:spcBef>
                <a:spcPts val="400"/>
              </a:spcBef>
              <a:defRPr sz="1700"/>
            </a:pPr>
            <a:r>
              <a:t>Save your answers as </a:t>
            </a:r>
            <a:r>
              <a:rPr b="1"/>
              <a:t>pdf file</a:t>
            </a:r>
            <a:r>
              <a:t>. For Problem #3, save your sound recordings in mp3 file format </a:t>
            </a:r>
          </a:p>
          <a:p>
            <a:pPr marL="342900" indent="-342900">
              <a:spcBef>
                <a:spcPts val="400"/>
              </a:spcBef>
              <a:defRPr sz="1700"/>
            </a:pPr>
            <a:r>
              <a:t>Submission procedure:</a:t>
            </a:r>
          </a:p>
          <a:p>
            <a:pPr marL="742950" lvl="1" indent="-285750">
              <a:spcBef>
                <a:spcPts val="400"/>
              </a:spcBef>
              <a:buClr>
                <a:schemeClr val="accent2"/>
              </a:buClr>
              <a:defRPr sz="1700"/>
            </a:pPr>
            <a:r>
              <a:t>Login to E-Learning, find “</a:t>
            </a:r>
            <a:r>
              <a:rPr i="1"/>
              <a:t>Ch. 1 Assignment</a:t>
            </a:r>
            <a:r>
              <a:t> “in Session 1</a:t>
            </a:r>
          </a:p>
          <a:p>
            <a:pPr marL="742950" lvl="1" indent="-285750">
              <a:spcBef>
                <a:spcPts val="400"/>
              </a:spcBef>
              <a:buClr>
                <a:schemeClr val="accent2"/>
              </a:buClr>
              <a:defRPr sz="1700"/>
            </a:pPr>
            <a:r>
              <a:t>Upload/submit your answer file there. </a:t>
            </a:r>
            <a:r>
              <a:rPr b="1"/>
              <a:t>Only one file in pdf format for the report, along with a zip file containing your sound recordings, are requested</a:t>
            </a:r>
          </a:p>
          <a:p>
            <a:pPr marL="742950" lvl="1" indent="-285750">
              <a:spcBef>
                <a:spcPts val="400"/>
              </a:spcBef>
              <a:buClr>
                <a:schemeClr val="accent2"/>
              </a:buClr>
              <a:defRPr sz="1700"/>
            </a:pPr>
            <a:r>
              <a:t>Filename format: </a:t>
            </a:r>
            <a:r>
              <a:rPr b="1"/>
              <a:t>DSP_A01_</a:t>
            </a:r>
            <a:r>
              <a:rPr b="1" i="1"/>
              <a:t>name_studentnumber</a:t>
            </a:r>
            <a:r>
              <a:rPr b="1"/>
              <a:t>.pdf </a:t>
            </a:r>
            <a:r>
              <a:t>(for typed answers) and </a:t>
            </a:r>
            <a:r>
              <a:rPr b="1"/>
              <a:t>DSP_A01_</a:t>
            </a:r>
            <a:r>
              <a:rPr b="1" i="1"/>
              <a:t>name_studentnumber</a:t>
            </a:r>
            <a:r>
              <a:rPr b="1"/>
              <a:t>.zip </a:t>
            </a:r>
            <a:r>
              <a:t>(for the collective of sound recording files). The zip file should contain the mp3 files named </a:t>
            </a:r>
            <a:r>
              <a:rPr b="1"/>
              <a:t>DSP_A01_</a:t>
            </a:r>
            <a:r>
              <a:rPr b="1" i="1"/>
              <a:t>name_studentnumber_01</a:t>
            </a:r>
            <a:r>
              <a:rPr b="1"/>
              <a:t>.mp3, DSP_A01_</a:t>
            </a:r>
            <a:r>
              <a:rPr b="1" i="1"/>
              <a:t>name_studentnumber_02</a:t>
            </a:r>
            <a:r>
              <a:rPr b="1"/>
              <a:t>.mp3, DSP_A01_</a:t>
            </a:r>
            <a:r>
              <a:rPr b="1" i="1"/>
              <a:t>name_studentnumber_03</a:t>
            </a:r>
            <a:r>
              <a:rPr b="1"/>
              <a:t>.mp3, etc.</a:t>
            </a:r>
          </a:p>
          <a:p>
            <a:pPr marL="742950" lvl="1" indent="-285750">
              <a:spcBef>
                <a:spcPts val="400"/>
              </a:spcBef>
              <a:buClr>
                <a:schemeClr val="accent2"/>
              </a:buClr>
              <a:defRPr sz="1700"/>
            </a:pPr>
            <a:r>
              <a:t>Due date: Tuesday, 12 February 2019, 23:55 AM</a:t>
            </a:r>
          </a:p>
          <a:p>
            <a:pPr marL="342900" indent="-342900">
              <a:spcBef>
                <a:spcPts val="400"/>
              </a:spcBef>
              <a:defRPr sz="1700"/>
            </a:pPr>
            <a:r>
              <a:t>Notes:</a:t>
            </a:r>
          </a:p>
          <a:p>
            <a:pPr marL="742950" lvl="1" indent="-285750">
              <a:spcBef>
                <a:spcPts val="400"/>
              </a:spcBef>
              <a:buClr>
                <a:schemeClr val="accent2"/>
              </a:buClr>
              <a:defRPr sz="1700"/>
            </a:pPr>
            <a:r>
              <a:t>To get the most of the excercise, answer the question on your own!</a:t>
            </a:r>
          </a:p>
          <a:p>
            <a:pPr marL="742950" lvl="1" indent="-285750">
              <a:spcBef>
                <a:spcPts val="400"/>
              </a:spcBef>
              <a:buClr>
                <a:schemeClr val="accent2"/>
              </a:buClr>
              <a:defRPr sz="1700"/>
            </a:pPr>
            <a:r>
              <a:t>This is individual assignment; no two students should write the same answers!</a:t>
            </a:r>
          </a:p>
          <a:p>
            <a:pPr marL="742950" lvl="1" indent="-285750">
              <a:spcBef>
                <a:spcPts val="400"/>
              </a:spcBef>
              <a:buClr>
                <a:schemeClr val="accent2"/>
              </a:buClr>
              <a:defRPr sz="1700"/>
            </a:pPr>
            <a:r>
              <a:t>Cheating, plagiarisms, copy-paste other people’s work without giving appropriate credits will incur discount on your grades</a:t>
            </a: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3" name="Individual Assignment"/>
          <p:cNvSpPr txBox="1">
            <a:spLocks noGrp="1"/>
          </p:cNvSpPr>
          <p:nvPr>
            <p:ph type="title"/>
          </p:nvPr>
        </p:nvSpPr>
        <p:spPr>
          <a:xfrm>
            <a:off x="323527" y="457200"/>
            <a:ext cx="8496946" cy="533400"/>
          </a:xfrm>
          <a:prstGeom prst="rect">
            <a:avLst/>
          </a:prstGeom>
        </p:spPr>
        <p:txBody>
          <a:bodyPr>
            <a:normAutofit fontScale="90000"/>
          </a:bodyPr>
          <a:lstStyle>
            <a:lvl1pPr defTabSz="896111">
              <a:defRPr sz="3136"/>
            </a:lvl1pPr>
          </a:lstStyle>
          <a:p>
            <a:r>
              <a:t>Individual Assignment</a:t>
            </a:r>
          </a:p>
        </p:txBody>
      </p:sp>
      <p:sp>
        <p:nvSpPr>
          <p:cNvPr id="334" name="Work out exercise from Ch. 1 DSPCSP book:…"/>
          <p:cNvSpPr txBox="1">
            <a:spLocks noGrp="1"/>
          </p:cNvSpPr>
          <p:nvPr>
            <p:ph type="body" idx="1"/>
          </p:nvPr>
        </p:nvSpPr>
        <p:spPr>
          <a:xfrm>
            <a:off x="323527" y="1124744"/>
            <a:ext cx="8496946" cy="5472608"/>
          </a:xfrm>
          <a:prstGeom prst="rect">
            <a:avLst/>
          </a:prstGeom>
        </p:spPr>
        <p:txBody>
          <a:bodyPr>
            <a:normAutofit lnSpcReduction="10000"/>
          </a:bodyPr>
          <a:lstStyle/>
          <a:p>
            <a:pPr marL="298322" indent="-298322" defTabSz="795527">
              <a:spcBef>
                <a:spcPts val="300"/>
              </a:spcBef>
              <a:defRPr sz="1479"/>
            </a:pPr>
            <a:r>
              <a:t>Work out exercise from Ch. 1 DSPCSP book:</a:t>
            </a:r>
          </a:p>
          <a:p>
            <a:pPr marL="646366" lvl="1" indent="-248602" defTabSz="795527">
              <a:spcBef>
                <a:spcPts val="300"/>
              </a:spcBef>
              <a:buClr>
                <a:schemeClr val="accent2"/>
              </a:buClr>
              <a:defRPr sz="1479"/>
            </a:pPr>
            <a:r>
              <a:t>Ex. 1.2.1</a:t>
            </a:r>
          </a:p>
          <a:p>
            <a:pPr marL="646366" lvl="1" indent="-248602" defTabSz="795527">
              <a:spcBef>
                <a:spcPts val="300"/>
              </a:spcBef>
              <a:buClr>
                <a:schemeClr val="accent2"/>
              </a:buClr>
              <a:defRPr sz="1479"/>
            </a:pPr>
            <a:r>
              <a:t>Ex. 1.2.5 (Use PC/laptop and Audacity to capture/record and graphical interface)</a:t>
            </a:r>
          </a:p>
          <a:p>
            <a:pPr marL="646366" lvl="1" indent="-248602" defTabSz="795527">
              <a:spcBef>
                <a:spcPts val="300"/>
              </a:spcBef>
              <a:buClr>
                <a:schemeClr val="accent2"/>
              </a:buClr>
              <a:defRPr sz="1479"/>
            </a:pPr>
            <a:r>
              <a:t>Ex. 1.4.2</a:t>
            </a:r>
          </a:p>
          <a:p>
            <a:pPr marL="646366" lvl="1" indent="-248602" defTabSz="795527">
              <a:spcBef>
                <a:spcPts val="300"/>
              </a:spcBef>
              <a:buClr>
                <a:schemeClr val="accent2"/>
              </a:buClr>
              <a:defRPr sz="1479"/>
            </a:pPr>
            <a:r>
              <a:t>Ex. 1.4.3 (Only mathematical functions, no need to write routine codes)</a:t>
            </a:r>
          </a:p>
          <a:p>
            <a:pPr marL="646366" lvl="1" indent="-248602" defTabSz="795527">
              <a:spcBef>
                <a:spcPts val="300"/>
              </a:spcBef>
              <a:buClr>
                <a:schemeClr val="accent2"/>
              </a:buClr>
              <a:defRPr sz="1479"/>
            </a:pPr>
            <a:r>
              <a:t>Ex. 1.4.6 (Change LP with mp3)</a:t>
            </a:r>
          </a:p>
          <a:p>
            <a:pPr marL="298322" indent="-298322" defTabSz="795527">
              <a:spcBef>
                <a:spcPts val="300"/>
              </a:spcBef>
              <a:defRPr sz="1479"/>
            </a:pPr>
            <a:r>
              <a:t>Answers must be </a:t>
            </a:r>
            <a:r>
              <a:rPr b="1"/>
              <a:t>written in BAHASA</a:t>
            </a:r>
            <a:r>
              <a:t>; scan/photo your written answers and submit them according to the submission procedure explained below. </a:t>
            </a:r>
          </a:p>
          <a:p>
            <a:pPr marL="298322" indent="-298322" defTabSz="795527">
              <a:spcBef>
                <a:spcPts val="300"/>
              </a:spcBef>
              <a:defRPr sz="1479"/>
            </a:pPr>
            <a:r>
              <a:t>For Ex. 1.2.5, your </a:t>
            </a:r>
            <a:r>
              <a:rPr b="1"/>
              <a:t>waveform</a:t>
            </a:r>
            <a:r>
              <a:t> must be included digitally as an mp3 file (however, for documentation, saved as </a:t>
            </a:r>
            <a:r>
              <a:rPr b="1"/>
              <a:t>pictures</a:t>
            </a:r>
            <a:r>
              <a:t> and include them in your report document) </a:t>
            </a:r>
          </a:p>
          <a:p>
            <a:pPr marL="298322" indent="-298322" defTabSz="795527">
              <a:spcBef>
                <a:spcPts val="300"/>
              </a:spcBef>
              <a:defRPr sz="1479"/>
            </a:pPr>
            <a:r>
              <a:t>You may cite/use any </a:t>
            </a:r>
            <a:r>
              <a:rPr b="1"/>
              <a:t>references</a:t>
            </a:r>
            <a:r>
              <a:t>; list your references in a </a:t>
            </a:r>
            <a:r>
              <a:rPr b="1"/>
              <a:t>Reference list</a:t>
            </a:r>
            <a:r>
              <a:t> (</a:t>
            </a:r>
            <a:r>
              <a:rPr b="1"/>
              <a:t>typed</a:t>
            </a:r>
            <a:r>
              <a:t>)</a:t>
            </a:r>
          </a:p>
          <a:p>
            <a:pPr marL="298322" indent="-298322" defTabSz="795527">
              <a:spcBef>
                <a:spcPts val="300"/>
              </a:spcBef>
              <a:defRPr sz="1479"/>
            </a:pPr>
            <a:r>
              <a:t>Format: </a:t>
            </a:r>
            <a:r>
              <a:rPr b="1"/>
              <a:t>written (for answers)</a:t>
            </a:r>
            <a:r>
              <a:t> and LaTeX or Word and saved as </a:t>
            </a:r>
            <a:r>
              <a:rPr b="1"/>
              <a:t>pdf</a:t>
            </a:r>
            <a:r>
              <a:t> (for references, if any). </a:t>
            </a:r>
          </a:p>
          <a:p>
            <a:pPr marL="298322" indent="-298322" defTabSz="795527">
              <a:spcBef>
                <a:spcPts val="300"/>
              </a:spcBef>
              <a:defRPr sz="1479"/>
            </a:pPr>
            <a:r>
              <a:t>Submission procedure:</a:t>
            </a:r>
          </a:p>
          <a:p>
            <a:pPr marL="646366" lvl="1" indent="-248602" defTabSz="795527">
              <a:spcBef>
                <a:spcPts val="300"/>
              </a:spcBef>
              <a:buClr>
                <a:schemeClr val="accent2"/>
              </a:buClr>
              <a:defRPr sz="1479"/>
            </a:pPr>
            <a:r>
              <a:t>Login to E-Learning, find “</a:t>
            </a:r>
            <a:r>
              <a:rPr i="1"/>
              <a:t>Ch. 1 Assignment</a:t>
            </a:r>
            <a:r>
              <a:t> “in Session 1</a:t>
            </a:r>
          </a:p>
          <a:p>
            <a:pPr marL="646366" lvl="1" indent="-248602" defTabSz="795527">
              <a:spcBef>
                <a:spcPts val="300"/>
              </a:spcBef>
              <a:buClr>
                <a:schemeClr val="accent2"/>
              </a:buClr>
              <a:defRPr sz="1479"/>
            </a:pPr>
            <a:r>
              <a:t>Upload/submit your answer file there. </a:t>
            </a:r>
            <a:r>
              <a:rPr b="1"/>
              <a:t>Only one file in pdf format is requested for the report</a:t>
            </a:r>
          </a:p>
          <a:p>
            <a:pPr marL="646366" lvl="1" indent="-248602" defTabSz="795527">
              <a:spcBef>
                <a:spcPts val="300"/>
              </a:spcBef>
              <a:buClr>
                <a:schemeClr val="accent2"/>
              </a:buClr>
              <a:defRPr sz="1479"/>
            </a:pPr>
            <a:r>
              <a:t>Filename format: </a:t>
            </a:r>
            <a:r>
              <a:rPr b="1"/>
              <a:t>DSP_A01_</a:t>
            </a:r>
            <a:r>
              <a:rPr b="1" i="1"/>
              <a:t>name_studentnumber</a:t>
            </a:r>
            <a:r>
              <a:rPr b="1"/>
              <a:t>.pdf</a:t>
            </a:r>
          </a:p>
          <a:p>
            <a:pPr marL="646366" lvl="1" indent="-248602" defTabSz="795527">
              <a:spcBef>
                <a:spcPts val="300"/>
              </a:spcBef>
              <a:buClr>
                <a:schemeClr val="accent2"/>
              </a:buClr>
              <a:defRPr sz="1479"/>
            </a:pPr>
            <a:r>
              <a:t>Upload/submit your own sound recording in mp3 file format</a:t>
            </a:r>
          </a:p>
          <a:p>
            <a:pPr marL="646366" lvl="1" indent="-248602" defTabSz="795527">
              <a:spcBef>
                <a:spcPts val="300"/>
              </a:spcBef>
              <a:buClr>
                <a:schemeClr val="accent2"/>
              </a:buClr>
              <a:defRPr sz="1479"/>
            </a:pPr>
            <a:r>
              <a:t>Due date: Wednesday, 15 March 2017, 23:55 AM</a:t>
            </a:r>
          </a:p>
          <a:p>
            <a:pPr marL="298322" indent="-298322" defTabSz="795527">
              <a:spcBef>
                <a:spcPts val="300"/>
              </a:spcBef>
              <a:defRPr sz="1479"/>
            </a:pPr>
            <a:r>
              <a:t>Notes:</a:t>
            </a:r>
          </a:p>
          <a:p>
            <a:pPr marL="646366" lvl="1" indent="-248602" defTabSz="795527">
              <a:spcBef>
                <a:spcPts val="300"/>
              </a:spcBef>
              <a:buClr>
                <a:schemeClr val="accent2"/>
              </a:buClr>
              <a:defRPr sz="1479"/>
            </a:pPr>
            <a:r>
              <a:t>To get the most of the excercise, answer the question on your own!</a:t>
            </a:r>
          </a:p>
          <a:p>
            <a:pPr marL="646366" lvl="1" indent="-248602" defTabSz="795527">
              <a:spcBef>
                <a:spcPts val="300"/>
              </a:spcBef>
              <a:buClr>
                <a:schemeClr val="accent2"/>
              </a:buClr>
              <a:defRPr sz="1479"/>
            </a:pPr>
            <a:r>
              <a:t>This is individual assignment; no two students should write the same answers!</a:t>
            </a:r>
          </a:p>
          <a:p>
            <a:pPr marL="646366" lvl="1" indent="-248602" defTabSz="795527">
              <a:spcBef>
                <a:spcPts val="300"/>
              </a:spcBef>
              <a:buClr>
                <a:schemeClr val="accent2"/>
              </a:buClr>
              <a:defRPr sz="1479"/>
            </a:pPr>
            <a:r>
              <a:t>Cheating, plagiarisms, copy-paste other people’s work without giving appropriate credits will incur discount on your grades</a:t>
            </a: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 name="References"/>
          <p:cNvSpPr txBox="1">
            <a:spLocks noGrp="1"/>
          </p:cNvSpPr>
          <p:nvPr>
            <p:ph type="title"/>
          </p:nvPr>
        </p:nvSpPr>
        <p:spPr>
          <a:xfrm>
            <a:off x="323527" y="457200"/>
            <a:ext cx="8496946" cy="411258"/>
          </a:xfrm>
          <a:prstGeom prst="rect">
            <a:avLst/>
          </a:prstGeom>
        </p:spPr>
        <p:txBody>
          <a:bodyPr>
            <a:normAutofit fontScale="90000"/>
          </a:bodyPr>
          <a:lstStyle>
            <a:lvl1pPr defTabSz="640079">
              <a:defRPr sz="2240"/>
            </a:lvl1pPr>
          </a:lstStyle>
          <a:p>
            <a:r>
              <a:t>References</a:t>
            </a:r>
          </a:p>
        </p:txBody>
      </p:sp>
      <p:sp>
        <p:nvSpPr>
          <p:cNvPr id="337" name="Alan V. Oppenheim and Ronald W. Schafer. Discrete-Time Signal Processing. Prentice-Hall, 2nd edition, 1999.…"/>
          <p:cNvSpPr txBox="1">
            <a:spLocks noGrp="1"/>
          </p:cNvSpPr>
          <p:nvPr>
            <p:ph type="body" idx="1"/>
          </p:nvPr>
        </p:nvSpPr>
        <p:spPr>
          <a:xfrm>
            <a:off x="312518" y="836444"/>
            <a:ext cx="8807532" cy="5759274"/>
          </a:xfrm>
          <a:prstGeom prst="rect">
            <a:avLst/>
          </a:prstGeom>
        </p:spPr>
        <p:txBody>
          <a:bodyPr/>
          <a:lstStyle/>
          <a:p>
            <a:pPr marL="502919" indent="-502919">
              <a:spcBef>
                <a:spcPts val="300"/>
              </a:spcBef>
              <a:buClrTx/>
              <a:buAutoNum type="arabicPeriod"/>
              <a:defRPr sz="1600"/>
            </a:pPr>
            <a:r>
              <a:t>Alan V. Oppenheim and Ronald W. Schafer. </a:t>
            </a:r>
            <a:r>
              <a:rPr i="1"/>
              <a:t>Discrete-Time Signal Processing</a:t>
            </a:r>
            <a:r>
              <a:t>. Prentice-Hall, 2nd edition, 1999.</a:t>
            </a:r>
          </a:p>
          <a:p>
            <a:pPr marL="502919" indent="-502919">
              <a:spcBef>
                <a:spcPts val="300"/>
              </a:spcBef>
              <a:buClrTx/>
              <a:buAutoNum type="arabicPeriod"/>
              <a:defRPr sz="1600"/>
            </a:pPr>
            <a:r>
              <a:t>John G. Proakis and Dimitris G. Manolakis. </a:t>
            </a:r>
            <a:r>
              <a:rPr i="1"/>
              <a:t>Digital Signal Processing: Principles, Algorithms, and Applications</a:t>
            </a:r>
            <a:r>
              <a:t>. Macmillan, second edition, 1992.</a:t>
            </a:r>
          </a:p>
          <a:p>
            <a:pPr marL="502919" indent="-502919">
              <a:spcBef>
                <a:spcPts val="300"/>
              </a:spcBef>
              <a:buClrTx/>
              <a:buAutoNum type="arabicPeriod"/>
              <a:defRPr sz="1600"/>
            </a:pPr>
            <a:r>
              <a:t>Paul A. Lynn and Wolfgang Fuerst. </a:t>
            </a:r>
            <a:r>
              <a:rPr i="1"/>
              <a:t>Introductory Digital Signal Processing with Computer Applications</a:t>
            </a:r>
            <a:r>
              <a:t>. John Wiley &amp; Sons, revised edition, 1994.</a:t>
            </a:r>
          </a:p>
          <a:p>
            <a:pPr marL="502919" indent="-502919">
              <a:spcBef>
                <a:spcPts val="300"/>
              </a:spcBef>
              <a:buClrTx/>
              <a:buAutoNum type="arabicPeriod"/>
              <a:defRPr sz="1600"/>
            </a:pPr>
            <a:r>
              <a:t>Steven W. Smith. </a:t>
            </a:r>
            <a:r>
              <a:rPr i="1"/>
              <a:t>The Scientist and Engineer’s Guide to Digital Signal Processing</a:t>
            </a:r>
            <a:r>
              <a:t>. California Technical Publishing, 1997. URL </a:t>
            </a:r>
            <a:r>
              <a:rPr u="sng">
                <a:solidFill>
                  <a:srgbClr val="0000FF"/>
                </a:solidFill>
                <a:uFill>
                  <a:solidFill>
                    <a:srgbClr val="0000FF"/>
                  </a:solidFill>
                </a:uFill>
                <a:hlinkClick r:id="rId2"/>
              </a:rPr>
              <a:t>http://www.dspguide.com/pdfbook.htm</a:t>
            </a:r>
            <a:r>
              <a:t>.</a:t>
            </a:r>
          </a:p>
          <a:p>
            <a:pPr marL="502919" indent="-502919">
              <a:spcBef>
                <a:spcPts val="300"/>
              </a:spcBef>
              <a:buClrTx/>
              <a:buAutoNum type="arabicPeriod"/>
              <a:defRPr sz="1600"/>
            </a:pPr>
            <a:r>
              <a:t>Sanjit K. Mitra and James F. Kaiser, editors. </a:t>
            </a:r>
            <a:r>
              <a:rPr i="1"/>
              <a:t>Handbook for Digital Signal Processing</a:t>
            </a:r>
            <a:r>
              <a:t>. John Wiley &amp; Sons, 1993.</a:t>
            </a:r>
          </a:p>
          <a:p>
            <a:pPr marL="502919" indent="-502919">
              <a:spcBef>
                <a:spcPts val="300"/>
              </a:spcBef>
              <a:buClrTx/>
              <a:buAutoNum type="arabicPeriod"/>
              <a:defRPr sz="1600"/>
            </a:pPr>
            <a:r>
              <a:t>Alan V. Oppenheim. MIT OCW Lecture Notes on Digital Signals Processing. http://ocw.mit.edu/OcwWeb/Electrical-Engineering-and-Computer-Science/6-341Fall-2005/, 2005.</a:t>
            </a:r>
          </a:p>
          <a:p>
            <a:pPr marL="502919" indent="-502919">
              <a:spcBef>
                <a:spcPts val="300"/>
              </a:spcBef>
              <a:buClrTx/>
              <a:buAutoNum type="arabicPeriod"/>
              <a:defRPr sz="1600"/>
            </a:pPr>
            <a:r>
              <a:t>Naresh K. Sinha. </a:t>
            </a:r>
            <a:r>
              <a:rPr i="1"/>
              <a:t>Linear Systems</a:t>
            </a:r>
            <a:r>
              <a:t>. John Wiley and Sons, Inc., 1991.</a:t>
            </a:r>
          </a:p>
          <a:p>
            <a:pPr marL="502919" indent="-502919">
              <a:spcBef>
                <a:spcPts val="300"/>
              </a:spcBef>
              <a:buClrTx/>
              <a:buAutoNum type="arabicPeriod"/>
              <a:defRPr sz="1600"/>
            </a:pPr>
            <a:r>
              <a:t>Huibert Kwakernaak and Raphael Sivan. </a:t>
            </a:r>
            <a:r>
              <a:rPr i="1"/>
              <a:t>Modern Signals and Systems</a:t>
            </a:r>
            <a:r>
              <a:t>. Prentice-Hall International, 1991.</a:t>
            </a:r>
          </a:p>
          <a:p>
            <a:pPr marL="502919" indent="-502919">
              <a:spcBef>
                <a:spcPts val="300"/>
              </a:spcBef>
              <a:buClrTx/>
              <a:buAutoNum type="arabicPeriod"/>
              <a:defRPr sz="1600"/>
            </a:pPr>
            <a:r>
              <a:t>Rodger E. Ziemer, William H. Tranter, and D. Ronald Fannin. </a:t>
            </a:r>
            <a:r>
              <a:rPr i="1"/>
              <a:t>Signals and Systems: Continuous and Discrete</a:t>
            </a:r>
            <a:r>
              <a:t>. Maxwell Macmillan International, 2 edition, 1990.</a:t>
            </a:r>
          </a:p>
          <a:p>
            <a:pPr marL="502919" indent="-502919">
              <a:spcBef>
                <a:spcPts val="300"/>
              </a:spcBef>
              <a:buClrTx/>
              <a:buAutoNum type="arabicPeriod"/>
              <a:defRPr sz="1600"/>
            </a:pPr>
            <a:r>
              <a:t>Mark Fowler. Signals and systems. </a:t>
            </a:r>
            <a:r>
              <a:rPr u="sng">
                <a:solidFill>
                  <a:srgbClr val="0000FF"/>
                </a:solidFill>
                <a:uFill>
                  <a:solidFill>
                    <a:srgbClr val="0000FF"/>
                  </a:solidFill>
                </a:uFill>
                <a:hlinkClick r:id="rId3"/>
              </a:rPr>
              <a:t>http://www.ws.binghamton.edu/fowler/fowler%20personal%20page/2007</a:t>
            </a:r>
          </a:p>
          <a:p>
            <a:pPr marL="502919" indent="-502919">
              <a:spcBef>
                <a:spcPts val="300"/>
              </a:spcBef>
              <a:buClrTx/>
              <a:buAutoNum type="arabicPeriod"/>
              <a:defRPr sz="1600"/>
            </a:pPr>
            <a:r>
              <a:t>Martin Brown. Lecture notes on signals and systems. http://personalpages.manchester.ac.uk/staff/martin.brown/signals/, 2008. </a:t>
            </a:r>
          </a:p>
          <a:p>
            <a:pPr marL="502919" indent="-502919">
              <a:spcBef>
                <a:spcPts val="300"/>
              </a:spcBef>
              <a:buClrTx/>
              <a:buAutoNum type="arabicPeriod"/>
              <a:defRPr sz="1600"/>
            </a:pPr>
            <a:r>
              <a:t>Alan S. Willsky. MIT OCW Lecture Notes on Signals and Systems. http://ocw.mit.edu/OcwWeb/Electrical-Engineering-and-Computer-Science/6-003Fall-2003/LectureNotes/index.htm, 2003.</a:t>
            </a: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 name="Acknowledgment"/>
          <p:cNvSpPr txBox="1">
            <a:spLocks noGrp="1"/>
          </p:cNvSpPr>
          <p:nvPr>
            <p:ph type="title"/>
          </p:nvPr>
        </p:nvSpPr>
        <p:spPr>
          <a:prstGeom prst="rect">
            <a:avLst/>
          </a:prstGeom>
        </p:spPr>
        <p:txBody>
          <a:bodyPr/>
          <a:lstStyle/>
          <a:p>
            <a:r>
              <a:t>Acknowledgment</a:t>
            </a:r>
          </a:p>
        </p:txBody>
      </p:sp>
      <p:sp>
        <p:nvSpPr>
          <p:cNvPr id="340" name="Many portions of the slides used in this lecture were taken from OCW, Dr. Fowler’s, and Dr. Brown’s slides"/>
          <p:cNvSpPr txBox="1">
            <a:spLocks noGrp="1"/>
          </p:cNvSpPr>
          <p:nvPr>
            <p:ph type="body" idx="1"/>
          </p:nvPr>
        </p:nvSpPr>
        <p:spPr>
          <a:xfrm>
            <a:off x="323527" y="1124744"/>
            <a:ext cx="8496946" cy="5302941"/>
          </a:xfrm>
          <a:prstGeom prst="rect">
            <a:avLst/>
          </a:prstGeom>
        </p:spPr>
        <p:txBody>
          <a:bodyPr/>
          <a:lstStyle/>
          <a:p>
            <a:r>
              <a:t>Many portions of the slides used in this lecture were taken from OCW, Dr. Fowler’s, and Dr. Brown’s slides </a:t>
            </a:r>
          </a:p>
        </p:txBody>
      </p:sp>
    </p:spTree>
  </p:cSld>
  <p:clrMapOvr>
    <a:masterClrMapping/>
  </p:clrMapOvr>
  <p:transition spd="med"/>
</p:sld>
</file>

<file path=ppt/theme/theme1.xml><?xml version="1.0" encoding="utf-8"?>
<a:theme xmlns:a="http://schemas.openxmlformats.org/drawingml/2006/main" name="Default">
  <a:themeElements>
    <a:clrScheme name="Default">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Default">
      <a:majorFont>
        <a:latin typeface="Helvetica"/>
        <a:ea typeface="Helvetica"/>
        <a:cs typeface="Helvetica"/>
      </a:majorFont>
      <a:minorFont>
        <a:latin typeface="Arial"/>
        <a:ea typeface="Arial"/>
        <a:cs typeface="Arial"/>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
              <a:solidFill>
                <a:srgbClr val="000000"/>
              </a:solidFill>
            </a:uFill>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
              <a:solidFill>
                <a:srgbClr val="000000"/>
              </a:solidFill>
            </a:uFill>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Default">
      <a:majorFont>
        <a:latin typeface="Helvetica"/>
        <a:ea typeface="Helvetica"/>
        <a:cs typeface="Helvetica"/>
      </a:majorFont>
      <a:minorFont>
        <a:latin typeface="Arial"/>
        <a:ea typeface="Arial"/>
        <a:cs typeface="Arial"/>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
              <a:solidFill>
                <a:srgbClr val="000000"/>
              </a:solidFill>
            </a:uFill>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
              <a:solidFill>
                <a:srgbClr val="000000"/>
              </a:solidFill>
            </a:uFill>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387</TotalTime>
  <Words>4020</Words>
  <Application>Microsoft Macintosh PowerPoint</Application>
  <PresentationFormat>On-screen Show (4:3)</PresentationFormat>
  <Paragraphs>384</Paragraphs>
  <Slides>37</Slides>
  <Notes>0</Notes>
  <HiddenSlides>3</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Avenir</vt:lpstr>
      <vt:lpstr>Courier New</vt:lpstr>
      <vt:lpstr>Tahoma Bold</vt:lpstr>
      <vt:lpstr>Wingdings</vt:lpstr>
      <vt:lpstr>Default</vt:lpstr>
      <vt:lpstr>PowerPoint Presentation</vt:lpstr>
      <vt:lpstr>Digital Signal Processing</vt:lpstr>
      <vt:lpstr>Course structure</vt:lpstr>
      <vt:lpstr>Rules of the game …</vt:lpstr>
      <vt:lpstr>Resources</vt:lpstr>
      <vt:lpstr>Tools in DSP</vt:lpstr>
      <vt:lpstr>Objectives</vt:lpstr>
      <vt:lpstr>Syllabus at a glance</vt:lpstr>
      <vt:lpstr>PowerPoint Presentation</vt:lpstr>
      <vt:lpstr>Signal processing: analog</vt:lpstr>
      <vt:lpstr>Signal processing: digital</vt:lpstr>
      <vt:lpstr>Issues in DSP</vt:lpstr>
      <vt:lpstr>Digital vs. Analog</vt:lpstr>
      <vt:lpstr>Hot applications in DSP</vt:lpstr>
      <vt:lpstr>(relatively) simple programming</vt:lpstr>
      <vt:lpstr>Examples: analog vs. digital filters</vt:lpstr>
      <vt:lpstr>Examples: analog vs. digital filters</vt:lpstr>
      <vt:lpstr>Signals &amp; Systems</vt:lpstr>
      <vt:lpstr>Specific uses of signals &amp; systems</vt:lpstr>
      <vt:lpstr>The independent variables (IV)</vt:lpstr>
      <vt:lpstr>Continuous- vs. Discrete-Time Systems</vt:lpstr>
      <vt:lpstr>Typical modern systems</vt:lpstr>
      <vt:lpstr>Classification of systems</vt:lpstr>
      <vt:lpstr>Statics vs. Dynamic Systems</vt:lpstr>
      <vt:lpstr>Dynamic systems</vt:lpstr>
      <vt:lpstr>Dynamic systems (cont’d)</vt:lpstr>
      <vt:lpstr>Causality</vt:lpstr>
      <vt:lpstr>Causality check</vt:lpstr>
      <vt:lpstr>Linear and Nonlinear Systems</vt:lpstr>
      <vt:lpstr>Linearity check</vt:lpstr>
      <vt:lpstr>Time Invariance (TI)</vt:lpstr>
      <vt:lpstr>Closing remarks…</vt:lpstr>
      <vt:lpstr>Individual Assignment - Exercise (Problems)</vt:lpstr>
      <vt:lpstr>Individual Assignment - Exercise (Instructions)</vt:lpstr>
      <vt:lpstr>Individual Assignment</vt:lpstr>
      <vt:lpstr>References</vt:lpstr>
      <vt:lpstr>Acknowledgment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Microsoft Office User</cp:lastModifiedBy>
  <cp:revision>2</cp:revision>
  <dcterms:modified xsi:type="dcterms:W3CDTF">2021-03-09T05:15:29Z</dcterms:modified>
</cp:coreProperties>
</file>