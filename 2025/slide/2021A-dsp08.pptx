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6"/>
  </p:notesMasterIdLst>
  <p:handoutMasterIdLst>
    <p:handoutMasterId r:id="rId17"/>
  </p:handoutMasterIdLst>
  <p:sldIdLst>
    <p:sldId id="456" r:id="rId2"/>
    <p:sldId id="465" r:id="rId3"/>
    <p:sldId id="459" r:id="rId4"/>
    <p:sldId id="460" r:id="rId5"/>
    <p:sldId id="461" r:id="rId6"/>
    <p:sldId id="462" r:id="rId7"/>
    <p:sldId id="463" r:id="rId8"/>
    <p:sldId id="464" r:id="rId9"/>
    <p:sldId id="470" r:id="rId10"/>
    <p:sldId id="471" r:id="rId11"/>
    <p:sldId id="472" r:id="rId12"/>
    <p:sldId id="473" r:id="rId13"/>
    <p:sldId id="474" r:id="rId14"/>
    <p:sldId id="475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2676" autoAdjust="0"/>
  </p:normalViewPr>
  <p:slideViewPr>
    <p:cSldViewPr>
      <p:cViewPr varScale="1">
        <p:scale>
          <a:sx n="121" d="100"/>
          <a:sy n="121" d="100"/>
        </p:scale>
        <p:origin x="2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0:59:37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20892 3847 5734,'1'47'0,"-2"-13"0,1 5 0,0-5 0,-1-10 0,0 0-575,1 8 0,-1 3 0,1-2 575,0 1 0,0-3 0,0-6 0,0 2 0,0 17 0,0 1 0,0-18 0,0-1 0,0 7 0,0 2 0,0 8 0,-1-2 0,1-14 0,0-1-659,0 15 0,0-2 659,0 1 0,0-3-128,0-1 128,0-3 0,1 0 0,0 1 0,0 1 0,1-4 0,-1-3 0,0-10 0,0-1 0,0-4 683,-1-1-683,1-2 1457,-1 1-1457,1-6 1031,-1 0-1031,2-7 0,-2-7 0,1-2 0,0-6 0</inkml:trace>
  <inkml:trace contextRef="#ctx0" brushRef="#br0" timeOffset="1615">20815 3872 5734,'-5'2'0,"1"0"0,13 0 0,0-2 0,10 0 0,-1-1 0,2-2 0,18-2 0,-6 1-1326,14-2 1326,-8 1-1366,5-1 1366,-19 2 0,1 0 0,2 1 0,2-2 0,0 1 0,4-1 0,4 0-500,-1 0 0,5 0 0,3-1 0,-2 1 0,-2 0 500,-2 0 0,-2 1 0,0 0 0,2-1-109,3 0 1,3 0-1,1 0 1,-3 0 0,-5 1 108,10 0 0,-4 1 0,0-1 0,0 2 0,-2-1 0,2 0 0,2 2 0,3-1 0,-3 1 0,-2 0 0,-1 0 0,-1 1 0,1-1 0,-2 1 0,0 1 0,-5-1 0,-8 1 0,0 0 0,6-1 0,-2 1 0,9 1 0,-5-1 26,-1 1-26,-4 0 0,-2-1 1969,-3 0-1969,-2 0 0,-3 1 1902,-3-1-1902,-1-1 566,-2 0-566,-2 0 838,-2 0-838,-2 0 415,-1 0-415,1 0 18,-3 0-18,2 0 0,-4 0 0,-2 0 0,1 0 0,-7 1 0,4 0 0,-2 1 0,5 0 0,-1 1 0,-1 2 0,-3 7 0,-1-1 0,-2 7 0,2-2 0,-1 13 0,1-5 0,-2 11 0,0 7-1395,2-8 1395,1-9 0,0-1 0,-1 14 0,0 4 0,1 1 0,-1 3 0,1 2 0,1-12 0,0 0 0,0-8 0,1 1 0,-1 8 0,0 0 0,1-11 0,0-1 0,0 0 0,0 0 0,1 0 0,-1-1 0,0 24 0,1-2 0,0-1 0,0-16 0,0 2 0,-1 14 0,-1 0 0,2-12 0,0-1 0,-2 9 0,1-4 0,0-9-620,1 7 620,-1-9 0,1 3-57,0-13 57,0-2 0,0-3 0,0-2 1289,0-2-1289,-1 0 712,1-2-712,0-1 71,-1-2-71,0-2 0,0-2 0,-1-5 0,-1 2 0,1-3 0,-1 5 0,1-1 0,-1 0 0,1 1 0,-2-3 0,1 2 0,-5-5 0,3 4 0,-12-5 0,9 6 0,-9-2 0,0 2 0,2 1 0,-23-2 0,15 1 0,-7 0 0,-1-1 0,-1 0-210,7 1 1,-2 0 209,1 1 0,2 1-1231,-17-2 1231,15 1 0,-4 0-712,-4 0 1,-7-1 0,0 1-1,5 0 712,0 0 0,-1 0 0,1 0 0,-6-1 0,0 0 0,5 2-619,-1 0 0,5 0 619,6 1 0,-1-1 0,-6 0 0,-1 1 0,1-1 0,3 1 0,-18 0 0,20 0 0,-1 1 0,4 0 0,1 0 0,-11 0 468,-8 0-468,12 0 0,2 1 0,-1 0 957,1-1 0,3 1-957,10-1 1937,-6 0-1937,6 0 0,-4 0 0,2 0 0,4 0 657,-3 0-657,0-1 0,3 0 0,-5-1 0,-1 1 0,3-1 0,-5 1 0,-3-1 0,5 1 0,-5-1 0,-2 2 0,8 0 758,-6-1-758,4 0 0,6 0 0,-3 0 0,3 1 0,6 0 0,-2 0 0,4 0 0,3 0 0,-2 0 0,4 0 0,-1 0 0,2 0 0,1 1 0,1 0 0,-1 0 0,0 0 0,4-1 0,-1-1 0,4-2 0,-3 1 0,1-1 0,-2-1 0,1-1 0</inkml:trace>
  <inkml:trace contextRef="#ctx0" brushRef="#br0" timeOffset="3763">21324 4043 5734,'0'10'0,"-1"18"0,1 3 0,-1-1-1182,1 5 0,0 0 1182,-1-7 0,1 2-138,0 0 138,0 0 0,-1 14 0,0-12 562,1 9-562,0 3 0,0-17 0,0 12 0,0-24 0,0-1 1163,0-3-1163,0 3 777,0-9-777,-1 0 0,1-11 0,0-8 0,0 1 0,0-4 0,2-5 0,0 4 0,1-7 0,0 8 0,1-1 0,-1 1 0,3-6 0,-2 8 0,1-5 0,-1 9 0,3-6 0,-2 6 0,3-3 0,0 5 0,-1 2 0,5-1 0,-6 4 0,4 1 0,-5 2 0,1 0 0,0 2 0,-1 0 0,1 1 0,2 8 0,-3-4 0,2 8 0,-2 1 0,-2-1 0,3 6 0,-2-5 0,0 3 0,0 1 0,3 16 0,-3-13 0,2 12 0,-1-11 0,-2-6 0,1 4 0,0-6 0,-2-5 0,2 4 0,-1-8 0,0 0 0</inkml:trace>
  <inkml:trace contextRef="#ctx0" brushRef="#br0" timeOffset="4500">21704 4269 5734,'0'14'0,"0"-2"0,0-6 0,0 2 0,0 0 0,0 1 0,1 4 0,-1-2 0,1 2 0,-1 2 0,0-3 0,0 3 0,-2 3 0,2-5 0,-3 4 0,2-1 0,-1-3 0,1 3 0,0 0 0,1-5 0,0 3 0,0 0 0,0-3 0,1 3 0,3 12 0,-2-15 0,3 12 0,-4-20 0,0 0 0,1-2 0,-1 2 0,0-2 0,0 0 0,3-2 0,-2 1 0,8-5 0,-5 2 0,4-2 0,-3 2 0,0 1 0,0-1 0,3 0 0,-2 0 0,8-2 0,-9 3 0,7-2 0,-8 1 0,0 0 0,-3-3 0,-1 2 0,-3-7 0,0 4 0,-1-4 0</inkml:trace>
  <inkml:trace contextRef="#ctx0" brushRef="#br0" timeOffset="5316">21900 4650 5734,'0'-7'0,"0"-1"0,-1 1 0,-1-5 0,2 2 0,-2-4 0,2-2 0,1 3 0,0-4 0,7-17 0,-3 18 0,5-16 0,-6 23 0,0 2 0,0 0 0,-1 2 0,1 0 0,2 1 0,-2 2 0,1 0 0,0 2 0,-1 2 0,1 0 0,2 4 0,-2-2 0,2 4 0,2 5 0,-2-2 0,2 7 0,-1 4 0,-3-4 0,1 8 0,3 21 0,-4-23-376,3 20 376,-7-32 0,0 0 0,-1-2 0,0-1 0,-1-2 0,0 0 0,0-2 0,0-2 0</inkml:trace>
  <inkml:trace contextRef="#ctx0" brushRef="#br0" timeOffset="5882">21734 4322 5734,'4'-2'0,"0"-1"0,-2 2 0,1 1 0,0-1 0,0 1 0,3-3 0,-1 1 0,1-1 0,0 1 0,-1 0 0,2 2 0,11-1 0,-8 2 0,8-1 0,-7 3 0,-3-1 0,4 1 0,-7-1 0,2 0 0,-4-1 0,-1 0 0,1-1 0,-1-2 0</inkml:trace>
  <inkml:trace contextRef="#ctx0" brushRef="#br0" timeOffset="6501">22245 4297 5734,'4'1'0,"-1"-1"0,-2 2 0,-2-1 0,1 1 0,-2 1 0,1 0 0,0 1 0,-4 16 0,2-7 0,-3 14 0,4-12 0,-2 8 0,2-4 0,-1 15 0,2-12 0,1 7 0,0 3 0,0-8 0,0 8 0,2 0 0,-1-8 0,0 6 0,0-4 0,-1-8 0,0 3 0,0-10 0,0-1 0,0-1 0,-1-2 0,-5 4 0,4-5 0,-6 1 0,6-6 0,-1-2 0,1 1 0,-1-3 0,1 1 0,-2-3 0,-5-8 0,2 3 0,-4-8 0</inkml:trace>
  <inkml:trace contextRef="#ctx0" brushRef="#br0" timeOffset="7480">22241 4291 5734,'-7'3'0,"-2"0"0,2 1 0,-2 0 0,3-1 0,-1-1 0,-3 2 0,2-1 0,-7 0 0,6-1 0,-2 1 0,3-1 0,1 1 0,0-1 0,-2 0 0,3-1 0,-1 1 0,3-1 0,0 1 0,2-1 0,1-1 0,-1-1 0,1-2 0,-2 0 0,-1-2 0,1 0 0</inkml:trace>
  <inkml:trace contextRef="#ctx0" brushRef="#br0" timeOffset="9149">19579 4505 5734,'4'1'0,"0"-1"0,-1 1 0,2-1 0,10 0 0,-5 0 0,7-1 0,-6 0 0,10-2 0,-6 1 0,7-1 0,-2 1 0,-5 0 0,7 0 0,-7 2 0,2 0 0,14 0 0,2 0 0,-2 0-524,3 0 0,-1 0 524,-12 1 0,0 0-241,0 1 241,0-1 0,1 1 0,10 1 0,-7 0-492,9 1 492,-10 0 0,1-1 0,-1-1 0,1 1 0,-1-1 0,10 1 0,-9-1 0,7-1 0,-4-1 0,-8 0 853,4-1-853,-8 0 250,-3 0-250,0 0 0,-2 0 0,0 0 557,22-2-557,-18 2 0,22-4 0,-27 3 121,9 0-121,-9 0 0,6 0 0,-6 0 0,-2 2 0,1-1 0,6 1 0,-7-1 0,7 1 0,-8-1 0,1 1 0,2 0 0,-2 0 0,1 0 0,-3 0 0,-1 0 0,0 0 0,-1 0 0,0 0 0,0 0 0,0 0 0,-1 0 0,2 0 0,-1 0 0,1 0 0,0 0 0,0 0 0,2 0 0,-1 0 0,1 0 0,-3 0 0,1 0 0,-2 0 0,1 0 0,-1 0 0,1 0 0,-2 0 0,1-1 0,-1 1 0,0 0 0,1 0 0,-2 0 0,1 0 0,-1 0 0,2-1 0,-2 0 0,1-1 0,-1 2 0,0-2 0,0 1 0,1 0 0,-1 1 0,1 0 0,-7-2 0,-4-2 0,-7-3 0,-1 0 0</inkml:trace>
  <inkml:trace contextRef="#ctx0" brushRef="#br0" timeOffset="10033">20558 4319 5734,'-4'3'0,"1"0"0,2-2 0,1 1 0,1 1 0,-1-1 0,1 0 0,-1-1 0,2 0 0,0 0 0,2 1 0,1 0 0,4 0 0,3 4 0,-1-1 0,3 3 0,25 13 0,-21-11-329,20 12 329,-27-16 0,1 3 0,-3-1 0,3 4 0,-6-5 0,1 1 0,1 1 329,-3 2-329,-1-1 0,-3 0 0,-3-3 0,-1 0 0,-2 2 0,-5 6 0,1-2 0,-3 3 0,3-3 0,-4 5 0,3-4 0,-7 12 0,9-14 0,-2 5 0,7-11 0,0-2 0,1-2 0,-1-1 0,1-2 0,1-3 0,2-1 0</inkml:trace>
  <inkml:trace contextRef="#ctx0" brushRef="#br0" timeOffset="11250">19383 3825 5734,'4'-1'0,"-2"1"0,-1-2 0,-1 1 0,3 3 0,-2-1 0,2 3 0,-1 1 0,0-1 0,6 14 0,-3-6 0,4 8 0,0-1 0,-1-3 0,3 5 0,2 2 0,-3-5 0,4 5 0,0 1 0,-4-7 0,5 7 0,0-1 0,-4-7 0,11 17 0,-19-32 0,-1-1 0,0-3 0,-5 1 0,2-2 0,-5 0 0</inkml:trace>
  <inkml:trace contextRef="#ctx0" brushRef="#br0" timeOffset="11642">19339 4107 5734,'3'-5'0,"2"-1"0,6-10 0,3-6 0,1-1 0,0 0 0,-2 3 0,-3 5 0,4-5 0,0 1 0,-3 4 0,4-3 0,0-1 0,-4 5 0,3-5 0,-1 3 0,-5 6 0,2-3 0,-5 5 0,-1 3 0,-1 0 0,-2 2 0,0 2 0,0-1 0,-8 7 0,3-1 0,-6 5 0,5-3 0,1 0 0</inkml:trace>
  <inkml:trace contextRef="#ctx0" brushRef="#br0" timeOffset="12200">19611 3885 5734,'1'4'0,"-1"0"0,0-1 0,0 2 0,0 9 0,0-5 0,2 17 0,-1-14 0,2 12 0,-1-15 0,-1 2 0,2-4 0,-1 0 0,2 0 0,-2 2 0,-1-2 0,-2 2 0,1-2 0,-1-1 0,2 0 0,0-2 0,1 0 0,-1-1 0,3 1 0,-2 0 0,2 1 0,0 0 0,0-1 0,1 0 0,8 6 0,-6-5 0,7 4 0,-6-5 0,-3-3 0,3 2 0,-3-4 0,0 0 0,1 0 0,8-8 0,-6 4 0,7-6 0,-9 6 0</inkml:trace>
  <inkml:trace contextRef="#ctx0" brushRef="#br0" timeOffset="12639">19622 3899 5734,'5'0'0,"5"-2"0,-5 0 0,5-2 0,-3 1 0,-1 1 0,0-1 0,-2 2 0,0-1 0,-1 0 0,1 1 0,-1-1 0,2 1 0,7-3 0,-5 3 0,6-2 0,-8 3 0,0 0 0,1 0 0,-1 0 0</inkml:trace>
  <inkml:trace contextRef="#ctx0" brushRef="#br0" timeOffset="13217">19829 4093 5734,'2'-2'0,"-1"0"0,0-8 0,1 0 0,0 1 0,1-2 0,2-2 0,-2 3 0,3-2 0,0 1 0,0 3 0,0-2 0,2 1 0,-1 2 0,1-2 0,-2 3 0,1 0 0,-1 2 0,-1 0 0,9 2 0,-7 2 0,5 1 0,-6 3 0,0 0 0,0 2 0,0 0 0,4 8 0,-4-5 0,7 13 0,-8-12 0,5 11 0,-8-12 0,1 6 0,-3-11 0,0 1 0,1-4 0,-1 1 0</inkml:trace>
  <inkml:trace contextRef="#ctx0" brushRef="#br0" timeOffset="13734">20235 3842 5734,'-4'7'0,"1"-1"0,2 7 0,1-4 0,-1 5 0,6 24 0,-3-17 0,4 20 0,-4-25 0,2 4 0,-2-1 0,0 0 0,-1-5 0,-2-5 0,0-2 0,-2 1 0,-1-2 0,-17 10 0,9-7 0,-13 6 0,14-10 0,1-1 0,2 0 0,2-2 0,0-1 0,2-2 0,0-5 0,5-4 0,0-3 0</inkml:trace>
  <inkml:trace contextRef="#ctx0" brushRef="#br0" timeOffset="14816">20223 3846 5734,'-6'3'0,"2"-2"0,1 2 0,2-1 0,-1-1 0,-2 2 0,0-1 0,-3 0 0,1 0 0,0-1 0,-1 0 0,0 0 0,-4 2 0,4-2 0,0 1 0,4-2 0,4-2 0,3 1 0,5 0 0,4-1 0,2 1 0</inkml:trace>
  <inkml:trace contextRef="#ctx0" brushRef="#br0" timeOffset="16928">22928 4481 5734,'2'3'0,"0"0"0,-1-4 0,0 1 0,1-1 0,-1 0 0,5 0 0,-2 1 0,4 0 0,-1 0 0,2 0 0,0-1 0,1 1 0,7-1 0,-2 0 0,6-1 0,-4 1 0,2 0 0,1 0 0,1 1 0,2-1-474,2-1 474,1 1 0,1 0 0,2-1-679,0 1 679,2 0 0,-1 0 0,1 0 0,0 1 0,0 0 0,15 0 0,-11 0 0,12 1 0,-22-1 0,-1 1 0,15 0 0,-16-1 0,4 1 0,9-2 0,6 1 0,-6-1 0,-11 1 0,-1 0-449,12-1 0,4 0 1,-9 0 448,-8 1 376,-1-1-376,5 1 0,-7 0 606,3 0-606,-10 0 0,-1 1 0,-2-1 1517,-1 1-1517,-2 0 0,0-1 0,0 0 0,-1 0 0,-1 1 0,-4-1 0,-1 0 0,1 2 0,-1 0 0,-1 0 0,-1-4 0,0 1 0,0-2 0,1 2 0,0-1 0,1 1 0,-1 0 0,0 0 0,0-1 0,-1 0 0,-1-2 0,0 0 0,-1-1 0,-1-1 0,1 0 0,-2 0 0,-10-10 0,8 8 0,-8-8 0,12 12 0,-2-2 0,2 2 0,-2-2 0,2 2 0,1 0 0,-1 0 0,1 1 0,0 0 0,0 1 0,1 0 0,-2-1 0,2 1 0,0-1 0,2 1 0,0 1 0,0-1 0,0 1 0,3 3 0,-2-1 0,4 2 0,-4-1 0,2 0 0,6 3 0,-3-2 0,5 3 0,-6-3 0,0-1 0,0 1 0,0-1 0,-1 1 0,-1 0 0,1 0 0,0 0 0,-1 0 0,-1 1 0,1 0 0,0 0 0,4 3 0,-3-3 0,3 3 0,-5-3 0,0-1 0,0 0 0,-1 0 0,-1 1 0,0-1 0,-1 1 0,-3 5 0,0-3 0,-3 5 0,-1-2 0,-1 0 0,-1 2 0,-1 0 0,-4 6 0,4-4 0,-4 4 0,3-2 0,2-3 0,-1 1 0,5-5 0,1-2 0,1-1 0,1-1 0,1-2 0,0-1 0,1-1 0,0 0 0,1-4 0,2 0 0,1-5 0</inkml:trace>
  <inkml:trace contextRef="#ctx0" brushRef="#br0" timeOffset="17924">23878 3806 5734,'-2'10'0,"1"0"0,0 8 0,1-2 0,1 8 0,7 15 0,-4-17 0,8 17 0,-6-28 0,3 0 0,-2-7 0,7-5 0,-2-3 0,9-9 0,-8 2 0,6-14 0,-7 9 0,0-7 0,6-18 0,-11 21 0,7-17 0,-11 29 0,-1 0 0,0 3 0,-1 0 0,-1 2 0,0 3 0,0 5 0,0 1 0,0 7 0,0 8 0,2-1 0,0 8 0,1 7 0,-1-7 0,0 9 0,-2 0-730,0-10 730,-1 6 0,0-3 0,-2-10 0,-6 16 0,-7-12 0,1 0 0,-5-8 0,6-9 0,-6-1 0,4-3 0,-3 0 0,2-4 0,5-1 730,-2-3-730,0-6 0,6 3 0,-4-6 0,10 3 0,0 0 0</inkml:trace>
  <inkml:trace contextRef="#ctx0" brushRef="#br0" timeOffset="18699">24139 3853 5734,'-4'2'0,"1"0"0,3-2 0,3-2 0,-2 1 0,2 0 0,-3 4 0,0-1 0,0 3 0,0-2 0,0 5 0,0 0 0,0 16 0,0-9 0,-1 24 0,1-20 0,-1 10 0,2-9 0,0-5 0,1 2 0,0-4 0,-1-3 0,2 3 0,-2-8 0,2 2 0,-2-5 0,0 0 0,-1-1 0,1 0 0,1-1 0,6-2 0,-2 0 0,5-1 0,0 0 0,-3 0 0,3-1 0,-3 2 0,-1-1 0,8-3 0,-7 3 0,6-3 0,-10 4 0,-1 0 0,0 0 0,-1-1 0,-2-4 0,-2 1 0,-1-4 0,-1 2 0</inkml:trace>
  <inkml:trace contextRef="#ctx0" brushRef="#br0" timeOffset="19086">24145 3820 5734,'4'0'0,"0"0"0,1 0 0,-1 0 0,1 1 0,1-2 0,-2 0 0,6-1 0,-5 1 0,4-2 0,-2 1 0,-1-1 0,1 0 0,5-2 0,-7 3 0,4-1 0,-9 4 0,0 0 0,-1 1 0</inkml:trace>
  <inkml:trace contextRef="#ctx0" brushRef="#br0" timeOffset="19733">24295 3875 5734,'0'6'0,"0"1"0,0 3 0,1 0 0,3 22 0,-1-16 0,2 14 0,-3-18 0,-1-1 0,0-1 0,1 2 0,-1-5 0,1 2 0,-1-4 0,-1-2 0,0 0 0,0-1 0,0-9 0,0 3 0,1-10 0,0 6 0,2-4 0,-1 0 0,1 1 0,1-3 0,1-1 0,-1 4 0,2-5 0,1 0 0,-1 4 0,1-2 0,4-4 0,-7 9 0,5-5 0,-8 12 0,0 1 0,1 0 0,-1 0 0,1 1 0,0 1 0,2 2 0,-1 0 0,9 12 0,-7-6 0,4 9 0,-5-7 0,-1 1 0,1 7 0,-3-3 0,2 4 0,-1 1 0,-1-5 0,1 3 0,0-1 0,0-7 0,-1 3 0,1-4 0,-2-4 0,2 1 0,-2-7 0,0 0 0</inkml:trace>
  <inkml:trace contextRef="#ctx0" brushRef="#br0" timeOffset="20357">24724 3765 5734,'-1'2'0,"2"-1"0,-4 3 0,2-2 0,0-1 0,-1 2 0,-1 0 0,0 3 0,-1 2 0,2-1 0,-2 3 0,2-2 0,-1 1 0,0 1 0,1 1 0,-3 26 0,3-18-307,-1 20 307,4-24 0,0 1 0,2 4 0,-2-6 0,0 4 0,1-5 0,-1-4 0,1 2 307,-1-4-307,-1-2 0,0 0 0,-1-1 0,-1-1 0,-1 2 0,1-2 0,-1 0 0,0-1 0,-1 0 0,1-1 0,-3 0 0,1 0 0,-1-1 0,-2 0 0,2-1 0,-9-2 0,6 1 0,-5-1 0,-2 1 0,5 1 0,-6-1 0,9 0 0,-1 0 0</inkml:trace>
  <inkml:trace contextRef="#ctx0" brushRef="#br0" timeOffset="21008">24732 3791 5734,'-4'2'0,"0"0"0,2-1 0,-1-1 0,1 0 0,-2 0 0,-3 2 0,0-1 0,-4 1 0,-3 1 0,-17 2 0,13-1 0,-9 1 0,21-5 0,0 0 0,2 0 0,1 0 0,0-1 0,1 1 0,-1-3 0,2 0 0,-2-3 0,2 0 0</inkml:trace>
  <inkml:trace contextRef="#ctx0" brushRef="#br0" timeOffset="28179">15399 5064 5734,'13'7'0,"-2"-1"0,23 2 0,-7-2-1393,18 3 1393,-9-4 0,2-1-492,-7 0 1,7-1 491,-7-1 0,8-2 0,6 1 0,2-1 0,2 0 0,0 0 0,-5 0 0,-4 0-428,6 0 0,-6-1 1,1 1-1,12-1 428,-21 0 0,5 0 0,4-1 0,3 1 0,4-1 0,1 1 0,3-1 0,0 0 0,1 0 0,0 0 0,-1 0 0,-1 0 0,-2 0 0,-2 0 0,-3 1 0,-4-1 0,-3 0-275,14 0 1,-7 0-1,-4 0 1,0 1-1,3-1 1,7-1 274,-12 2 0,4-1 0,3 0 0,3 0 0,2-1 0,1 1 0,0 0 0,0-1 0,-1 1 0,-2 0 0,-3 0 0,-3 1 0,-4-1 0,-5 1 0,15 0 0,-9 0 0,-2 0 0,2 1 0,-1-1 0,3 0 0,0 1 0,-3-1 0,-2 1 0,1-1 0,-3 1 0,2 1 0,10-1 0,2 1 0,-4 0 0,-4-1 0,-3 1 0,-3 0 0,2-1 0,-7 1 0,1-1 191,-7 0-191,-4-1 2327,-12 1-2327,-4-1 795,-17 1-795,0 0 2421,-5 0-2421,4 0 0,1 0 0,2 0 0,-7 1 0,10-1 0,-5 1 0,12-1 0,-1-1 0,1 1 0,-3 0 0,-4 2 0,0 1 0,-4 1 0</inkml:trace>
  <inkml:trace contextRef="#ctx0" brushRef="#br0" timeOffset="39832">17409 6513 5734,'-2'-2'0,"1"0"0,4 0 0,-1 1 0,3-2 0,-2 3 0,6-4 0,-3 3 0,19-7 0,-14 5 0,12-4 0,-7 2 0,-6 2 0,6-2 0,-10 3 0,6-1 0,-6 1 0,3-1 0,-5 2 0,3-2 0,-3 2 0,4-1 0,-5 0 0,1 1 0,-1 1 0,1-1 0,-1 1 0,3-1 0,-3 0 0,2 0 0,-1 0 0,9-2 0,-5-1 0,7-1 0,-3 1 0,-5 2 0,6 1 0,-7 3 0,2-2 0,0 1 0,-1-1 0,3 2 0,-2-2 0,9 1 0,-4-1 0,6 1 0,-7-1 0,8 0 0,-5 0 0,6 0 0,-6 0 0,8 0 0,-6 0 0,14 0 0,-12 0 0,5 0 0,2 0 0,-5-1-344,8 0 344,-9 0 0,2 0 0,-1 0 0,2-1 0,0 1 0,1 0 0,-1 0 0,11-1 0,-9 0-531,9 0 531,-10 0-32,10 0 32,2 2 0,-8-2 0,0 1 0,8 0 325,6 0-325,-3 2 0,-13 0 0,21 3-677,-26-3 677,7 2 87,-2-3-87,-5 1 0,12-1 0,-15 1 0,22 2 0,-19-1 0,11 0 0,-6-1 0,-5-1 0,6 0 0,-6 0 0,8 0 0,-7-1 0,7 1 0,-2-1 0,-7 1 0,5 0 0,-1 0 0,-7 0-2,5 0 2,-7 0 0,0 1 0,1 0 0,5-1 0,-4 1 0,6-1 0,-7 0 683,0 1-683,1 0 453,0 0-453,9-1 0,-6 0 38,7 1-38,1 0 0,-6 0 0,8-1 0,2 1 0,-8 0 0,1 0 0,16 0-575,-15 0 1,-1 1 574,3-1 0,2 0 0,13-1 0,-9 1 0,9-1 0,-14 1-521,-1-1 521,-2 2 0,-1-1 0,-1 0 0,-2 0 0,4 1 0,-1 0 0,1 0-412,21 1 412,-33-2 0,0 1 1030,-2-1-1030,12 1 0,-8 0 0,8 0 0,-10-1 559,-2 1-559,1-1 0,-1 0 0,0 0 493,-2 1-493,3-1 0,-5 1 0,3-1 0,-4 0 0,-3-1 0,1 0 0,-3 0 0,0 0 0,-1 0 0,0 1 0,0 0 0,1 0 0,-1-1 0,2 0 0,-1 0 0,1 0 0,-1 0 0,-2 2 0,-4-4 0,-3 0 0</inkml:trace>
  <inkml:trace contextRef="#ctx0" brushRef="#br0" timeOffset="59527">17067 7150 5734,'8'3'0,"1"-1"0,29-4 0,9-2 0,-21 1 0,3 1-656,3-2 1,7 0-1,4-1 1,-1 0 0,-6 1-140,-1 0 1,-4 1-1,6-1 795,2 1 0,7-1 0,4 0 0,0 1 0,-2-1 0,-6 2 12,4-1 1,-6 1 0,10 1-13,-12 0 0,7 0 0,5 1 0,3-1 0,2 1 0,-2 0 0,-2 0 0,-4 0 0,-6 0-28,7 0 0,-8 0 0,0 1 1,7 0 27,-9-1 0,4 1 0,4 0 0,2 0 0,0 0 0,-1 0 0,-3 0 0,-4 0 0,-5-1 0,13 2 0,-9 0 0,5-1 0,-5 1 0,5-1 0,1 0 0,-2 1 0,-4-1 0,1 1 0,-4-1 0,4 1 0,-1-1 0,6 1 0,1-1 0,-2 0 0,-6 1 0,-3-2 0,-4 1 0,1 0 0,16 0 0,2 0 0,-7-1 0,-13 0 0,-4-1 0,-2 1 0,0-1 0,3 0 0,-1-1 0,9 0 294,1-1-294,-17 1 1678,-2 1-1678,-6 0 3126,2 0-3126,-7 0 50,2 1-50,-4-1 586,1 0-586,-4 0 0,-1-6 0,-3 6 0,-12-5 0,-3 3 0,-10-3 0</inkml:trace>
  <inkml:trace contextRef="#ctx0" brushRef="#br0" timeOffset="60362">19831 6942 5734,'26'-1'0,"-1"0"0,1 1 0,4 1 0,2 2 0,9 14 0,-16-4 0,10 10 0,-17 2 0,-8-4 0,-1 20 0,-9-15 0,-5 11 0,-7-8 0,-1-1 0,-1 4-471,1-4 1,0-2 470,3-7 0,0-3 0,1-3 0,1-1 0,-3-4 0,3-5 0,-3-2 0</inkml:trace>
  <inkml:trace contextRef="#ctx0" brushRef="#br0" timeOffset="61616">17468 6811 5734,'3'-4'0,"0"-1"0,-2 2 0,0 1 0,-1 0 0,-1 1 0,-2 1 0,-2 3 0,-19 12 0,6-3-750,-15 11 750,10-6 0,-2 1 0,0 1 0,3-2 0,0 1 0,-5 4 0,6-6 0,2 0 0,2-1 0,1-1 0,4-1 0,-2 5 0,6-4 0,-1 3 0,10 12 0,0-14 0,5 11 0,5-14 0,-1-4 0,6 1 0,-3-3 0,2-1 0,2-1 0,0 0 0,2 0 0,0 1 0,3 0 0,1 1 0,2 1 0</inkml:trace>
  <inkml:trace contextRef="#ctx0" brushRef="#br0" timeOffset="65012">20711 6776 5734,'-3'-4'0,"1"-1"0,3 4 0,0 0 0,0 1 0,1-1 0,-1 3 0,0-1 0,-1 1 0,0 1 0,0 1 0,0 2 0,-1 14 0,1-6 0,0 19 0,2-16 0,6 26 0,-2-23 0,5 12 0,-2-18 0,3-1 0,-1-4 0,3-2 0,-5-9 0,9-5 0,-3-2-240,6-5 240,-6 0 0,4-8 0,-1-2 0,-1-1 0,0 1 0,-3 0 0,-6 0 0,-2 8 0,-2-4 0,-2 8 0,-2 3 0,0 1 0,0 4 0,1 3 0,-3 9 240,0 2-240,-2 9 0,1 2-541,0 4 541,1 3 0,2 5 0,1 2 0,2 2 0,1 11-913,0-9 1,0-2 912,1 3 0,0 0 0,0 0 0,-2 3 0,1-7 0,-2-1 0,-11-4 0,-7-11 0,-4-1 0,-11 11-620,5-13 0,-2-3 620,-9-2 0,7-5 0,0-1 0,-15 1 0,16-3 0,0-1-399,-18-3 399,15-1 1446,-3-3-1446,15-5 0,10 0 0,3-4 0,17-6 0,3 4 0,11-8 0,0 7 0</inkml:trace>
  <inkml:trace contextRef="#ctx0" brushRef="#br0" timeOffset="65645">21056 6875 5734,'0'-7'0,"-1"2"0,1 2 0,0 0 0,0 1 0,2-1 0,0 0 0,0 0 0,2-1 0,-2 1 0,1-1 0,-1 0 0,-1 1 0,0 1 0,0 0 0,0 0 0,0-1 0,0 2 0,-2 11 0,1-2 0,0 10 0,0 5 0,0-5 0,1 7 0,0 1 0,0 3 0,0 6 0,0 0 0,0-4 0,1 17 0,1-17 0,1-8 0,1 6 0,1-7 0,0-6 0,5 5 0,1-7 0,-3-3 0,1-3 0,-5-5 0,2-2 0,-2-2 0,4-8 0,-6 0 0,3-6 0</inkml:trace>
  <inkml:trace contextRef="#ctx0" brushRef="#br0" timeOffset="65918">21106 6848 5734,'3'-4'0,"1"0"0,2 1 0,0-1 0,2-1 0,1 0 0,5-2 0,-3 2 0,3-1 0,-1 4 0,-4 2 0,4 1 0,-5-2 0,2 0 0</inkml:trace>
  <inkml:trace contextRef="#ctx0" brushRef="#br0" timeOffset="66491">21293 6890 5734,'-2'6'0,"1"1"0,2 5 0,0-1 0,2 25 0,0-15 0,2 16 0,-2-5 0,-1-8 0,0 9 0,0-6 0,-1-7 0,0 4 0,-1-7 0,0-6 0,0 1 0,0-6 0,0-2 0,0-1 0,0-3 0,-1-4 0,0-5 0,0-2 0,0-4 0,2-18 0,0 12 0,3-23 0,0 24 0,1-5 0,1 8 0,0 0 0,0 1 0,1 1 0,0 2 0,0 1 0,1 2 0,5-4 0,-4 7 0,13 6 0,-12 6 0,7 8 0,-9 0 0,-2 1 0,4 13 0,-4-5 0,3 8 0,-3-1 0,-1-7 0,1 6 0,-2-5 0,0-7 0,-2 3 0,0-6 0,-2-5 0,0 0 0,-1-6 0,1-2 0,-1-1 0</inkml:trace>
  <inkml:trace contextRef="#ctx0" brushRef="#br0" timeOffset="67024">21589 6807 5734,'9'-1'0,"-1"1"0,6 0 0,-1 0 0,7 0 0,5 0 0,-5-1 0,6 1 0,1-2 0,-8 0 0,5 1 0,-5-2 0,-7 2 0,2-2 0,-3 0 0,-7 2 0,2 0 0,-8 2 0,-2 4 0,-2 8 0,1 0 0,-1 5 0,2-5 0,0 11 0,2-5 0,0 29 0,3-21-189,1 0 1,1-1 188,3 0 0,1 7 0,2-2 0,-2-7 0,2 5 0,-1 2 0,-4-12 0,-3 15 0,-4-21 0,-12 8 0,2-13 0,-6 1 0,-11-2 0,11-4 0,-9-5 0,1-1 0,6-2 0,-18-8 0,26 7 0</inkml:trace>
  <inkml:trace contextRef="#ctx0" brushRef="#br0" timeOffset="69540">21199 7344 5734,'4'0'0,"0"0"0,-3 0 0,1 0 0,-2-1 0,-3 1 0,0-1 0,-3 1 0,3 0 0,1 0 0,-1 0 0,1 0 0,-2 0 0,2 0 0,-2-1 0,2 1 0,0-1 0,1 1 0,0-2 0,1 0 0,1 1 0,0-1 0,1 3 0,0-1 0,-1 1 0,0-1 0,0 1 0,2-1 0,0 0 0,0 0 0,1 0 0,-2 0 0,1 0 0,-8 0 0,3 0 0,-13-2 0,10 1 0,-6-1 0,9 2 0,0 0 0,1-1 0,4-1 0,-2 1 0,5-1 0,-2 1 0,1-1 0,3 0 0,-1-1 0,1 1 0,-1-1 0,3-1 0,-4 2 0,3-3 0,-6 4 0,0-2 0,-2 3 0,-5 0 0,2 0 0,-7 1 0,5 0 0,-8 2 0,8-2 0,-5 1 0,8-2 0,-3 0 0,2 1 0,0 0 0,1 0 0,-1 1 0,1-1 0,-1 0 0,0 0 0,-2 1 0,3 0 0,-3-1 0,3 0 0,0-2 0,-1 1 0,0 0 0,1 2 0,-1 0 0,0-1 0,1 0 0,0-1 0,-1 1 0,1-1 0,-1 0 0,1 0 0,2-3 0,-1 2 0,1-1 0,1 2 0,-2 0 0,3 1 0,-2-1 0,2 0 0,-2 0 0,3-1 0,-1 0 0,1-1 0,1 0 0,-3 1 0,1-1 0,2 0 0,-4 1 0,4 0 0,-3 2 0,1-1 0,1 2 0,0-1 0,1 1 0,0 1 0,0-1 0,0 0 0,0 0 0,-1 0 0,0-1 0,-3-2 0,0 0 0,-6-2 0,3 0 0,-5-3 0</inkml:trace>
  <inkml:trace contextRef="#ctx0" brushRef="#br0" timeOffset="234928">14568 6497 5734,'-29'0'0,"1"0"0,1 0-1019,1 0 1019,1 1 0,0-1 0,0 1 0,-1 0 0,-8 0 0,-2 2 0,4-2 0,-9 2 0,3-1 0,18-1 0,-18 0 0,19-1 0,-14-1 0,-1 0 0,4 0 0,-1 0 0,0-1 0,1 0 328,8 1-328,-16-1 0,18 1 0,-18-1 0,21 1 0,-15-2 0,19 2 0,-11-2 0,11 2 0,-11-1 0,10 0 0,-27 0 0,20 1 0,-18 0-249,21 1 249,-2 0 0,-1-1 0,-2 1 0,-13-2 0,7 0-714,-10 1 714,12-1 0,-4 1 0,-1-1 0,-3 1-262,3-1 0,2 1 262,4 0 0,0-1-386,2 1 386,-1 0 0,-20-1 0,16 0 0,-16 0 0,-1 0 0,17 1 0,-1 0 0,1 0 0,-1 0 0,-10-1 0,-5 2 0,10-1 344,-12 1-344,6 1 0,1-1 0,-6 0-419,5 1 0,1-1 419,6 0 0,0 0 662,1 0-662,2-1 0,-1 0 394,3 0-394,-9-1 0,0 0 0,-1 1-527,2-1 1,1 1 526,11 1 0,0 0 1088,0-1-1088,-1 0 0,-13-1 0,10 0 0,-11 1 0,1-1 0,9 1-385,-9-1 385,13 1 0,1 0-327,1 1 327,0 0 0,1 0 0,-7 1 0,-2 0 0,0 1 135,0-1 1,2 0-136,8 1 0,0-1 396,1 0-396,-8 0 0,7-1 424,-5 0-424,8-1 375,-7 2-375,-19 0 0,12 0 288,-10 1-288,24-1-169,-1 0 169,0 0 0,-1 0 0,0 0 0,-18 3 0,-3-1 0,3 0 0,5-1 0,-5 1 0,6 0 0,2-2 0,-6 1 0,0 0 0,4-1 0,-6 1 0,2-1 0,4 0 0,8-1 0,0 0 0,-9 0 0,9 0 227,-5 0-227,10 0 0,3 0 0,0-1 0,3-1 0,-26-4 0,22 2 681,-19-2-681,23 3 0,3 2 186,-9 0-186,10 0 0,-5 2 0,5-1 0,-4 1 0,3-1 0,-4 0 0,-2 1 0,6-1 0,-5 1 0,7-1 0,2 0 0,-6 0 0,5 0 0,-3-1 0,3 1 0,3-1 0,-2 2 0,4 0 0,0 0 0,1 0 0,0 0 0,-2 0 0,2-1 0,-1 1 0,2-1 0,-1 1 0,0 0 0,0-1 0,1 1 0,-1-1 0,-2 2 0,1-2 0,0 1 0,0 0 0,1-1 0,-4 1 0,4 0 0,-3 0 0,4-1 0,0 0 0,0 2 0,0-1 0,0 1 0,1 0 0,0-1 0,-1 3 0,0 0 0,-1 3 0,1 0 0,0 2 0,0 1 0,0 1 0,-1 2 0,2 2 0,-1 1 0,2 11 0,-1-4 0,2 8 0,1 4 0,0-7 0,1 9 0,1 4-1226,-1-8 1226,1 11 0,-1-12 0,-1 1-801,0 0 801,1 0 0,-1 0 0,1 0 0,1 7 0,1 2 0,0-1-552,0-1 1,0-3 551,-3-13 0,0-1-175,1-2 175,-1-1 0,3 16 0,-1-14 0,0 10 0,-3-17 0,0 0 0,-2 19 0,-1-15 0,-2 13 0,1-19 0,0 1 943,0-3-943,0 4 769,0-5-769,0 2 1341,1-4-1341,0-2 252,0 0-252,1-2 0,-1 0 0,0 0 0,1-1 0,-1 1 0,1 0 0,0 0 0,0-1 0,0-1 0,0 0 0,0-1 0,2 0 0,-1-1 0,2-1 0,-2 1 0,1-1 0,-1 0 0,1 0 0,10-3 0,-5 2 0,8-1 0,1 0 0,-6 1 0,18-3 0,-14 2 0,10 0 0,-3 0 0,-5 2 0,6-1 0,1 0 0,-6 0 0,5 0 0,0 2 0,-5-1 0,5 1 0,-1 1 0,-4 0 0,5 0 0,-6 1 0,0 0 0,1-2 0,1 1 0,0-1 0,2-1 0,0 1-248,2-1 248,0 0 0,0 1 0,23 0 0,-19 0 0,0 0 0,0 0 0,0 0-790,21 0 790,-22 0 0,11-2 0,-8 1 0,8 0 0,-11 0 0,8 0 0,-7 0 0,5 1 0,0 0 0,-8 0 0,2 0 0,0 0 0,1 0 0,15 0 0,-8-1 0,-7 0 0,8 0 0,2-1 0,-9 2 0,9-2-295,-1 2 295,-8-1 0,1 1 0,1 0 0,1 0 0,17 0 0,-10 0 0,-9 0 0,10 0 0,-1-1 0,-9 0 0,7 0 0,-10 0 0,-2 1 0,0 0 0,-2 0 0,0 0 0,0 0 0,-2 0 0,0 0 221,-1 0-221,6-1 0,-6 0 0,6 1 0,12 0 0,-16 0-293,16 0 293,-20 1 0,-1 0 758,2 0-758,0 0 0,8-1 0,-4 0-5,7 0 5,-7 0 0,2 0 0,0 0 0,2 0 0,4 0 0,1 0 0,3 0-358,-2 0 1,-2 0 357,-4 1 0,0 0-418,0 0 418,1 1 0,11-2 0,-9 1 0,9-1 0,-12 0 0,0 0 0,-1 1 0,1 0 0,6 0 0,-7 0 0,6 0 0,-10 0 0,0 0 285,0 1-285,9 1 0,-6 0 0,8 1-365,-10-2 365,1 1 0,1-1 0,1 0 0,18 0 0,3 0 0,-1 0-324,2-1 0,-1 0 324,-13-1 0,-1 0 382,2 0-382,4 0 0,2-1 0,5 0-245,-6-1 0,1 1 245,9-1 0,-11 2 0,0-1 0,1 1 0,0 0 0,-9 0 0,1 0 0,11 0 0,-10 0 0,10 0 0,-2-1 0,-8 0 0,9 0 0,-1-1 0,-9 1 0,8-1 0,-12 1 0,-1-1 0,0 2 0,-1-1 0,10 0 0,-8 0 0,8 1 0,-12 0 0,0 0 121,-1 0-121,0 0 0,1 0 0,0 0 0,-1-1 0,2-1 0,0-1 0,0-1 0,1 2 0,1 2 0,0 0 0,-1 1 0,1 0 0,12-2 0,2 0 0,-2-1 565,2 1 0,-3-1-565,-13 1 0,0 0 0,8-2 0,1 0 0,1 0 0,-2 0 0,2 0 0,2 0 0,-3 0 0,0-1 0,1 1 0,-1-1 0,-7-1 0,-7 1 0,5 0 0,-4 0 0,-6 1 570,3 0-570,-6 2 257,2-1-257,-4 0 543,5 0-543,-6 1 0,2-1 0,4 0 0,-5 1 0,6-1 0,-3 1 0,-3 0 0,3-1 0,10-2 0,-10 3 0,8-2 0,-15 3 0,-1 0 0,0 0 0,0 0 0,-1 0 0,1 0 0,-3 0 0,-2-4 0,0 2 0,-2-6 0,3-2 0,0 1 0,0-4 0,-1-5 0,0 3 0,1-6 0,0-7 0,0-2 0,1-7-806,-1 2 0,1-1 806,2-5 0,0-3 0,1-3 0,-1 22 0,0 1 0,0-2 0,1 0 0,-1 1 0,0-2 0,3-10 0,-1-1 0,0 10 0,-1-1 0,1-7 0,1-1 0,0 5 0,-1 0 0,0 0 0,0 1 0,1 1 0,0 0 0,-2 5 0,0 1-498,1-6 498,-1 2 0,-1-8 0,-1 11 0,0-6-266,-1 7 266,0 7 0,0-2 0,-3-7 0,2 15 1469,-3-10-1469,3 15 572,0 2-572,0 0 335,1 1-335,-1 2 0,-1 0 0,1 1 0,-3-2 0,2 1 0,-3-1 0,2 1 0,-1 0 0,-1 1 0,-3-2 0,2 2 0,-4-2 0,3 2 0,-5-1 0,3 0 0,-4 1 0,0 1 0,4 0 0,-11 1 0,9-1 0,-21 4 0,21-4 0,-10 2 0,15-3 0,0 2 0,0-2 0,-5 2 0,4-1 0,-5 1 0,3 0 0,2-2 0,-1 1 0,-2-1 0,3 0 0,-2 1 0,3-1 0,0 0 0,-1 0 0,-2 0 0,3-1 0,-3 0 0,1-2 0,1 2 0,0 1 0,-2 2 0,3-1 0,-2 1 0,-2 0 0,3-1 0,-3 1 0,-1 0 0,3 0 0,-4 0 0,-1 1 0,3-1 0,-5 2 0,-18 4 0,17-5 0,-17 5 0,18-6 0,4 0 0,-2 0 0,-6 0 0,7 0 0,-16 2 0,8-3 0,-1 2 0,4-3 0,1 1 0,5-1 0,-9 1 0,9 0 0,-3 0 0,-5 0 0,7 1 0,-12-1 0,13 0 0,-4-1 0,-2 2 0,6-1 0,-5 1 0,8-2 0,0 0 0,1 0 0,-16 0 0,12 0 0,-11 0 0,16 0 0,-4 1 0,3-1 0,-4 0 0,5 0 0,-1 0 0,1 0 0,-1 0 0,1 0 0,-3 0 0,4 1 0,-1-1 0,2 1 0,-1 0 0,1 0 0,0 1 0,-3 0 0,2-1 0,-6 3 0,6-1 0,-2 0 0,1 1 0,2-2 0,-1 1 0,1 0 0,2-2 0,-1 3 0,0-2 0,-1 1 0,1-2 0,1 2 0,0-3 0,1 1 0,-2 0 0,2 0 0,-3 1 0,2 0 0,-1-1 0,1 1 0,-3 0 0,-1 1 0,1 0 0,0 0 0,4-1 0,-1 0 0,1-1 0,0 1 0,3 0 0,-1 0 0,4 2 0,-1-1 0,0 0 0,1 0 0,-1 1 0,-1-3 0,0 2 0,1 0 0,-1-1 0,0 2 0,0-2 0,1 3 0,-1-2 0,1 2 0,-2-4 0,0 0 0,0 0 0,-2 0 0,1 0 0,2 3 0,0-3 0,0 2 0,0-3 0,-1 0 0,0 1 0,-2 1 0,0 0 0,0 2 0,1-2 0</inkml:trace>
  <inkml:trace contextRef="#ctx0" brushRef="#br0" timeOffset="260578">14703 8376 5734,'7'-1'0,"-3"0"0,1 0 0,-3-1 0,2 1 0,-2-1 0,1 1 0,3 0 0,-3 1 0,4-1 0,-3 1 0,16 0 0,-11 0 0,13-1 0,-9 0 0,-1 0 0,5-2 0,-6 2 0,1-2 0,-2 2 0,7-2 0,-7 1 0,5-1 0,-8 2 0,-1 1 0,3 0 0,-1 0 0,1 0 0,-2 0 0,19-2 0,-13 1 0,15-1 0,-11 2 0,-5 0 0,10 0 0,-10 1 0,3 0 0,-1 1 0,-2 0 0,8 2 0,-7-2 0,4 2 0,16 2 0,-13-3-296,15 3 296,-19-3 0,0-1 0,1 0 0,5 2 0,-4-2 0,4 0 0,4 0 0,-9 0 0,7 0 0,-11-1 0,22 2 0,-17-1 0,17 1 0,-19-1 0,-4-1 0,3 1 0,-2 0 296,-2-1-296,3 1 0,1 0 0,-4-1 0,5 1 0,1 0 0,-3 0 0,4 0 0,-5 1 0,-1-1 0,1 1 0,-1-1 0,1 1 0,-1 0 0,0 1 0,0-2 0,1 2 0,29 6 0,-20-5-462,22 5 462,-28-7 0,0-1 0,23 5 0,-20-3 0,19 3 0,-22-3 0,8 1 0,-4 0 0,3 0 0,3-2 0,-9-1 0,9 1 0,-6-3 0,-4 0 0,5 0 0,1-1 0,-5 0 0,5 0 0,1 0 0,-6 0 0,6-1 0,-1 0 0,-4 1 0,5-1 0,0 0 0,-5 1 0,7-1 0,0 0 0,-5 0 462,6 0-462,2 0 0,-6 0 0,15 0 0,4 1 0,-6-1 0,5 2 0,-19 0-320,2 0 320,0 0 0,0 1 0,1-1 0,12 0 0,-8 1 0,8-1 0,0 2 0,-5-1 0,1 0 0,-3 0 0,0 0-665,4 0 0,-1-1 665,7 1 0,-10-1-632,0 0 632,1-1 0,16 0 0,-11 0-917,13-2 917,-14 1 0,2 1 0,-1-1 0,2 0 0,0 1 0,0-1 0,0-1 0,-10 1 0,1 0 0,14 0-439,-14 0 1,0 0 438,12 0 0,0-1 84,0 1-84,0-1 0,-2 1 0,-11 0 0,0 0 0,15-1 0,-16 1 0,1 1 0,0-1 0,-2 0 0,15-1 0,-14 1 0,-1 1 0,10-1 0,-2 0-86,0 1 86,-2-1 0,1 2 0,9-1 0,2 0 0,1 1-176,-2-1 1,-1 1 175,-10 0 0,-1-1 924,2 0-924,14-1 0,-10 0 79,11-1-79,-14 0 0,0 1 0,0 0-39,0 0 39,-1 1 0,8 0 0,2 1 0,6-1-118,-5 1 1,0 0 117,-3 1 0,2 0-921,2 0 921,2 0 0,1-1 0,-23 0 0,1 0 0,0 0 0,1 0 0,11 0 0,1-1 0,-9 1 0,0 0 0,7-1 0,2 0 0,-2-1 0,-1 0 0,-9 1 0,1-1 0,15-2 0,-1 0 0,4 0 0,-17 0 0,-1 1 132,17-2-132,-15 1 0,5-1 580,-16 2-580,-3 1 1530,-3 0-1530,-2 1 1445,-3 0-1445,-1 0 934,-2 0-934,-1 1 0,-2-1 0,-6 1 0,-3-1 0,-6 0 0</inkml:trace>
  <inkml:trace contextRef="#ctx0" brushRef="#br0" timeOffset="275883">9233 8682 5734,'38'-3'0,"2"0"0,2-1 0,2-1 0,-8 1 0,7-2 0,-5 1 0,-8 2 0,0-1-136,6-1 1,4 0 0,-4 0 135,-5 0 0,-4 1 100,9-2-100,1 0 0,-1 0 0,-6 0 0,14-3 0,2 0 0,-9 1 0,-2 1 0,2-1 0,-10 2 0,-2 1-224,9-1 224,-2 0 0,0 1 0,-2 3 0,2 0 0,0 0 0,1 1-513,-1 0 0,-1 0 513,1 0 0,1 0 0,0 0 0,3 1 0,-8 0 0,-1 0 0,4 0 0,0-1 0,0 0 0,1 1 0,10-2-789,-1 1 1,0 0 788,0 0 0,-14 0 0,0 1-742,12-1 742,1 0 0,-11 0 0,1 0 0,16-2 0,-7 1 0,-1 0 0,7-2 0,-15 1 0,-2 0 0,13-2 0,-1-2 29,0 1-29,0-2 0,-12 3 0,1-1 0,14-2 0,-15 2 0,0 1 0,10-2 0,-1 0 0,3 2 0,1 0 0,5 0 0,1 0 0,-1 0 0,-10 3 0,12-1 0,-15 2 0,-8 0 0,0 0 0,15-1 0,-14 0 0,1 0 0,12-1-630,-3 0 1,8 0 0,-4 0 629,-8 1 0,-1 1 0,9-2 0,5 1 0,-5 0 0,-5 1 0,-4 1 0,-5 0 0,-1 0 0,8 0 0,-1 0 0,12 1 0,-13 0 0,0 1 0,15 1 0,-16 0 0,-1-1 0,11 2 0,1 0 0,-1-1 0,2 1 0,1-1 0,1-1 0,2-1 0,-14-1 0,2 0 0,-8 0 0,0 0 0,8 0 0,-1 0 0,15-1 0,-14 0 0,0 0 0,-8 1 0,0-1 0,9 0 0,-2 1 0,13-1 0,-6 2 0,10 0 0,2 0 0,-8 0 0,-3 0 0,0 0 0,3 0 0,8 1 0,-1-1 0,-10 0 0,-14-1 0,-3 1 0,14-2 0,1 1 0,-9-1 0,0 1 0,9-1 0,2 0 0,0-2 0,-1 1 0,-12 0 0,4 0 0,7 0 0,9-1 0,1 0 0,-9 1 0,-5 0 0,0 0 0,10 0 0,6-1 0,-6 1 0,-10 2 0,-4 0 0,11 1 0,-10-1 0,1 0 0,-5 0 0,-2 0 0,16 0 0,-12 0 0,5 0 0,-3 0 0,-6-1 0,1 1 0,14-1 0,2 1 0,-9 0 0,-1-1 0,-7 1 0,0 0 0,7 0 0,0 0 0,14 1 0,0 0 0,-2 1 0,0-1 0,-15 2 0,1-1 0,15 2 0,-17-1 0,0 0 0,-1 1 0,-1 0 0,15 1 0,-17-1 0,2 0 0,11 1 0,-1 0 0,4 1 0,-2-1 0,-3 0 0,-12-2 900,3 1-900,-10-2 0,-2 0 0,7-1 0,-6-1 0,4 1 596,-3 0-596,-4 0 2482,3-1-2482,-7 0 1519,0 1-1519,-2-1 237,0 1-237,4 1 0,-5-1 0,5 1 0,-6-1 0,1 1 0,-2-1 0,1 0 0,0 1 0,-1-1 0,2 0 0,-3 1 0,2 0 0,-3 0 0,0 1 0,-3 0 0,0 1 0,-3 0 0,0 0 0,0-1 0</inkml:trace>
  <inkml:trace contextRef="#ctx0" brushRef="#br0" timeOffset="278507">16721 8721 5734,'0'33'0,"-2"-4"0,0 7 0,0-4 0,0-3 0,0 0-1093,0 6 1,-1 4 0,0-5 622,0-7 0,1-2 470,-1 2 0,1 0-260,-1 1 0,0 1 260,0-1 0,0 2 0,-1-1 0,1 2 0,-1 14 0,0 1 0,1-10 0,0-1 0,-1 11 0,1 2 0,1-1 0,1-2 0,0-10 0,0 0 0,0 8 0,1 2 0,0-3 0,0-2 0,0-10 0,0 0 0,0 7 0,0 2 0,0 5 0,1-3 220,-1-14 0,1 0-220,0 20 0,1-2 0,-1-7 0,2 7 0,-2-5 0,0-17 1806,0 7-1806,-1-16 1719,0-6-1719,0 2 772,0-5-772,0-2 0,0 1 0,0-2 0,0 0 0,-1 0 0,-1-3 0,-1-1 0,-8-5 0,3 2 0,-6-3 0,-3 1 0,3 2 0,-5-3 0,-4 2 0,4 1-234,-6 0 234,5 1 0,1 1 0,-1-1 0,0 0 0,-11-1 0,7 2-533,-9-1 533,9 2 0,0 0 0,-2-1 0,-12 0 0,8 1 0,-11 0 0,-6 2 0,-1 2 0,2-1 0,-1 1 0,0 0 0,-1 2-973,19-2 973,-13 1 97,14-1-97,8-1 0,-4 0 0,9 0 0,-1-1 484,1 0-484,-29 2 0,20 0-591,-23 1 591,27 0 0,0-1 971,-2 0-971,0-1 0,-1 0 113,-1 0-113,-12 0 0,9-1-615,-10 0 615,12 0 0,0-1 0,0 0 0,1 0 623,-1 0-623,-8-1 0,8 0-482,-7 0 482,10 0 0,1 1-258,-1 0 258,0 0 0,-1 1 0,0 0 0,-2 0 0,1 0 0,-2 1 0,1 0 0,-2 0 0,-13 1 0,8-1 607,-11 2-607,9-1 0,-4 1 0,4-1 0,8 0 0,1-1-573,-10 2 0,-5 0 0,7-1 573,-1 0 0,10-1 0,0 0-456,-14 1 456,14-1 0,-1-1-390,-8 2 390,-1-1 0,10 0 0,0 0 0,-13 1-424,12 0 0,0 0 424,-10 1 0,3 1 0,-6 1 0,4-1 0,6-1 0,1 0 0,-8 2 0,-4 0 0,6-1 0,-8 1 0,-2 0 0,11-1 0,0 0 0,7-1 0,0 1 0,-8 1 0,-1 0 0,0 0 0,1 1 0,7-2 0,-1 1 61,-6 0 1,-1 1-62,-12 1 0,0 1 0,0-1-40,13-2 0,-1 1 40,9-2 0,0-1 0,-7 2 0,-1-1 0,1 0 0,1 0 0,-16 1 0,17-3 0,-1 1 0,3-1 0,0-1 0,-15 2 0,16-2 0,0 0 0,-10 2 0,1-1 0,2 1 508,-1 0-508,11-1 0,-2 1 0,-11 3 0,-1 0-288,7-1 1,0 0 287,-6 2 0,0-1 0,6 0 0,2-1 91,-17 3-91,15-3 0,1 0 0,-13 1 0,1 0 0,-1 0 0,8-2 0,-7 1 0,5-1 0,8-1 0,-1 0 0,-4 0 0,-6 1 0,0 0 0,8-1 0,-14 1 0,10 0 0,0-1 0,0 1 0,1-1 168,1 0-168,1 1 0,-12 0 0,10-1 0,-8 1 0,0 0 0,12-1 0,-12 1 0,0-1 0,7 0 0,-12 1 0,21-2 0,1 1 0,-16 1 0,15-1 0,-2 0 0,0 0 0,0 1 0,-15 1 0,15-1 0,-1 0 0,1 0 0,2-1 0,-15 3 10,16-2 1,-3-1-11,-6-1 0,-4 0 0,4-1 0,9 0 0,0-1 364,-8 1 0,-4-1 0,4 0-364,-9-2 390,10 0-390,-8 0 0,13 2 240,0-1-240,0-1 0,-2 0-11,3 0 0,-3-1 11,-2-1 0,-1-1 0,0 1 0,1-1 88,1 0 1,2 1-89,-18-3-286,11 3 286,-12-1 0,15 4 0,8-1 0,1 0 0,-13 0-117,1-3 0,-1-1 117,0-1 0,4-1 0,1 0 0,3 0 0,-6-3 0,3 1 0,10 3 21,-5-1-21,-1 0 0,11 3 320,-13-4-320,18 6 0,-4 0 1291,5 0-1291,-5 1 959,4 1-959,-3-1 0,-19-1 0,17 1 0,-18-1 0,18 1 0,4 0 0,-3-1 0,1-1 0,4 2 0,-2-2 0,4 0 0,-5-3 0,4 1 0,-2-3 0,7 0 0,1 0 0,-3-14 0,4 9 0,-3-9 0,2 2 0,1 4 0,-1-5 0,0-5 0,1 6 0,-1-7 0,0-3 0,2 7-524,0-9 524,0 9 0,1-1 0,1 0 0,-1-3 0,1 0 0,0-2-817,0-1 817,1-1 0,-1-1 0,1-1 0,1-1 0,-1 8 0,0 0 0,-1-15 0,1 6 0,0-1 0,-1-7 0,-1 7 0,0-1 0,1-7 0,-1 16 0,-1-2 0,0 1 0,0 0 0,-1-17-724,0 17 0,1 0 724,-1-11 0,0 1-243,0 2 243,1 13 0,0 0 0,-1-11-312,-1-8 312,2 17 0,1-7 634,1-9-634,0 13 0,0 0 0,0-13 789,1 1-789,-2 25 197,0-4-197,-1 5 0,-1-3 864,1 8-864,0 0 0,0 0 0,0-3 760,1 2-760,-1-3 100,1 0-100,1 3 0,0-3 0,0 7 0,2-3 0,-1 4 0,2-5 0,-1 4 0,1-1 0,2-3 0,-1 3 0,0-3 0,1 0 0,-3 4 0,1-1 0,0 1 0,-1 4 0,0-2 0,0 5 0,-2-1 0,1 1 0,1 4 0,0-3 0,0 5 0,-1-3 0,0 0 0,1 1 0,-1 0 0,1 2 0,0 2 0,0-1 0,0 1 0,-2-3 0,0 1 0,0-1 0,0-1 0,0 0 0,0-1 0,0-1 0,0 0 0,0 1 0,0-1 0,1 1 0,1-2 0,0 0 0,0-1 0,-1 1 0,2 0 0,2 0 0,3 0 0,7 0 0,0 1 0,6-1 0,-1 1-257,0-1 257,3 2 0,2 1 0,1 1 0,1 0 0,10 3 0,-7-2 0,1 0 0,6 2 0</inkml:trace>
  <inkml:trace contextRef="#ctx0" brushRef="#br0" timeOffset="284000">17031 9864 5734,'-4'-2'0,"3"1"0,6 0 0,1 1 0,41-4 0,-22 1-702,3 1 0,1 0 702,-1-1-902,7 0 1,9-1-1,-5 1 902,-7 0 0,2 1 0,4 0 0,10-1 0,4 0 0,-2 0 0,-9 1-665,5 1 0,-1 0 665,-8 0 0,7 0 0,1 0 0,-2 0 0,-5 0 0,8 1 0,0 0 0,-8 0 0,4 0 0,3 0 0,-1 1 0,-2-1 0,-2 1 0,-1 0 0,-1 0 0,3 0-59,5 0 0,2 1 0,2 0 0,-1-1 0,-4 1 59,-4 0 0,-2 0 0,-2-1 0,0 1 0,1 1 0,-1-1 0,-1 0 0,-2 1 0,0-1 0,-3 0 0,0 0 0,14 2 0,5 0 0,-15-1 0,5 1 0,2-1 0,-1 1 0,-5 0 0,0-1 0,-2 0 0,2 1 0,6 0 0,6 0 0,-1 1 0,-6-1 0,3 1 0,-4-1 0,-9 0 0,-1-1 0,7 1 0,-2-1 0,7 1 0,-4 0 0,-5-2 0,-1 1 0,-2-1 0,-4 0 0,-3-1 373,-14-1-373,-3 0 2417,2-2-2417,-4 0 1776,0-1-1776,-4 0 1168,-13-6-1168,6 6 0,-9-4 0,8 6 0,1 1 0,0 0 0</inkml:trace>
  <inkml:trace contextRef="#ctx0" brushRef="#br0" timeOffset="284635">19721 9707 5734,'16'8'0,"-3"-2"0,6 2 0,4 4 0,-6-1 0,3 5 0,-8 9 0,-2 2 0,-3 1-651,-1 2 0,-3-1 651,-12-4 0,-12 12 0,3-8 0,-6 9 0,-3-3 0,6-8 0,-5 5 0,0-4 0,4-8 0,0-1 0,-9 6 0,10-10 0,0-1 0</inkml:trace>
  <inkml:trace contextRef="#ctx0" brushRef="#br0" timeOffset="285667">17388 9555 5734,'-8'7'0,"-4"1"0,-3 3 0,-5 3 0,-10 9 0,-3 1 0,-4 4-1639,3-2 1,1 0 1360,3 0 278,4-3 0,0 1 0,-4 6 0,6-8 0,2 0 488,4-1-488,2-3 0,3-1 667,2-1-667,-1 25 0,6-20-227,0 18 227,7-26 1809,1 3-1809,0-5 520,2 3-520,1-5 0,0-3 0,1 0 298,4-1-298,-1-2 0,3 0 0,7 0 0,-4-1 0,6 3 0,-5-1 0,0 0 0,1 1 0,-1 0 0,1 0 0,-2 0 0,1-1 0</inkml:trace>
  <inkml:trace contextRef="#ctx0" brushRef="#br0" timeOffset="286861">20801 9678 5734,'-7'40'0,"0"1"0,2-4 0,-1 5 0,2-4 0,5-18 0,2-3 0,0-3 0,2-2 0,2-4 0,6-1 0,-2-5 0,6-2 0,3-11 0,-4-1 0,5-8 0,0-7 0,-6 5-603,5-7 603,-8 7 0,0 1 0,-2 1 0,5-10 0,-7 14 0,2-6 0,-3 24 0,-4 5 0,3 12 0,-5 21 0,1-6-298,0-9 0,-1 2 298,1 4 0,0 1-580,0-7 0,0 0 580,0 9 0,0 0 0,3 13-25,-2 0 25,0-3 0,-1 0 0,0 3-489,-1-9 1,-1-3 488,-3-14 0,-3-5 453,-3-3-453,-5-4 0,-14-6 0,3-3 0,-13-6 0,-4-8 567,10 2-567,-7-6 0,6-3 0,12 4 25,-2-5-25,12 0 0,7 6 0,4-5 0,7 5 0,3-1 0</inkml:trace>
  <inkml:trace contextRef="#ctx0" brushRef="#br0" timeOffset="287836">21242 9732 5734,'1'12'0,"1"31"0,0-21 0,-1 3 0,0 0 0,0-2 0,1 1 0,-1 1 0,0 7 0,0-8 0,1 1 0,-1 12-1529,1-10 1529,-1 8-70,1-9 1,-1-1 69,0 0 0,0 19 208,-1-29-208,0-6 0,0 3 0,0-7 739,0-1-739,0-1 513,0 0-513,1-1 208,-1 1-208,1-2 0,0 0 0,3-1 0,-1-1 0,4 0 0,2 0 0,-2-1 0,4 0 0,27-4 0,-21 2 0,22-2 0,-27 3 0,-5 2 0,0-1 0,-5-1 0,-1 1 0,-3-2 0,-5-3 0,0 1 0,-3-3 0</inkml:trace>
  <inkml:trace contextRef="#ctx0" brushRef="#br0" timeOffset="288091">21294 9655 5734,'12'-1'0,"-1"1"0,1 1 0,7 2 0,-4 0 0,5 2 0,-6-2 0,-1 1 0,0-1 0</inkml:trace>
  <inkml:trace contextRef="#ctx0" brushRef="#br0" timeOffset="288782">21613 9937 5734,'-3'33'0,"0"-1"0,0-2 0,1-4 0,0 3-531,1-9 531,-2 4 174,2-9-174,0-5 88,1 0-88,-1-6 0,0-14 0,1 4 269,1-14-269,0 7 0,0-2 0,1 0 0,2-8 0,-1 4 0,3-5 0,3-1 0,-2 5 0,6-5 0,2 3 0,-2 6 0,3-3 0,-5 8 0,-1 3 0,0 1 0,6 2 0,-6 4 0,5 2 0,0 22 0,-7-8 0,6 16 0,-9-14 0,-1 2 0,1 10 0,-2-6 0,-1 8 0,-1-2 0,-1-8 0,0 5 0,-1-10 0,0-2 0,0 0 0,-1-3 0,1 0 0,0-5 0,0 0 0</inkml:trace>
  <inkml:trace contextRef="#ctx0" brushRef="#br0" timeOffset="289263">22041 9749 5734,'44'3'0,"-6"0"0,-17-4 0,-2 1 0,4-3 0,-7 2 0,0-2 0,-6 1 0,-4 0 0,1 0 0,-3 0 0,-2 1 0,0-1 0,-6 5 0,2-1 0,-4 6 0,0 3 0,2-1 0,-1 5 0,-2 24 0,3-17-681,-2 23 681,4-23 0,1 1 0,-1 13 0,1-8 0,-1 9 0,1 1 0,-1-10 0,0 7 0,-4-3 0,0-8 0,-3 5 0,0-12 0,-21 18 0,12-18-462,-15 13 462,19-22 0,2-1 0,1-2 0,2-1 648,0-3-648,3-1 0,0-1 0,1-4 123,0-2 1,1-3 0,1-3 0</inkml:trace>
  <inkml:trace contextRef="#ctx0" brushRef="#br0" timeOffset="300878">16459 9055 5734,'29'1'0,"-1"0"0,-3-1 0,0 1 0,10 0 0,5-1-1093,5 1 1,4-1 0,-3 0-100,1 0 0,1 0 1192,-11 0 0,4 0 0,0 0 0,-4 0-37,8 0 1,-3 0 36,-1 1 0,4-1 0,-10 1 0,4 0 0,1 0 0,-4 0 0,9-1 0,2 1 0,-6 0 0,6 0 0,3 0 0,-3-1 0,-8 1 0,-2-1 0,-1-1 0,11 1 0,5-1 0,-11 0 0,-12-1 0,15-3 0,-29 4 49,-2-6-49,-18 4 1804,-9-4-1804,0 4 0,-1-1 0,0 0 0</inkml:trace>
  <inkml:trace contextRef="#ctx0" brushRef="#br0" timeOffset="301103">17925 8972 5734,'16'7'0,"1"0"0,-2 1 0,6 13 0,-11-8 0,3 10 0,-14-11 0,-3 0 0,-1 1 0,-3 1 0,0-1 0,0 0 0,-6 7 0,7-9 0,-4 6 0,11-11 0,2-1 0</inkml:trace>
  <inkml:trace contextRef="#ctx0" brushRef="#br0" timeOffset="302079">18420 8756 5734,'0'5'0,"-1"1"0,0-1 0,0 4 0,0 8 0,-1-1 0,1 8 0,2 8 0,0 1 0,-1 0-587,2 1 1,-1-1 586,1-10 0,-1-1 0,3 7 0,-2-7 0,2 4 0,-2-11 0,1-2 0,0 2 0,-2-3 0,0-1 1173,-1-6-1173,-2-6 0,0-4 0,-1-5 0,-1 0 0,1-5 0,0 0 0</inkml:trace>
  <inkml:trace contextRef="#ctx0" brushRef="#br0" timeOffset="302382">18339 8698 5734,'17'0'0,"1"0"0,9 2 0,-2 0 0,9 1 0,-6 1-1372,1 1 1372,0 2 0,-1 1 0,4 13 0,0 4 0,-5-1-420,0 2 0,-5 0 420,-20-4 342,-11 11-342,-1-7 0,-2-3 0,-2-1 0,-5 5-771,-8 6 771,7-12 0,-7 6 0,7-8-12,-13 12 12,18-19 824,-7 10-824,15-15 40,-1 2 1,7-7 0,2-2-1</inkml:trace>
  <inkml:trace contextRef="#ctx0" brushRef="#br0" timeOffset="302666">18896 8721 5734,'9'13'0,"-1"0"0,-4 7 0,0-2 0,0 21 0,-2-13-1453,-1 12 1453,-2-10 0,-1 13 0,0-9 0,0 10 0,2-14 0,0-1-24,0-2 24,1-2 0,1 3 0,0-8 348,-1 1-348,-1-9 0,-1-2 0,-2-3 181,-3-4 0,2-5 0,-3-4 0</inkml:trace>
  <inkml:trace contextRef="#ctx0" brushRef="#br0" timeOffset="303232">18758 8747 5734,'4'4'0,"0"-1"0,-3-2 0,2-2 0,-2 1 0,0 2 0,-1-1 0,-1 2 0,0-3 0,-1 1 0,-2 1 0,0 0 0,-1 1 0,-2 2 0,2-2 0,-3 3 0,3-1 0,0-2 0,2 1 0,2-3 0,0 0 0,0 1 0,8-3 0,0 1 0,8-3 0,8 1 0,-3 0 0,8 0 0,7 1 0,-7-1 0,11 1 0,3 0 0,-9 1 0,8 0 0,-15 1 0,-1-1 0,0 0 0,18 1 0,-34-1 0,0 0 0,-4 0 0,-3 1 0,0 0 0,-10 1 0,1 0 0,-6 1 0,3-1 0,0 0 0,1-2 0,4-1 0,0-1 0</inkml:trace>
  <inkml:trace contextRef="#ctx0" brushRef="#br0" timeOffset="303616">19347 8794 5734,'2'7'0,"0"2"0,-1 1 0,1 3 0,1 13 0,-2-4 0,3 10 0,-1-8 0,0 1 0,1 7-165,0-7 0,-1 0 165,2 0 0,-1-1 0,1-2 0,0 8 0,-1-9 0,1 4 0,-1-6 0,-1-10 0,-2 3 0,-2-12 0,-7-8 0,3-4 0,-2-5 0</inkml:trace>
  <inkml:trace contextRef="#ctx0" brushRef="#br0" timeOffset="303866">19293 8804 5734,'7'3'0,"2"1"0,11-1 0,-2-1 0,11 1 0,10-2 0,-8-1-1293,12 0 1293,-11 0 0,-2-2 307,0 0-307,12-3 0,-18 2 0,11-3 0,-29 4 0,-10 0 0,-6 2 0,-8 0 0</inkml:trace>
  <inkml:trace contextRef="#ctx0" brushRef="#br0" timeOffset="304051">19377 8990 5734,'16'3'0,"12"0"0,-5 0 0,23-2 0,-16-1 0,11-1 0,-13-1 0,-1 0 0,6-1 0,2 0 0,-1 0 0,-8 0 0,13-3 0</inkml:trace>
  <inkml:trace contextRef="#ctx0" brushRef="#br0" timeOffset="304742">20088 8761 5734,'3'17'0,"0"-1"0,-1-2 0,1 3 0,-1 2 0,3 16 0,-2 7-1784,2 1 1784,-2 0 0,0-11 286,0-1-286,0 14 0,0-12 0,0 1 0,1 0 0,-1-5-396,3 17 396,-5-33 0,1-1 0,-1-4 1289,1-1-1289,-1-6 141,-4-8-141,0-1 116,-3-7 0,2 0 0,-1-2 0</inkml:trace>
  <inkml:trace contextRef="#ctx0" brushRef="#br0" timeOffset="305147">19796 8787 5734,'-4'3'0,"4"-1"0,5 0 0,7-1 0,15 0 0,-1 0 0,14 0 0,-2-1 0,6-1 0,-3 0-1415,-8 0 0,0 0 1415,10 0 0,6-1 0,-7 1 0,-15 0 0,-3-1-189,0 1 1,1 0 188,8-1 0,-1 1 0,14-1 0,-17 1 0,-2 0 0,5 0 0,-5 1 0,-4 0-185,5 0 185,-13 0 0,-3 5 0,-15-3 0,-11 4 0,-1-4 0</inkml:trace>
  <inkml:trace contextRef="#ctx0" brushRef="#br0" timeOffset="306400">20660 9042 5734,'-13'-3'0,"2"0"0,5 0 0,2 1 0,1 2 0,3 0 0,19 4 0,0-2-206,22 1 206,-8-4 0,9-1 0,2 0 0,-5-1-1639,5 2 1,0-1 1626,-1-1 0,7 0 0,-1 0 1,-7 1 11,0 0 0,-2-1-735,-2 1 0,4 0 1,-3 0 734,6-1 0,0 1 0,-7 0 0,1 1 0,-1-1 0,-5 1 0,0 0 0,-2 1 0,3-1 0,0 0 0,6 1 0,-1-1 0,-5 1 0,-2 0 0,4 0 0,11 0 0,-33 1 0,-3-1 1305,-2 1-1305,-4-1 2878,0 0-2878,-3-1 1551,0 0-1551,-5-1 0,-5 1 0,-1-1 0,-7 0 0,6-1 0,-2-1 0</inkml:trace>
  <inkml:trace contextRef="#ctx0" brushRef="#br0" timeOffset="306981">21704 8831 5734,'5'0'0,"-1"1"0,4 2 0,-2 0 0,12 3 0,-5-3 0,7 2 0,7 2 0,-4-2 0,8 4 0,-1 6 0,-2 2 0,-4 0-115,2 2 0,-4 1 115,-19-2 0,-3 3 0,-4 2 0,-4 0 0,-4 1 0,-11 11 0,4-8 0,-8 6 0,1-4 0,7-8 0,-15 14 0,19-20 0,-7 4 0,13-14 0,-1-3 0</inkml:trace>
  <inkml:trace contextRef="#ctx0" brushRef="#br0" timeOffset="313947">22459 8683 5734,'-3'1'0,"2"3"0,-3 7 0,2 15 0,1 2 0,-1-2 0,1 9 0,0 0 0,2-11 0,0 19 0,-1-19 0,2 3 0,-1 0 0,0-4 0,3 20 0,-2-30 0,1 7 0,-1-13 0,0 3 0,-2-7 0,1-1 0,-1-1 0,-8-9 0,4-1 0,-7-6 0</inkml:trace>
  <inkml:trace contextRef="#ctx0" brushRef="#br0" timeOffset="314321">22332 8556 5734,'7'2'0,"0"0"0,4-2 0,1 0 0,3 0 0,3 0 0,3 0 0,15 0 0,-7 0 0,11 0 0,1-1-915,-10 1 915,7-1 0,-4-1 0,-10 1 0,3 0 0,-7-1 0,-8 0 0,2 0 0,-8 1 0,-2 0 0,-1 0 915,-2 1-915,-9 1 0,-3 0 0,-7 2 0,1-1 0,-1 1 0</inkml:trace>
  <inkml:trace contextRef="#ctx0" brushRef="#br0" timeOffset="314587">22344 8913 5734,'6'2'0,"1"-1"0,2-2 0,3 1 0,4-2 0,23-5 0,-13 3-707,17-5 707,-19 4 0,-1-1 0,1 0 0,15-2 0,-15 2-401,19-3 401,-31 6 0,3 0 0,-15 3 0,-1-2 0,-2 1 0</inkml:trace>
  <inkml:trace contextRef="#ctx0" brushRef="#br0" timeOffset="315081">22438 8706 5734,'1'17'0,"0"9"0,-1-6 0,0 7 0,0-2 0,1-7 0,0 4 0,0-9 0</inkml:trace>
  <inkml:trace contextRef="#ctx0" brushRef="#br0" timeOffset="315610">22874 8652 5734,'0'5'0,"3"4"0,0-3 0,1 4 0,-1 0 0,-1 1 0,1 23 0,-2-11 0,1 19 0,-2-3-389,0-8 389,0 11-745,0-14 745,1-1 0,0-1 0,0-1 0,1 6 0,-1-10 0,1 3 0,0-8 359,-1-5-359,1 0 775,-1-6-775,-2-2 0,-6-8 0,2-2 0,-4-8 0,4-1 0</inkml:trace>
  <inkml:trace contextRef="#ctx0" brushRef="#br0" timeOffset="315910">22811 8632 5734,'8'1'0,"3"-1"0,10-2 0,-3 1 0,7 0 0,0-1 0,3 1 0,4-1 0,1 0 0,-5 1 0,7-1 0,-1 0 0,-12 0 0,19 0 0,-37 2 0,-3 0 0,-7 2 0,-3-1 0</inkml:trace>
  <inkml:trace contextRef="#ctx0" brushRef="#br0" timeOffset="316183">22906 8848 5734,'7'2'0,"5"1"0,-2-2 0,5 0 0,12-1 0,15-3 0,-6 1-699,6-4 699,-25 3 0,-2 0 0,0 1 0,-1 0 0,-3 0 0,1-1 0,-2-2 0</inkml:trace>
  <inkml:trace contextRef="#ctx0" brushRef="#br0" timeOffset="316583">23453 8638 5734,'-3'4'0,"0"0"0,3 4 0,0 0 0,0 4 0,1 7 0,0-1 0,1 8 0,-1-4 0,0 3-686,0 3 686,1 1 0,-1 16 0,1-10 0,0 9 0,-1-3 0,1-11 0,-1 6 0,0-9 0,-1-9 0,0 6 0,-1-13 0,0-2 0,-2-5 0,1-7 0,-4-1 686,-2-3-686,-2-2 0,-1-3 0,2-3 0,-1-2 0</inkml:trace>
  <inkml:trace contextRef="#ctx0" brushRef="#br0" timeOffset="317233">23309 8726 5734,'3'-1'0,"-1"1"0,-1-3 0,0 2 0,1-1 0,-2 1 0,0-1 0,16-4 0,-6 2 0,16-5 0,-9 4-292,3 0 292,2 0 0,2-1 0,0 0 0,2 1 0,14-3 0,-10 3 0,10-2 0,-5 1 0,-9 1 0,13-1 0,-22 4 0,6-1 0,-16 3 292,-1-1-292,-5-1 0,-1 1 0,-7 0 0,-2 2 0,-5 0 0,2 1 0</inkml:trace>
  <inkml:trace contextRef="#ctx0" brushRef="#br0" timeOffset="342686">6677 11510 5734,'4'3'0,"1"0"0,-5-3 0,2 0 0,0 0 0,0 0 0,1 0 0,5-1 0,-4 0 0,3-1 0,-3 1 0,0 1 0,0-1 0,2 0 0,3-1 0,-3 1 0,3 0 0,-4 1 0,4 0 0,-5 0 0,4 0 0,-5 0 0,0 0 0,0-1 0,2 0 0,-1 0 0,1 0 0,-2 1 0,5 0 0,-3 0 0,5-1 0,-4 1 0,2 0 0,-3 0 0,2 0 0,-1 0 0,13 1 0,-8-1 0,9 1 0,-9-2 0,-3 1 0,3-1 0,-4 0 0,4 1 0,-3 1 0,3 0 0,-3 0 0,6 2 0,5-1 0,-2 0 0,1-1 0,-3-2 0,-4 1 0,5-1 0,-5 1 0,0-1 0,0 1 0,4-1 0,-4 1 0,3 0 0,-5 0 0,1 0 0,0 0 0,0 0 0,0 0 0,6 0 0,-4 0 0,4 0 0,-4-1 0,33 0 0,-23 1-392,24-1 392,-32 2 0,0 0-1,5 1 1,-3-1 0,4 1 0,1-1 0,-5 0 0,6-1 0,0 0 0,-6 0 0,9 0 0,-6 0 0,-1 1 392,2 0-392,-9 1 1,4 0-1,-5-1 0,4 0 0,-3 1 0,4 0 0,-4 0 0,0-1 0,1 1 0,-1-2 0,1 1 0,0-1 0,1 0 0,0 0 0,-1-1 0,1 1 0,5 0 0,-3 0 0,4 0 0,-6 0 0,1 0 0,-1 0 0,0 0 0,7 0 0,-5 0 0,11 1 0,-11 0 0,5 0 0,-5 0 0,1-1 0,-1 0 0,2 0 0,-1 0 0,0 0 0,8 0 0,-6 0 0,5 0 0,-8-1 0,7 1 0,-5-1 0,16 2 0,-15-1 0,8 2 0,-12-1 0,-1 0 0,1 0 0,-2 1 0,0-1 0,1 0 0,1 1 0,1-1 0,7-1 0,-3 1 0,4-1 0,3 0 0,-6 0 0,19 0 0,-18 1 0,24 1 0,-24-1 0,10 0 0,-4-1 0,-7 0 0,27-1 0,-21 0 0,6 0 0,0 0 0,-1 0 0,6-2 0,9 0 0,-8 0 0,6 1-263,-12-1 1,4 0 0,-8 1 262,-7 2 0,-1-1-63,-1 0 63,-2 1 0,5 0 0,-7 0 0,3 0 0,-2 0 0,-4 1 0,4 0 0,7 0 0,-9-1 0,10 1 782,-15 0-782,0 0 68,2 0-68,-3 0 0,1 0 0,-1 0 0,-3 0 0,2 0 0,-3-1 0,-1 1 0,1-1 0,0 0 0,2 2 0,-1-2 0,2 2 0,-3 0 0,3-1 0,-3 1 0,2-1 0,-2 1 0,0 0 0,0-1 0,0 1 0,-1 2 0,-3-3 0,0 3 0,-3-5 0,1 1 0</inkml:trace>
  <inkml:trace contextRef="#ctx0" brushRef="#br0" timeOffset="343908">11510 11583 5734,'2'3'0,"1"-1"0,-1-1 0,0-1 0,1 0 0,-2 0 0,0-1 0,1 0 0,0-1 0,7-1 0,0 2 0,12-5 0,-4 3 0,7-3 0,8 1 0,-3 0-382,12-1 382,-13 2 0,-1 1-1674,20-1 1674,-14 0 0,0 1 0,-6 2 0,-1-1 0,2 1 0,1-1 0,1 1 0,1 0 0,0 1 0,3 0 0,-2 0 0,6 0 0,1 0-747,-5 0 0,1 1 0,-1 0 747,3-1 0,-1 1 0,1 1 0,0 0-719,0-1 1,-1 0 718,0 1 0,0 0 0,-1-1 0,1 0 0,-2 1 0,-1 0 0,0-1 0,0 0 0,-1 0 0,-1 0 0,-2 0 0,1 0 0,-2-1 0,0 1 0,-2-1 0,-1 0 0,23-2 0,-4 0 0,0-2 0,0-1 0,-6 1 0,0-1 0,-6 1 1073,-23 2-1073,-2 1 1622,-1 0-1622,-4-1 1596,-2 0-1596,-4-1 360,-4-2 1,-5-1 0,-3-1 0</inkml:trace>
  <inkml:trace contextRef="#ctx0" brushRef="#br0" timeOffset="399890">19502 12102 5734,'2'6'0,"-1"1"0,-1 1 0,1 20 0,0 3 0,0 1 0,0-2 0,0 6 0,-1-5 0,1 6 0,0-3 0,-1 6 0,0-4 0,1-10 0,-1-1-780,1 16 0,-1-3 780,0-7 366,1-8-366,0-10 0,-1 6 0,0-15 0,0 4 0,0-6 1194,0 3-1194,1-4 0,-1 0 0,0-4 0,0 1 0,0-1 0,0 1 0,-3 0 0,1-2 0,-7-10 0,5 4 0,-4-7 0,4 3 0,-2-9 0,1-3 0,-1-3-150,1 1 0,0-1 150,-1-12-1030,2 9 1030,-1-9 0,1 14-746,0-11 746,2 11 0,-1-7 0,3 13 0,0-6 0,0 8 0,3-9 0,-1 14 0,2-3 246,-2 7-246,0 1 972,-1 2-972,2-2 858,0 3-858,1-1 0,0 4 0,13-2 0,-7 5 0,15 4 0,-15 3 0,4 5 0,-3 1 0,5 15 0,-2-4-264,4 12 264,-8-14 0,0 1 0,5 11 0,1 4 0,-1 0 0,1 0 0,-3-9 0,-1 0 0,3 8-689,-5-12 689,1 4-260,-2-5 260,-4-12 0,1 5 0,-4-12 238,-1-1-238,0-3 688,0-1-688,0-6 287,-2-2-287,0-15 0,1 3 0,-1-8 0,2-9 0,0 8 0,3-12 0,1-3-1304,1 11 1304,3-13 0,-2 16-808,2-9 808,-2 11 0,1-3-428,2 1 428,-6 15 0,4-8 0,-6 18 1124,0 2-1124,1 2 876,-1 2-876,2 4 540,1 1-540,3 19 0,1 4 0,-1 2 0,-2 0 0,2 6 0,-2-4-1641,0 9 1641,-2-7 0,0-1 0,0 3 0,0-1-788,1-2 788,-1-2-288,1 9 288,-2-13 0,5 20 0,-5-28 0,2 8 0,-5-19 0,1-3 0,0-1 0</inkml:trace>
  <inkml:trace contextRef="#ctx0" brushRef="#br0" timeOffset="400830">20145 12409 5734,'7'8'0,"-1"0"0,3 0 0,12 2 0,-6-4 0,9 1 0,3-15 0,0-3 0,-3 1 0,4-2 0,-2-3 0,-7-4-472,-5 3 472,2-6 0,-6-1 0,-4 5 0,-3-13 0,-5 13 0,-3-5 0,-9 0 0,2 10 0,-9-4 0,5 13 0,-2 3 0,0 2 0,0 4 0,-9 7 0,7 0 0,-4 6 0,4 6 0,6-3 0,-2 8 0,7 5 0,4-7-623,3 9 623,5-11 0,5 1 0,3 0 0,2-2 0,4 0 0,2-2 0,3-2 0,13 5 0,-8-8 0,11 3 0,0-7 0,-9-5 0,9 0 0,-15-5 0,1-1 157,-4-2-157,-1 1 111,1-1-111,-8 1 0,-1-3 0,-9-2 0,-2-4 0</inkml:trace>
  <inkml:trace contextRef="#ctx0" brushRef="#br0" timeOffset="401426">20635 11756 5734,'-1'8'0,"1"2"0,7 15 0,-2-6 0,6 14 0,-3 0 0,-2-7 0,0 11 0,-6-4 0,-1 1 0,-2 0-546,0 0 0,-1-3 546,-5-11 0,-1-1-186,-2-2 186,-1-2 0,0-2 0,-7 0 0,5-5 0,-5-2 0,1-9 0,5-2 0,-10-18 0,14 6-425,-4-14 425,11 8 0,1-3 0,1-3 1020,2-2-1020,0 7 0,1-1 0,0-15 0,0 14 0,1 0 0</inkml:trace>
  <inkml:trace contextRef="#ctx0" brushRef="#br0" timeOffset="401607">20662 11579 5734,'6'-11'0,"-1"1"0,0 2 0,1-1 0,2 1 0,0-2 0,4-4 0,-2 4 0,1-3 0,-4 4 0,-1 2 0,1-1 0</inkml:trace>
  <inkml:trace contextRef="#ctx0" brushRef="#br0" timeOffset="402396">20851 11524 5734,'-5'7'0,"2"2"0,-2 1 0,1 2 0,-3 9 0,2-2-459,-1 7 459,3-4 0,-1 1 0,2 2 0,1 0 0,0 0 0,2 7 0,2 4 0,2 0 0,2-7 0,3 0 0,0-1 0,0-7 113,5 8-113,-4-15 0,-2-5 0,3-1 0,2-7 0,-3-2 0,5-4 0,1-6 0,-5 1 0,4-6 0,-8-8 0,-2-1 0,0-1-255,-1-1 1,-2 0 254,-7 6 0,-1-1-221,-1 2 221,-1 0 0,-1 3 0,-4-5 0,2 7 0,-2-2 0,5 7 0,0 3 0,-5-4 0,4 6 835,-5-1-835,7 6 241,0 1-241,0 0 0,-1 2 0,2-2 0,0 1 0,3-2 0,0-1 0</inkml:trace>
  <inkml:trace contextRef="#ctx0" brushRef="#br0" timeOffset="402621">20800 11804 5734,'9'3'0,"6"1"0,-2-3 0,6 0 0,11-2 0,-9 1 0,21-4 0,-22 2 0,7-2 0,-13 2 0,-3-2 0,-3-1 0</inkml:trace>
  <inkml:trace contextRef="#ctx0" brushRef="#br0" timeOffset="408238">18045 13703 5734,'0'-3'0,"3"13"0,-2 0 0,1 23 0,-1-10 0,1 16 0,1 3 0,0 1 0,1-1 0,0 7 0,1-7 0,-2-17 0,0 1 0,1 7 0,1 9 0,-1-1 0,0-8 0,1 11-660,-1 1 0,-1-4 660,-2-25 0,0-2 0,1 2 0,-2-8 0,1 0 0,-4-9 0,-5-9 0,1 0 0,-3-7 0,2 1 0</inkml:trace>
  <inkml:trace contextRef="#ctx0" brushRef="#br0" timeOffset="408656">18007 14050 5734,'15'-3'0,"1"-1"0,12-4 0,-5 1 0,8-2 0,3-2 0,-9 2 0,7-3 0,-2-1 0,-5 3-484,17-10 484,-33 15 0,-3 0 119,0-4-119,-3 3 0,0-4 0,-3 3 0,-1-1 0,-1 0 365,-2-5-365,1 4 0,-1-2 0,1 5 0,-1 0 0,1 2 0,0 1 0,1 2 0,-2 42 0,2-19-510,0 6 1,2 2 509,0-2 0,2 3 0,0 2 0,1 1 0,-1 2 0,0-10 0,0 0 0,1 12 0,-2-13 0,1 0 0,1 5 0,-1-2-709,4 13 709,-2-19-14,2 9 14,-4-23 0,-2 1 0,-1-4 939,-4-2-939,-1-5 0,-2-4 0,-1-4 0</inkml:trace>
  <inkml:trace contextRef="#ctx0" brushRef="#br0" timeOffset="410077">18433 14264 5734,'2'10'0,"-1"0"0,3 5 0,-2-2 0,5 21 0,-2-2 0,2 6-344,-2-11 344,-3-12 0,0-7 0,-2-2 0,1-1 0,-1 0 0,0-2 0,0-1 344,0 0-344,-4-9 0,2 3 0,-2-8 0,1 3 0,2-1 0,-2-1 0,2 0 0,0-1 0,1 1 0,0-7 0,0 6 0,0-5 0,1 8 0,1-3 0,0 4 0,-1 0 0,1 4 0,0 1 0,1 1 0,1 3 0,1 2 0,1 2 0,-1 0 0,2 8 0,-2-3 0,3 6 0,-2 0 0,-1-3 0,-1 2 0,2 5 0,-4-12 0,2 6 0,-3-14 0,0-2 0,-1-1 0,3-7 0,0 1 0,0-6 0,2 2 0,0-1 0,1-1 0,3-6 0,-2 9 0,1-5 0,-6 12 0,0 1 0,-1 1 0,1 2 0,-1 2 0,0 1 0,1 3 0,-1 1 0,2 10 0,-2-3 0,1 8 0,0 4 0,-2-6 0,2 14 0,-1-15 0,0 5 0,0-5 0,0-6 0,-1 3 0,-1-8 0,-1-2 0,1-3 0,0-1 0</inkml:trace>
  <inkml:trace contextRef="#ctx0" brushRef="#br0" timeOffset="411227">18876 14199 5734,'20'-4'0,"16"-8"0,-13 4-801,9-8 801,-17 6 0,-3-1 259,-2-1-259,-1 0 133,-3 1-133,-4-7 0,-2 6 0,-5-3 409,-1 8-409,-3 2 0,-9-2 0,-10 1 0,3 2-213,-4 2 213,14 4 0,0 1 0,-5 6 0,4 0 0,-2 5 0,6-1 0,0 10 0,2 2 0,0 2 0,2-1 0,1 1 0,10 5 0,2-8 0,4 6 0,6-3 0,-1-7 0,6 3 0,5-7 0,-5-6 0,8 0 0,2-7 0,-7-3 213,7-2-213,10-8 0,-21 4 0,14-6 0,-27 5 0,-1-3 0,-1-1 0</inkml:trace>
  <inkml:trace contextRef="#ctx0" brushRef="#br0" timeOffset="411756">19208 13584 5734,'9'7'0,"4"7"0,-4-3 0,3 6 0,-4-1 0,0 1 0,-2 1 0,-1 2 0,-1 19 0,-2-13 0,-3-2 0,0 0 0,-2-1 0,-4 6 0,-10 9 0,8-20 0,-12 14 0,14-27 0,-4-1 0,3-3 0,-2-2 0,-12-8 0,8 1 0,-9-9 0,11 2 0</inkml:trace>
  <inkml:trace contextRef="#ctx0" brushRef="#br0" timeOffset="411953">19205 13392 5734,'-2'-8'0,"0"0"0,2 2 0,0 2 0,3-3 0,3 3 0,3 4 0,-2 3 0,0 3 0,-4 0 0</inkml:trace>
  <inkml:trace contextRef="#ctx0" brushRef="#br0" timeOffset="413962">19387 13515 5734,'4'-5'0,"-1"1"0,-3 2 0,0 0 0,0 1 0,1 0 0,0 4 0,0-1 0,-1 4 0,-1-1 0,0 0 0,-1 3 0,1 2 0,0-2 0,0 4 0,-1 27 0,1-21 0,1 21 0,1-28 0,0-1 0,1 0 0,-1 0 0,2-2 0,-1 0 0,2-1 0,1 5 0,-1-5 0,7 5 0,-7-9 0,5 0 0,-4-5 0,0 1 0,5-5 0,-2 2 0,3-3 0,2-2 0,-5 4 0,4-3 0,-3 1 0,-3 1 0,1-3 0,-2-1 0,-2 1 0,1-2 0,-3 3 0,0 0 0,-1-1 0,0-1 0,-1 0 0,-1 0 0,-1-1 0,-1 0 0,1 0 0,-2-1 0,1 1 0,-3-5 0,-6-11 0,5 9 0,-4-6 0,8 17 0,1 1 0,-1 1 0,0 1 0,-2-1 0,2 3 0,-2-1 0,2 2 0,-1 1 0,0 0 0,-10 6 0,8-3 0,-9 6 0,9-5 0,0 1 0,1-1 0,-5 5 0,4-4 0,-4 3 0,5-6 0,0 0 0</inkml:trace>
  <inkml:trace contextRef="#ctx0" brushRef="#br0" timeOffset="414291">19379 13620 5734,'7'0'0,"0"0"0,4-2 0,-3 1 0,7-2 0,-9 2 0,3-1 0,1-1 0,-2 1 0,2-1 0,0-1 0,-3 3 0,2-1 0,-3 3 0,-1-1 0,1 1 0</inkml:trace>
  <inkml:trace contextRef="#ctx0" brushRef="#br0" timeOffset="414590">19613 13674 5734,'5'5'0,"0"-1"0,-1 3 0,2 4 0,-2-2 0,1 5 0,-1 2 0,-1-5 0,-1 4 0,3 9 0,-5-13 0,0 10 0,-3-17 0,-2-2 0,1-3 0,0 0 0</inkml:trace>
  <inkml:trace contextRef="#ctx0" brushRef="#br0" timeOffset="423063">19969 13583 5734,'-4'-5'0,"0"-1"0,2 4 0,0-1 0,4 9 0,9 22 0,8 16 0,-2-6 0,-7-15 0,0 0-688,4 10 0,4 6 1,0 0-1,-4-8 688,6 6 0,-2-4 0,4 6 0,-2-5 0,-7-11 0,1 0 0,6 12 0,4 4 0,-4-7 0,-2-3 0,2 1 0,-2-2 0,-5-9 0,9 11 0,-17-23 0,3-1 0,-6-6 0,2 0 0,-5-3 687,0-1 1,-1-3 0,1-2 0</inkml:trace>
  <inkml:trace contextRef="#ctx0" brushRef="#br0" timeOffset="423304">20005 14390 5734,'-4'-19'0,"13"-10"0,6-9 0,-1 4 0,-4 9 0,2 0-820,5-9 1,5-7 0,0 1 0,-2 7-373,-3 8 0,-1 3 1192,10-13 0,0 0 82,-9 12 1,-1 2-83,8-10 91,-3 1 0,-2 2-91,-5 7 0,6-11 0,-19 30 0,-2 2 0</inkml:trace>
  <inkml:trace contextRef="#ctx0" brushRef="#br0" timeOffset="424005">20507 14237 5734,'3'5'0,"0"0"0,0 5 0,0-1 0,1 4 0,-2 3 0,0-4 0,0 3 0,-1-4 0,0-3 0,-1 0 0,0-4 0,0-1 0,0-1 0,0 0 0,2-5 0,0-9 0,0-1 0,0-6 0,-1 6 0,5-17 0,-3 13 0,4-14 0,-5 20 0,1-1 0,-1 6 0,0 2 0,0 3 0,1 2 0,0 3 0,-1 1 0,1 1 0,0 2 0,0 4 0,0-2 0,1 2 0,-1-4 0,0 3 0,0-4 0,0 1 0,-2-4 0,0-2 0,0-1 0,1-1 0,1-2 0,1-1 0,1-3 0,5-6 0,-2 2 0,4-5 0,-3 4 0,-1 0 0,-1 1 0,2-1 0,-3 3 0,1 0 0,-4 5 0,2 11 0,-1-1 0,0 11 0,-1-4 0,-1 11 0,-1-6 0,1 7 0,-1-10 0,1 0 0,-1-2 0,1-1 0,0-2 0,0-1 0,-1-2 0,1-3 0,-2-3 0,-1-2 0</inkml:trace>
  <inkml:trace contextRef="#ctx0" brushRef="#br0" timeOffset="424532">20914 14080 5734,'5'7'0,"0"-1"0,9 4 0,-4-6 0,7 2 0,1-7 0,-2-2 0,5-3 0,4-6 0,-7 2 0,6-5 0,-4-1 0,-7 4 0,2-4 0,-7 2 0,-4 3 0,-12-14 0,1 16 0,-11-8 0,7 14 0,-1 3 0,-8 5 0,4 1 0,-4 4 0,1 7 0,5-2 0,-3 7 0,6 7 0,5-5 0,1 9 0,11-7 0,3 0 0,3 3-511,0-3 1,2-3 510,5-6 0,2-2 0,13-1 0,-6-5 0,10-2-125,-12-6 125,0-2 0,-2-3 0,-3-2 0,-1-2 0,-5-4 0,-1-4 0,-3-3 0</inkml:trace>
  <inkml:trace contextRef="#ctx0" brushRef="#br0" timeOffset="424906">21342 13552 5734,'5'26'0,"0"-6"0,2 7 0,0 1 0,1 2-320,-3-6 0,1 0 320,-1 3-513,-1 0 513,-2-2 0,0 9 0,-1-10 0,0 6 0,-11-1 0,2-12 0,-21-5 0,-5-5 0,8-11 0,-6-1 0,1-4 0,14-11 0</inkml:trace>
  <inkml:trace contextRef="#ctx0" brushRef="#br0" timeOffset="425031">21278 13252 5734,'5'-4'0,"2"0"0,-3 2 0</inkml:trace>
  <inkml:trace contextRef="#ctx0" brushRef="#br0" timeOffset="425448">21565 13469 5734,'-5'20'0,"1"1"0,4-5 0,1 1 0,2 2 0,0 0 0,3 1 0,-1 0 0,9 15 0,-5-13 0,7 9 0,4-9 0,-9-12 0,8 4 0,-2-17 0,-6-1 0,9-12 0,-14 5 0,2-8 0,-8-3 0,-2 5 0,-9-24 0,3 20 0,-4-13 0,-10-5 0,13 21 0,-12-16 0,15 27 0,1 2 0,0 0 0,-1 5 0,2 0 0,-3 1 0,1 2 0,-1-1 0</inkml:trace>
  <inkml:trace contextRef="#ctx0" brushRef="#br0" timeOffset="425638">21533 13686 5734,'18'-4'0,"-2"1"0,12-1 0,1 1 0,-3 0-567,0 1 1,-1 0 566,-10 2 0,0-1 0,0-1 0</inkml:trace>
  <inkml:trace contextRef="#ctx0" brushRef="#br0" timeOffset="426131">21844 13677 5734,'1'-5'0,"0"-2"0,2 4 0,1-3 0,5 0 0,-1 1 0,21-8 0,-14 7 0,15-6 0,-16 8 0,0 1 0,-2 0 0,4 2 0,-6 3 0,1 1 0,-6 6 0,-4 0 0,-3 5 0,-4 0 0,-3 0 0,-1 2 0,-3 0-205,-1-1 205,-1 0 0,0-1 0,2-1 0,1 0 0,1-2 0,3-1 0,0 0 0,3-3 0,1 1 205,5-4-205,1 0 0,3-1 0,3 0 0,2-1 0,9-1 0,-1-2 0,15-3 0,-12 1 0,14-3 0,-17 3 0,4-1 0,-12 4 0,0 0 0,-2-1 0,-1 1 0</inkml:trace>
  <inkml:trace contextRef="#ctx0" brushRef="#br0" timeOffset="429119">18771 15519 5734,'13'5'0,"-2"-1"0,9-3 0,17-2 0,3-1 0,0-1 0,-1 0 0,9-1 0,-9 0-1787,0-2 1787,-5 1 0,-2 0 0,-11 2 415,-1 0-415,5-3 0,-15 4 0,4-3 0,-18 4 0</inkml:trace>
  <inkml:trace contextRef="#ctx0" brushRef="#br0" timeOffset="429395">18942 15648 5734,'5'6'0,"0"0"0,2-4 0,4 1 0,1 0 0,12 0 0,-3 0 0,20 0 0,-15-1 0,19 1-801,-19-2 801,5 1 0,-10 0-308,8 0 308,-11 0 0,5 1 0,-15-2 0,-3-1 0,-6 0 0,-4-2 193,-8-2 1,-1-2 0,-2-1 0</inkml:trace>
  <inkml:trace contextRef="#ctx0" brushRef="#br0" timeOffset="430233">19983 15155 5734,'1'24'0,"-1"1"0,1 21 0,2-12-2220,0 3 2220,1 3 0,0-1 0,0 1 0,-1-14 0,0 0 0,1 14 0,0 0 0,0-10 0,-1-3 0,2 15 0,-2-17 0,0 0 0,1 16-155,-1-13 155,0 4 349,-2-11-349,-1-7 0,-4-1 0,-17-12 0,7-4 0,-11-5 0</inkml:trace>
  <inkml:trace contextRef="#ctx0" brushRef="#br0" timeOffset="430433">19796 15511 5734,'22'1'0,"1"0"0,20-1 0,-9-2-433,-10 1 1,1 0 432,2-2 0,-1 1-1238,15-2 1238,-14 1 0,-1 0 0,22-4 0,-15 2 0,6-1 83,-13 1-83,-11 1 0,0-2 0,-11 0 0,-3 0 0,-2-1 0</inkml:trace>
  <inkml:trace contextRef="#ctx0" brushRef="#br0" timeOffset="430615">20157 15234 5734,'2'18'0,"1"16"0,0-4-652,0 12 652,-2-16 0,0 0-1409,1 14 1409,0-13 0,-1 1 0,1 0 0,0 0 0,3 13 0,-3-14 0,1-1 0,5 21 0,-2-14 0,3 6-102,0-9 102,-3-12 0,1 2 0,-2-12 0,0-2 0</inkml:trace>
  <inkml:trace contextRef="#ctx0" brushRef="#br0" timeOffset="431149">20371 15610 5734,'0'19'0,"0"-1"0,1 1 0,-1-5 0,0 3 0,0-3 0,0-4 0,0 1 0,0-4 0,0-3 0,0 0 0,1-3 0,1-9 0,0 3 0,1-7 0,3-17 0,-3 17 0,4-16 0,-5 20 0,3-1 0,-1 2 0,0-1 0,0 4 0,-1 1 0,1 2 0,2 5 0,-1 1 0,6 19 0,-4-10 0,1 12 0,-4-14 0,-1 0 0,0-2 0,1 3 0,-2-6 0,3 3 0,-4-8 0,1-2 0,0-10 0,0 2 0,4-16 0,-2 11 0,2-6 0,0 5 0,-1 4 0,1-1 0,-2 5 0,0 2 0,1 2 0,2 3 0,-1 3 0,1 4 0,1 7 0,-2-1 0,2 5 0,-3-5 0,7 22 0,-6-19 0,4 14 0,-8-24 0,-1-2 0,1-2 0,-1-2 0</inkml:trace>
  <inkml:trace contextRef="#ctx0" brushRef="#br0" timeOffset="431445">20572 15246 5734,'-4'-2'0,"0"1"0,3 2 0,7 13 0,0-1 0,9 14 0,2 4 0,1 1-570,-1-2 1,1 1 569,-4-8 0,0-1-1183,8 14 1183,-7-13 0,0 0 0,0 0 0,0-1 0,8 12 0,-9-13 0,0 0-784,10 15 784,-7-10 0,4 3-353,-5-7 353,-7-8 849,4 4-849,-13-10 284,-1-2 1,-7-6 0,0-4 0</inkml:trace>
  <inkml:trace contextRef="#ctx0" brushRef="#br0" timeOffset="431619">20742 15670 5734,'13'-33'0,"2"2"0,0 8 0,2 1 0,6-6 0,1 2 0,7-5 0,-5 5 0,2 0 0,3-2 0,-3 3 0,-17 17 0</inkml:trace>
  <inkml:trace contextRef="#ctx0" brushRef="#br0" timeOffset="432178">21091 15673 5734,'1'8'0,"0"5"0,0-1 0,2 7 0,-2-8 0,1 3 0,-1-6 0,1-1 0,-2 0 0,1-2 0,-1 0 0,1-4 0,0-2 0,4-5 0,-2 0 0,10-23 0,-8 14 0,5-15 0,-6 15 0,-2 0 0,4-12 0,-4 11 0,3-8 0,-1 12 0,-2 3 0,0 0 0,0 6 0,0 1 0,-1 3 0,0 2 0,2 7 0,0 0 0,2 5 0,1 6 0,-1-4 0,0 6 0,-2-7 0,0-2 0,-1 0 0,1-3 0,-2-1 0,0-2 0,1-2 0,-1 0 0,0-3 0,0-2 0,0-6 0,7-11 0,-4 2 0,7-7 0,-4 7 0,3 0 0,0 0 0,0 1 0,1 0 0,-2 3 0,0 0 0,3 2 0,-3 3 0,5 3 0,-7 5 0,2 4 0,-2 11 0,0 18 0,-1-4-751,-1 9 751,-1-19-398,1 7 398,-2-8 0,2 4 0,-4-13 0,1-4 0,-1-2 0</inkml:trace>
  <inkml:trace contextRef="#ctx0" brushRef="#br0" timeOffset="433213">21699 15600 5734,'4'5'0,"5"2"0,-2-3 0,5 1 0,10-5 0,-7-3 0,8-6 0,1-4 0,-3-1-810,15-13 810,-20 11 0,-3 0 0,-1 0 0,1-4 0,-5 4 0,-1-3 196,-8 2-196,-1 5 0,-4-3 0,-6 2 0,0 5 0,-21-3 0,13 8 614,-11 2-614,6 9 0,7 0-238,-6 5 238,9-1 0,-3 13 0,5-5-547,0 11 547,7-7 0,2 2 0,3 2 0,5-2 0,1 1 0,10 18 0,-6-18 0,1-2 0,11 9 0,-4-15 0,2-3 0,1-2 0,2-5 0,10-7 0,2-4 0,-1-2-517,1-1 1,-2-2 516,-12-8 0,-1-4 0,-1-3 0</inkml:trace>
  <inkml:trace contextRef="#ctx0" brushRef="#br0" timeOffset="433673">22150 14706 5734,'13'16'0,"-3"-2"0,2 9 0,-1 2 0,1 6-354,-3-5 0,-1 1 354,-1 19-1413,-4-11 1413,-1 10 0,-10-8 0,-1-1 0,-2 0 0,0-2 0,-2-4 0,1-14 406,-3-4-406,-1-4 0,-1-3 0,-2-3 0,-10-9 0,7-3 0,-6-8 0,10-1 0</inkml:trace>
  <inkml:trace contextRef="#ctx0" brushRef="#br0" timeOffset="434103">22322 14667 5734,'-3'39'0,"1"7"0,2-21 0,1 8 0,1-8-863,0 0 863,2-1 0,7 15 0,-3-16 0,16 13 0,-11-29 0,10 0 0,-2-18 0,-5 0 279,4-8-279,-5-8 0,-6 4 143,1-9-143,-9-3 0,-2 7 0,-2-7 0,-4 5 0,0 9 441,-2-4-441,-27 4 0,17 13 0,-21-4 0</inkml:trace>
  <inkml:trace contextRef="#ctx0" brushRef="#br0" timeOffset="434266">22277 14805 5734,'13'-1'0,"6"-3"0,-5-1 0,8-2 0,4-1 0,-5 2 0,17-2 0,-20 6 0,8 0 0,-17 3 0,1-1 0</inkml:trace>
  <inkml:trace contextRef="#ctx0" brushRef="#br0" timeOffset="434467">22607 14865 5734,'1'19'0,"0"1"0,-2 4 0,0-4 0,0 9 0,-1-1 0,2-6 0,0 3 0,0-5 0,-1-7 0,-4 1 0,3-12 0,-3-2 0</inkml:trace>
  <inkml:trace contextRef="#ctx0" brushRef="#br0" timeOffset="435351">22867 15538 5734,'11'-3'0,"0"0"0,1 0 0,-1 0 0,5-6 0,-3 2 0,3-5 0,4-15 0,-10 11 0,7-14 0,-15 17 0,-1-1 0,-2 3 0,-1-1 0,-2 3 0,-2 0 0,-1 3 0,-2 1 0,-9 5 0,4 3 0,-11 10 0,11-1 0,-3 6 0,8 9 0,2 2 0,2 1-503,0 1 0,3-1 503,7-6 0,2 0-660,10 6 660,-3-10 0,8 4-384,-4-11 384,3-4 0,2-3 0,2-3 0,0-4 0,0-3 0,-1-3 0,3-11 0,-7 0 0,3-7 0</inkml:trace>
  <inkml:trace contextRef="#ctx0" brushRef="#br0" timeOffset="435870">23187 14690 5734,'7'9'0,"18"24"0,-12-12-776,0-1 1,0 0 775,-3 5 0,-1 1 489,-2 1-489,-3-1 0,0 0 0,0 6 0,-4 2 0,-1-1 0,-3-8 255,-4 12-255,-3-19 0,3-6 0,-6-1 0,-4-11 0,2-3 0,-7-6 0,-4-12 0,7-1 0,-6-9 0</inkml:trace>
  <inkml:trace contextRef="#ctx0" brushRef="#br0" timeOffset="436020">23178 14516 5734,'3'-2'0,"0"-1"0,-1 1 0,3-3 0,-3 0 0,5-8 0,-3 5 0,1-6 0</inkml:trace>
  <inkml:trace contextRef="#ctx0" brushRef="#br0" timeOffset="436439">22188 14428 5734,'7'1'0,"1"1"0,9-1 0,-1-1 0,10-2 0,0-3 0</inkml:trace>
  <inkml:trace contextRef="#ctx0" brushRef="#br0" timeOffset="437053">23487 14480 5734,'-11'12'0,"-1"5"0,0 4-692,3 4 692,3-4 0,3 3 0,2 1 0,1 1 0,0 7-524,1-6 1,2-1 523,2 2 0,1-3 405,2-1-405,11-1 0,4-2 0,-3-4-247,3 0 0,1-4 247,-9-17 101,7-8-101,-7 1 0,6-26 0,-14 14 0,-6-6 0,-3 0 0,-4 2 0,-5-1 0,-2 1 0,-1 5 939,-9-8-939,6 15 0,5 6 0,-5-1 0,-1 8 0,5 2 0,-3 2 0</inkml:trace>
  <inkml:trace contextRef="#ctx0" brushRef="#br0" timeOffset="437221">23398 14786 5734,'22'-1'0,"-2"-1"0,-4-1 0,0-1 0,21-5 0,-14 2 0,16-3 0,-11 2 0,-7 3 0,3-3 0,-9 3 0,-1 0 0</inkml:trace>
  <inkml:trace contextRef="#ctx0" brushRef="#br0" timeOffset="437688">23739 14774 5734,'14'-4'0,"-2"0"0,-3 2 0,6-1 0,-5 2 0,6 2 0,-4 3 0,-4 0 0,4 3 0,-6 4 0,-2-2 0,-1 4 0,-6 3 0,0-4 0,-5 6 0,-5 1 0,1-5 0,-4 2 0,3-5 0,2-3 0,0 0 0,2-3 0,3 0 0,0-2 0,2-1 0,-1 1 0,2-1 0,1 1 0,6 0 0,11 1 0,-1 0 0,7 0 0,-6-3 0,1 0 0,11-2 0,-5 0 0,17-3 0,-19 1 0,5 1 0,-11 1 0,-6 1 0,-4 3 0,-6-1 0</inkml:trace>
  <inkml:trace contextRef="#ctx0" brushRef="#br0" timeOffset="439207">18798 16700 5734,'9'4'0,"0"0"0,1 0 0,16 0 0,2 1 0,-1-1-617,4 0 1,-2 0 616,-8-1-329,16 4 329,-14-2 0,10 1 0,-19-3 0,-2 1 0,-8-2 0,-3-2 0,-6-2 0</inkml:trace>
  <inkml:trace contextRef="#ctx0" brushRef="#br0" timeOffset="439384">18819 16892 5734,'32'3'0,"-14"-2"0,24-3-1137,-19-2 1137,-1 0 0,0-1-9,-1 0 1,1 0 0,1-2 0</inkml:trace>
  <inkml:trace contextRef="#ctx0" brushRef="#br0" timeOffset="439999">19813 16470 5734,'1'13'0,"0"2"0,6 23 0,-1-11-328,-1-3 0,-1 1 328,1-1 0,-1 0-1350,2 16 1350,-2-13 0,0 0 0,0 2 0,-1-1 0,2 14 0,-2-15 0,0 1 0,0 3 0,-1-2 0,0 7 0,-1-9 0,0-2 289,-3 0-289,-1-9 0,-14-3 0,6-12 0,-9-6 0,8-1 0</inkml:trace>
  <inkml:trace contextRef="#ctx0" brushRef="#br0" timeOffset="440171">19715 16799 5734,'32'-1'0,"1"0"0,-3 1 0,-1-1 0,-2 0 0,-2-1 0,9 0 0,2-3 0,-1 0 0,-8 0 0,13-4 0,-20 2 0,-6 1 0,2-2 0</inkml:trace>
  <inkml:trace contextRef="#ctx0" brushRef="#br0" timeOffset="440375">20096 16501 5734,'-1'13'0,"0"1"0,1 11 0,0-2 0,1 9 0,0 10-2454,1-7 2454,1 12 0,0-11 0,1-6 0,0 7 0,1-5 0,-2-7 0,1 0 0,3 24 0,0-3 0,-1-20 141,-1 5-141,-1-10 0,1 1 0,-1-10 0</inkml:trace>
  <inkml:trace contextRef="#ctx0" brushRef="#br0" timeOffset="440917">20292 16886 5734,'-2'14'0,"0"7"0,1-6 0,-1 7 0,2 2 0,0-6 0,0 4 0,0 3 0,-1-13 0,1 6 0,1-16 0,0-1 0,2-6 0,-2 0 0,1-5 0,-1 1 0,1-10 0,0 4 0,1-7 0,0 5 0,0 0 0,1 0 0,4-16 0,-2 14 0,7-21 0,-9 27 0,3-5 0,-7 14 0,2 2 0,-1 3 0,2 3 0,3 6 0,-1 0 0,2 4 0,-3-1 0,0 1 0,0 0 0,4 23 0,-4-21 0,4 15 0,-7-28 0,0-1 0,0-2 0,6-11 0,-3 3 0,6-10 0,-2 5 0,16-24 0,-12 19 0,12-16 0,-18 27 0,-1 2 0,0 2 0,-1 2 0,2 7 0,-1 2 0,-1 5 0,0 1 0,2 9 0,-1-5 0,2 7 0,2-3 0,-3-5 0,3 0 0,-4-4 0,-1-6 0,1 1 0</inkml:trace>
  <inkml:trace contextRef="#ctx0" brushRef="#br0" timeOffset="441171">20624 16557 5734,'19'15'0,"0"0"0,8 4 0,-3-1 0,1 1-2450,6 5 2450,3 4 0,1 3 0,-16-16 0,0 2 0,6 7 0,1 1 0,-6-6 0,0 0 0,4 5 0,0 2 0,3 3 0,-3 0 0,7 6 0,-5-3 0,-3-1 0,-10-11 0,0 4 186,-20-16 0,-1-4 0,-6 0 0</inkml:trace>
  <inkml:trace contextRef="#ctx0" brushRef="#br0" timeOffset="441366">20764 17061 5734,'12'-24'0,"10"-15"0,-3 6-521,-5 11 0,1-1 521,0-1 0,1 0 0,6-8 0,0 0 0,-3 5 0,-1 2-646,4-5 1,-2 4 645,0 1 0,-2 4 85,2-4-85,-6 9 0,1 0 0,-7 8 0,0 3 0</inkml:trace>
  <inkml:trace contextRef="#ctx0" brushRef="#br0" timeOffset="441903">21258 16964 5734,'2'25'0,"-1"-1"0,2 4 0,-1-6-685,1 7 685,0-9 202,-2-2-202,1-2 119,1 4-119,-2-8 0,1 1 0,0-10 348,-1-2-348,0-5 16,1-5-16,0-3 0,-1-3 0,2-4 0,-1 3 0,1-5 0,3-8 0,-3 10 0,4-9 0,-3 14 0,-1 2 0,1 0 0,-1 3 0,-1-1 0,1 4 0,-2 0 0,3 7 0,0 2 0,1 3 0,0 2 0,-1 4 0,0 1 0,0 2 0,0 1 0,0 1 0,0 1 0,5 21 0,-5-21 0,5 15 0,-7-27 0,0-2 0,0-5 0,1-2 0,1-3 0,-1-3 0,4-8 0,-2 2 0,3-5 0,-1 5 0,3-7 0,12-11 0,-7 10 0,18-6 0,-19 26 0,8 1 0,-7 17 0,-3-1 0,2 8 0,-3 9 0,-2-7 0,1 8 0,-1 0 0,-2-8 0,-4 16 0,-2-23 0,-4 5 0</inkml:trace>
  <inkml:trace contextRef="#ctx0" brushRef="#br0" timeOffset="442638">21958 16989 5734,'7'2'0,"13"0"0,-7-2 0,21-4 0,-15 0-390,9-3 390,-9 1 0,9-6 0,-8 1 0,19-15 0,-21 11 96,8-8-96,-17 6 0,-5 4 0,-3-2 0,-22 7 0,-7 3 0,5 0 0,-6 2 0,-1 3 0,2 11-479,8-1 479,-5 6 0,7 6 0,7-3 0,0 9 0,12 8 0,3-7 0,7-1 0,7 5 0,-2-4 0,10 10-339,2 0 1,1-3 338,-1-16 0,-5-10 0,0-1 0,11 2 0,-2-10 0,-1-4 0,-3-9 0,13-12 0</inkml:trace>
  <inkml:trace contextRef="#ctx0" brushRef="#br0" timeOffset="443019">22543 16395 5734,'4'-8'0,"4"0"0,-2 7 0,11 17 0,-9 3-334,5 16 334,-9-9 0,-1 0-1394,0 17 1394,-1-13 0,-2 1 0,-1 1 0,-2-1 0,0 16 0,0-18 0,-2 2 0,-4 12 0,-2-2 0,0-5 0,0 1 0,-1-9 0,3-24 0,-8-10 0,3-4 0,-7-8 0,-6-12 0,7 1 0,-7-11 0</inkml:trace>
  <inkml:trace contextRef="#ctx0" brushRef="#br0" timeOffset="443167">22523 16223 5734,'19'-8'0,"7"0"0,-13 4 0,9 1 0,-16 5 0,1 2 0,-8 3 0,-1 0 0</inkml:trace>
  <inkml:trace contextRef="#ctx0" brushRef="#br0" timeOffset="443715">22912 16156 5734,'-8'10'0,"0"1"0,-7 17 0,6-6 0,-6 14 0,7 0-1888,3-6 1888,0 10 0,5-11 0,1 0-248,1 0 248,1-1 0,4 10 0,-1-11 0,3 5 0,5-1 0,-5-14 488,6 6-488,-3-18 0,0-5 0,3-3 0</inkml:trace>
  <inkml:trace contextRef="#ctx0" brushRef="#br0" timeOffset="444042">23118 16215 5734,'-8'13'0,"1"1"0,2 0 0,-2 14 0,2-5 0,-1 10 0,1 6-1247,3-9 1247,-1 10 0,4-3 0,1-10 0,2 6 0,17 3 0,-9-24 297,14 9-297,-14-29 0,5-12 0,-4 2 0,-2-7 0,-1-2 0,-2-5-152,-2 7 0,-2-2 152,-5-19 0,-2 11 0,-3-2 0,-2 1 0,0 6 187,0 5 0,0 3-187,-1 10 0,-3 3 0,1 4 0,0 1 0,0 2 0</inkml:trace>
  <inkml:trace contextRef="#ctx0" brushRef="#br0" timeOffset="444204">23015 16413 5734,'15'6'0,"9"0"0,-7-5 0,27-3 0,-4-5 0,1 1-183,-8-2 1,-18 4 0,-1 0 0</inkml:trace>
  <inkml:trace contextRef="#ctx0" brushRef="#br0" timeOffset="444408">23400 16429 5734,'-2'9'0,"1"8"0,1-2 0,0 22 0,0-15 0,0 11 0,0-8 0,0-6 0,0 3 0,0-3 0,0-9 0,-4 2 0,2-13 0,-2-3 0,3-4 0</inkml:trace>
  <inkml:trace contextRef="#ctx0" brushRef="#br0" timeOffset="444834">23680 16235 5734,'-5'10'0,"-1"8"0,1 17 0,2-6-1246,0 9 1246,4-16 0,1 11 0,0-8 0,2 7 0,0-2 0,-1-9 398,1 4-398,0-6 0,-1-7 205,-1 2-205,-1-9 0,-2-3 0,-1-1 0</inkml:trace>
  <inkml:trace contextRef="#ctx0" brushRef="#br0" timeOffset="445001">23587 16384 5734,'24'-2'0,"-1"0"0,-4 0 0,10-1 0,-7 1-489,6-1 489,-10 2 0,-1-1 0,-1 0 0</inkml:trace>
  <inkml:trace contextRef="#ctx0" brushRef="#br0" timeOffset="445285">23909 16242 5734,'-12'12'0,"-4"17"0,9-7 0,2 23 0,4 3 0,2-11-1141,1 4 0,2-3 1141,2-19 547,6 1-547,-2-7 0,5 0 404,-5-11-404,8-5 0,-5-4 0,2-20 0,-2-5 0,-6 2-2,1-5 0,-3 1 2,-10 7 0,-6-11-693,3 9 693,-5-6-525,1 8 525,2 9 0,-1-2 0,4 7 1036,1 5-1036,-2 1 215,3 6 1,1 1-1,0 1 1</inkml:trace>
  <inkml:trace contextRef="#ctx0" brushRef="#br0" timeOffset="445582">23910 16441 5734,'13'-4'0,"4"-1"0,-7 1 0,5-2 0,-3 3 0,0-1 0,1 1 0,1 0 0,0 1 0,5 0 0,-5 1 0,9-1 0,-13 2 0,3-2 0,-8 2 0,-1 0 0</inkml:trace>
  <inkml:trace contextRef="#ctx0" brushRef="#br0" timeOffset="445971">24124 16450 5734,'-2'3'0,"3"-1"0,5-3 0,2 0 0,1-1 0,2 0 0,-3 1 0,10-1 0,-9 2 0,7 0 0,-11 1 0,2 2 0,-4 0 0,0 2 0,-3-1 0,-2 1 0,-3 6 0,1-1 0,-3 4 0,2-4 0,-1 6 0,2-4 0,7 18 0,1-20 0,7 9 0,-3-18 0,7-3 0,-2-1 0,4-3 0,1-6 0,-3 2 0,5-6 0,-5 3 0</inkml:trace>
  <inkml:trace contextRef="#ctx0" brushRef="#br0" timeOffset="446250">24382 16054 5734,'6'10'0,"0"1"0,1 1 0,2 2 0,6 17 0,-4-4-349,5 13 349,-7-8 0,-1 0-1445,1 11 1445,-1-10 0,-2 1 0,-4-7 0,-1-3 0,0 15-1399,-4-3 0,-2 0 1399,-1-3 0,1-8 0,-2 0-320,-9 5 320,3-13 0,-6 3 0,7-14 0,-1-2 0</inkml:trace>
  <inkml:trace contextRef="#ctx0" brushRef="#br0" timeOffset="449625">9779 14670 5734,'-7'-3'0,"3"1"0,1-1 0,5 1 0,7-2 0,13-1 0,15-1 0,11-1 0,6-1 0,1 1 0,-4 0 0,-9 2-820,0-1 1,-6 2 0,0 0 0,7-1 710,-5 0 1,5-1 0,3 0-1,3 0 1,0 0 0,0-1 0,-2 2-1,-3 0 1,-5 1-183,10-1 0,-7 2 0,0 1 0,6-1 291,-10 1 0,3 0 0,4 0 0,1 0 0,1-1 0,0 1 0,-1 0 0,-2 0 0,-2 1-53,3-1 0,-3 0 0,-2 0 0,2 0 0,3 1 0,7-1 53,-15 1 0,3 0 0,4-1 0,3 1 0,1 0 0,3 0 0,0-1 0,1 1 0,0 0 0,0 0 0,-1 0 0,-1-1 0,-3 1 0,-1 0 0,-4 1 0,-3-1 0,12 0 0,-5 0 0,-4 0 0,-1 0 0,1 1 0,3-1 0,5 0 0,-10 1 0,3-1 0,4 0 0,1 1 0,2-1 0,2 0 0,-1 1 0,0-1 0,0 1 0,-2-1 0,-2 1 0,-2-1 0,-4 1 0,-4-1 0,10 1 0,-7-1 0,-3 1 0,0 0 0,2-1 0,6 1 0,-4 0 0,5 0 0,2-1 0,3 1 0,1 0 0,1 0 0,-2 0 0,0-1 0,-3 1 0,-3 0 0,-5 0 0,10 0 0,-6 0 0,-3-1 0,2 1 0,7 0 0,-11 0 0,6 0 0,3 1 0,2-1 0,2 0 0,0 0 0,-2 0 0,-2 1 0,-3-1 0,-5 0 0,-7 0 0,13 1 0,-10-1 0,4 1 0,-1-1 0,5 0 0,1 1 0,-5 0 0,-8 0 0,14 3 0,-30-1 0,-22 5 0,-18-2 0,-20 3 344,17-3 1,1-1 0,1-1 0</inkml:trace>
  <inkml:trace contextRef="#ctx0" brushRef="#br0" timeOffset="450624">19492 17645 5734,'-5'1'0,"4"0"0,7 1 0,11 1 0,23 0 0,8 1 0,-13-1 0,2-1-569,2 1 1,5-1-1,5 1 569,-11 0 0,5-1 0,2 1 0,0 0 0,-1-1 0,-5 0-393,0 1 0,-5-1 0,1 0 0,6 0 393,0-1 0,6 1 0,3 0 0,3 0 0,0 0 0,-2 0 0,-5-1 0,-6 0-530,1 0 1,-7-1 0,0 0 0,4 0 529,4-1 0,4 0 0,3 0 0,0 0 0,-4-1 0,-6 0-113,3 0 0,-6-1 0,1 0 113,10-1 0,1-1 0,-2 1 0,-9-1 0,-2 0 0,-3 0 0,3 0 0,-1-1 0,12-2 0,-4-1 0,-6 0 42,2-3-42,-22 0 0,-6 2 1988,-5-2-1988,-7 3 3237,-1 1-3237,0 0 467,1 4-467,1 1 0,0 2 0,-1 1 0,0 0 0,-5 3 0,-9 1 0,2 4 0,-8 0 0,6 0 0</inkml:trace>
  <inkml:trace contextRef="#ctx0" brushRef="#br0" timeOffset="453299">8739 17364 5734,'17'-4'0,"15"0"0,4-1 0,-14 3 0,4-1 0,16 1 0,7-1 0,-5 0-565,-8 0 0,1 0 565,-2-1 0,8-1 0,2 0 0,-3 0 0,-7 1-496,2-3 1,-2 1 495,8-3 0,5 0 0,-6 1 0,-12 2 0,-2 1 0,15-3 0,-2 0-940,0 2 940,5 0-45,-22 3 45,-4 2 0,6 2 0,-11 0 0,12 9 0,-19-2 0,4 13 0,-9-4 0,1 6 0,-2-3 0</inkml:trace>
  <inkml:trace contextRef="#ctx0" brushRef="#br0" timeOffset="455207">23103 16874 5734,'0'6'0,"0"-2"0,0-4 0,0 1 0,0 0 0,0 2 0,0-1 0,2 3 0,-1-3 0,3 4 0,-2-4 0,6 3 0,-3-1 0,5 3 0,1 0 0,-2 0 0,4 2 0,-2-2 0,0 1 0,0-1 0,7 3 0,-4-2 0,5 1 0,-7-3 0,1-1 0,-1-1 0,0 0 0,-1-1 0,4 0 0,-3-1 0,2 1 0,1 0 0,-4-1 0,7 3 0,-6-3 0,2 0 0,8-4 0,-9 1 0,8-3 0,-6-3 0,-5 1 0,3-3 0,-4-1 0,-2 2 0,1-2 0,2-3 0,-4 5 0,2-5 0,-4 9 0,0 0 0,3-3 0,-2 2 0,3-2 0,-1 2 0,0 0 0,1 1 0,-1 0 0,1 1 0,-1-1 0,-1 1 0,3 0 0,-4 2 0,4 1 0,-3 0 0,2 2 0,-2 0 0,3 2 0,3 2 0,-3-1 0,5 2 0,-4 0 0,1 0 0,0 2 0,0 1 0,1 2 0,-1 2 0,3 8 0,-1 1 0,1-1-270,-1 1 0,-1-2 270,-5-8 0,-1-3 0,-1-1 0,0-2 0,-1-1 0,-1-2 0,1-1 540,-2-4-540,3-4 0,-1-1 0,1-5 0,3-18 0,-5 12 0,4-13 0,-5 17 0,0 0 0,1 1 0,-1 1 0,10-12 0,-4 12 0,9-9 0,-5 15 0,0 2 0,2 0 0,1 2 0,20 2 0,-12 1 0,16 0 0,-3 1-905,-7-2 905,9 0 0,4-2 0,-10-1 0,10-2 0,5-4 0,-19 3 0,12-3 0,-24 3 0,-2 0 0,-3 0 0,-2 1 0,-2 1 0,-1 2 0,-2-1 905,-1-1-905,-3-1 0,-1 0 0,-5-2 0,0 0 0,-2 2 0,0-2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18:07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17178 11116 5734,'-18'2'0,"-5"-1"0,7 1 0,-7 1 0,14-3 0,-3 2 0,11-1 0,4-1 0,5 1 0,15-1 0,6-1 0,14 0-1093,-7 0 1,6 0 0,-3 0 1034,0 0 1,0 0 57,-3 0 0,3 0 0,0 0-757,7 0 1,1 1 0,-2-1 756,-7 1 0,-3 0 0,3-1-19,-2 1 1,1 0 0,2 0 0,-1 0 18,-1 0 0,0 0 0,1 0 0,-1 0 0,0 0 0,0 0 0,1 0 0,2 0 0,0-1 0,3 1 0,1 0 0,-1-1 0,-4 1 0,7-1 0,-4 0 0,0 0 0,2 0 0,0 0 0,-7 0 0,9-3 0,-7 0 0,-7 1 0,0-1 0,-12 2 1287,0 0-1287,-12 1 2870,-5 0-2870,-3 0 1048,-12 4-1048,5-1 529,-6 2-529,7-1 0,2 0 0,-1 1 0,2-1 0,-2 1 0,0 0 0,-2-1 0,1-1 0,0-1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11:20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3475 5092 24575,'16'0'0,"-3"0"0,-13 0 0,0 0 0,14 0 0,-11 0 0,24-13 0,-24 9 0,24-9 0,-24 13 0,24 0 0,-11 0 0,14 0 0,0 0 0,0 0 0,0 0 0,0 0 0,0-13 0,0 9 0,0-9 0,0 13 0,0 0 0,0 0 0,13 0-490,-10 0 490,11 0 0,-14 0 0,-1 0-14,1 0 14,0 0 0,-13 0 0,10 0 0,-11 0 0,14 0 0,0 0 0,0 0 489,-13 13-489,9-9 15,-9 9-15,0-13 0,9 0 0,-9 0 0,0 0 0,9 0 0,-22 0 0,22 0 0,-22 0 0,22 0 0,-23 0 0,11 0 0,-1 0 0,-10 0 0,11 0 0,-1 0 0,-10 0 0,11 0 0,-1 0 0,-10-13 0,11 9 0,-1-9 0,-10 13 0,11 0 0,-1 0 0,-10 0 0,11 0 0,-1 0 0,-10 0 0,11 0 0,-1 0 0,-10 0 0,10 0 0,1-13 0,-11 9 0,10-9 0,-13 13 0,14 0 0,-11 0 0,10 0 0,-13 0 0,0 0 0,14 0 0,-11 0 0,10 0 0,-13 0 0,14 0 0,-11 0 0,10 0 0,-13 0 0,0 0 0,14 13 0,-11-9 0,10 9 0,-13-13 0,14 0 0,-11 0 0,10 0 0,-13 0 0,0 0 0,13 0 0,-9 0 0,9 0 0,-13 0 0,13 0 0,-9 0 0,9 0 0,0 0 0,-9 0 0,22 0 0,-22 0 0,22 0 0,-9 0 0,0 0 0,9 0 0,-9 0 0,13 0 0,0 0 0,0 0 0,0 0-465,13 0 465,-10 0-855,24-13 855,-24 9 0,24-9 0,-24 13 0,23 0 0,-9 0 0,0 0 0,9 0 0,-22 0 0,22 0 0,-23 0 0,24 0 0,-10 0 0,-1 0 0,11 0 0,-11 0 0,1 0-1404,10 0 1404,-11 0 0,1 0 0,9 0 0,-9 0 0,13 0 0,0 0 0,-14 0 0,11 0 0,-11-13 0,14 9 0,-13-9 0,10 13 0,-24 0 0,23 0 0,-9 0 0,0 0 0,9 0-642,-23 0 642,11 0 0,-1 0 0,-10 0 0,10-13 126,-13 10-126,0-11 0,0 14 0,0 0 0,0 0 0,0 0 0,0 0 769,0 0-769,0 0 0,0 0 1424,-13 0-1424,9 0 729,-22 0-729,22 0 318,-9 0-318,0 0 0,9 0 0,-23 0 0,24 0 0,-24 0 0,24 0 0,-10 0 0,-1 0 0,11 0 0,-10 14 0,13-11 0,-14 10 0,11-13 0,-11 0 0,14 0 0,0 0 0,0 0 0,0-13 0,0 10 0,0-11 0,0 14 0,0 0 0,0 0 0,0 0 0,-13 0 0,9 0 0,-9 0 0,13 0 0,-14 0 0,11 0 0,-10 0 0,-1 0 0,11 0 0,-24 0 0,24 0 0,-24 0 0,24 14 0,-24-11 0,11 10 0,-1-13 0,-10 0 0,11 0 0,-1 0 0,-10 0 0,10 0 0,1 0 0,-11 0 0,24 0 0,-24 0 0,24 0 0,-24 0 0,24 0 0,-24 0 0,24 0 0,-24 0 0,24 0 0,-24 0 0,23 0 0,-9 0 0,0 0 0,9 0 0,-9 0 0,0 0 0,9 0 0,-9 0 0,0 0 0,9 0 0,-9 0 0,-1 0 0,-2 0 0,-1 0 0,-10 0 0,24 0 0,-24 0 0,11 0 0,-14 0 0,0 0 0,0 0 0</inkml:trace>
  <inkml:trace contextRef="#ctx0" brushRef="#br0" timeOffset="1000">14946 4852 24575,'17'0'0,"-4"0"0,-13 0 0,0 0 0,14 0 0,-11 0 0,24 0 0,-11 0 0,28 0 0,-11 0-784,10 0 784,0 0 0,4 0 0,0 14-1968,22-11 1968,-19 10 0,24-13 0,-1 14 0,3-11 0,-31 3 0,0 1-1354,0 1 1,0-2 1353,0-5 0,0 1 0,6 5 0,1-1 0,-6-6 0,1 0-1366,12 7 1,-1 0 1365,-11-6 0,-1 1 0,5 5 0,1-1 0,0-5 0,-1-2 0,-4 1 0,0 0-795,4 0 1,1 0 794,-7 0 0,0 0-340,31 0 340,-32 0 0,-1 0 0,20 0 0,-20 1 0,0-2 0,21-12 0,-4 10 821,-4-11-821,-9 14 2485,-1-13-2485,-2 10 0,-14-11 0,-1 14 0,1 0 2654,-13-13-2654,10 10 2406,-24-11-2406,10 14 0,-13 0 0,0 0 0</inkml:trace>
  <inkml:trace contextRef="#ctx0" brushRef="#br0" timeOffset="12391">12760 6679 24575,'17'0'0,"-4"-13"0,-13 10 0,13-10 0,-9 13 0,22 0 0,-23 0 0,24 0 0,-24 0 0,24 0 0,-24 0 0,24 0 0,-10 0 0,-1 0 0,11 0 0,-24 0 0,24 0 0,-24 0 0,24 0 0,-24 0 0,24 0 0,-11 0 0,1 0 0,10 0 0,-11 0 0,1 0 0,10 0 0,-11 0 0,14 0 0,0 0 0,-13 0 0,9-14 0,-9 11 0,13-10 0,0 13 0,0 0 0,0 0 0,0 0 0,0 0 0,0 0 0,13 0 0,-23 0 0,20 0 0,-24 0 0,14 0 0,0 13 0,0-10 0,0 11 0,-13-14 0,10 0 0,-11 0 0,14 0 0,-13 0 0,9 0 0,-22 0 0,22 0 0,-9 0 0,0 0 0,9 13 0,-9-10 0,0 10 0,9-13 0,-9 0 0,-1 0 0,11 0 0,-10 0 0,-1 0 0,11 0 0,-10 0 0,-1 0 0,11 0 0,-24 14 0,24-11 0,-10 10 0,-1-13 0,11 0 0,-24 0 0,24 0 0,-24 0 0,24 0 0,-11 0 0,1 0 0,10 0 0,-11 0 0,1 0 0,9 0 0,-9 0 0,13 0 0,0 0 0,-13 0 0,9 14 0,-9-11 0,13 10 0,-13-13 0,9 0 0,-9 0 0,13 0 0,0 0 0,-14 0 0,11 0 0,-10 0 0,13 14 0,-14-11 0,11 10 0,-11-13 0,14 0 0,-13 0 0,10 0 0,-11 0 0,14 14 0,0-11 0,-13 10 0,9-13 0,-9 0 0,13 0 0,0 0 0,0 0 0,0 0 0,0 0 0,0 0 0,0 0 0,0 0 0,0 0 0,0 0 0,0 0 0,13 0 0,-10 0-790,24 0 790,-24 0 0,10 0-202,-13 0 202,0 0 0,0 0 0,0 0 0,0 0 0,-13 0 0,9 0 0,-9 0 781,13 0-781,0 0 211,-13 0-211,9 0 0,-9 0 0,13 0 0,-14 0 0,11 0 0,-10 0 0,13 0 0,0 0 0,-1 0 0,1 0-504,14 0 504,-11 0 0,10 0 0,-13 0 0,13 0 0,-9 0 0,9 0 0,0-13 0,-9 10 0,9-11 0,0 14 0,-10 0 0,11 0 0,-14 0 0,13 0 0,-10-13 0,10 10 0,-13-11 0,0 14 0,0 0 0,0 0 0,0 0 0,0 0 0,0 0 0,0 0 0,0 0 0,0 0 0,0-13 0,0 10 0,0-11 0,0 14 0,-14 0 0,11 0 504,-10 0-504,13 0 0,0 0 0,-14 0 0,11 0 0,-11 0 0,1 0 0,10-13 0,-11 10 0,14-11 0,0 14 0,-13 0 0,10 0 0,-11 0 0,1 0 0,9 0 0,-22 0 0,9 0 0,0 0 0,-9 0 0,9 0 0,0 0 0,-9 0 0,9 0 0,-13 0 0,0 0 0,-13 0 0,-4 0 0</inkml:trace>
  <inkml:trace contextRef="#ctx0" brushRef="#br0" timeOffset="26862">18361 5062 24575,'0'17'0,"0"-4"0,0-13 0,13 13 0,-9-9 0,9 22 0,-13-22 0,0 22 0,0-9 0,13-1 0,-9 11 0,9-24 0,-13 24 0,0-10 0,0-1 0,13 11 0,-9-24 0,9 24 0,-13-24 0,0 24 0,13-10 0,-9-1 0,9 11 0,-13-24 0,13 24 0,-9-24 0,9 10 0,-13-13 0,0 14 0,0-11 0,0 10 0,0-13 0,0 0 0,0 0 0</inkml:trace>
  <inkml:trace contextRef="#ctx0" brushRef="#br0" timeOffset="27654">18391 5392 24575,'-17'0'0,"4"0"0,13 13 0,0-10 0,-13 10 0,9-13 0,-9 0 0,13 0 0,0 0 0,0 14 0,0-11 0,0 10 0,0-13 0,0 0 0,0-13 0,13 10 0,-9-11 0,9 14 0,-13 0 0,0 0 0,0-13 0,13 10 0,-9-10 0,9-1 0,-13 11 0,13-24 0,-9 24 0,22-24 0,-22 11 0,22-1 0,-22-10 0,22 11 0,-9-14 0,-1 13 0,11-9 0,-24 9 0,24-13 0,-24 13 0,11-9 0,-14 22 0,0-9 0,13 13 0,-10 0 0,11 0 0,-14-13 0,-14 9 0,11 4 0,-10 4 0,13 9 0,0-13 0,0 0 0,-14 0 0,11 13 0,-24-9 0,24 22 0,-24-22 0,11 22 0,-14-9 0,13 13 0,-9-14 0,9 11 0,-13-10 0,13 13 0,-9 0 0,22-14 0,-22 11 0,22-10 0,-9-1 0,0 11 0,10-24 0,-11 10 0,14-13 0,0 0 0,0 14 0,0-11 0,0 10 0,0-13 0,0-13 0,0 10 0,0-11 0,0 14 0,0-13 0,0-3 0,0-14 0</inkml:trace>
  <inkml:trace contextRef="#ctx0" brushRef="#br0" timeOffset="29598">20188 5242 24575,'-13'30'0,"10"0"0,-24 13-2373,24-10 2373,-24 24 0,24-24 0,-11 10 0,1 1 759,10-11-759,-11 10 0,14-13 0,0 0 391,0 0-391,0 0 0,14-13 0,-11 9 1223,10-22-1223,-13 22 0,14-23 0,-11 11 0,10-14 0,1 0 0,-11 0 0,24 0 0,-24 0 0,24 0 0,-24 0 0,23 0 0,-22 0 0,9 0 0,-13-14 0,13 11 0,-9-23 0,9 9 0</inkml:trace>
  <inkml:trace contextRef="#ctx0" brushRef="#br0" timeOffset="29798">19949 5541 24575,'30'0'0,"13"0"0,-10-13 0,10 10 0,-13-11 0,0 14 0,0 0 0,0 0 0,0 0 0,0 0 0</inkml:trace>
  <inkml:trace contextRef="#ctx0" brushRef="#br0" timeOffset="30116">20458 5751 24575,'0'17'0,"0"9"0,0-22 0,0 22 0,0-9 0,0 13 0,0 0 0,13 0 0,-10 0 0,11 0 0,-14 0 0,0-1 0,0-12 0,0 10 0,0-11 0,0 1 0,0 10 0,0-24 0,0 10 0,0-13 0</inkml:trace>
  <inkml:trace contextRef="#ctx0" brushRef="#br0" timeOffset="30726">21267 5302 24575,'-17'16'0,"4"-2"0,-1-1 0,11-10 0,-10 24 0,-1-10 0,11 12 0,-10 1 0,-1 0 0,11 0 0,-10 0 0,-1 14-565,11-11 565,-10 10 0,13 0 0,0-9 0,0 22 0,0-23 0,13 11 0,-10-14 0,11 0-112,-1 0 112,-10 0 0,24-14 0,-24 11 0,24-24 0,-24 10 562,24 1-562,-10-11 115,-1 10-115,11-13 0,-24-13 0,24 10 0,-24-11 0,10 14 0</inkml:trace>
  <inkml:trace contextRef="#ctx0" brushRef="#br0" timeOffset="30945">21117 5631 24575,'30'0'0,"0"0"0,0-13 0,0 9 0,0-9 0,-1 13 0,1 0 0,0 0 0</inkml:trace>
  <inkml:trace contextRef="#ctx0" brushRef="#br0" timeOffset="31944">20877 6050 24575,'-13'30'0,"9"0"0,-9 0 0,0 0 0,10 0 0,-11 0 0,14 0 0,-13 0 0,10 0 0,-11 0 0,1 0 0,10-13 0,-11 9 0,14-9 0</inkml:trace>
  <inkml:trace contextRef="#ctx0" brushRef="#br0" timeOffset="32632">21656 6110 24575,'-13'17'0,"9"10"0,-9-11 0,0 1 0,9 10 0,-9-24 0,13 24 0,0-24 0,0 10 0,0 0 0,0-9 0,13 9 0,-9-13 0,22 0 0,-22 0 0,22 0 0,-9 0 0,13 0 0,0 0 0,0 0 0,0-13 0,13 9 0,4-9 0</inkml:trace>
  <inkml:trace contextRef="#ctx0" brushRef="#br0" timeOffset="34438">21536 6050 24575,'-17'0'0,"4"0"0,13 0 0,0 0 0,0-13 0,0 10 0,0-10 0,0 13 0,0 0 0,13 0 0,-9 0 0,9 0 0,-13 0 0,0 0 0,13 0 0,-9 0 0,9 0 0,-13 0 0,13 0 0,-9 0 0,9 0 0,-13 0 0,0 0 0,13 0 0,-9 0 0,9 0 0,-13 0 0,0 0 0,0 13 0,0-10 0,0 10 0,13-13 0,-9 0 0,9 0 0,-13 0 0,0 0 0,0 14 0,0-11 0,0 10 0,13-13 0,-9 0 0,9 0 0,-13 0 0,0 0 0,0 14 0,0-11 0,0 10 0,0-13 0,0 0 0,-13 14 0,9-11 0,-9 10 0,13-13 0,0 0 0,0 14 0,0-11 0,0 10 0,0-13 0,0 0 0,0 14 0,-13-11 0,9 10 0,-9-13 0,13 0 0,0 14 0,0-11 0,0 10 0,0-13 0,0 0 0,-13 0 0,9 14 0,-9-11 0,13 10 0,0-13 0,0 0 0,0-13 0,0-4 0</inkml:trace>
  <inkml:trace contextRef="#ctx0" brushRef="#br0" timeOffset="35329">23813 4972 24575,'0'63'0,"-14"7"0,11-36 0,-10 9 0,13-13 0,0 0 0,13 0 0,-10 0 0,11 0 0,-14-14 0,0 11 0,13-24 0,-10 11 0,24-14 0,-24 0 0,24 0 0,-24-14 0,24 11 0,-24-24 0,10 11 0,1-1 0,-11-10 0,24 11 0,-24-14 0,10 0 0,-13 0 0,14 0 0,-11 13 0,10-9 0,-13 22 0,0-22 0,0 22 0,0-9 0,0 13 0,13 0 0,-9 0 0,9 0 0,-13 13 0,0 4 0,0 0 0,13 9 0,-9 4 0,9 3 0,-13 11 0,13-14 0,-9 13 0,9-10 0,-13 11 0,0-15 0,0 1 0,0 0 0,0 0 0,0 0 0,-13 0 0,9 0 0,-22-13 0,22 9 0,-22-9 0,9 0 0,1-4 0,-11 0 0,10-9 0,-13 9 0,14-13 0,-11 0 0,10 0 0,1 0 0,-11-13 0,24 9 0,-24-9 0,24 13 0,-10-13 0,13 9 0,0-22 0,0 9 0</inkml:trace>
  <inkml:trace contextRef="#ctx0" brushRef="#br0" timeOffset="36655">24142 5541 24575,'17'0'0,"-4"0"0,-13 14 0,0-11 0,0 24 0,0-24 0,0 23 0,0-22 0,0 22 0,0-9 0,0 13 0,13-13 0,-9 9 0,9-22 0,-13 22 0,0-22 0,0 22 0,0-22 0,0 9 0,0 0 0,0-10 0,-13 11 0,9-14 0,-9 0 0,13 0 0,0 0 0</inkml:trace>
  <inkml:trace contextRef="#ctx0" brushRef="#br0" timeOffset="37872">23872 7189 24575,'0'30'0,"0"0"0,0 0 0,14-1 0,-11-12 0,10 10 0,-13-24 0,14 24 0,-11-24 0,10 10 0,1-13 0,-11 0 0,10 0 0,1 0 0,-11-13 0,24 10 0,-24-24 0,23 24 0,-22-24 0,9 10 0,0 1 0,-9-11 0,9 11 0,0-1 0,-9-10 0,9 11 0,-13-14 0,0 13 0,0-10 0,0 24 0,0-10 0,0 0 0,0 9 0,0-9 0,0 13 0,0 0 0,0 13 0,0-9 0,0 22 0,0-9 0,0 13 0,0 0 0,0-14 0,0 11 0,0-10 0,0 13 0,0-1 0,-13 1 0,9 0 0,-9-13 0,13 10 0,-13-11 0,9 14 0,-22-13 0,22 10 0,-22-24 0,9 23 0,1-22 0,-11 22 0,10-22 0,1 22 0,-11-22 0,24 9 0,-24-13 0,24 0 0,-11 0 0,1 0 0,10 0 0,-10 0 0,-1 0 0,11 0 0,-10 0 0</inkml:trace>
  <inkml:trace contextRef="#ctx0" brushRef="#br0" timeOffset="38836">24202 7488 24575,'0'-16'0,"0"2"0,0 14 0,0 0 0,13 0 0,-9-13 0,9 10 0,-13-11 0,13 14 0,-10 0 0,11-13 0,-1 10 0,-10-11 0,11 14 0,-1 0 0,-10 0 0,24 0 0,-24 0 0,11 0 0,-1-13 0,-10 10 0,24-11 0,-24 28 0,24-11 0,-24 10 0,11-13 0,-1 0 0,-10 14 0,10-11 0,-13 10 0,0-13 0,0 14 0,0-11 0,-13 10 0,10 1 0,-10-11 0,-1 24 0,-2-24 0,-14 23 0,13-22 0,-10 22 0,11-9 0,-14 0 0,0 9 0,0-22 0,0 22 0,13-22 0,-9 22 0,9-22 0,0 9 0,4 0 0,0-9 0,9 9 0,-9-13 0,13 0 0,0 0 0,0 13 0,0-10 0,0 11 0,13-14 0,4 0 0,13 0 0,-13 0 0,9 0 0,-9 0 0,13 0 0,0 0 0,0 0 0,0 0 0,0 0 0,0 13 0,0-10 0,0 11 0,-1-14 0,1 0 0,0 0 0,-13 0 0,10 0 0,-24 0 0,10 0 0,1 0 0,-11 0 0,10-14 0,-13 11 0,0-10 0,-13 13 0,10 0 0,-24 0 0,24 0 0,-11 0 0</inkml:trace>
  <inkml:trace contextRef="#ctx0" brushRef="#br0" timeOffset="56232">21686 6799 24575,'-17'0'0,"4"0"0,13 0 0,0 0 0,0 14 0,0-11 0,0 10 0,0-13 0,0 0 0,0 14 0,0-11 0,0 24 0,-13-11 0,9 1 0,-9 9 0,13-9 0,0 13 0,0 0 0,0 0 0,0 0 0,0 0 0,13 0 0,-9 0 0,9 0 0,-13 0 0,13 0 0,-9 0 0,9-1 0,0-12 0,-10 10 0,11-11 0,-1 1 0,-10 10 0,24-24 0,-24 10 0,24 1 0,-24-11 0,24 10 0,-24-13 0,24 0 0,-24 0 0,24 0 0,-10 0 0,-1 0 0,11 0 0,-24 0 0,24-13 0,-24 10 0,10-11 0</inkml:trace>
  <inkml:trace contextRef="#ctx0" brushRef="#br0" timeOffset="56514">21446 7249 24575,'17'0'0,"9"0"0,-9 0 0,0-14 0,9 11 0,-9-10 0,13 13 0,0 0 0,0 0 0,0 0 0,-14 0 0,-2 0 0</inkml:trace>
  <inkml:trace contextRef="#ctx0" brushRef="#br0" timeOffset="57136">21985 7308 24575,'0'17'0,"0"-4"0,0 1 0,14-11 0,-11 24 0,10-24 0,-13 24 0,0-11 0,0 14 0,0-13 0,0 10 0,0-11 0,0 1 0,0 9 0,0-9 0,0 0 0,0-4 0,0 0 0,0-9 0,0 9 0,0-13 0,0 0 0,0-13 0,0 9 0,0-22 0,0 9 0,14-13 0,-11 13 0,10-9 0,-13 9 0,0-13 0,14 0 0,-11 0 0,10 0 0,1 0 0,-11 14 0,10-11 0,1 11 0,-11-1 0,10-10 0,-13 24 0,13-10 0,-9 13 0,9 0 0,-13 0 0,13 0 0,-9 0 0,9 13 0,-13 4 0,13-1 0,-9 11 0,9-11 0,-13 14 0,0 0 0,13 0 0,-9 0-660,9 14 660,0-11 0,-9-3 0,9-4 0,-13-9 0,0 13 0,13 0 0,-9-13 0,9 9 660,-13-22-660,0 22 0,0-22 0,0 9 0</inkml:trace>
  <inkml:trace contextRef="#ctx0" brushRef="#br0" timeOffset="58236">22495 6769 24575,'16'0'0,"-2"0"0,-1 0 0,3 0 0,1-13 0,10 10 0,-24-11 0,24 14 0,-24 0 0,24 0 0,-24 14 0,10-11 0,1 10 0,-11-13 0,10 14 0,-13-11 0,0 24 0,0-24 0,0 24 0,0-11 0,0 14 0,0 0 0,0-13 0,-13 9 0,10-9 0,-11 13 0,14-13 0,0 9 0,0-22 0,0 22 0,0-22 0,0 22 0,0-23 0,0 11 0,0-1 0,0-10 0,14 11 0,-11-14 0,10 13 0,-13-10 0,0 11 0,0-14 0,0 0 0,0 0 0</inkml:trace>
  <inkml:trace contextRef="#ctx0" brushRef="#br0" timeOffset="59290">22704 7548 24575,'17'0'0,"-4"0"0,-13 0 0,0 0 0,0-13 0,0 9 0,0-9 0,0 13 0,-13 0 0,-4 0 0,-13 0 0</inkml:trace>
  <inkml:trace contextRef="#ctx0" brushRef="#br0" timeOffset="76116">4613 7638 24575,'0'-17'0,"0"4"0,0 13 0,0 0 0,13 0 0,-10 0 0,11 0 0,-14 0 0,0 0 0,0 13 0,0-9 0,0 9 0,13-13 0,-10 0 0,11 0 0,-14 0 0,0 0 0,13 0 0,-10 0 0,11 0 0,-1 0 0,-10 0 0,11 0 0,-14 0 0,13 0 0,-10 0 0,11 0 0,-1 0 0,-10 0 0,10 0 0,1 0 0,-11 0 0,10 0 0,1 0 0,-11 0 0,24 0 0,-24 0 0,10 0 0,1 0 0,-11 0 0,10 0 0,1 0 0,-11 0 0,10 0 0,1 13 0,-11-9 0,10 9 0,0-13 0,-9 0 0,22 0 0,-22 0 0,9 0 0,-13 0 0,13 0 0,-9 0 0,9 0 0,-13 0 0,13 0 0,-9 0 0,9 0 0,-13 0 0,13 0 0,-9 0 0,9 0 0,0 0 0,-9 0 0,9 0 0,-13 0 0,13 0 0,-9 0 0,9 0 0,0 0 0,-10 0 0,11 0 0,-1 0 0,-10 0 0,11-13 0,-14 9 0,13-9 0,-10 13 0,24 0 0,-24 0 0,11 0 0,-1 0 0,-10 0 0,24 0 0,-24 0 0,24 0 0,-24 0 0,24 0 0,-24 0 0,24 0 0,-24 0 0,24 0 0,-24 0 0,24 0 0,-11 0 0,1 0 0,10 0 0,-24 0 0,24 0 0,-11 0 0,1 0 0,9 0 0,-9 0 0,0 0 0,9 0 0,-9 0 0,13 0 0,-13 0 0,9 0 0,-9 0 0,-1 0 0,11 0 0,-10 0 0,13 0 0,-14 0 0,11 13 0,-10-9 0,-1 9 0,11-13 0,-10 0 0,12 0 0,-12 0 0,10 0 0,-11 0 0,1 0 0,10 0 0,-11 0 0,14 0 0,-13 0 0,10 0 0,-11 0 0,14 0 0,-13 0 0,9 0 0,-9 0 0,13 0 0,-13 0 0,9 0 0,-9 0 0,13 0 0,-14 0 0,11 0 0,-10 0 0,13 0 0,-14 0 0,11 0 0,-10 0 0,13 0 0,-1 0 0,-12 0 0,10 0 0,-11 0 0,1 0 0,10 0 0,-24 0 0,24 0 0,-24 0 0,24 0 0,3 0 0,-11 0 0,21 0 0,-36 0 0,22 0 0,-22 0 0,22 0 0,-22 0 0,9 0 0,0 0 0,-9 0 0,9 0 0,0 0 0,-9 0 0,9 0 0,-13 0 0,13 0 0,-9 0 0,9 13 0,-13-9 0,13 9 0,-10-13 0,11 0 0,-14 0 0,13 0 0,-10 0 0,11 0 0,-14 0 0,0 0 0,13 0 0,-10 0 0,11 0 0,-14 0 0,0 0 0,13 0 0,-10 0 0,11 0 0,-14 0 0,0 0 0,0 13 0,0-9 0,0 9 0,-14-13 0,-2 0 0</inkml:trace>
  <inkml:trace contextRef="#ctx0" brushRef="#br0" timeOffset="82227">15725 6080 24575,'0'-16'0,"0"2"0,0 14 0,0-13 0,0 10 0,0-24 0,14 24 0,-11-24 0,10 11 0,1-14 0,-11 0 0,23-14-1460,-9 11 1460,13-23 0,0 9-2454,0-13 2454,0-13 0,13 10-1610,-20 20 1,1-1 1609,5 5 0,2 2 0,-1-1 0,0-1 0,-1-4 0,1-1 0,7 6 0,0 0 0,-6-7 0,1 0 0,10 6 0,2 2 0,-6-7 0,1 1 0,5 11 0,2 1-1434,-1-12 0,0-1 1434,-1 12 0,2 1 0,-2-5 0,1-1 0,7 0 0,0 1 0,-6 4 0,1 0 0,11-4 0,0-1 0,-11 7 0,-1 0 0,6 0 0,0 0 0,0 0 0,-1 0 0,-5 0 0,1 0 0,11 1 0,0-1 0,-10 0 0,-2 0 0,5-1 0,1 2 0,0 5 0,-1 1 0,-4-5 0,-1 0-592,6 4 0,-1 1 592,-12 0 0,-1-1 0,6-5 0,-2 2 60,22-6-60,-27 10 0,-1 2 2246,10 5-2246,24-24 0,-33 33 0,33-33 0,-37 37 0,10-11 0,-13 14 0,0-13 0,0 10 0,0-10 0,0-1 0,0 11 0,0-10 0,0-1 2773,13 11-2773,-9-10 0,9 13 3076,-26-14-3076,9 11 2455,-9-10-2455,-1 13 17,11 0-17,-24 0 558,11 0-558,-1 0 0,-10 0 0,11 0 0,-14 0 0,0 0 0,0-14 0,0 11 0,0-10 0,0 13 0,0 0 0,-14 0 0,11 0 0,-10 0 0,-1 0 0,11 0 0,-24 0 0,24 0 0,-24 0 0,24-14 0,-10-2 0</inkml:trace>
  <inkml:trace contextRef="#ctx0" brushRef="#br0" timeOffset="82532">18960 3235 24575,'30'0'0,"-13"0"0,9 0 0,-9 0 0,0 0 0,9 0 0,-22 0 0,9 13 0,0-9 0,-9 9 0,9-13 0,-13 0 0,0 0 0,0 13 0,0-10 0,0 24 0,0-24 0,-13 24 0,9-10 0,-22 13 0,22 0 0,-22 0 0,22-14 0,-9 11 0,0-11 0,9 14 0,-22 0 0,22 0 0,-9-13 0,13 10 0,0-24 0,-13 10 0,9 1 0,4-11 0,17 10 0</inkml:trace>
  <inkml:trace contextRef="#ctx0" brushRef="#br0" timeOffset="84570">19679 2666 24575,'0'16'0,"0"11"0,0-24 0,0 24 0,0-10 0,0 13 0,0 0 0,0 0 0,0-1 0,0 1 0,13 0-550,-9 14 550,9-11 0,-13 10 0,0 0 0,0-9 0,0 9 0,0 0 0,0-9 0,0 9 0,0-13 0,0 0 0,13-14 0,-9 11 0,9-24 0,-13 24 0,0-24 0,0 11 550,0-14-550,0 13 0,0-10 0,0 11 0,0-14 0,0-14 0,13 11 0,-23-10 0,20 13 0,-23-14 0,13 11 0,0-24 0,0 11 0</inkml:trace>
  <inkml:trace contextRef="#ctx0" brushRef="#br0" timeOffset="84916">19170 2696 24575,'16'0'0,"11"0"0,-24 0 0,24 0 0,3 0 0,3 0-1670,24 0 1670,-11 0 0,14 0 0,0 0-1479,0-14 1479,0 11 0,0-10-1262,-13 13 1262,9 0 0,-23 0 0,24 0-566,-24 0 566,11 0 1021,-15 0-1021,-12 0 1795,10 0-1795,-24 0 0,10 0 0,-13 0 0</inkml:trace>
  <inkml:trace contextRef="#ctx0" brushRef="#br0" timeOffset="85241">20008 3055 24575,'0'17'0,"0"-4"0,0 0 0,0-9 0,0 22 0,0-22 0,0 22 0,0-9 0,0 0 0,0 9 0,0-9 0,0 0 0,0 9 0,0-23 0,0 11 0,0-1 0,0-10 0,0 11 0,0-14 0,14 0 0,-24-14 0,6-2 0</inkml:trace>
  <inkml:trace contextRef="#ctx0" brushRef="#br0" timeOffset="86040">20158 3445 24575,'0'-17'0,"0"4"0,0 13 0,0-14 0,0 11 0,0-24 0,14 11 0,-11-1 0,10-10 0,-13 11 0,0-14 0,14 0 0,-11 13 0,10-9 0,-13 22 0,0-22 0,0 9 0,13 0 0,-9 4 0,9 0 0,-13 9 0,0-9 0,0 13 0,0 0 0,13 0 0,-9 0 0,9 0 0,-13 0 0,0 0 0,0 13 0,0-9 0,13 22 0,-9-22 0,9 22 0,-13-22 0,0 22 0,0-9 0,0 13 0,0-13 0,0 9 0,0-9 0,0-1 0,0 11 0,0-24 0,0 24 0,0-24 0,0 11 0,0-14 0,0 0 0,0 13 0,13-23 0,-9 20 0,9-37 0,-13 24 0,0-24 0,0 11 0,0-1 0,13-10 0,-9 11 0,9-1 0,-13-9 0,0 22 0,13-22 0,-9 22 0,9-9 0,-13 13 0,0 0 0,13 0 0,-9 0 0,9 13 0,0-9 0,-10 22 0,11-9 0,-1 13 0,-10 0 0,11-14 0,-1 11 0,-10-10 0,11 13 0,-1 0 0,-10 0 0,11-14 0,-14-2 0,13-1 0,-10-10 0,11 10 0,-28 1 0,11-11 0,-10 10 0</inkml:trace>
  <inkml:trace contextRef="#ctx0" brushRef="#br0" timeOffset="86273">19919 2756 24575,'0'-17'0,"0"4"0,13 13 0,-10 0 0,11 0 0,-14 13 0,13-10 0,-10 11 0,24-14 0,-11 0 0</inkml:trace>
  <inkml:trace contextRef="#ctx0" brushRef="#br0" timeOffset="86950">20727 3295 24575,'17'0'0,"-4"0"0,1 0 0,-11 0 0,24-14 0,-24 11 0,10-23 0,1 22 0,-11-9 0,10 0 0,0 9 0,-9-22 0,9 22 0,-13-9 0,0 0 0,0 9 0,0-9 0,-13 0 0,9 9 0,-9-9 0,13 13 0,-13 0 0,10 0 0,-24 13 0,24-9 0,-24 22 0,24-22 0,-24 22 0,24-22 0,-24 22 0,24-9 0,-11 13 0,1 0 0,10 0 0,-11 0 0,14 0 0,0 0 0,0 0 0,0 0 0,0-14 0,14 11 0,-11-24 0,24 24 0,-24-24 0,24 10 0,-11 1 0,1-11 0,10-3 0,-11-3 0,14-24 0,0 24 0,0-11 0</inkml:trace>
  <inkml:trace contextRef="#ctx0" brushRef="#br0" timeOffset="87400">21237 3205 24575,'0'17'0,"0"9"0,0-9 0,0-1 0,0 11 0,0-10 0,13 13 0,-10 0 0,11 0 0,-14 0 0,13 0 0,-10-14 0,10 11 0,-13-24 0,14 24 0,-11-24 0,10 10 0,-13-13 0,0 0 0,14 0 0,-11 0 0,10-13 0,1 10 0,-11-24 0,10 10 0,-13-12 0,14-1 0,-11 0 0,10 0 0,-13 0 0,0 13 0,14-10 0,-11 11 0,10-1 0,-13-9 0,0 22 0,0-22 0,0 22 0,14-9 0,-11 13 0,10 0 0,-13 0 0,0 0 0,0 0 0</inkml:trace>
  <inkml:trace contextRef="#ctx0" brushRef="#br0" timeOffset="88114">21656 3235 24575,'-17'0'0,"-9"0"0,22 0 0,-22 0 0,22 0 0,-22 13 0,22 4 0,-22-1 0,9 11 0,0-10 0,4 13 0,0 0 0,10 0 0,-11 0 0,14-14 0,0 11 0,0-11 0,0 1 0,0 10 0,14-24 0,-11 10 0,10-13 0,-13 0 0,13 0 0,-9 0 0,9 0 0,0 0 0,-9-13 0,9 10 0,0-24 0,-9 24 0,9-24 0,0 11 0,-9-14 0,9 0 0,-13 13 0,13-10 0,-9 11 0,9-14 0,-13 13 0,0-10 0,0 24 0,0-10 0,0 0 0,0 9 0,0-9 0,0 13 0,0 0 0,0 13 0,0-9 0,0 22 0,0-9 0,0 13 0,0 0 0,0 0 0,0 0 0,13-14 0,-9 11 0,9-10 0,-13-1 0,13 11 0,-9-24 0,9 10 0,0 1 0,-10-11 0,11 10 0,-1-13 0,-10-13 0,24 10 0,-24-11 0,24 1 0,-24 10 0,24-24 0,-24 11 0,11-14 0,-14 13 0,0-10 0,13 11 0,-10-1 0,11-10 0,-14 24 0,0-10 0,0 13 0,0 0 0,-14 13 0,11-10 0,-10 24 0,13-24 0,0 24 0,0-24 0,0 24 0,0-10 0,0-1 0,0 11 0,0-24 0,0 10 0,0-13 0,0 0 0,0 14 0,0-11 0,-14-3 0,11-3 0,-10-24 0,13 24 0,0-10 0,0-1 0,0 11 0,0-24 0,0 11 0,13-1 0,-10-10 0,11 24 0,-14-24 0,0 24 0,0-24 0,0 24 0,13-24 0,-10 24 0,11-23 0,-1 22 0,-10-9 0,11 13 0,-14 0 0,13 0 0,-10 0 0,10 0 0,-13 0 0</inkml:trace>
  <inkml:trace contextRef="#ctx0" brushRef="#br0" timeOffset="88622">22015 3385 24575,'17'46'0,"-4"-16"0,1-3 0,-11-24 0,10 24 0,-13-24 0,14 10 0,-11-13 0,10 0 0,1 0 0,-11 0 0,23-13 0,-22 10 0,9-24 0,0 24 0,-9-24 0,9 24 0,-13-24 0,0 11 0,0-1 0,0 4 0,0-1 0,0 11 0,0-10 0,0 13 0,0 0 0,0 13 0,0 4 0,0 13 0,0 0 0,0 13-1118,-13-10 1118,9 24 0,-9-11-1760,13 14 1760,0 0 0,0 0 0,-13 0 0,9 0 0,-9 0 0,0 0 0,10 0 0,-11-14-520,1-3 520,10-13 0,-24 0 0,24-13 0,-24-4 986,24 1-986,-24-24 1806,10 20-1806,1-24 606,-11 1-606,24 10 0,-24-24 0,24 10 0,-10-13 0,-1 0 0,11 0-520,-10-13 520,13 10 0,13-10 0,-10 13 0,11 0 0,-1 0 0,3 0 0,1 0 0,10 0 0,-11 0 0,1 0 0,10 13 0,-24-9 0,24 22 0,-11-22 0,14 9 0</inkml:trace>
  <inkml:trace contextRef="#ctx0" brushRef="#br0" timeOffset="88927">22405 3355 24575,'0'16'0,"0"-2"0,0-14 0,0 0 0,0 13 0,0 4 0,0 13 0,0-14 0,0 11 0,0-11 0,0 14 0,0 0 0,0 0 0,0 0 0,0 0 0,0 0 0,0-13 0,0 9 0,0-22 0,13 22 0,-10-36 0,11 20 0,-14-23 0,-14 13 0,11 0 0,-10-13 0,13 9 0,0-9 0</inkml:trace>
  <inkml:trace contextRef="#ctx0" brushRef="#br0" timeOffset="89488">22584 3624 24575,'14'-16'0,"-11"-11"0,10 10 0,-13 1 0,0-11 0,14 10 0,-11 1 0,10-11 0,-13 24 0,14-24 0,-11 24 0,10-24 0,1 24 0,-11-10 0,10-1 0,1 11 0,2-10 0,1 13 0,-4-14 0,-13 24 0,13-20 0,-9 24 0,9-14 0,0 13 0,-9-10 0,9 24 0,-13-10 0,13-1 0,-9 11 0,9-10 0,-13 12 0,0-12 0,0 10 0,0-24 0,0 24 0,0-24 0,0 10 0</inkml:trace>
  <inkml:trace contextRef="#ctx0" brushRef="#br0" timeOffset="89880">23154 3325 24575,'-17'0'0,"-10"0"0,24 0 0,-24 13 0,24-10 0,-24 24 0,24-24 0,-24 24 0,24-10 0,-10 13 0,13 0 0,0-14 0,0 11 0,0-11 0,0 1 0,0-4 0,0 1 0,0-11 0,0 10 0,0-13 0,0 0 0,0-13 0,13 10 0,-10-11 0,11 1 0,-14-4 0,13 1 0,-10-11 0,11 24 0,-14-24 0,0 24 0,13-10 0,-10 13 0,11 0 0,-14 0 0,13 13 0,-10 4 0,24 12 0,-24 1 0,11 14-1593,-1 2 1593,-10 14 0,10 0-2278,1 13 2278,-11-9 0,10 9 0,-13-13 0,0 0-1224,0-14 1224,-13 11-666,10-24 666,-24 10 1241,24-13-1241,-24-13 0,11 10 0,-14-24 2188,0-3-2188,0-3 0,-14-24 674,11 24-674,-10-24-150,0-3 1,9-3-1,-9-11 1</inkml:trace>
  <inkml:trace contextRef="#ctx0" brushRef="#br0" timeOffset="90579">22405 2875 24575,'0'17'0,"0"-4"0,0-13 0,0 0 0,0 14 0,0-11 0,0 24 0,0-11 0</inkml:trace>
  <inkml:trace contextRef="#ctx0" brushRef="#br0" timeOffset="91484">22584 3355 24575,'-16'0'0,"2"0"0,14 0 0,0 0 0,14 0 0,-11 0 0,10 0 0,-13 0 0,0 0 0,0 13 0,0-10 0,0 11 0,0-14 0,0 0 0,0 13 0,0-10 0,0 24 0,14-24 0,-11 37 0,10-20 0,-13 23 0,0-26 0,0 10 0,0-11 0,0 14 0,0-13 0,0 10 0,0-11 0,14 1 0,-11-4 0,10 0 0,-13-9 0,0 9 0,0-13 0,0 0 0,0-13 0,0-4 0</inkml:trace>
  <inkml:trace contextRef="#ctx0" brushRef="#br0" timeOffset="92451">19889 3804 24575,'16'13'0,"11"-9"0,-10 9 0,26 0 0,-10-9-2524,24 9 2524,-11-13-1944,14 13 1944,13-9-1809,4 9 1809,-33-13 0,2 0 0,-2 6 0,2 1 0,5-5 0,1 0-1503,1 4 0,0 1 1503,7-6 0,0-2 0,0 1 0,0 0 0,-1 0 0,2 0-1045,5 0 1,1 0 1044,-6-1 0,1 2 0,11 5 0,0 1 0,-11-4 0,0-3 0,11 1 0,0-2 0,-11 1 0,-1-3 0,5-4 0,1 1 0,0 5 0,-1 2 0,-4 0 0,0-2 0,4-6 0,1 1 0,-7 4 0,0 0 0,0-4 0,-1-1-365,-5 0 1,-1 1 364,0 4 0,-3 0 300,27-11-300,-33 12 0,-2 2 1507,8-1-1507,20 0 0,-37 0 2990,10 0-2990,-13 0 0,0 0 2952,0 0-2952,-13 0 2540,10 0-2540,-11 0 1507,1 0-1507,-4 0 305,0 0-305,-9 0 0,9 0 0,-13 0 0,0 0 0,13 0 0,-9 0 0,9 0 0</inkml:trace>
  <inkml:trace contextRef="#ctx0" brushRef="#br0" timeOffset="101150">10184 8626 24575,'17'0'0,"-4"0"0,-13 0 0,0 0 0,13 0 0,-9 0 0,9 0 0,-13 0 0,13 0 0,-9 0 0,22 0 0,-23 0 0,11 0 0,-1 0 0,-10 0 0,24 0 0,-24 0 0,24 14 0,-24-11 0,24 10 0,-24-13 0,24 0 0,-24 0 0,24 0 0,-24 0 0,24 0 0,-24 0 0,24 0 0,-11 0 0,1 0 0,10 0 0,-24 0 0,24 0 0,-11 0 0,1 0 0,10 0 0,-24 0 0,23 0 0,-9 0 0,0 0 0,9 14 0,-22-24 0,22 20 0,-22-24 0,22 14 0,-22 14 0,22-11 0,-9 10 0,0-13 0,9 0 0,-23 0 0,24 0 0,-24 0 0,24 0 0,-24 0 0,11 0 0,-1 0 0,-10 14 0,24-11 0,-24 10 0,24-13 0,-24 0 0,24 0 0,-24 0 0,24 0 0,-11 0 0,1 0 0,10 0 0,-24 0 0,24 0 0,-24 0 0,24 0 0,-11 0 0,1 0 0,10 0 0,-24 0 0,23 0 0,-9 0 0,13 0 0,-13 0 0,9 0 0,-9 0 0,13 0 0,0 0 0,0 0 0,0 0 0,0 0 0,0 0 0,0 0 0,0 0 0,0 0 0,0 0 0,-1 0 0,1 0 0,0 0 0,0 0 0,0 0 0,0 0 0,0 0 0,0 0 0,0-13 0,0 10 0,0-11-547,13 14 547,-9 0 0,9 0 0,0 0 0,-10 0 0,24 0 0,-24 0-1300,24 0 1300,-11 0 0,1 0 0,10 0 0,-11 0-1599,14 0 1599,0 0 0,0 0 0,0 0 0,0 0 0,-14 0 0,24 0 0,-20 0 0,23 14 0,-13-11-2032,0 10 2032,13-13 0,-9 0 0,9 0 0,-13 0 0,13-13 0,-10 10 0,10-11 0,-13 14 0,0 0-728,0 0 728,-13 0 0,9 0 0,-22 0 0,22 0 433,-23 0-433,11-13 1112,-14 10-1112,0-11 0,0 14 0,-1 0 2144,-12 0-2144,10 0 1432,-11 0-1432,14 0 743,-13 0-743,10 0 342,-24 0-342,24 0 0,-24 0 0,10 0 0,0 0 0,-9 0 0,9 0 0,0 0 0,-9 0 0,9 0 0,-13 0 0,0 0 0,0 14 0,0-11 0,0 10 0,-13-13 0,-4 0 0,-13 0 0</inkml:trace>
  <inkml:trace contextRef="#ctx0" brushRef="#br0" timeOffset="105572">12011 1558 24575,'17'0'0,"-4"0"0,-13 0 0,0 0 0,0-14 0,0 11 0,0-10 0,0 13 0,0 0 0,0 13 0,0-10 0,0 11 0,0-14 0,0 0 0,0 13 0,0-10 0,0 11 0,0-1 0,0-10 0,0 24 0,-13-11 0,9 1 0,-9 10 0,13-11 0,0 14 0,0 0 0,0 0 0,0 0 0,-13 13-1020,9-9 1020,-9 22 0,13-22 0,-13 22 0,9-9 0,-9-1 0,13 11 0,0-11 0,-13 14 0,10-13 0,-11 10 0,14-24 0,0 10 0,0 0 0,0-9-325,0 9 325,-13-13 0,10 0 0,-11 0 0,14-14 0,0 11 0,0-24 0,0 11 1002,0-14-1002,0 13 343,0-10-343,0 11 0,0-14 0,0 0 0,14 0 0,-11 0 0,10 0 0,-13 0 0,14-14 0,2 11 0,14-10 0,0 13 0,0-14 0,0 11 0,13-10 0,-9-1-1329,22 11 1329,-9-10 0,-1-1 0,11 11 0,-24-10 0,24 13 0,-11-14 0,1 11 0,10-10 0,-24 13-238,10 0 238,-13 0 0,0-13 0,0 9 0,0-9 0,-13 13 0,9 0 0,-23 0 0,11 0 1313,-14 0-1313,13 0 254,-10 13-254,11-9 0,-14 9 0,0-13 0,-14 0 0,11 13 0,-10-10 0,-1 11 0,-2-14 0</inkml:trace>
  <inkml:trace contextRef="#ctx0" brushRef="#br0" timeOffset="106212">13718 1737 24575,'0'-16'0,"0"-11"0,0 24 0,0-11 0,0 1 0,0 10 0,0-11 0,0 14 0,0 0 0,0-13 0,0 10 0,0-11 0,0 14 0,0 0 0,-13 14 0,10-11 0,-11 10 0,14-13 0,0 14 0,0-11 0,-13 24 0,10-11 0,-11 14 0,14 14-580,0-11 580,-13 10 0,10 0-994,-10 4 994,13 0 0,0 9-1511,0-9 1511,0 13 0,0 0 0,0-1 0,0 1 0,0-13 0,13 9-652,-10-22 652,10 9 257,-13-13-257,14 0 0,-11 0 0,10 0 895,-13-14-895,0 11 1555,0-24-1555,0 24 757,0-24-757,0 11 273,0-14-273,0 0 0,0-14 0,0 11 0,-13-24 0,10 11 0,-11-14 0</inkml:trace>
  <inkml:trace contextRef="#ctx0" brushRef="#br0" timeOffset="106711">13119 1737 24575,'-16'0'0,"2"0"0,14 0 0,0 0 0,14 0 0,-11 0 0,24 0 0,-24 0 0,37 0 0,-20 0 0,36-13-1758,-22 10 1758,36-11 0,-20 14-2290,23-13 2290,0 10 0,-10-11 0,-20 7 0,1 1 0,32 3 0,1-24 0,-4 24 0,0-11 0,-9 1 0,9 10 0,-27-10-878,11 13 878,-24 0 0,10 0 0,-13 0 0,-13 0 1461,10 0-1461,-24 0 2370,24 0-2370,-24 0 1095,10 0-1095,-13 0 0,0 0 0,0 0 0</inkml:trace>
  <inkml:trace contextRef="#ctx0" brushRef="#br0" timeOffset="107338">15156 1677 24575,'-17'0'0,"4"0"0,13 0 0,0 0 0,0 14 0,0-11 0,0 24 0,0-24 0,0 24 0,0-11 0,0 14 0,0 13-1001,0-9 1001,0 22 0,0-9 0,-13-1 0,10 11 0,-11-10-1670,14 13 1670,0-1 0,0 1 0,0 0 0,0-13 0,0 9-1031,0-22 1031,0 22 0,0-22-258,0 9 258,0-13 0,0 0 849,0-14-849,0 11 1629,0-24-1629,0 11 1168,0-14-1168,0 13 314,0-10-314,0 11 0,0-28 0,0 11 0,0-10 0,0 13 0,0-14 0,0 11 0,0-24 0,0 11 0,0-14 0</inkml:trace>
  <inkml:trace contextRef="#ctx0" brushRef="#br0" timeOffset="107721">14887 2905 24575,'16'-16'0,"11"2"0,-24 14 0,24-13 0,-24 10 0,24-10 0,-11 13 0,14-14 0,0 11 0,0-10 0,0 13 0,0 0 0,-13 0 0,9-14 0,-9 11 0,0-10 0,9 13 0,-22-14 0,22 11 0,-22-10 0,9 13 0,-13 0 0,0 0 0,0-14 0,0 11 0,0-10 0</inkml:trace>
  <inkml:trace contextRef="#ctx0" brushRef="#br0" timeOffset="108081">14827 1558 24575,'16'0'0,"11"0"0,-10 0 0,13 0 0,-1 0 0,15-14-1391,-11 11 1391,24-10 0,-24 13 0,23-14 0,-22 11 0,22-10 0,-22 13 64,9 0-64,-13 0 0,0-14 0,0-2 0</inkml:trace>
  <inkml:trace contextRef="#ctx0" brushRef="#br0" timeOffset="108930">11532 3475 24575,'-30'0'0,"13"0"0,4 0 0,0 0 0,9 0 0,-9 0 0,13 0 0,0 0 0,13 0 0,-9 0 0,9 0 0,0 0 0,17 0 0,3 0-878,37-14 878,-6 11-1842,-21-4 1,3 1 1841,5 5 0,2 2-2009,5-1 1,3 0 2008,7 0 0,1 0-1821,5-7 0,2 0 1821,5 6 0,1-1-1245,0-5 1,2 1 1244,-21 5 0,2 1 0,0 1-340,0-1 1,1 0-1,0 0 340,3 0 0,1 0 0,0 0-167,0 0 0,0 0 0,0 0 167,-4 0 0,-1 1 0,0-2-52,4-3 1,1-1-1,-2 0 52,-7 4 0,-1 0 0,2 0 0,6-3 0,2 0 0,-2-1 0,-6 0 0,-1 0 0,-1 1 52,0 3 1,1 1 0,-2-2-53,23-5 0,-1 1 183,-5 6 1,-2 0-184,-5-7 0,-2 0 473,-6 6 1,-2-1-474,-7-5 0,-1 1 833,-5 6 0,-2 0-833,32-14 2202,-16 11-2202,-3-10 3423,-24 13-3423,-3 0 3098,-3 0-3098,-24 0 2408,24 0-2408,-24 0 1909,10 0-1909,-13 0 206,0 0-206,14 0 0,-11 0 0,10 0 0,-13 0 0,0 0 0,-13 0 0,10 0 0,-11 0 0</inkml:trace>
  <inkml:trace contextRef="#ctx0" brushRef="#br0" timeOffset="109676">16504 2816 24575,'-13'16'0,"9"11"0,-9-24 0,0 24 0,-4-11 0,0 14 0,-9 14-1042,9-11 1042,-13 10 0,0 0-1511,0 4 1511,0 0 0,0 9 0,0-9-1913,1 13 1913,-1 0 0,0-14 0,0 11-1213,13-11 1213,-10 1 183,11-4-183,-1-13 0,-9 0 1164,22 0-1164,-9 0 1928,13-13-1928,-13 9 1481,9-22-1481,-9 9 797,13-13-797,0 0 126,0-13-126,0 9 0,0-22 0,0 9 0</inkml:trace>
  <inkml:trace contextRef="#ctx0" brushRef="#br0" timeOffset="109960">17043 2816 24575,'-46'63'0,"2"-7"0,14-12-4197,-13 2 4197,10 14 0,-24 0 0,11 0-1216,16-24 1,0 1 1215,-17 26 0,19-26 0,0 0 0,4 0 0,1-1 0,-24 27-355,25-26 1,1-1 354,-9 24-1302,0-13 1302,0 9 716,0-22-716,14 9 2455,-11-13-2455,24 0 608,-24-14 1,24-2 0,-11-14 0</inkml:trace>
  <inkml:trace contextRef="#ctx0" brushRef="#br0" timeOffset="135450">9046 10424 24575,'0'16'0,"0"-2"0,0-14 0,0 0 0,13 0 0,-10 0 0,11 0 0,-14 0 0,0 0 0,13 0 0,-10 0 0,11 0 0,-14 0 0,13 0 0,-10 0 0,11 0 0,-1 0 0,-10 0 0,11 0 0,-1 0 0,-10 0 0,24 0 0,-24 0 0,24 0 0,-24 0 0,24 0 0,-24 0 0,24 0 0,-24 0 0,24 0 0,-24 0 0,24 0 0,-24 0 0,10 0 0,1 0 0,-11 0 0,24-14 0,-24 11 0,23-10 0,-22 13 0,22 0 0,-22 0 0,9 0 0,0 0 0,-9 0 0,9 0 0,0 0 0,-9 0 0,22 0 0,-22 0 0,9 0 0,0 0 0,-9 0 0,22-14 0,-23 11 0,24-10 0,-24 13 0,24 0 0,-24 0 0,24 0 0,-24 0 0,11 0 0,-1 0 0,-10 0 0,24 0 0,-24 0 0,11 0 0,-1 0 0,-10 0 0,24 0 0,-24 0 0,24 0 0,-24 0 0,24 0 0,-11 0 0,1 0 0,10 0 0,-24 0 0,24 0 0,-11 0 0,1 0 0,10 0 0,-11 0 0,1 0 0,9 0 0,-9 0 0,0 0 0,9 0 0,-9 0 0,13 0 0,0 0 0,-13 0 0,9 0 0,-9 0 0,13 0 0,0 0 0,0 0 0,0 0 0,0 0 0,-1 0 0,1 0 0,0-14 0,0 11 0,0-10 0,0 13 0,0 0 0,0 0 0,0 0 0,-13 0 0,9 0 0,-9 0 0,13 0 0,0 0 0,-13 0 0,9 0 0,-9 0 0,13 0 0,-14 0 0,11 0 0,-10 0 0,-1 0 0,11 0 0,-10 0 0,13 0 0,-14 0 0,11 0 0,-24 0 0,24 0 0,-24 0 0,24 0 0,-24 0 0,24 0 0,-24 13 0,24-10 0,-24 11 0,24-14 0,-24 0 0,24 0 0,-24 0 0,23 0 0,-22 0 0,22 0 0,-22 0 0,22 0 0,-22 0 0,22 0 0,-9 0 0,0 0 0,9 0 0,-22 0 0,22 0 0,-9 0 0,-1 0 0,11 0 0,-24 0 0,24 0 0,-24 0 0,24 0 0,-24 0 0,24 0 0,-24 0 0,24 0 0,-24 0 0,24 0 0,-24 0 0,24 0 0,-11 0 0,1 0 0,10 0 0,-11 0 0,1 0 0,10 0 0,-11 0 0,1 0 0,10 0 0,-11 0 0,1 0 0,9 0 0,-22 0 0,22 0 0,-9 0 0,0 0 0,9 0 0,-22 0 0,22 0 0,-22 0 0,22 0 0,-22 0 0,22 0 0,-23 0 0,24 0 0,-10 0 0,-1 0 0,11 0 0,-24 0 0,24 0 0,-24 0 0,24 0 0,-24 0 0,24 0 0,-10 0 0,-1 0 0,11 0 0,-11 0 0,1 0 0,10 0 0,-11 0 0,14 0 0,-13 0 0,10 0 0,-11 0 0,14 0 0,-13 0 0,9 0 0,-9 0 0,13 0 0,-13 0 0,9 0 0,-9 0 0,0 0 0,9 0 0,-9 0 0,-1 0 0,11 0 0,-10 0 0,-1 0 0,11 0 0,-10 0 0,-1 0 0,11 0 0,-10 0 0,12 0 0,-12 0 0,10 0 0,-11 0 0,1 0 0,10 0 0,-11 0 0,1 0 0,10 0 0,-11 0 0,14 0 0,0 0 0,-13 0 0,9 0 0,-9 0 0,13 0 0,0 0 0,-13-14 0,9 11 0,-9-10 0,13 13 0,0 0 0,-14 0 0,11 0 0,-10 0 0,13 0 0,0 0 0,-1 0 0,-12 0 0,10 0 0,-11 0 0,1 0 0,10 0 0,-11 0 0,14 0 0,-13 0 0,10 0 0,-11 0 0,14 0 0,0-14 0,0 11-488,13-10 488,-9 13 0,9 0 0,-13 0 0,0 0 0,0-14 0,0 11 0,0-10 0,0 13 0,0 0 0,-1 0 0,1 0 0,0 0 0,0 0 0,0 0 0,0 0 0,0 0 0,0 0 488,0 0-488,-13 0 0,9 0 0,-9 0 0,13 0 0,0 0 0,-13 0 0,9-14 0,-9 11 0,-1-10 0,11 13 0,-10 0 0,-1 0 0,11 0 0,-10 0 0,-1 0 0,11 0 0,-24 0 0,24 0 0,-11 0 0,1 0 0,10 0 0,-11 0 0,14 0 0,-13 0 0,10 0 0,-11 0 0,1 0 0,9 0 0,-9 0 0,0 0 0,9 0 0,-22-13 0,22 9 0,-9-9 0,0 13 0,9 0 0,-22 0 0,9 0 0,0 0 0,-9 0 0,9 0 0,0 0 0,-10 0 0,11 0 0,-1 13 0,-10-9 0,11 9 0,-1-13 0,-10 0 0,11 0 0,-1 0 0,-10 0 0,24 13 0,-24-10 0,24 11 0,-24-14 0,11 0 0,-1 0 0,-10 0 0,11 13 0,-14-10 0,13 11 0,-10-14 0,10 0 0,-13 0 0,0 0 0,-13 0 0,-3 0 0</inkml:trace>
  <inkml:trace contextRef="#ctx0" brushRef="#br0" timeOffset="173484">10124 11412 24575,'17'0'0,"-4"0"0,-13 0 0,0 0 0,13 0 0,-9 0 0,9 0 0,-13 0 0,0 0 0,13 0 0,-9 0 0,9 0 0,-13 0 0,0 0 0,13 0 0,-9 0 0,9 0 0,-13-13 0,0 9 0,0-9 0,0 13 0,0 0 0,13 0 0,-9 0 0,9 0 0,-13 0 0,0 0 0,13 0 0,-10 0 0,11 0 0,-14 0 0,13 0 0,-10 0 0,11-13 0,-1 9 0,-10-9 0,24 13 0,-24 0 0,11 0 0,-14 0 0,13 0 0,-10 0 0,11 0 0,-14 0 0,13 0 0,-10 0 0,11 0 0,-14 0 0,0 0 0,13 0 0,-10 0 0,10 0 0,-13 0 0,0 0 0,14 0 0,-11 0 0,10 0 0,-13 0 0,0 0 0,14 0 0,-11 0 0,10 0 0,-13 0 0,0 0 0,14 0 0,-11 13 0,10-9 0,-13 9 0,0-13 0,14 0 0,-11 0 0,10 0 0,-13 0 0,0 0 0,14 0 0,-11 0 0,10 0 0,-13 0 0,14 0 0,-11 0 0,10 0 0,-13 0 0,14 0 0,-11 0 0,10 0 0,-13 0 0,13 0 0,-9 13 0,9-9 0,0 9 0,-9-13 0,9 0 0,-13 0 0,13 0 0,-9 0 0,9 0 0,-13 0 0,13 0 0,-9 0 0,9 0 0,-13 0 0,0 0 0,13 0 0,-9 0 0,9 0 0,-13 0 0,0 0 0,13 0 0,-9 0 0,9 0 0,0 0 0,-9 0 0,9 0 0,-13 0 0,13 0 0,-10 0 0,11 0 0,-1 0 0,-10 0 0,11 0 0,-14 0 0,13 0 0,-10 0 0,11 0 0,-14 0 0,13 0 0,-10 0 0,11 0 0,-14 0 0,0 13 0,13-9 0,-10 9 0,11-13 0,-1 0 0,-10 0 0,11 0 0,-14 0 0,13 0 0,-10 0 0,11 0 0,-1 0 0,-10 0 0,10 0 0,1 0 0,-11 0 0,10 0 0,1 0 0,-11 0 0,24 0 0,-24 0 0,10 0 0,1 0 0,-11 0 0,24 0 0,-24 0 0,10 0 0,1 0 0,-11 0 0,10 0 0,0 0 0,-9 0 0,22 0 0,-22 0 0,9 0 0,-13 0 0,13 0 0,-9 0 0,9 0 0,0 0 0,-9 0 0,9 0 0,-13 0 0,13 0 0,-9 0 0,9 0 0,-13 0 0,13 0 0,-9 0 0,9 0 0,-13 0 0,13 0 0,-9 0 0,9 0 0,0 0 0,-10 0 0,11 0 0,-14 0 0,13 0 0,-10 0 0,11 0 0,-1-13 0,-10 9 0,24-9 0,-24 13 0,11 0 0,-14 0 0,13 0 0,-10 0 0,11 0 0,-1 0 0,-10 0 0,11 0 0,-1 0 0,-10 0 0,24 0 0,-24 0 0,10 0 0,1 0 0,-11 0 0,24 0 0,-24 0 0,24 0 0,-24 0 0,24 0 0,-24 0 0,10 0 0,1 0 0,-11 0 0,10 0 0,1 0 0,-11 0 0,10 0 0,-13 0 0,0 0 0,13 0 0,-9 0 0,9 0 0,-26 0 0,9 0 0,-9 0 0,13 0 0,0 13 0,0-9 0,-13-4 0,10-4 0,-11-9 0,14 13 0</inkml:trace>
  <inkml:trace contextRef="#ctx0" brushRef="#br0" timeOffset="212451">16234 13778 24575,'-16'0'0,"2"0"0,14-13 0,0 10 0,0-11 0,0 14 0,0 0 0,0 14 0,0-11 0,0 10 0,0-13 0,0 0 0,14 0 0,-11 0 0,10 14 0,-13-11 0,0 10 0,0 1 0,0-11 0,0 10 0,0 1 0,0 2 0,0 1 0,0 9 0,0-9 0,0 13 0,0 13-1052,0-9 1052,14 22 0,-11-23 0,10 24 0,-13-10-1674,0 13 1674,0-1 0,0-12 0,0 10 0,0-11-1127,14 1 1127,-11 9 0,10-22-208,-13 9 208,0-13 0,0 0 0,14 0 0,-11 0 888,10-14-888,-13-2 1632,0-1-1632,0-10 1284,0 11-1284,0-14 257,0 0-257,0-14 0,-13 11 0,10-24 0,-11 11 0</inkml:trace>
  <inkml:trace contextRef="#ctx0" brushRef="#br0" timeOffset="213107">16204 13718 24575,'-16'0'0,"3"0"0,13 0 0,0 0 0,0-13 0,13 10 0,-10-11 0,24 14 0,-24 0 0,24-13 0,-11 10 0,28-24-1247,-11 11 1247,24-1 0,-24-10 0,23 24 0,-9-10 0,0-1 0,9 11 0,-23-10-276,11 13 276,-14 0 0,0 0 0,0 0 0,-1 0 0,-12 13 0,-4-10 0,-13 24 1229,0-10-1229,-13 13 0,10-1 0,-24 1 0,11 0-756,-14 14 756,0-11 0,0 10-1639,-14 0 1639,11-9 0,-10 22 0,13-22 0,0 9-550,0-13 550,13 0 0,-9 0 0,22-14 0,-22 11 931,22-24-931,-9 11 1675,13-14-1675,0 0 633,13 0-633,4-14 0,0 11 0,9-24 0,-9 11 0,13-1 0,13 4-571,-9-1 571,9 11 0,0-10 0,-10 13 0,11 0 0,-1 13 0,-10-10 0,10 24 0,-13-24 0,0 24 0,0-24 0,0 24 0,-13-10 0,-4 13 0,-13 0 0,0 0 0,0-1 0,-13 1 0,-4 0-1722,-26 14 1722,-4-11-2344,-13 23 2344,1-22 0,-1 22 0,0-22 0,0 9 0,13 0 0,-9-10-540,22-3 540,-9-3-371,13-24 371,0 24 1413,14-24-1413,2-3 2418,14-3-2418,0-24 1220,0 11-1220,14-14 0,2 13 0,14-10 0,0 11 0</inkml:trace>
  <inkml:trace contextRef="#ctx0" brushRef="#br0" timeOffset="213621">17492 13599 24575,'0'-17'0,"0"4"0,0 13 0,0 0 0,0 13 0,14-10 0,-11 24 0,10-10 0,-13 12 0,0 15-1514,14 2 1514,-11 14 0,10 0 0,-13 0 0,0 0 0,0 13-2285,14-10 2285,-11 11 0,10-14 0,-13-1-1242,14 1 1242,-11-13 0,10 10-655,1-24 655,-11 10 986,10-13-986,-13 0 2160,0 0-2160,0-13 1443,0-4-1443,0-13 858,0 0-858,-13-13 0,10-4 0,-11-13 0</inkml:trace>
  <inkml:trace contextRef="#ctx0" brushRef="#br0" timeOffset="214244">18361 13479 24575,'0'30'0,"13"0"0,-9 0-1102,9 13 1102,-13-10-1892,0 24 1892,13 3-1642,-9 3 1642,3-20 0,-1 0 0,-6 21 0,0 9-1653,13-13 1653,-9 0 0,9 0 0,-13 0 0,0-1-300,0-12 300,0-4 0,0 1 0,0-25 1322,0 21-1322,0-23 2253,0 0-2253,0-4 2034,0-13-2034,0 0 980,-13 0-980,9 0 0,-22-13 0,22 9 0,-22-22 0,9 9 0</inkml:trace>
  <inkml:trace contextRef="#ctx0" brushRef="#br0" timeOffset="214731">18241 13688 24575,'30'-16'0,"0"-11"0,0 24 0,0-10 0,13-1-1089,-9 11 1089,9-10 0,-13 13 0,0 0 0,13 0 0,-10 0 356,-3 13-356,-3-10 181,-10 24-181,13-24 0,-14 24 0,-3-11 552,-13 14-552,0 0 0,0 0 0,-13 0-690,10 14 690,-24-11 0,11 10 0,-1 0 0,-10-9 0,11 9 0,-1-13 0,-10 0 0,24 0 0,-10-14 0,-1 11 0,11-24 0,-10 11 0,13-1 690,0-10-690,13 11 0,-10-14 0,24 0 0,-10 0 0,13 0 0,0 0 0,0 0 0,0 0 0,-1 13 0,1-10 0,0 24 0,0-24 0,0 24 0,0-24 0,0 24 0,0-24 0,-13 24 0,-4-24 0,0 24 0,-23-11 0,20 14 0,-23-13 0,0 10 0,-17 2 0,-3 5 0,-24-4-1670,24-4 1670,-24-9 0,24 0 0,-24 9-804,24-22 804,-10 9-207,13-13 207,0 0 0,0 0 0,13-13 1580,-9 9-1580,22-22 0,-9 22 0,13-9 0</inkml:trace>
  <inkml:trace contextRef="#ctx0" brushRef="#br0" timeOffset="215190">19649 13658 24575,'-47'0'0,"18"14"0,2-11 0,10 24 0,1-11 0,-11 14 0,10 0-592,-13 0 592,14 0 0,-11 0 0,10 13-1306,-12-9 1306,-1 22 0,13-9 0,4 13 0,-1-14 0,11 11 0,-10-10 0,13 12 0,0-12 0,13 10 0,-10-24-803,24 10 803,3-13 0,3 0 0,24 0 0,-24-13-1113,24-4 1113,-11-26-1674,27-4 1674,-9-13 0,9 0 0,-13 0 0,0-13 0,0-4 0,-14 1 0,11-11 0,-24 11 0,-3-14 0,-3 0 0,-24 0-367,10 0 367,-26 0 0,-4 0 0,-13 14 0,0-11 0,-13 24 0,-3-11 0,-14 14 0,0 14 0,0-11 0,0 24 0,-13-10 0,9 13 0,-9 0 0,27 0 0,-11 0 12,24 13 1,-10-10 0,13 10 0</inkml:trace>
  <inkml:trace contextRef="#ctx0" brushRef="#br0" timeOffset="220206">16228 15196 5734,'13'-7'0,"-2"0"0,-8 6 0,-1-1 0,1 1 0,-1 0 0,-7 3 0,4-2 0,-5 1 0,5-1 0,0 1 0,1 0 0,-1 1 0,1 0 0,4 0 0,1-1 0,5 1 0,4-2 0,16 0 0,-3 0-982,14 0 982,-7-1 0,4-1 0,5 0 0,4-2-934,-21 2 1,1-1 933,1 1 0,2-1 0,0 0 0,3 0 0,1-1-816,4 0 0,2 0 0,-1 0 816,2 0 0,0 0 0,0 0-146,1 0 0,1 0 1,-3 1 145,8-1 0,-2 0 0,1 1 0,0-1 0,-16 2 0,1 0 0,1 0 0,14-2 0,2 0 0,-1 1 0,-11 0 0,-1 1 0,1 0 0,-1-1 0,2 0 0,-1 0 0,-2 1 0,-1-1 0,-2 1 0,3 0 0,11-1 0,4-1 0,-3 1 0,-10 0 0,-2 1 0,2 0 0,8-1 0,3 0 0,-2 0 0,0 0 0,0 1 0,-2 0 0,-10 0 0,-1 0 0,2 0 0,9 0 0,1-1 0,-2 1 0,3-1 0,-2 1 0,0 0 0,0 1 0,-1-1 0,0 1 0,-1 0 0,0 1 0,-2 0 0,2 0 0,-6 1 0,2 0 0,-1 0 0,5 1 0,0 0 0,-8 0 0,3 0 0,-3-1 0,1 1 0,-2 0 0,1 0 0,-1-1 0,-2 0 0,1 1 0,12-1 0,-1 1 0,-11-1 0,0-1 72,8 1 0,0 0-72,-14-1 0,-1 0 0,-1 0 0,0 0 236,7-1 0,1 0-236,-2 0 0,0 0 0,-1 0 0,0 0 1268,18-2-1268,-18 1 0,-3 0 682,-1 1-682,4-1 0,-9 0 1638,2-1-1638,-12 0 577,-5 0-577,-3 0 238,-5-3 0,-5-1 0,-3-1 1</inkml:trace>
  <inkml:trace contextRef="#ctx0" brushRef="#br0" timeOffset="223439">17080 15124 5734,'-5'3'0,"2"1"0,2-4 0,1 1 0,1-4 0,-1 1 0,1-2 0,0 4 0,0 0 0,0-2 0,-1 6 0,0-4 0,-1 6 0,-1-3 0,1-1 0,-1 1 0,2-1 0,-1 0 0,0 0 0,1-1 0,-1 1 0,0-1 0,-1 1 0,-1 5 0,1-1 0,-3 5 0,4-2 0,-2 1 0,2 1 0,-1 2 0,0 1 0,0 1 0,0 1 0,-1 1 0,1 9 0,-1-5 0,0 16-602,1-14 602,-1 7 0,2-10-353,0 8 353,0-7 0,1 6 0,0-10 0,0 0 0,0 0 0,1-1 0,0 1 0,1 8 0,0-6 0,-1 7 0,1-8 0,0 1 0,0-1 0,1 6 0,-2-7 0,1 5 580,-1-9-580,0 3 375,0-5-375,1 0 0,-2-6 0,1-2 0,-1 1 0,0-2 0,0 0 0,0 1 0,2-1 0,0 0 0,1-2 0,-2 2 0,-4-2 0,1 1 0,-2 0 0,3-1 0,0 1 0,5-2 0,-3 2 0,17 0 0,16 0 0,-5 0 0,12 0 0,-11 0 0,-5 1 0,2-2 0,1 1 0,2 0 0,17-1 0,-12-1-605,-10 0 605,5 0-287,-6-1 287,-8 1 0,2-1 0,-8 1 0,-1 0 0,-2-1 587,0 2-587,-2-1 305,-1 1-305,-1 0 0,-1 0 0,0 0 0,-1 0 0,-2-3 0,-2 2 0,-1-3 0,0 3 0,0-1 0</inkml:trace>
  <inkml:trace contextRef="#ctx0" brushRef="#br0" timeOffset="223744">17448 15759 5734,'22'8'0,"-10"-2"0,16 2 0,-15-4 0,7-1 0,-6 1 0,5 1 0,-4 2 0,-6-2 0,1 4 0,-18 23 0,-4-5 0,-8 13-598,2-16 598,8-10 0,-1-1 0,3-2 0,1-2 0,0 1 0,6-8 0,-1 0 0</inkml:trace>
  <inkml:trace contextRef="#ctx0" brushRef="#br0" timeOffset="224338">17936 15625 5734,'-2'26'0,"1"-1"0,3 3 0,0-6 0,-1 9 0,2 12 0,-1-16 0,0 2 0,0-1 0,-1-7 0,1 11 0,-1-16 0,0-5 0,-2 3 0,-4-11 0,0-2 0,-2-7 0,2-4 0,1-1 0</inkml:trace>
  <inkml:trace contextRef="#ctx0" brushRef="#br0" timeOffset="224765">17852 15631 5734,'20'-7'0,"7"2"0,-12 5 0,8 1 0,3 2 0,-5 0 0,7 1 0,-3 4 0,-6-2 0,3 2 0,-4 2 0,-7-1 0,2 3 0,-10 9 0,-3-6 0,-10 18 0,-11-1 0,3-5 0,-3 1 0,9-11 0,4-7 0,0 2 0,4-7 0,2-1 0,0-2 0,3 0 0,1-1 0,4-1 0,19-3 0,-6 1-523,15-3 523,-11 3 0,1 0 0,11 0 0,-8 1 0,7 1 0,-13 2-272,5 2 272,-9 0 0,5 3 0,-15-1 0,-2 3 0,-12 5 0,-2-3 0,-8 6 508,-1-5-508,-12 7 0,4-5-407,-7 3 407,9-6 0,2-2 0,2-2 0,-3 1 0,8-3 0,-2-1 0,8-4 0,0-4 0,5-1 0,2-5 0,5 0 0</inkml:trace>
  <inkml:trace contextRef="#ctx0" brushRef="#br0" timeOffset="225167">18440 15849 5734,'-6'1'0,"-6"8"0,5-1 0,-12 19 0,12-10 0,-4 12 0,3-1 0,5-6 0,-2 13 0,8-4 0,0-7 0,3-3 0,1-14 0,0-4 0,2-3 0,2-3 0,6-10 0,-5 1-261,6-8 261,-7 2 0,0-10 0,-10 4 0,-1-1 0,0-9-549,-10-8 549,1 29 0,-2 3 0,2 1 0,-1 2 247,-2 3-247,5 2 0,-2 2 0,4 3 563,0 1-563,2 3 0,2-1 0,2 2 0,2-1 0</inkml:trace>
  <inkml:trace contextRef="#ctx0" brushRef="#br0" timeOffset="225569">18580 15875 5734,'-2'7'0,"0"1"0,-1 20 0,2-11-494,-2 16 494,3-15 0,2 8 0,0-6 0,2 6 0,2-3 0,-2-7 0,2 2 162,-3-9-162,1-2 82,2-3-82,-1-3 0,3-5 0,-2-4 250,0-2-250,-1-3 0,1-11 0,-2 5-245,1-8 245,-3 7 0,-1-7 0,-1 7 0,-1-5 0,-1 6 0,1 6 0,0 0 0,0 6 0,1 0 0,0 2 0,-1 2 0,5 21 0,-1 0 0,2 10 38,-1-7-38,0-5 0,0-1 0,1 7 0,-1-6 0,1 4 0,-3-8 0,0-1 0,-1-1 0,-2 1 51,-5-4 1,2-1 0,-2-4 0</inkml:trace>
  <inkml:trace contextRef="#ctx0" brushRef="#br0" timeOffset="226179">18754 15854 5734,'4'3'0,"-1"1"0,-1 3 0,-2 1 0,1 2 0,-1 1 0,1 10 0,0-3-212,0 8 212,-1-7 0,1 10 0,-1-9 0,2 7 0,0 3 0,-1-15 0,1 5 0,-1-19 0,0-6 0,0-2 212,1-2-212,-1-10 0,1 4 0,1-7 0,-1 6 0,6-23 0,-4 18-236,3-15 236,-3 24 0,0 0 0,1 1 0,0 1 0,3-1 0,-2 3 0,3 0 0,-2 4 236,-1 1-236,0 1 0,3 4 0,-2 2 0,1 2 0,-4 3 0,1 0 0,0 2 0,1 2 0,-1-1 0,2 7 0,-3-5 0,0 3 0,-2-5 0,0 3 0,-1-4 0,-2 1 0,-2-4 0,-1-2 0,2-1 0,1-2 0</inkml:trace>
  <inkml:trace contextRef="#ctx0" brushRef="#br0" timeOffset="226816">19089 15861 5734,'-12'-2'0,"0"1"0,-3 6 0,5 0 0,-9 12 0,13-7 0,-3 7 0,8-2 0,1-4 0,1 3 0,1 0 0,2-4 0,0 3 0,0-6 0,2-1 0,-1-2 0,3-1 0,1-7 0,-1-1 0,10-16 0,-5-17 0,0 5 0,-8 7 0,-2 1 0,-2 3 0,-1-17 0,-1 15-394,-1-6 394,1 10 0,-1-5 0,-2-8 0,2 12 0,-1 0 0,1 18 0,1 4 0,0 1 0,-1 5 394,1 2-394,0 4 0,1 1 0,0 12 0,1-5-450,1 10 450,0-7 0,1 0 0,1 2 0,3 10 0,0-8 0,4 8 0,-3-14 0,6 6 0,-3-8 0,5 2-216,2-9 216,-5-5 0,5-2 0,13-15 0,-13 2-233,11-10 233,-17 7 0,-3-2 429,2-4-429,-4 4 220,1-5-220,-5 6 0,-1-4 0,-1 4 250,-2-3-250,-11-3 0,6 8 0,-9-4 0,0 13 0,6 1 0,-9 8 0,11-2 0,-2 4 0,5-2 0,2 6 0,1-3 0,2 4 0,1-6 0,2 0 0,1 0 0,1 0 0,1-2 0,3 3 0,0-4 0,2 1 0,0-5 0,1-1 0</inkml:trace>
  <inkml:trace contextRef="#ctx0" brushRef="#br0" timeOffset="227197">19489 15892 5734,'-17'3'0,"1"1"0,-2 6 0,6-3 0,-6 15 0,13-10 0,0 7 0,7-4 0,0-4 0,3 3 0,2-4 0,-1-4 0,3 0 0,5-9 0,-5-1 0,5-6 0,-6-7 0,-2 3 0,-1-9 0,-3 5 0,-2-14 0,-1 6-811,-2-12 811,1 8 0,-2-4 0,1-1 0,0-2 0,0-6 0,0-2 0,1 1-478,-1 5 0,1 5 478,3 19 0,0 12 0,1 11 728,0 3-728,2 12 0,-2 1 0,5 22 0,-1-7 0,0-6 0,1 6 0,0-5-372,-2-9 0,1 1 372,0 7 0,2 5 0,-1-6 0,2 4 0,-3-9 0,0-2 0,0 1 0,-1 1 238,-2-13 1,-1-9 0,1 0-1</inkml:trace>
  <inkml:trace contextRef="#ctx0" brushRef="#br0" timeOffset="227704">19982 15548 5734,'-2'-5'0,"1"2"0,1 3 0,0 6 0,0 1 0,0 16 0,-1 4 0,0 3-906,0 8 0,0 2 906,1-1 0,0-14 0,2 2 0,3 7 0,0-1 0,3 8 0,-1-10 0,0 0-736,4 7 736,-2-12 0,1 4-77,-3-14 77,-2-3 0,-2-3 0,-1-3 1637,-3-3-1637,-1-3 0,0-3 0,-1-1 0</inkml:trace>
  <inkml:trace contextRef="#ctx0" brushRef="#br0" timeOffset="228237">20122 15875 5734,'-1'7'0,"0"5"0,3-3 0,0 6 0,0 2 0,-1-4 0,0 6 0,0-6 0,-1 19 0,0-12 0,0 9 0,0-19 0,0-5 0,-1-3 0,0-1 0,-1-6 0,0-2 0,0-4 0,1-5 0,0 1 0,1-12 0,4-2 0,-1 5 0,4-7 0,-3 19 0,2-3 0,1 3 0,-2 4 0,3 0 0,-1 3 0,-1 3 0,2 1 0,-2 3 0,1 3 0,1 2 0,-1 2 0,0 1 0,2 10 0,-2-3 0,1 14 0,-4-13 0,0 7 0,-2-10 0,0-1 0,-1-2 0,1 1 0,-1-4 0,0 0 0,1-8 0,0-1 0</inkml:trace>
  <inkml:trace contextRef="#ctx0" brushRef="#br0" timeOffset="228464">20346 15909 5734,'2'14'0,"-1"3"0,1 3 0,0 5 0,4 20-475,-1-8 475,1 6 0,1 1-2156,2 3 2156,-3-10 0,0 0 0,-1-9 0,0-2-326,1 13 326,-2-14 0,1-1-465,0 12 465,-2-12 162,0 1-162,-3-15 1537,-4-6-1537,0-5 1066,-4-6-1066,2-3 655,-1-3-655,-1-4 0,1-2 0,1-4 0,0 0 0</inkml:trace>
  <inkml:trace contextRef="#ctx0" brushRef="#br0" timeOffset="228850">20441 15827 5734,'10'3'0,"-1"1"0,-3 0 0,3 3 0,-3-2 0,2 2 0,1 12 0,-6-8 0,2 11 0,-10-5 0,0-4 0,-2 8 0,0-7 0,0 2 0,-1-2 0,-2 3 0,3-5 0,-3 1 0,2-3 0,4-6 0,-2-1 0,3-8 0,1-1 0,0-4 0,3-10 0,1 7 0,2-7 0,0 8 0,1 2 0,1-1 0,5-2 0,-2 3 0,2-2 0,-2 5 0</inkml:trace>
  <inkml:trace contextRef="#ctx0" brushRef="#br0" timeOffset="229501">20445 15855 5734,'-25'4'0,"3"-1"0,11 1 0,-4 1 0,4-1 0,-2 2 0,2 0 0,4-1 0,-1 2 0,3-2 0,1 3 0,1-4 0,1 3 0,4-6 0,3-1 0,0 0 0</inkml:trace>
  <inkml:trace contextRef="#ctx0" brushRef="#br0" timeOffset="229930">20601 15905 5734,'4'31'0,"1"9"0,-2-24 0,3 15 0,-4-20 0,1 1 0,1-10 0,1-2 0,1-4 0,1-7 0,-1 1 0,1-5 0,-4 3 0,1-7 0,-2 4 0,0-5 0,-1 1 0,-1 6 0,-1-3 0,0 8 0,-1 0 0,0 3 0,1 2 0,1 9 0,1 4 0,5 36 0,4 0 0,-5-20 0,1 1-338,3-3 1,0-3 337,4-6 0,3 1 0,-4-11 0,7-8 0,-3-4 0,4-9 0,-4 0 0</inkml:trace>
  <inkml:trace contextRef="#ctx0" brushRef="#br0" timeOffset="230131">20902 15640 5734,'-5'15'0,"-2"13"0,3-2 0,0 12 0,4-7 0,0 1 0,2 11-1303,1-1 0,0-1 1303,2-1 0,-1-15 0,-1-1 582,3 7-582,1 4 0,-2-12 0,1 2 0,-3-14 0,-3-6 0,-3-10 0,-2-5 0,-2-7 0</inkml:trace>
  <inkml:trace contextRef="#ctx0" brushRef="#br0" timeOffset="230269">20801 15902 5734,'27'6'0,"16"0"0,-6-4-363,-13-1 0,1 0 363,0-1 0,-1-1-141,9-1 0,5-2 1,-19-2-1</inkml:trace>
  <inkml:trace contextRef="#ctx0" brushRef="#br0" timeOffset="231741">17047 15916 5734,'-2'27'0,"0"19"0,1-7-1432,0-12 0,1 1 1432,0 17 0,1-11 0,1 1 0,-1-7 0,0 0 0,1 9 0,1 1 0,0 3 0,0-2 0,-1-8 0,0 1-710,2 9 0,-1-1 710,-1-11 0,1 0 0,0 12 0,1 0 0,-2-9 0,1 0 0,-1 1 0,1 4 0,-1-4 0,-1-4 0,1-1 0,-1 6 0,1 1 117,-1 4 0,1-4-117,-2 3 0,1-9 0,0-2 0,-1-15 0,0-2 0,0-2 1103,0-2-1103,0-1 2001,0-1-2001,0-1 946,0 0-946,0-1 0,0-1 0,0 1 0,0-1 0,5-7 0,-1 3 0,6-7 0,4 2 0,0 2 0,6-1 0,-1 3 0,14-2 0,-5 3-858,11-1 858,-8 2 0,-7 1 0,1 0 0,14-1 0,-13 1 0,1 1 0,2-1 0,-1 1 0,16 0-715,-15 0 0,-1 1 715,12 2 0,-13-1 0,0 0 0,12 2 0,-8-1 0,-1-1 0,2-1 0,7 0 0,-9-2 0,-10-1 0,6 0 0,-15 1 728,5 1-728,-11 0 1560,2 0-1560,-6-1 0,-1-1 0,0-1 0,-1 1 0,0-1 0,-1 0 0,1 0 0,-1-2 0,0 1 0,-1 0 0,-4-5 0,0 4 0,-1-3 0,0 3 0,4 3 0,-1-2 0,2 2 0,0 0 0,1 1 0,-1-1 0,1 0 0,-2-1 0,0 0 0,-3-2 0,1 3 0,-11-4 0,6 4 0,-10-4 0,12 4 0,-8-2 0,8 1 0,-4-2 0,7 2 0,-3-2 0,5 2 0,-1-1 0,2 2 0,2 1 0,1 0 0,-3 10 0,0-3 0,-3 10 0,-4-2 0,2-2 0,-3 3 0,2-5 0,3-1 0,-1-2 0,0 2 0,2-3 0,0 1 0,3-4 0,-1-2 0,2-1 0,0-2 0,3 0 0,0-2 0</inkml:trace>
  <inkml:trace contextRef="#ctx0" brushRef="#br0" timeOffset="233810">17784 17015 5734,'-4'-4'0,"0"1"0,2 2 0,0 1 0,1 0 0,2-3 0,-5 6 0,3-5 0,-5 6 0,2-4 0,-4 0 0,3 0 0,-3 1 0,3 0 0,-1 0 0,2 0 0,1-1 0,1 0 0,1 1 0,4 2 0,5 0 0,5 2 0,2 0 0,0-1 0,3 1 0,1 0 0,13 3 0,-7-2-579,7 4 579,-9-4 0,13 4 0,-13-4-251,11 4 251,-23-6 0,3 2 0,-9-2 0,0-1 0,-6-1 563,-3 0-563,-5-1 267,-2 1-267,-2-1 0,-11 1 0,5-1 0,-8 0 0,-13 1 0,5 1 0,-7-1 0,6 3 0,17-4 0,-9 3 0,15-3 0,-2 1 0,7-1 0,3-1 0,-1 1 0,3 0 0,1-1 0,1 1 0,7 0 0,4 0 0,4 2 0,8 0 0,-7 0 0,7 0 0,-7-1 0,6 0 0,-6 0 0,4 0 0,-8-1 0,2 1 0,-5 0 0,1-1 0,-4 1 0,-1-1 0,-2 1 0,-1-2 0,-6 0 0,1-1 0,-3 0 0,1-2 0,0 1 0,-3-3 0,2 1 0,-3-1 0,-5-3 0,7 4 0,-10-10 0,13 9 0,-5-2 0,6 5 0,-3 2 0,3-2 0,-1 0 0,0 0 0,0-1 0,0 1 0,1 0 0,1 0 0,0 0 0,0 2 0,1-1 0,1 1 0,9-2 0,7 2 0,10 0 0,-4 3 0,-3 1 0,-9 1 0,0-1 0,-1 1 0,0-1 0,-1 0 0,-1-1 0,0 0 0,-1-1 0,-4 0 0,-1-1 0,-4-1 0,-1-2 0,-7-2 0,3 0 0,-7-2 0,4 1 0,-6-4 0,3 3 0,-4-4 0,6 2 0,-5-3 0,6 3 0,-2-2 0,6 3 0,0-1 0,2 1 0,1 0 0,3 3 0,1 1 0,2-1 0,4 1 0,1 1 0,5 0 0,0 2 0,10 2 0,-4 1 0,7 1 0,1 4 0,17 8 0,-11-4 0,5 3 0,-24-10 0,-8-2 0,2 0 0,-5-1 0,-2-2 0,-1 1 0,-7-2 0,-20-2 0,10 2 0,-12-3 0,19 2 0,-4 0 0,5 0 0,-6 0 0,10 1 0,-2-1 0,5 1 0,2-1 0,1 1 0,5 1 0,2 0 0,4 0 0,0 1 0,8 3 0,-3-1 0,13 4 0,-10-1 0,6 2 0,-7-2 0,3 1 0,-6-1 0,3 2 0,-5-2 0,-5-2 0,3-1 0,-5-6 0,-1-3 0,-2-1 0,-4 1 0,1 4 0,-2 0 0,1 2 0,-2-1 0,0 1 0,-5 0 0,-3 2 0,-19 11 0,11-3 0,-10 8 0,7-1 0,6-4 0,-7 5 0,2 1 0,7-3 0,-4 3 0,10-5 0,-1-2 0,3-1 0,0-2 0,2-1 0,2-4 0,3-2 0,6-8 0,8-6 0,4-7 0,3-2 0,10-9-534,-10 10 0,-2 1 534,1 2 0,-8 7 0,2-1 0,-5 4 0,1 0 0,-5 4 0,0 0 0,-3 3 1068,-8 7-1068,1 0 0,-7 6 0,4-3 0,-1 0 0,1-1 0,0 1 0,1-1 0,0 0 0,1 1 0,0 0 0,0 1 0,3-3 0,6-4 0,3-3 0</inkml:trace>
  <inkml:trace contextRef="#ctx0" brushRef="#br0" timeOffset="234473">18337 16796 5734,'-3'23'0,"0"0"0,2-1-420,1 1 420,4 15 0,-1-11 0,0 2 0,1 2 0,0-1 0,-1 0 0,0-1 0,0 1 0,0-3 0,-1 5 0,1 8 138,-2-15-138,0 5 0,-1-9 70,-1 1-70,-1-11 0,1-6 0,-1-7 0,2-5 0</inkml:trace>
  <inkml:trace contextRef="#ctx0" brushRef="#br0" timeOffset="234950">18289 16819 5734,'36'-7'0,"-3"2"0,-11 9 0,-3 1 0,3 4 0,0 4 0,-7-2 0,4 3 0,-10-3 0,2 19 0,-7-13 0,0 14 0,-6-17 0,-4 6 0,0-5 0,-2 5 0,3-7 0,-3 4 0,2-5 0,-1 3 0,2-6 0,1 1 0,3-3 0,1 0 0,3-2 0,7 1 0,0-1 0,5 1 0,-1-2 0,8 2 0,-4 0 0,11 5 0,-13-3 0,3 1 0,-7-2 0,4 7 0,-8-4 0,-13 21 0,-7-17 0,-14 12 0,-6-9 0,6-5 0,3-2 0,0-1-557,-2 0 557,-6 2 0,6-3 0,8-3 0,2-3 0,9-4 0</inkml:trace>
  <inkml:trace contextRef="#ctx0" brushRef="#br0" timeOffset="235309">18762 17069 5734,'-15'22'0,"1"-1"0,8-3 0,1 2 0,0 2 0,1 22 0,2-17-993,3 14 993,2-24 320,2-2-320,1-4 164,1-3-164,0-5 0,2-5 0,1-3 509,-1-5-509,1-4 0,-1-3 0,-2-2 0,-1-1 0,-3-9 0,-3 6-241,-4-4 241,-2 10 0,-17-11 0,10 14 0,-11-6 0,14 18 0,4 3 0,0 1 0</inkml:trace>
  <inkml:trace contextRef="#ctx0" brushRef="#br0" timeOffset="235717">18902 17070 5734,'4'19'0,"-2"-3"0,1 6 0,0-3 0,-1 1 0,1 2 0,0 0 0,2 9 0,-1-9 0,2 5 0,-2-7 0,2-6 0,-1-3 0,3-12 0,-2-6 0,5-13 0,-6 3 0,4-14 0,-6 11 0,2-15 0,-3 13 0,0-19 0,-1 19 0,-1-4 0,0 17 0,-1 9 0,1 9 0,0 11 0,0 2 0,3 4 0,-2-6 0,2 0 0,0 0 0,3 6 0,-2-6 0,1 3 0,-2-10 0,-1-2 0,3-6 0,1-6 0,2-4 0</inkml:trace>
  <inkml:trace contextRef="#ctx0" brushRef="#br0" timeOffset="236068">19117 17117 5734,'-1'43'0,"-1"-5"0,3-17 0,0-2 0,0-2 0,0-4 0,-1-3 0,0-2 0,0-4 0,0-3 0,0-9 0,1-8 0,0-1 0,0-3 0,0 5 0,1 0 0,2-6 0,-1 6 0,3-5 0,0 8 0,2-5 0,-2 7 0,3-4 0,3 19 0,-4 6 0,3 11 0,-7 2 0,0-4 0,1 1 0,0 1 0,1 0 0,0-1 0,0 8 0,-2-10 0,0 5 0,-2-10 0,2-8 0,0-1 0</inkml:trace>
  <inkml:trace contextRef="#ctx0" brushRef="#br0" timeOffset="236663">19335 17114 5734,'-13'5'0,"-8"12"0,8-5 0,-9 14 0,15-12 0,-1 4 0,8 14 0,1-14 0,5 12 0,-2-20 0,5-2 0,-2-5 0,6-7 0,-4-4 0,2-5 0,-4-1 0,1-8 0,-3-25 0,-1 13-846,-3-14 846,-2 25 0,0-9-501,-1 7 501,1-5 0,0 12 0,0-3 0,1 8 0,0-1 0,0 7 800,0 2-800,-1 3 547,0 0-547,0 7 0,1 1 0,1 12 0,0-3 0,1 8 0,1-3 0,2 14 0,0-5 0,2 10 0,1 4 0,-1-11 0,3 2 0,2-1 0,0-5-243,-2-4 0,1-4 243,-1-12 0,1-3 0,-1-5 0,1-4 0,5-7 0,-4 1 0,2-6 0,-5 3 0,4-22 0,-9 16 0,3-15 0,-9 23 0,-1 0 0,-1 3 486,-1 0-486,0 3 0,-3 0 0,2 1 0,-4 4 0,4 1 0,-2 3 0,3 1 0,0 2 0,2 2 0,0 1 0,2 1 0,3 2 0,0 1 0,3 0 0,1 1 0,1 0 0,3 0 0,0-2 0,8 5 0,-3-6 0,6 1 0,-4-9 0,3-6 0,2-3 0</inkml:trace>
  <inkml:trace contextRef="#ctx0" brushRef="#br0" timeOffset="237022">19786 17097 5734,'-31'15'0,"13"-5"0,-15 12-887,19-8 887,1 0 287,2 2-287,-2 9 146,6-5-146,0 14 0,8-14 0,2 3 0,3-11 0,2-3 454,2-4-454,2-4 0,0-4 0,7-10 0,-6-1 0,4-7 0,0-19 0,-9 13-847,3-18 847,-9 18 0,-3-15 0,-1 10 0,0 5 0,0 1 0,-1-1 0,-2-6 0,3 15 0,-2-3 0,1 15 0,0 1 0,2 19 0,3 5 0,2 20 0,1-7 65,1-3 1,0 1-66,4 7-557,-4-13 1,1-1 556,5 9-6,-4-8 0,1 1 6,2 9 0,3 5 0,-9-22 0</inkml:trace>
  <inkml:trace contextRef="#ctx0" brushRef="#br0" timeOffset="237735">20397 16870 5734,'-16'5'0,"0"1"0,2 5 0,-2 2-750,0 3 750,1 3 0,-5 15 0,5-5-1187,-2 13 1187,7-9 0,6-7 0,0-1 0,1 14 0,8 4 0,4-2 0,3-7 0,0-5 0,3-5 0,3-17 227,4-5-227,0-7-2,2-6 2,8-16 0,-9 2-541,3-11 541,-14 9 0,-3-2 721,-7-15-721,-11-3 0,-2 2 0,-8 5 0,-14 6 0,12 14 0,-19-8 0,24 21 225,-6 0-225,12 6 2,-2 2-2,7 5 243,2 2 1,3 1-1,2 2 1</inkml:trace>
  <inkml:trace contextRef="#ctx0" brushRef="#br0" timeOffset="238142">20590 16994 5734,'0'12'0,"-1"1"0,0 8 0,0-2 0,1 9 0,2 6 0,0-7 0,3 7 0,-1-10 0,3 3 0,-1-8 0,2 1 0,-3-12 0,4-7 0,-2-4 0,3-14 0,-4 2 0,2-15 0,-3 10 0,1-25 0,-3 22-288,-1-11 288,-2 18 0,0 5 0,0 1 0,0 2 0,0 5 0,1 14 0,2 12 0,1 6 0,6 15 0,0-16 0,1 1 0,4 12-323,-3-14 0,-1-3 323,-3-9 0,0-7 0,-1-5 0,0-5 0</inkml:trace>
  <inkml:trace contextRef="#ctx0" brushRef="#br0" timeOffset="238598">20842 16792 5734,'-6'21'0,"1"1"0,1-3-1755,-1 18 1755,2-5 0,-2 15 0,3-9 0,1 2 0,1 2 0,2 0 0,1 1 0,0-1 0,2-2 0,0-1 0,-1-4 0,0-5 44,-1-3-44,0-6 399,-1-5-399,-2-3 0,-1-8 0,-3-5 219,1-10 1,-1-6 0,0-5 0</inkml:trace>
  <inkml:trace contextRef="#ctx0" brushRef="#br0" timeOffset="239286">20990 17035 5734,'-4'15'0,"1"2"0,3 1 0,0 4 0,1 3-463,1 4 463,2 5-1465,-2 4 1465,1 5 0,0 4 0,-1-12 0,1 1 0,-1-9 0,0 0-427,1 8 0,-1-1 427,1 8 0,0-5-563,-1-5 563,-1-6 96,0-2-96,-2-11 996,-1-3-996,-5-19 0,0-12 0,-2-6 0,1-8 760,0-12-760,2 9-267,3 12 0,1 0 267,0-12 0,2-1 0,2 1 0,1 13 0,0 0 0,3-11 0,4-8 0,1 16 0,2 2 0,2-3 0,-2 5 0,2 1-301,5 2 301,-5 7-177,9-6 177,-11 12 0,3 2 558,-8 6-558,2 10 1261,-3 1-1261,-1 7 0,-4-1 0,-1 2 0,-3 1 0,-4 10 0,-1-7 0,-3 7 0,-6-3 0,3-8 199,-5 3-199,4-11 224,0-1-224,0-3 0,1-1 0,-3-3 0,6-3 0,-2-5 0,8-2 0</inkml:trace>
  <inkml:trace contextRef="#ctx0" brushRef="#br0" timeOffset="239595">21173 17076 5734,'5'36'0,"1"-2"0,-2-14 0,1 1 0,3 9 0,-2-9 0,7 8 0,-7-18 0,3-1 0,1-14 0,-2-2 0,3-7 0,-1-7 0,-3 3 0,2-5 0,-3-1 0,-1 7 0,0-5 0,1 7 0,1-1 0,-2 6 0,3 0 0,-3 7 0,1 7 0,0 2 0,2 7 0,1 10 0,0-5 0,2 8 0,16 7 0,-12-16 0,12 7 0,-15-25 0,-2-5 0,0-7 0,-1-2 0</inkml:trace>
  <inkml:trace contextRef="#ctx0" brushRef="#br0" timeOffset="239789">21496 16729 5734,'-5'7'0,"1"2"0,4 16 0,1-2 0,2 7 0,1 2 0,0 4-461,0-6 1,1 0 460,-1-5 0,0-2-938,1 13 938,3 10 0,-1-7 0,-2-12 0,1 4 346,-3-15-346,-2-2 0,-2-4 0,-4-2 105,-2-5 0,-3-5 1,0-4-1</inkml:trace>
  <inkml:trace contextRef="#ctx0" brushRef="#br0" timeOffset="239919">21418 17056 5734,'16'-1'0,"-1"0"0,0 0 0,-3-1 0,1 0 0</inkml:trace>
  <inkml:trace contextRef="#ctx0" brushRef="#br0" timeOffset="240279">20695 16906 5734,'7'7'0,"-2"-2"0,7-1 0,6-1 0,-2-2 0,7-1 0,-5 0 0,8-3 0,-5 2 0,6 0 0,-8 0 0</inkml:trace>
  <inkml:trace contextRef="#ctx0" brushRef="#br0" timeOffset="261344">21855 15345 5734,'0'4'0,"-1"-1"0,2-2 0,-1 1 0,1-1 0,0 2 0,0 4 0,1-1 0,1 3 0,0-1 0,2 6 0,3 5 0,5 16 0,-3-9 0,5 8 0,6 5 0,-6-13-822,7 16 822,-9-20 0,-1 0 0,1-2 0,5 9 0,-4-8 0,3 5 0,2 1 0,-7-11 0,4 5 0,-10-12 822,2 0-822,-4-4 0,-3 0 0,-3-2 0,-6-1 0,-2 1 0,-1-2 0,-1 0 0</inkml:trace>
  <inkml:trace contextRef="#ctx0" brushRef="#br0" timeOffset="261674">21822 15852 5734,'-2'3'0,"6"-12"0,1-1 0,5-12 0,0 4 0,9-13 0,-2 4-3277,7-9 3021,-6 9 256,9-13-210,-8 10 210,5-8-559,-9 13 559,-2 3-163,-2 1 163,-2 3 2156,-2 4-2156,-1-1 1170,-2 6-1170,-2-1 856,-3 5-856,-8-1 70,1 4 1,-4-1 0,4 2 0</inkml:trace>
  <inkml:trace contextRef="#ctx0" brushRef="#br0" timeOffset="263705">22231 15377 5734,'1'4'0,"1"-1"0,-2-2 0,0 0 0,0 19 0,0-9 0,-1 17 0,0-4 0,0-4-511,1 9 511,-1-8 0,-2 22 0,1-14-584,-2 14 584,2-20 0,1 16 0,0-14 0,2 17 0,1-24-103,4 8 103,-1-13 0,3 3 0,-3-6 0,5 1 353,-3-3-353,4 1 729,0-4-729,1-1 0,12-6 0,-11 0 116,8-4-116,-16 3 0,0 1 0,-3 0 0,-2-2 0,-1 1 0,-2-2 0,-7-2 0,2 2 0,-6-3 0</inkml:trace>
  <inkml:trace contextRef="#ctx0" brushRef="#br0" timeOffset="263957">22164 15376 5734,'6'3'0,"0"0"0,0-1 0,12 1 0,-7-2 0,10-1 0,-10-1 0,0 0 0,-1-1 0,-1-1 0,-1 0 0,0 0 0,-2 1 0</inkml:trace>
  <inkml:trace contextRef="#ctx0" brushRef="#br0" timeOffset="264491">22409 15461 5734,'3'1'0,"0"1"0,-1 0 0,0 4 0,0 0 0,1 5 0,0-1 0,0 10 0,0-3 0,1 6 0,-1-7 0,0 1 0,0 0 0,0 0 0,0-1 0,0 4 0,-1-5 0,0 2 0,0-7 0,-2 0 0,1-3 0,-1 0 0,0-3 0,0-1 0,0-4 0,-1-2 0,0-3 0,-1-2 0,1-7 0,-1 2 0,2-7 0,-1 5 0,2-28 0,0 21-381,1-21 381,1 29 0,-1 0 0,2 1 0,-1 1 0,1 0 0,-2 4 0,0 0 0,0 5 381,2 3-381,0 1 0,2 5 0,7 21 0,-7-10 0,6 16 0,-5 1 0,-3-12-287,1 11 287,-3-17 0,-1-1 0,0 0 0,0 3 0,-2-5 0,0 2 0,-1-8 0,0-1 287,-2-2-287,1 0 0,-1-1 0,0-2 0</inkml:trace>
  <inkml:trace contextRef="#ctx0" brushRef="#br0" timeOffset="265125">22642 15340 5734,'8'1'0,"2"0"0,-1 1 0,6 0 0,-3-1 0,3 0 0,-4-2 0,-1 0 0,1 0 0,-1 0 0,-1-1 0,8 2 0,-10 0 0,5 1 0,-10 0 0,0-1 0,-1 1 0,-2 0 0,0 2 0,-1-1 0,0 1 0,0-1 0,0 1 0,0 1 0,0-1 0,0 2 0,0-1 0,1 0 0,0 1 0,0 2 0,0 5 0,0-3 0,0 6 0,1-3 0,0 1 0,1 1 0,0 1 0,1 0 0,0 2 0,1 0 0,0 1 0,2 10 0,-1-5-442,1 8 442,-1-9 0,0 1 0,-1 0 0,1-2 0,-1 1 0,0 6 0,-1 14 0,-5-11 0,-1 3 0,-12-17 0,4-8 0,-7 3 0,4-3 0,1-2 0,0-1 0,-1 0 0,5-2 0,-4-1 442,2-3-442,3-4 0,-1-1 0,7-1 0</inkml:trace>
  <inkml:trace contextRef="#ctx0" brushRef="#br0" timeOffset="266721">23567 15170 5734,'-1'4'0,"0"0"0,0-4 0,-1 1 0,-1 1 0,-3 0 0,-1 3 0,-1 2 0,-3 1 0,-7 8 0,2-2-420,-6 5 420,5-3 0,-7 7 0,6-4 0,-5 5 0,7-9 0,1 1 0,2-3-34,0 0 34,2-1 0,-4 5 0,5-4 0,-9 8 0,9-9 0,-4 4 0,5-5 0,-8 8 0,3-4 0,-7 7 0,11-11 418,0 0-418,7-7 36,0-1-36,1-1 0,0-1 0,-1 0 0,-1 2 0,1-2 0,-3 3 0,5-3 0,0 0 0,6 1 0,-1-2 0,4 3 0,14 3 0,-5-2 0,13 4 0,5 0 0,-5-3-284,11 3 284,-17-4 0,1-1-1114,13 2 1114,-13-1 0,1-1 0,8 0 0,-2-1 0,9 1 0,2 0 0,-1 0 0,-10-1 0,14 1-429,-23 0 429,-7-1 0,1 1 0,-4 1 239,-6-1-239,1 2 1090,-6-2-1090,-1 1 498,0 0-498,0 0 0,-1-1 0,-5 5 0,0-5 0,-5 3 0</inkml:trace>
  <inkml:trace contextRef="#ctx0" brushRef="#br0" timeOffset="267435">24013 15586 5734,'-5'-4'0,"1"-1"0,0 0 0,1-1 0,-1-2 0,2-1 0,2-8 0,0 3 0,2-8 0,2 4 0,1 0 0,3-12 0,9-11 0,-3 6 0,4-3 0,-8 20 0,0 2 0,-2 3 0,-1 3 0,-1 2 0,2 5 0,-1 3 0,3 13 0,-4 9 0,-1 5 0,2 8-665,-3-5 0,0 0 665,-1 0 0,1-1-753,3 9 753,-2-10-526,7 12 526,-4-21 0,2 3-3,5-11 3,-3-6 1139,6-4-1139,-3-6 0,9-10 0,-5 0 0,11-17 0,-14 11 308,3-9-308,-8 9 0,0-6 0,-4 7 625,-1-3-625,-3 6 4,-2 7-4,0-3 0,-1 7 0,-1 1 536,0 1-536,-3 1 0,1 1 0,-5 1 0,0 2 0,-2 1 0</inkml:trace>
  <inkml:trace contextRef="#ctx0" brushRef="#br0" timeOffset="268654">22387 16800 5734,'-4'20'0,"-1"13"0,2-2-1229,0 5 1229,2-15 0,1 0 392,2 0-392,1 6 0,0-8 0,3 5 0,-2-11 203,4 0-203,-1-5 0,12-5 0,-2-13 0,4-3 296,-5-6-296,-5 1 0,-1-1 0,0-2 0,3-10 0,-4 9 0,1-7 0,-5 13 0,2 0 0,-3 5 0,1-1 0,-2 9 0,0 5 0,3 14 0,-2 2 0,2 10-440,-1-1 440,1 4 0,-1 3 0,2 5 0,-2 2 0,0 5 0,-2 1 0,-5-10 0,-3 5 0,1-4-695,-1-6 1,0 0 694,-2 6 0,-2 3 0,0-7 0,-12 6 0,-3-6-886,-1-6 886,-3-6-106,1-8 106,-1-7 582,-9-7-582,2-16 0,7 2 1094,8-9-1094,18 9 1080,2-1-1080,3-3 0,4-3 0,3-2 0</inkml:trace>
  <inkml:trace contextRef="#ctx0" brushRef="#br0" timeOffset="269019">22775 16784 5734,'-8'12'0,"1"1"0,4-1 0,-1 1 0,-2 18 0,3-9 0,-3 12 0,3-3 0,0 2 0,0 1 0,4 7 0,1-18 0,2 6 0,4-5 0,0-7 0,3 1 0,-1-8 0,-1-3 0,3-2 0,-1-2 0,6-2 0,-5-2 0,3-2 0,-6 0 0,-2-3 0,-2-2 0,-3 0 0,-1-2 0,-5-3 0,-1 4 0,-3-3 0</inkml:trace>
  <inkml:trace contextRef="#ctx0" brushRef="#br0" timeOffset="269186">22674 16842 5734,'17'-5'0,"7"0"0,-10 3 0,7 1 0,-2 1 0,-6 2 0,3-1 0</inkml:trace>
  <inkml:trace contextRef="#ctx0" brushRef="#br0" timeOffset="269576">22897 16890 5734,'3'10'0,"2"11"0,-2-3 0,1 7 0,-1 0 0,1 3 0,0-1 0,0 1 0,1 5 0,0-2 0,-1-3 0,-3-16 0,2-2 0,-1-9 0,0-5 0,0-12 0,0 1 0,1-7 0,1-5 0,-1 5-338,2-7 338,-1 8 0,0 2 0,-1 0-65,1 1 65,1 1 0,2-4 0,-1 7 0,2-3 0,-1 7 0,3 1 0,-1 3 0,2 2 0,-3 4 335,1 2-335,0 3 68,-1 0-68,0 3 0,4 13 0,-5-6 0,3 20 0,-5 2 0,0-6-485,-2 5 485,-1-19-4,-4 3 4,2-6 0,-4 2 0,3-7 0,0-4 0,1 0 0</inkml:trace>
  <inkml:trace contextRef="#ctx0" brushRef="#br0" timeOffset="270162">23117 16766 5734,'8'-2'0,"0"-1"0,0 3 0,2-1 0,1-1 0,1 0 0,12-5 0,-10 2 0,12-4 0,-16 5 0,2 0 0,-2 6 0,-7 2 0,2 5 0,-7-1 0,0 8 0,0-3 0,0 5 0,2-6 0,3 6 0,-1-5 0,3 3 0,3 1 0,4 9 0,-3-4 0,2 3 0,-7-11 0,-2-1 0,0 0 0,-2 0 0,-3 5 0,0-5 0,-4 4 0,2-7 0,-6 3 0,4-3 0,-4 1 0,3-5 0,1-1 0,-1 0 0,-2 1 0,1-2 0,-2 1 0,3-2 0,-5-1 0,2 2 0,-8 3 0,9-1 0,-1 3 0</inkml:trace>
  <inkml:trace contextRef="#ctx0" brushRef="#br0" timeOffset="270894">23869 16638 5734,'-2'3'0,"1"1"0,-1 0 0,1-2 0,-2 3 0,-1 0 0,1 0 0,-2 3 0,0-2 0,0 0 0,-1 1 0,0-1 0,-1 2 0,-5 4 0,2-1 0,-6 3 0,4-2 0,-8 7 0,4-3 0,-6 7 0,-3 2 0,7-6-552,-7 7 552,10-10 0,-7 8 0,7-6 0,-2 4-106,7-8 106,1-1 0,1-2 0,2-1 0,0-1 0,-1 3 546,2-3-546,0 0 112,4-4-112,0-4 0,1-1 0,3-1 0,0-1 0,3-1 0,-2 2 0,4-1 0,3 1 0,1 1 0,1 0 0,-1 2 0,7 1 0,-3 0 0,7 2 0,-5-1 0,8 3 0,-5-1-260,6 1 260,-10-1 0,0 1 0,-1 1 0,5 2 0,-7-2 0,3 1 0,-7-4 0,0 0 0,-2 0 0,-1 0 0,0 0 0,0-1 260,-3 0-260,-2-3 0,-1-1 0,-2-2 0</inkml:trace>
  <inkml:trace contextRef="#ctx0" brushRef="#br0" timeOffset="271841">24164 17004 5734,'-11'-9'0,"2"0"0,4-1 0,5 0 0,0-3 0,7-7 0,-3 10 0,4-6 0,-2 4 0,-1 4 0,1-3 0,1 1 0,0 2 0,2-1 0,3 0 0,-2 2 0,2-2 0,5-3 0,-7 6 0,5-5 0,-5 7 0,-3 2 0,2 1 0,-2 4 0,-1 0 0,0 4 0,-1-2 0,1 7 0,-1-2 0,2 5 0,4 10 0,-4-7-231,4 10 231,-4-11 0,0 1 0,1 0 0,-1 0 0,12 20 0,0-11 0,2 7 0,-1-18 0,-12-14 0,7-4 0,-6-4 0,6-13 0,-5 5 0,2-8 0,0-15 0,-6 2 0,1-8 0,-6 3-275,-3 19 275,0-5 0,-1 11 0,-1-2 0,0 6 0,-1-4 0,2 8 0,-1-1 0,1 4 506,-1 0-506,3 2 0,-2-1 0,2 2 0,-3-1 0,-1 1 0,-1-3 0,0 1 0</inkml:trace>
  <inkml:trace contextRef="#ctx0" brushRef="#br0" timeOffset="284872">12956 14152 5734,'-5'-2'0,"1"0"0,2 0 0,-1 1 0,-2 0 0,-4-1 0,2 0 0,-5-1 0,3 0 0,-1 0 0,-23-8 0,12 4 0,-19-7 0,8 4 0,6 2-817,-11-3 817,9 3 0,-14-2 0,8 1 0,4 2 0,-1 0 0,-5-1-575,12 2 0,0 1 575,-11-3 0,0 2 0,-1-1 0,0 1 0,-2-1 0,-1 2 0,-1-1 0,-1 2 0,1 0 0,10 2 0,0 1 0,-14 0 0,6 2 0,1-1 0,-5 2 0,16-1 0,-1 0 0,-19-1 0,11 1 0,-9-2 0,4 0 0,1-2 0,11 1 0,1 0 0,-8-2-443,-1 0 443,18 2 0,1 1 599,-1 0-599,-1 1 0,-1 1 0,0 1 0,0-1 0,-9 4 0,8-3 1172,-8 3-1172,-12 2 0,16-2 0,-16 3 0,16-3 0,5 0 319,-5 1-319,7-1 0,2 1 0,-1-1 0,-6 5 0,7-2 0,-5 3 0,7-2 0,-4 4 0,4-3 0,-4 4 0,6-3 0,-2 0 94,1 0-94,-7 5 0,5-3 0,-4 4 0,0-1 0,5-3 0,-8 10 0,4-4 0,-4 8 0,6-6-33,2 0 33,5-7 0,-3 7 0,4-6 0,-2 4 0,3-6 0,1 0 0,0-1 0,1 1 0,0-1 0,-1 1 0,-6 17 0,4-12 0,-4 13 0,9-16 0,0 0 259,1 0-259,-1 0 0,1 1 0,0 0 0,-1 1 0,2-2 0,-1 7 0,1-5 0,0 3 0,2 0 0,0-4 0,1 4 0,0-5 0,1 7 0,1-4 0,0 6 0,0-6 0,0-1 0,0 1 0,2 1 0,0 0 0,0-1 0,1 0 0,5 6 0,-2-6 0,2 6 0,-3-10 0,0 1 0,7 11 0,6 7 0,-4-3-483,1-1 483,-10-16-155,4 5 155,-4-3 0,5 4 0,-5-5 0,5 4 0,11 10 0,-9-8-263,7 4 263,-13-16 0,-1 0 462,1 0-462,-1-1 158,7 4-158,-4-4 0,6 3 0,-4-4 0,7 3 0,-5-2 0,13 4 0,-12-4 0,6 1 0,-6-2 0,1-1 0,1 0 0,1 0 281,2 0-281,11 1 0,-7-1-604,9 1 604,-10-3 0,-1 0 0,-1 0 0,2-1 0,-2 1 0,1 0 0,-1-2 0,2 2 0,17-1 0,3 0 0,-2 0-856,3 0 1,-1-1 855,-13-1 0,0-1-672,0-1 672,1 0 0,14-3 0,-10 2-821,11-3 821,-16 1 0,14-2 0,-11 2 0,10-3 0,-11 1 0,0 0 0,5-3-258,-4 2 1,-2 1 257,-5-1 0,0 0 603,10-2-603,-9 1 0,8-2 0,-12 4 0,12-5 0,-8 3 0,10-4 0,-12 4 0,0 0 525,0 0-525,0-1 0,-1-1 392,-1 0-392,1 0 0,-1-1 0,-1 1 0,0-1 0,-2 1 1155,-1 0-1155,5-4 0,-7 4 0,3-3 0,-8 3 0,-1 0 888,0 0-888,-1-2 0,0 1 0,-2-2 107,10-15-107,-8 4 0,1-1 0,-2 5 0,-1-1-13,4-12 0,-2 1 13,-3 2-814,1-9 814,-4 11 0,-2 2 0,-1 0 0,-4-11 0,-3 15 0,-2-2 0,-1-1 0,-2 1-119,0 1 1,-2 1 118,-3 1 0,-1 2 0,-5-3 0,-8-7 0,-3 1 0,7 8-181,-8-5 181,10 9 0,0 0 772,-1 2-772,-11-4 0,7 5-739,-9-3 739,9 7 0,-1 2 0,-2 1 0,-2 2 0,2 0 0,-1 0 0</inkml:trace>
  <inkml:trace contextRef="#ctx0" brushRef="#br0" timeOffset="286492">11837 15468 5734,'2'4'0,"-1"-1"0,-1-1 0,2-1 0,-2 1 0,1 0 0,1 2 0,1 1 0,0 4 0,2 0 0,-1 4 0,1 1 0,1 4 0,1 2 0,1 20 0,0 4 0,0 3-338,-3-16 1,1 3 0,-1-2 337,-3 1 0,-1-3-811,1-5 1,0 0 810,-1 8 0,-1 2 0,2 0 0,-1 0 0,0-9 0,-1 1 0,1 7 0,0 0 0,-1 9 0,0-16 0,0 2 0,0 8 0,0 0 0,0-11 0,0 0 0,0 4 0,0-4 0,0-7 0,0-6 833,0 0-833,0-6 1800,0-2-1800,0-1 0,0-1 0,0-1 0,0 0 0,2-7 0,-4 2 0,1-8 0,-3 1 0,-1-1 0,-1-2 0,0-2 0</inkml:trace>
  <inkml:trace contextRef="#ctx0" brushRef="#br0" timeOffset="286836">12058 15560 5734,'6'20'0,"-1"0"0,2 11 0,-3-4-664,3 13 664,-5-14 0,0 1-1793,2 17 1793,-2-16 0,0 6 0,0 3 0,1 7 0,-1 1 0,0-6-1096,1-1 1,0 1 1095,-1 0 0,1 7 0,-1-2 0,1-9 0,2 9-190,0-5 190,1 9 0,-1-16 0,0 5 0,-1-18 0,0-4 184,-1-3-184,-1-4 1051,-1-1-1051,-3-2 814,-11-6 0,4-2 0,-8-4 0</inkml:trace>
  <inkml:trace contextRef="#ctx0" brushRef="#br0" timeOffset="287219">11812 16213 5734,'5'10'0,"-1"-1"0,13 15 0,-7-8 0,10 13 0,-2 0 0,-3-4 0,2 2 0,4 6 0,0 0 0,-4-6 0,-1-1 0,2 0 0,-4-4 0,-7-13 0,3 1 0,2-14 0,-2-1 0,20-21 0,-14 9 0,4-4 0,0 0 0,-2 3 0,11-10 0,-9 9 0,-4 6 0,4-1 0,-1 0 0,-6 5 0,14-9 0,-28 18 0,0 0 0,-3 1 0</inkml:trace>
  <inkml:trace contextRef="#ctx0" brushRef="#br0" timeOffset="300698">9315 16833 24575,'-16'0'0,"2"0"0,28 14 0,-11 2 0,10 14 0,-13 0 0,0 0-477,0 14 477,0-11 0,0 23 0,0-22-1260,0 22 1260,14-9 0,-11-1 0,10 11 0,-13-10 0,0-1 0,14 11 0,-11-24-275,10 10 275,-13-13 0,0 0 0,0 0 0,14 0 0,-11-13 0,10 9 440,-13-22-440,0 9 1271,0-13-1271,0 0 301,0-13-301,-13 9 0,10-22 0,-11 9 0,1-26 0,-4-4 0</inkml:trace>
  <inkml:trace contextRef="#ctx0" brushRef="#br0" timeOffset="300965">9375 16684 24575,'44'0'0,"-11"0"0,23 0-2396,-22 13 2396,22-10 0,-23 24 0,24-24 0,-24 24 0,11-10 0,-14 13 0,-14 13 0,11-10 0,-24 24 0,10-11 0,-13 1 0,0 9 0,0-9-1464,-13 13 1464,-3 0 0,-14 0 0,0-14 0,0 11 0,0-10 0,-14-1 0,11-3 0,-10 1 0,13-11 891,0-3-891,0-4 0,13-9 0,-9 0 0,22-4 1124,-22-13-1124,23 0 1845,-11 0-1845,1 0 0,10-13 0,-11-4 0</inkml:trace>
  <inkml:trace contextRef="#ctx0" brushRef="#br0" timeOffset="301168">9974 17283 24575,'0'60'0,"14"-14"0,-11 11 0,10-11 0,-13 1-2937,0 10 2937,0-11 0,0 1 0,0 9 55,0-22-55,0 9 468,0-13-468,0 0 0,0 0 0,0-14 0,0-2 0</inkml:trace>
  <inkml:trace contextRef="#ctx0" brushRef="#br0" timeOffset="301759">10304 17343 24575,'-14'16'0,"11"11"0,-23-10 0,9 13 0,0 0 0,-9-1-1219,22 15 1219,-9-11 0,13 24 0,0-24 0,0 10 0,13 0 0,-9-9 0,22 9 0,-22-13 0,22 0 398,-22-14-398,22 11 202,-9-24-202,13-3 0,-14-3 0,11-24 619,-10 24-619,-1-23 0,11-4 0,-24-4 0,11-9 0,-14 13-509,0-13 509,0 10 0,0-11 0,0 28 0,0-11 0,0 10 0,13 1 0,-10 2 0,10 14 509,-13 14-509,0 2 0,0 14 0,0 0 0,14 14-1548,-11 2 1548,10 14 0,-13 0 0,14 0 0,-11 0-2224,10 13 2224,-13-10 0,0 10 0,0-13-1214,0-13 1214,0 9 0,0-22 0,-13 22-588,10-22 588,-11 9 1219,14-26-1219,-13 9 2146,10-23-2146,-24 11 1432,24-1-1432,-24-10 777,11 11-777,-1-28 0,-10 11 0,11-24 0,-14 11 0</inkml:trace>
  <inkml:trace contextRef="#ctx0" brushRef="#br0" timeOffset="302017">9974 17133 24575,'0'-17'0,"14"4"0,-11 13 0,10 0 0,1-13 0,-11 9 0,24-22 0,-24 22 0,10-22 0,-13 9 0</inkml:trace>
  <inkml:trace contextRef="#ctx0" brushRef="#br0" timeOffset="302413">10813 17373 24575,'0'16'0,"0"11"0,0-10 0,0 13 0,0-1 0,0 1 0,0 0 0,0 0 0,0 0 0,0 0 0,0 0 0,13 0 0,-9 0 0,9 0 0,-13-13 0,0 9 0,0-9 0,0 0 0,0-4 0,0-13 0,0 13 0,-13-9 0,9-4 0,-22-4 0,9-9 0</inkml:trace>
  <inkml:trace contextRef="#ctx0" brushRef="#br0" timeOffset="302573">10573 16923 24575,'0'-16'0,"0"2"0,14 14 0,-11 0 0,24 0 0,-11 0 0</inkml:trace>
  <inkml:trace contextRef="#ctx0" brushRef="#br0" timeOffset="302855">11113 16714 24575,'0'16'0,"0"11"0,0-10 0,0 13 0,0 13 0,0-10 0,0 24-2314,0-11 2314,13 14-1674,-10 13 1674,10-9 0,1 9 0,-11-13 0,10 0-1653,1 0 1653,-11-1 0,10 1-1040,-13-13 1040,0 10 0,0-24 1299,0 10-1299,0-13 2038,0-13-2038,0-4 1909,0-13-1909,0 0 0,0 0 0</inkml:trace>
  <inkml:trace contextRef="#ctx0" brushRef="#br0" timeOffset="303526">11053 17283 24575,'16'0'0,"11"0"0,-10 0 0,12 0 0,1 0 0,14 0 0,-11 0 0,10 0 0,-13 0 0,0 0 0,0 0 0,0 0 0,0 0 0,0 0 0,-13 0 0,9 0 0,-22 0 0,9 0 0,0 0 0,-10 0 0,11 13 0,-14-10 0,0 11 0,-14-14 0,11 0 0,-10 13 0,13-10 0,-13 24 0,9-10 0,-22-1 0,22 11 0,-22-10 0,22 13 0,-22-1 0,22 1 0,-9 0 0,0 0 0,9 0 0,-9 0 0,13-13 0,0 9 0,0-9 0,0 0 0,0 9 0,0-22 0,0 9 0,0 0 0,0-9 0,0 9 0,0-13 0,13-13 0,-9 9 0,9-22 0,0 22 0,-9-22 0,9 9 0,0-13 0,-9-13 0,9 10 0,-13-11 0,13 14 0,-9 14 0,9-11 0,-13 11 0,13-1 0,-9 4 0,9 13 0,-13 0 0,13 0 0,-10 13 0,11 4 0,-1 12 0,-10-12 0,11 10 0,-1-11 0,-10 14 0,24-13 0,-24 10 0,24-11 0,-24 1 0,11-4 0,-1-13 0,-10 13 0,24-22 0,-24 18 0,11-22 0,-1 0 0,-10-4 0,24-13 0,-24 0 0,10 0-575,-13-13 575,14 10-1276,-11-24 1276,10 11 0,-13-14-1813,0 0 1813,0 0 0,0 0 0,0 0-1182,0 14 1182,0-11 273,0 24-273,0 3 1089,0 3-1089,0 10 1833,0 1-1833,-13 2 1423,10 28-1423,-24-11 0,24 24 0,-24 3 0,24 3-1133,-24 24 1133,24-11-1703,-10 14 1703,-1 0 0,11 13 0,-10-10-1933,13 11 1933,13-14 0,-10-1-1188,24-12 1188,-24 10 0,24-24 391,-11 10-391,14-13 0,0 0 0,0-13 0,0-4 0</inkml:trace>
  <inkml:trace contextRef="#ctx0" brushRef="#br0" timeOffset="303979">12610 16564 24575,'0'30'0,"0"0"0,0 0-2032,13 13 2032,-9 4-1509,9 13 1509,-13-1-1297,0 15 1297,13-11 0,-9 10 0,9 0 0,0-9 0,-9 9 0,9-13-1191,0-14 1191,-9 11 201,9-24-201,-13 10 1175,0-13-1175,13 0 2146,-9-13-2146,9 10 1481,-13-24-1481,0 10 762,-13-13-762,9 0 66,-22-13 0,22-4 0,-9-13 0</inkml:trace>
  <inkml:trace contextRef="#ctx0" brushRef="#br0" timeOffset="304207">12311 16744 24575,'46'0'0,"11"-14"0,-24 11-3372,24-10 3372,3 13-1543,3-14 1543,10 11 0,0-10 0,-10 13 0,11-14 0,-14 11 0,-14-10 713,11 13-713,-37 0 0,20 0 0,-24 0 0,-12 0 0,-8 0 0</inkml:trace>
  <inkml:trace contextRef="#ctx0" brushRef="#br0" timeOffset="304411">12640 17253 24575,'30'0'0,"0"-13"0,0 9 0,0-9 0,0 13 0,0-13 0,0 9 0,-14-9 0,11 13 0,-10-13 0,13 9 0,0-9 0</inkml:trace>
  <inkml:trace contextRef="#ctx0" brushRef="#br0" timeOffset="304640">13179 17223 24575,'-13'46'0,"10"-2"0,-11-14-1010,14 13 1010,0-10 0,0 11 0,0-15 0,0 1 313,0 0-313,0 0 0,0 0 172,0 0-172,0-13 0,0-4 0,0 0 0,0-9 0,0 9 0</inkml:trace>
  <inkml:trace contextRef="#ctx0" brushRef="#br0" timeOffset="304818">13029 16804 24575,'17'-17'0,"-4"4"0,1 13 0,2 0 0,1 0 0,10 0 0,-11 0 0,14 0 0</inkml:trace>
  <inkml:trace contextRef="#ctx0" brushRef="#br0" timeOffset="305107">13599 16624 24575,'-17'16'0,"4"11"0,13-10 0,0 26-2840,-14 4 2840,11 12-1409,-10 1 1409,13 0-1413,0 14 1413,0 2 0,0 1 0,0-34 0,0 0 0,0 20 0,0-19 0,0-1 0,0 20-1638,0 10 1638,0-13-18,0 0 18,0-13 980,0-4-980,0-13 0,0 0 2275,0-13-2275,0-4 510,0-13 0,0 0 1,0 0-1</inkml:trace>
  <inkml:trace contextRef="#ctx0" brushRef="#br0" timeOffset="305341">13868 16983 24575,'-8'55'0,"0"0"0,-1-3 0,4-4 0,19 12-3754,-11 0 3754,10 0 0,-13 0 0,0-1-576,0-12 576,13 10 344,-9-24-344,9 10 0,-13-26 0,0 9 1757,0-22-1757,0 22 364,0-22 1,-13 9 0,-4-13 0</inkml:trace>
  <inkml:trace contextRef="#ctx0" brushRef="#br0" timeOffset="305483">13898 17373 24575,'30'-17'0,"0"4"0,0 13 0,0 0 0</inkml:trace>
  <inkml:trace contextRef="#ctx0" brushRef="#br0" timeOffset="306068">14347 17642 24575,'17'-33'0,"-4"-7"0,-13 23 0,0-13 0,0 14 0,0-11 0,0 11 0,-13-1 0,10-10 0,-11 11 0,1-1 0,10-10 0,-24 24 0,24-10 0,-24 13 0,24 0 0,-24 13 0,24-10 0,-24 24 0,24-24 0,-24 24 0,24-10 0,-10 13 0,13-1 0,0 1 0,0 0-581,13 14 581,-10-11 0,24 10 0,-24-13 0,24-13 0,-10 23 0,13-34 0,-1 34 0,-12-36 0,10 9 0,-11-26 581,14 9-581,-13-22 0,10 9 0,-24 0 0,24-9 0,-24 9 0,23-13 0,-22-13-628,9 10 628,0-11 0,-9 28 0,9-11 0,-13 10 0,0 1 0,0-11 0,0 24 628,0-10-628,0 26 0,0-10 0,0 24 0,0-11 0,0 14 0,0 0 0,0 0 0,0 0 0,13 0 0,-9 0 0,9 0 0,-13-13 0,0 9 0,0-22 0,0 9 0,0-13 0,0 0 0,0-13 0,-13-4 0,9 0 0,-9-9 0,0 9 0,9-13 0,-9 0 0,13 0 0,0 0 0,13 0 0,-9 0 0,22 1 0,-22-1 0,9 0 0,0 13 0,4-10 0,0 24 0,9-10 0,-9-1 0,13 11 0,0-10 0,-14 13 0,11 0 0,-24 13 0,11-10 0,-14 11 0,0-14 0</inkml:trace>
  <inkml:trace contextRef="#ctx0" brushRef="#br0" timeOffset="328681">888 15923 5734,'4'0'0,"0"0"0,-1 0 0,-1 0 0,0 0 0,-1 0 0,8-3 0,-2 2 0,7-3 0,-4 1 0,-1 1 0,2-1 0,7 0 0,-4 1 0,7-1 0,-5 2 0,10-2 0,-2 2 0,1-1 0,11-1-498,-10 1 1,-1 1 497,-1-1-672,11-2 672,-9 2 0,17-2 0,-18 4 0,5-1 0,-11 1-43,-1 0 43,-1 0 0,-2 0 0,-1 0 918,2 1-918,-5 1 741,1-1-741,-6 1 51,1 2-51,-2-2 0,2 1 0,-3-2 0,0 1 0,-1 0 0,2 0 0,-2 1 0,1-1 0,-3-1 0,1 0 0,-1 0 0,0-1 0,1 1 0,-1-1 0,0-2 0,0 1 0,-2-2 0,3 3 0,-2-1 0,3-3 0,-3 0 0,2-2 0,-1 1 0,0 2 0,0-1 0,-1 2 0,0 0 0,0 0 0,0 1 0,1 0 0,0 4 0,1-2 0,2 5 0,-1-4 0,2 2 0,-1 0 0,3 4 0,-1 0 0,3 4 0,8 17 0,-2 4 0,4 5 0,-3 2-499,-10-22 499,2 4 0,-3-9 0,0 1 0,-2-4 0,0 0 0,-1-5 0,0-1 0,-1-3 499,1 1-499,-2-7 0,1-6 0,0-1 0,1-5 0,-1 3 0,1-12 0,-1 5 0,1-9 0,2-2 0,-1 7 0,4-16 0,-4 18-417,1-8 417,-1 12 0,4-9 0,-2 8 0,3-4 0,-4 11 0,2-3 0,-3 7 0,1-2 0,-3 6 0,1-1 417,-2 4-417,1-3 0,0 1 0,0 2 0,0-1 0,0 6 0,1-1 0,2 5 0,2-1 0,1 1 0,-1-1 0,-2 0 0,0-1 0,0 2 0,1-1 0,2 5 0,0-2 0,2 9 0,-1-6 0,0 5 0,-2-3 0,1 1 0,-1 1 0,1 1 0,-1 2 0,4 8 0,-2-6-334,2 6 334,-2-9 0,0-2 0,0-1 0,-1-2 0,1 3 0,-2-6 0,0 2 0,0-1 334,-2-6-334,1 2 0,-3-7 0,-1 0 0,0-2 0,0-3 0,0-2 0,1-3 0,0-1 0,1-25 0,-1 15 0,-1-20 0,2 11 0,-2 6 0,3-10 0,-2 9 0,1 0 0,1-7 0,0-1 0,0 0 0,0 10 0,1-10 0,-2 19 0,-1 5 0,-1 0 0,0 6 0,0-1 0,0 3 0,2-1 0,-1 4 0,1 0 0,1 2 0,1 1 0,1 2 0,5 9 0,-2-1-304,3 8 304,-3-2 0,4 16 0,-3-7 0,3 13 0,-1-1 0,0 0 0,0 1-219,-1-2 1,0-2 218,0-7 0,-4-9 0,2 2 0,-3-12 0,-1 0 0,-1-4 290,1-1-290,-2-4 0,-1-3 0,4-11 451,-2 1-451,2-8 0,0-6 0,-2 5 0,3-10 0,2-20 0,-3 16-131,-1 6 1,0 0 130,1-14-841,0 11 841,1-5-401,0 9 401,-3 8 0,0 0 0,-2 9 229,-1 1-229,0 2 825,-1 2-825,2 3 449,-1 4-449,0 2 0,0 3 0,1 8 0,0-3 0,-1 6 0,1-5 0,1 7 0,-1-6 0,1 3 0,0 5 0,-1-13 0,1 7 0,-2-14 0,1-1 0,-1-1 0,1-1 0,-1-1 0,1-1 0,-1-1 0,0-1 0,0 1 0,4-5 0,-2 3 0,3-4 0,1 2 0,0 1 0,2-2 0,14 0 0,-5 2 0,28-5 0,-16 6-1152,14-4 1152,-7 3 0,-8 0 0,2 0 0,-7 2 0,1 0-697,8-2 0,-1 1 697,14-3 0,0 2 0,-2-1 0,-3 1-882,-1 1 882,-5-1 0,-2 2-410,-4 0 410,-4 0 812,-4 1-812,2 0 0,-8 1 1307,0 0-1307,-6 0 1103,-3 1-1103,-1 0 616,-1 0-616,-2 0 0,0 1 0,-1-1 0,-2 3 0,-1-1 0,0 1 0,0 0 0,0 3 0,0 14 0,-1 1 0,0 6 0,1-4 0,0 4-526,0-5 526,1 8 0,1-9 0,0 1 0,0 0 0,1 12 0,0-6 0,2 7 0,3 10 0,-3-16-568,4 13 568,-3-22 119,2 7-119,-1-6 0,2 10 0,-3-14 0,2 4-92,-2-1 92,-1-6 0,2 9 0,-2-11 570,-1 5-570,1-7 395,-2 1-395,0-3 102,0-1-102,0-1 0,1-1 0,-2-1 0,1 0 0,-1-2 0,0-1 0,0-4 0,1 1 0,-1-3 0,0 5 0,-1-1 0,0 0 0,0-1 0,-1 0 0,-4 0 0,2 0 0,-5-1 0,-4 0 0,1 1 0,-23-1 0,13 2 0,-24 0-950,20 1 950,-9 0 0,9 0-525,-1 1 525,1 0 0,-2 1 0,0-1 0,1 0 0,-11 1 0,9 0 0,-16 1 0,4 4 0,12-4 0,-1 3 0,22-5 0,2 0 0,1 0 0,2-1 896,0 1-896,1-1 579,1 0-579,0 0 0,-1 1 0,7 1 0,-2-1 0,6 1 0,-1-1 0,1 0 0,2 0 0,8 0 0,-1 0 0,6 0 0,-3-2 0,15-1 0,-5-1-1092,13-2 1092,-9-1 0,2 0 0,2-1-1276,2 0 1276,1 0 0,-9 2 0,6 0 0,-4 1 0,-4 0 0,1 0-590,4 0 1,4-1-1,-6 2 590,-8 0 0,-3 1 0,25-1-897,-3 0 897,-2 0 0,-3 1 0,-16 1 0,0 1 0,10-1 223,6 0-223,-19 2 779,3 0-779,-9 1 1799,2 0-1799,-8 4 1379,-8 3-1379,1 1 689,-9 1-689,1-5 165,-7 5-165,-1-4 0,-6 5 0,1-5 0,-3 0 0,-1 0 0</inkml:trace>
  <inkml:trace contextRef="#ctx0" brushRef="#br0" timeOffset="329193">2809 16745 5734,'-6'3'0,"1"-1"0,3-2 0,2 1 0,16 1 0,-1-1 0,30 2 0,-14-3-867,0-1 1,2 0 866,10-1 0,-13 1 0,1 0 0,15-2 0,-11 2 0,1 0 0,-7 0 0,-1 0-852,11 0 1,-1 1 851,-11-1 0,1 0 0,12 0 0,-1 0 0,-9 1 0,1 0 0,5-1 0,4 1 0,-4 0 0,-10 0 0,0 0 0,12 0 0,-2 0-387,-8 0 387,-3 0-88,-1 0 88,-9 0 1289,-1 0-1289,-12 1 1907,-4 0-1907,-5 1 573,-5-1-573,-4 2 0,-3 0 0,-1 1 0,0 0 0</inkml:trace>
  <inkml:trace contextRef="#ctx0" brushRef="#br0" timeOffset="330534">3357 16709 5734,'5'4'0,"-1"0"0,-1 8 0,-1-2 0,0 4 0,-1 2 0,2 1 0,1 14 0,-2-5-972,3 13 972,-2-6 0,0-7 0,1 4-1024,0 5 1,0 6 0,0-3 1023,1 4 0,-2 1 0,1-7 0,-1 5 0,1-1 0,-2-6-445,1 1 1,-2-1 444,2 10 0,0 1 0,0-2 0,0-2 0,0-9 0,0-2-402,1 10 1,0-2 401,-1-13 0,1-2 0,2 22 0,1-4 0,0-4 1216,-1-4-1216,0-5 958,-2-5-958,0-4 0,-1-5 1499,-1-2-1499,0-4 1248,-2 0-1248,1-3 813,-1 1-813,0-2 0,0 3 0,0-4 0,0 2 0,0-3 0,0-1 0,-1 0 0,-1-1 0,1-1 0,-1 0 0,0 1 0,2-1 0,0-1 0,1 0 0,-1 0 0,0 0 0,0 1 0,0-2 0,0 1 0,0 0 0,0 0 0,0 0 0,0 1 0,-2 0 0,2 0 0,-2 0 0,1 1 0,-1 0 0,1-1 0,-1 0 0,-1 0 0,-2 0 0,-1-1 0,-2 1 0,-2-1 0,-4 2 0,-4-1 0,-5 2 0,-5 0 0,-6 1-681,-6 2 681,-6 1 0,22-2 0,-4 0 0,-10 2 0,-6 0 0,3 0-1014,-1 0 0,-1 0 1014,-2 1 0,-3-1 0,3 0-1038,3 0 0,3-2 1038,-2 2 0,0-2 0,-1 1 0,1-1 0,-1 1 0,0-1 0,1-1 0,-1 1 0,1 0 0,-2-1-317,4 1 1,-3 0 0,2 1 316,-6-1 0,-2 2 0,13-2 0,-5 2 0,-1 0 0,1-1 0,4 1 0,2-1 0,4 0 0,-3 0 0,-3 1 0,-3 0 0,0 0 0,5 0 0,-3 1 0,4-1 0,-1-1 0,0 1 0,3-1 0,-1 1 0,-10 0 0,1 1 0,10-3 0,2 1 0,-8 0 0,1 1 0,5-2 0,2-1 0,-13 2 14,17-2 1,1 0-15,-13 0 0,13 0 0,-4-1 0,15 0 2246,2-1-2246,2 0 1639,1-1-1639,3 0 1600,0 0-1600,2 0 220,1 0-220,0 0 0,-1 1 0,2 0 0,-1 0 0,1 1 0,-1 0 0,0 1 0,-2 0 0,1-1 0,-1 1 0,1-1 0,0 1 0,-1-1 0,-1 0 0,0 1 0,0 0 0,2 0 0,-1 1 0,1-1 0,-3-4 0,-1-2 0,3-7 0,0-3 0</inkml:trace>
  <inkml:trace contextRef="#ctx0" brushRef="#br0" timeOffset="333872">1521 16379 5734,'1'12'0,"2"10"0,1-5 0,2 9 0,1 1 0,-2-6 0,2 6 0,-4-12 0,0 4 0,-1-7 0,-4 5 0,-1-13 0,-7-3 0,2-8 0,-2-6 0,2-1 0,-1-14 0,2 4 0,0-10 0,3-6-1015,5 9 1015,0-10 0,4 14-617,8-6 617,-2 10 0,7-2-220,-4 13 220,2 3 0,2 4 0,0 2 0,0 5 0,8 8 0,-8 1 0,5 8 0,-10-1 0,1 24 0,-14-16 0,-3 1 0,2-1 0,-1 0-22,-7 1 1,-3-4 21,-5 2 0,-2-2 0,-12 5 0,6-10 0,-18 4 0,20-15 320,-8-4-320,12-7 0,1-5 0,2-4 0,-1-17 0,6 5-404,2-12 404,6 11 0,8-8 0,1 10 0,5-3 0,3 13 0,12 5 0,-1 7 0,-2 5 0,2 3-36,6 7 36,11 8 0,-12-1 0,-1 1 0,-1 1 0,-1 0 0,-1-1 0,8 7 0,-9-7 0,12 9-350,-18-15 350,3 2 600,-11-8-600,-3-2 0,-3-1 0,-1-1 0,0-1 0,0-1 0</inkml:trace>
  <inkml:trace contextRef="#ctx0" brushRef="#br0" timeOffset="334505">1445 16296 5734,'6'14'0,"6"26"0,-4-13 0,0 2 0,1 6 0,0 1-524,0-5 0,-2-1 524,0 1 0,-1-3 0,0 5 0,-1-5 0,0-1 0,0 3 0,1 7 0,-4-13 337,2 6-337,0 6 0,0-11 173,-1 0-173,-1-20 0,-1-3 0,-1-1 538,0-7-538,-1-1 0,0-5 0,2 0 0</inkml:trace>
  <inkml:trace contextRef="#ctx0" brushRef="#br0" timeOffset="335050">2403 16831 5734,'-4'-4'0,"-4"1"0,0 2 0,-4 0 0,-11 10 0,-1 4 0,-2 0-205,-1 2 1,1 2 204,-4 12-963,9-5 963,-4 8 0,11-8-449,4 0 449,3 0 0,6 9 0,4-9 0,7 5 0,13-8 0,0-6-690,12-2 690,-4-8 0,2-4 0,1-3 0,13-4 0,-12-1 0,10-4 0</inkml:trace>
  <inkml:trace contextRef="#ctx0" brushRef="#br0" timeOffset="337305">4374 15389 5734,'5'18'0,"-1"-4"0,-1 17 0,-2 4 0,-1-3-1273,0 2 1,0 0 1272,-4-3 0,1 1 0,0-7 0,0 0 0,-1 14 0,1-14 0,0 0 0,-1 9-446,1 10 446,1-12 0,0 5 654,3-16-654,1 7 0,0-12 0,1 5 0,0-13 0,1-2 1213,5 2-1213,-1-2 1124,5 0-1124,-2-3 0,9 1 0,-3-2 0,7-1 0,-5-1 0,13-3 0,-7 1 0,9-3 0,0-1 0,-9 1-423,6-3 423,-12 3-81,3-1 81,-7 2 0,1 0 0,-8 2 0,-1-1 0,-3 3 419,1-2-419,-4 2 85,0-2-85,-12 1 0,5-2 0,-9 0 0</inkml:trace>
  <inkml:trace contextRef="#ctx0" brushRef="#br0" timeOffset="337584">4938 15542 5734,'2'12'0,"-1"2"0,3 12 0,-1-2 0,1 10 0,0 9-2605,-2-7 2605,0-12 0,0 0 0,0 3 0,0 0 0,2 15 0,-1-8 0,1 3 0,-1-2 0,-1-1 0,1-5 0,-1-2 0,0 3 0,0-3 0,-2 3 595,0-11-595,-2 1 462,-1-13-462,-6-3 0,1-7 0,-4-2 0</inkml:trace>
  <inkml:trace contextRef="#ctx0" brushRef="#br0" timeOffset="337844">4848 15430 5734,'31'13'0,"6"8"0,-17-6 0,6 6 0,-6 5 0,-6-5 0,4 15 0,-15-12 0,-3 1 0,2 10 0,-4-11 0,-3 0 0,-10 6-727,2-7 727,-5 6 0,4-10-481,-5 4 481,3-7 0,-5 3-69,-3-5 0,10-9 0,-6 2 0</inkml:trace>
  <inkml:trace contextRef="#ctx0" brushRef="#br0" timeOffset="338113">5198 15615 5734,'7'-4'0,"0"1"0,-3 3 0,2 3 0,0 11 0,-3 8 0,1 5-651,-4 4 651,-2-5 0,-1 2 0,1 2 0,-2 15 0,1-10-978,-1 9 978,3-13 0,-2 10 0,3-11 0,-2 14 0,2-15 0,0-6 0,0-6 0,-1-14 584,-1-3-584,-2-3 261,-1-2 0,-2-5 0,1-2 1</inkml:trace>
  <inkml:trace contextRef="#ctx0" brushRef="#br0" timeOffset="338339">5128 15614 5734,'27'5'0,"0"0"0,-2-1 0,-1 0 0,10-2 0,-6-2 0,0 0 0,1-1 0,-1-1 0,15-2 0,-18 2 0,-9 0 0,1-1 0,-13 1 0,-5 0 0,-7 3 0,-3-1 0,-2 0 0</inkml:trace>
  <inkml:trace contextRef="#ctx0" brushRef="#br0" timeOffset="338501">5250 15823 5734,'27'0'0,"-7"1"0,24-5 0,-18 1 0,9-1 0,-6 0 0,-10 1 0,1 0 0,-12 1 0</inkml:trace>
  <inkml:trace contextRef="#ctx0" brushRef="#br0" timeOffset="340053">3202 15786 5734,'-5'5'0,"2"-2"0,2 0 0,3-2 0,0-1 0,5 0 0,0 0 0,6 1 0,1-1 0,12-1 0,5 0 0,4-2 0,5 0 0,2 0-1049,-1-1 1,0 1 1048,-5 0 0,-3 0 0,1 1-625,-2-1 625,-3 2 0,-3-1-350,4 1 350,-10 1 0,2-1 0,-11 1 1846,1 0-1846,-4 0 750,0 0-750,-4 0 476,0 0-476,-2 0 0,1 0 0,-2-1 0,-6 1 0,2-1 0,-4 0 0,4 0 0</inkml:trace>
  <inkml:trace contextRef="#ctx0" brushRef="#br0" timeOffset="341194">3434 17936 5734,'9'0'0,"5"0"0,0 0 0,5 1 0,-3 0 0,2 0 0,1 0 0,1 1 0,2 1 0,2-1 0,0 1 0,1-1 0,11 1 0,-10-1 0,20-1 0,-13-2 0,-1-1 0,-7-1 0,-10 1 0,-4 0 0,0 0 0,-1 0 0,-4 1 0,1 0 0,-4 1 0,0 0 0,0 0 0,-1 0 0,-1 0 0,1 0 0,-1 0 0,1 0 0,-1-1 0,0 0 0</inkml:trace>
  <inkml:trace contextRef="#ctx0" brushRef="#br0" timeOffset="341701">4016 17903 5734,'-1'11'0,"0"3"0,-2-6 0,-1 5 0,-3 2 0,2-3 0,-4 4 0,1-1 0,2-4 0,0 0 0,3-6 0,1-1 0,-1-2 0,-1 0 0,0-2 0,-2-2 0,1-2 0,-1-2 0,0-11 0,3 3 0,4-10 0,3-2 0,1 1-580,7-20 580,-4 27 0,-1 2 0,2 2 0,-2 4 0,1 1 0,3 5 0,0 11 580,-1 0-580,-3 10 0,-5-5 0,-3 2 0,-1 0 0,-2-1 0,0 3 0,0-6 0,0 1 0,2-5 0,0-2 0,1-2 0,-1-7 0,0 0 0,-2-6 0,1 2 0</inkml:trace>
  <inkml:trace contextRef="#ctx0" brushRef="#br0" timeOffset="342389">3702 15784 5734,'5'13'0,"-1"-3"0,2 4 0,4 5 0,-3-9 0,28 8 0,-20-16 0,19-2 0,-21-8 0,3-9 0,-4 2 0,1-6 0,-7-3 0,-4 5 0,0-6 0,-8 4 0,-9-1 0,4 7 0,-7 3 0,-5 22 0,6-2-59,-8 9 1,12-4-1,1-1 1</inkml:trace>
  <inkml:trace contextRef="#ctx0" brushRef="#br0" timeOffset="343858">4223 16151 5734,'0'12'0,"0"0"0,0 0 0,1 2 0,0 2 0,3 27 0,-3-13 0,1 2 0,1 7 0,-1-3-1379,-1 1 0,1-1 1379,-1-2 0,1 1 0,0-2 0,-1 3 0,0-4-446,2 15 446,-1-13 0,-1 0 0,1-8 0,-1 0-543,1 7 0,0 0 543,0 11 0,1-14 0,-1-1 0,2 16 0,-1-17 0,-1 0 0,2 8-536,0-1 536,-1-3 0,1-2 1618,0-3-1618,0-4 445,0-3-445,0-2 0,-1-4 1365,0-1-1365,-1-2 876,0-3-876,-2-2 522,0-1-522,1-2 0,-1 0 0,0-1 0,0 0 0,1-1 0,-1 0 0,1 1 0,1-4 0,-4-1 0,2-4 0,-4 1 0,1-1 0,1-1 0,-1 1 0,1 0 0,-1 0 0,0 1 0,-1-3 0,1 4 0,0-3 0,-1 4 0,2 0 0,-2 1 0,1-1 0,0 2 0,0-2 0,0 2 0,-4-6 0,3 4 0,-5-4 0,5 4 0,-1 0 0,-1 1 0,0-2 0,-4-2 0,2 1 0,-6-5 0,6 4 0,-3-2 0,2 1 0,3 4 0,0-2 0,3 5 0,1 0 0,0 2 0,1 0 0,2 8 0,0-1 0,1 6 0,1-1 0,2 2 0,0 2 0,1 1 0,0 0 0,1-1 0,2 0 0,-1-2 0,1-2 0,-1 0 0,-1-2 0,-1-2 0,-2-2 0,0-1 0,-1-3 0,0-1 0,10-31 0,-6 11 0,8-25 0,-7 9-793,-2 7 793,2-7 0,-4 11-319,0-5 319,0 9 0,-2-2 0,0 10 0,-1-1 0,-1 6 0,0-2 766,0 6-766,0 0 346,0-1-346,-2 1 0,-2-2 0,-2 2 0,-1-3 0,0-1 0,0-1 0</inkml:trace>
  <inkml:trace contextRef="#ctx0" brushRef="#br0" timeOffset="344317">4120 16231 5734,'12'-26'0,"-2"2"0,-2 7 0,1 0 0,2-10 0,-1 8 0,0-6 0,-4 11 0,1-1 0,-3 5 0,1-1 0,-3 7 0,3 6 0,-1 3 0,3 7 0,-2 2 0,1 2 0,1 2 0,0 1 0,4 10 0,-4-7-389,2 8 389,-4-10 0,-2 1 0,0-2 0,0 0 0</inkml:trace>
  <inkml:trace contextRef="#ctx0" brushRef="#br0" timeOffset="344894">4469 16653 5734,'4'7'0,"1"10"0,-2-1 0,1 8-733,-2-2 733,2 1 0,-1 2 0,3 13 0,-1-8 0,2 9 0,1-3 0,-1 1 0,0-8 164,0-1-164,-5-21 139,4-2-139,-3-7 0,2-5 0,2-14 0,-1 2-190,4-11 190,-2 6 0,3-15 0,-2 8 0,-2 5 0,0 0 0,1-3 0,1-8 56,-2 13-56,1-6 0,-2 9 0,1-3 0,-4 12 0,1 3 0,-2 1 0,-1 3 0,0 1 564,-2 2-564,-2 3 0,0 2 0,-1 4 0,0 2 0</inkml:trace>
  <inkml:trace contextRef="#ctx0" brushRef="#br0" timeOffset="345181">4734 16930 5734,'3'12'0,"1"8"0,1-4 0,6 15 0,-5-16 0,4 7 0,-3-10 0,1-5 0,2 0 0,5-10 0,-2-4 0,4-5 0,-5-2 0,3-11 0,-5 5-241,0-7 241,-8 9 0,-6-6 0,-3 7 0,-4-2 0,-12 10 0,-5 6 0,-17 10 0,12 0-534,-1 7 534,17-6 0,0 1 0,1-2 0,0-2 0</inkml:trace>
  <inkml:trace contextRef="#ctx0" brushRef="#br0" timeOffset="348376">675 15807 5734,'10'-13'0,"5"-1"0,-4 8 0,3 1 0,2 8 0,-4 2 0,3 6 0,-6 1 0,-1 2 0,-3 3 0,-1 0 0,-2 2 0,-1 0 0,-4 10 0,-1-8-209,-2 6 209,-1-10 0,-4 1 0,1-5 0,-3-1 0,3-7 0,-5-6 0,4-2 0,-3-4 0,4-2 0,-2-8 0,4 2 0,-2-12 0,7 8 0,3-4 0,5-1 0,1 8 0,9-9 0,-5 14 209,7-1-209,-8 10 0,2 5 0,-5 5 0,0 4 0</inkml:trace>
  <inkml:trace contextRef="#ctx0" brushRef="#br0" timeOffset="349166">867 18101 5734,'7'8'0,"-2"1"0,5 13 0,-4-10 0,3 9 0,-6-16 0,1 1 0,-2-4 0,-1 1 0,-1-8 0,-1-2 0,-2-4 0,-3-7 0,1 4 0,-2-5 0,-2 2 0,4 5 0,-2-2 0,3 4 0,2 4 0,1-1 0,3 4 0,2 1 0,1 0 0,2 2 0,2 0 0,0 2 0,2 2 0,-1 2 0,1 1 0,1 9 0,-3 6 0,-1 9 0,-7-6-217,-3 0 217,-4-9 0,-1-2 0,-2-1 0,-1-2 0,-2-2 0,-2-3 0,0-3 217,-1-2-217,-7-7 0,6-1 0,-5-5 0,9 1 0,0 0 0,2 0 0,3 0 0,1-1 0,3 2 0,2-3 0,2 4 0,3 1 0,0 7 0,-2 3 0,-1 0 0,1-1 0,-1-1 0</inkml:trace>
  <inkml:trace contextRef="#ctx0" brushRef="#br0" timeOffset="349695">168 16731 5734,'9'18'0,"0"-1"0,8 12 0,5 12-2990,-4-5 2990,-5-12 0,-2 1 0,6 14 0,-2 1 0,0 1 156,-1 0-156,-1 0 0,-4-8 0,1 0 0,1 5 0,-4-10 0,1-3 0,-3-7 0,0-4 625,1-4-625,-2-7 0,3-5 0,-1-8 0,6-19 0,-3 2 524,4-13-524,-5 6 0,-3 10 0,0-2 0,0 0 0,-1-1 0,0 1 0,0 1 0,0-3 0,-1 2 0,-1-1 220,1-11-220,-2 22 0,0-2 0,-1 10 0,1 2 0,-1 4 1015,1 2-1015,-1 5 0,0 4 0,1 1 0,0 2 0</inkml:trace>
  <inkml:trace contextRef="#ctx0" brushRef="#br0" timeOffset="349941">609 17234 5734,'3'12'0,"2"8"0,-1-4 0,1 8 0,-1 6 0,-2-7 0,1 8 0,-1-4 0,-1-8 0,1 4 0,-1-7 0,-1-7 0,0 1 0,-1-6 0,-2-1 0,0-1 0,-3-4 0,2-5 0,-1-6 0,2-3 0</inkml:trace>
  <inkml:trace contextRef="#ctx0" brushRef="#br0" timeOffset="350077">625 16972 5734,'5'-4'0,"-1"0"0,2 2 0,-2 2 0,1 1 0,-6 1 0,0 1 0,-1 0 0,0 1 0</inkml:trace>
  <inkml:trace contextRef="#ctx0" brushRef="#br0" timeOffset="376599">6438 15338 5734,'15'24'0,"-9"-10"0,10 17 0,-11 6 0,-2-12 0,0 18 0,-2-17 0,-1 0 0,-1 8 0,1-8 0,-1 1 0,1 7 0,-1-2 0,1 1 0,1-3 0,-1-2 0,3-10 0,-1-6 0,0 1 0,2-6 0,-2-1 0,2-1 0,3-1 0,-1-3 0,3 1 0,5-2 0,-2 0 0,4-1 0,-2 0 0,5-1 0,-3 0 0,3 1 0,-4-1 0,-2 1 0,0 0 0,-2 0 0,-1 0 0,-1 0 0,2 0 0,-3 1 0,0 0 0,-4-1 0,1-1 0,-1 2 0,-1-1 0,-3 2 0,-1 0 0</inkml:trace>
  <inkml:trace contextRef="#ctx0" brushRef="#br0" timeOffset="376897">6950 15361 5734,'2'9'0,"3"6"0,-1-1 0,4 24 0,-2-3 0,-3-1 0,1 0-1693,0 9 1693,-2-17 0,0-1 0,1 2-292,1 9 292,0-9 0,0 5 0,0-13 0,1 2 0,-1-7 0,1 1 0,-2-9 299,-1-3 0,-2-4 1,-1-3-1</inkml:trace>
  <inkml:trace contextRef="#ctx0" brushRef="#br0" timeOffset="377174">6874 15279 5734,'15'1'0,"1"0"0,2 1 0,1 1-512,3 0 512,0 3 0,10 6 0,-8 0-538,7 6 538,-12-4 0,8 25 0,-14-16 0,4 19 0,-18-23 0,-3-1 0,-8 9 0,1-6 0,-7 6 0,-3-3 0,4-7 0,-4 3 252,7-10-252,-5-1 0,5-3 0,-2-1 0,7-6 0,2-1 0</inkml:trace>
  <inkml:trace contextRef="#ctx0" brushRef="#br0" timeOffset="377454">7264 15345 5734,'3'17'0,"-1"0"0,2 3 0,-1-1 0,0 7 0,3 17 0,-3-14-733,1-1 1,0 0 732,0 0 0,1 8 345,-1-12-345,-1 10 0,1-10-231,-1 6 231,-2-13 0,1 4 0,-2-8 1091,0 2-1091,-4-8 0,-2-5 0,-4-1 0,1-6 0,-1-1 0</inkml:trace>
  <inkml:trace contextRef="#ctx0" brushRef="#br0" timeOffset="377686">7216 15311 5734,'14'10'0,"9"2"0,-6-5 0,8 1 0,5 0 0,4-3 0,2 0 0,8-3 0,-19-2-322,6 1 322,-14 0 0,2 0 0,-7 0 0,-1 0 0,-8-2 0,-4 0 0,-4 0 0,-3 0 0,-3 0 0</inkml:trace>
  <inkml:trace contextRef="#ctx0" brushRef="#br0" timeOffset="377844">7212 15566 5734,'26'6'0,"-1"0"0,22 3 0,-14-5-1289,-7-1 1289,6 1-40,-2 4 1,-14-2 0,4 3 0</inkml:trace>
  <inkml:trace contextRef="#ctx0" brushRef="#br0" timeOffset="378765">6550 16370 5734,'-2'-3'0,"0"1"0,2 10 0,2 19 0,-1-2-947,1 15 947,-2-13 0,0 1 0,1 2 0,0 14 0,1-11-628,1 11 628,-1-15 0,2 8 0,-1-10 0,2 5-295,-1-7 295,-1-10 0,1 2 0,-1-11 631,-1 0-631,-1-4 222,0-3 1,-1-4-1,0-2 1</inkml:trace>
  <inkml:trace contextRef="#ctx0" brushRef="#br0" timeOffset="378961">6576 16592 5734,'23'0'0,"-1"0"0,-5-1 0,9-1 0,19-1 0,-12 1 0,10-1 0,-21 1 0,-7-1 0,4 1 0,-8 1 0,-4 0 0,1 0 0,-5 1 0,-2 0 0,-1-1 0</inkml:trace>
  <inkml:trace contextRef="#ctx0" brushRef="#br0" timeOffset="379186">6780 16372 5734,'3'11'0,"-1"1"0,3 23 0,-3-9 0,3 17 0,-4-2-2279,0-8 2279,-1 10 0,1 1 0,0-16 0,1-1 0,1 17 0,-1-17 0,1-3 580,1-6-580,0 2 99,0-8 0,-1-5 0,1 0 1</inkml:trace>
  <inkml:trace contextRef="#ctx0" brushRef="#br0" timeOffset="379471">7036 16441 5734,'-1'10'0,"0"18"0,1-8 0,0 14 0,3-1 0,0-6 0,1 8 0,2 1 0,-2-7 0,0 1 0,0 0 0,1 1 0,3 16 0,-3-17-411,0-9 411,0 5 0,-2-13 0,-1-3 0,0-2 0,-2-4 0,0-1 0,-4-6 0,1-1 102,-4-4 1,2-2 0,0-1 0</inkml:trace>
  <inkml:trace contextRef="#ctx0" brushRef="#br0" timeOffset="379704">7033 16339 5734,'36'-3'0,"-16"4"0,15 2 0,-18 6 0,-4 0 0,0 2 0,-8-1 0,-2 8 0,-5-4 0,-3 7 0,-2-5 0,-10 9 0,3-6-518,-6 7 518,4-9 0,-6 5 0,6-7-69,-8 8 0,13-13 0,-3 2 1</inkml:trace>
  <inkml:trace contextRef="#ctx0" brushRef="#br0" timeOffset="380073">7373 16417 5734,'-1'5'0,"0"-2"0,0-1 0,0 0 0,0 1 0,0 0 0,1 2 0,-1 2 0,0 6 0,-1 0 0,1 6 0,-1-3 0,1 13 0,1-5-506,0 9 506,2-9 0,0 1 0,1 1 0,2 7 0,-1 0 0,1 1-431,1-2 0,-2-2 431,-1-12 0,-1-1 0,1 2 0,-2-6 0,0 2 0,-1-9 461,-2-1-461,-1-4 226,-3 0 1,0-4 0,-1 0 0</inkml:trace>
  <inkml:trace contextRef="#ctx0" brushRef="#br0" timeOffset="380351">7303 16443 5734,'4'5'0,"6"0"0,1-2 0,4 0 0,18-1 0,-7-1 0,1 0 0,17 0-541,-16-1 1,-3 0 540,-4-1 0,0-1-40,-2 1 40,-2 1 0,1 0 0,-6 0 0,1 0 0,-8 0 1076,-5 0-1076,-3 1 45,-5 1-45,-4 0 0,-1 1 0,-2-1 0</inkml:trace>
  <inkml:trace contextRef="#ctx0" brushRef="#br0" timeOffset="380528">7303 16699 5734,'14'4'0,"-1"-1"0,7 0 0,-2-4 0,2-1 0,2 0 0,11 0 0,-7 0 0,9 1 0,6-3 0,-21 1 0,11-1 0</inkml:trace>
  <inkml:trace contextRef="#ctx0" brushRef="#br0" timeOffset="381352">6547 17430 5734,'-3'23'0,"0"2"0,3 11 0,0-4-913,0 13 913,2-9-1195,-2 2 1195,1 1 0,-2-9 0,1 0 0,-1 17 0,0-18 0,0 2-63,0-4 0,-1 0 63,1 12 0,-1-9 0,-1-2 0,0 2 0,-1 2 0,-1-18 0,-1-5 0</inkml:trace>
  <inkml:trace contextRef="#ctx0" brushRef="#br0" timeOffset="381805">6511 17471 5734,'13'-9'0,"0"1"0,9 1 0,-4 2 0,5 2 0,-3 5 0,-6 2 0,2 5 0,-8 2 0,-3 2 0,-3 3 0,-3 2 0,-2 2 0,-4 3 0,-1 1 0,-1 1 0,-7 9 0,6-9 0,-4 5 0,5-8 0,2-8 0,0 3 0,4-10 0,2-1 0,1-2 0,1-3 0,1-1 0,2 0 0,3-1 0,1-1 0,2 1 0,2 0 0,1 1 0,2 2 0,17 7 0,-11-1 0,11 7 0,-14 2 0,-6-2 0,-1 6 0,-10-3 0,-4 2 0,-5 2 0,-3 2 0,-4 1 0,-12 10-1083,6-10 1083,-9 5 0,10-13-272,1-3 272,2-2 0,2-4 0,2-2 0,2-3 0,2-5 0,5-4 0,3-6 0,2-4 0</inkml:trace>
  <inkml:trace contextRef="#ctx0" brushRef="#br0" timeOffset="382402">6913 17466 5734,'-4'6'0,"1"2"0,2 4 0,0 4 0,-1 16 0,1-4-1360,0 15 1360,1-10 0,1 4 0,0-1 0,1 1 0,1 0 0,0-3 0,1-2 322,0-3-322,0 5 0,-1-12 0,0 2 0,-2-13 0,-1-3 0,0-5 1038,-3-3-1038,-1-4 0,-2-3 0,-5-14 0,3-1 0,-4-9 0</inkml:trace>
  <inkml:trace contextRef="#ctx0" brushRef="#br0" timeOffset="382655">6911 17372 5734,'16'-7'0,"-1"2"0,0 3 0,14 18 0,-14-4 0,9 14-436,-20-7 436,-4 1 108,-2 0-108,-7 12 0,1-9-495,-6 8 495,2-11 0,-1-2-170,0-1 170,0-3 0,1-1 0,-1-3 306,1-2-306,0-1 0,2-2 0,0-1 502,3 0-502,0 0 185,2 0-185,1-2 0,3-3 0,1-3 0</inkml:trace>
  <inkml:trace contextRef="#ctx0" brushRef="#br0" timeOffset="382980">7237 17421 5734,'-2'6'0,"0"2"0,1 3 0,0 3 0,1 15 0,1-4 0,0 13 0,2 9 0,-1-6-396,0-13 0,-1 0 396,1 15 0,-1-11 0,0 4 0,0-3 0,0-5 0,0-1-731,0 22 0,0-4 731,0-14 0,0-4 0,0-7 0,-2 0 0,0-9 0,-4-3 167,-1-11 0,-1-7 1,0-4-1</inkml:trace>
  <inkml:trace contextRef="#ctx0" brushRef="#br0" timeOffset="383240">7147 17394 5734,'13'1'0,"0"0"0,4 2 0,3-1 0,3 0 0,3 1 0,-1 0 0,0-1-567,5 1 1,-1 0 566,18 1 0,-5-1 0,-12-1 0,5 0 7,-10-1-7,-11-1 269,-1 2-269,-18 0 0,-4-1 0,-8-1 0,-2-2 0</inkml:trace>
  <inkml:trace contextRef="#ctx0" brushRef="#br0" timeOffset="383409">7171 17655 5734,'13'5'0,"14"0"0,-3-2 0,0-3 0,1 0 0,4-1 0,9-2 0,-10-4 0,-11 1 0,2-6 0</inkml:trace>
  <inkml:trace contextRef="#ctx0" brushRef="#br0" timeOffset="384202">5873 15724 5734,'-4'2'0,"0"-1"0,3 0 0,5 0 0,0 0 0,15 1 0,-7-1 0,16 1 0,4-2 0,-6 0-309,5 0 309,-15-1-54,6 0 54,-8 0 0,4-1 0,-9 1 0,-3 1 0,-2-1 0,-2-1 0</inkml:trace>
  <inkml:trace contextRef="#ctx0" brushRef="#br0" timeOffset="384718">5907 16570 5734,'-3'3'0,"1"-1"0,2-2 0,20-3 0,-9 0 0,17-4 0,-13 4 0,0-1 0,0 0 0,1 1 0,11-1 0,-10 2 0,8 0 0,-10 3 0,-6 1 0,1 4 0,-10 0 0,0 2 0</inkml:trace>
  <inkml:trace contextRef="#ctx0" brushRef="#br0" timeOffset="385426">5899 17670 5734,'7'2'0,"1"-1"0,3-2 0,3-2 0,2 0 0,3-1 0,1 1 0,12-3 0,13-3 0,-13 4 0,2-2 0,-26 6 0,-2 1 0,-1 0 0,-1 0 0,-2 0 0,0 0 0,-4 2 0,-1 3 0,-3 2 0,-4 3 0,1-1 0,-4 2 0</inkml:trace>
  <inkml:trace contextRef="#ctx0" brushRef="#br0" timeOffset="390053">7895 15327 5734,'18'-4'0,"13"1"0,-6 1 0,10 3 0,-11 2 0,0 2 0,7 2 0,1 3 0,-1 1 0,-7 3 0,10 9 0,-13 1 0,-7-3 0,-2 7 0,-3 1 0,-2 6 0,-3-8 0,-2 4 0,-4 2 0,-3 5 0,0 1 0,1-5-1635,1 2 1,0 0 1634,0 0 0,-2 6 0,0 0 0,2-5 0,2 9 0,1-5-863,1-7 0,0 0 863,1 12 0,1-2 0,1-12 0,1-1 0,4 12 0,2 0 0,-4-12 0,3 1 0,3 6 0,4 4 0,-2-5 0,-3-10 0,1-1 0,2 3 0,1 3 0,2-5-370,1-4 1,1-4 369,12 14 0,2-11 0,-17-20 1620,-3-4-1620,-1-4 2016,-2-5-2016,-1-11 0,-4 2 1115,0-8-1115,-4 7 0,-2-10 0,-2 10 0,0-7 0,-4 7 0,2 8 651,-1-2-651,2 9 0,-2 6 0,2 4 0,-4 15 0,2-1-409,1 11 409,2-5 0,2 2 0,2 2 0,2 0-392,0 1 392,3 1 0,0 2 0,2 0 0,1 2 0,1 2 0,0 4 0,-1-3 0,0 1-1139,2 7 1,0 1 1138,-3-8 0,-2-2 0,-1-9 0,-1-1-538,-1 1 0,0-1 538,-1 1 0,0-1-288,-1-1 1,0 0 287,-2 23 0,-2-1 0,-4-3 202,-1-14 0,-3 1-202,-4-1 0,-4 1 0,1-2 0,-1 4 0,0 0 346,-1-6 0,-2 1 1,3-4-347,-11 7 0,0-1 0,0-2 0,2-1 0,1-4 0,2-1 1238,4-3-1238,-4 3 0,9-7 1249,-2 0-1249,8-5 0,4-3 0,0 1 1131,4-2-1131,0 3 0,2-1 0,-1 3 0,1-1 0,1 0 0,-1 1 0,2-2 0,-2 0 0,1-2 0,-1-2 0,-2 0 0,-3 0 0,-12-7 0,1-3 0,-10-6 0</inkml:trace>
  <inkml:trace contextRef="#ctx0" brushRef="#br0" timeOffset="391176">5768 15405 5734,'-28'17'0,"-11"8"0,12-6-2247,-11 9 2247,10-6 0,1 1 0,-2 2 0,2 2 0,0 1 0,9-7 0,1 2 0,-9 14-572,11-12 1,0 0 571,-2 14 0,7-9 0,0 0 0,4-5 0,1-1 0,-2 8 0,1 1 0,3 15 0,2 0 0,2-25 0,1 2 0,3 10 0,1-1 0,-1-8 0,1 0 0,2 7 0,1-1 0,6 10 0,0-12 0,4 4 0,-1-4 0,-5-7 0,1 0 0,3 5 0,3 2 0,-3-4 0,6 6 93,-6-9-93,3 5-254,-10-11 254,-1 0 879,-2-1-879,-2 0 1471,-2 0-1471,-1-2 822,-2 0-822,-3 0 374,-6 6-374,-25 14 0,9-10 0,4-8 0,0 0 0,-9 2-700,8-4 700,-5 3 0,9-6-112,2 0 112,1-1 0,2 0 0,3-2 0,0 0 0,4-2 0,2-1 697,2 1-697,3-2 120,2 2-120,4-1 0,1 4 0,4 1 0,9 14 0,-3-1-1282,6 14 1282,-5-1 0,-1 9 0,-10-18 0,-1 1 0,1 3 0,-2 2 0,-1 2 0,-2 4 0,-1-5 0,-2 7 0,0 2 0,0-1 0,0-4-990,0-1 1,-1-3 0,0 4 989,0-1 0,0 4 0,0 2 0,0-3 0,-1-7 0,-1 3 0,-1-4-504,2-1 0,-1-2 504,0-3 0,1 0-476,-1 18 476,1-5 0,2-5 0,6 13 0,-1-11 0,1-5 0,0 3 0,0 6 0,-1 0 0,-1-7 0,0 0 0,-1 8 0,0-2 0,-3-1 0,2-6 0,0-3 0</inkml:trace>
  <inkml:trace contextRef="#ctx0" brushRef="#br0" timeOffset="398243">9466 18276 5734,'-2'4'0,"0"-1"0,2-1 0,0 0 0,0 0 0,2-2 0,0 1 0,10-2 0,-2 1 0,5-1 0,-5 1 0,-2 0 0,3 1 0,-2-1 0,2 2 0,2-1 0,8 0 0,-4 0 0,4-1 0,-4 1 0,-4 0 0,3 0 0,-1 1 0,-3 0 0,3 0 0,-5-1 0,0 0 0,1 0 0,0 1 0,1 0 0,-1 1 0,1-1 0,-1 0 0,1 1 0,5 1 0,-3-2 0,5 2 0,2-1 0,-5-2 0,30 3 0,-13-2 0,12 1 0,-14-1 0,-10-2-230,0 0 230,0 1 0,1-1 0,-2 0 0,1 0 0,-1-1 0,16-4 0,-13 1 0,13-2 0,-17 2 0,8-1 0,-6 0 0,6-1 230,-9 2-230,1 0 0,-2 1 0,2-1 0,-1 0 0,1 0 0,1 1 0,1-1 0,0 0 0,2 1 0,1-1 0,13-2 0,-7 2-912,11-3 912,-12 3 0,2-1 0,0 1 0,-1 0 0,12 0 0,-11 2 0,9 1 0,-14 1 0,4 0 0,1 0 0,4 0 0,-5 0 0,0 0 0,-5-1 0,1 0-473,0 0 473,0 0 0,1-1 0,0 1 0,0 0 0,1 0 0,0-1 0,-1 1 0,1 0 0,7 0 0,-8 0 0,1-1 0,11-1 0,-8 1 0,8-3 0,-9 2 0,0-1 0,15-3 0,-10 2-922,11-1 922,-13 1 0,-2 1-658,0 1 658,0 1 0,-1 0 0,-1 1 0,0 0 0,1 1 0,-1-1 0,2-1 0,1-1 0,1 1 0,-8 1 0,1-1 0,3 1 0,0 0 0,0 0 0,1 0-198,-1 0 0,-1 0 198,13 0 0,2 0 0,-1 0 0,3-1 0,0 2 0,2-2 0,0 2 0,-12-1 0,1 0 0,-9 0 0,2 0 0,9 0 0,6 0 0,-5 0 0,-6 0 0,-2 0-407,2 0 1,3 0-1,-5 0 407,-3 0 0,-3 0 0,2 0 0,-1 1-181,1 0 1,0-1 180,-1 1 0,1 0 0,-1 0 0,0 0 0,0 0 0,0 0 0,-1 0 0,0 0 0,1 0 0,-1 0 0,0 1 0,1-1 0,-1 0 0,1 1 0,-1-1 0,1 1 0,-1-1 0,1 0 0,-1 1 0,1-1 0,-1 1 0,0 0 0,0-1 0,0 1 40,0 0 0,0-1-40,-1 1 0,1-1 0,10 1 0,0-1 0,-8 0 0,0 0 0,7 1 0,3-1 0,-1 0 0,1 0 0,-9 1 0,1-1 134,8 0 1,0 0-135,-11 0 0,-1 0 334,0 0 1,-1 0-335,21 0 0,-3 0 0,-2 0 0,-1 2 0,-1-1 0,4 1 0,-7-1 0,-3 1 0,-10-1 1174,-3 0-1174,-3 0 556,-3 1-556,-2-1 850,0 0-850,-4 0 1287,-1 0-1287,-6 0 57,-5 1-57,-17-1 0,2-1 0,-12-4 0</inkml:trace>
  <inkml:trace contextRef="#ctx0" brushRef="#br0" timeOffset="398410">15430 18316 5734,'-12'1'0,"0"0"0</inkml:trace>
  <inkml:trace contextRef="#ctx0" brushRef="#br0" timeOffset="414064">13448 16095 5734,'-4'4'0,"1"-1"0,3-4 0,2-2 0,-1 1 0,1-2 0,-2 3 0,0 0 0,0-3 0,0 0 0,0-2 0,0-3 0,0 2 0,2-3 0,0 1 0,1-2 0,2-1 0,5-10 0,0 3-524,4-7 524,-1 4 0,9-13 0,-4 7 0,-1 3 0,0-1 0,3-4 0,-7 9 0,1 0 0,0-1 0,0 0 0,9-13-695,-9 12 0,1 0 695,6-8 0,-7 10 0,1 0 0,6-10-820,6-6 820,-9 13 0,7-6 0,-9 9-263,6-3 263,-11 11 390,-3 2-390,-1 3 1275,-1-2-1275,-1 3 973,-1 0-973,-2 5 359,-2 3-359,-3 3 0,-1 0 0,-4 6 0,3-6 0,-2 3 0,2-3 0,-5 2 0,1-1 0,-6 1 0,2-2 0,0 0 0,-1-1 0</inkml:trace>
  <inkml:trace contextRef="#ctx0" brushRef="#br0" timeOffset="414261">13709 15368 5734,'4'-10'0,"0"2"0,24-9 0,-10 8 0,13-4 0,0 5 0,-7 3 0,9 1 0,-3 8 0,-8 1-315,3 6 315,-9 1 0,0 12 0,-5-4 0,-1 10 0,-7-6-500,-3 1 500,-3 1 0,-1 1 0,-1-3 0,-1 1 0,-3-1 0,0 0 0,-5 18 0,-2-13 0</inkml:trace>
  <inkml:trace contextRef="#ctx0" brushRef="#br0" timeOffset="415046">14107 14406 5734,'1'5'0,"1"15"0,3 3 0,0 14 0,-1 6-506,-2-6 506,0-3 0,1 2-1224,0-4 1,-1-1 1223,0 1 0,1 0 0,0-1 0,-1-2 426,2 10-426,-2-13 0,1-1 0,0 13-753,2 7 753,-3-18-202,2 5 202,-1-11 1746,1 2-1746,-5-7 243,-1-9-243,-3-1 946,-2-10-946,-2-4 0,0-4 0,-3-2 0</inkml:trace>
  <inkml:trace contextRef="#ctx0" brushRef="#br0" timeOffset="415458">14051 14759 5734,'30'0'0,"-1"0"0,-1 0 0,-3-1 0,-1-3 0,0 0 0,-2-1 0,-1 0 0,-3 0 0,-1 0 0,-4 0 0,3-2 0,-7 0 0,0 0 0,-5 0 0,-4-4 0,-1 2 0,-2-3 0,-1 1 0,1 0 0,-1-1 0,0-1 0,1 0 0,0 1 0,0-1 0,1 2 0,0 1 0,0 2 0,1-1 0,0 4 0,0-2 0,1 4 0,1 2 0,0 7 0,0 2 0,-1 7 0,0 2 0,0 3 0,-1 4 0,-1 19-1387,1-8 1387,1-10 0,0-1 0,0 12-940,0 0 940,1 0-183,-1-12 1,1 2 182,0-1 0,0 1 0,1 13 0,0 0 0,1 4 0,-1 4 0,-2-37 0,-2-4 0,1-5 0,0-2 0</inkml:trace>
  <inkml:trace contextRef="#ctx0" brushRef="#br0" timeOffset="415798">14546 14646 5734,'-14'17'0,"-2"11"0,1-2 0,1 6 0,7 0 0,2-7 0,1 10 0,3 0 0,2-8 0,2 7 0,10 4 0,-3-15-480,8 10 480,-5-20 0,0-2 0,0-2 0,-2-2 0,3-2 0,-5-3 0,1-1 0,-4-5 0,-1-1 0</inkml:trace>
  <inkml:trace contextRef="#ctx0" brushRef="#br0" timeOffset="416132">14612 14791 5734,'7'-1'0,"2"0"0,0-1 0,2 1 0,0 0 0,0 1 0,0 0 0,0 1 0,2 2 0,-4 0 0,0 2 0,-4 1 0,-1 2 0,-3 2 0,-2 3 0,-2 1 0,-3 11 0,1-6-347,-2 10 347,3-8 0,0 0 0,1-1-31,1-2 31,2-2 0,3 3 0,-1-6 0,3 0 0,3-7 346,0-5-346,7-1 32,-5-4-32,6-17 0,-10 8 0,3-13 0</inkml:trace>
  <inkml:trace contextRef="#ctx0" brushRef="#br0" timeOffset="416319">14604 14917 5734,'10'4'0,"2"-1"0,12 1 0,-5-3 0,20-2 0,-15-1 0,9-2 0,5-4 0,-16 2 0,12-5 0,-24 4 0,2-2 0</inkml:trace>
  <inkml:trace contextRef="#ctx0" brushRef="#br0" timeOffset="416564">14845 14606 5734,'22'3'0,"7"4"0,-10 1 0,6 6 0,-7 0 0,-1 4-702,-3 3 702,-2 3 0,-1 15 0,-6-6-868,-2 10 868,-6-10 0,-2-9 0,-2-1 0,-3 13 0,2-13 0,-1 0 0,-3 7 0,0-2-510,1-2 510,-1-3 0,0-4 0,-6 2 0,6-9 0,-4 2 0</inkml:trace>
  <inkml:trace contextRef="#ctx0" brushRef="#br0" timeOffset="417757">13837 16414 5734,'-4'4'0,"1"-1"0,10-6 0,7-6 0,5-2-1104,9-6 1104,1-2 0,6-1 0,3-2 0,-4 4 0,2 0-276,-9 2 1,2 1 0,0 0 275,14-5 0,-3 2-755,-15 8 0,-2 1 755,8-4 0,-2 2 0,10-3-165,-4 1 165,8-2 0,-14 5 204,5-3-204,-16 7 898,2-2-898,-8 3 1718,2 1-1718,-9 1 235,1 1-235,-3 0 550,0 0-550,-2 0 0,-2 0 0,-2-1 0,-5 0 0,0-2 0,-5 0 0,1 1 0,-10-2 0,4 3 0,-6 0 0,6 2 0,1-1 0</inkml:trace>
  <inkml:trace contextRef="#ctx0" brushRef="#br0" timeOffset="417954">14346 16024 5734,'-4'-2'0,"2"-1"0,4 2 0,12-2 0,-3 2 0,27 0 0,-19 2 0,14 1 0,-19 1 0,-1 0 0,0 2 0,2 2 0,-5 0 0,1 3 0,-8 5 0,-3 0 0,-2 6 0,-3-4 0,-1 1 0,0 1 0,-3-1 0,2-2 0,-3 1 0,4-6 0,0 0 0,4-6 0,0-1 0,3-4 0,1-2 0</inkml:trace>
  <inkml:trace contextRef="#ctx0" brushRef="#br0" timeOffset="418244">14871 15727 5734,'3'27'0,"-1"0"0,0 20 0,-2-13-526,0-6 0,0 2 526,-2-3 0,1 0-1445,-2 17 1445,1-16 0,-1 2 0,0 0 0,1-1 0,-3 14 0,2-15 0,0-1 0,0 6-194,-1 7 194,1-12 0,0 3-98,-1-11 98,1-9 414,-3 1-414,-1-11 330,-7-5 1,3-5 0,-3-6 0</inkml:trace>
  <inkml:trace contextRef="#ctx0" brushRef="#br0" timeOffset="418423">14743 15993 5734,'21'4'0,"2"0"0,12-1 0,-8-1 0,9 1 0,-1-2 0,-10 0 0,20-2 0,-25 0 0,8-2 0,-16-1 0,-3-1 0,0-3 0,-3 1 0</inkml:trace>
  <inkml:trace contextRef="#ctx0" brushRef="#br0" timeOffset="418635">14980 15717 5734,'2'10'0,"0"1"0,0 2 0,0 3 0,0 4-669,-1 4 669,-1 4 0,0 4 0,-1 4 0,-1 2 0,1-14 0,0 1-285,-1 15 0,1 1 285,1-8 0,0-2 0,1-7 0,0 1 0,1 13 0,-1-1 0,1 3-2438,1 8 2438,-1-20 0,-2 3-190,-2-10 190,-4 0 0,-2-13 0,-2-4 0</inkml:trace>
  <inkml:trace contextRef="#ctx0" brushRef="#br0" timeOffset="421646">15320 15709 5734,'-2'4'0,"-4"6"0,-3 4 0,-2 8 0,1 4 0,-5 8-929,4-6 0,2 0 929,1 5 0,3-7 0,0 2 0,-1 16 0,3-5 0,0 1 0,2 8-514,1-18 0,1 1 514,3 9 0,-1-14 0,3 0 0,2 4 0,1-2 0,-1-4 0,-1-1-375,14 19 375,-9-27 0,0-3 0,-1-4 0,-1-2 1131,-3-3-1131,-1-1 401,-2-3 1,-1-2 0,-1-1 0</inkml:trace>
  <inkml:trace contextRef="#ctx0" brushRef="#br0" timeOffset="422108">15366 16182 5734,'5'11'0,"0"-2"0,0-2 0,3 2 0,-1-3 0,4 1 0,3-5 0,-2-2 0,5-1 0,-4-3 0,7-6 0,-4 1 0,4-6 0,-8 3 0,0 0 0,-1-1 0,-2 1 0,-1-1 0,0-11 0,-6 7 0,-1-6 0,-5 12 0,-2 1 0,-1 2 0,-3 3 0,0 1 0,-9 4 0,4 3 0,-6 4 0,1 7 0,-5 14 0,5-3-565,1 7 565,12-13 0,2 9 0,3-6 0,2 7-328,4-8 328,1-2 0,2 0 0,2-2-63,-1 0 63,2-3 0,16 11 0,-12-12 0,12 5 0,-16-16 0,0-4 0,-3-1 0,2-5 0,-4-1 0</inkml:trace>
  <inkml:trace contextRef="#ctx0" brushRef="#br0" timeOffset="422405">15692 15749 5734,'8'9'0,"-1"-1"0,2 5 0,-2 0 0,2 13 0,-1 2 0,1 2 0,-1 10 0,-1 1 0,-5-13 0,-2 16 0,-5-13 0,0-8 0,-4 5 0,-2-3 0,2-8 0,-2 4 0,-6-5 0,5-8 0,-16-1 0,15-11 0,-7-4 0</inkml:trace>
  <inkml:trace contextRef="#ctx0" brushRef="#br0" timeOffset="422620">15651 15611 5734,'14'-14'0,"7"0"0,-11 9 0,5 0 0,-5 4 0,-4 2 0,1 1 0,-4 0 0,0 2 0</inkml:trace>
  <inkml:trace contextRef="#ctx0" brushRef="#br0" timeOffset="423097">15853 15710 5734,'1'6'0,"-1"2"0,1 10 0,-1-4 0,0 9 0,1-8 0,1 18 0,0-14 0,1 13 0,-1-21 0,-1-1 0,3 2 0,-3-5 0,3 2 0,-3-6 0,2 0 0,0-3 0,2-1 0,0-3 0,-2-2 0,1-2 0,-2-1 0,1-2 0,-1-4 0,-1 2 0,1-2 0,-1 4 0,-1 0 0,0 3 0,0 0 0,1 4 0,-1 2 0,0 2 0,1 6 0,-1 1 0,1 6 0,0 0 0,1 9 0,6 14 0,0-6 0,3 2 0,-2-20 0,-2-8 0,3-6 0,-4-2 0,2-5 0,-3-5 0,-1 2 0,-2-13 0,-4 2 0,-1 1 0,-2 2 0,1 7 0,-1-2 0,1 4 0,-4-4 0,3 8 0,-3-1 0,1 4 0,2 0 0,-1 1 0,1-1 0</inkml:trace>
  <inkml:trace contextRef="#ctx0" brushRef="#br0" timeOffset="423449">16109 15661 5734,'9'10'0,"-2"-2"0,17 12 0,-10-9 0,9 9 0,-1 0 0,-5-2 0,4 7 0,-4 7 0,-5-6-852,-1 11 852,-7-8 0,-5 15 0,-2-9-1009,-5 11 1009,-1-14 0,-1 0 0,-3-2-722,0 0 722,-3-2 0,-7 9 0,4-12 0,-7 6 0,7-15-87,-7 0 0,8-8 1,-4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19:47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5976 8721 5734,'7'8'0,"-2"-1"0,0 4 0,2 8 0,0-3 0,2 7 0,3 6 0,1 0 0,0 1-712,0 1 0,0-2 712,-3-8 0,0-1 8,3 5-8,-3-8 0,2 4 0,-3-7 0,-3-4 0,2 0 1049,-4-7-1049,2-1 367,-1-1-367,0-1 0,2-3 0,-2 0 0,1-2 0,-4 1 0,-1 0 0,-3-1 0,-1-3 0,0-1 0</inkml:trace>
  <inkml:trace contextRef="#ctx0" brushRef="#br0" timeOffset="299">5987 9167 5734,'14'-20'0,"0"-1"0,-2 0 0,1-3 0,1-1 0,0-2 0,4-7-289,-5 6 1,1 1 288,6-14-977,-6 10 977,4-7 0,-7 14-308,-1 2 308,-1 2 0,-2 1 0,2-4 0,-4 7 0,1-2 0,-3 9 372,-2 1-372,0 3 1126,-1 0-1126,-1 3 0,0 1 0,0 1 0</inkml:trace>
  <inkml:trace contextRef="#ctx0" brushRef="#br0" timeOffset="624">6400 8760 5734,'-3'10'0,"0"13"0,0-7 0,1 8 0,-1 1 0,1 0 0,0 18 0,2-9 0,1-9 0,3 17 0,0-20 0,2 6 0,11 4 0,-2-14 0,5 6 0,-6-18 0,-6-6 0,3-3 0,-3-2 0,0-4 0,-5-1 0,-1 0 0</inkml:trace>
  <inkml:trace contextRef="#ctx0" brushRef="#br0" timeOffset="821">6400 8745 5734,'23'-7'0,"-3"1"0,-9 4 0</inkml:trace>
  <inkml:trace contextRef="#ctx0" brushRef="#br0" timeOffset="1265">6586 8883 5734,'2'29'0,"-1"-2"0,1 1 0,-1-7 0,1 5 0,2 1 0,-2-11 0,3 12 0,-4-20 0,1 2 0,-3-7 0,1-3 0,-1-8 0,0 1 0,0-7 0,2 5 0,-1-3 0,1-3 0,2-2 0,-2-2 0,2-2 0,0 2 0,3-8 0,-2 7 0,1-5 0,5-6 0,-5 17 0,3-9 0,-3 21 0,-2 3 0,6 9 0,-4-1 0,4 9 0,-4 6 0,0-4 0,0 9 0,-1 4 0,0-7 0,-1 8 0,0-3 0,0-8-233,-1 5 233,-1-11 0,1-1 0,-1-3 0,1-2 0,-1-2 0,1-3 0,-1-2 0</inkml:trace>
  <inkml:trace contextRef="#ctx0" brushRef="#br0" timeOffset="1745">6887 8724 5734,'8'3'0,"1"0"0,0-4 0,-2 0 0,9-4 0,-8 2 0,4-3 0,-5 1 0,-3 2 0,1 0 0,-2 0 0,-1 3 0,0-2 0,-1 8 0,-1 1 0,0 4 0,0 1 0,1 5 0,1-3 0,5 22 0,-2-15 0,5 13 0,1-6 0,-2-6 0,1 0 0,1 2 0,4 8 0,3 5 0,-4-5-353,-7-14 353,0 3 0,-5-8 0,-3 4 0,-2-6 0,-5 5 0,-8-1 0,1-3 0,-7 5 0,-7 0 0,9-3-91,-8 4 91,11-6 0,-6 3 0,7-6 0,-4 2 0,11-6 0,3-3 0,5-1 0,4-2 0</inkml:trace>
  <inkml:trace contextRef="#ctx0" brushRef="#br0" timeOffset="3029">13165 8874 5734,'0'14'0,"0"0"0,2 22 0,0-12 0,1 3 0,0 0-1408,1 1 1408,4 7 0,1-3 0,0-9 0,3 4 446,-2-13-446,4-1 232,-2-6-232,3-3 0,3-11 0,0-11 0,-3-8 0,-2-2 0,3-9-185,-7 8 1,-2 1 184,-3 3-406,0-6 406,-1 11 0,-1-2 0,-1 13 0,0 2 0,-1 4 1050,-1 9-1050,1 36 0,0-11-420,0-2 0,0 0 420,2 3 0,-2-7 0,1 0-262,0 12 262,-1-5 0,0-1 0,-1 4-786,-2 9 786,0-17 0,-2-2 0,-1-2 0,-7 3 0,1-7 946,-6 1-946,2-10 0,1-2 266,-2-4-266,1-2 907,-1-3-907,-2-6 0,5 1 0,-3-4 0,6 0 56,5 1 0,2-3 0,4 2 0</inkml:trace>
  <inkml:trace contextRef="#ctx0" brushRef="#br0" timeOffset="3364">13568 8901 5734,'-4'27'0,"0"-1"0,1 17 0,2-14 0,0 5 0,1 0 0,2-5 0,2 2 0,1-2 0,1-6-606,5 10 606,-4-20 0,1-2 198,0-1-198,1-4 100,3-2-100,-3-3 0,3-1 0,-4-3 0,-2-1 0,-1-2 0</inkml:trace>
  <inkml:trace contextRef="#ctx0" brushRef="#br0" timeOffset="3906">13777 8940 5734,'3'30'0,"2"8"0,-3-17 0,2 7 0,0 7 0,-1-14 0,1 9 0,-2-17 0,0-3 0,0-2 0,0-4 0,1-2 0,1-4 0,0-4 0,0-4 0,0-2 0,0-2 0,-1-2 0,0-2 0,2-13 0,-3 6-503,2-8 503,-2 10-286,2-4 286,-1 8 0,0 0 0,1 10 0,-1 2 0,1 4 0,0 2 488,1 2-488,2 4 301,-1 4-301,2 10 0,-2-1-313,1 8 313,-3-4 0,2 11 0,-2-8 0,1 7 0,-1-10 0,-1 19 0,-3-15 0,-1 9 0,-4-22 0,1-8 0</inkml:trace>
  <inkml:trace contextRef="#ctx0" brushRef="#br0" timeOffset="4301">14076 8842 5734,'11'-3'0,"-1"-1"0,-3 1 0,4-6 0,1 2 0,-2-1 0,-3 3 0,-7 5 0,-1-1 0,-1 2 0,0 1 0,0 1 0,0 8 0,2-2 0,0 7 0,7 7 0,1 2 0,2 1 0,3 11-578,-3-9 1,0-1 577,-3-4 0,0-1-433,1 8 433,-3-8 0,0 4 0,-4-10 0,-3 3 0,-1-5 0,-2 0 1099,-3-7-1099,-2-2 489,-3-2-489,-3-3 0,-3-3 0,0-2 0</inkml:trace>
  <inkml:trace contextRef="#ctx0" brushRef="#br0" timeOffset="4746">13499 8833 5734,'27'6'0,"-1"-2"0,-10-5 0,3 0 0,7-1 0,-7 1 0,19-2 0,-22 2 0,8 0 0,-16 1 0,-1 0 0,-1-1 0</inkml:trace>
  <inkml:trace contextRef="#ctx0" brushRef="#br0" timeOffset="8920">15265 1531 5734,'9'9'0,"-2"0"0,3 4 0,3 10 0,-2-4 0,4 9 0,-3-6 0,-1-1 0,3 7 0,-2-7 0,-1 2 0,6 9-779,-4-8 779,4 5 0,-6-11-322,4 5 322,-4-7 0,2 2 0,-3-3 0,-4-6 0,0 4 0,-4-6 188,-3 0 0,-1-4 0,0 1 0</inkml:trace>
  <inkml:trace contextRef="#ctx0" brushRef="#br0" timeOffset="9085">15262 1922 5734,'13'-23'0,"3"1"0,0 5 0,15-8 0,-5 5 0,10-4 0,1 2-498,-9 6 1,7-4 0,-13 7 0</inkml:trace>
  <inkml:trace contextRef="#ctx0" brushRef="#br0" timeOffset="9345">15640 1704 5734,'-2'30'0,"2"7"0,0-14 0,1 8 0,4-1 0,3-7 0,2 1 0,13 14 0,-1-1 0,3-25 0,-16-14 0,4-4 0,-7-1 0</inkml:trace>
  <inkml:trace contextRef="#ctx0" brushRef="#br0" timeOffset="9882">15834 1746 5734,'1'18'0,"2"8"0,0-5 0,0 5 0,0-5 0,-1-5 0,1 1 0,0-2 0,-2-8 0,2 1 0,-2-9 0,0-1 0,-1-2 0,3-6 0,-2 0 0,1-4 0,0 0 0,2-4 0,1-9 0,-2 2 0,2 3 0,-4 9 0,3 8 0,-1 2 0,2 0 0,0 1 0,0 1 0,1 2 0,2 4 0,-1 2 0,3 3 0,-1 7 0,-1-3 0,2 6 0,-4-5 0,1 8 0,-2-3-261,1 5 261,-4-6 0,-1 7 0,-1-8 0,-1 4 0,0-12 0,-1 0 0</inkml:trace>
  <inkml:trace contextRef="#ctx0" brushRef="#br0" timeOffset="10333">15600 1675 5734,'2'-5'0,"1"0"0,1 1 0,-1 1 0,2 1 0,3-2 0,-3 1 0,9-5 0,-9 6 0,5-2 0,-2 4 0,0-1 0,4 1 0</inkml:trace>
  <inkml:trace contextRef="#ctx0" brushRef="#br0" timeOffset="10792">16029 1722 5734,'10'-3'0,"0"-1"0,4 0 0,-6 1 0,9-4 0,-11 5 0,1-2 0,-3 2 0,-2 1 0,0 1 0,-1 4 0,1 11 0,0 0 0,0 10 0,1-5-1571,-1 2 1571,1 1 0,0 1-607,0 10 607,-1-8 0,0 8 0,-1-3 0,-1-9 0,0 4 0,-4 1 0,1-12 0,-2 7 0,2-16 0,0-1 1461,-2-1-1461,0-3 717,-1 0-717,1-3 0,1-1 0,0-2 0</inkml:trace>
  <inkml:trace contextRef="#ctx0" brushRef="#br0" timeOffset="11201">16473 1862 5734,'-1'-3'0,"0"0"0,2 3 0,1 0 0,1 0 0,2-1 0,3 0 0,14-1 0,-1-1-859,15-1 859,-4 1 0,-4 1 0,1 1 0,18-2-821,-16 2 1,1 0 820,14-1 0,1 1-1189,-2 0 1189,1 1 0,-2-1 0,-13 0 0,0 1 0,16-1 0,-18 0 0,-1 0 0,9-1-730,7 1 730,-13 0 0,5 1 391,-17 0-391,-4 0 1316,-3 0-1316,-1 0 1367,-3 1-1367,0 0 1115,-4 0-1115,-1-1 230,-1 0-230,-4 3 0,0-2 0,-3 2 0,0-2 0</inkml:trace>
  <inkml:trace contextRef="#ctx0" brushRef="#br0" timeOffset="11462">17218 1691 5734,'10'8'0,"9"7"0,-9-5 0,11 19 0,-15-13 0,1 9 0,-15-2 0,-20 13 0,10-17 0,-1-1-803,-2 1 0,-1-2 803,-14 7 0,12-12 0,2-2 0</inkml:trace>
  <inkml:trace contextRef="#ctx0" brushRef="#br0" timeOffset="11820">16509 1604 5734,'-13'16'0,"0"0"0,5-2 0,0 3 0,1 9 0,3-5-481,2 8 481,4-9 0,10 11 0,-1-7-561,9 5 561,0-9 0,5-5 0,6-4 0,2-3 0</inkml:trace>
  <inkml:trace contextRef="#ctx0" brushRef="#br0" timeOffset="12337">17620 1472 5734,'-6'-5'0,"1"1"0,5 9 0,2 2 0,9 22 0,-3-7 0,7 15 0,1-3 0,1 0 0,3 6-932,-2-3 0,1-2 932,1-2 0,-1-3-606,-4-9 0,-1 0 606,9 8 0,5 8 0,3-2 0,-15-15 0,5 9 0,-15-14 0,-3-6 0,-2 0 0,-1-5 0</inkml:trace>
  <inkml:trace contextRef="#ctx0" brushRef="#br0" timeOffset="12563">17577 2078 5734,'1'-11'0,"3"-3"0,3-3 0,4-4-1286,3-2 1286,2-3 0,-2 7 0,2-3 0,12-16 0,3 0 0,-11 11 0,1 1-889,10-11 0,-3 2 889,-3 8 0,-9 8 0,0 1 281,8-8-281,-6 5 0,0 1 0,0 0 0,8-12 0,-15 16 0,3-3 0,-6 9 0</inkml:trace>
  <inkml:trace contextRef="#ctx0" brushRef="#br0" timeOffset="12839">18232 1491 5734,'-4'10'0,"-1"0"0,0 3 0,-4 12 0,1 4 0,0 1 0,-3 13-878,3-11 1,2-2 877,2-2 0,0 11-409,1-9 409,1 7 0,2-12 0,3 5 0,0-8 0,2 3 0,0-11 0,-1-2 0,0 0 1222,0-2-1222,-1-2 0,1-3 0,0-2 0</inkml:trace>
  <inkml:trace contextRef="#ctx0" brushRef="#br0" timeOffset="13145">18287 1671 5734,'6'-1'0,"3"-1"0,-2 2 0,5 8 0,-8-2 0,1 9 0,-6-4 0,-1 2 0,-8 18 0,3-9 0,-6 13 0,3-7 0,4-7 0,-1 4 0,4-10 0,2-1 0,0-2 0,2-1 0,1-1 0,3 2 0,1-5 0,4 1 0,0-6 0,2-1 0,0-2 0,2-2 0,-1-3 0,3-3 0,-4 1 0,0-5 0,-8 2 0,0-1 0</inkml:trace>
  <inkml:trace contextRef="#ctx0" brushRef="#br0" timeOffset="13320">18217 1814 5734,'17'4'0,"14"0"0,-14-4 0,22 2 0,-23-2 0,10-2 0,-13-2 0</inkml:trace>
  <inkml:trace contextRef="#ctx0" brushRef="#br0" timeOffset="13589">18573 1423 5734,'28'33'0,"-13"-11"0,-1 0 0,1 0-1490,-3 5 1490,-1 4 0,-1 1 0,-2 3 0,-4-8 0,-1 1 0,1 15-923,-4-5 0,-1-1 923,-2 6 0,-1-14 0,0-2-5,-5 9 5,0-1 0,-3-3 0,-5 9 0,2-11 0,-5 7 0,6-16 0,1-2 0,2-2 0</inkml:trace>
  <inkml:trace contextRef="#ctx0" brushRef="#br0" timeOffset="18332">15307 2459 5734,'-1'8'0,"1"9"0,0-7 0,2 8 0,2 0 0,0-4 0,3 5 0,1 0 0,-2-5 0,3 3 0,0-3 0,-1-3 0,2 2 0,-4-7 0,-1 2 0,-3-4 0,-2 2 0,0-5 0,0-1 0</inkml:trace>
  <inkml:trace contextRef="#ctx0" brushRef="#br0" timeOffset="18566">15452 2540 5734,'-13'27'0,"-1"1"0,4-5 0,0 0 0,-5 13 0,0 2 0,0 1-1461,1 0 1461,3-8 0,0-2 462,2 0-462,2-7 0,0 2 0,-5 16 0,-1 1-55,3-15 55,3-18 0,3-2 0,0-3 0</inkml:trace>
  <inkml:trace contextRef="#ctx0" brushRef="#br0" timeOffset="18926">15602 2572 5734,'-2'14'0,"1"-1"0,-1 7 0,1-3 0,1 7 0,2-6 0,1 8 0,-1-6 0,1 6 0,0-3 0,0-7 0,3 6 0,-2-13 0,1 1 0,-1-4 0,0-3 0,2-2 0,0-3 0,3-4 0,-2-2 0</inkml:trace>
  <inkml:trace contextRef="#ctx0" brushRef="#br0" timeOffset="19100">15597 2495 5734,'17'5'0,"-2"0"0,-5-2 0,0 0 0,0-1 0</inkml:trace>
  <inkml:trace contextRef="#ctx0" brushRef="#br0" timeOffset="19485">15786 2700 5734,'0'28'0,"0"-1"0,0 6 0,0-2 0,1-27 0,-1 0 0,0-12 0,2 1 0,-1-6 0,2 1 0,1-2 0,6-18 0,-3 11 0,4-14 0,-2 11 0,-3 7 0,2-3 0,-3 9 0,-2 2 0,-1 2 0,0 2 0,-1 2 0,1 3 0,0 2 0,0 2 0,1 2 0,2 11 0,-2-1 0,2 7 0,-3-4 0,1 1 0,-1 0 0,1-1 0,-2 0 0,0-2 0,-1 0 0,-1-2 0,0 0 0,-3 3 0,1-6 0,-2 2 0</inkml:trace>
  <inkml:trace contextRef="#ctx0" brushRef="#br0" timeOffset="19861">15953 2561 5734,'12'-1'0,"-3"0"0,3-1 0,-2 0 0,-3 1 0,2-1 0,-4 0 0,-1 2 0,3-1 0,-4 1 0,1 0 0,0 1 0,-1 0 0,0 2 0,7 12 0,-5-5 0,5 10 0,-7-6 0,-1 2 0,-1 1 0,0 2 0,0 1 0,-1 0 0,0 8 0,-1-7 0,0 6 0,-3-10 0,-13 14 0,4-13-395,-9 10 395,7-16 0,1-2 0,-4 1 0,6-4 0,-2-1 0,7-4 0,0-4 0,1-2 0,2-5 0,3-2 0</inkml:trace>
  <inkml:trace contextRef="#ctx0" brushRef="#br0" timeOffset="21269">16609 2697 5734,'-3'-3'0,"2"1"0,6 2 0,1-1 0,5 0 0,2-1 0,3 0 0,5 1 0,18-3 0,-5 1-1218,13 0 1218,-10 1 0,-9 2 0,2 0 0,16-1 0,-17 1 0,4 0 0,-1 0 0,3 0 0,-3 1 0,-5-1 0,0 0 0,8 1 0,3-1 0,-6 0 0,2 1 0,12-1-467,-25 1 467,1 0 0,-11-1 0,-3 0 0,-2 0 0,-1 1 1155,-1-1-1155,0 1 530,-2-1-530,0 0 0,0 0 0,-1 0 0,1 0 0,-6 0 0,3 1 0,-4-1 0,4 1 0,0-1 0,-1 0 0,1 0 0,-1-1 0,1 1 0,1-3 0,0 3 0,2-2 0,-1 2 0,1 0 0,-4-3 0,2 2 0,-3-3 0,0 2 0,2-1 0,-1 1 0,0-2 0,1 2 0,-1-2 0,0-4 0,0 3 0,-1-3 0,2 2 0,-1 4 0,0-2 0,0 2 0,-1 0 0,2 0 0,-2 0 0,0 1 0,0-2 0,0 2 0,0-2 0,0 2 0,0-1 0,-1 1 0,-2-1 0,2 1 0,0 0 0,0 0 0,2 1 0,-1-1 0,2 1 0,5-1 0,7 4 0,-1-1 0,4 3 0,-8-2 0,-1 0 0,1 1 0,-1-2 0,1 2 0,-2-1 0,-1 1 0,-1 1 0,-1-1 0,-3 4 0,-8 8 0,0-3 0,-10 11 0,9-13 0,-3 4 0,5-6 0,1 1 0,0-1 0,2-1 0,0-2 0,1-1 0</inkml:trace>
  <inkml:trace contextRef="#ctx0" brushRef="#br0" timeOffset="21935">16691 2512 5734,'-4'1'0,"1"0"0,0 4 0,-1 1 0,-2 3 0,-3 5 0,-9 13 0,4-7-256,-3 8 256,9-16 0,1 0 0,1-1 0,0-1 0,0 2 0,2-3 0,1 2 0,1-2 256,4 1-256,7 2 0,1-5 0,6-1 0,-3-4 0,2-2 0,0 2 0,1-2 0,-1 1 0,0-3 0,0-1 0,0-1 0</inkml:trace>
  <inkml:trace contextRef="#ctx0" brushRef="#br0" timeOffset="23213">17762 2349 5734,'0'-6'0,"0"1"0,0 2 0,0 2 0,-1-1 0,1 1 0,0-1 0,0 1 0,0 0 0,0-1 0,0 0 0,2 2 0,-1-2 0,1 2 0,-3-2 0,3 2 0,-2-1 0,7 4 0,-4-1 0,3 3 0,0 1 0,10 7 0,-1-1-405,7 6 405,-4-4 0,11 9 0,-6-6-653,7 5 653,-9-8 0,-1-1-206,-2 0 206,-1-3 0,-3 0 0,-1-3 0,-4 0 370,-1-2-370,-2 0 664,-2-1-664,-1 0 230,-1-1-230,-2 0 0,0 0 0,-1-1 0,0 2 0,-1 0 0,0 1 0,-1 1 0,-1 3 0,1-4 0,1 2 0</inkml:trace>
  <inkml:trace contextRef="#ctx0" brushRef="#br0" timeOffset="23474">18154 2285 5734,'-13'25'0,"0"1"0,1-1-537,1 4 537,-3 3 0,1 2 0,1 0 0,0 1 0,-4 8 0,7-12 0,-2 3 0,2-4 0,-2 8 0,4-10 0,0 0 0,1 5 176,3-5-176,1 2 0,1-12 22,1-5 0,3-10 1,0 0-1</inkml:trace>
  <inkml:trace contextRef="#ctx0" brushRef="#br0" timeOffset="23868">18393 2412 5734,'-5'-3'0,"-1"3"0,-3 7 0,2 1 0,-3 2 0,-2 12 0,-1 2 0,0 0-495,0 3 0,0 0 495,3-5 0,0 0-689,-2 11 689,3-8 0,0 7 0,4 0 0,3-8 0,3 23 0,2-25 0,4 9 0,2-13 0,-1-6 916,2 1-916,1-7 0,-1-5 0,3-2 0</inkml:trace>
  <inkml:trace contextRef="#ctx0" brushRef="#br0" timeOffset="24213">18429 2586 5734,'11'0'0,"-1"0"0,0 2 0,-1 0 0,0 1 0,0 2 0,-3 0 0,0 2 0,-5 4 0,-2-1 0,-12 20 0,2-12 0,-4 4 0,-1 1 0,2-2 0,-9 11 0,13-11 0,3-6 0,1 2 0,5-7 0,2-4 0,22-5 0,-11-2 0,17-5 0,-13-4 0,-5 1 0,4-6 0,-5 2 0</inkml:trace>
  <inkml:trace contextRef="#ctx0" brushRef="#br0" timeOffset="24664">18685 2425 5734,'12'21'0,"0"1"0,0 3 0,3 17-2370,-5-10 2370,0 14 0,-5-2 0,-5-10 0,0 9 0,-9-4 0,-2-1 0,2-4 0,-2 2 0,-1-2 0,1-16 0,2-7 0,-2 2 0</inkml:trace>
  <inkml:trace contextRef="#ctx0" brushRef="#br0" timeOffset="25404">18360 2685 5734,'2'0'0,"-2"0"0,8 0 0,-2 1 0,7 1 0,-2-1 0,3 1 0,-1 0 0,-4-1 0,2 0 0,-4 0 0,-2-1 0,0 0 0,-3 1 0,-2 0 0,-3 0 0,2 0 0,4-2 0,0 1 0,3-1 0,-6 3 0,3 0 0,2 1 0,2-2 0</inkml:trace>
  <inkml:trace contextRef="#ctx0" brushRef="#br0" timeOffset="26854">19137 2101 5734,'4'-4'0,"2"-1"0,12-4 0,1 0-672,14-5 672,-7 4 0,1 1-1064,-3 1 0,0 1 1064,9-2 0,3 1 0,5 1 0,-1 1 0,-7 3 0,-1-1-539,11 0 1,-1 0 538,-12 2 0,-2 1 0,0-1 0,0 1-444,-2 1 1,0-1 443,22 1 0,-6 0 0,-17 1 0,0-1 0,9 2-111,3-1 111,-18-1 1224,-4 0-1224,-3 0 1755,-2 0-1755,-3 0 1352,-1-2-1352,-1-1 544,-4 0-544,-1 0 0,-4 1 0,-2 0 0,-6 1 0,2-1 0,-4 0 0,4-2 0,0-2 0,0-1 0</inkml:trace>
  <inkml:trace contextRef="#ctx0" brushRef="#br0" timeOffset="27030">20031 1822 5734,'14'5'0,"-1"1"0,2 10 0,-6-4 0,2 10 0,-9 0 0,-2-3 0,-2 7 0,-3 0 0,1-6 0,0 5 0,2 4 0,2-11 0,3 7 0,4-14 0,4-2 0</inkml:trace>
  <inkml:trace contextRef="#ctx0" brushRef="#br0" timeOffset="27956">20718 1589 5734,'-3'8'0,"-1"3"0,2 15 0,1-1 0,-1 12 0,1-5 0,1 1 0,-1 11-441,0-10 1,1 1 440,0-7 0,0-2-931,0 15 931,0-16 0,1 1 0,0 7 0,0-3-467,1-1 467,0-4 0,0-3-170,2 3 170,-2-9 544,0 1-544,0-9 1131,0 1-1131,-1-4 556,-1 0-556,-2-5 0,0-4 0,-1-1 0</inkml:trace>
  <inkml:trace contextRef="#ctx0" brushRef="#br0" timeOffset="28362">20710 1899 5734,'32'2'0,"-7"-1"0,9 1 0,-9-2 0,-1 0 0,6 0 0,4-1 0,0-1 0,-7-1 0,12-1 0,-17-1 0,-8 1 0,3-2 0,-9 1 0,-1-1 0,-2-2 0,-2 0 0,-1-3 0,-2-8 0,-2 2 0,-1-7 0,-1 5-248,0-2 248,-1 0 0,0-1 0,0 2 0,-1-6 0,2 7 0,0-2-35,-4 0 35,6 12 0,-4-5 0,4 18 0,1 3 0,-1 8 247,1 3-247,-1 18 0,0-4-1142,-1 14 1142,1-10 0,1-3 0,0 7 0,0-4 0,0-9 0,1 1 0,0 16 0,0 7 0,1-10 0,2-2 0,0-1 0,0-3 0,0-10-346,3 15 346,-4-28 0,1 3 0,-2-12 0,2-3 0,-1-3 0</inkml:trace>
  <inkml:trace contextRef="#ctx0" brushRef="#br0" timeOffset="32128">21325 1755 5734,'-3'-5'0,"0"2"0,3 2 0,0 0 0,-1 0 0,-1 2 0,-1 0 0,1 1 0,-1 1 0,1 0 0,-3 5 0,-5 9 0,-8 23 0,4-9-549,3-5 0,2-1 549,2-1-741,-3 18 741,5-17 0,-1 17 0,4-15 0,1-1 0,0 9-455,1 11 455,2-34 954,1 3-954,0-5 785,2 3-785,-3-6 0,1 1 0,-2-3 138,1 2 1,0-2 0,1 1 0</inkml:trace>
  <inkml:trace contextRef="#ctx0" brushRef="#br0" timeOffset="32551">21418 1986 5734,'-1'-4'0,"1"2"0,2 1 0,1 0 0,0 1 0,3 0 0,-2 0 0,5 0 0,4 1 0,-4 0 0,12 3 0,-14-1 0,5 4 0,-7 1 0,-2 0 0,0 3 0,-3-1 0,-1 1 0,-1 1 0,-2 0 0,-1 2 0,-11 23 0,8-18 0,-7 17 0,11-26 0,1-1 0,1 1 0,1-3 0,1 1 0,1-4 0,4 0 0,0-2 0,2 0 0,16-7 0,-10 1 0,11-6 0,-14 1 0</inkml:trace>
  <inkml:trace contextRef="#ctx0" brushRef="#br0" timeOffset="32760">21411 2088 5734,'11'4'0,"-2"-1"0,5 0 0,5 0 0,-3-1 0,5 0 0,-4-1 0,6-1 0,-6-2 0,5-2 0</inkml:trace>
  <inkml:trace contextRef="#ctx0" brushRef="#br0" timeOffset="33052">21655 1761 5734,'10'3'0,"-2"1"0,2 2 0,-1 2 0,0 2 0,10 19 0,-8-9 0,7 14 0,-8-2 0,-4-7-512,1 8 512,-4-10 0,-2 3 0,-2 0 0,0 2-336,-1-2 1,-1-2 335,-2-5 0,0-2 0,-1-1 0,0-1 0,0-3 0,0 0 476,0-3-476,-1 1 176,1-1 1,-1-4 0,1-1 0</inkml:trace>
  <inkml:trace contextRef="#ctx0" brushRef="#br0" timeOffset="33546">22053 2018 5734,'7'-2'0,"15"-3"0,-8 6 0,22-1 0,-16 2 0,5 1 0,-3-1 0,-6-1 0,3 0 0,-6 1 0,-5 0 0,0 0 0,-7 1 0,0 0 0,-2 0 0</inkml:trace>
  <inkml:trace contextRef="#ctx0" brushRef="#br0" timeOffset="33736">22063 2121 5734,'5'4'0,"8"1"0,3-2 0,3 1 0,7-3 0,-9-1 0,5-1 0,-1-2 0,-7 0 0,5-3 0,-7-1 0</inkml:trace>
  <inkml:trace contextRef="#ctx0" brushRef="#br0" timeOffset="34395">22438 1382 5734,'1'-4'0,"0"1"0,1 3 0,0 4 0,1 1 0,1 6 0,11 11 0,-5-5 0,14 14 0,2 2 0,-6-8-452,2 1 1,-1-1 451,-10-14 0,2 3 0,-4-5 0,0 2 0,-6 0 0,0-4 0,-3 3 0,0-4 0,1 0 0</inkml:trace>
  <inkml:trace contextRef="#ctx0" brushRef="#br0" timeOffset="34670">22859 1218 5734,'-9'26'0,"0"-1"0,0 8 0,1 2 0,-2 6-1639,1-1 1,1 0 1575,1-1 63,0 1 597,1-2-597,2-13 0,0 1 0,-1 11-198,0 10 198,2-18 0,0 5-387,0-10 387,1 4 1509,-2-4-1509,-2-5 0,0-3 0,-1-8 0</inkml:trace>
  <inkml:trace contextRef="#ctx0" brushRef="#br0" timeOffset="35062">23116 1341 5734,'-9'7'0,"-7"10"0,3 0 0,-6 11 0,-2 14-2785,5-7 2785,6-12 0,0 2 0,0 9 0,0-1 0,-2 9 0,3 4 0,1-2 0,5-7 0,2-10 0,1-1 213,5 5-213,1-9 0,2 4 467,4-10-467,-2-5 0,6-4 0,-3-6 0</inkml:trace>
  <inkml:trace contextRef="#ctx0" brushRef="#br0" timeOffset="35349">23227 1674 5734,'-3'33'0,"0"-8"0,-4 9 0,-8 10 0,5-16 0,-1 1 0,2-1 0,2-7 0,0 9 0,12-9 0,1-11 0,6 4 0,-1-15 0,1-1 0</inkml:trace>
  <inkml:trace contextRef="#ctx0" brushRef="#br0" timeOffset="36178">22583 1555 5734,'2'-5'0,"1"1"0,-2 2 0,-1 0 0,0-1 0,0 1 0,0 1 0,3 3 0,-2 0 0,3 5 0,-2-3 0,1 2 0,4 2 0,-1-2 0,3 3 0,-1-4 0,0 1 0,11 7 0,-5-4 0,5 3 0,-9-7 0,-4-2 0,2 1 0,-1-1 0,0 2 0,-3 0 0,-1 1 0,0 0 0,0-1 0,1-1 0</inkml:trace>
  <inkml:trace contextRef="#ctx0" brushRef="#br0" timeOffset="37315">23137 1755 5734,'2'-5'0,"1"2"0,0 1 0,1 2 0,4 0 0,0 1 0,3 1 0,19 2 0,-10-1 0,11 1 0,-15-2 0,-9 0 0,0 1 0,-6 1 0,-1 0 0,-1-3 0,-1-1 0</inkml:trace>
  <inkml:trace contextRef="#ctx0" brushRef="#br0" timeOffset="37699">23457 1348 5734,'0'-5'0,"1"0"0,2 6 0,1 2 0,1 0 0,9 11 0,-5-4 0,6 8 0,1 4 0,-4-2-644,4 10 644,-5-4 0,3 18 0,-4-7-648,-3-12 1,-1 0 647,2 13 0,-2-1-906,-1 0 906,-3 0 0,-2-2 0,-2-11 0,-2 1 0,-3 10 0,-6 10 0,0-16 0,-3-2-492,0-2 492,-2-3 0,-4-2 0,0 0 0,2-3 0,2-2 0,-1 1 0</inkml:trace>
  <inkml:trace contextRef="#ctx0" brushRef="#br0" timeOffset="38256">22550 2117 5734,'4'-4'0,"0"0"0,-1 3 0,2 0 0,3 1 0,14 0 0,2-1-378,14-1 378,-9 1 0,0 0-899,-4 1 1,0-1 898,11 1 0,-1-1 0,-7 2 0,0 0 0,15 0 0,0 1 0,-9 0 0,0-1 0,3 2 0,4 0 0,-3 0 0,-5-1 0,1 1 0,9 1 0,4 0 0,-5 0 0,-10-1 0,0 0 0,16 1 0,-1 0 0,-4 0 0,-4-2-118,-3 0 118,4-1 0,-13-1 0,2-1 0,-15 1 0,-7 2 0,-14 2 0,-4-2 0,-10 1 0</inkml:trace>
  <inkml:trace contextRef="#ctx0" brushRef="#br0" timeOffset="38785">22607 2340 5734,'6'13'0,"-1"-3"0,3 11 0,-2-7 0,1 5 0,0-3 0,5 9 0,-2-4-668,4 6 668,-2-5 0,0 0 0,2-1 0,0 1 0,5 5-378,-4-5 1,0-1 377,3 0-657,6 6 657,-6-9 0,5 5 0,-9-11 0,4 1 0,-6-4 423,1 1-423,-7-1 223,-4-3 1,-2 0-1,-2-3 1</inkml:trace>
  <inkml:trace contextRef="#ctx0" brushRef="#br0" timeOffset="39021">22580 2799 5734,'29'-27'0,"-7"4"0,0 3 0,0-3-1639,-2 3 1,0 0 1571,0 0 1,0-1 66,12-13 0,-2 0 0,1-2 0,-6 8 0,-1 0 0,-1 0 28,0 1-28,-3 2 336,-3 4-336,-2 3-36,-1-2 0,-4 7 0,1-3 0</inkml:trace>
  <inkml:trace contextRef="#ctx0" brushRef="#br0" timeOffset="39429">23237 2367 5734,'-5'0'0,"-1"0"0,-1 3 0,1 0 0,-4 3 0,2 0 0,-2 2 0,0 2 0,-1 3 0,-1 2 0,-6 11 0,3-3-715,-3 10 715,7-8 0,-2 13 0,5-9 0,-1 10 0,6-2 0,1-10 0,4 6 0,4-4 0,6-3 0,0-3 0,2-6 0,7-7 0,-5-7 0,10 0 0</inkml:trace>
  <inkml:trace contextRef="#ctx0" brushRef="#br0" timeOffset="39815">23249 2561 5734,'10'1'0,"-2"0"0,11 2 0,-8-2 0,5 2 0,-5-1 0,-3 0 0,1 2 0,-5 1 0,0 1 0,-2 2 0,-5 4 0,0-2 0,-3 6 0,-3 3 0,2-5 0,-2 6 0,2 0 0,3 3 0,2-5 0,4 0 0,1-11 0,7 0 0,-1-2 0,5-2 0,-2-3 0,9-4 0,-6 0 0,5-1 0,-7 0 0,1-4 0,-3 1 0,0-4 0</inkml:trace>
  <inkml:trace contextRef="#ctx0" brushRef="#br0" timeOffset="39978">23219 2711 5734,'17'0'0,"0"-1"0,0 0 0</inkml:trace>
  <inkml:trace contextRef="#ctx0" brushRef="#br0" timeOffset="40299">23576 2270 5734,'13'19'0,"1"0"0,-5-1 0,1 1 0,3 13 0,-5-6-958,1 10 958,-6-10 0,-1 13 0,-2-8 0,-2 9 0,-3-13 0,-6 10 0,1-10 0,-5 7 0,3-13-249,-5 4 249,4-6 0,-2 2-30,1-4 1,5-7 0,0 2 0</inkml:trace>
  <inkml:trace contextRef="#ctx0" brushRef="#br0" timeOffset="58327">4452 8838 5734,'0'-11'0,"0"2"0,0 1 0,-1 5 0,0-2 0,-1 0 0,0 2 0,-3-5 0,-1 3 0,0-1 0,-2 1 0,-1 1 0,1 0 0,-3 0 0,3 3 0,-5 1 0,3 0 0,-3 0 0,0 0 0,2 0 0,-2 0 0,5 0 0,-2 0 0,2 0 0,0 0 0,1 0 0,-4 1 0,4 0 0,-3 1 0,2 1 0,2-1 0,-1 2 0,2 0 0,0-1 0,-2 2 0,-1 0 0,-1 1 0,-5 5 0,-13 13 0,3-2 0,-3 5 0,6-5 0,8-8 0,-7 9 0,8-9 0,-1 3 0,3-6 0,2 1 0,-1-1 0,-10 15 0,9-11 0,-9 12 0,7-10 0,3-3 0,-3 3 0,-3 7 0,6-9 0,-8 14 0,9-15 0,-1 4 0,2 0 0,2-4 0,-1 3 0,3-6 0,-1 5 0,1-1 0,0 4 0,-1 6 0,1-6 0,-1 8-363,0-7 363,1 1 0,-4 20 0,1-2 0,-1 6-865,2-10 865,3-12-621,-3 12 621,1-9 0,-2 8 0,3-11 0,-3 9 0,2-6 0,-4 18 0,4-18 0,-1 7 0,1 1 0,-1 10 0,2-14 0,0-1 0,0 7 0,2-13 0,1 12 0,1-9 0,2 8 0,0-11 0,2 9 0,0-7 0,1 7-358,-1-10 358,0 0 0,-1-1 0,1 0 0,0 0 0,0 0 0,0 0 0,2 9 0,-1-7 0,1 8 0,-2-11 0,3 11 0,-3-8 0,2 7 0,-2-9 0,1 0 295,-2-1-295,3 8 0,-2-7 800,1 7-800,0-2 674,0 2-674,4 14 0,-4-15 438,1 2-438,-3-15 0,-1-1 0,3 4 0,-3-4 0,3 2 0,-3-4 0,4 3 0,-1-2 0,2 1 0,5 8 0,-6-10 0,8 11 0,-9-13 0,1 1 0,0-3 0,-1-1 0,1 0 0,2 3 0,-1-2 0,2 1 0,-3-3 0,1 0 0,0 0 0,0 0 0,1 0 0,4 2 0,-3-1 0,3 1 0,-4-2 0,1-1 0,0 1 0,5 0 0,-3-1 0,3 1 0,-5-2 0,-1-1 0,0 0 0,0-1 0,0 0 0,1-1 0,0 0 0,-1-1 0,5-3 0,6-3 0,-3 0 0,1-1 0,-8 2 0,4-2 0,-3 1 0,3-3 0,1 0 0,-3 2 0,4-4 0,0 1 0,-4 2 0,18-19 0,-16 13-443,11-13 443,-14 12 0,3-6 0,-2 4 0,5-12 0,-7 11 0,2-5 0,-4 6 0,2-7 0,-2 5 0,1-6 0,-3 7 0,-1 0-190,-1 0 190,2 0 0,-1-1 0,-1 0 0,0 0 0,3-10 0,-2 7-378,1-8 378,-2 10-62,0-10 62,0 7 0,1-7-65,-2 8 65,0 1 0,1-1 0,-1 0 0,1 2-85,-1-1 85,1 1 0,1-6 0,0-1 0,0 1 0,0 0 0,-1 2 0,-2 8 0,0 1 370,-1 0-370,0-1 0,1-6 0,0 5 0,-1-5 0,0 7 0,1-9 0,-1 6 63,1-7-63,-2-12 0,0 12-234,-1-16 234,-1 18 0,0-1-168,0 0 168,-1 0 0,1-1 0,0-1 0,-2-1 0,1 0-636,-3 0 636,0-1 0,-1 0 0,-1-2 0,-2 0-785,1-1 785,-3 0 0,0-2 0,3 10 0,0 0 0,-6-14 0,2 7 0,1-1 0,-4-5-179,6 14 1,0 0 178,-4-8 0,1 2-225,-1 3 225,1 0 532,0 3-532,-3-6 0,6 9 0,-4-4 0,6 11 0,1 2 780,0 3-780,3 1 0,6 1 0,3 0 0</inkml:trace>
  <inkml:trace contextRef="#ctx0" brushRef="#br0" timeOffset="60353">5957 9319 5734,'4'0'0,"0"1"0,-3 0 0,1 1 0,-1-2 0,0 0 0,0-2 0,1 1 0,-1 2 0,4 11 0,-3-4 0,2 8 0,-3-3 0,-1-2 0,0 5 0,-4 3 0,2-3 0,-6 6 0,0-5 0,-3 2 0,-5 4 0,-4 2 0,-4 2 0,-1 0 0,1 1 0,-1-1-228,0-3 1,1-2 227,-12 5-1224,7-7 1224,-9 5 0,17-12 0,0-1-33,-13 6 33,0 1 0,-1 0 0,-2 0-142,10-5 1,0 0 141,-7 2-193,9-5 193,-3 1 0,-1 0 0,12-5 1152,-8 3-1152,14-6 35,1 0-35,0 0 318,2-1-318,-5 3 683,3-3-683,-2 3 0,3-3 0,0 1 0,-2 0 0,-3 3 0,2-3 0,1 2 0,1-2 0,4-1 0,-3 2 0,1-1 0,2-1 0,-5 2 0,4-1 0,-2 0 0,0 1 0,-3 0 0,3-1 0,-2 0 0,8-4 0,-1 1 0,1-1 0,1 0 0,-1 0 0,0 0 0,2 0 0,-1 0 0,0 0 0,1 1 0,-1-1 0,1 0 0,-1 0 0,1 0 0,-1 0 0,-1 0 0,-1 0 0,1 1 0,-1-1 0,0 1 0,-1 0 0,0 1 0,-3 0 0,3-1 0,-3 2 0,0-1 0,2 0 0,-3 1 0,5-1 0,-2 0 0,2-1 0,-1 1 0,2-1 0,-3 0 0,3 0 0,-5 1 0,6-1 0,-3 0 0,4-1 0,0 0 0,4-2 0,0 0 0,3-3 0,1 1 0,6-5 0,-2 1 0,12-7 0,-7 4 0,5-4 0,3-4 0,-3 4-639,6-6 639,-6 5 0,11-10 0,-8 7 0,6-7 0,-10 10 0,-4 2 0,0 1 0,0-1 0,-5 4 0,0 0 0,-4 4 0,-3 2 639,1 0-639,-3 2 0,0 1 0,-1 1 0,-5 3 0,0-1 0,-4 4 0,1-1 0,0 1 0,-7 6 0,1-2 0,-5 6 0,-5 2 0,4-3-554,-7 5 554,6-5 0,0 0 0,-2 0 0,-9 6 0,8-5 0,-6 4 0,11-8 0,3-2 0,2-1 0,2-2 0,2 0 0,0-2 0,2-1 554,1-1-554,3 0 0,0-1 0,1 0 0,-1 1 0,2-2 0,-1-1 0,1 1 0,5-2 0,-1 1 0,5-1 0,1-1 0,0 0 0,10-2 0,-4 1 0,8-2 0,11-2 0,-5 0-1057,13-2 1057,-9 1 0,-8 3 0,1 0 0,12-2 0,-12 3 0,-2 1 0,8-1 0,-2 1 0,-3 1 0,8 0 0,-12 2 0,5-1 0,-8 2 0,-7 0 0,3 0 0,-9-1 1057,1 0-1057,-2 0 0,-1 0 0,-2-1 0,-1 1 0,-14 7 0,3-1 0,-12 6 0</inkml:trace>
  <inkml:trace contextRef="#ctx0" brushRef="#br0" timeOffset="74764">13825 9541 5734,'-3'-3'0,"0"1"0,0 6 0,1-1 0,-1 10 0,2-2 0,0 7 0,-1-2 0,2 12 0,-1-3-696,1 8 696,0-5 0,0 3 0,1 3-1067,-1 3 1067,0 2-1228,-1 4 1228,-1 1 0,1-20 0,0 1 0,0-1 0,-1 2 0,0 12 0,0 2-169,-1 1 0,0 4 169,1-9 0,-1 5 0,0 0 0,1-3-840,-2 11 1,2-2 839,-1-6 0,0 2 0,2-6 0,-1 10-218,2-15 1,0-1 217,0 13-29,1-10 1,0-1 28,0 1-185,2 13 185,-2-25 1901,2 8-1901,-3-9 0,1-4 1471,-1 1-1471,0-12 1456,0 3-1456,0-6 857,0 0-857,0-2 0,0 0 0,3-2 0,-2 1 0,2-2 0,-5 5 0,1-1 0,-2 2 0,3-3 0,0 1 0,0 0 0,0-1 0,0 1 0,0-1 0,2 0 0,-1 0 0,1-1 0,-6-1 0,0 4 0,-3-3 0,2 4 0,3-2 0,-1 1 0,0 0 0,0-1 0,0 1 0,1-3 0,-1 2 0,-2-2 0,1 1 0,-2-1 0,3 0 0,-2 0 0,2-1 0,-7-4 0,4 2 0,-4-4 0,-3-2 0,5 2 0,-7-7 0,7 7 0,0-2 0,2 4 0,-1-2 0,1 1 0,-2-1 0,3 2 0,2 0 0,-1 1 0,2-1 0,-1 0 0,1 0 0,-1 1 0,0 1 0,0 0 0,1 1 0,1-1 0,1 0 0,0 1 0,0 1 0,-1-1 0,0 1 0,0 1 0,-1-1 0,3 4 0,0-1 0,4 5 0,0-1 0,3 4 0,7 9 0,-3-2-369,5 7 369,-5-6 0,6 9 0,-4-7 0,4 6 0,4 0 0,-10-11 0,7 5 0,-9-12 0,-1-5 0,8-5 369,-6-5-369,5-5 0,-4-2-229,0-3 229,-1-1 0,0-2 0,-1 0 0,2-10 0,-4 8 0,2-7 0,-4 13 0,-1 1 0,-1 1 0,2-1 0,-1 5 0,1-2 0,0 6 0,1-1 229,-2 4-229,-1-1 0,-4 4 0,-2 0 0</inkml:trace>
  <inkml:trace contextRef="#ctx0" brushRef="#br0" timeOffset="76580">13405 11327 5734,'-2'3'0,"0"-1"0,3 8 0,1 0 0,0 1 0,1 4 0,4 12 0,-3-3-792,3 11 792,-3-5 0,2 17 0,-1-10 0,-1-5 0,-1 0 0,1 5 0,1 10 0,-1-6 0,-1-12 0,0 5 0,-1-16 0,0 2 0,-2-8 0,2 1 0,-2-7 0,-2-3 0,2-2 792,-2-6-792,0-6 0,1-1 0,-1-5 0,3 1 0,2-11 0,1 6-266,2-8 266,-2 11 0,1 2 0,3-5 0,-1 0 0,0 4 0,0 2 0,-4 12 0,3 2 0,-2 4 266,1 3-266,0 3 0,1 9 0,-2-2 0,1 8 0,-4 4 0,-1-5 0,-1 17 0,-1-17-259,0 7 259,0-13 0,0-2 0,1-3 0,1-1 0,-1-4 0,1-2 0,0-3 0,0-1 0</inkml:trace>
  <inkml:trace contextRef="#ctx0" brushRef="#br0" timeOffset="76891">13674 11554 5734,'4'13'0,"0"1"0,1 3 0,-1-2 0,3 26 0,-5-15 0,0 5 0,0 2 0,-2-3 0,3 18 0,0-17-583,1-8 583,1 3 0,0-12 143,1-1-143,2-3 0,1-3 0,0-4 0,1-2 0,0-3 440,0-3-440,8-29 0,-11 14 0,5-22 0</inkml:trace>
  <inkml:trace contextRef="#ctx0" brushRef="#br0" timeOffset="77093">13655 11579 5734,'10'-2'0,"1"0"0,0-1 0,1 0 0,7-1 0,-3 1 0,4 0 0,-7 1 0,5 0 0,-8 2 0,4 1 0</inkml:trace>
  <inkml:trace contextRef="#ctx0" brushRef="#br0" timeOffset="77510">13874 11583 5734,'7'10'0,"2"15"0,-6-8 0,0 13 0,-3 1 0,-1-6 0,0 2 0,1 0 0,-1 1 0,1 13-443,0-23 443,1-2 109,0-3-109,0-1 0,2 0 0,-1-8 0,0-1 0,-3-8 334,0-5-334,0-1 0,-1-4 0,1 0 0,0-3 0,1 0 0,1-10 0,0 6-358,3-7 358,-1 9 0,8-23 0,-6 22 0,4-15 0,-6 30 0,0 3 0,2 2 0,1 8 0,0 2 0,1 7 0,-2 1 0,0 1 0,0 1 0,0 1 358,0 0-358,2 8 0,-3-8 0,2 4 0,-4-4 0,-1-6 0,-2 2 0,-1-9 0,-2-1 0,1-4 0,-1-1 0</inkml:trace>
  <inkml:trace contextRef="#ctx0" brushRef="#br0" timeOffset="78009">14002 11543 5734,'4'6'0,"1"0"0,5 0 0,-2-2 0,6 2 0,4-3 0,-4 0 0,6-2 0,-2 0 0,-4-2 0,2 0 0,-6 0 0,-1-2 0,0 0 0,1-1 0,-3 0 0,2-2 0,-5 3 0,-1-1 0,-2 2 0,-2 2 0,-2 3 0,1 1 0,-3 3 0,-3 11 0,4 5 0,-1 3 0,4 17 0,2-21 0,0 6 0,0 1 0,0-2-703,2 16 703,-3-20 0,0 0-271,0-1 271,0 0 0,-2-1 0,-3 9 0,-1-7 0,-3 6 0,0-11 0,0-1 0,-2-2 0,1-3 0,1-1 0,-4 0 0,3-6 683,-3 0-683,5-7 291,-1-2-291,1-4 0,2-1 0,2-4 0,2 0 0</inkml:trace>
  <inkml:trace contextRef="#ctx0" brushRef="#br0" timeOffset="95303">6418 9614 5734,'-2'6'0,"0"0"0,1 7 0,0 1 0,1 7 0,2 13 0,0-4-631,3 14 631,-1-15 0,0 1-801,0-6 0,0 1 801,1 10 0,1 0 0,-2-8 0,0 1 0,1 16 0,-1 1 0,0-10 0,-1 1-684,0-5 0,-1 3 0,1-3 684,-1 5 0,0-1 0,-1 1 0,0 0-698,0-1 1,0 1 697,0-1 0,-1 0-27,1-2 0,-1 0 27,1-1 0,0-1 0,-1-2 0,1-1 0,-1-1 0,1-1 0,0 22 0,0-16 0,1 3 0,-1-3 0,0 12 0,0-1 0,1-6 669,-2-25-669,0-3 1583,1-2-1583,0-1 1803,-1 0-1803,0-1 1679,0 0-1679,0-3 0,1 0 0,-1-2 0,2 1 0,-1 0 0,0 1 0,-1-1 0,0 2 0,0-1 0,-1 2 0,1 1 0,-1 3 0,1-1 0,-2 3 0,1 13 0,0 2 0,0 4 0,1-6 0,0-11 0,0-1 0,0-1 0,0 1 0,0-3 0,0 0 0,0-4 0,0 0 0,-1-2 0,0 1 0,0-3 0,-2-3 0,0-1 0,-3-3 0,-1-1 0,-7-9 0,3 2-321,-6-6 321,4 3 0,0 0 0,0-1 0,1 0 0,0 1 0,1 1 0,1 0 0,0 1 0,0 1 0,-4-7 0,4 5 0,-3-4 0,6 7 0,-1 0 0,-5-9 0,2 3 0,0-2 0,4 8 0,4 6 0,0 2 321,0 1-321,2 1 0,-1 1 0,1 0 0,-1 1 0,2 2 0,1 4 0,4 9 0,5 13 0,1 2 0,2 5 0,4 7-377,-3-8 377,-1-5 0,0 0-970,3 3 970,4 8 0,-6-14-374,-1-3 374,1-2 0,-2-3 0,-1-2 0,4 1 0,-3-7 0,10-1 0,-7-9 0,6-4 0,-4-6-83,2-4 83,0-3 0,-1-3 0,-1 0 0,-1-3 0,-2 0 0,-2 1 0,-1 1 0,0-2 0,-4 8 921,2-5-921,-7 14 102,-5 2 1,-3 7 0,-6 3-1</inkml:trace>
  <inkml:trace contextRef="#ctx0" brushRef="#br0" timeOffset="96232">6155 11733 5734,'-5'10'0,"1"1"0,-1 6 0,-1-3 0,0 6 0,0-5 0,1 1 0,-1 1 0,0 0 0,2 0 0,0 0 0,1-2 0,1 1 0,0-2 0,2 6 0,0-6 0,2 2 0,1-5 0,0-2 0,2 0 0,2-1 0,1-2 0,8-1 0,-4-3 0,7-1 0,-6-3 0,24-20 0,-20 9 0,17-14 0,-25 14 0,-2 0 0,-2-1 0,-1-1 0,-4-7 0,-1 4 0,-10-16 0,2 14 0,-9-5 0,-2 1 0,0 1 0,2 4 0,0-1 0,-4 0 0,7 4 0,-10-11 0,13 12 0,-3-6 0,8 7 0,0-7 0,3 7 0,2-7 0,4 8 0,1 0 0,2-1 0,6-4 0,-2 4 0,5-4 0,3 4 0,-2 3 0,5 0 0,-7 4 0,8 2 0,-7 3 0,5 3 0,-6 7 0,-4 1 0,0 4 0,-5-2 0</inkml:trace>
  <inkml:trace contextRef="#ctx0" brushRef="#br0" timeOffset="96890">6494 11580 5734,'-2'28'0,"0"0"0,1-7-780,0 2 780,-1 2 0,1 14 0,-1-8 77,1 0 1,1 2-78,0-7 0,1 0 0,0 4 0,1-1 152,2 12-152,4-12 0,-3-16 0,3 2 0,-1-8 0,0-1 395,0-3-395,0 0 78,2-2-78,5-4 0,-2 0 0,2-3 0,-5 0 0,-1 0 0,-2-3 0,-1 0 0,-1-2 0</inkml:trace>
  <inkml:trace contextRef="#ctx0" brushRef="#br0" timeOffset="97133">6460 11595 5734,'8'-8'0,"-1"2"0,2 0 0,3 2 0,-3 1 0,6 1 0,-5 2 0,0 2 0,0 2 0,-1 1 0,-1 1 0,-2 1 0,1 0 0</inkml:trace>
  <inkml:trace contextRef="#ctx0" brushRef="#br0" timeOffset="97641">6772 11812 5734,'2'31'0,"-2"9"0,0-16-872,0 9 872,0-11 0,0-1 211,1-3-211,-1-1 161,0-3-161,0 2 0,0-7 0,0 1 443,1-7-443,0-2 57,1-5-57,3-7 0,2-21 0,-2 8-387,-1-11 387,-2 17 0,0 1-60,1-1 60,1 0 0,1-9 0,1 7 0,1-5 0,9-6 0,-7 17 0,7-7 0,-7 21 384,-2 2-384,2 4 63,0 6-63,-2-1 0,1 4 0,0 3 0,-3-3 0,2 6 0,-2 0 0,-1-6 0,1 5 0,-3-7 0,1 5 0,-2-5 0,0 3 0,-4-5 0,1-4 0,-3-1 0,1-3 0</inkml:trace>
  <inkml:trace contextRef="#ctx0" brushRef="#br0" timeOffset="98046">7051 11560 5734,'6'3'0,"3"1"0,-1-1 0,1-1 0,-1-2 0,-1-1 0,0 0 0,-3 0 0,0 0 0,-2 0 0,1 0 0,-2 2 0,0 1 0,-1 0 0,0 2 0,3 1 0,0 1 0,2 3 0,2 2 0,1 2 0,8 13 0,2 13 0,2 4 0,-8-17 0,0 1-337,0 3 0,2 3 0,-3-5 337,-1 12 0,-3-2-1152,-2 2 1152,-4-2 0,-2-1 0,-5-1 0,0-12 0,-3-1 0,-5 11 0,-7 6 0,5-18 0,-1-2 0,-2 2 0,-11 9-4,15-26 1,7-5 0,0-2 0</inkml:trace>
  <inkml:trace contextRef="#ctx0" brushRef="#br0" timeOffset="194740">18906 8530 5734,'11'40'0,"2"-5"0,21-6 0,-11-14 0,17 1 0,-8-20 0,-8-4 0,-2-8 0,-2-3 0,-5-8 0,-8-10 0,-5-3 0,-10-2-553,-1 9 1,-2-2 552,-4 5 0,-1 2 0,4 6 0,0 0 0,-4-7 0,-1 0 0,4 1 0,0 1 0,-3-15-503,7 15 0,3 1 503,4-9 0,5 1-310,8 4 0,5 0 310,0 5 0,1 1 0,4-6 0,1 2 0,-2 9 0,0 3 0,8-5 0,-1 4 0,-1 1 0,-2 4 0,-3 2 0,2 1 0,-7 5 167,0 2 1,-8 5 0,-1 0 0</inkml:trace>
  <inkml:trace contextRef="#ctx0" brushRef="#br0" timeOffset="195459">18866 8441 5734,'8'-14'0,"1"0"0,11-13 0,-6 9 0,12-16 0,-15 18 0,3-5 0,2-10 0,-9 16 0,5-11 0,-12 22 0,0 1 0,-1 2 0,0-1 0,0 0 0</inkml:trace>
  <inkml:trace contextRef="#ctx0" brushRef="#br0" timeOffset="195777">19307 8179 5734,'-13'44'0,"7"-21"0,-1 2 0,1 0 0,3-5 0,-2 17 0,4-14 0,-2 20 0,4-24 0,0 5 0,3-4 0,9 5 0,-5-8 0,7 1 0,-9-15 0,0 0 0,0-2 0,-1-2 0,1-2 0,-2-2 0,2-2 0,-1-2 0</inkml:trace>
  <inkml:trace contextRef="#ctx0" brushRef="#br0" timeOffset="196334">19562 8344 5734,'-3'30'0,"1"-2"0,2-1 0,0-8 0,2 4 0,0 1 0,0-14 0,0 5 0,0-20 0,0-3 0,0-6 0,1 1 0,1-10 0,-1 4-303,2-8 303,-1 6 0,9-18 0,-6 17 0,7-12 0,-8 23 0,5-3 0,-2 6 0,2-1 0,-3 6 0,0 1 0,0 4 303,1 2-303,-1 3 0,3 11 0,-3-2-276,2 8 276,-5-3 0,-1 0 0,-1 1 0,-2 1 0,-1-1 0,0 8 0,-1-7 0,-1 5 0,-2-7 0,0-8 0,0 2 0</inkml:trace>
  <inkml:trace contextRef="#ctx0" brushRef="#br0" timeOffset="196815">19198 8145 5734,'11'-3'0,"0"1"0,4-1 0,-1 0 0,2 1 0,1-1 0,1 1 0,3 0 0,0-2 0,2 0 0</inkml:trace>
  <inkml:trace contextRef="#ctx0" brushRef="#br0" timeOffset="197304">20005 8148 5734,'5'-4'0,"1"0"0,0 0 0,-1 1 0,0-1 0,-2 1 0,-1 2 0,-4 6 0,1 5 0,-3 4 0,2 3 0,1-1 0,0 0 0,2 2 0,3 13 0,-1-8-586,5 10 586,-2-10 0,0 11 0,0 1 0,-1 0 0,-1 0 0,-1-2 0,-5-11 0,-1-2 0,-3-1 0,-8 5 0,1-8 0,-8 4 0,-12-3 0,13-7 0,-12 3 0,16-12 586,4-2-586,0-4 0,8-3 0,2-4 0,4-1 0</inkml:trace>
  <inkml:trace contextRef="#ctx0" brushRef="#br0" timeOffset="197762">20528 8446 5734,'-9'0'0,"6"0"0,12 0 0,22-1 0,7 1-1162,-12-1 0,2-1 1162,-3 1 0,2 0 0,17-2 0,2 1 0,-10 0 0,1 1-584,-4 0 0,1 0 1,-1-1 583,1 2 0,2-1 0,4 1 0,4-1 0,-3 0 0,-1 0 0,-1 0 0,0 1 0,2-1 0,-4 0 0,-8 0 0,-3 1-161,-1-1 0,1 0 161,6 0 0,0 0 0,12-2-328,-17 1 0,-3 1 328,4-1 0,-6 0 1104,-4 0-1104,-3-2 2325,-7-1-2325,-3-2 474,-8 1-474,-4 0 1150,-3 0-1150,-8-4 0,3 2 0,-6-3 0</inkml:trace>
  <inkml:trace contextRef="#ctx0" brushRef="#br0" timeOffset="197962">21559 8331 5734,'31'13'0,"0"1"0,-2-1 0,-5-2 0,-6 0 0,1 7 0,-11-4 0,-21 18 0,-5-14 0,-22 9 0,8-13 0</inkml:trace>
  <inkml:trace contextRef="#ctx0" brushRef="#br0" timeOffset="198326">20412 8282 5734,'-17'29'0,"-1"11"0,12-14-1189,-1 9 1189,9-10 0,1 0 0,3 0 0,2-2 0,3 0 0,14 5 0,-4-8 0,12 3 0,-9-12 0,2-3 0,0-4 0</inkml:trace>
  <inkml:trace contextRef="#ctx0" brushRef="#br0" timeOffset="201719">22259 8199 5734,'1'-6'0,"0"-3"0,1-1 0,3-4 0,6-8 0,3-2 0,11-17 0,-9 15 0,1 0 0,6-7 0,-3 3 0,-9 12 0,8-16 0,-10 16 0,-3 4 0,-1 5 0,-5 12 0,0 5 0,0 5 0,0 6 0,-1 6-237,0 5 237,0-4 0,0 1-1408,0 16 1408,0-13 0,0-1 0,0 14 0,1-14 0,0 0 0,0 13 0,0-15 0,2-1-494,0 4 494,1-3 0,1-3-285,2 4 285,-1-10 0,2 2 185,-4-11-185,-1-4 327,1-5 1,0-4 0,3-4 0</inkml:trace>
  <inkml:trace contextRef="#ctx0" brushRef="#br0" timeOffset="203554">20702 7622 5734,'-3'8'0,"1"1"0,1 7 0,0-2 0,1 6 0,-1 6 0,1 1 0,-1 1-457,-1 1 0,1-1 457,0-5 0,-1-1 0,1 1 0,0-1 0,1-1 0,0 7 0,0-9 0,2 5 0,1-3 0,-1-9 0,0 4 0,-5-11 914,0-2-914,-2-3 0,0-4 0,0-2 0</inkml:trace>
  <inkml:trace contextRef="#ctx0" brushRef="#br0" timeOffset="203793">20554 7609 5734,'3'-4'0,"15"-1"0,-3 3 0,10-1 0,2 1 0,4-1 0,-6 1 0,1-1 0,19-2-1590,-11 1 1590,10-2 0,-17 3 47,-3-2-47,-3 2 0,-4 0 0,-5 2 0,-2 0 0,-4-1 0,-1 0 0</inkml:trace>
  <inkml:trace contextRef="#ctx0" brushRef="#br0" timeOffset="204161">20957 7623 5734,'15'2'0,"-3"-1"0,22 2 0,-16-1 0,19 5 0,-21-3 0,4 4 0,-8 0 0,2 25 0,-8-12 0,-2 21 0,-14-5-437,-1-6 437,1-4 0,-2 0-949,-2 5 949,-5 10 0,8-15 0,0 0-358,4-3 358,1-2 0,3-3 0,5 1 0,3-7 282,3-1-282,2-11 0,9-8 0,-4-3 181,6-7 1,-7-1-1,-1-1 1</inkml:trace>
  <inkml:trace contextRef="#ctx0" brushRef="#br0" timeOffset="204342">20972 7817 5734,'17'9'0,"3"-1"0,4-2 0,4-3 0,2-2 0,9 1-230,-7-2 0,0-1 230,-5-2 0,-3 0 0,15-2 0,-14 2 0,0-1 0</inkml:trace>
  <inkml:trace contextRef="#ctx0" brushRef="#br0" timeOffset="206730">18869 9060 5734,'5'15'0,"1"0"0,9 18 0,-2-8-1793,8 10 1793,-4-8 0,1 2 0,1-1 0,-5-9 0,1 1 0,1 0 0,0 0 0,0 0 0,0-1 0,12 14 0,-10-12 139,-3-3-139,0-2 0,-3-3 386,0 1-386,-10 0 0,-2-5 0,-10-2 0,-1-9 0</inkml:trace>
  <inkml:trace contextRef="#ctx0" brushRef="#br0" timeOffset="206922">18977 9388 5734,'23'-30'0,"2"-4"0,-7 13 0,-1-1-1802,10-11 1802,-2 4 0,-1-1 0,-10 12 502,4-7-502,-13 17 0,-1 0 0,0 0 0</inkml:trace>
  <inkml:trace contextRef="#ctx0" brushRef="#br0" timeOffset="207656">19292 9117 5734,'-3'10'0,"1"0"0,-2 6 0,0 18 0,0 3 0,0-1-316,0 3 0,1 2 316,5-1-824,1-9 824,3 8 0,5-4-588,-1-11 588,4 5 0,0-9 0,7-7 0,-4-7 0,3-9 0</inkml:trace>
  <inkml:trace contextRef="#ctx0" brushRef="#br0" timeOffset="207837">19305 9119 5734,'10'3'0,"9"4"0,-4-1 0,5 3 0,-9-4 0,0 1 0</inkml:trace>
  <inkml:trace contextRef="#ctx0" brushRef="#br0" timeOffset="208187">19488 9219 5734,'-6'19'0,"2"-3"0,-1 8 0,0 8 0,1-7-1014,0 9 1014,3-11 0,0-1 151,1-2-151,0-2 0,1-1 209,-1-4-209,1-2 0,-1-4 0,0-1 512,2-2-512,0-4 142,2-3-142,0-3 0,13-35 0,-7 17-377,0 0 0,-1 0 377,-1 4 0,-1 2 0,-1 1 0,0 3 0,0-1 0,-2 6 0,1-1 0,-3 8 754,1 1-754,7 21 0,-2 10 0,3 4 0,-3-1 0,-3-10 0,-3-6 0,0 3 0,-3-9 0,1-3 0,-1-1 0</inkml:trace>
  <inkml:trace contextRef="#ctx0" brushRef="#br0" timeOffset="208509">19634 9096 5734,'11'0'0,"1"-1"0,7-1 0,-3-1 0,4-1 0,-1-2 0,-6 3 0,3-2 0,-6 2 0,-2 2 0,-2 1 0,-3 3 0,-3 2 0,-1 4 0,0 4 0,1 11 0,1-2-547,2 10 547,3-7 0,0 3 0,2 0 0,0 1 0,1-1 0,-1 0 0,0-2 0,-1-1 0,-2-2-216,-1-1 216,-3-2 0,-1-2-20,-4 3 20,0-7 0,-4 1 0,3-9 533,-4-6-533,1-2 0,-1-6 0,3 1 0</inkml:trace>
  <inkml:trace contextRef="#ctx0" brushRef="#br0" timeOffset="209161">20824 9232 5734,'-8'1'0,"-4"1"0,2 0 0,-4-1 0,-2 3 0,6-2 0,-5 3 0,11-4 0,0 1 0,3-1 0,3 1 0,3-1 0,4 0 0,4 0 0,4 1 0,6-2 0,19 0 0,-6 0-286,-11-1 1,2 0 285,2 1 0,2-1-371,3 0 1,3 0 370,3 0 0,4 0 0,-3 0-1287,4 0 0,-1 1 1287,-7-1 0,0 1 0,-3-1 0,-3 2 0,-3-1-575,1 0 0,1 1 575,-2 0 0,1-1 0,0 1 0,-1-1-45,-2 1 1,2 0 44,9 0 0,0 0 0,-10-1 0,-1 0-164,8 1 1,-2-1 163,8-1 0,-4 0 1268,7-1-1268,-15 1 1134,3-1-1134,-16 1 557,-4-1-557,-2 2 1217,-5-1-1217,-3 1 994,-9 0-994,-2 0 0,-16 2 0,7 0 47,-8 2-47,8-2 0,1-1 0,0 0 0</inkml:trace>
  <inkml:trace contextRef="#ctx0" brushRef="#br0" timeOffset="209599">20427 9294 5734,'-4'17'0,"0"0"0,3 0 0,7 6 0,3-5 0,8-1 0,4 0 0,6-2-534,-1-3 0,0-2 1,13-5-1,2-3 1</inkml:trace>
  <inkml:trace contextRef="#ctx0" brushRef="#br0" timeOffset="209770">21878 9215 5734,'-2'21'0,"-9"18"0,3-11 0,-8 11 0,7-24 0,-2-4 0,2-1 0</inkml:trace>
  <inkml:trace contextRef="#ctx0" brushRef="#br0" timeOffset="212950">22287 9001 5734,'2'6'0,"4"8"0,-1-4 0,9 21 0,-4-13 0,7 10 0,-5-9 0,1-2-334,-1 2 334,2-1 0,4 5 0,0 0 0,1 0-342,0-1 1,-2-1 341,-7-10 0,0-2 0,-1 2 0,-3-5 0,-1 2 310,-5-4-310,-5 2 0,-1-3 0,-3 1 0</inkml:trace>
  <inkml:trace contextRef="#ctx0" brushRef="#br0" timeOffset="213157">22300 9285 5734,'9'-20'0,"0"0"0,9-11 0,-3 6 0,6-7 0,-3 8 0,1 1 0,1-3-481,-2 4 1,0 2 480,-6 8 0,-4 2 57,-1 1 1,-3 2 0,-1 1 0</inkml:trace>
  <inkml:trace contextRef="#ctx0" brushRef="#br0" timeOffset="213428">22618 8963 5734,'-13'42'0,"1"-3"0,8-15-911,1 0 911,-1 1 0,2 0 0,1 0 0,1 8 0,2-9 0,0 6 0,5-5 0,-1-8 294,3 3-294,-2-9 151,8 0-151,-7-7 0,7 0 0,-9-8 0</inkml:trace>
  <inkml:trace contextRef="#ctx0" brushRef="#br0" timeOffset="213715">22813 9099 5734,'6'10'0,"0"8"0,-3-3 0,-6 23 0,-3-9 0,-1 7 0,-1-5 0,5-14 0,0 4 0,1-10 0,2 2 0,2-5 0,-1 1 0,3-6 0,-1-2 0,2-3 0,-1-3 0,0-3 0,0-1 0</inkml:trace>
  <inkml:trace contextRef="#ctx0" brushRef="#br0" timeOffset="213888">22754 9171 5734,'16'5'0,"0"0"0,5-2 0,-5-1 0,5-1 0,-7-1 0,3-3 0,-5 1 0,4-4 0</inkml:trace>
  <inkml:trace contextRef="#ctx0" brushRef="#br0" timeOffset="214465">22867 8986 5734,'10'4'0,"1"1"0,-3 0 0,2 2 0,0 1 0,0 2 0,1 2 0,-1 1 0,9 15 0,-5-1 0,3 5-456,-9-7 456,-4-7-213,-2 6 213,-1-6 0,-3 5 0,-2-8 0,0 0 0,-2-3 0,0 0 0,-1-2 445,-1 0-445,-1-2 56,-7 2 0,7-7 0,-5 1 0</inkml:trace>
  <inkml:trace contextRef="#ctx0" brushRef="#br0" timeOffset="214714">23143 9186 5734,'8'2'0,"0"0"0,3 0 0,-1 0 0,4 1 0,4 1 0,-3-2 0,13 3 0,3 0 0,-6-1 0,2 0 0,-12-3 0,-7 0 0,0 0 0,-8 1 0,-3 2 0,-3-2 0,-2 1 0</inkml:trace>
  <inkml:trace contextRef="#ctx0" brushRef="#br0" timeOffset="214891">23143 9302 5734,'15'3'0,"5"-1"0,9-2 0,-5 0-454,6-1 454,-14 1 149,4 0-149,-6-1 0,5 0 0,-6-1 0</inkml:trace>
  <inkml:trace contextRef="#ctx0" brushRef="#br0" timeOffset="215171">23725 8991 5734,'-7'10'0,"-4"17"0,5-3 0,0 1 0,-4 20-1505,7-12 1,2-1 1504,1 1 0,2 10-48,0-14 48,0-1 316,1-2-316,-1-3 0,0-3 0,0-4 0,-1-4 1424,-3-2-1424,2-7 0,-6-3 0,2-6 0</inkml:trace>
  <inkml:trace contextRef="#ctx0" brushRef="#br0" timeOffset="225037">20551 10247 5734,'-7'-8'0,"2"2"0,0 1 0,4 5 0,2 4 0,3 23 0,5 9 0,3 10-681,1 0 681,0-10 0,2-1 0,2 2 0,2 0 0,1 1 0,0 0 0,0 0-854,2 0 0,-2-4 854,-3-6 0,4 5 0,-11-15 0,2 0 0,-5-7 0,0 1 559,-3-9-559,-2-1 1830,-3-9-1830,0-3 0,-4-10 0,2 0 0</inkml:trace>
  <inkml:trace contextRef="#ctx0" brushRef="#br0" timeOffset="225275">20972 10276 5734,'-4'21'0,"-2"21"0,-1 3 0,0 3-1093,3-16 1,-2 5 0,1-4 513,2-8 1,-2 0 578,0 7 0,-2 4 0,2-2 0,0-1 0,0 0 0,-1 0 0,0 2 0,1-1-290,1 3 1,1-3 289,1-8 0,0 0 101,-1 6 1,1-2-102,1 7-146,1-11 1,0-1 145,-1 4 0,1 8 0,1-27 0,0-3 0</inkml:trace>
  <inkml:trace contextRef="#ctx0" brushRef="#br0" timeOffset="226273">21132 10540 5734,'-4'8'0,"-2"9"0,2-2 0,-3 11 0,1-2 0,-4 19-2705,2-7 2705,3-11 0,0 0 0,0 2 0,1-1 0,-3 15-257,4-15 1,0-1 256,1 9 0,3 10 0,2-12 694,2 5-694,5-9 0,-1-9 0,4 2 0,2-10 319,1-8 1,1-5 0,0-7 0</inkml:trace>
  <inkml:trace contextRef="#ctx0" brushRef="#br0" timeOffset="226669">21174 10746 5734,'12'9'0,"-4"-2"0,3 2 0,-4-2 0,2 4 0,-3-1 0,2 3 0,-3-2 0,1 8 0,-2-3 0,0 6 0,-1 2 0,0 13 0,-1-8-422,2 5 422,-2-17 0,0-2 0,0-2 0,1 2 0,-3-5 0,2 0 0,-2-6 0,0-1 422,-1-2-422,-1-3 0,-2 0 0,-1-5 0,0 1 0</inkml:trace>
  <inkml:trace contextRef="#ctx0" brushRef="#br0" timeOffset="226994">21212 10937 5734,'4'3'0,"1"0"0,-2-2 0,0-1 0,0 1 0,1 0 0,-1 0 0,0 1 0,1-1 0,-2 1 0,1-1 0,-1 0 0</inkml:trace>
  <inkml:trace contextRef="#ctx0" brushRef="#br0" timeOffset="227298">21364 10565 5734,'6'6'0,"2"0"0,10 2 0,-2 0 0,8 5 0,4 4 0,-6-1 0,7 7 0,-1 8-1558,-8-5 1558,4 11-238,-16 1 1,-5 2 237,-4-13 0,-1 0 0,0 14 0,-3-1 0,-15-2 0,1-14 0,-4-4 0,-2-2 0,-1-5 0,-1-1 0</inkml:trace>
  <inkml:trace contextRef="#ctx0" brushRef="#br0" timeOffset="227891">18903 10785 5734,'-9'18'0,"1"1"0,0 15 0,1-5 0,0 13 0,4-11 0,2 0-2570,-1 10 2570,2-10 0,0 0 0,3 0 18,1-2-18,1-2 0,2 5 0,-2-10 543,2 2-543,-3-12 0,-2-3 0,-1-2 1280,-2-2-1280,-2-3 173,-1-4 1,1-4 0,0-3 0</inkml:trace>
  <inkml:trace contextRef="#ctx0" brushRef="#br0" timeOffset="228067">18897 11005 5734,'34'-4'0,"-8"0"0,11-1 0,0-1 0,-12 1 0,1 0 0,11-2-914,2-2 914,-28 5 295,-4-1-295,-1-2 37,-2-1 1,-2-1 0,0-2 0</inkml:trace>
  <inkml:trace contextRef="#ctx0" brushRef="#br0" timeOffset="228222">19181 10818 5734,'-2'-9'0,"1"1"0,-2 0 0,2 5 0,-1 3 0,-1 12 0,0 2 0,-2 9 0,1 11 0,0-6 0,2 3 0,-1 1 0,1 2 0,0-9 0,1 3 0,2 5 0,0-2 0,0-2-72,0 0 0,1-5 0,0-17 1,0-3-1</inkml:trace>
  <inkml:trace contextRef="#ctx0" brushRef="#br0" timeOffset="228537">19471 10773 5734,'-16'26'0,"1"-1"0,0-1 0,3-2 0,-1 4-1580,1 2 1580,0 3 0,2 0 0,-2 16 0,4-13 0,0 10 0,4-6 497,4 0-497,3-12 0,1-1 0,2 6 260,5 1-260,-6-23 0,3 0 0,-1-9 0,2-1 0</inkml:trace>
  <inkml:trace contextRef="#ctx0" brushRef="#br0" timeOffset="228851">19503 10979 5734,'11'-5'0,"-1"0"0,-1 3 0,14 0 0,-11 4 0,10 2 0,-13 7 0,-4 1 0,0 4 0,-5-1 0,-6 14 0,0-5 0,-5 11 0,-2 2-938,3-8 938,-3 8 0,6-14-269,1-1 269,1-2 0,2-2 0,2-3 0,3 0 0,2-6 0,2-1 910,2-7-910,4-6 297,-2-3-297,3-5 0,-4 0 0,0-2 0</inkml:trace>
  <inkml:trace contextRef="#ctx0" brushRef="#br0" timeOffset="229011">19482 11145 5734,'12'2'0,"3"-1"0,2 0 0,3-2 0,2-1 0,13-5 0,-9 2 0,8-5 0,-6 0 0,-9 1 0,4-4 0,-11 4 0</inkml:trace>
  <inkml:trace contextRef="#ctx0" brushRef="#br0" timeOffset="229214">19676 10856 5734,'18'27'0,"-8"-6"0,7 14 0,-8 6-2517,-3-7 2517,-2-11 0,-1 2 0,-1 7 0,-2 0 0,1 9 0,0-10 0,-2-1-4,-1 5 4,1-10 0,-3 2 565,1-14-565,-1-4 0,1-7 0,0-4 0</inkml:trace>
  <inkml:trace contextRef="#ctx0" brushRef="#br0" timeOffset="229415">19943 11025 5734,'16'3'0,"0"-2"0,-1 0 0,19-3 0,-12 1 0,19-2 0,-23 2 0,2 0 0,-11 0 0,-7 3 0,-4 1 0,-7 1 0</inkml:trace>
  <inkml:trace contextRef="#ctx0" brushRef="#br0" timeOffset="229556">19894 11154 5734,'12'6'0,"2"0"0,8-3 0,-2-1-908,9-1 908,-5-2 0,17-4 0,-4-1 0,-12 1 0,0 0 0</inkml:trace>
  <inkml:trace contextRef="#ctx0" brushRef="#br0" timeOffset="230151">20574 11121 5734,'27'9'0,"-5"-4"0,22 2-1639,-13-4 1,1-1 1279,-5-1 1,1 1 358,12-1 0,0 1 0,-7-2 0,0 0 0,2 0 0,1 0-629,1 0 1,0-1 628,2 0 0,0-1 0,0 1 0,1-1 0,-2 0 0,4 0 0,-3-1 0,5 0 0,1 0 0,-6 0-242,7 0 1,-2-1 241,-7 2 0,4-1 0,-2 0 0,-7 0 0,14-1 0,-21 2 0,-1 1 0,7-2 0,1 2 353,-21 3-353,-10 1 0,-18 8 0,-2-2 0,-12 3 0,7-3 0</inkml:trace>
  <inkml:trace contextRef="#ctx0" brushRef="#br0" timeOffset="230418">21144 11300 5734,'-5'5'0,"0"2"0,3 3 0,1 3 0,-1 4 0,0 2 0,0 15 0,1-6 0,0 10 0,4 1-1090,0-10 1090,2 7 0,-1-15 109,0 4-109,0-10 0,3 2 0,0-10 0</inkml:trace>
  <inkml:trace contextRef="#ctx0" brushRef="#br0" timeOffset="231127">22144 11100 5734,'3'5'0,"3"-1"0,-1-2 0,19 1 0,-11-2 0,14 3 0,-13-2 0,0 2 0,2-1 0,7 1 0,-5-2 0,5 1 0,-8-1 0,-1-2 0,-2 1 0,-1-1 0,-3 0 0,0 0 0,-4 0 0,-1 0 0,-9-1 0,0-1 0,-4 0 0</inkml:trace>
  <inkml:trace contextRef="#ctx0" brushRef="#br0" timeOffset="231407">22150 11220 5734,'2'7'0,"3"1"0,-2-5 0,2 1 0,3 0 0,-1-1 0,5 0 0,5 1 0,-3-2 0,6 1 0,4-3 0,-6 0 0,8-3 0,1-1 0,0-3 0,17-5 0,-27 3 0</inkml:trace>
  <inkml:trace contextRef="#ctx0" brushRef="#br0" timeOffset="232410">22735 10691 5734,'3'5'0,"-1"2"0,7 12 0,0 1 0,7 15 0,-2-6-2002,5 11 2002,-5-11 0,7 12 0,-4-11 0,3 9 0,-6-15 620,-1-1-620,0-2 0,-1-3 327,-2-2-327,1 1 0,-6-6 0,1 0 0,-5-9 0,-1-3 0</inkml:trace>
  <inkml:trace contextRef="#ctx0" brushRef="#br0" timeOffset="232695">23018 10566 5734,'-3'8'0,"0"2"0,0 3 0,-4 14 0,1-2-379,-3 13 379,3-13 0,-1 0-1349,-3 17 1349,3-13 0,0 0 0,-3 16 0,3-12 0,-1 1 0,2-8 0,1 0 0,-3 9 0,1-2 0,-2 14 0,0-2 0,2-3 0,0-2-888,1-4 888,1-3-421,3-5 421,0-3 206,2-6-206,-1 0 1256,-1-8-1256,0-2 0,2-11 0,0-3 0</inkml:trace>
  <inkml:trace contextRef="#ctx0" brushRef="#br0" timeOffset="233057">23302 10759 5734,'-8'13'0,"0"-1"0,-4 8 0,-1 3 0,0 3-343,0-3 1,0 2 342,-5 18-1470,4-8 1470,6-12 0,0 0 0,-1 9-488,2 13 488,3-12 0,2 7 0,4-16 0,4 4 0,5-5 0,1-3 0,3-9 268,-4-9-268,1-3 1205,-1-3-1205,1-4 0,0-4 0,1-1 0</inkml:trace>
  <inkml:trace contextRef="#ctx0" brushRef="#br0" timeOffset="233334">23316 10923 5734,'20'5'0,"-6"-1"0,8 2 0,-6-1 0,-1 1 0,12 10 0,-11-5 0,10 21 0,-19-15 0,-2 11 0,-19 15 0,5-18-850,-9 19 850,10-26 0,2-2 206,2-1-206,3 2 0,3-5 0,4-1 0,4-8 0,9-5 0,-3-3 0,7-5 0,-8-1 0,0-2 0,-3-3 0,-1 0 0</inkml:trace>
  <inkml:trace contextRef="#ctx0" brushRef="#br0" timeOffset="233516">23313 11021 5734,'25'6'0,"-3"-2"0,12 0 0,10-4 0,-8 0 0,7-5 0,0 0 0,-4-2 0,-5 0 0,-2-1 0,-10-1 0</inkml:trace>
  <inkml:trace contextRef="#ctx0" brushRef="#br0" timeOffset="233763">23729 10728 5734,'17'2'0,"12"13"0,-7 5 0,5 7-1823,-8 3 1823,-8-3 0,-2 4 0,-2 3 0,-1 2 0,-3-9 0,-1 0 0,0 14-505,-2-14 0,0-1 505,-2 9 0,-3-1 624,-1-2-624,-3-8 0,-1 0 0,-10 9-523,-3 2 523,5-20 0,9-14 0,1-1 0</inkml:trace>
  <inkml:trace contextRef="#ctx0" brushRef="#br0" timeOffset="237230">19459 11405 5734,'-1'22'0,"0"1"0,0-1 0,-1 2 0,-3 21-2948,2-8 2948,1-11 0,-1 2 0,0 5 0,-1-1 0,2-6 0,0 0-490,-2 9 0,0 0 490,2-10 0,-1 0 0,0 11 0,0 1 0,1-10 0,-1 0 0,0 8 0,1 0 0,0 10-105,0-2 105,1-4 0,0-3-60,0-2 60,-2 4 0,2-12 1137,-1 3-1137,1-11 1551,1-5-1551,0-2 1305,0-4-1305,0-4 100,0 1-100,0-3 0,0 1 0,1-1 0,0 1 0,1-2 0,2 0 0,28-3 0,-6-1-738,0 1 1,2 0 737,14-3 0,-16 3 0,0 0 0,4-1 0,1 1 0,4-1 0,0-1-1212,3 1 1,1 0 1211,2 0 0,3-1 0,0 2 0,3 0 0,-1-1-612,-8 2 0,-2-1 0,2 1 612,-2-1 0,3 1 0,0 0 0,-2 0 0,1 0 0,-2 0 0,2 0 0,2 0 0,3 0 0,0 0 0,-2 1 0,2-1 0,-1 0 0,1 1 0,-2-1 0,2 1 0,0-1 0,-3 1 0,-1 0 0,-2 0 0,-1 0 0,0 0 0,0 0 0,0 0 0,-1 0 0,-1 0 0,0 0 0,14 0 0,0 0 0,-3-1 0,-2 1 0,-3-1 0,0 0 0,-5 1 0,0-1 0,5 0 0,-2 0 0,-12 1 0,-1 0 0,4-1 0,-2 1 0,-1 0 1,5 0-1,-19 0 2232,-2 1-2232,-26 1 2579,-1 0-2579,-12-1 0,12-2 0,-6-1 0</inkml:trace>
  <inkml:trace contextRef="#ctx0" brushRef="#br0" timeOffset="237476">21342 12155 5734,'11'2'0,"3"1"0,9-1 0,4 1 0,10 0-1093,-5 1 1,4 0 0,-3 1-257,14 3 1349,-10-1 0,-2 1 512,-5 4-512,-3 2 0,-7 3 0,-8 14 0,-11-2 0,-10 12 0,-8-14 0,-9 6 0,-2-1 0,4-4 0,2 0 0,-1 0-244,-1 0 1,-4 6-1,0-2 1,6-7 243,-5 2 0,4-3-43,3-6 1,5-7 0,1-4-1</inkml:trace>
  <inkml:trace contextRef="#ctx0" brushRef="#br0" timeOffset="238768">22182 11672 5734,'3'18'0,"-1"-3"0,-2 8 0,0 7 0,0-3-1642,0 10 1642,0-7 0,1 18 0,1-10-486,-1-13 1,1 1 485,0 10 0,1 0 0,0 11 0,0-12 0,1 6 111,-2-17-111,1-2-129,-1 2 129,0-9 694,0 2-694,0-9 1187,-1 0-1187,0-3 579,0 1-579,0-6 171,1-5-171,-1-1 0,2-8 0,-1 3 0,1-3 0,2-7 0,0 4 0,3-6 0,-2 7 0,6-8 0,-2 6-276,4-6 276,-3 8 0,0 0 0,0 1 0,0 1 0,-1 2 0,4-5 0,-6 11 0,3-4 0,-7 13 276,3 6-276,-2 0 0,3 6 0,-3-1 0,1 9 0,-2-5 0,2 7 0,-3-7 0,3 22 0,-5-17-304,2 15 304,-7-24 0,-2 2 0,1-5 0,-2 1 0</inkml:trace>
  <inkml:trace contextRef="#ctx0" brushRef="#br0" timeOffset="239110">22562 11921 5734,'2'15'0,"0"-1"0,1 5 0,-2-2 0,3 14 0,-2-5 0,-1 10 0,1 5-533,-1-9 533,1 10-706,0-14 706,1-1 0,1-1-353,1-3 353,0-1 0,4 5 0,-2-9 0,2 2 0,-2-10 0,5-1 353,-2-5-353,3 0 837,-5-6-837,1-2 402,-2-3-402,1-3 0,-1-3 0,-1-2 0</inkml:trace>
  <inkml:trace contextRef="#ctx0" brushRef="#br0" timeOffset="239323">22600 11921 5734,'17'3'0,"-4"-1"0,17 3 0,-13-2 0,6 1 0,-3-2 0,-4-1 0,2 1 0</inkml:trace>
  <inkml:trace contextRef="#ctx0" brushRef="#br0" timeOffset="239849">22845 11904 5734,'4'7'0,"1"0"0,-3 1 0,3 0 0,-1 3 0,1 1 0,-1 10 0,-1-3-308,-1 9 308,-1-6 0,0 1 0,-1 1 0,0 1 0,0 0 0,1 9 0,0-9 0,2 7 0,-2-14-1,2 3 1,-2-7 0,1 1 0,-1-8 0,1-3 0,-1-1 307,0-3-307,1-2 2,0-3-2,0-2 0,0-9 0,0 1 0,-1-15 0,0 9 0,-1-18 0,0 14 0,0-19 0,1 19 0,0-7 0,0 14 0,1 1 0,-1 3 0,0 0 0,-1 4 0,0-4 0,0 10 0,1 0 0,2 10 0,1 0 0,2 5 0,1 6 0,-2-2 0,3 6 0,-3-4 0,1 8 0,-1-6 0,1 5 0,-2-8 0,0 3 0,0-4 0,1 2 0,-1-4 0,-1-4 0,1 1 0,-1-5 0,-2-1 0,-2-1 0,0-1 0,0-2 0,-2-3 0,2-1 0</inkml:trace>
  <inkml:trace contextRef="#ctx0" brushRef="#br0" timeOffset="240306">23093 11840 5734,'4'5'0,"5"0"0,-1-3 0,7 1 0,7-3 0,-4 0 0,8 0 0,1-2 0,-8-1 0,5 0 0,-12 1 0,-2 1 0,-2 0 0,-2-1 0,-1 2 0,-6 0 0,-2 3 0,-5 1 0,-4 6 0,4-2 0,-3 4 0,5 0 0,1 1 0,2 4 0,1 7 0,2 2 0,0 4-541,0-2 1,2 0 540,1-2 0,5 14 0,-3-10 0,0-5 0,-1-1 0,0 2 0,0 6 0,-4-5 0,0-8 0,-4 7 0,1-14 0,-5 1 0,-3-5 0,1-4 0,-5 0 1081,4-4-1081,-2-1 0,-1-1 0,1-1 0,1-3 0,0 0 0</inkml:trace>
  <inkml:trace contextRef="#ctx0" brushRef="#br0" timeOffset="245405">10015 9709 5734,'-3'7'0,"1"2"0,1 4 0,1 15 0,2 0 0,1 2 0,-1-5 0,0 2-1522,3 20 0,0 1 1522,-3-20 0,0-1 0,1 11 0,0 0-451,-1-9 1,-1-1 450,1 1 0,0 1-258,-1-2 1,0 2 257,1 10 0,-1-1 0,0-9 0,0-2-440,0 9 0,0-3 440,0 9 0,-1-18 0,0-1 1031,1 10-1031,-1 3 1308,0-20-1308,0-2 645,0-4-645,0 0 1416,0-4-1416,0-1 711,0-5-711,-2-8 229,0-1-229,-1-9 0,-1-9 0,3 3-649,1-11 649,3 7 0,2-14 0,1 10 0,2-9-9,-2 16 1,2 0 8,1 1 0,1 1 0,8-23-566,1 14 566,-9 22 0,1 3 0,1 5 0,0 5 609,0 6-609,-2 6 0,0 5-613,-1 5 613,-2 4 0,-1 3 56,-2-4 0,1 7 0,-1 0-56,2 10 0,1 1 0,-3-11 0,1 2 0,-1-4-490,2 4 0,0-7 490,-1-10 0,-1-3 0,1-3 0,-2-5 0,0-2 0</inkml:trace>
  <inkml:trace contextRef="#ctx0" brushRef="#br0" timeOffset="245809">10386 10212 5734,'-4'8'0,"1"1"0,1 14 0,1-2 0,-2 11 0,0 11 0,1-8-285,0-11 0,1 1 285,1 2 0,1-1-1082,0 14 1082,2-13 0,-1-1 0,4 9 0,0-11 0,1-1 0,3 11 0,6 7-607,-5-18 607,2-3 0,0-3 0,1-4 0,0-2 0,10-4 0,-7-5 0,7-4 0,-8-5 0,-2-3 350,-3-2-350,-3-2 0,-3-4 0,-2-3 0,-2-2 0</inkml:trace>
  <inkml:trace contextRef="#ctx0" brushRef="#br0" timeOffset="245993">10327 10210 5734,'8'-5'0,"9"-2"0,-1 3 0,8-1 0,-3 1-622,1 2 622,0 0 0,1 1 0,-2 1 0,-1-1 0,-1 1 0</inkml:trace>
  <inkml:trace contextRef="#ctx0" brushRef="#br0" timeOffset="246399">10634 10240 5734,'0'16'0,"1"8"0,1-5 0,1 7 0,1 6 0,0 12 0,-2-7-908,1 5 908,-4-23 66,0 5-66,1-7 0,0 2 0,0-7 0,0-4 0,0-1 0,1-6 678,1-2-678,0-4 164,1-4-164,4-11 0,-1 2-335,3-8 335,-2 5 0,1-1 0,1 0 0,0 1 0,-1 1 0,0 3 0,1 1 0,-2 3 0,-1 1 0,2 0 0,-3 5 0,2-1 335,-3 7-335,5 5 0,-2 2 0,3 7 0,1 13 0,-1 3 0,0 0-524,0 2 1,0 0 523,-5-7-549,2 8 549,-3-8 0,1 4-68,-2-12 68,-2-2 0,-1-3 0,0-1 0,0-8 0,0-1 0</inkml:trace>
  <inkml:trace contextRef="#ctx0" brushRef="#br0" timeOffset="246776">10964 10186 5734,'14'1'0,"-3"-1"0,5 0 0,4-2 0,12-3 0,-10 1 0,5-2 0,-19 3 0,1 0 0,-4 1 0,2 2 0,-4 2 0,-1 3 0,-2 3 0,-1 1 0,1 4 0,-5 32 0,3-17-487,0-1 1,0-1 486,2 2 0,0 1-126,1 1 126,0 16 0,0-11-348,0 11 348,-2-14-644,0-2 644,-2-1 0,-2-2 0,-1-1 0,-7 9 0,1-11 0,-4 5 856,2-13-856,-3 0 0,4-6 124,-2-1-124,7-7 361,2-4-361,2-3 0,5-7 0,3 0 0</inkml:trace>
  <inkml:trace contextRef="#ctx0" brushRef="#br0" timeOffset="248385">11498 9829 5734,'-9'-9'0,"2"1"0,6 6 0,1-1 0,4-5 0,1 3 0,10-6 0,-3 6 0,7-2 0,-4 2 0,9 0 0,-3 2 0,6 2 0,3 5 0,-7 2-489,7 6 489,-11 1 0,3 15 0,-7-5-727,2 12 727,-11-7 0,-3 1 0,-2 2 0,-3 0 0,-2 1 0,-6 12 0,2-10 0,-5 9 0,5-15-224,-6 17 224,3-8 0,-2 5 0,6-15 0,1-4 0,0-6 0,-1 3 110,-1-5 0,2-5 0,-1 1 1</inkml:trace>
  <inkml:trace contextRef="#ctx0" brushRef="#br0" timeOffset="248555">11765 10754 5734,'3'7'0,"-1"-4"0,1 1 0,0-6 0,2-3 0,2-3 0,7-18 0,-3 9 0,2-14 0,-5 14 0</inkml:trace>
  <inkml:trace contextRef="#ctx0" brushRef="#br0" timeOffset="266307">11878 8278 5734,'3'0'0,"3"0"0,-1-1 0,5 0 0,14-2 0,0 1 0,13-2 0,-3 0 0,4 2 0,2 1-684,-14 1 0,1 0 684,8 0 0,5 1 0,-5 1 0,-6-1 0,-2 2 0,21 1 0,0 1 0,-20-3 0,0 1-592,7 0 1,0 1 591,11 0 0,-3 0-244,-5-1 244,10 1 0,-16-2-383,5 0 383,-18-1 0,-4-1 801,-4 0-801,-7-2 0,-7-1 0,-7-1 0</inkml:trace>
  <inkml:trace contextRef="#ctx0" brushRef="#br0" timeOffset="270142">5062 17735 5734,'2'-3'0,"-1"0"0,0 3 0,0 1 0,0 0 0,1 0 0,0-2 0,-1 3 0,1-3 0,-1 2 0,1-1 0,0 0 0,2 0 0,4 0 0,3-1 0,5 0 0,0 0 0,2-1 0,11-4 0,3-1 0,6-2-870,-2 1 1,0-1 869,3-2 0,1-1-1191,1 0 1191,-1 0-897,-1 2 897,-3 1 0,-1 1 0,9 2 0,-18 3 0,-1 1 0,17 0 1311,-3 2-1311,-15 3 1259,-7 1-1259,9 3 1257,-13-4-1257,2 2 0,-5-2 0,-3-1 0,1 0 0,-2-1 0,-1-1 0,-1 0 0,-3 0 0,-1 0 0,-2 3 0,0-2 0,-3 4 0,-2 7 0,1-1 0,-4 5 0,2-2 0,1-2 0</inkml:trace>
  <inkml:trace contextRef="#ctx0" brushRef="#br0" timeOffset="274457">12967 17896 5734,'-10'-2'0,"0"0"0,2 1 0,0-1 0,3 2 0,-1-1 0,4 1 0,1 0 0,1 2 0,0-1 0,0 1 0,-1 0 0,0-1 0,0 0 0,0 1 0,1 0 0,0 0 0,0-1 0,0 0 0,12 3 0,-3-1 0,10 1 0,-3-3 0,12-1 0,-4 0 0,9-1 0,-7-1 0,2-1-791,2 1 791,1-1 0,2 1 0,2 1 0,1 0 0,0 1 0,2 0 0,1 1 0,0 1 0,2 1 0,0 0 0,1 0 0,1-1 0,0 0 0,0 0 0,-11-2 0,1 0 0,-8 0 0,0-1-723,9 1 1,-1-2 722,12 0 0,0 0-401,-14 0 0,0 1 401,16-1-79,-10 1 1,1 1 78,0 0 0,-1 1 0,-7-1 0,0 1-209,5 0 0,-3 0 209,1 1 0,15-1 0,-12 1 969,10-1-969,0-2 0,-15-1 0,0-1 0,-6 2 0,1-1-7,3-1 0,-2-1 7,1 1 0,-1-1-148,-3 1 148,-2 0 0,7 0 0,-9 2 1029,5-1-1029,-9 2 0,1 0 253,-1 1-253,1 0 0,-1-1 0,3 1 0,2-2 989,1 1-989,2-2 0,11-2 0,-5 1-445,9-1 445,-9 2 0,0-1 0,3 1 0,0-1 0,-8 1 0,1 1 0,14-2 0,-14 1 0,2 0-19,-1 1 1,2 0 18,12-1 0,2-1 0,3 1 0,0 0-641,0-1 1,-2 1 640,-8-1 0,-2 0 0,-10 1 0,1 0 0,11-1 0,1-1 0,-10 2 0,1-1 0,10 0 0,-2 1 0,-9 0 0,-2 0 0,-1 1 0,2-1 0,21 1 0,0 0 0,-17 0 0,-1 0 0,17 1 0,0-1-477,-11 1 1,-3-1 476,-6 1 0,1-1 0,17-1 0,1 0 0,-18 1 0,0-1-345,8 0 1,0 0 344,-9 1 0,-1-1 0,0 0 0,0 0 0,1 0 0,0-1 0,1 1 0,-1-1 0,0 1 0,1-1 0,-1 0 0,1 1-201,-1-1 0,0 0 201,0 0 0,0 0 0,10 0 0,0 0 0,-9 1 0,0 0-28,7 0 1,-1 1 27,8-1 0,-2 1 497,6 0-497,-14 0 0,4 1 0,-17 0 1345,-3 0-1345,-3 0 656,-2 0-656,-4 0 1435,-4 0-1435,-13 3 464,-5 1-464,-22 1 0,11-2 0,-12-2 0</inkml:trace>
  <inkml:trace contextRef="#ctx0" brushRef="#br0" timeOffset="275674">18607 17950 5734,'-5'-1'0,"-4"1"0,6 0 0,0 2 0,11-1 0,1 1 0,9 2 0,21 0 0,-1-2-362,-10 0 1,5-1 361,11-2 0,7 0 0,-3 0-1051,-11 0 0,-3 0 1,4 0 1050,6 0 0,4-1 0,1 1 0,-3 0 0,0-1 0,-3 1 0,1-1-465,-8 1 0,0 1 0,0-1 1,1 0 464,2 0 0,1 1 0,0-1 0,0 1 0,1-1 0,-1 1 0,2 0 0,3 0 0,-4 0 0,2 0 0,2 1 0,1-1 0,-2 1 0,-1-1 0,0 1 0,-3-1 0,1 1 0,0 0 0,2-1 0,1 1 0,3 0 0,1 0 0,0 0 0,-2 0 0,-2 0 0,-2 0 0,-2-1 0,-1 1 0,0 0 0,0-1 0,0 1 0,0 0 0,0 0 0,2 0 0,1-1 0,3 1 0,2-1 0,2 1 0,0-1 0,-2 0 0,-1 1 0,-2-1 0,-2 0 0,-1 0 0,0 0 0,3 0 0,-1 0 0,1 0 0,2 0 0,-1 0 0,0 0 0,-1 0 0,4-1 0,0 0 0,-2 0 0,0 0 0,-3 0 0,0 0 0,-3 0 0,0-1 0,2 1 0,-4 0 0,3-1 0,0 1 0,-3-1 0,-2 1 0,3-2 0,-4 1 0,-1 0 0,14-1 0,-3-1 0,-6 1 0,-2 0 0,-5 1 0,-2-1 0,-4 0 0,-2 1 0,16-2 0,-8 1 0,-7 0 985,-5 0-985,-3 1 2719,-5 1-2719,4-1 1234,-8 2-1234,3-1 796,-8 0-796,-2 1 0,0 1 0,-2 1 0,-3-1 0,0 1 0,-2-3 0,0 0 0</inkml:trace>
  <inkml:trace contextRef="#ctx0" brushRef="#br0" timeOffset="275907">23364 17800 5734,'-8'0'0,"0"0"0,4-1 0,0 1 0,0-1 0,1 0 0,1-3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25:05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1378 3355 24575,'-17'0'0,"4"0"0,13 0 0,0 0 0,0 13 0,13-10 0,-9 11 0,9-14 0,-13 0 0,0 0 0,13 0 0,-10 0 0,11 0 0,-14 0 0,13 0 0,-10 0 0,11 0 0,-1 0 0,-10 13 0,11-10 0,-14 11 0,13-14 0,-10 0 0,24 0 0,-24 0 0,11 0 0,-1 0 0,-10 0 0,24 0 0,-10 0 0,-1 13 0,11-10 0,-24 11 0,24-14 0,-24 0 0,24 0 0,-24 0 0,24 0 0,-24 0 0,24 0 0,-11 0 0,1 0 0,9 0 0,-9 0 0,0 0 0,9 0 0,-9 0 0,0 0 0,9 0 0,-9 0 0,0-14 0,9 11 0,-9-10 0,-1 13 0,11 0 0,-10 0 0,13 0 0,0 0 0,-14 0 0,11 0 0,-10 0 0,13 0 0,-1-14 0,1 11 0,0-10 0,0 13 0,-13 0 0,10 0 0,-11 0 0,14 0 0,-13 0 0,9-14 0,-9 11 0,13-10 0,-13 13 0,9 0 0,-9 0 0,0 0 0,9 0 0,-9 0 0,13 0 0,0 0 0,-14 0 0,11 0 0,3 0 0,3 0 0,-3 0 0,-3 0 0,-11 0 0,14 0 0,0 0 0,0 0 0,-13 0 0,10 0 0,-11 0 0,14 0 0,0 0 0,0 0 0,0 0 0,0 0 0,0 0 0,0 0 0,0 0 0,0 0 0,0 0 0,0 0 0,0 0 0,0 0 0,0 0 0,0 0 0,-1 0 0,-12 0 0,10 0 0,-11 0 0,14 0 0,0 13 0,0-10 0,0 11 0,0-14 0,0 0 0,0 0 0,0-14 0,0 11 0,0-10 0,0 13 0,0 13 0,0-10 0,0 11 0,0-14 0,0 0 0,0 0 0,0 0 0,-1 0 0,1 0 0,-13 0 0,10 0 0,-11 0 0,14 0 0,0 13 0,0-10 0,0 11 0,0-14 0,-13 0 0,9 0 0,-9 0 0,13 0 0,0 0 0,0 0 0,0 0 0,-14 0 0,11 0 0,-10 0 0,13 0 0,0 0 0,-14 0 0,11 0 0,-10 0 0,13 0 0,-1 0 0,1 0 0,0 0 0,0 0 0,0 0 0,0 0 0,0 0 0,0 0 0,0 0 0,0 0 0,0 0 0,-13 13 0,9-10 0,-9 11 0,13-14 0,0 0 0,-14 0 0,11 0 0,-10 0 0,-1 0 0,11 0 0,-10 0 0,13 0 0,-14 0 0,11 0 0,-11 0 0,1 0 0,10 0 0,-11 0 0,14 0 0,-13 0 0,10 0 0,-11 0 0,14 0 0,0 0 0,-13 0 0,9 0 0,-9 0 0,13 0 0,0 0 0,-13-14 0,9 11 0,-9-10 0,13 13 0,0 0 0,0 0 0,0 0 0,0 0 0,0 0 0,0 0 0,-1 0 0,1 0 0,14 0-506,-11 0 506,10 0 0,-13 0 0,0 0 0,13 0 0,-9 0 0,9 0 0,-13 0 0,13 0 0,-10 0 0,11 0 0,-14 0 0,13 0 0,-10 0 0,10 0 0,1 0 0,-11 13 0,10-10 0,1 11 0,-11-14 0,10 0 0,0 0 0,-9 0 0,22 0 0,-22 13 0,22-10 0,-23 11-1280,24-14 1280,-10 0 0,-1 0 0,11 0 0,-11 0 0,1 0 0,9-14 0,-9 11 0,0-10 0,9 13 0,-22 0 0,22 0 0,-23 0 0,24 0-672,-24 0 672,11 0 0,-1 0 0,-10 0 0,10 0-190,-13 0 190,0 0 451,0 0-451,0 0 0,0 0 0,0 0 771,13 0-771,-9 0 0,9-14 0,-13 11 0,0-10 649,0 13-649,0 0 210,0 0-210,0 0 0,0 0 0,-14 0 0,24 0 0,-20 0 0,10 0 503,-3 0-503,-11 0 64,14 0-64,0 0 0,0 0 0,0 0 0,0 0 0,0 0 0,0 0 0,0 13 0,0-10 0,13 11 0,-10-14 0,11 0 0,-14 0 0,0 0 0,0 0 0,-1 0 0,1 0 0,0 0 0,0 0 0,0 0 0,0 0 0,0 0 0,0 0 0,0 0 0,0 0 0,0-14 0,27 11 0,-21-10-1065,34 13 1065,-37 0 0,11 0 0,-1-14 0,-10 11 0,24-10 0,-24 13 0,24 0 0,-24 0 0,10 0 0,0-14 0,-9 11 0,22-10 0,-22 13 0,9 0 0,0 0 0,-10 0 0,11 0 0,-1 0 0,-10 0-305,10 0 305,-13 0 0,14 0 0,-11 0 0,10 0 0,-13 0 0,13 0 0,-9 0 0,9 0 0,-13 0 0,0 0 0,0 0 0,0 0 0,0 0 0,0 0 0,0 0 0,0 0 0,-14 0 0,11 13 1048,-10-10-1048,-1 11 322,11-14-322,-11 0 0,1 0 0,10 0 0,-11 0 0,1 0 0,10 0 0,-11 0 0,14 0 0,-13 0 0,9 0 0,-9 0 0,13 0 0,0 0 0,0 0 0,0 0 0,0 0 0,0 0 0,0 0 0,0 0 0,0 0 0,0 0 0,0 0 0,0 0 0,13 0 0,-10 0 0,10 0 0,-13 0 0,0 0 0,-13 0 0,9 13 0,-9-10 0,13 11 0,0-14 0,0 0 0,-13 0 0,9 0 0,-9 0 0,13 0 0,0 0 0,-14 0 0,11 0 0,-24 0 0,24 0 0,-10 0 0,-1 0 0,11 0 0,-10 0 0,-1 0 0,11 0 0,-11 0 0,14 0 0,0 0 0,0 0 0,0 0 0,0 0 0,0 13 0,0-10 0,0 11 0,0-14 0,0 0 0,0 0 0,0 0 0,0 0 0,0 0 0,0 0 0,0 0 0,0 0 0,-14 0 0,11 0 0,-10 0 0,13 0 0,-1 0 0,1 0 0,0 0 0,0 0 0,0 0 0,0 0-486,14 0 486,-11 0 0,10 0 0,-13 0 0,0 0 0,0 0 0,0 0 0,-13 0 0,22 0 0,-32 13 0,33-10 0,-23 11 0,26-14 0,-10 0 0,10 0 0,-13 0 0,0 0 0,0 0 0,0 0 0,0 0 0,14 0 0,-11 13-426,10-10 426,-13 10 0,13-13 0,-9-13 0,9 10 475,-27-10-475,11 13 0,-10 0 0,-1 0 0,11 13 0,-24-10 437,11 10-437,-1-13 0,-10 0 0,11 0 0,-1 0 0,-10 0 0,11 0 0,-14 0 0,0 0 0,13 0 0,-10 0 0,11 0 0,-14 0 0,0 0 0,-14 0 0,-2 0 0</inkml:trace>
  <inkml:trace contextRef="#ctx0" brushRef="#br0" timeOffset="78250">15212 5551 5734,'-3'4'0,"1"0"0,0 0 0,2-1 0,0-1 0,1 1 0,0-1 0,2 2 0,1 1 0,1 0 0,4 2 0,34 15 0,-19-11-535,3 1 0,0-1 535,0-3 0,1-1-388,14 1 388,-10-3 0,-5-2 0,0-1 0,3 0 0,9-2 0,8-4 0,-18 0 0,8-6 0,-1-1 0,-7-2-413,-3 2 1,-2-2 412,-4-2 0,0-2 0,10-12 0,-9 7 0,8-9 0,-10 9 0,7-13 0,-7 7 0,6-9 0,-9 11 0,-1 0 0,0 0 890,-2 1-890,6-11 0,-8 9-286,4-8 286,-7 11 0,-2 0-403,-2 0 403,-2-1 0,-2-1 0,-6-11 0,-2 8 43,-4-9-43,-2 11 0,-2 0 0,-4-1 0,-2 1 0,4 7 0,-2 0 0,-13-9-688,10 9 1,0 2 687,-14-5 0,7 9 0,-1 2 0,8 3 0,-3 1 0,-11 1 0,-5 2 0,4 1 0,7 2 0,-2 3 0,-2 1 0,-6 2 0,0 1 0,6 1-669,0 1 0,3 2 669,-2 1 0,-3 0 0,4 3 0,-5 8 0,3 1 0,8-4 0,1 2 0,-7 7 0,3 3-171,10-8 1,3 3 170,-4 15 0,3 2 0,5-11 0,2 3 0,5 5 0,1 7 0,3 1 0,2-4 0,4-6 0,3-3 0,1 3-161,-2 0 1,-1 3 0,2-2 0,3-3 160,9 8 0,6-6 0,4 0 0,2-3 0,-5-7 0,0-1 0,7 6 0,2-1 0,-10-12 0,0-2 0,0 0 0,-1-1 0</inkml:trace>
  <inkml:trace contextRef="#ctx0" brushRef="#br0" timeOffset="82867">3078 8795 5734,'12'-2'0,"1"0"0,-2 0 0,9-1 0,-1 0 0,7 0 0,-5 0 0,2 1 0,1 0 0,15-1 0,-6 1-1063,10 0 1063,-11 1 0,7 0 0,4 2 0,-10 0 0,0 0-926,13 0 0,-1 1 926,-15 0 0,-3 1 0,10 0-806,1 1 806,-1 0 0,-12-2 0,1 1 0,14 0 0,-15-1 0,1 1 0,8-2 0,-9 0 0,0 0 0,14 0 0,-16-1 0,2 1 0,14-1 0,-2 0 0,5 0-477,-5 0 0,-1 0 477,-6 0 0,0 0 175,0 0-175,0 0 0,1 1 0,-1-1 0,2 1 0,-1-1 0,0 0 0,1 0 0,-2 0 0,2-1 0,-1 1 0,0-2 0,0 1 0,12-1 0,-10 1 0,9-2 0,-15 1 0,0 0 0,-2 1 1087,1 0-1087,-1-1 0,0 1 0,0 0 0,1 0 377,-2 0 1,3-1-378,3 1 0,2 0 0,-1-1 0,0 1 62,0 0 0,-2 0-62,5-1 0,0 1-220,1 0 220,0-1 0,0 0 0,0 0 0,0-1 0,-1 1 0,0 0 0,-1 1 0,3 0 0,0 1 0,5 0-336,-5-1 0,-2 1 336,-5 0 0,-1 1-626,12-1 626,-7 0 0,8-1 0,-9-1 0,0 0 0,3-1 0,1-1 0,2 0 19,3-1-19,0-1 0,2 1 0,-1-1 0,1 1 0,-1 0 0,1 0 0,-1 1 0,1-2 0,-1 1 0,1 0 0,-11 2 0,0-1 0,-7 1 0,0 0-235,8-1 1,1 0 234,-9 1 0,-1 0 0,1 0 0,1 0 0,1 0 0,1-1 0,14 0 0,1-1 0,-9 1 0,1 1 0,9-2 0,3 0 0,-14 3 0,0-1 0,1 1 0,1 0 0,1 0 0,5 0 0,-5 2 0,4 0 0,4 0 0,2 0 0,-2 1 0,-1-1 0,-5 1-308,3-1 0,-4 0 0,-1 0 0,5 1 308,-1 0 0,5 0 0,2 1 0,-2-1 0,-3 1 0,-7-1 46,5 1 0,-2-1-46,7 1 0,5 0 0,-3 0-46,-2 0 0,-1 0 46,0 0 0,3-1 0,-3 1 0,2-1 0,-1 0 0,-5 0 0,2 0 0,-2 1 0,4-2 0,-1 1 0,8 0 0,-6 0 0,-16-1 0,-4 0 0,-4 0 0,-4 0 1117,3 0-1117,-8 0 2786,2-2-2786,-11 2 1831,-1-2-1831,-8 3 0,-1-1 0,-5 1 0</inkml:trace>
  <inkml:trace contextRef="#ctx0" brushRef="#br0" timeOffset="84394">11440 7952 5734,'-24'-12'0,"-3"-1"0,-7 0 0,-2 0-697,12 5 0,-2-1 697,-16-3 0,-8-2 0,5 2-1478,10 3 0,1 1 1478,-2-1 0,-3 0 0,2 0 0,5 2 0,1 1 0,-1 1-55,-11-3 0,-2 2 1,-2-1 54,5 3 0,-2 0 0,0 0 0,2 0-407,-7 0 0,1 0 1,1 1 406,3 2 0,1 1 0,4 1 0,5 0 0,3 1 0,1 0 0,-2 1 0,-10 3 0,-1 1 0,11-2 0,1 0 0,-8 3 0,-1 2 0,3 0 0,3 2 0,7-2 0,1 0 0,-6 3 0,-1 2 0,4 3 0,0 4 0,2-3 0,3-1 0,1 0 0,-3 3 0,-2 3 0,5-3 0,-6 13 0,3 2 0,8-9 0,0 1 0,5-6 0,1-1 0,-4 8 0,2-1 0,-4 12 0,4-1 0,2 1 0,5-1 0,7-11 0,1 1 0,4 16 433,1-15 1,1-1-434,11 13 0,4 0 0,-8-21 0,0 0 0,2 0 0,0 0 0,3 0 0,0-1 0,3 1 0,0-2-338,3 1 0,0-2 338,2 1 0,2-1 0,0 0 0,4-1 0,-1-2 0,4-1 0,-2 0-96,8 2 1,0-1 95,-4-2 0,1-1 0,0-1 0,5 0 0,-1-1 0,2-1 0,1 0 0,-14-4 0,0-1 0,0 1 0,0-1 0,1 0 0,0-1 0,1 0 0,-1-1 0,1 1 0,-1-2 0,1 1 0,0-1 0,-1-1 0,1 1 0,-1-2 0,0 1 0,0-1 0,-1-1 0,12 1 0,6-4 0,-15-2 0,6-4 0,4-1 0,-1-2 0,-2 2 0,-6 0 0,4 0 0,-6 1 0,5-3 0,-2-1 0,6-2 0,3-2 0,-1-1 0,-6 0 0,-9 3 0,0-8 0,-7-1 0,9-9 0,-2-2 0,-12 8 0,-2 1 0,-1-3 0,-2 0 0,-1-2 0,-1-1 0,-1 0 0,-3-2 0,-2 1 0,-1-1 0,-2 1 0,1-5 0,-3-1 0,-4 3 0,-2-4 0,-1-1 0,-1 7 0,-3-4 0,-2 2 0,0 0 0,-3-3 0,-1 6 0,0 8 0,-3 3 0,-11-8 0,-2 1 0,8 9 0,-2 0 0,-9-5 0,-2 3 0,10 9 0,1 3 0,-3 0 0,1 2 0,-2 2 0,-1 0 0,0 3 0,-1 1 0,-3 1 0,-1 2 0,-1 1 0,-1 1 0,-1 1 0,-2 1 0,1 0 0,-1 1 0</inkml:trace>
  <inkml:trace contextRef="#ctx0" brushRef="#br0" timeOffset="90593">21048 7997 5734,'-15'-6'0,"0"0"0,-20-5 0,11 4 0,-7-3 0,-8-3 0,5 1 0,-8-2-225,13 4 0,-4-1 1,2 1 224,0 2 0,3 2 0,-10-5 0,-5 2 0,1 1 0,5 0 0,-2-1 0,-2-1 0,-4 0 0,6 1 0,1 1 0,-4-1 0,13 3 0,2 1 0,3 0 143,-14-1-143,18 4 0,-5-1 0,-1 0 0,9 2 0,-7-2 0,3 3 0,6-1 0,-8 1 0,0 0 0,5 0 130,-5 0-130,0 1 0,6 0 0,-5 1 0,-1 0 0,6 0 0,-6 1 0,0 2 0,5-1-208,-6 2 208,6-2 0,-1 1 0,1 0 0,-1-1 0,-5 5 0,-2 1 0,1-1-192,0 2 1,1 0 191,8-1-282,-6 5 282,6-3 0,-6 4 0,0 2 0,6-4 0,-5 5 0,8-6 0,0 1 0,1 0 0,-4 6 0,-4 10 0,4-6-192,0 5 192,9-13 680,0 0-680,-1 7 0,2-4 355,0 4-355,0-2 0,3-5 0,-2 4 0,3-6 0,1 6 0,0-5 0,2 5 431,0-6-431,1 0 0,1 0 0,-1 0 0,1 1 0,-1 0 0,2 0 0,0 7 0,1-5 0,0 5 0,3 0 0,-2-4 0,6 13 0,-2-11 0,1 3 0,1 0 0,2 1 0,7 15 0,-3-10-674,-4-7 674,4 8 0,-5-10 0,6 8 0,-2-6 0,4 5 0,2-3 0,-5-5-34,13 9 34,-7-6 0,1-1-475,-2-2 475,-7-7 0,9 6 0,-4-4 0,6 4 0,-7-6 0,1 0 0,0-1 0,1 0 0,0-1 0,0-1 0,2-1 0,-1 0 0,1 0 0,12 2 0,-7-3-744,9 0 744,-10-2 0,0-2 0,1 0 0,1-1 0,0 1 0,0-1 0,1 0 0,-1-1 0,1-1 0,12 0 0,-10 0 0,9-1 0,-1-2 0,-11 0 0,11-1 0,0-3 0,-8 1 201,7-1 1,5-2-202,-5-1 0,0 1 0,1 0 0,-1-1-569,-4 1 1,-5 1 568,-4-1 0,-1-1-328,10-5 328,-10 2 0,8-4 0,-13 3 205,0-1-205,-1-2 0,3-8 0,1-3 0,3-4-524,-4 2 0,-1 1 524,-2 0 0,-7 8 0,1 0 0,7-11 0,-4 4 0,1 0 0,1-5 0,6-9 262,-10 15-262,-1 1 247,-1 1-247,0 1 0,-2 2 0,1-9 0,-4 9 0,1-7 241,-6 10-241,-1 1 0,-3-2 0,-4-7 0,0 5 1345,-5-6-1345,-5 2 0,2 7 546,-6-5-546,4 8 0,0 2 551,-2 0-551,-10-6 0,5 5-550,-8-4 550,5 5 0,-2-2 0,-2-1 0</inkml:trace>
  <inkml:trace contextRef="#ctx0" brushRef="#br0" timeOffset="100226">18303 6809 5734,'4'0'0,"0"0"0,-3 0 0,5 2 0,-2-1 0,2 1 0,2-1 0,-2 0 0,3 1 0,-3 0 0,9 1 0,-2-1 0,5 1 0,-2-1 0,-5 0 0,8 0 0,-7-1 0,8 1 0,6 1 0,-7-1 0,4 1 0,-13-2 0,-2 1 0,6 0 0,-4 0 0,10-1 0,-10 0 0,6-1 0,-1 1 0,-2-1 0,8 1 0,-9-1 0,4 0 0,-4 0 0,-1 0 0,0 0 0,0 1 0,-1 0 0,6 0 0,-3-1 0,5 0 0,0 0 0,-3 1 0,8 0 0,-7 0 0,3 1 0,4-1 0,-8-1 0,7 2 0,-5-1 0,-5 1 0,4-1 0,-5 0 0,0 0 0,1 1 0,6-2 0,-4 1 0,4 0 0,6 0 0,-2 0 0,3 0 0,-5 0 0,-5-1 0,8 0 0,-6-1 0,7 1 0,-8-1 0,8-1 0,-5 0 0,5 0 0,1 0 0,-5 0 0,6-1 0,1 2 0,-5-1 0,16-1 0,-15 2-465,7-2 465,-8 1 0,0 0 0,1 1 0,1 1 0,1 1 0,0-1 0,-1 0 0,0 0 0,0 0 0,10 0 0,-8 0 0,8-1 0,-3 0 0,9-1 0,-8 1 0,11 0-503,-24 1 503,6-1 0,-6 0-117,-1 0 117,1 0 0,11-1 0,-6 1 0,21-1 0,-16 0 435,9-1-435,2 0 0,0 0 0,1 0-740,0 0 1,-2 1 739,-10 0 0,0 2 344,1 0-344,14 2 0,-9-1 0,10 1 0,-20-1 0,-1 0 0,13 1-104,-13-1 0,0 1 104,1-1 0,-1 0-887,13 1 887,-13-2 0,0 1 0,23 0 0,-12-1 0,10 0 0,-1 0 0,-11 0 0,7-1 583,-6 1-583,-8 0-190,4 0 190,-12 1 0,6 0 0,-7 1 297,16 0-297,-5 1 0,0-1 0,2 1 0,-15-2 0,3 1 970,-6-1-970,-2 0 862,0 1-862,2 0 358,-5 0-358,4 1 0,-5-2 0,-1 1 0,-2-2 0,-4 1 0,-2 0 0,-2 1 0</inkml:trace>
  <inkml:trace contextRef="#ctx0" brushRef="#br0" timeOffset="110915">15507 5716 5734,'3'-1'0,"0"1"0,-3-1 0,1 0 0,-1-1 0,2-1 0,-2 0 0,0-1 0,0 2 0,-2 1 0,4 5 0,-3-1 0,3 1 0,-2-3 0,1-1 0,-1-3 0,1 2 0,0 4 0,-1-2 0,-1 4 0,0-5 0,3 0 0,-2-3 0,1 2 0,-2-2 0,1 2 0,0 1 0,0-3 0,-2 6 0,1-4 0,-2 4 0,2-2 0,1-1 0,3 0 0,-1-1 0,1 0 0,-3 0 0,0-1 0,0 0 0,2 1 0,-2-1 0,2 7 0,-2-5 0,1 5 0,0-3 0,1-1 0,-1 0 0,1-1 0,-1 1 0,0 0 0,0 0 0,-2-4 0,-2 6 0,0-6 0,-4 7 0,3-2 0</inkml:trace>
  <inkml:trace contextRef="#ctx0" brushRef="#br0" timeOffset="135194">20772 7926 5734,'-8'4'0,"3"0"0,-1-2 0,3-1 0,1-1 0,0 0 0,7-3 0,3-2 0,11-6 0,21-11 0,-7 5-642,-9 5 1,0 0 641,7-2 0,2-1 0,1 0 0,1 1 0,2 0 0,-13 5 0,1-1 0,11-3 0,5-2 0,-5 3 0,-11 3 0,1 1 0,12-5 0,6-1 0,-7 2 0,6-1 0,-3 0 0,-3 1 0,-14 6 0,2-1-58,-7 1 58,-5 3 0,1-1 0,-7 3 0,-1 0 0,-1 0 1274,0-1-1274,-2 1 67,1-1-67,0 1 0,0-1 0,-1 2 0,2-1 0,-2 1 0,0 0 0,-1 0 0,-8 2 0,0 1 0,-8 3 0,0 0 0,-2 1 0,-1 0 0</inkml:trace>
  <inkml:trace contextRef="#ctx0" brushRef="#br0" timeOffset="135653">21018 8074 5734,'-6'3'0,"3"-1"0,2-1 0,5-2 0,8-2 0,3-1 0,5-2 0,14-3 0,-6 1-417,15-3 417,-9 2 0,1 0 0,10-4 0,2 0 0,-21 6 0,1 0-621,4-2 0,3 0 0,-4 0 621,13-2 0,-1 0-288,-3 1 288,-14 4 0,0-1 0,10-2 0,7-2 0,-18 4 0,-3 1 0,-3 1-27,2 0 27,-6 1 324,1 1-324,-7 1 1865,-2 1-1865,-1 0 369,-1-1-369,-1 1 37,0-1-37,0 2 0,0-1 0,-2 1 0,-6 1 0,2 0 0,-6 0 0</inkml:trace>
  <inkml:trace contextRef="#ctx0" brushRef="#br0" timeOffset="136401">21376 8241 5734,'-5'0'0,"0"2"0,0-2 0,0 1 0,-1 0 0,-3 0 0,5 0 0,-3-1 0,6 0 0,-1 0 0,0 0 0,1 0 0,1 2 0,0 0 0,0 0 0,0-7 0,0 1 0,0-5 0,-1 1 0</inkml:trace>
  <inkml:trace contextRef="#ctx0" brushRef="#br0" timeOffset="137019">21121 7594 5734,'-5'1'0,"-2"3"0,1 1 0,-8 11 0,2-3 0,-6 8 0,-5 6 0,4-5-962,-7 9 962,6-7 0,5-5 0,0 0 0,-9 12 0,8-12 0,0 2 0,0 0 0,0 0 0,-7 10 0,8-11 0,1 0 0,-9 17 0,8-12 0,-2 6 0,9-13 0,3 2 0,4-6 0,4 1 0,6-6 0,19 0 0,-2-3-347,16 0 347,-15-4 0,1-2-530,17 0 530,-14 0 0,0-1 0,12-2 0,0-1 0,3 0 0,-10 0 0,0 0-260,5 0 1,-4 0 259,5 0 307,-34 3-307,-7 3 1418,-4 3-1418,-6 1 0,-5 3 0,-1 0 0</inkml:trace>
  <inkml:trace contextRef="#ctx0" brushRef="#br0" timeOffset="153843">15158 8833 5734,'1'4'0,"0"0"0,-1-2 0,-3 3 0,1-2 0,-3 5 0,4-5 0,-2 7 0,2-6 0,0 3 0,1-5 0,-2 4 0,1-3 0,-3 7 0,3-6 0,-2 4 0,3-2 0,-1 8 0,1-6 0,0 13 0,1-12 0,1 12 0,0-12 0,0 6 0,-1-8 0,0 0 0,2 6 0,0-5 0,0 4 0,-1-6 0,2 1 0,-2-2 0,6 3 0,-3-4 0,5 2 0,0-2 0,0-1 0,4 0 0,-3 0 0,19 1 0,-13-1 0,14 0 0,-17-2 0,0-2 0,1 1 0,1-2 0,9 0 0,-6-1 0,6 0 0,-10 0 0,1 1 0,15-4 0,-9 1 0,8-1 0,-13 3 0,-6 0 0,6-2 0,-5 1 0,4-2 0,-5 1 0,6-2 0,-4 0 0,4-1 0,0-1 0,-4 2 0,4-2 0,-6 2 0,-1 2 0,-1-1 0,0 1 0,-3 0 0,1 2 0,-4 1 0,-1 0 0,1 0 0,-2 1 0,0 2 0,0 0 0,1 0 0,0-2 0,-1 0 0,3-1 0,-2 1 0,2-1 0,-1 1 0,0 0 0,1-1 0,-1 0 0,1 0 0,0-1 0,0 0 0,-1 0 0,1-1 0,5-8 0,-3 2 0,2-3 0,-3 3 0,-3 5 0,1 0 0,-2 3 0,0 1 0,0 0 0,-4 3 0,2-2 0,-4 1 0,6-4 0,-11 4 0,4-5 0,-11 4 0</inkml:trace>
  <inkml:trace contextRef="#ctx0" brushRef="#br0" timeOffset="193970">616 15989 5734,'5'0'0,"-1"-1"0,-3 0 0,0 0 0,0-1 0,0 2 0,0-2 0,0 2 0,0-1 0,2 1 0,-2 1 0,3 0 0,-3 0 0,5 2 0,-3-2 0,5 1 0,-3 0 0,2 0 0,-2-1 0,1 0 0,0 1 0,4-2 0,-3 1 0,2-1 0,-3 0 0,3 0 0,1 0 0,5-1 0,-5 1 0,2-2 0,-2 2 0,-2-1 0,2 0 0,-2 1 0,-1-1 0,1 1 0,0 0 0,5 0 0,-2 0 0,2-1 0,2 0 0,15-2 0,-4-1 0,5 0 0,-13 0 0,-1 0 0,-4 2 0,3-2 0,-1 0 0,-4 1 0,2-2 0,-4 2 0,4 0 0,-3 0 0,2 1 0,-3 0 0,0 0 0,1-1 0,0 1 0,0-1 0,6 0 0,-4 0 0,5-1 0,-1 1 0,-3-1 0,5 1 0,-5 0 0,4 1 0,3-1 0,15-1 0,-12 0 0,5 1 0,-16 2 0,4-1 0,-4 0 0,5 0 0,-6-1 0,1 1 0,0-1 0,6 0 0,-4 0 0,15-3 0,-3 2 0,-1 0 0,2 0 0,-14 3 0,3-1 0,4 1 0,-7 0 0,7 1 0,-5-2 0,-4 0 0,4 0 0,-4 1 0,-2 0 0,2 0 0,0 0 0,0-1 0,5 1 0,-3-1 0,3 0 0,-5 1 0,0 0 0,0-1 0,1 0 0,-2 0 0,6-1 0,-4 2 0,5-2 0,-5 1 0,1 0 0,-1-1 0,1 1 0,-1 0 0,6-2 0,0 2 0,23-4 0,-21 4 0,12-3 0,-23 4 0,17-2 0,-12 1 0,14-1 0,-17 2 0,16-1 0,-4 0 0,2 1 0,12-1 0,11 0 0,-14 0 0,-11 1 0,3 0 0,0-1 0,-2 1 0,1 0 0,1-1 0,-4 1 0,11 0 0,-9 0 0,-7 0 0,4 0 0,-2 1 0,-4 0 0,4 0 0,-1 0 0,-3 0 0,6 0 0,8 0 0,-10 1 0,18-1 0,-19 1-1260,6-1 1260,-6 0 0,9-1 0,2 0 0,1 0 0,0 0 0,-2 0 0,-6 0 0,18-2 0,-14 1 0,14-1 0,-9-1 0,-7 1 0,7-1 0,1 0 1260,11-1-1260,-12 2 0,4 1 0,-3-1 0,-3 0 0,1 1-734,7-1 1,4 1-1,-7 1 734,-1 0 0,-7 0 0,1 1-613,9 0 613,-9-1 0,6 1 0,-3-1 0,-9 0-404,17 1 404,-20-1 0,8 1 0,-7 0 0,-8-1 1922,6 1-1922,-8-1 739,-2 1-739,1 0 557,-1 0-557,-2 0 0,1 0 0,-1 0 0,0 0 0,0 0 0,2 0 0,0 0 0,0 0 0,-2 0 0,-1-1 0,-1 1 0,0 0 0,1 0 0,-2 0 0,2 0 0,-1 0 0,0 0 0,0 0 0,2 0 0,0 0 0,-3 1 0,0-1 0,-8 0 0,2 0 0,-3 0 0</inkml:trace>
  <inkml:trace contextRef="#ctx0" brushRef="#br0" timeOffset="201845">7956 11404 5734,'-2'3'0,"0"0"0,3-2 0,2-1 0,-1 0 0,2 0 0,-1 0 0,12-1 0,-6 1 0,9 0 0,-9 0 0,3 1 0,-2 0 0,2 0 0,2 1 0,-4 0 0,4 0 0,-3-1 0,1 1 0,21 4 0,-14-3-263,15 2 263,-18-4 0,0 1 0,8-2 0,-6 1 0,5-1 0,-8 0 0,0 0 0,0-2 0,-1 0 0,0-1 0,6 0 0,-5 0 0,5 1 0,-6 0 0,-1 0 263,1 0-263,6-2 0,-5 1 0,4 0 0,-8 1 0,0-1 0,0 1 0,0-1 0,-1-1 0,3 0 0,-2 2 0,5-1 0,-5 1 0,3 0 0,6 0 0,-2-2 0,15-1 0,-13 2 0,9-1 0,-15 2 0,4 0 0,-5-1 0,0 1 0,0 0 0,1 0 0,1 0 0,0 1 0,0-1 0,21-5 0,-16 4 0,17-3 0,-7 4 0,-10 1 0,12-1 0,-7 0 0,-7 1 0,14 0 0,-14 0 0,5 0 0,-7 1 0,8 0 0,-5-1-212,6 1 212,-7-1 0,8 0 0,-5 0 0,6 0 0,0 1 0,-6 0-274,7 0 274,-9 0 0,0 0 0,0 0 0,0 0 0,0 0 0,7 0 0,-7 0 0,7 0 0,0 0 0,2-1 0,3 1 0,-6 0 0,0 0-415,7 0 1,-1-1 414,2 1 0,-11 1-277,1 0 277,0 0 0,-1 0 0,1 1 0,-1-1 0,0 0 0,0 1 0,25 6 0,-20-4 244,20 3-244,-10-4 0,-14-1 0,13 1 0,-9 0 0,-7 0 1031,7 0-1031,-2 0 0,-5-2 317,6 1-317,2-1 0,-7 1-347,8 0 347,-9-1 0,1 0 0,-1 1 0,1-2 0,-1 1 0,9-1 0,-7 0 0,7-1 0,1 1 0,3-1 0,-6 0 0,0 1 0,11 0 0,6-1 0,-7-1-861,-7 1 861,8-1 0,-10 1 0,11-1 0,-9 1 0,10-1 0,-13 1 0,15-1 0,-7 2 0,1-1 0,-9 0 0,-1 0-434,10 0 1,-3 1 433,-3-1 0,0-1 0,15-1 0,-11 0 0,10 1-773,-13 0 773,-1 2 109,0-1-109,0 0 0,0 0 0,13 0 0,-9-1 0,9 0 0,-1-1 0,-9 0 0,-6 1 0,0 0 0,5 0 0,9-1 0,-12 1 0,-2 0 0,0 1 0,-1 0 0,0-1 0,11-1 0,-9 1 0,9-1 0,-13 2 0,1-1-274,-2 0 274,0 1 0,-1 0 524,3 1 0,3 0-524,2-2 0,1 1 0,-1 1 0,0-1 13,-1 0 0,-3 0-13,-4 0 0,4 1 0,0 0 0,4 0 0,-5 0 0,0 0 658,5 0-658,10 1 0,-7-1-252,6 1 252,-19 0 0,11 0 0,-7 1 0,7 0-341,-10-2 341,0 1 0,0 0 0,1-1 846,0 1-846,9 0 0,-5 0-482,6 1 482,-9-1 0,9 2 0,-8 0 0,8 0 0,-10 0 0,0-1 326,1 1-326,-2-1 0,1-1 0,-2 1 0,2-1 0,12 1 0,-8-1-222,9 1 222,-11-2 0,10 1 0,-9-1 0,7 0-25,-8 1 1,1-1 24,12 1 0,-6-1 0,-1 1 486,2-1-486,7 1 0,-17-1 0,14 1 0,-14-1 78,4 0-78,-9 0 625,5 0-625,-5 0 0,3 0 55,-1 0-55,1 1 0,1 0 0,-2 0 0,-6 0 0,1 0 0,6-1 0,-4 0 0,4 0 211,-5 0-211,0 0 0,-1 0 0,6-2 0,-5 1 0,4 0 0,-2 0 0,-4 1 0,3-2 0,-5 0 0,5 2 0,-4-1 0,3 1 0,-2 0 0,-2 0 0,4 0 0,-6 0 0,1 0 0,-3 0 0,-1 0 0,-1 0 0,0 1 0,-2-1 0,0 1 0,0 0 0,-2 1 0,-1-1 0,-1 1 0,-4-2 0,-2 0 0,-4 1 0,-6 2 0,-6 1 0,-5 0 0,-3 1 0</inkml:trace>
  <inkml:trace contextRef="#ctx0" brushRef="#br0" timeOffset="209395">19950 17467 5734,'6'0'0,"1"0"0,0 1 0,2 0 0,8 0 0,-1-1 0,7 0 0,7 1 0,-5-1 0,-1 2 0,1-1-1022,8 2 1022,14 2-764,-12-1 1,9 0 0,2 1-1,-7 0 764,2-1 0,0 1 0,1-1 0,8 1 0,-2 0 0,-7-1-725,-5-1 0,-4 0 725,3-1 0,1 0-104,0 0 0,2 0 104,-1 0 0,3-1 0,-2 0 0,6 1 0,3-1 0,-8 0 0,3 0 0,1 0 0,-4-1 0,-4 0 0,-3 0 0,1 0 0,9 0 0,2 0 0,2 1 0,-3-1 0,2 0 0,-1 1 0,-2-1 0,-4 1 0,-3 0 0,4 0 0,2 0 0,5 0 0,-2 0 0,-4 0 0,7 1 0,-5 1 0,1-1 0,1 0 0,-5 0 0,3 0 0,-3 0 0,6 1 0,-1-1 0,-7 0 0,1 0 0,-2 0 0,0 0 0,-2-1 0,-1 1 0,-1-1 0,-2 1 0,0-1 0,-3 0 0,1 0 0,-3 0 0,-1 0 0,22 2 0,-5-1 0,-3 0 0,-4 0 0,-2 0 1014,-4-1-1014,-2 1 0,-3-1 939,-2 0-939,-2 1 0,-1 1 0,-2 0 2630,-1 0-2630,-1 0 1046,0 1-1046,-1-2 105,0 0-105,-1 0 0,0-1 0,-1 0 0,-1 0 0,5 0 0,-7-1 0,3 0 0,-10-5 0,0-2 0,-1-4 0</inkml:trace>
  <inkml:trace contextRef="#ctx0" brushRef="#br0" timeOffset="209584">23289 17492 5734,'-17'6'0,"4"0"0,-11 0 0,10-4 0,-6-3 0</inkml:trace>
  <inkml:trace contextRef="#ctx0" brushRef="#br0" timeOffset="368353">14078 17403 24575,'0'16'0,"0"-2"0,0-14 0,0 0 0,13 0 0,-10 0 0,11 0 0,-14 0 0,0 0 0,13 0 0,-10 0 0,24 0 0,-24 0 0,24 0 0,-24 0 0,11 0 0,-1 0 0,4 0 0,13 0 0,-14 0 0,11 0 0,-11-14 0,14 11 0,0-10 0,0 13 0,0 0 0,0 0 0,0 0 0,-13-14 0,9 11 0,-9-10 0,0 13 0,9 0 0,-9 0 0,0 0 0,9 0 0,-22 0 0,22 0 0,-22 0 0,22 0 0,-23 0 0,24 0 0,-24 0 0,24 0 0,-10 0 0,-1 0 0,11 0 0,-24 0 0,24 0 0,-10 0 0,-1 0 0,11 0 0,-11 0 0,1 0 0,10-14 0,-11 11 0,1-10 0,10 13 0,-11 0 0,1 0 0,10 0 0,-24 0 0,23 0 0,-9 0 0,0 0 0,9 0 0,-9 0 0,13 0 0,0 0 0,0 13 0,0-10 0,0 11 0,0-14 0,0 0-551,13-14 551,-10 11 0,11-10 0,-1 13 0,-10 0 0,10 0 0,-13 0 0,0 0 0,0 0 0,0 0 0,0 0 0,-13 0 0,9 0 0,-9 0 0,0 0 551,9 0-551,-22 13 0,22-10 0,-22 11 0,9-14 0,0 0 0,-9 0 0,9 0 0,0 13 0,-10-10 0,11 11 0,-14-14 0,13 0 0,-10 0 0,11 13 0,-14-10 0,0 11 0,0-14 0,13 0 0,-10 0 0,11 0 0,-14 0 0,0 0 0,-14 0 0,11 0 0,-10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32:25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6170 6140 24575,'30'0'0,"0"0"0,0 0 0,0 0 0,0 0 0,0 0 0,0 14-713,13-11 713,-10 10 0,11-13 0,-1 0 0,-10 0 0,24 0 0,-24 0-1097,24-13 1097,-11 10 0,1-11 0,10 14 0,-24-13-738,10 10 738,0-11 0,-9 1 0,9 10 0,-13-11 0,-14 14 483,11 0-483,-10-13 1256,13 10-1256,-14-11 809,11 14-809,-24 0 0,11 0 0,-1 0 0,-10 0 0,11 0 0,-14 0 0,0 0 0,0 0 0</inkml:trace>
  <inkml:trace contextRef="#ctx0" brushRef="#br0" timeOffset="383">7308 5991 24575,'0'46'0,"0"-3"0,0-13 0,-13 0 0,10 0 0,-10 0 0,13 0 0,0 0 0,-14 0 0,11 0 0,-10-13 0,13-4 0</inkml:trace>
  <inkml:trace contextRef="#ctx0" brushRef="#br0" timeOffset="3766">6859 5871 24575,'0'-17'0,"0"4"0,0 13 0,0 0 0,0-14 0,0 11 0,0-10 0,0 13 0,0 0 0,0-13 0,0 9 0,0-9 0,0 13 0,0 0 0,0-13 0,0 9 0,0-9 0,0 13 0,0 0 0,14 0 0,-11 0 0,10 0 0,-13 0 0,0 0 0,13 0 0,-9 0 0,9 0 0,-13 0 0,0 0 0,13 0 0,-9 0 0,9 0 0,-13 0 0,13 0 0,-9 13 0,9-9 0,0 9 0,-9-13 0,9 0 0,0 0 0,-9 13 0,22-9 0,-22 9 0,22-13 0,-22 0 0,22 13 0,-23-10 0,24 11 0,-24-14 0,24 13 0,-24-10 0,24 11 0,-24-14 0,24 0 0,-24 0 0,11 0 0,-1 0 0,-10 13 0,11-10 0,-1 11 0,-10-14 0,10 0 0,1 0 0,-11 0 0,10 0 0,-13 13 0,0-10 0,14 11 0,-11-14 0,10 0 0,-13 0 0,0 0 0,14 0 0,-11 0 0,10 0 0,-13 0 0,0 0 0,0 13 0,0-10 0,0 11 0,0-14 0,0 0 0,0-14 0,0 11 0,0-10 0,0 13 0,0 0 0,0 13 0,0-10 0,0 11 0,0-14 0,0 0 0,14 0 0,-11 0 0,10 0 0,-13 0 0,0 0 0,-13 0 0,10 0 0,-11 0 0,14 0 0,0 0 0,0 13 0,0-10 0,0 11 0,0-14 0,0 0 0,14 0 0,-11 0 0,10 0 0,-13 0 0,0 0 0,0 13 0,0-10 0,0 11 0,-13-14 0,10 0 0,-11 0 0,14 0 0,0 0 0,0 13 0,0-10 0,-13 10 0,10-13 0,-11 14 0,14-11 0,0 10 0,-13-13 0,10 0 0,-11 14 0,14-11 0,-13 10 0,10 1 0,-11-11 0,1 10 0,10-13 0,-24 14 0,24-11 0,-10 10 0,-1 1 0,11-11 0,-10 10 0,-1 1 0,11-11 0,-10 24 0,-1-24 0,11 10 0,-10-13 0,-1 13 0,11-9 0,-10 9 0,13-13 0,0 13 0,0-9 0,-14 9 0,11-13 0,-10 0 0,13 0 0,0 0 0,0 13 0,0-9 0,0 9 0,0-13 0,0 0 0,0-13 0,0 9 0,0-9 0,0 13 0,0 0 0,13-13 0,-10 9 0,11-9 0,-14 0 0,0 9 0,13-9 0,-10 0 0,24 10 0,-24-24 0,24 10 0,-24 1 0,24-11 0,-10 10 0,-1 1 0,11-11 0,-24 10 0,24 1 0,-24-11 0,24 24 0,-24-24 0,24 24 0,-24-10 0,10-1 0,1 11 0,-11-10 0,10 13 0,-13-14 0,0 11 0,0-10 0,0 13 0,0 0 0,0 13 0,0-10 0,0 11 0,-13-1 0,10-10 0,-11 24 0,1-10 0,10 12 0,-24-12 0,24 10 0,-24-11 0,24 14 0,-24 0 0,24-13 0,-24 10 0,24-24 0,-10 24 0,13-24 0,-14 10 0,11-13 0,-10 13 0,13-9 0,0 9 0,0-13 0,0 0 0,-14-13 0,24 9 0,-6-9 0</inkml:trace>
  <inkml:trace contextRef="#ctx0" brushRef="#br0" timeOffset="60164">10184 9854 24575,'17'0'0,"-4"0"0,-13 0 0,0 0 0,13 0 0,-9 0 0,9 0 0,0 0 0,4 0 0,-1 0 0,11 14 0,-10-11 0,13 10 0,0-13 0,-14 0 0,11 14 0,-10-11 0,12 10 0,1-13 0,0 0 0,0 0 0,-13 0 0,10 0 0,-11 0 0,1 0 0,10 0 0,-24 0 0,23 0 0,-22 0 0,22-13 0,-22 10 0,9-11 0,-13 14 0,0 0 0,0 14 0,0-11 0,13 10 0,-9-13 0,9 0 0,-26 0 0,9 0 0,-9 0 0,13 0 0,0 0 0,0 0 0</inkml:trace>
  <inkml:trace contextRef="#ctx0" brushRef="#br0" timeOffset="62414">12730 9854 24575,'17'0'0,"-4"0"0,-13 0 0,0 0 0,13 0 0,-9 0 0,9 0 0,-13 0 0,0 0 0,13 0 0,-9 14 0,9-11 0,-13 10 0,0-13 0,13 0 0,-10 0 0,11 0 0,-14 0 0,0 0 0,13 0 0,-10 0 0,11 0 0,-14 0 0,0 0 0,13 0 0,-10 0 0,11 0 0,-14 0 0,0 0 0,13 0 0,-10 0 0,11 0 0,-14 0 0,13 0 0,-10 0 0,11 0 0,-14 0 0,13 0 0,-10 0 0,11 0 0,-1 0 0,-10 14 0,24-11 0,-24 10 0,24-13 0,-24-13 0,10 10 0,1-11 0,-11 14 0,24 0 0,-24 0 0,10 0 0,1 14 0,-11-11 0,10 10 0,1-13 0,-11 0 0,24 0 0,-24 0 0,10 0 0,0 0 0,-9 0 0,9 0 0,0 0 0,-9-13 0,22 10 0,-22-11 0,22 14 0,-22 0 0,9 0 0,0 0 0,-9 0 0,9 0 0,0 0 0,-9 0 0,9 0 0,-13 0 0,0 0 0,13 0 0,-9 0 0,9 0 0,-13 0 0,0 0 0,-13 0 0,-4 0 0</inkml:trace>
  <inkml:trace contextRef="#ctx0" brushRef="#br0" timeOffset="82216">11292 5661 24575,'17'0'0,"-4"0"0,-13 0 0,0 0 0,0 13 0,0-9 0,0 9 0,0-13 0,0 13 0,0-9 0,0 22 0,0-22 0,0 22 0,0-22 0,0 9 0,0 0 0,0-9 0,0 9 0,0-13 0,0 13 0,13-10 0,-9 11 0,9-14 0,-13 0 0,0-14 0,13 11 0,-9-10 0,22 0 0,-22-4 0,22-13 0,-9 13 0,13-9 0,0 9-682,0-13 682,0 0 0,0 0 0,0 14 0,-14-11 0,11 24 0,-10-24 0,-1 24 0,11-24 0,-24 24 682,11-11-682,-14 14 0,0 0 0,0 0 0</inkml:trace>
  <inkml:trace contextRef="#ctx0" brushRef="#br0" timeOffset="82795">13778 5421 24575,'-16'34'0,"2"6"0,14-24 0,0 14 0,0-13 0,0 10 0,0-11 0,0 1 0,0 9 0,0-22 0,0 22 0,0-22 0,0 9 0,0-13 0,0 0 0,14 0 0,-11 13 0,10-9 0,-13-4 0,0-4 0,14-9 0,-11 13 0,24-13 0,-24 9 0,24-22 0,-11 22 0,14-22 0,0 9 0,0 1 0,0-11 0,0 10 0,0 1 0,0-11 0,0 24 0,0-11 0,0 14 0</inkml:trace>
  <inkml:trace contextRef="#ctx0" brushRef="#br0" timeOffset="83227">15815 5541 24575,'0'30'0,"0"0"0,0-13 0,0 9 0,0-9 0,13 0 0,-9 9 0,9-22 0,-13 9 0,0-13 0,13 0 0,-9 0 0,22 0 0,-9-13 0,13 9 0,13-22-1078,-10 9 1078,11-13 0,-1 0 0,-10 0 0,24 0 0,-24 0 0,10 14 0,-26-11 0,10 24 0,-24-24 0,10 10 0</inkml:trace>
  <inkml:trace contextRef="#ctx0" brushRef="#br0" timeOffset="84008">11742 6530 24575,'0'16'0,"0"11"0,0-24 0,0 24 0,0-24 0,13 24 0,-10-24 0,10 24 0,-13-24 0,0 24 0,0-24 0,0 24 0,0-24 0,0 10 0,14 1 0,-11-11 0,10 10 0,1-13 0,-11 0 0,24 0 0,-24 0 0,24-13 0,-11 10 0,14-11 0,0 1 0,0 10 0,0-24 0,0 24 0,0-24 0,-13 24 0,9-24 0,-9 24 0,0-10 0,9 13 0,-9 0 0</inkml:trace>
  <inkml:trace contextRef="#ctx0" brushRef="#br0" timeOffset="84429">11921 7878 24575,'17'13'0,"-4"-10"0,-13 11 0,0-14 0,0 0 0,13 13 0,-9-10 0,22 11 0,-22-14 0,22 0 0,-22 0 0,22 0 0,-9 0 0,13-14 0,0 11 0,0-10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35:56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14078 2816 24575,'-17'-14'0,"-9"11"0,9-24 0,-13 24 0,-13-10-1348,9 13 1348,-22 13 0,23-10 0,-24 24 0,10-10-1690,-13 13 1690,1-1 0,-1 1-2227,0 14 2227,0-11 0,0 24-2220,0-11 2220,13 14 0,18-24 0,2 1 0,-6 26 0,10-20 0,2 1 0,5 33 0,8-33 0,2 1 0,6 0 0,0 0-841,-1 7 1,2-1 840,5-4 0,2 0 0,-1 4 0,2 1 0,5-7 0,2 0 0,4 1 0,4-2 0,4-5 0,3-2 0,0 1 0,2-3 0,9-4 0,2-2-559,1 2 1,0-2 558,1-4 0,1-3 0,11 1 0,1-3-531,-6-4 1,0-2 530,7-4 0,0-3 0,-7-6 0,1-2 0,4-6 0,0-3 0,-5-4 0,1-2 0,5 2 0,1-2 0,1-4 0,-2-3 0,-5 1 0,-1-3 0,-1-3 0,-1-4 0,-5-4 0,-2-1-209,-5 6 1,-2-1 208,1-10 0,-3-3 0,-3 7 0,-4 0 0,-3-6 0,-3-2 0,1 1 0,-3 0 85,-10 0 0,-3 0-85,2 0 0,-5 0 697,-17-31-697,6 32 0,-3 1 0,-20-20 0,16 20 0,-2-1 0,-27-19 0,10 3 0,-24 4 0,11 22 0,-14-9 0,-14 13 0,11 14 0,-10-11 0,26 10 0,4-13 0</inkml:trace>
  <inkml:trace contextRef="#ctx0" brushRef="#br0" timeOffset="636">14707 2846 24575,'-17'16'0,"4"-3"0,13-13 0,0 0 0,0-13 0,13 10 0,-9-10 0,22-1 0,-9-2 0,13-14 0,0 13-1201,13-10 1201,-10-3-1786,24-3 1786,-11-10 0,1 13 0,10-13-2054,-11 9 2054,14-9 0,0 13 0,0-13 0,0 10 0,0-11 0,-14 1 0,11 10 0,-11-10-1275,1 26 1275,10-10 0,-24 11 400,10-1-400,-13-10 1486,-13 24-1486,9-10 2136,-22-1-2136,22 11 1637,-22-10-1637,9 13 657,-13 0-657,13 0 0,-9 0 0,9 0 0,-13 0 0,0 0 0,0-14 0,0 11 0,0-10 0,0 13 0,-13 0 0,9 0 0,-9 0 0,13 0 0,-13 0 0,9 0 0,-22 0 0,22 0 0,-9 0 0</inkml:trace>
  <inkml:trace contextRef="#ctx0" brushRef="#br0" timeOffset="910">15516 2037 24575,'16'0'0,"11"0"0,-24-14 0,24 11 0,-11-10 0,14 0 0,0 9 0,0-9 0,0 0 0,0 9 0,0-9 0,-13 13 0,9 0 0,-22 0 0,22 0 0,-22 0 0,9 0 0,-13 0 0,0 13 0,0 4 0,-13 13 0,9 0 0,-22 0 0,22 0 0,-22 0 0,22 0-569,-9 13 569,13-10 0,-13 10 0,10-26 0,-11 10 0,14-11 0,0 1 0,0 10 142,0-24 0,0 10 0,0-13 1</inkml:trace>
  <inkml:trace contextRef="#ctx0" brushRef="#br0" timeOffset="6156">16510 1510 5734,'-2'-5'0,"1"0"0,-1 4 0,1 1 0,-1 2 0,0 0 0,-2 5 0,0 1 0,-3 6 0,-8 19 0,4-10 0,-4 11 0,0 1 0,1 0 0,-1 7 0,0 1 0,2-5 0,4-3 0,-2 6 0,3-7 0,-2 3-533,2 1 1,0-4 532,5-19 0,-1 1 0,2-6 0,-1 2 0,1-6 0,1-3 0,-1 1 1065,-2-7-1065,0-1 0,-1-4 0,0-1 0</inkml:trace>
  <inkml:trace contextRef="#ctx0" brushRef="#br0" timeOffset="6458">16458 1425 5734,'9'43'0,"-2"-7"0,1 1-513,-1-7 513,-1-7 0,0 1-1444,4 15 1444,-4-15 0,1 2 0,1 1 0,-1-1 0,4 14 0,-4-15 0,1 2-4,3 2 1,0 0 3,-3-6 0,2 0 0,4 12 0,0-1 0,1-1 0,1 3 0,-11-24 0,-1 1 0,-2-7 215,-2-2-215,-1-1 1211,-8-4-1211,-1-1 0,-5-5 0,2 0 0</inkml:trace>
  <inkml:trace contextRef="#ctx0" brushRef="#br0" timeOffset="6669">16270 1801 5734,'9'-4'0,"1"2"0,20 3 0,-9 0 0,3 1 0,2-1 0,15 1 0,-11-1 0,1-1 0,11 1-1007,1-1 1007,-24 1 0,-3 0 0,0 0 0</inkml:trace>
  <inkml:trace contextRef="#ctx0" brushRef="#br0" timeOffset="7370">16843 1541 5734,'-2'15'0,"2"8"0,1-4 0,0 6 0,0 2 0,1 6-313,-1-7 0,0 1 313,2 18-1219,-1-11 1219,2 10 0,-1-4 0,-1-12 427,0 6-427,0-2 0,-1-13 0,0 5 0,-1-14 283,0-5-283,0 1 1135,-2-7-1135,1-3 0,-2-3 0,-1-11 0,1 1 0,-2-9 0,1-11 0,1 6-280,1-13 280,3-3 0,4 4 0,1-2 0,-3 17 0,1 1 0,3-13 0,1 3 0,3 10 0,-2 9 0,10-8 0,-9 17 0,7-1 0,-4 12 0,-2 1 0,4 6 0,8 32 0,-12-17-1164,-1 2 0,-2-1 1164,-7-2-633,-8 22 633,0-16 0,-7 14 0,-2-15 0,2-8 0,-2 3 0,-5-5 0,8-9 0,-11 2 0,16-11 2135,-6-4-2135,10 2 1106,0 0-1106,5 2 0,7 8 0,-1-2 0,7 5 0,5 3 0,1 1 0,0-1 0,0 0 0,0 0 0,3-1 0,-9-6 0,15 10 0,-18-10 0,6 3 0,-9-5 0</inkml:trace>
  <inkml:trace contextRef="#ctx0" brushRef="#br0" timeOffset="8339">17467 1761 5734,'-2'-3'0,"3"1"0,3 1 0,3 1 0,5 1 0,25 1 0,-10-1 0,5 0 0,-1-1 0,-4 0-575,15-1 575,-21-1-116,3 2 116,-9 1 0,0 1 0,-10 6 0,-4-1 0,-3 5 0</inkml:trace>
  <inkml:trace contextRef="#ctx0" brushRef="#br0" timeOffset="8552">17539 2021 5734,'10'3'0,"13"0"0,-7-3 0,19 1 0,13-4 0,-16 2-723,13-2 723,-30 3 175,3 3-175,-6 0 0,2 2 0,-7-2 0,-1-1 0</inkml:trace>
  <inkml:trace contextRef="#ctx0" brushRef="#br0" timeOffset="9542">18247 1756 5734,'-13'0'0,"-6"2"0,7 1 0,-16 7 0,14-3 0,-8 7 0,6 1 0,5-2 0,-2 6 0,3 4 0,4-5 0,0 7 0,4 1 0,2-7 0,3 5 0,5-4 0,-1-6 0,5 2 0,33-21 0,-24 0 0,3-2 0,-1-3 0,-8-12 0,-4 4 0,1-7 0,-2-10 0,-4 12 0,-3-2 0,0 1 0,-3 5 0,0-9 0,-4 8 0,3 10 0,-4-5 0,4 12 0,-1 1 0,0 2 0,-1 2 0,0 4 0,-3 13 0,3-4 0,-4 30 0,7-21 0,0 5 0,2 0 0,1-3 0,3 13 0,1-15 0,-1-6 0,2 2 0,2-7 0,-2-5 0,4-1 0,2-7 0,-2-3 0,9-8 0,1-11 0,-4 3-377,1-6 377,-10 10 0,-1-1 0,-2-1 0,1-15 0,-3 11 0,0-23 0,-4 27 0,-1-6 0,-1 14 0,-2-4 0,1 8 377,-2-2-377,0 17 0,1-1 0,-1 9 0,0 16 0,3-11 0,0 3 0,1-1-560,2 1 560,2 7 0,0-13-293,4 6 293,-2-8 0,3 3 0,-1-7 0,-1-5 0,1-2 0,3-7 543,-2-3-543,4-4 0,3-14 0,-5 5 310,5-11-310,-7 1 0,-2 5 0,2-6 0,-4 2 0,-1 6 0,-1-2 0,0 8 0,0 2 0,-1 4 0,1 8 0,-2 6 0,2 5 0,-1 2 0,6 27 0,-2-18 0,3 5 0,0-1 0,0-10 0,17 18 0,-15-25 0,8 3 0,-5-19 0,-3-3 0,5-7 0</inkml:trace>
  <inkml:trace contextRef="#ctx0" brushRef="#br0" timeOffset="9780">18750 1528 5734,'-2'-19'0,"1"-1"0,1 12 0,0 0 0,1 10 0,-1 4 0,2 6 0,1 28 0,-2-10-1093,2 11 1,0 11 0,-1-7 1034,0-16 1,-1-1 57,1 12 0,1 5 0,0-8-130,-1-2 130,2 9 0,-1-13-354,0 4 354,0-16 0,-1 0 0,0-8 3152,0-1-3152,-2-8 184,0-4-184,-2-2 0,-12-34 0,6 15 0,0-2 0,0-1 0</inkml:trace>
  <inkml:trace contextRef="#ctx0" brushRef="#br0" timeOffset="10137">18686 1760 5734,'13'4'0,"1"0"0,6 0 0,-3 0 0,7 0 0,5 1 0,-1-1 0,-2 0-333,2 0 1,-3 0 332,-14-2 162,0 2-162,-3 2 0,-1 2 0,-5 7 0,-2-3 0,-2 6 0,-5 3 0,0-4 503,-2 8-503,1 3 0,1 0 0,2 0-323,-1-1 1,1-1 322,6-11 0,6 5 0,0-10 0,17-1 0,-9-13 0,22-21 0,-21 6 0,8-14 0,-14 1 0,-4 7 0,-2-8 0,-13-4 0,1 15 645,-7-9-645,-2 16 0,3 6 0,-5-1 0,-2 7 0,5 2 0,-7 2 0,9 2 0,0-1 0</inkml:trace>
  <inkml:trace contextRef="#ctx0" brushRef="#br0" timeOffset="10699">19273 1791 5734,'3'10'0,"1"1"0,-1 1 0,6 32 0,-3-18-528,-1-2 1,1 0 527,-1-2 0,-1-1 8,2 4-8,-3-7 0,2 1 0,-2-6 0,-1-6 0,0 0 0,-2-6 781,-2-12-781,0 1 266,-2-9-266,0-9 0,1 10 0,2-25 0,3 24 0,11-24 0,-4 26 0,8-10 0,2 11 0,-4 5 0,6-2 0,-1 3 0,-6 5 0,4 2 0,-11 4 0,1 4 0,-3 0 0</inkml:trace>
  <inkml:trace contextRef="#ctx0" brushRef="#br0" timeOffset="11021">19529 2071 5734,'18'-13'0,"-3"3"0,4-5 0,-1-2 0,-4 3 0,3-5 0,-5-1 0,-4 3 0,1-4 0,-6-3 0,-2 9 0,-4-9 0,0 15 0,-2 2 0,0 4 0,-3 4 0,0 2 0,-5 7 0,-1 18 0,5-8-233,-1 11 233,10-15 0,4 11 0,1-8 0,13 17 0,-7-23 0,23 10 0,-15-19 0,15 1 0,-12-9 0</inkml:trace>
  <inkml:trace contextRef="#ctx0" brushRef="#br0" timeOffset="11389">19925 1830 5734,'-24'7'0,"6"-1"0,-6 5 0,5 6 0,7-2 0,-1 6 0,10 5 0,0-6 0,1 7 0,6 6 0,0-14 0,19 15 0,-13-29 0,11 0 0,-14-15 0,1-2 0,1-12 0,-3 5 0,1-7 0,-4 1 0,0 7 0,-1-2 0,-1 8 0,1 5 0,0 3 0,7 27 0,-2-4 0,1 7 0,-1 3-284,2 8 284,-4-7 0,1 5 0,-1-3-1103,-2-4 0,0 0 1103,3 18 0,-2 0 0,-4-8 0,-2-2 0,2-9 0,-1 0 0,-2 6 0,0 0-510,-2-6 1,-1-2 509,-4 9 0,-5 4 0,-6-20 0,4-11 191,-7-5-191,-3-18 0,6-1 0,-6-11 0,2-12 0,9 6 0,7 11 0,-1-1 0</inkml:trace>
  <inkml:trace contextRef="#ctx0" brushRef="#br0" timeOffset="11719">20115 1836 5734,'11'28'0,"-2"-1"0,-2 11 0,-3-12 0,2 16 0,-3-12 0,-2-9 0,-1 5 0,-1-13 0,-1 1 0,1-5 0,-1-2 0,-1-7 0,0-3 0,-2-4 0,0-8 0,1 1 0,0-7 0,1-5 0,2 5 0,-1-7 0,5-8 0,-1 14 0,8-21 0,-2 27 0,14-15 0,-9 20 0,15-5 0,-17 14 0,6 2 0,-10 4 0</inkml:trace>
  <inkml:trace contextRef="#ctx0" brushRef="#br0" timeOffset="12008">20423 2004 5734,'9'-22'0,"0"0"0,-4-9 0,-4 10 0,-3-24 0,-3 27 0,-13-14 0,8 23 0,-18 2 0,15 10 0,-7 6 0,8 8 0,4-3 0,1 20 0,10-2 0,4 5 0,3-10 0,16-2 0,-11-15 0,19 2 0,-17-13 0,7-3 0,-6-2 0</inkml:trace>
  <inkml:trace contextRef="#ctx0" brushRef="#br0" timeOffset="12304">20678 1812 5734,'-14'-12'0,"0"2"0,1 11 0,5 0 0,-6 10 0,10-3 0,-2 6 0,8 4 0,1-4 0,1 7 0,9 8 0,-5-10 0,4 4 0,-1-1 0,-2-2 0,3 7 0,-12-16 0,-4-4 0,-6 3 0,0-3 0,-5 2 0,0-2 0,3-1 0,-2 1 0,5-1 0,2 0 0,4-2 0,3-2 0,4-3 0,4-3 0,0 0 0</inkml:trace>
  <inkml:trace contextRef="#ctx0" brushRef="#br0" timeOffset="12623">20917 1831 5734,'-16'-12'0,"-7"2"0,7 7 0,-18 4 0,13 6 0,-11 12 0,18-4 0,4 6 0,10-7 0,3 1 0,2 0 0,7 9 0,-1-7 0,6 6 0,9 5 0,-10-11 0,9 10 0,-7-1 0,-9-13 0,2 9 0,-11-18 0,-2 0 0,-8 1 0,3-2 0,-5 0 0,2-3 0,3-1 0,-4-2 0,8 2 0,-2-4 0,8-3 0,1-1 0,4-5 0</inkml:trace>
  <inkml:trace contextRef="#ctx0" brushRef="#br0" timeOffset="12809">21069 1881 5734,'5'37'0,"0"-2"0,-3-12-827,1 1 827,-1 0 0,1 0 0,-2-1 0,1-3 0,-1 6 0,0-9 268,1 4-268,-2-7 34,-2-4 0,-1-4 0,0-4 1</inkml:trace>
  <inkml:trace contextRef="#ctx0" brushRef="#br0" timeOffset="12983">21051 1666 5734,'1'-17'0,"5"-3"0,1 8 0,4-2 0,10 5 0,-4 5 0,5 2 0,1 16 0,-10-2 0,4 10 0</inkml:trace>
  <inkml:trace contextRef="#ctx0" brushRef="#br0" timeOffset="13249">21278 1893 5734,'3'18'0,"3"9"0,-1-6 0,0 5 0,2-2 0,-2-7 0,2 2 0,0-5 0,-1-7 0,2-1 0,1-13 0,-1-1 0,4-7 0,2-16 0,-4 10 0,-1-6 0,0 1 0,-2 2 0,4-16 0,-6 24 0,0-1 0,-2 8 0,-2 1 0,0 6 0,-1-1 0</inkml:trace>
  <inkml:trace contextRef="#ctx0" brushRef="#br0" timeOffset="13525">21538 1974 5734,'23'-12'0,"5"-5"0,-9 6 0,5-6 0,-2-3 0,-5 4 0,4-4 0,0-8 0,-10 10 0,2-14 0,-12 18 0,-5-1 0,-5 7 0,-11 3 0,0 4 0,-9 4 0,-6 10 0,11 0 0,-9 7 0,7 9-1007,8-5 1007,-3 9-71,13-6 0,4 0 71,7 15 0,-4-16 0,3-2 0,14 1 0,4-17 0,-1-6 0,7-4 0</inkml:trace>
  <inkml:trace contextRef="#ctx0" brushRef="#br0" timeOffset="14304">18092 2379 5734,'36'6'0,"-3"-2"0,1 0 0,-6-1 0,3-1-820,6 0 1,8 0 0,1-1 0,-5 0 24,-6 0 1,-2-1-1,3 1 776,5-1 1,3 0 0,2 0 0,-2-1 18,-1 1 0,0-2 0,-1 1 0,-1 0 0,5-1 0,-1 1 0,2-1 0,-3 1 0,3-1 0,1 1 0,1-1 0,-8 1 0,2 0 0,-1 0 0,0 0 0,-2 0 0,1 0 0,-1 0 0,-1 0 0,3 0 0,-2 0 0,2 1 0,1-1 0,0 0 0,2 1 0,-3-1 0,2 1 0,1 0 0,-1-1 0,-1 1 0,-4 0 0,2 0 0,-4 0 0,1 0 0,6 0 0,-3-1 0,7 0 0,3 0 0,2-1 0,0 1 0,-2-1 0,-6 1 0,-6 0 0,7 0 0,-8-1 0,4 0 0,0 0 0,7 0 0,0-1 0,-4 0 0,-11 1 0,-7 0 0,-5 0 0,5 1 0,-2-1 0,8-2 0,5 0 0</inkml:trace>
  <inkml:trace contextRef="#ctx0" brushRef="#br0" timeOffset="14521">22163 2512 5734,'5'2'0,"-1"-2"0,-1-3 0,-1-2 0,2-2 0,-3 0 0,-1-1 0,-2 0 0,-5 1 0,0 1 0,-4 2 0</inkml:trace>
  <inkml:trace contextRef="#ctx0" brushRef="#br0" timeOffset="38162">8830 9680 5734,'27'0'0,"0"1"0,14-1 0,-8 1 0,1-1-1626,-8-1 1,-2 1 1625,2-1 0,3 0 0,5 0 0,4-1 0,-3 0 0,0 1 0,1-1-521,-1 0 1,3 0 0,-3 1 520,-5-1 0,-3 1 0,1 0 0,0-1 0,-1 1 0,1-1 0</inkml:trace>
  <inkml:trace contextRef="#ctx0" brushRef="#br0" timeOffset="38710">11212 9768 5734,'-9'-4'0,"2"1"0,6 1 0,3 1 0,3-1 0,12 0 0,3 1-924,14-3 924,3 0 0,-2-1 0,5-2-772,-2 1 1,4-1-1,2 0 1,-4 0 771,0 1 0,-2 0 0,2-1-277,1 1 1,3-2 0,-1 1-1,-4 2 277,11-1 0,-5 2 0,-11 1 0,2 0 0,5-1 0,5 1 0,-5 0 0,-11 1 0,-1 1 0,19-1 0,-3 1-348,-17 2 348,2 2 0,-19-1 0,-1 0 0</inkml:trace>
  <inkml:trace contextRef="#ctx0" brushRef="#br0" timeOffset="64691">10179 10147 5734,'-7'-8'0,"1"1"0,5 4 0,0 0 0,1 2 0,1 13 0,0-2 0,2 11 0,-2 8 0,0-2-308,-1 12 308,0-14 0,-1 1-635,0 17 635,0-15 0,0 3 0,0 0 0,1 0-755,-1-7 1,0 1 754,0 5 0,0 2-295,1 2 0,-1 1 0,0-2 295,1-2 0,-1-1 0,0 17 0,1-2 0,0-6 214,1-21-214,1 8 486,-2-17-486,0 4 1473,0-8-1473,1-2 1164,1 0-1164,-1-3 0,0-3 0,0 1 0,1-5 0,-2 4 0,2-2 0,-2-3 0,0 2 0,0-6 0,-1 5 0,-1-3 0,0 2 0,-1-1 0,1 0 0</inkml:trace>
  <inkml:trace contextRef="#ctx0" brushRef="#br0" timeOffset="65191">9935 10734 5734,'-6'0'0,"2"0"0,4 0 0,1 2 0,1 2 0,1 2 0,0 0 0,1 1 0,0 1 0,1 1 0,1 1 0,0 1 0,0 1 0,1 2 0,1-1 0,7 14 0,-7-9 0,9 15 0,-10-19 0,11 14 0,-5-11 0,3 2 0,-7-9 0,-3-5 0,-1-1 0,9-4 0,-4-3 0,9-4 0,-3-4-520,1-5 520,4-3 0,0-5 0,1-3 0,-7 6 0,1-2 0,1 1 0,-1-1-586,-1 0 1,0 0 585,11-15 0,-11 16-221,-2 3 221,-3 3 0,-2 2 0,-1 3 445,-1 3-445,0-2 1202,-3 5-1202,1-1 265,-3 4-265,-1 2 0,1 3 0,0 0 0,1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38:20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17612 4463 24575,'0'17'0,"0"-4"0,0 0 0,0 4 0,0 0 0,0 9 0,0-9 0,0 26 0,0-10-770,0 11 770,0-1 0,0-10 0,0 24-1180,0-11 1180,0 1 0,0 9 0,0-22-251,0 9 251,0-13 0,0 0 0,0 0 0,0 0 0,0 0 0,0-14 714,0 11-714,0-24 1209,0 11-1209,0-14 278,0 0-278,-13 0 0,10-14 0,-11 11 0,14-10 0</inkml:trace>
  <inkml:trace contextRef="#ctx0" brushRef="#br0" timeOffset="374">17492 4553 24575,'17'0'0,"10"0"0,-24-13 0,24 9 0,-11-9 0,14 13 0,-13 0 0,10 0 0,-11 0 0,14 0 0,0 13 0,0-9 0,0 9 0,-13 0 0,9 4 0,-9-1 0,0 11 0,9 3 0,-23 3 0,11 11-745,-14-1 745,0-10 0,0 24 0,-14-24-1312,-2 24 1312,-1-11 0,-9 1 0,9 9 0,-13-9 0,0-1 0,0-2 0,0-14 0,0 0-433,14 0 433,-11 0 0,24-14 0,-24-2 679,24-14-679,-24 0 1330,24 0-1330,-24 0 120,24-14 0,-11-2 0,14-14 1</inkml:trace>
  <inkml:trace contextRef="#ctx0" brushRef="#br0" timeOffset="725">18361 4613 24575,'0'16'0,"0"11"0,0-10 0,0 13 0,0 0 0,0 0 0,-13-1-775,9 15 775,-9-11 0,13 24 0,0-24 191,0 23-191,0-22 0,0 9 0,0-13 0,13 0 0,-9 0 0,9 0 0,-13-14 0,0 11 0,0-24 0,-13 24 584,9-24-584,-9 11 0,0-14 0,9 0 0,-22 0 0,9 0 0</inkml:trace>
  <inkml:trace contextRef="#ctx0" brushRef="#br0" timeOffset="990">18002 4583 24575,'16'0'0,"11"0"0,-10 0 0,13 0 0,13 0 0,-10 0 0,24 0-2227,-11 0 2227,14 0 0,0 0 0,0-14 0,0 11 0,0-10 0,-14 13 20,-2 0-20,-14 0 0,0 0 0,-14 0 0,11 0 0,-24 0 0,10 13 0,-13 4 0</inkml:trace>
  <inkml:trace contextRef="#ctx0" brushRef="#br0" timeOffset="1412">19320 4493 24575,'-17'0'0,"-10"0"0,24 0 0,-24 0 0,11 13 0,-14-9 0,0 22 0,0-22 0,0 22 0,0-23 0,0 24 0,13-10 0,-9 13 0,9 0 0,0-14 0,-9 11 0,23-10 0,-11 13 0,14-1 0,0 1 0,14 0-653,-11 14 653,23-11 0,-9 10 0,13-13 0,0 0 0,0 0 0,0 0 0,0 0 0,-13 0 0,9 0 0,-9 0 0,-1-14 0,-2 11 0,-1-24 0,-10 24 0,-3-24 0,-3 11 653,-10-1-653,-1-10 0,-2 24 0,-14-24 0,0 11 0,0-1 0,13-10 0,-9 11 0,9-14 0,-13 0 0,0 0 0,13-14 0,-9 11 0,9-10 0</inkml:trace>
  <inkml:trace contextRef="#ctx0" brushRef="#br0" timeOffset="1888">19739 4972 24575,'17'0'0,"-4"0"0,0 0 0,4 0 0,13 0 0,13 0-1339,-10 0 1339,24 0 0,-11 0 0,14 0 0,-13 0 0,10 0-1297,-11 0 1297,14 0 0,-13 0-425,-4 0 425,-13 0 0,0 0 0,0 0 0,0 0 0,0 0 905,-14 0-905,11 0 1667,-24 0-1667,11 0 489,-14 0-489,0 0 0,-14 0 0,11 0 0,-10 0 0</inkml:trace>
  <inkml:trace contextRef="#ctx0" brushRef="#br0" timeOffset="2138">20338 4792 24575,'17'0'0,"23"14"0,-20-11 0,9 24 0,-2-24 0,-10 24 0,13-11 0,-14 1 0,11 10 0,-24-11 0,11 14 0,-14 0 0,0 0 0,0 0 0,0 0 0,-14 0 0,11 0 0,-10 0 0,-1-14 0,11 11 0,-10-10 0,-1-1 0,11 11 0,-10-24 0,-1 11 0,-2-14 0</inkml:trace>
  <inkml:trace contextRef="#ctx0" brushRef="#br0" timeOffset="3524">21207 4493 24575,'-17'0'0,"4"0"0,13 0 0,0 0 0,0 13 0,0-9 0,0 22 0,0-9 0,0 13 0,0 0 0,0 13 0,0-10 0,0 24 0,0-11-1279,0 1 1279,-14 10 0,11-24 0,-10 23 0,13-22 0,0 22-624,0-22 624,0 9 0,0-13 0,0-14 0,0 11 0,0-24 0,0 24 1238,0-24-1238,0 11 665,0-14-665,0 0 0,13 0 0,-10 0 0,11 0 0,-14 0 0,13 0 0,-10-14 0,24 11 0,-10-10 0,-1 13 0,11 0 0,-11-14 0,14 11 0,0-10 0,-13 13 0,10 0 0,-11 0 0,14 0 0,0 0 0,0 0 0,0 0 0,0 0 0,0 13 0,0-10 0,-13 11 0,9-14 0,-22 0 0,22 0 0,-23 0 0,11 0 0,-14 0 0,0 0 0,0 0 0</inkml:trace>
  <inkml:trace contextRef="#ctx0" brushRef="#br0" timeOffset="4067">22285 4643 24575,'-17'0'0,"4"0"0,0 0 0,9 13 0,-22-10 0,9 11 0,-13-14 0,0 13 0,0-10 0,0 24 0,0-24 0,0 24 0,0-10 0,0 12 0,0-12 0,14 10 0,-11-11 0,11 14 0,-1 0 0,-10-13 0,24 10 0,-10-11 0,13 14 0,0 0 0,0 0 0,0 0 0,0 0 0,13-13 0,4 9 0,-1-9 0,11-1 0,-10 11 0,12-24 0,1 24 0,0-24 0,0 11 0,0-14 0,0 0 0,0 0 0,0 0 0,0-14 0,0 11 0,0-24 0,0 24 0,0-24 0,0 11 0</inkml:trace>
  <inkml:trace contextRef="#ctx0" brushRef="#br0" timeOffset="4572">22854 4643 24575,'-17'0'0,"-9"0"0,9 13 0,0-10 0,-9 11 0,9-1 0,-13-10 0,0 24 0,14-24 0,-11 24 0,-3-10 0,10-1 0,-20 11 0,37-11 0,-24 14 0,24 0 0,-24-13 0,24 10 0,-10-11 0,13 14 0,0-13 0,0 9 0,13-22 0,-10 22 0,24-9 0,-10 0 0,12-4 0,1 0 0,0-9 0,0 9 0,0 0-552,14-9 552,-11 9 0,10-13 0,-13 0 0,0 0-38,0 0 38,0-13 0,-13 9 0,9-9 0,-22 0 0,22 9 0,-23-22 0,11 9 0</inkml:trace>
  <inkml:trace contextRef="#ctx0" brushRef="#br0" timeOffset="5031">23303 4643 24575,'0'16'0,"0"11"0,0-10 0,0 13 0,0 0 0,0-1 0,0 1 0,0 14-774,-13-11 774,10 10 0,-11 0 0,14-9 0,0 9 0,0 0 0,0-9 0,14-4 191,-11-4-191,10-9 0,-13-1 0,0 11 0,0-24 0,-13 11 145,10-14 1,-11 0 0,14 0 0</inkml:trace>
  <inkml:trace contextRef="#ctx0" brushRef="#br0" timeOffset="5405">23154 4703 24575,'33'-17'0,"7"4"0,-24 13 0,28 0 0,-11 0 0,10 0 0,-13 0 0,0 0 0,0 0 0,0 0 0,0 0 0,0 13 0,0-10 0,0 11 0,0-1 0,-14-10 0,11 24 0,-24-10 0,11-1 0,-14 11 0,0-11 0,0 14 0,0 0 0,-14 0 0,-2 0 0,-14-13 0,13 9 0,-9-9-860,-4 13 860,-4 0 0,-9 0 0,13 0 0,0-13 0,-13 9 0,10-22 0,3 22 0,3-23 0,10 24 0,-13-24 0,14 11 0,2-14 0,1 0 860,10 0-860,-11 0 0,14-14 0,0 11 0,0-10 0</inkml:trace>
  <inkml:trace contextRef="#ctx0" brushRef="#br0" timeOffset="5864">23932 4673 24575,'0'16'0,"0"-2"0,0-1 0,-13-10 0,10 24 0,-11-10 0,14-1 0,0 11 0,0-11 0,0 14 0,-13 0 0,10 0 0,-11 0-534,14 13 534,0-9 0,0 9 0,0-13 0,0 0 0,0-13 0,0 9 0,0-9 0,0 13 0,0-14 0,0 11 534,14-24-534,-11 11 0,10-1 0,-13-10 0,0 11 0,14-14 0,-11 0 0,10 0 0,1 0 0,-11 0 0,24 0 0,-24 0 0,24 0 0,-24 0 0,23 0 0,-22 0 0,22 0 0,-22 0 0,22 0 0,-22 0 0,22-14 0,-22 11 0,9-10 0,-13-1 0,0 11 0,0-10 0,-13-1 0,9-2 0,-9-14 0</inkml:trace>
  <inkml:trace contextRef="#ctx0" brushRef="#br0" timeOffset="6137">23723 4613 24575,'16'0'0,"11"0"0,-10 0 0,13 0 0,-1 0 0,1 0 0,0 0 0,0 0-495,14 0 495,-11 0 0,10 0 0,-13 0 0,0 0-24,0 0 24,0 0 0,0 0 0,0 0 0,-14 0 0,11 0 0,-24 0 0,11 0 494,-14 0-494,-14 13 0,11-10 0,-10 11 0</inkml:trace>
  <inkml:trace contextRef="#ctx0" brushRef="#br0" timeOffset="6321">23783 5002 24575,'30'0'0,"13"0"0,-10-13 0,10 9 0,-13-9 0,0 13 0,0 0 0,0 0 0,0 0 0,-13-13 0,9 10 0,-22-11 0,9 14 0</inkml:trace>
  <inkml:trace contextRef="#ctx0" brushRef="#br0" timeOffset="17652">7338 8237 24575,'0'17'0,"0"9"0,0-22 0,0 22 0,0-9 0,14 0 0,-11 9 0,10-9 0,-13 13 0,0 0 0,0 13-987,0-10 987,0 24 0,0-24 0,14 24 0,-11-11 0,10 14 0,-13 0 0,0 13-2303,0-9 2303,0 9 0,14-13 0,-11 0-1265,10-1 1265,-13-12 0,0 10 0,0-11 0,0 14 0,0-13 0,14 9 0,-11-9 0,10 13 0,-13-14 0,0 11 0,0-24 0,0 24 0,14-24 0,-11 24 0,10-24 0,-13 24-547,0-24 547,0 10 598,0-13-598,0 0 2139,0 0-2139,0 0 1440,0 0-1440,0-13 695,0 9-695,0-23 230,0 24-230,14-24 0,-11 11 0,10-14 0,-26 0 0,10 0 0,-11-14 0,14-2 0</inkml:trace>
  <inkml:trace contextRef="#ctx0" brushRef="#br0" timeOffset="19527">7638 8117 24575,'17'0'0,"-4"0"0,-13 14 0,0-11 0,0 10 0,13-13 0,-9 0 0,22 13 0,-22-9 0,22 9 0,-23-13 0,24 13 0,-10-9 0,13 9 0,0-13 0,0 0 0,0 13 0,0-9 0,-1 9 0,1-13 0,0 0 0,0 0 0,0 13 0,0-9 0,13 9-611,-9-13 611,9 13 0,0-9 0,-9 9 0,9-13 0,0 0 0,-10 0 0,24 0 0,-24 0 0,24 0 0,-24 0 0,10 0-717,1 0 717,-11 0 0,10 0-233,-13 0 233,0 0 0,13 0 0,-9 0 0,9 0 0,-13 0 0,0 0 0,13 0 0,-10 0 0,11 0 0,-14 0 0,0 0 0,-1 0 0,15 0 0,-11-13 0,10 9 0,-13-9 0,0 13 582,0 0-582,13 0 0,-9 0 0,9 0 0,-13 0 0,0 0 0,0 0 0,0 0 0,13 0-492,-10 0 492,11 0 0,-14 0 0,-1 0 0,15 0 0,-11-13 0,10 9 0,-13-9 0,14 13 0,-11 0 0,10 0 0,-13 0 0,13 0 0,-9 0 0,9 0 0,0 0 0,-10 0 0,24-13 0,-24 9 0,10-9 0,1 13 0,-11 0 0,24 0 0,-24 0 0,23 0 0,-22 0 0,9 0 0,0 0 0,-9 0 0,22 0 0,-23 0 0,24 0 0,-24 0 0,24 0 0,-24 0 0,24 0 0,-24 0-565,24-13 565,-11 9 0,1-9 0,9 13 0,-9 0 0,13 0 0,-14 0 0,11 0 0,-10 0 0,13 0 0,-14 0 0,11 0 0,-11 0 0,1 13 0,9-9 0,-9 9 0,0-13 0,9 0 0,-9 0 0,-1 0 0,11 0 0,-10-13 0,-1 9 0,11-9 0,-11 13 0,1 0 0,10 0 0,-11 0 0,14 0 0,-13 0 0,9 0 0,-9 0 0,-1 0 0,11-13 0,-10 9 0,-1-9 0,11 13 0,-11 0 0,14 0 0,-13 0 0,9-13 0,-22 10 0,22-11 0,-22 14 0,22 0 0,-23 0 0,24 0-412,-24 0 412,10 0 0,-13 0 0,14 0 0,-11 0 0,10 0-206,-13 0 206,0 0 460,-13 0-460,9 0 1266,-9 0-1266,13 0 693,0 0-693,0 0 235,0 0-235,0 0 0,0 0 0,-14 0 0,11 0 0,-10 0 0,13 0 0,0 14 0,0-11 0,0 10 0,-1-13 0,1 0 0,0 0 0,0 0 0,0 0 0,0 0 0,0 13 0,0-9-551,13 9 551,-9-13 0,9 0 0,0 0 0,-10 0 0,11 0 0,-1 0 0,-10 0 0,24 0 0,-24 0 0,24 0 0,-24 0-1271,24 0 1271,-11 13 0,1-9 0,9 9 0,-9-13-1600,13 0 1600,0 0 0,0 0 0,0 0 0,-1 0 0,1 0 0,0 0 0,0 0 0,0 0 0,0 0 0,0 0 0,-14 0 0,11 0-1018,-10 0 1018,-1 0 0,11 0 0,-11 13 0,14-9 0,-13 9 0,10-13 0,-11 0 0,1 0 0,9 0 0,-22 0 0,22-13 443,-23 9-443,24-9 0,-24 13 0,11 0 0,-15 0 0,1 0 0,0 0 0,0 0 1123,-13 0-1123,10 0 1651,-11 0-1651,14 0 0,0 0 0,0 0 0,0-13 0,0 9 0,27-9 0,-21 13 59,34 0-59,-37-13 0,11 9-229,-14-9 229,0 13 0,13 0 0,-10 0 0,10 0 0,-13 0 0,0 0 0,0 0 0,-13 0 0,9 0 0,-9-13 1150,13 10-1150,0-11 243,0 14-243,-13 0 0,9 0 0,-22 0 0,22 0 0,-9 0 0,-1 0 0,11 0 0,-10 0 0,-1 0 0,11 0 0,-10 0 0,-1-13 0,11 10 0,-10-11 0,-1 14 0,11 0 0,-11 0 0,1 0 0,10 0 0,-11 0 0,14 0 0,-13 0 0,10 0 0,-11 0 0,14 0 0,0 0 0,-13 14 0,9-11 0,-22 10 0,22-13 0,-22 0 0,22 0 0,-22 0 0,22 0 0,-22 0 0,9 0 0,-13 0 0,0 0 0,0 14 0,0-11 0,0 10 0,0-13 0,0 0 0,0 13 0,0-9 0,0 22 0,0-22 0,-13 22 0,9-22 0,-9 22 0,13-22 0,-13 22 0,9-9 0,-9 0 0,13 9 0,0-9 0,0 13 0,-13 0 0,9 0 0,-9 0 0,13 13 0,0-10-814,0 24 814,0-24-1231,0 24 1231,0-11 0,0 14-1807,0 0 1807,0 0 0,0 0 0,0 13-1968,0-10 1968,0 11 0,0-1 0,13-10 0,-11-20 0,0 1 0,11 19 0,-26 10 0,9 0 0,4-10 0,4 11 0,9-14 0,-13-1-866,0 1 866,0 0-179,13-13 179,-9 9 922,9-22-922,-13 9 1951,13-26-1951,-23 9 1760,20-22-1760,-23 9 369,0-13 0,-4-13 0,-13-4 0</inkml:trace>
  <inkml:trace contextRef="#ctx0" brushRef="#br0" timeOffset="21076">8267 10394 24575,'30'-14'0,"13"11"0,-10-10 0,24 13 0,-10 0-2480,-1 0 2480,11 0 0,-11 0 0,14 0 0,-13 13 0,9-10 0,-9 11-1296,13-1 1296,0-10 0,-14 11 0,11-1 0,-10-10-227,-1 11 227,11-14 0,-11 13 0,1-10 0,10 10 0,-24-13 0,23 0 0,-22 0 0,22 14 0,-9-11 0,-1 10 0,11-13 0,-10-13 0,-1 10 0,11-11 0,-24 14 0,24 0 0,-11 0 0,1 0 0,9 0 0,-22 0 0,22 0-616,-22 0 616,9-13 0,0 10 0,-10-10 0,11 13 0,-14 0 0,13 0 0,-10 0 0,10-14 0,-13 11 0,14-10 0,-11 13 0,10 0 873,-13 0-873,0 0 0,13 0 0,-9 0 0,9 0 0,-13 0 0,0 0 0,13 0 0,-10 0 0,11 0 0,-14 0 0,0 0 0,0 0 0,13 0 0,-10 0 0,10 0 0,-13 13 0,14-10 0,-11 11 0,10-14 913,0 0-913,-9 0 0,22 0 0,-23 0 0,24 0-390,-10 0 390,13 0 0,-14 0 0,11 0 0,-11 0 0,14 0 0,0 0-1566,13 0 1566,-9 0 0,9 0 0,-13 0 0,0 0 0,13 0 0,-10 0 0,10 0 0,1 13 0,-11-10 0,10 10 0,0-13 0,-10-13 0,-19 12 0,-1-1 0,20-11 0,-20 12 0,1 2 0,32-1-1115,-31 0 0,0 0 1115,32 0 0,-34 0 0,0 0-1164,20 0 1164,-20 0 0,1 0 0,32 0 0,1 0-392,-33-7 1,-1 0 391,20 4 0,10-10 0,0 13 0,-10 0 0,11 0 0,-1 0 0,-10 0 224,10 0-224,-13 0 0,13 0 0,-9-14 0,9 11 357,0-10-357,-10 13 0,11 0 0,-14 0 317,-1 0-317,1 0 0,0 0 0,0 0 0,0 0 0,0 0 0,0 0 0,0 0 0,0 0 0,13 0 320,-10 0-320,10 0 0,1 0 0,-11 0 0,-20 0 0,0 0 0,21 0 0,-22-7 0,2 0 0,33 4 0,-1-10-239,-32 12 1,-1 2 238,20-1 0,-20 0 0,0 0 0,21 0 243,9 0-243,-13 0 301,-14 0-301,11 0 1174,-24 0-1174,11 0 0,-1 0 0,-10 0 0,10 0 2297,-13 13-2297,-13-10 1976,10 11-1976,-11-14 0,14 0 0,13 0 0,-9 0 0,9 13 0,-13-10 0,0 11 914,13-14-914,-10 0 0,24 0 0,-24 0 0,24 0 0,-24 0 0,10 0 0,1 13 0,-11-10 0,10 11 0,-13-14 0,0 0 732,0 0-732,0 0 0,-13 0 0,9 0 0,-22 0 0,9 0 545,0 0-545,-9 0 43,22 0-43,-22 0 0,9 0 0,0 0 0,-10 0 0,11 0 0,-1 0 0,-10 0 0,11 0 0,-1 0 0,-10 0 0,24 0 0,-24 0 0,11 0 0,-14 0 0,0 0 0,-14 0 0,11-14 0,-24 11 0,11-10 0</inkml:trace>
  <inkml:trace contextRef="#ctx0" brushRef="#br0" timeOffset="43451">23154 5481 24575,'16'14'0,"-3"-11"0,-13 24 0,0-11 0,0 1 0,0 10 0,0-11 0,0 14 0,0 0 0,0 0-509,0 13 509,0-9 0,0 9 0,0 0 0,0 4 0,0 13-1798,0 0 1798,0-1 0,0 1-2201,14 14 2201,-11-11 0,10 10 0,-13 0 0,0-10 0,0-19 0,0-1 0,0 20 0,0-20 0,0 1 0,0 32 0,0 1 0,0-33 0,0-2 0,0 22 0,7-22 0,0 2 0,-4 33 0,10-1 0,-12-32 0,-2-1 0,1 20 0,0 10 0,0 0 0,14-9 0,-13-21 0,1 0 0,11 20 0,-13 11 0,0-14-1551,0 13 1551,0-23 0,0 20 0,0-24 0,0 14-725,0-13 725,0 9 0,0-22 0,0 22 0,0-23 0,0 24 772,-13-24-772,10 11 1807,-11-15-1807,14 1 0,0 0 0,-13 0 0,10 0 0,-11 0 0,14 0 1750,-13-13-1750,10 9 1438,-11-9-1438,1 13 784,10-13-784,-10 9 233,-1-9-233,11 13 0,-24-13 0,24 9 0,-24-23 0,24 24 0,-24-24 0,24 24 0,-24-24 0,11 24 0,-14-24 0,0 24 0,0-24 0,0 24-621,-13-24 621,9 11-1467,-22-1 1467,9 4 0,-13-1 0,0 11-2303,-13-24 2303,10 24-1262,20-25 1,-1-1 1261,-32 26 0,-1-24 0,34 10 0,0 1 0,-34-11 0,33 3 0,-2 1 0,-5 1 0,-1-2 0,6-5 0,-1 1 0,-5 11 0,1 1 0,6-12 0,0-1 0,0 5 0,0 1 0,0 0 0,0 0 0,0-6 0,0 1-1397,-31 11 1397,32-12 0,1-2 0,-20 1 0,-10 0-171,26 13 171,-9-9 0,9 9 1216,1-13-1216,2 0 0,14 0 2457,0 0-2457,0 0 0,1 0 0,-1 0 2345,0 0-2345,13 0 1714,-10 0-1714,11 0 750,-14 0-750,13 13 0,-10-9 0,11 9 0,-14-13 0,0 0 0,13 0 0,-9 0 0,9 0 0,-13 0 0,13 13 0,-9-9 0,9 9 0,1-13 0,-11 0 0,24 0 0,-11 0 0,1 0 0,10 0 0,-11 0 0,1 0 0,10 0 0,-11 0 0,14 0 0,-13 0 0,10 0 0,-11 0 0,14 0 0,0 0 0,-13 0 0,10 0 0,-11 0 0,1-13 0,10 9 0,-24-9 0,24 13 0,-24 0 0,11 0 0,-1 0 0,-10 0 0,11 0 0,-1 0 0,-10 0 0,11 0 0,-1 0 0,-9 0 0,9 0 0,-13 0 0,0 0 0,13 0 0,-9 0 0,9 0 0,-13 0 0,0 0 0,0 0 0,14 0 0,-11 0 0,24 0 0,-24 13 0,10-9 0,1 9 0,-11-13 0,24 0 0,-24 0 0,24 0 0,-24 0 0,24 0 0,-10 0 0,-1 0 0,11 0 0,-10 0 0,-1 0 0,11 0 0,-10 0 0,13 0 0,0 0 0,-14 0 0,11 0 0,-10 0 0,13 0 0,0 0 0,-14 0 0,11 0 0,-10 0 0,13 0 0,-14 0 0,11 0 0,-10 0 0,-1 0 0,11 0 0,-10 0 0,0 0 0,9 0 0,-9 0 0,0 0 0,9-13 0,-22 9 0,22-9 0,-22 13 0,22 0 0,-22 0 0,22 0 0,-22 0 0,22 0 0,-22 0 0,22 0 0,-9 0 0,0 0 0,10 13 0,-24-9 0,24 9 0,-11-13 0,14 0 0,-13 0 0,10 0 0,-11 0 0,14 0 0,0 0 0,-13 0 0,10 0 0,-11 0 0,14 0 0,0 0 0,0-13 0,0 9 0,0-9 0,14 13 0,-11 0 0,10 0 0,-13 0 0,0 0 0,-13 0 0,10 0 0,-11 0 0,14 0 0,0 0 0,0 13 0,0-9 0,0 9 0,0-13 0,0 0 0,-13 0 0,10 0 0,-11 0 0,14-13 0,0 9 0,0-9 0,0 13 0,-13 0 0,10 0 0,-11 0 0,14 0 0,0 0 0,-13 0 0,10 0 0,-11 0 0,14 0 0,-13 0 0,10 0 0,-10 0 0,13 0 0,-14 0 0,11 0 0,-10 0 0,13 0 0,-14 0 0,11 0 0,-10 0 0,13 0 0,0 0 0,-14 0 0,11 0 0,-10 0 0,13 0 0,-14 0 0,11 0 0,-10 0 0,13 0 0,0 0 0,13 0 0,-10-13 0,11 9 0,-14-9 0,13 13 0,-10 0 0,24 0 0,-24-13 0,24 9 0,-10-9 0,26 0 0,-10 10 0,10-24-1206,1 10 1206,-11-13 0,10 14 0,-13-11 0,13 10 0,-9 1 0,9-11-503,-13 10 503,0 1 0,-14-11 0,11 24 0,-10-10 0,-1-1 1174,11 11-1174,-24-10 535,11 13-535,-1 0 0,-10 0 0,11-14 0,-14 11 0,0-10 0,0 13 0,0 0 0,13 0 0,-23 13 0,7-10 0,-14 11 0,4-14 0,-1 0 0,11 0 0,-24 0 0,11 0 0,-14 13 0,0-10 0,0 24 0,0-24-818,-13 24 818,9-11-1222,-22 14 1222,23 0 0,-24-13 0,24 10 0,-11-11 0,1 14 0,10-13 0,-10 10 0,13-24 0,13 23 0,-10-22 0,11 22 767,-1-22-767,4 9 1273,-1-13-1273,11 0 0,-10 0 0,13 13 0,0-9 0,0 9 0,0-13 0,0 0 0,13 0 0,-10 0 0,11 0 0,-1 0 0,-10 0 0,24 0 0,-10 0 0,-1 0 0,11 13 0,-10-9 0,13 9 0,-1 0 0,1-9 0,0 22 0,0-22 0,0 22 0,0-9 0,0-1 0,0 11 0,0-10 0,0-1 0,0 11 0,0-24 0,0 24 0,0-24 0,-13 24 0,9-24 0,-23 11 0,24-1 0,-24-10 0,11 10 0,-14-13 0,0 0 0,0 14 0,-14-11 0,11 10 0,-24-13 0,11 0 0,-14 0 0,0 0 0</inkml:trace>
  <inkml:trace contextRef="#ctx0" brushRef="#br0" timeOffset="44711">22734 5991 24575,'-16'13'0,"2"-10"0,1 11 0,10-14 0,-11 0 0,14 0 0,0 13 0,0-10 0,0 10 0,0-13 0,0 0 0,0-13 0,0 10 0,14-10 0,-11-1 0,24-2 0,-24-1 0,24-10 0,-24 11 0,23-14-1039,-9-14 1039,13 11 0,0-10 0,-13 13 0,9 0-334,-9 0 334,0 0 0,9 0 0,-22 0 0,22 14 0,-23-11 0,24 10 0,-24-13 1021,11 14-1021,-14-11 352,13 24-352,-10-24 0,11 24 0,-14-11 0,0 1 0,0 10 0,0-10 0,13 13 0,-10 0 0,11-14 0,-14 11 0,0-10 0,0 13 0,0 0 0,0-14 0,0 11 0,0-10 0,0 13 0,0 0 0,13 0 0,-10 0 0,11 0 0,-14 13 0,13-10 0,-10 24 0,24-24 0,-24 24 0,24-24 0,-24 24 0,24-11 0,-11 1 0,1 10 0,10-11 0,-11 14 0,1-13 0,10 10 0,-11-11 0,1 14 0,9-13 0,-9 9 0,0-9 0,9 0 0,-22 9 0,22-22 0,-9 22 0,0-22 0,9 9 0,-22 0 0,9-9 0,0 9 0,-9 0 0,22-10 0,-23 11 0,11-14 0,-14 0 0,-14 13 0,11-10 0,-10 11 0</inkml:trace>
  <inkml:trace contextRef="#ctx0" brushRef="#br0" timeOffset="64953">3475 11292 24575,'16'0'0,"-3"0"0,-13 0 0,0 0 0,0 14 0,14-11 0,-11 10 0,10-13 0,-13 0 0,14 0 0,-11 0 0,10 0 0,1 0 0,-11 0 0,10 0 0,1 0 0,-11 0 0,24 13 0,-24-9 0,24 9 0,-24-13 0,10 0 0,1 0 0,-11 0 0,23 0 0,-9 0 0,0 0 0,9 0 0,-22 0 0,22 0 0,-9 0 0,0 0 0,9 0 0,-9 0 0,13 0 0,0 0 0,-14 0 0,11 0 0,-10 0 0,13 0 0,0 0 0,0 0 0,-14 0 0,11 0 0,-11 0 0,14 0 0,0 0 0,-13 0 0,10 0 0,-11 0 0,14 0 0,13 0-472,-9 0 472,9 0 0,-13 0 0,0 0 0,0 0 0,0 0 0,13 0-509,-10 0 509,11 0 0,-14 0 0,13 0 0,-10 0 0,10 0 0,1 0 0,-11 0 0,10 0 0,0-13 0,-9 9 0,22-9 0,-22 13 0,22 0 0,-23 0 0,24 0 0,-24 0 0,11 0 0,-1 0 0,-10 0 0,10 0 0,1 13 0,-11-9 0,10 9 0,0-13 0,-9 0 0,22 0 0,-9 0 0,0 0-919,9 0 919,-23 0 0,24 0 0,-10 0 0,-1 0 0,11 0-1167,-11 0 1167,14 0 0,0 0 0,0 0 0,0 0 0,0-13 0,0 9 0,0-9 0,0 13 0,-1 0 0,1 0-2074,14 0 2074,-11 0 0,10 0 0,-13 0-752,-13 0 752,9 0 0,-9 13 0,-1-9-25,-2 9 25,-1-13 0,-10 0 1342,-3 0-1342,-3 0 0,-11 0 0,14 0 0</inkml:trace>
  <inkml:trace contextRef="#ctx0" brushRef="#br0" timeOffset="68777">11562 12281 24575,'73'13'0,"-29"-11"0,2-1 0,0 6 0,1 0-4062,10-6 1,3-2 4061,-1 1 0,1 0-1223,8-1 1,1 2 1222,-2 5 0,2 1-751,11-5 1,0-1 750,-11 5 0,2 2 0,-13-3 0,2-1 0,-2 0 0,19-2 0,-1-1 0,-18 3 0,2 2 0,-1-2-1291,24-5 1,0 2 1290,0 5 0,0 1 0,0-6 0,-2 1 0,-6 5 0,-1-1-34,-5-5 0,-1-2 1,-1 1-1,-1 0 0,-6 0 1,0 0-1</inkml:trace>
  <inkml:trace contextRef="#ctx0" brushRef="#br0" timeOffset="71372">5302 13778 24575,'30'0'0,"0"-13"0,0 10 0,-1-11-985,15 14 985,-11 0-1328,24-13 1328,-11 10 0,14-11 0,13 14 0,-9 0-945,-21 0 1,0 0 944,20 0 0,-19 0 0,-1 0 0,20 0 0,-20-6 0,1-1 0,19 4 0,10-11 0,0 14 0,-10 0-1750,11 14 1750,-14-11 0,0 10 0,-14-13-360,11 0 360,-24 0 0,10 0 763,-13 0-763,0 0 2239,-13 0-2239,9 0 2069,-22 0-2069,22 0 980,-22 0-980,9 0 261,-13 0-261,0 0 0,-13 0 0,-4 0 0</inkml:trace>
  <inkml:trace contextRef="#ctx0" brushRef="#br0" timeOffset="71646">7308 13748 24575,'-23'39'0,"0"-1"0,-20 22 0,13-4-3347,0-9 3347,0 0 0,0 9 0,0-9 0</inkml:trace>
  <inkml:trace contextRef="#ctx0" brushRef="#br0" timeOffset="72552">18361 13569 24575,'-17'0'0,"4"0"0,13 0 0,0 0 0,13 0 0,4 0 0,13 0 0,13 0 0,4 0-3133,26 0 3133,-29-7 0,2 0-1592,0 6 1,1-1 1591,10-5 0,3 1-1797,-1 4 1,1 4 1796,8 4 0,1 1 0,-1-5 0,0-1 0,6 6 0,-1 0-1477,-5-7 0,0 0 1477,7 0 0,0 0 0,0 0 0,0 0 0,-7-1 0,0 2-391,6 5 1,-1 1 390,-18-5 0,-1-1-64,12 6 0,-2 0 64,-16-7 0,-3 0 607,1-1 1,-2 2-608,30 12 2139,-15-10-2139,-12 11 0,10-14 3032,-37 0-3032,20 0 3249,-37 0-3249,10 0 2198,-26 0-2198,-4 0 0,-13 0 0,-26 0 0,6-14 0,-23-2 0</inkml:trace>
  <inkml:trace contextRef="#ctx0" brushRef="#br0" timeOffset="73037">18810 13269 24575,'17'0'0,"-4"0"0,-13 0 0,0 0 0,-13 0 0,10 0 0,-11 0 0,1 0 0,-4 0 0,-13 0 0,1 13 0,-15-9-626,11 22 626,-10-22 0,-1 22 0,11-9-1260,-23 13 1260,22 0 0,-9 0 0,13-14-106,0 11 106,13-10 0,-9 13 0,23 0 0,-11 0 0,14 0 0,0-14 0,14 11 0,2-24 0,27 24-581,4-24 581,0 24-587,23-24 587,-21 10 0,11-13 0,-3 14-151,-24-11 0,10 10 1,-13-13-1</inkml:trace>
  <inkml:trace contextRef="#ctx0" brushRef="#br0" timeOffset="74313">6889 13419 24575,'17'0'0,"-4"0"0,-13 0 0,13 0 0,-9 0 0,22 13 0,-9-9 0,0 9 0,9-13 0,-9 0 0,0 0 0,9 0 0,-9 13 0,-1-10 0,11 11 0,-24-14 0,24 13 0,-24-10 0,24 11 0,-24-1 0,24-10 0,-24 11 0,24-1 0,-24-10 0,24 24 0,-24-24 0,10 24 0,1-24 0,-11 24 0,24-24 0,-24 10 0,24 1 0,-24-11 0,10 10 0,1 1 0,-11-11 0,10 10 0,-13-13 0,0 0 0,14 0 0,-11 0 0,10 0 0,-13 14 0,0-11 0,0 10 0,0-13 0,0 0 0,-13 0 0,10 0 0,-11 0 0,14 0 0,0 0 0,-13 0 0,10 0 0,-11 14 0,14-11 0,0 10 0,0-13 0,0 0 0,0 0 0</inkml:trace>
  <inkml:trace contextRef="#ctx0" brushRef="#br0" timeOffset="84896">11592 16953 24575,'16'0'0,"-2"0"0,-14 0 0,0 0 0,0 14 0,0-11 0,0 24 0,-14-24 0,11 24 0,-10-11 0,13 14 0,0 0 0,0 0 0,0 0 0,0 0 0,0 0 0,0 0 0,0 0 0,0 0 0,0-14 0,-14 11 0,11-24 0,-24 24 0,11-10 0</inkml:trace>
  <inkml:trace contextRef="#ctx0" brushRef="#br0" timeOffset="85725">17133 16833 24575,'0'30'0,"0"0"0,0 0 0,0 0 0,0 0 0,0 0-1001,0 13 1001,0-9 0,0 22 0,0-9 0,0 0-964,0 9 964,0-23 0,0 11 0,13-14 0,-9 13 448,9-10-448,-13-3 0,0-3 0,0-11 481,0 1-481,0 10 1009,0-24-1009,0 10 27,0-13-27,0 0 0,-13-13 0,-4-4 0</inkml:trace>
  <inkml:trace contextRef="#ctx0" brushRef="#br0" timeOffset="86120">16893 17043 24575,'17'-13'0,"-4"10"0,1-24 0,-11 10 0,24-13 0,-24 14 0,24-11 0,-24 10 0,24 1 0,-24-11 0,23 24 0,-22-24 0,9 24 0,0-24 0,-9 24 0,22-10 0,-22-1 0,9 11 0,0-10 0,-9 13 0,22 0 0,-22 0 0,22 0 0,-9 13 0,0 4 0,9 13 0,-9-1 0,-1 1 0,11 0 0,-24 0 0,24 0 0,-10-13 0,-1 10 0,-2-11 0,-14 14 0,0-13 0,0 9 0,0-9 0</inkml:trace>
  <inkml:trace contextRef="#ctx0" brushRef="#br0" timeOffset="87474">11472 16983 24575,'0'17'0,"0"10"0,0-11 0,0 14 0,0-13 0,0 9 0,0-9 0,0 13 0,0 0 0,0 0 0,0 0 0,0 0 0,0 0 0,0 0 0,0 0 0,0 0 0,0 0 0,0-14 0,0 11 0,0-11 0,0 1 0,0-4 0,0 1 0,0-11 0,0 10 0,0-13 0,0 0 0,13 0 0,-9-13 0,9 10 0,-13-24 0,0 10 0,0-12 0,0-1 0,0 0 0,0 0-527,13-14 527,-9 11 0,9-10 0,-13 13 0,0 0 0,0-13 0,0 9 0,13-9 0,-10 13 0,11 14 0,-14-11 0,0 24 0,0-24 0,0 24 0,0-11 527,0 14-527,0 0 0,0 14 0,0 2 0,0 14 0,0 13-1526,0 4 1526,0 13 0,0-13 0,0 9 0,0-9 0,0 13 0,13 0 0,-10 13 0,11-10 0,-14-3 0,0-17-298,0-13 298,13 0 0,-10 0 0,11-13 0,-14 9 0,0-22 0,0 9 1502,0-13-1502,0 0 322,-14 0-322,11-13 0,-24 9 0,24-22 0,-10 9 0</inkml:trace>
  <inkml:trace contextRef="#ctx0" brushRef="#br0" timeOffset="87839">11202 17163 24575,'17'-17'0,"10"-9"0,-24 9 0,24-13 0,-24 13 0,24-9 0,-11 9 0,14-13 0,-13 0 0,9 14 0,-9-11 0,0 24 0,9-24 0,-22 24 0,22-11 0,-9 14 0,0 0 0,9 0 0,-23 0 0,24 14 0,-24-11 0,24 24 0,-10-11 0,-1 14 0,11 0 0,-10 0 0,-1 0 0,11-13 0,-10 9 0,-1-9 0,11 0 0,-24 9 0,10-22 0,-13 9 0,0-13 0</inkml:trace>
  <inkml:trace contextRef="#ctx0" brushRef="#br0" timeOffset="114671">17163 16983 24575,'-17'14'0,"4"-11"0,13 10 0,0-13 0,0 14 0,0-11 0,0 23 0,0-22 0,0 22 0,0-9 0,0 0 0,0 9 0,0-9 0,-13 13 0,9 13-1017,-9-10 1017,13 24 0,0-24 0,0 24 0,-13-10 0,9 12-2355,-22 1 2355,22 14 0,-9-11 0,0 10 0,10-13 0,-11 0-1679,1 0 1679,10 0 0,-11 0 0,14-1-1126,0-12 1126,0 10 644,0-24-644,0 23 0,0-22 0,0 9 0,0-13 0,0 0 0,-13 0 2059,10-14-2059,-11 11 1850,14-24-1850,0 11 1484,0-1-1484,0-10 140,-13 11-140,10-14 0,-24 0 0,10 0 0,-13 0 0,0 0 0,1 0 0,-1 0 0,-14 0-1032,11 0 1032,-24 0 0,24 0 0,-23 0 0,9 0-2030,-26 0 2030,10 0-1175,19 6 1,1 1 1174,-20-4 0,20 4 0,-1 0 0,-32-7 0,32-1 0,-2 2-1292,-6 5 1,1 1 1291,4-5 0,1-1 0,-6 6 0,0 0 0,0-7 0,1 0 0,5-1 0,-1 2 0,-5 5 0,1 1 0,5-5 0,2-1 0,-1 6 0,0 0-117,1-7 0,-2 0 117,-19 0 0,0 0 0,22 0 0,0 0-443,-21-7 0,1 0 443,-13 4 0,-1-10 0,34 12 0,0 2 0,-34-1 0,1-14 0,32 13 0,1-1 0,-33-25 0,31 25 0,0 1 0,-32-12 0,34 5 0,0 2 0,-34 3 0,33-3 0,-2-1 0,1-1 0,0 2 0,1 5 0,-1-1-87,0-4 1,0-1 86,0 0 0,0 0 0,-7 6 0,1-1 25,4-4 0,1-1-25,-6 0 0,0 1 0,7 4 0,0 0 0,1-5 0,-1 1 0,0 6 0,0 0-489,0-7 0,0 1 489,0 4 0,0 0 0,0-4 0,0-1 0,0 0 0,0 1 0,0 4 0,0 0 0,-31-11 0,33 12 0,-1 2 0,-32-1 0,-1-13 0,34 11 0,0 0 0,-20-11 234,19 12 1,1 2-235,-20-1 469,-10 0-469,13 0 0,0 0 0,0 0 0,0 0 0,0 0 0,0-13 2034,14 9-2034,-11-9 0,24 13 1738,-11 0-1738,1 0 0,10 0 0,-10 0 2079,13 0-2079,0 0 2126,0 0-2126,13 0 322,-10 0-322,24 0 762,-23 0-762,22 0 216,-9 0-216,0 0 0,9 0 0,-9 0 0,13 0 0,0 0 0,13 0 0,-9 0 0,9 0 0,-13 0 0,0 0 0,0-13 0,0 9 0,0-9 0,0 13 0,0 0 0,0-13 0,0-4 0,13 1 0,-9-11 0,9 10 0,0-13 0,-10 0 0,11 14 0,-14-11 0,13 10 0,-10-12 0,11-1 0,-14 0 0,0 0 0,0 0 0,13 0 0,-10 13 0,11-10 0,-14 24 0,0-23 0,0 22 0,0-9 0,0 0 0,0 9 0,0-9 0,0 13 0,0 0 0,0-13 0,0 9 0,0-9 0,0 13 0,0 0 0,0 0 0</inkml:trace>
  <inkml:trace contextRef="#ctx0" brushRef="#br0" timeOffset="114948">10843 17792 24575,'0'17'0,"0"-4"0,0-40 0,13 21 0,-9-34 0,9 23 0,0 0 0,-9-9 0,22 9 0,-23-13 0,24 14 0,-24-11 0,24 24 0,-24-11 0,24 1 0,-24 10 0,24-11 0,-10 28 0,-1-11 0,11 10 0,-10 1 0,-1 2 0,11 14 0,-11 0 0,14-13 0,0 9-1045,14-9 1045,-11 13 0,10 0 0,-13-13-226,0 9 226,0-22 0,0 22 0,0-9 0</inkml:trace>
  <inkml:trace contextRef="#ctx0" brushRef="#br0" timeOffset="117930">9495 14857 24575,'0'-17'0,"0"4"0,0 13 0,0 0 0,13 0 0,-9 0 0,9 0 0,-13-14 0,0 11 0,13-10 0,-9-1 0,9 11 0,0-10 0,4-1 0,0 11 0,9-24 0,-9 11 0,13-1 0,-14-9 0,11 9 0,3 0-492,3-9 492,11 22 0,-15-22 0,1 9 0,14-13 0,-11 13 0,24-9 0,-24 9 0,23 1-1944,-9-11 1944,13 10 0,0 1 0,13-11-2815,-10 10 2815,-20 3 0,1-2 0,32-13 0,1 12 0,-34 4 0,0-1 0,34-2 0,-26 1 0,1 0-1317,-5-1 0,-1 2 1317,6 5 0,0 1 0,-1-6 0,1 1 0,-6 12 0,1-1-1153,11-11 0,0-1 1153,-4 12 0,-1 1 0,0-6 0,0 1 0,6 6 0,-1 0 0,-5-7 0,0 1 0,7 3 0,0 2 0,-7 1 0,1 0 0,4 1 0,0 2 0,-5 3 0,1 1 0,5-6 0,1-2 0,0 1 0,0 0 0,0-1 0,0 2 0,0 5 0,0 1 0,-7-5 0,0-1 0,6 5 0,-1 2 0,-5-1 0,0-1 0,0-5 0,1 1 0,5 11 0,-2 1 0,-10-5 0,0-1-396,4-1 1,1 2 395,-7 5 0,0-1 0,-1-11 0,1-1 0,0 12 0,0 1 0,1-6 0,-2 1 155,33 21-155,-34-15 0,0-1 0,20 3 0,11 10 587,-14-11-587,-1 14 0,1 0 1342,-13 0-1342,10 0 1400,-24 0-1400,10 0 0,0-13 0,-9 9 1520,9-9-1520,-13 13 0,0 0 0,0 0 0,0-14 1902,0 11-1902,-14-10 0,11 13 0,-10-14 0,13 11 0,-1-10 1171,1 13-1171,0 0 0,0-1 0,-13-12 1137,10 10-1137,-11-11 0,14 14 0,0-13 0,-13 10 817,9-11-817,-9 1 151,0 9-151,-4-22 687,0 22-687,-9-22 113,22 9-113,-22-13 0,9 0 0,-13 0 0,0 13 0,0-9 0,0 9 0,0-13 0,0 0 0,-13 0 0,9 0 0,-9-13 0,13 9 0,0-9 0,0 13 0,0 0 0,-13 0 0,9 0 0,-9 0 0,13 0 0,0-13 0,-13 9 0,9-9 0,-9 13 0,13 0 0,-13 0 0,9-13 0,-9 9 0,13-9 0,-13 13 0,9 0 0,-9 0 0,0-13 0,9 10 0,-9-11 0,0 14 0,10 0 0,-11-13 0,14 10 0,-13-11 0,10 14 0,-11-13 0,1 10 0,10-24 0,-11 24 0,1-24 0,10 24 0,-24-24 0,24 24 0,-11-24 0,1 11 0,10-14 0,-11 13 0,1-10 0,10 11 0,-24-1 0,24-10 0,-24 11 0,24-1 0,-24-10 0,24 24 0,-10-23 0,-1 22 0,11-22 0,-10 22 0,-1-22 0,11 22 0,-10-9 0,13 0 0,0 9 0,-14-9 0,11 13 0,-10 0 0,13 0 0,0 0 0,0-13 0,13 23 0,-10-7 0,11 14 0,-14-4 0,13 0 0,-10-9 0,11 9 0,-1 0 0,-10-9 0,11 9 0,-14 0 0,13-9 0,-10 9 0,11 0 0,-1-10 0,-10 11 0,11-1 0,-1-10 0,-10 24 0,11-24 0,-14 11 0,13-1 0,-10-10 0,10 11 0,1-1 0,-11-10 0,10 11 0,-13-1 0,14-10 0,-11 24 0,10-24 0,1 11 0,-11-1 0,10-10 0,1 10 0,-11 1 0,10-11 0,1 10 0,-11 1 0,10-11 0,-13 10 0,0-13 0,14 14 0,-11-11 0,10 10 0,-13-13 0,0 0 0,13 0 0,-9 0 0,9 14 0,-13-11 0,0 10 0,0-13 0,0 0 0,13 0 0,-9 0 0,9 0 0,-13 14 0,0-11 0,0 10 0,0-13 0,0 0 0,0-13 0,0 10 0,0-11 0,-13 1 0,9-4 0,-9-13 0,0 0 0,9 0 0,-9 1 0,0-1 0,10 0 0,-24-14 0,24-2-880,-11-1 880,1 4 0,10 26 0,-11-9 0,14 9 0,-13-13 0,10 13 0,-11-9 0,14 22 880,0-9-880,0 13 0,0-13 0,0 9 0,0-9 0,0 13 0,0 0 0,14 0 0,-11 13 0,10-9 0,-13 9 0,0-13 0,0 0 0,14 13 0,-11-9 0,10 22 0,1-22 0,-11 22 0,10-22 0,1 22 0,-11-9 0,23 13 0,-22-13 0,22 9 0,-22-9 0,9 13 0,0 0 0,-9 0 0,22-14 0,-22 11 0,9-10 0,0-1 0,-9 11 0,9-24 0,-13 24 0,0-24 0,13 10 0,-9 1 0,9-11 0,-13 10 0,0 1 0,-13-11 0,9 10 0,-9-13 0,0 14 0,-4-11 0,0 24 0,-9-24 0,-4 24 0,-4-24 0,-9 10-795,0 0 795,10-9 0,-11 9 0,1 0 0,10-9 0,-10 9 0,13-13 0,13 0 0,-10 0 0,24 0 0,-24 0 0,24 0 795,-10 0-795,13 0 0,0 13 0,13-9 0,4 9 0,13-13 0,0 0 0</inkml:trace>
  <inkml:trace contextRef="#ctx0" brushRef="#br0" timeOffset="330925">15826 11480 5734,'-2'3'0,"1"0"0,2-2 0,0 0 0,0 0 0,-1 2 0,-1 2 0,0 2 0,-3 9 0,2-2 0,-3 17 0,1-1 0,1 2 0,-2 12-110,2-10 1,-1 1 109,0-2 0,1-3-1332,-2 10 1332,2-9 0,-1 0 0,1 10-734,0-12 734,1 5-277,1-10 277,0-9 168,1 2-168,0-7 1202,-1-3-1202,0 1 836,1-5-836,-1 1 356,2-4-356,1 0 0,5-2 0,0 0 0,5-2 0,1 1 0,1-1 0,1-1 0,1 0 0,31-4 0,-24 5 0,7-1 0,-3 1 0,-13 3 0,6-1 0,-14 1 0,-3-1 0,-1 1 0,-2-1 0,-1 1 0,-2 0 0,0 0 0,-1 0 0,-1-1 0</inkml:trace>
  <inkml:trace contextRef="#ctx0" brushRef="#br0" timeOffset="331400">16415 11580 5734,'-23'10'0,"0"1"0,-15 14 0,14-7 0,-4 5 0,0 1 0,5 0-1151,2-1 0,2 0 1151,3 2 0,-2 6-168,8 0 168,4-9 555,2 7-555,8-2 0,2-7 0,4 5 0,10-5 0,-3-6 1130,19 6-1130,7-9 0,-6-3-33,5-4 33,-21-5 0,-1 0-468,12-7 468,-13 1-46,9-5 0,-16 3 0,0-1 0</inkml:trace>
  <inkml:trace contextRef="#ctx0" brushRef="#br0" timeOffset="331820">16807 11665 5734,'-6'-1'0,"0"0"0,-14 1 0,7 0 0,-10 0 0,-6 6 0,9-1 0,-14 7 0,6 6 0,6-4 0,-13 15-864,16-11 864,-3 8 0,6 8 0,8-12 0,4 3 0,3-1 0,3-3 0,6 10 0,6-10 0,-1-7 0,6 4 0,7-6 0,-5-4 0,3-3 0,1-2 0,2-2 0,14-2 0,-12-7 0,-8 0 0,6-4 0</inkml:trace>
  <inkml:trace contextRef="#ctx0" brushRef="#br0" timeOffset="332137">17100 11665 5734,'-3'-1'0,"1"0"0,2 6 0,0 1 0,2 23 0,-1-9 0,0 16 0,-1 1-1294,0-6 1294,0 9 0,0 2 0,0-11 0,1 9 0,0-7 307,-1-4-307,-1 2 0,-1-17 0,-2-7 0,-1-12 0,0-2 0</inkml:trace>
  <inkml:trace contextRef="#ctx0" brushRef="#br0" timeOffset="332400">17036 11646 5734,'18'-1'0,"12"2"0,-6 0 0,2 3 0,1 1 0,1 2 0,1 2 0,-1 1 0,-6 0 0,8 7 0,-16-1 0,-6-2 0,-1 7 0,-17 9 0,-5 2 0,1-2-877,-4 4 0,-1-3 877,1-10 0,0-3 92,1 0-92,1-3-130,-1 2 130,5-6 0,-1 1 0,6-7 0,0-1 0,1-2 0</inkml:trace>
  <inkml:trace contextRef="#ctx0" brushRef="#br0" timeOffset="332851">17542 11666 5734,'-3'4'0,"1"-2"0,1-2 0,1 2 0,-2 3 0,1 1 0,-2 7 0,-2 9 0,0-2 0,-2 9 0,0 6 0,1-7 0,-1 11 0,1 1-1011,1-9 1011,0 8 0,3 6 0,1-18 0,4 17-364,-1-26 364,4 1 0,2-6 0,0-4 0,10 0 0,6-5 0,-4-2 970,5-4-970,-7-4 0,-4 0 405,2-4-405,-4-10 0,-6 7 0,0-11 0</inkml:trace>
  <inkml:trace contextRef="#ctx0" brushRef="#br0" timeOffset="333084">17489 11655 5734,'14'-1'0,"12"1"0,-5-1 0,20 1 0,-15 2 0,0 0 0,1-1 0,6 3-996,5-2 996,-17 0 0,-13 0 320,-2-1-320,-4 0 0,-4 1 0,-1 0 0</inkml:trace>
  <inkml:trace contextRef="#ctx0" brushRef="#br0" timeOffset="333233">17497 11887 5734,'11'3'0,"0"-1"0,6-1 0,22-4 0,-12 2-357,2-1 0,1-1 0,4 0 0,10-2 0</inkml:trace>
  <inkml:trace contextRef="#ctx0" brushRef="#br0" timeOffset="333900">18167 11951 5734,'-6'0'0,"-1"0"0,2 0 0,1-1 0,1 1 0,3 1 0,38-3 0,-15 2-161,4-2 1,2 1 160,17-1-1442,-7 0 1442,-13 1 0,0 1 0,3 0 0,-2 0 0,15 0 0,-15 1 0,1 0-519,-3 0 1,-2 1 518,12 0-53,-10 0 0,1-1 53,5 2 0,-2-1 0,-4-1 0,-16 0 238,3-1-238,-9 0 1288,0 0-1288,-9-2 1234,-11 0-1234,1-1 0,-7 0 0,12 0 0</inkml:trace>
  <inkml:trace contextRef="#ctx0" brushRef="#br0" timeOffset="334100">18797 11884 5734,'39'5'0,"-4"0"0,0 2 0,-16-1 0,4 10 0,-23-4 0,-5 7 0,-13 4 0,-5 1 0,-7 12-745,7-11 1,1 0 744,0 2 0,4-6 0,8-7 0,-2 3 0,9-11 0,3-1 0</inkml:trace>
  <inkml:trace contextRef="#ctx0" brushRef="#br0" timeOffset="335472">19059 11554 5734,'-5'0'0,"0"-1"0,3-1 0,2-2 0,6-1 0,3 0 0,17-3 0,5-1 0,8 0-631,-7 2 1,0 0 630,1 5-502,-5 5 502,-8 1 0,3 4 0,-8 7 0,-7 0 0,-1 9 0,-12 12 0,-1-6-275,-7 13 275,4-20 0,-1 0 136,-5 12-136,5-13 0,-1 0 0,0 3 0,0-1 0,-1 4-65,4-3 0,0-3 65,5-4 0,3 0 0,43-23 0,-25 0-108,8-4 0,-3-3 108,-12-4 194,-2-2 1,-1-2 0,-1-1 0</inkml:trace>
  <inkml:trace contextRef="#ctx0" brushRef="#br0" timeOffset="335633">19122 11725 5734,'23'1'0,"-3"0"0,13-1 0,8-2 0,-7 0-1774,9-1 1774,-14 1 0,-1-1 0,-1 0 0</inkml:trace>
  <inkml:trace contextRef="#ctx0" brushRef="#br0" timeOffset="335921">19638 11727 5734,'21'0'0,"-3"-1"0,-10 0 0,1-1 0,2-4 0,-1 0 0,4-3 0</inkml:trace>
  <inkml:trace contextRef="#ctx0" brushRef="#br0" timeOffset="336138">19918 11440 5734,'-12'15'0,"1"1"0,4 26 0,5-11 0,1 3 0,2 1-2554,2 4 2554,-1-14 0,1 2 0,0 6 0,1-1 0,1 9-108,-2 5 1,-1-2 107,-3-20 0,-3 17 0,-3-43 0</inkml:trace>
  <inkml:trace contextRef="#ctx0" brushRef="#br0" timeOffset="336333">19707 11480 5734,'32'-5'0,"15"1"0,-15 2 0,13 0 0,-16 2 0,1 0 0,5 2 0,1 1 0,-2 1 0,-11 1 0,8 4 0,-21-3 0</inkml:trace>
  <inkml:trace contextRef="#ctx0" brushRef="#br0" timeOffset="336583">20082 11891 5734,'-8'-23'0,"2"-7"0,5 11 0,2-8 0,5 0 0,0 6 0,2-4 0,4 4 0,-2 7 0,5-4 0,7 2 0,-8 7 0,14-1 0,-13 9 0,4 2 0,-5 2 0,0 2 0,1 1 0</inkml:trace>
  <inkml:trace contextRef="#ctx0" brushRef="#br0" timeOffset="338139">20361 11740 5734,'-13'12'0,"-3"3"0,-1 10 0,4-7 0,0 7 0,10-12 0,2-3 0,0 2 0,5-1 0,-1-5 0,8 1 0,-4-8 0,9-6 0,-8-2 0,3-5 0,-2-4 0,-2 3 0,0-5 0,-2-2 0,-2 8 0,0-7 0,-2 13 0,1-1 0,-2 4 0,1 2 0,-3 23 0,2-9 0,-2 17 0,3-15 0,0 1 0,2 5 0,0-5 0,1 3 0,1-8 0,11 2 0,6-17 0,0 5 0,0-14 0,-7-8 0,-6 8 0,7-19 0,-12 21 0,1-6 0,-4 12 0,0 6 0,-3 5 0,-1 6 0,-2 21 0,3-12 0,2 13 0,3-10 0,1-7 0,0 4 0,-1-9 0,7 0 0,-2-7 0,7-1 0,1-14 0,-4 3 0,11-12 0,-15 11 0,4-4 0,-6 7 0,-3 2 0,3 2 0,-4 3 0,1 1 0,-3 1 0,0 0 0,0 1 0,1 0 0,-1 2 0,6 10 0,-2-6 0,10 14 0,-5-16 0,5 5 0,5-10 0,-2-1 0,8-4 0,7-6 0,-5 0-222,11-7 222,1-9-1439,-9 3 1439,-11 6 0,0-2 0,-2-3 0,-1-2-116,-1-4 1,-1-3 115,-1 0 0,-1-4 0,-2 3 0,1-2 0,-2 0 0,-3 0 0,-2-2 0,-1 6-751,-1-5 751,-5-14 0,-1 31-23,-21 0 23,10 12 1270,-16 3-1270,8 28 0,13 2 0,2 7 0,0-2 0,-2 2 0,2 1-384,2 2 1,1 4-1,3-1 384,2-6 0,2-2 0,0-1-748,1 6 0,0 1 748,0-6 0,0 1 0,0 1 0,1-2 0,0 0 0,-1-1-693,1 4 0,0 0 693,2 9 0,-1 0-153,-1-8 1,-1-2 152,0-10 0,0-1 0,-1 4 0,0-2 0,-2 0 1201,-5-5-1201,-2-12 1829,-5-6-1829,-5-20 0,4-2 1702,-6-12-1702,7 2 0,1-9 0,1-1 0,-1-6 0,2 6 0,2-2 0,8 10 0,1 3 799,2-9-799,7-1 0,3 0 0,3 8 0,9 5 0,8-4 0,-3 5 0,4 0-214,6-1 1,0 3 213,-14 14 0,-9 2 0,10 3 194,-17 5-194,4 10 0,-13 3 0,-4 15 0,-3-12 436,-2 7-436,4-15 0,1 0 0,1-3 0,1-3 0,5-1 0,-1-4 0,13-11 0,-8 3 0,6-6 0,-6 3 0,-2 3 0,-1-2 0,-2 3 0,-2 3 0,1 0 0,-2 3 0,-1 1 0,1 5 0,5 6 0,1 1 0,4 2 0,-3-6 0,7 5 0,-6-5 0,4 3 0,-7-5 0,-3-2 0,1-1 0,-2 0 0,1-2 0,0 0 0,0-2 0,-2 1 0,2 0 0,-3 0 0,1 0 0,1-1 0,2-6 0,0 0 0,2-4 0,2-5 0,-2 3 0,3-6 0,0 1 0,-2 5 0,3-3 0,1 3 0,-2 6 0,12 0 0,-8 8 0,7 2 0,-2 7 0,-5-2 0,5 4 0,9 7 0,-10-7 0,11 7 0,-12-10 0,1-1 0,-2-1 0,1 0 0,5-1 0,-7-2 0,2 1 0,-2-1 0,-6-2 0,3 0 0,-4 0 0,-1-1 0,2 0 0,11 2 0,-7-2 0,8 2 0,-7-2 0,-2 1 0,3-3 0,-1 1 0</inkml:trace>
  <inkml:trace contextRef="#ctx0" brushRef="#br0" timeOffset="338650">22249 11746 5734,'-11'-5'0,"3"1"0,-1-2 0,3 2 0,2 1 0,6-1 0,5 1 0,9 0 0,23-2 0,-3 3 0,-11-1 0,4 1 0,9 2 0,6 1 0,-4-1 0,-9 1 0,0-1-685,8 1 0,5 0 1,-9 1 684,1 1 0,6 1-619,-13-1 619,3 1-111,-12-1 111,-7-2 0,-1 0 0,-29-10 0,7 4 0,-18-9 0,13 8 0,1-2 0,0-1 0</inkml:trace>
  <inkml:trace contextRef="#ctx0" brushRef="#br0" timeOffset="338845">22658 11579 5734,'16'0'0,"-1"2"0,8 4 0,-4 0 0,7 3 0,11 7 0,-14-5 0,3 7 0,-1 1 0,-9-1-588,10 15 588,-21-17 0,-1 0 0,-4 15 0,0-12 144,-7 18-144,3-23 0,-6 4 0,4-12 0,-1-1 0</inkml:trace>
  <inkml:trace contextRef="#ctx0" brushRef="#br0" timeOffset="341242">23489 11434 5734,'0'-6'0,"-1"-5"0,-1 4 0,1-5 0,0 7 0,1-3 0,-1 2 0,0 0 0,-1 2 0,1 1 0,-1 1 0,1 0 0,0 1 0,2 0 0,-1-1 0,2 0 0,-2 1 0,-1 5 0,-2 3 0,0 4 0,-1 3 0,1 3 0,0 16 0,0 4 0,1 0 0,0 1 0,2 1 0,2-11 0,1-2 0,2 7 0,-1-4 0,0-1-335,-1-6 335,1 4 0,1-4 0,-3-9 0,2 5 0,-3-10 0,1-4 0,-1 1 0,1-5 0,-1 0 335,-4-5-335,2 0 0,-3-7 0,2 1 0</inkml:trace>
  <inkml:trace contextRef="#ctx0" brushRef="#br0" timeOffset="341667">23431 11568 5734,'12'3'0,"2"-1"0,20-3 0,-10-1 0,2-2 0,0 1 0,1-2 0,7-2 0,5-4 0,-16 4 0,18-10 0,-28 10 0,3-7 0,-13 7 0,-1-4 0,-4-2 0,-1 3 0,-2-4 0,-2-4 0,2 6 0,-6-10 0,4 11 0,0 0 0,1 6 0,4 8 0,0 2 0,-3 12 0,3-1 0,-2 9 0,1 10 0,3 7 0,0 1 0,1-15 0,1-1 0,2 5 0,0-3 0,0 0 0,1-2 0,0-2 0,0-2 0,-2-8 0,5 6 0,-7-18 0,3-1 0,-2-6 0</inkml:trace>
  <inkml:trace contextRef="#ctx0" brushRef="#br0" timeOffset="341967">23945 11396 5734,'-7'9'0,"1"0"0,-1 6 0,2-2 0,-3 10 0,2-4 0,-3 16 0,3-8 0,1 3 0,1 1 0,2 0 0,-2 16 0,6-18 0,0-9 0,7 13 0,-1-20 0,13 2 0,-7-15 0,6-4 0,-6-3 0,0-4 0,0-1 0</inkml:trace>
  <inkml:trace contextRef="#ctx0" brushRef="#br0" timeOffset="342256">23998 11521 5734,'13'6'0,"-2"-1"0,0 4 0,-3-2 0,1 3 0,-1 1 0,-3-1 0,0 3 0,-4 4 0,-2-3 0,0 5 0,-1 1 0,0-5 0,0 5 0,2-3 0,1-6 0,4 6 0,0-12 0,4 2 0,21-29 0,-17 11 0,17-18 0,-26 17 0</inkml:trace>
  <inkml:trace contextRef="#ctx0" brushRef="#br0" timeOffset="342424">24031 11594 5734,'24'2'0,"7"-1"0,-10-1 0,7 0 0,2-2 0,-9-1 0,6-1 0,-10 1 0</inkml:trace>
  <inkml:trace contextRef="#ctx0" brushRef="#br0" timeOffset="342669">24260 11363 5734,'20'11'0,"11"14"0,-15-8 0,1 10 0,-1 1 0,-5 4-285,-4-7 0,-1 1 285,-6 18-1274,-3-10 1274,-4 10 0,-7-3 0,2-11 0,-4 6-323,-1-3 323,6-16 0,-2 6 0,10-20 0,3-1 0</inkml:trace>
  <inkml:trace contextRef="#ctx0" brushRef="#br0" timeOffset="344002">23836 12134 5734,'-2'-5'0,"0"0"0,1 0 0,-1-1 0,1 1 0,0 1 0,1 2 0,0 2 0,-1 6 0,1 1 0,-3 17 0,0-5 0,-1 11 0,-2 9 0,2-6-488,-1 14 488,1-19 0,1 0-1539,-2 19 1539,2-15 0,0 0 0,0 2 0,0 0-236,1 1 0,0 3 236,1-3 0,0 2 0,0-2 0,0 0 0,1 0 0,0-1 0,2 2 0,-1-5 0,2 7 0,0-2 0,0-2 0,-1-10-155,0 11 155,-1-25 379,-1 1-379,2-5 1492,0-2-1492,-1 1 577,1-4-577,-2 0 206,2-1-206,-1-2 0,0 1 0,-1-2 0,-4-5 0,2 2 0,-4-6 0,2 4 0,-1 0 0,-3-7 0,1 3 0,-3-4 0,-2-1 0,3 4 0,-8-10 0,-2-2 0,5 7 0,-2-2 0,10 13 0,1-1 0,2 3 0,0-1 0,1 4 0,0 0 0,1 1 0,-2 0 0,2 0 0,0 1 0,2 6 0,1-1 0,2 6 0,6 5 0,-1-2 0,5 6 0,3 3 0,-3-6 0,6 5 0,3-1 0,-6-7 0,6 2 0,1-6 0,1-5 0,15-9 0,-15-2 0,6-15 0,-19 7 0,1-7 0,-1-6 0,-6 10 0,2-8 0,-5 16 0,-1 0 0,-1 3 0,1 1 0,8-6 0,-3 6 0,7-3 0,-3 10 0,-3-1 0,3 2 0</inkml:trace>
  <inkml:trace contextRef="#ctx0" brushRef="#br0" timeOffset="344840">23618 13359 5734,'-1'-5'0,"0"2"0,0-1 0,1 3 0,0 0 0,0 5 0,2 19 0,-1-3 0,1 9 0,0 2 0,-1 2-203,0-6 1,1 1 202,1 20 0,-1-11 0,1 0 0,0 1 0,0-1 0,0 2 0,-1-3 0,1-9-5,0 17 5,-2-30 0,-1 4 0,0-13 0,-2-11 0,2-5 405,0-6-405,1 1 0,3-4 0,0 5 0,1-6 0,4-2 0,-1 6 5,11-20-5,-1 9 0,-1 1 0,-3 8 0,-10 13 0,1 0 0,-1 2 0,0 2 0,-1 3 0,0 3 0,1 2 0,-1 3 0,0 2 0,3 35 0,-3-21 0,0 8 0,-1 0 0,-2-9 0,1 9 0,-2-10 0,1-8 0,-1 3 0,0-5 0,1-6 0,-1 1 0</inkml:trace>
  <inkml:trace contextRef="#ctx0" brushRef="#br0" timeOffset="345160">23920 13627 5734,'0'8'0,"0"0"0,2 1 0,-1 6 0,0-1 0,-1 22 0,0-14 0,0 13 0,0-6 0,2-8 0,1 7 0,11 13 0,-7-25 0,8 15 0,-10-31 0,0-2 0,0-3 0,2-8 0,-4 3 0,0-7 0,-4 5 0</inkml:trace>
  <inkml:trace contextRef="#ctx0" brushRef="#br0" timeOffset="345355">23937 13511 5734,'15'-7'0,"5"0"0,-9 4 0,6 1 0,-1 2 0,2 7 0,-3-1 0,-3 3 0,-7-2 0</inkml:trace>
  <inkml:trace contextRef="#ctx0" brushRef="#br0" timeOffset="345737">24091 13616 5734,'0'11'0,"1"-1"0,-1 1 0,2 5 0,-1-3 0,1 6 0,-1 2 0,0-3 0,-1 5 0,-1 4 0,1-10 0,-1 11 0,2-16 0,0-3 0,1-5 0,1-7 0,-2-4 0,1-2 0,1-1 0,2-16 0,-1 8 0,7-25 0,-5 24 0,3-10 0,-3 11 0,-1 6 0,1 0 0,-1 5 0,-1 5 0,3 2 0,0 8 0,0 0 0,5 19 0,-6-11 0,5 17 0,-7-17 0,2 2 0,-3-7 0,2 0 0,-2-3 0,1 1 0,-3-4 0,-1-4 0,-1-1 0</inkml:trace>
  <inkml:trace contextRef="#ctx0" brushRef="#br0" timeOffset="346106">24277 13564 5734,'8'-8'0,"-1"2"0,1 3 0,-1 1 0,0-1 0,4 0 0,-4 1 0,2-1 0,-6 3 0,0 1 0,-3 1 0,0 2 0,-2 5 0,1-1 0,0 6 0,2 3 0,0-2 0,5 26 0,-3-16 0,3 7 0,-1 1 0,0-2 0,-1-7 0,0 1 0,0 11 0,-2-10 0,-1 20 0,-5-20 0,-2 3 0,-2-14 0,-5-6 0,2-4 0,-4 0 0,6-3 0,-6-1 0,5-1 0,-3-1 0,0-4 0,5-1 0,-4-5 0</inkml:trace>
  <inkml:trace contextRef="#ctx0" brushRef="#br0" timeOffset="1.08748E6">15420 11239 5734,'0'4'0,"0"1"0,0-4 0,0 0 0,0 2 0,-2 5 0,-1 1 0,-2 11 0,1-5 0,-1 7 0,0 17 0,1-12-207,-3 18 207,1-2-1321,0-9 1321,3-10 0,0 1 0,-2 11 0,2-1 0,-1 6 0,1-4 0,0-8 0,1 0 0,-2 14 0,-1 7 0,2-9 0,-1 6 0,2-17 0,-1 1 0,1-1 0,0 0 0,0 14 0,0-16 0,0 1-49,1-4 1,0 1 48,-1 7 0,1 0 0,0-6 0,0 0-441,0 3 0,-1-2 441,1 0 0,0-1-220,0-1 220,-1-1 0,1 14 0,0-15 0,0 10 1139,0-11-1139,1-10 97,-1 5-97,1-14 999,0-2-999,0 0 492,0-1-492,1 1 0,-1-1 0,1 1 0,-1-1 0,0 0 0,0 1 0,2-1 0,2-1 0,3 0 0,2-2 0,5 1 0,-3 1 0,4-1 0,3 1 0,-4 0 0,4 0 0,11 0 0,-11 0 0,28 0 0,-14 0 0,5 0-628,-6 0 628,-10 0 0,1 0-350,1 0 350,1 0 0,22 1 0,-15-1 0,15 1 0,-8-1 0,-9 0 0,5 0 0,1 0 0,2 0 0,-8 0 0,2 0 0,4 0 0,-2-1 0,12 1-794,-9-1 0,-1 1 794,4 1 0,0-1-936,1 1 936,0 1 398,0-2-398,7 1 0,2-1 0,-22 0 0,0 0 1,21 0 0,0 0-1,-9 0 0,-4 0 0,12 0 0,-14 0 0,5 0 0,-6 1 0,12 0 91,-10 0 1,-1 0-92,2 0 0,0 1 967,1 0-967,-2-2 0,0 0 0,11 0 24,-13 0 0,4-1-24,-3 1 0,2-1 0,-4 0 0,-5 0 0,0 1 104,4-1 1,3-1-1,2 1-104,7-1 0,1 0 0,-6 0 0,-9 1 0,-1 0 424,11-1 1,5 0 0,-5 1-425,-10 0 0,-4 1 0,19-2-579,-17 2 0,0-1 579,10-1 0,-10 0 0,-1 0 0,10 0 0,9-2 0,2 0 0,0 1 0,-10 0 0,3 0 0,7 1 0,-1-1 0,-16 1 0,2 1 0,7-1 0,6 0 0,-6 1 0,-8 0 0,1 0 0,10 1 0,7 0 0,-5-1-1145,-8 1 1,-1 0 1144,1 0 0,2 0 0,-2 1 0,5 0 0,-3 1-608,-9-1 1,1 0 607,5 1 0,3 1-115,3 0 0,1 0 115,-7 0 0,1-1 0,5 1 0,1 0 0,-3 0 0,-4-1-134,8 1 134,-14-1 0,-1 0 0,10 0 0,-1 0 0,1-1 0,-13 0 0,0 0 0,13 0 0,2 0 0,-6-1 0,-1 1 704,-8-1 0,3 0-704,9 0 0,5 1 0,-3-1 0,-8 1 0,1 0-61,1 0 1,2 0 0,-3 0 60,-5 1 0,-1-1 0,1 2 0,1-1-6,-2 0 0,1 0 6,11 2 0,1 1 0,-10-1 0,0-1-127,9 2 0,0 0 127,-11-1 0,-1 0 0,0 0 0,0 0 106,-2 0 0,4 0-106,7 3 0,5 0 0,-4 0 0,-4-2 0,0 1 413,2 0 1,4 1 0,-1 0-414,5 0 0,-3-1 0,-13-2 0,1 0 0,9 1 0,5 1 0,-6-2 0,10 2 0,-4-2 0,-2 1 0,-8-1 546,5 1-546,-2-1 0,-14-1 0,16-2 0,-21-1 0,31-4 0,-22 2 1736,19-3-1736,-10 1 0,-8 2-225,8-2 225,-13 3 0,20-2 0,-20 2 0,14-1 489,-25 2-489,0 0 0,0 0 0,-2 0 0,-1 0 0,-2 0 383,-2 0-383,0 0 0,0 2 0,-1-1 0,0 1 0,1 1 0,0 0 0,4 15 0,-2-7 0,2 25 0,-5-18 0,-1 7 0,-1 2 0,-1 0-210,-3 18 210,1-2 0,2-19 0,0 1 0,-2 18 0,1 0 0,0-13 0,1 0-324,-1 6 1,1 1 323,0-7 0,0-1-1434,-1 17 1434,2-18 0,-1 4 0,0 4 0,0 5 0,1-5 0,0-7 0,0 0 0,0 5 0,-1 5 0,1-3 0,2 5 0,1-5 0,-1 5 0,1-4 0,0-3-526,1-8 526,1-1 0,0 8 0,-2-8 0,2 4-35,-1-9 35,0-3 509,1 0-509,-1-2 1425,0 3-1425,-1-5 660,1 1-660,0-5 258,-1-2-258,0 0 0,0-3 0,0 0 0,-1-1 0,2 1 0,-1 0 0,0 0 0,-1-1 0,1 1 0,-1-1 0,1 0 0,-1-1 0,1 0 0,0 0 0,5 0 0,1 1 0,11 1 0,-6-2 0,16 5 0,-13-4 0,11 3 0,-1-4 0,-3 0-522,9 1 522,-7-1 0,3 0 0,2 1 0,8 0 0,2-1 0,6 2-923,-4-1 1,-1 0 922,0 0 0,2 0-1172,2 0 1172,1-2 0,3 1 0,-23-1 0,0 0 0,1 0 0,0 0 0,1 0 0,1 1 0,-1 0 0,1-1-578,0 1 1,0 0 577,1 0 0,-1 0 0,-1 0 0,4 1 0,4-1 0,6 2 0,2-1 0,-6 0 0,2 0 0,2 0 0,-5-1 0,7 1 0,1 0 0,-2 0 0,-8-1 0,-2-1 0,-2 1 0,9 0 0,3 0 0,-5 0 0,-10-1 0,-1 0 0,8 0 0,0 1 0,11-1-78,-15 0 1,1 0 77,-1-1 0,2 0 0,13 0 0,-1-1 0,-14 0 0,0 0 0,10-1 0,-2-1 0,-2 0 530,11-1-530,-15 2 0,12 0 0,2 0 0,-1 0 518,-2 0 0,2 1-518,-7 1 0,-3 0 0,3 0 240,-3 0 1,-2 0-241,-11 0 10,16-1-10,-14 1 0,12-1 455,-11 1-455,-6-3 0,6 0 0,-2-5 0,-5 3 1028,6-3-1028,-1 1 0,-5 1 0,4-2 0,-8 3 738,3-2-738,-5 2 571,2-1-571,-7 2 0,-1 1 0,-1 1 0,-2-1 0,1 1 0,-2-3 0,-1 1 0,0-1 0,-1 0 0,-2-4 0,0 2 0,-2-8 0,1 9 0,0-7 0,-1 0 0,1 1 0,-2-5 0,1 3 0,1-2 0,-1-2 0,-1-13 0,2 5 0,1-3 0,1-11 0,0-2-1130,1 6 0,0-1 1130,1-1 0,2 0 0,1 3 0,0 1 0,-1 7 0,0-1-360,1-8 1,1-1 359,-1-2 0,0 1 0,-1 8 0,0 0 0,0-7 0,0-2 0,-1 1 0,0 2 0,-1 8 0,0 1 0,0-8 0,0-1 0,-1 3 0,0 1 0,0 7 0,0 1 0,0-6 0,-1-1 0,0-7 0,-1 1 0,0-10 0,0 12 0,0-4 0,0 4 0,0 11 0,0 0 0,0-13 0,0-2 0,0 7 0,0 2 0,1 6 0,0-2 0,-1-15 0,0-3 0,1-3 0,0 1 0,0 7 0,0 1 0,-1-4 0,1-3 0,0 3 0,-1-3 0,1 5-983,0 7 0,0 1 983,0-9 0,-1-4 0,1 5 0,0 6 0,1 4-395,-1 6 1,0 0 394,0-7 0,0-1 0,0 2 0,0 1 0,-1-17 0,0 0 0,1 0 0,1-1 0,-1 10 0,0 2 0,1-3 0,1 12 0,-1-1 0,0-14 0,1 15 0,-1 0 765,0-8-765,-1 1 0,1 2 0,-2 2 0,1 0 0,-1-4 0,-1-1 0,0 0 0,0 2 0,0 1 0,0 3 349,0 8-349,-1-4 0,2 4 0,-1 5 2088,1-3-2088,-2 0 1412,1 8-1412,0-6 814,-1 4-814,1 3 306,0-3-306,-1-1 0,2 4 0,-2-3 0,0 2 0,0 2 0,-3-4 0,2 4 0,-1-1 0,0 4 0,0 1 0,0-1 0,-1 2 0,-14-7 0,9 4 0,-11-3 0,7 2 0,-10-1 0,-3 1 0,-1-1 0,-15 4 0,19 2 0,-17 0 0,6 1-885,9 1 885,-9-1 0,10 1 0,0 1-589,-1 0 589,0 1 0,1 1 0,-10 1 0,-2 0 0,0 1 0,6 0 0,-4-1 0,5 1 0,-3-1 0,-5 2 0,0 0 0,5-3 0,8 0 0,-1 0 0,-12-1 0,9 0 0,-9 0 0,-2 1-134,-3-1 134,10 0 0,-1-1 0,11 0 0,0 0 0,-16 1 0,1 0 0,4 1-194,8-2 0,1 1 194,-2 0 0,-4 0 0,0 1 0,-4-1 0,4 1 0,0 0 0,-5-1 0,5 2 0,1-1 0,-15 1 0,15-1 0,2 0 0,-12-1 0,10-1 0,-13 1 0,21-1 0,0-1 0,-16 1 0,15-1 0,-3 1 0,-11-1 0,1 0 0,13 0 0,-1 0-367,-13 0 0,0 0 367,-3 0 0,2 0-495,0 0 495,0 0 0,13 0 0,-1 1 0,-14-1 0,15 1 0,0 1 0,-1-1 0,0 1 0,-14 1 0,14-1 0,0 0 108,-11 2-108,-4 0 0,-3 0 0,12-1 0,0 0-517,-2 0 0,-3 1 0,4-1 517,4-1 0,3 1 0,1-2 0,-1 1-65,-7-1 0,0 0 65,-10 0 202,11 0 1,-1 1-203,9-1 0,1 0 0,-13 2 0,14-1 0,-1-1 0,-22 3 0,12-1 0,-11 0 0,12 0 0,-1-1 0,9-1 0,0 1 457,-10 0 1,2 0-458,-7 2 0,0 0 1525,8 1-1525,-2-2 0,-1 0 0,-2 0 0,-6 0 0,0 0 0,5 0 0,-5 0 0,-1 0-749,6-2 749,9 1 0,-1-1 0,5 0 0,2 0 0,-15 0 0,13 0 0,-1 0 0,-1 0 0,0 0 0,-17 0 0,16 0 0,-2 1 0,-2-1 0,1 2 0,7-1 0,-1 0 0,-21 2 0,0 0 0,19-1 0,0 0 0,-4 0 0,-4-1 0,4 1 0,1 0 0,1-1 0,-8 1 0,-3-1 0,-3 1 0,-3 0 0,4-1 0,6 0 0,-2 0 0,-4 0 0,-7-1 0,-1 1 0,9-1-980,6 0 0,2-1 980,-1 1 0,-2-1 0,1 0 0,-6 1 0,4-1 308,8 1 1,-1-1-309,-3-1 0,-5 0 0,-1-1 0,6 1-777,-1 0 1,0-1 776,-3 0 0,-4 0 0,3 0 0,1-1 0,5 0-68,5 0 0,1 1 68,-8-1 0,0-1 712,12 2 0,-2-1-712,-8 0 0,-5-1 0,3 1 0,5 0 0,-1 0-475,-14 1 0,-8-1 1,8 2 474,17 1 0,2 1 0,-15 1 0,-1 0 21,8 2 1,1 0-22,8-1 0,0 1 460,-7 0 1,-1 2-461,-7 0 0,1 1 0,15-3 0,-1 0 0,-20 3 0,1 0-796,5-1 796,13-3 0,0 0 0,0 0 0,0 0 0,-14 2 942,7 0 1,-2-1-943,2 2 0,0-1 0,5-1 0,1 0 0,-4 1 0,3-1 0,-1-1 1227,2 0-1227,0-1 0,1 0 0,-1 0 0,-1 0 0,-4 0 103,7 1 1,-4 0-104,-9 0 0,1 0 0,-4 1-128,-1-1 0,1 1 128,5-1 0,9 0 0,-1 0 0,-16 1-20,16-2 0,-2 1 20,-11 1 0,1-1 0,14 0 0,-1-1 0,-11 1 0,-5 1 0,6-1-153,11 0 1,1-1 152,-14 2 0,2-1 0,1 0 0,3 0 0,3 0 0,6-2 0,0 1 0,-5 0-282,2-2 1,1 0 281,10 1 1442,-6-2-1442,15 2 285,2 0-285,1 1 904,1 1-904,-2 18 0,2-10 0,-2 14 0,6-15 0,1-1 0</inkml:trace>
  <inkml:trace contextRef="#ctx0" brushRef="#br0" timeOffset="1.17842E6">22565 14414 5734,'4'-1'0,"-1"0"0,-1 4 0,-1-2 0,1 0 0,-1-1 0,-1 2 0,0 0 0,-3 4 0,1 0 0,-1 4 0,0 5 0,0-1 0,0 6 0,0 5 0,1-4 0,1 5 0,-1 1 0,1 5-606,0-7 1,0 1 605,0 6 0,1 0 0,0 6 0,0 1 0,0 4 0,1-5 0,-1 0 0,0 6 0,0-11 0,0 9 0,0-3 0,-1-11 0,0 6 0,-1-7 0,1-9 0,-1 3 0,2-6 0,0-6 0,0 1 0,0-3 1211,-1-4-1211,1 1 0,0-1 0,0-1 0,0 0 0,0-1 0,1 1 0,1-5 0,-1 2 0,1-2 0,-3 1 0,0 2 0,-2-1 0,3-1 0,0 2 0,-2-4 0,0 1 0,-1-2 0,-2 1 0,2-1 0,-2-1 0,0-1 0,0 0 0,0-1 0,-1-3 0,1 2 0,-2-4 0,1 0 0,-1 3 0,-3-7 0,-3-1 0,4 4 0,-5-5 0,9 11 0,-2-1 0,-2-3 0,5 5 0,-4-3 0,6 7 0,0 0 0,0 2 0,1-1 0,2 7 0,0-1 0,2 3 0,1 0 0,-1-1 0,1 2 0,0-1 0,0 1 0,6 12 0,-5-10 0,6 10 0,-1-1 0,-5-9 0,6 8 0,-8-11 0,3 2 0,-2-2 0,1 3 0,-1-3 0,0 3 0,-1-2 0,2 1 0,-3-3 0,3 4 0,-2-5 0,2 7 0,-3-8 0,2 1 0,-4-5 0,2 1 0,-1-22 0,0 10 0,3-18 0,2 8 0,0 5 0,11-20 0,-7 17 0,7-11 0,-3 7 0,-3 5 0,3-5 0,-1 3 0,-4 5 0,1-1 0,-3 6 0,0 1 0,-2 2 0,0 0 0,-2 3 0,-1 1 0,0 0 0,0 1 0,-2 2 0,-3 2 0,-3 3 0,-6 1 0,-9 4 0,5-3 0,-5 1 0</inkml:trace>
  <inkml:trace contextRef="#ctx0" brushRef="#br0" timeOffset="1.18923E6">21775 15365 5734,'3'3'0,"-1"0"0,-3-2 0,0 0 0,3-4 0,-2 3 0,5-3 0,-5 2 0,3 1 0,-4-2 0,2 1 0,-2-2 0,1 2 0,-3 3 0,2-2 0,-2 3 0,0-2 0,-9 6 0,5-2 0,-8 5 0,8-3 0,0 2 0,-14 28 0,10-16 0,-9 22 0,10-17 0,0 1 0,-6 18-869,5-13 1,0-1 868,-4 13 0,4-12-619,3-8 1,1 0 618,-5 12 0,1 1 0,-1-1 0,1 1 0,2-10 0,0 0-524,-2 8 524,3-11 0,-1 4-134,1-7 134,4-9 1349,-1 3-1349,3-9 1356,1-2-1356,-1 0 723,0-3-723,-1-1 51,0-2 0,-1-2 0,-1-2 0</inkml:trace>
  <inkml:trace contextRef="#ctx0" brushRef="#br0" timeOffset="1.18976E6">21656 15401 5734,'-2'5'0,"0"-2"0,3 1 0,0 0 0,2 4 0,3 7 0,1-1 0,2 7 0,3 9 0,-2-4-243,3 11 243,-2-6 0,0 0-1562,5 11 1562,-5-9 0,1 1 0,-1-6 0,-2-2 0,7 15 0,-7-15 0,1 1 0,-1-2 0,0-1 0,4 13 0,-5-15 0,0 1 0,1 2 0,-2-2 0,3 6 0,0 1 0,-2-2 0,-4-10 0,0 10 0,-9-24 51,-8-4 0,2-4 0,-4-3 0</inkml:trace>
  <inkml:trace contextRef="#ctx0" brushRef="#br0" timeOffset="1.18999E6">21443 15929 5734,'-6'0'0,"3"0"0,12 0 0,2 0 0,23-1 0,6 0 0,-8 0-801,6 0 1,-2 0 800,-14 0 0,-2 1 0,0 0 0,-1 0 0</inkml:trace>
  <inkml:trace contextRef="#ctx0" brushRef="#br0" timeOffset="1.19044E6">21877 15832 5734,'11'30'0,"-4"-12"0,6 20 0,-8-16 0,5 22 0,-4-15 0,4 15 0,-4-14-527,-2-8 527,1 2 129,-2-5-129,-1-9 0,0 0 0,-2-10 0,0-26 0,-1 8 0,0-29 0,1 22 0,0-8 0,4-10 0,-2 17 398,3-13-398,-1 15 0,0 8 0,1-3 0,-1 7 0,-1 5 0,1 0 0,3 6 0,-1 2 0,3 2 0,4 12 0,-3-3 0,4 9 0,-4 3 0,-2-4 0,1 7 0,-5-3 0,0 0 0,-1 3 0,0-2 0,0-1 0,-2 5 0,0-9 0,0 4 0,-1-10 0,0 2 0,0-8 0,2 3 0</inkml:trace>
  <inkml:trace contextRef="#ctx0" brushRef="#br0" timeOffset="1.19147E6">22351 15835 5734,'-14'7'0,"-6"6"0,9-3 0,-5 5 0,-1 10 0,8-9 0,-1 14 0,1 2 0,5-9-449,0 3 1,1-2 448,3-11 290,2 2-290,-1-5 148,1 0-148,2-7 0,0-4 0,16-36 0,-12 18 229,2-4 1,-1-1-230,-1-10 0,-3 12-255,2-11 255,-4 19 0,0-3 0,-1 6 0,3 1 0,-2 9 0,7 15 0,-3-1 0,2 11 0,1-1 0,-3-6 255,4 5-255,3-3 0,-3-7 0,3 1 0,-1-7 0,7-9 0,3-13 0,-4-2 0,-2-18 0,-10 15-464,1-9 464,-3 6 0,-1-12 0,-1 6-803,-2-10 803,0 11 0,-2 1 0,-1-3 0,-3-17 0,3 21 0,-1 2 0,-4-1 0,3 22 425,-4 5-425,1 4 842,-4 5-842,0 12 0,3-2 0,-1 9 0,6-4 0,1 1 0,0 7 0,3 8 0,2 0 0,2-4 0,4 2 0,1-1-1007,1-8 1007,8 14 0,-1-22-199,-4-9 199,4 1 0,2-14 0,-5-3 0,5-7 0,-6-1 0,5-13 0,-5 5 0,3-9 0,-4 0 0,-3-1 0,-3 1 0,-1 0 0,-1 1 985,-1-10-985,-4 38 221,0 2-221,0 14 0,0 0 0,0 8 0,1 9 0,0-8 0,2 11 0,2-10 0,1 0 0,5 6-578,5 12 578,-3-32-181,10-20 181,-8-1 0,14-22 0,-16 6 0,2-9 0,-8 9 0,-2-1 0,1-6 0,-2 7 0,0 0 0,-2-4 0,0 8 0,0-4 568,-2 18-568,1 2 191,0 19-191,1 0 0,1 12 0,1 1 0,0 1-1620,4 12 1620,-2-9 0,1 5 0,2 3 0,2 4 0,-1-5-1118,-2-8 1,-1 1 1117,2 8 0,2 5 0,-3-8 0,-2 0 0,-2-3 0,-10-2 0,-4-1 0,-2-1 0,0-4 0,-5-4 0,-24-15 0,-4-10 0,-1 0 548,5-8-548,22 3 2175,-4-6-2175,8 3 0,-1-4 0,6-2 0,5 3 0,0-5 0,8 4 0,2-1 0</inkml:trace>
  <inkml:trace contextRef="#ctx0" brushRef="#br0" timeOffset="1.19194E6">23176 15696 5734,'-24'1'0,"2"2"0,-1 13 0,4 3-784,-3 3 784,11-1 0,8-6 0,4 19 0,3-12 254,4 13-254,6-9 0,-1-7 130,4 5-130,0-3 0,-6-6 0,2 2 0,-5-4 0,-4-4 400,0 1-400,-8 2 0,-1-5 0,-14 5 0,7-10 0,-14-4 0,15-2 0,-4-18 0,13 8 0,2-11 0,18-14 0,5 2-673,-9 15 0,1 0 673,11-9 0,-9 14 0,-1 2 0,5 0 0,-6 7 0,4 2 0,-7 7 0,5 16 0,-1 8 0,-4 0 0,-1 1-698,5 6 0,-1 0 698,-7-4 0,-2-1 0,-1 2 431,0 9-431,-3-11 0,0 3 0,-4-14 0,1-6 0,-1-2 0</inkml:trace>
  <inkml:trace contextRef="#ctx0" brushRef="#br0" timeOffset="1.19232E6">23630 15726 5734,'-21'10'0,"3"-1"0,-5 7 0,10-4 0,-2 5 0,8 13 0,5-11 0,9 5 0,4-1 0,5-2 0,6 1 0,2 0 0,-2-4 0,9 9 0,-21-6 0,-8-5 0,-6 6 0,-17 1 0,-11-1 0,-3-6 0,-2-2 0,-8 2-680,12-8 0,3-1 680,5-7 0,-2 1-75,4-2 0,0-2 1,3-1-1</inkml:trace>
  <inkml:trace contextRef="#ctx0" brushRef="#br0" timeOffset="1.19359E6">21791 16341 5734,'-19'-13'0,"1"4"0,-24 0 0,10 7-2172,-14 4 2172,10 5 0,-1 2 0,1 3 0,6 2 0,0 2 0,-5 4 0,6 6 0,3 2 0,14-1 0,0 15 0,21-17 0,5-2 0,5 7 0,14 4 0,3-1 0,1-4 0,-10-9 0,4 2 0,-4-3 0,7 7 0,-3 2 0,-3 0 0,-13-4 0,-7 2 0,-5 1 0,-11-4 0,-8 2 0,-4 0 0,-4-5 0,-14 8 0,4-12 0,13-8 651,-9 1-651,22-9 358,2-2-358,19-20 0,-1 6 0,12-9 0,3-1 0,4-1 0,-3 5 0,6-3 0,-5 3-1559,10-4 1559,-5 3 0,0 0 0,-10 10 0,-2 2 407,4-2-407,13-4 11,-25 13-11,14 6 0,-13 2 0,10 5 0,-11 5 0,6 14 0,-7-8 1644,5 7-1644,-9-14 0,-2-6 660,7-4-660,-8-7 0,3-6 0,-3-7 0,-2 2 0,1-6 0,-3 6 0,0 0 0,0 2 0,-1 3 0,0 0 0,1 2 0,0 4 0,1 2 0,0 6 0,1 3 0,8 16 0,-3-5 0,5 13 0,-5-8 0,0 0 0,1 7 0,-1-6 0,0 2 0,-1-2 0,-1 0 0,1 18 0,-6-8 0,-3 0 0,-6 3-844,-11 3 844,-1-22 0,-2-1-320,-15 4 320,9-9 0,-9 2 0,9-14 0,1-3 0,5 0 0,-19-11 0,41 2 0,2-3 0,4-3 0,2-1 0</inkml:trace>
  <inkml:trace contextRef="#ctx0" brushRef="#br0" timeOffset="1.19404E6">22456 16707 5734,'-17'2'0,"-9"3"0,6 0 0,-7 2 0,3 1 0,8-1 0,-2 2 0,10 10 0,7-6 0,14 20 0,1-16 0,7 1 0,1 1 0,2-3 0,-2-1 0,0-1 0,2 3-233,-2-2 233,-7-4 0,-9-5 0,-4 0 0,-3-1 0,-16 6 0,3-4 0,-13 4 0,-2-4 0,7-3 0,-7-1 0,-10-14 0,18 3 0,-10-12 0,23 8 0</inkml:trace>
  <inkml:trace contextRef="#ctx0" brushRef="#br0" timeOffset="1.19426E6">22517 16443 5734,'5'-1'0,"9"35"0,-7-10-1118,-1 2 1,1 2 1117,-1 5 0,2 4 0,-1-10 0,0 2 0,5 15 0,-5-15 0,2 0 0,-1 0 0,1-1 0,4 15 0,-5-17 0,1 1 0,2 9 0,0-2 0,-2-3 0,0-2 0,-4-5 171,-8-19 0,-2-5 0,0-2 1</inkml:trace>
  <inkml:trace contextRef="#ctx0" brushRef="#br0" timeOffset="1.19514E6">22924 16936 5734,'11'-15'0,"0"0"0,0-2 0,-4 3 0,3-5 0,-1-8 0,-5 9 0,-2-24 0,-5 24 0,-16-16 0,10 23 0,-15 1 0,14 13 0,-4 5 0,-1 9 0,4-2 0,-2 8 0,2 17 0,6-13 0,2 4 0,3 3 0,9 4-938,2 6 938,4-16 0,0-13 0,0-3 0,11-2 0,-5-6 0,7-3 0,1-14 0,-7 1-596,7-9 596,-11 2 0,-3-7 0,0-2 0,0-3 0,-2-2 0,-3 0 0,-6 8 0,-1-7 877,-3 12-877,-5-15 0,3 18 0,-4-7 0,4 24 0,0 5 0,0 3 0,0 13 0,1-3 657,1 8-657,3 6 0,-1-8 0,4 8 0,1-2 0,-1-9 0,3 4 0,3-3 0,-4-12 0,14 1 0,-12-14 0,12-13 0,-2-15 0,-5 4 0,2-8 0,-8 6 0,-3 8 0,1-6 0,-3 11 0,0-6 0,-1 10 0,0-4 0,-2 18 0,-1 3 0,0 8 0,2 20 0,0-10 0,1 1 0,0 0-515,1 1 515,1 5 0,-1-11-13,2 1 13,-1-7 0,1 0 0,0-9 0,0-3 0,0-3 514,0-3-514,1-2 0,10-23 0,-7 15 0,17-24 0,-17 29 14,7-4-14,-1 10 0,-3 3 0,6 4 0,10 14 0,-10-4 0,3 8 0,0 1 0,-4 2 0,-1-1 0,0 2 0,-2 12 0,-4-7 0,-9-5 0,-8-22 0,-2-3 0</inkml:trace>
  <inkml:trace contextRef="#ctx0" brushRef="#br0" timeOffset="1.19576E6">22491 16680 5734,'-4'-4'0,"2"1"0,2 1 0,2 0 0,1 1 0,5 0 0,3 0 0,5 0 0,4 0 0,4 0 0,1 2 0,9 0-163,-7 0 0,1 1 163,15 6-957,-13-1 957,7 2 0,-15-1 0,-1-4 0,1-1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39:53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2546 6440 24575,'-17'0'0,"4"0"0,13 0 0,0 0 0,13 0 0,-9 0 0,9 0 0,-13 0 0,0 0 0,13 0 0,-9 0 0,22-13 0,-9 9 0,13-9 0,0 13 0,0 0-1091,13 0 1091,4-13 0,-1 9 0,11-9-1610,-11 13 1610,14 0-2081,14-13 2081,-11 9 0,10-9 0,-13 13 0,13 0 0,-10 13 0,11-9 0,-15 9 0,1-13-1137,0 0 1137,-13 0 0,9 0 0,-22 0 0,22 13 233,-22-9-233,9 9 1340,-13-13-1340,-14 0 2139,11 0-2139,-24 0 1426,24 0-1426,-24 0 781,11 0-781,-14 0 0,0 0 0,0 0 0</inkml:trace>
  <inkml:trace contextRef="#ctx0" brushRef="#br0" timeOffset="1190">3654 6200 24575,'-16'0'0,"2"0"0,14 0 0,0 0 0,14 0 0,-11 0 0,10 0 0,-13 0 0,0 0 0,14 0 0,-11 0 0,10 0 0,-13 0 0,14 0 0,-11 0 0,10 0 0,-13 0 0,0 0 0,13 0 0,-9 0 0,9 0 0,-13 0 0,0 0 0,-13 0 0,9 0 0,-9 0 0,13 0 0,0 0 0,-13 0 0,10 0 0,-11 0 0,14 0 0,0 0 0,0-13 0,0 10 0,-13-11 0,10 14 0,-11 0 0,14 0 0,0 0 0,14 0 0,-11 14 0,10-11 0,1 10 0,-11 1 0,23-11 0,-22 10 0,22 1 0,-22-11 0,22 10 0,-22 0 0,22-9 0,-22 22 0,22-22 0,-22 9 0,22 0 0,-9-9 0,0 22 0,9-22 0,-23 9 0,24 0 0,-24-9 0,24 9 0,-24-13 0,11 0 0,-1 13 0,-10-9 0,11 9 0,-14-13 0,0 0 0,13 0 0,-10 0 0,11 0 0,-14 0 0,0 0 0,13 0 0,-10 13 0,11-10 0,-14 11 0,0-14 0,0 0 0,-14 0 0,11 0 0,-10 0 0,13 0 0,0 0 0,-14 13 0,11-10 0,-24 11 0,11-1 0,-14 4 0,0 13-501,0 0 501,0-14 0,0 11 0,-13-10 0,9 12 0,4 1 0,4 0 0,9 0 0,-13-13 0,14 10 0,-11-24 0,24 24 0,-24-24 0,24 10 501,-11-13-501,14 0 0,0 0 0,0 14 0,0-11 0,0-16 0,0 6 0,0-20 0,0 14 0,14 10 0,-11-24 0,10 10 0</inkml:trace>
  <inkml:trace contextRef="#ctx0" brushRef="#br0" timeOffset="6160">1348 2756 24575,'17'0'0,"9"0"0,-9 0 0,-1 0 0,11 0 0,-10 0 0,-1 0 0,11 0 0,-10 0 0,13 0 0,0 0 0,-1 0 0,1 0 0,0 0 0,0 0 0,0 0 0,-13 0 0,10 0 0,-11 0 0,14 0 0,0-14 0,0 11 0,0-10 0,0 13 0,-13 0 0,9 0 0,-22 0 0,22 0 0,-9 0 0,-1 0 0,11 0 0,-24 0 0,24 13 0,-24-10 0,24 11 0,-24-14 0,24 0 0,-24 0 0,24 0 0,-24 0 0,24 13 0,-11-10 0,14 11 0,-13-14 0,10 0 0,-11 0 0,14 0 0,0 0 0,0 0 0,0 0 0,0 0 0,0 0 0,0 0 0,0 0 0,0 0 0,-13 0 0,9 0 0,-9 0 0,13 0 0,0 0 0,0 13 0,0-10 0,0 11 0,0-14 0,-1 0 0,1 0 0,0 0 0,14 0-518,-11 0 518,10 0 0,0 13 0,-9-10-1298,22 11 1298,-9-14 0,13 0-1838,0 0 1838,0 0 0,0 0 0,-1-14 0,15 11-2366,2-10 2366,1 13 0,-33 1 0,-2-2 0,22-13 0,-22 12 0,2 1 0,33-12 0,-1 13 0,-33 1 0,1-2 0,32-13 0,1 11 0,-4-10 0,0 13 0,-10-14 0,-19 13 0,-1-1 0,20-11 0,10 13 0,1 0 0,-11-14-1252,10 11 1252,-13-10 0,13 13 0,-10 0 0,11 0 0,-14 0 0,-1-14 0,1 11 0,0-10 0,13 13 0,-9 0 0,-21 0 0,0 0 0,20 0 0,-20 0 0,1 0-1051,33 0 1051,-32 1 0,-1-2 0,33-13 0,-34 13 0,1-1 0,0-5 0,1 1-418,2 5 1,0 2 417,4-1 0,1 0 0,-1 0 0,1 0 0,1 0 0,0 0 0,7 0 0,0 0-522,0 0 0,0 0 522,0 0 0,0 0-782,6 1 0,1-2 782,-5-6 0,-1 1 0,6 4 0,-1 0 0,-6-5 0,0 1 0,6 5 0,1 2 0,-5-1 0,-1 0 0,6 0 0,-1 0 0,-6 0 0,0 0 0,7 0 0,-1 0 0,-4 0 0,-1 0 0,6 0 0,0 0 0,-7 0 0,-1 0-328,-5 1 1,-1-2 327,6-6 0,-2 1 0,-10 4 0,0 0 0,11-5 0,0 1 99,22 6-99,-30 0 0,0 0 0,26 0 0,1 0 1308,-4 0-1308,-26 0 0,9 13 2623,-22-9-2623,9 9 0,-13-13 0,0 0 0</inkml:trace>
  <inkml:trace contextRef="#ctx0" brushRef="#br0" timeOffset="36746">13179 1857 24575,'0'30'0,"14"0"0,-11 13 0,10 4-4301,1 13 4301,-11 13-2393,10 4 2393,-5-33 0,-3 1 0,-3 0 0,0 0 0,5 7 0,-1-1 0,-5-4 0,-2 0 0,1 4 0,0 1 0,0-7 0,0 0 0,-1 0 0,2-1 0,6 2 0,-1-2-206,-2 33 206,9-4 0,-13-13 0,0-13-332,0-4 332,0-13 0,0 0 1658,0-14-1658,0-2 2921,-13-14-2921,9-14 2152,-9 11-2152,0-37 0,-4 20 0,1-36 0,-11 9 0,24-26 0,-11-4 0</inkml:trace>
  <inkml:trace contextRef="#ctx0" brushRef="#br0" timeOffset="36970">13209 1827 24575,'63'-17'0,"-6"4"0,-27 26 0,0-9 0,0 9 0,0 0 0,-14-9 0,11 22 0,-10-22 0,-1 22 0,-2-22 0,-14 22 0,0-9 0,0 13 0,-14-13 0,11 9 0,-24-9 0,11 13 0,-1 0 0,-9-14 0,9 11 0,0-24 0,-9 24 0,22-24 0,-9 11 0,13-14 0,-13 13 0,9-10 0,-9 11 0</inkml:trace>
  <inkml:trace contextRef="#ctx0" brushRef="#br0" timeOffset="37240">13688 2157 24575,'14'16'0,"-11"11"0,10-24 0,-13 24 0,14-24 0,-11 10 0,10-13 0,1 0 0,2 0 0,1 0 0,10-13 0,-11 10 0,1-24 0,9 11 0,-22-1 0,22-10 0,-22 11 0,9-14 0,-13 13 0,-13-10 0,9 11 0,-9-1 0,0-9 0,-4 22 0,1-22 0,-11 22 0,10-9 0,-13 13 0,14 0 0,-11 0 0,24 0 0,-11 0 0</inkml:trace>
  <inkml:trace contextRef="#ctx0" brushRef="#br0" timeOffset="38008">14138 1348 24575,'-17'13'0,"4"4"0,13 13 0,0 13-2861,0 4 2861,0 13 0,13-1-1401,-10 1 1401,11 0 0,-14 0 0,0 0 0,13 0 0,-10 0 0,11 0 0,-1-14 0,-10 11 263,24-24-263,-24 11-315,11-15 315,-1 1 1264,-10-13-1264,11 10 1827,-14-24-1827,0 10 831,13-13-831,-10 0 392,11 0-392,-14 0 0,13-13 0,-10 10 0,10-24 0,1 10 0,-11-13 0,24 1 0,-24-1 0,10 0-601,1-14 601,-11 11 0,10-10 0,-13 26 0,0-9 0,14 9 0,-11 0 0,10-9 0,-13 22 601,0-22-601,0 22 0,0-9 0,0 13 0,0 0 0,0 13 0,0 4 0,0 0 0,0 9 0,14-9 0,-11 26 0,10-10 0,-13 11 0,0-14 0,14 0 0,-11 0 0,10 0 0,0-14 0,-9 11 0,9-24 0,0 24 0,-9-24 0,9 10 0,-13-26 0,13 10 0,-9-24 0,9 10 0,-13-12 0,0-15-567,13 11 567,-9-10 0,9 13 0,-13 0 0,0 13 0,0-9 0,0 22 0,0-9 0,0 13 0,0 0 567,13 13-567,-9 4 0,9 26-1500,-13 4 1500,0 13 0,13 0-2641,-9 13 2641,9 3 0,-13 1 0,0-34 0,0 0 0,0 34 0,0-32 0,0 0-1777,0 31 1777,-13-2 0,9-1 0,-9-23 0,0 20-1100,9-37 1100,-22 23 670,22-22-670,-22-4 0,9-4 2284,0-22-2284,-9 9 2005,9-13-2005,-13 0 0,0-13 0,0 9 1504,14-22-1504,-11 9 0,10-13 0,-13 0 0</inkml:trace>
  <inkml:trace contextRef="#ctx0" brushRef="#br0" timeOffset="38693">14857 2276 24575,'0'34'0,"0"6"0,0-37 0,0 24 0,0-24 0,0 10 0,0-13 0,0 0 0,0-13 0,0 10 0,-14-24 0,11 24 0,-10-24 0,13 10 0,0-13 0,0 14 0,0-11 0,0 11 0,0-14 0,0 0 0,13 0 0,-10 0 0,11 0 0,-1 13 0,-10-10 0,11 24 0,-14-23 0,0 22 0,13-9 0,-10 13 0,11 0 0,-14 0 0,0 0 0,0 13 0,13-9 0,-10 22 0,10-9 0,-13-1 0,0 11 0,0-10 0,0 13 0,14 0 0,-11-14 0,10 11 0,-13-10 0,0-1 0,14 11 0,-11-24 0,10 10 0,-13 1 0,14-11 0,-11 10 0,10-26 0,1 10 0,-11-11 0,24 1 0,-24-4 0,24 1 0,-24-11 0,10 11 0,0-14 0,-9 13 0,9-10 0,-13 11 0,0-1 0,0 4 0,0 13 0,0-14 0,0 11 0,0-10 0,0 13 0,0 13 0,0-10 0,0 24 0,0-10 0,0-1 0,0 11 0,0-10 0,0 13 0,0 0 0,0-1 0,0-12 0,0 10 0,0-24 0,0 10 0,13-13 0,-9 0 0,9 0 0,0-13 0,-9 10 0,22-24 0,-22 24 0,9-24 0,-13-3 0,0-3 0,0-10 0,0 13 0,-13 0 0,9 0 0,-22 0 0,9 13 0,0-9 0,-9 22 0,9-9 0,1 13 0,2 0 0</inkml:trace>
  <inkml:trace contextRef="#ctx0" brushRef="#br0" timeOffset="39247">15426 2007 24575,'0'30'0,"0"0"0,0 0 0,0 0 0,0 0 0,0 0 0,0 0 0,0-1 0,0 1 0,0 0 0,0 0 0,0-13 0,0 10 0,0-24 0,0 24 0,0-24 0,0 10 0,0-13 0,0 0 0,0-13 0,0 10 0,13-24 0,-10 10 0,11-13 0,-14 0 0,13 0 0,-10 0 0,24-13 0,-24 10 0,24-10-992,-24-1 992,24 11 0,-24-10 0,24 13 0,-24 13 0,10-9 0,-13 22 0,14-22 0,-11 22 992,10-9-992,-13 13 0,0 13 0,0-9 0,0 22 0,0-9 0,14 13 0,-11 0 0,10 13-1002,-13-10 1002,0 24 0,0-24 0,0 11-201,0-15 201,0 1 0,0 0 0,0 0 0,0 0 0,0-13 0,14 10 0,-11-24 0,10 10 991,-13-13-991,0 0 212,0-13-212,0 10 0,0-24 0,14 10 0,-11-13 0,10 0 0,1 0 0,-11 0 0,24 1 0,-24-1 0,10 0 0,0 0 0,-9 0 0,9 13 0,0-10 0,-9 24 0,9-10 0,0 13 0,-9 13 0,9-10 0,-13 24 0,13-10 0,-9-1 0,9 11 0,-13-10 0,13 13 0,-9 0 0,9-14 0,-13 11 0,0-11 0,0 1 0,13-4 0,-9 1 0,9-11 0,-13 10 0,0-13 0,0 14 0,0 2 0</inkml:trace>
  <inkml:trace contextRef="#ctx0" brushRef="#br0" timeOffset="40524">16684 2037 24575,'0'16'0,"0"11"0,0-10 0,0 13 0,0 0 0,0 0 0,0 0 0,0 13-1025,0-10 1025,0 24 0,0-24 0,0 10-255,0-13 255,0 0 0,0 0 0,0 0 0,0 0 0,0-13 0,0-4 1011,0 0-1011,0-9 269,0 9-269,0-26 0,-14 9 0,-2-9 0</inkml:trace>
  <inkml:trace contextRef="#ctx0" brushRef="#br0" timeOffset="41105">16953 2187 24575,'0'30'0,"0"-14"0,0 11 0,0-11 0,0 14 0,0 0 0,0-13 0,0 10 0,0-11 0,0 1 0,0 9 0,0-22 0,0 9 0,0-13 0,0 0 0,0 13 0,0-9 0,14-18 0,-11-6 0,10-9 0,-13-11 0,0 20 0,14-24 0,-11 14 0,10 0-550,1-13 550,-11 10 0,23-10 0,-22 13 0,22 0 0,-22 0-129,9 0 129,0 0 0,-9 13 0,9 4 0,-13 0 0,13 9 546,-9-9-546,9 26 133,0-9-133,-9 22 0,22 4 0,-22 3-954,22 24 954,-22-24 0,9 24 0,0-10 0,-10 12 0,11-12 0,-14 10 0,0-24 0,0 23 0,0-22 0,0 9 0,0-13 0,0-13 0,-14-4 0,11-13 0,-10 0 0,13 0 0</inkml:trace>
  <inkml:trace contextRef="#ctx0" brushRef="#br0" timeOffset="41308">16504 1438 24575,'30'13'0,"0"-10"0,0 11 0</inkml:trace>
  <inkml:trace contextRef="#ctx0" brushRef="#br0" timeOffset="41877">17912 2067 24575,'16'0'0,"-2"0"0,-14 0 0,13-14 0,4 11 0,13-10 0,-14 13 0,11 0 0,-10 0 0,13 0 0,-1 0 0,1 0 0,-13 0 0,10 0 0,-24 0 0,24 13 0,-24-10 0,10 24 0,-13-24 0,0 24 0,-13-10 0,10 13 0,-24 0 0,10 0 0,-13 13-1195,0-10 1195,1 10 0,-1 1 0,0-11 0,13 10-416,-10-13 416,24 0 0,-24 0 0,24 0 0,-10-13 0,13 9 0,0-9 0,13-1 1169,-10-2-1169,24-1 442,-24-10-442,24 11 0,-10-14 0,13 0 0,0 0 0,-1 0 0,1 0 0,0-14 0,-13 11 0,10-24 0,-11 11 0,14-14 0</inkml:trace>
  <inkml:trace contextRef="#ctx0" brushRef="#br0" timeOffset="42094">17792 2246 24575,'17'0'0,"-4"0"0,-13 14 0,13-11 0,4 10 0,13-13 0,0 14 0,0-11 0,0 10 0,0-13-520,13 14 520,-10-11 0,10 10 0,1-26 0,-11 10 0,10-11 0,-13 14 0</inkml:trace>
  <inkml:trace contextRef="#ctx0" brushRef="#br0" timeOffset="67631">12071 8656 24575,'17'17'0,"9"10"0,-22-11 0,22 1 0,-9 10 0,13-11 0,0 14 0,0 0 0,0 0-1179,13 0 1179,-10 0-1698,24 0 1698,-11 0-2348,28 0 2348,-11 0 0,-21-21 0,2-2-1239,1 8 0,0-3 1239,1-9 0,1-3-977,11 7 0,1 0 977,-6-7 0,0 0 0,7 0 0,0 0 0,0 0 0,0 0 0,0-7 0,0 0-838,0 6 1,0-1 837,-1-10 0,1-3 0,7 7 0,0 0 0,-5-6 0,-1-2 0,-1 1 0,0 0 0,-1 0 0,-2 0-258,-10 0 1,-1 0 257,6 0 0,-1 0 363,26-15-363,-4 0 0,-13 0 0,-13 0 2140,9 14-2140,-23-11 0,-3 24 3309,-3-11-3309,-10 1 3218,-1 10-3218,-2-11 2575,-14 14-2575,13 0 242,-10 0-242,11 0 0,-14-13 0,0 10 0,0-11 0,0 14 0,0 0 0,-14 0 0,11 0 0,-10-13 0,-1 10 0,11-11 0,-24 14 0,11 0 0</inkml:trace>
  <inkml:trace contextRef="#ctx0" brushRef="#br0" timeOffset="67841">14647 8507 24575,'17'0'0,"9"0"0,-9 13 0,-1-10 0,11 11 0,-10-1 0,-1-10 0,11 24 0,-24-24 0,11 24 0,-14-24 0,13 24 0,-23-24 0,20 24 0,-23-11 0,-1 14 0,11 0 0,-24 0 0,11 0-1045,-28 0 1045,11 0 0,-10 0 0,0 0 0,-4 0 0</inkml:trace>
  <inkml:trace contextRef="#ctx0" brushRef="#br0" timeOffset="68463">14108 9016 24575,'-17'0'0,"-9"0"0,22 0 0,-9 13 0,0-10 0,9 24 0,-9 3 0,0 3-1313,9 24 1313,-9-11-2125,13 14 2125,-13 14 0,9-11-1298,-3-20 0,1 0 1298,6 34 0,0-1 0,0-2 0,0-1-719,0-10 719,0 10 0,0-26 0,0 10 0,0-24 0,0 10 940,0-13-940,-13-13 1829,9 9-1829,-9-22 2964,13 9-2964,0-13 1020,-13 0-1020,9-13 0,-9-4 0,0-13 0,9 0 0,-22-13 0,23 10 0,-11-11 0</inkml:trace>
  <inkml:trace contextRef="#ctx0" brushRef="#br0" timeOffset="68935">13748 9405 24575,'30'14'0,"0"-11"0,-13 10 0,10-13 0,2 0 0,5 0 0,9 0 0,-13 0 0,0 0 0,13-13-671,-10 10 671,11-11 0,-14 14 0,0-13 166,0 10-166,-14-11 0,11 14 0,-24-13 0,24 10 0,-24-11 505,10 14-505,-13 0 0,14 0 0,-11 0 0,10 0 0,-26 0 0,10 0 0,-11 0 0,14 0 0,-13 0 0,10 0 0,-10 0 0,-1 14 0,11-11 0,-24 24 0,11-24 0,-1 24 0,-10-11 0,24 1 0,-10 9 0,-1-9 0,11 13 0,-10-13 0,13 9 0,-14-9 0,11 13 0,-10-14 0,26 11 0,-10-24 0,11 24 0,-14-24 0,0 11 0,13-14 0,-10 0 0,24 0 0,-24 0 0,24-14 0,-24 11 0,24-24 0,-10 11 0,13-14 0,-14 0-539,11 0 539,-11 0 0,1 0 0,-4 0 0,1 0 0,-11 14 0,10-11 0,1 10 0,-11 1 0,10 2 0,-13 14 539,0 0-539,0 14 0,0-11 0,0 24 0,0-11 0,0 1 0,-13 9 0,10-9 0,-11 13 0,28-13 0,-11 9 0,10-9 0,-13 0 0,0 9 0,0-22 0,0 9 0,0-13 0,14 0 0,2 0 0</inkml:trace>
  <inkml:trace contextRef="#ctx0" brushRef="#br0" timeOffset="69165">14737 9345 24575,'-17'0'0,"-9"14"0,22-11 0,-22 24 0,22-24 0,-22 24 0,9-11 0,0 1 0,-9 9 0,22-9 0,-9 13 0,0 0 0,9 0 0,-9 0 0,13-14 0,13 11 0,-9-10 0,9-1 0,0 11 0,-9-24 0,22 11 0,-9-14 0,0 0 0,9 0 0,-9-14 0,13 11 0,0-24 0,0 11 0,0-14 0,-14 0 0,-2 0 0</inkml:trace>
  <inkml:trace contextRef="#ctx0" brushRef="#br0" timeOffset="69699">14976 8776 24575,'-16'-16'0,"2"2"0,14 14 0,0 0 0,-13 14 0,10 2 0,-10 14 0,13 13-980,0-9 980,0 22 0,0-9-1684,0 13 1684,-14 0 0,11 13 0,-10-10 0,13-3 0,0-3 0,0-11-1198,0 1 1198,0 9 0,13-22 0,-10-4 0,11-4 836,-14-9-836,0-1 1650,0-2-1650,0-14 1376,0 0-1376,0-14 0,0 11 0,-14-10 0,11 0 0,-10 9 0,13-22 0,0 9 0,0 0 0,0-9 0,0 22 0,13-9 0,-10 0 0,11 9 0,-14-22 0,0 22 0,13-9 0,-10 0 0,24 10 0,-24-11 0,24 14 0,-24-13 0,24 10 0,-11-11 0,1 14 0,10 0 0,-11 0 0,1 0 0,9 0 0,-22 0 0,22 14 0,-22-11 0,9 10 0,0-13 0,-9 14 0,9-11 0,-13 23 0,13-22 0,-9 22 0,9-22 0,-26 22 0,9-9 0,-9 0 0,13 9 0,-13-9 0,9 13 0,-22 0 0,22 0 0,-9-14 0,0 11 0,9-10 0,-9-1 0,13-2 0,0-14 0,13 13 0,-9-23 0,9 20 0,0-23 0,4-1 0,0 11 0,9-24 0,-22 11 0,22-14 0,-22 0 0,9 0-521,-13-13 521,0 9 0,0-9 0,0 13 0,-13 13 0,9-9 0,-9 9 0,0 1 0,9 2 0,-22 1 521,22 10-521,-22-11 0,22 14 0,-22 14 0,22-11 0,-9 10 0,13-13 0,0 0 0,0 0 0</inkml:trace>
  <inkml:trace contextRef="#ctx0" brushRef="#br0" timeOffset="69987">15306 9405 24575,'0'17'0,"0"9"0,13-22 0,-9 22 0,9-9 0,-13 13 0,0 0 0,0 0 0,0 0 0,13 0 0,-10-14 0,11 11 0,-14-10 0,0-1 0,0 11 0,0-24 0,0 11 0,0-14 0,0 0 0,13 0 0,-10-14 0,11-2 0,-14-14 0,0 0 0,0 0 0,0 0 0,13 0 0,-10 0 0,11 0 0,-14 0 0,0 0 0,13 0 0,-10 14 0,11-11 0,-14 10 0,13 1 0,-10-11 0,11 24 0,-14-11 0,13 1 0,-10 10 0,11-11 0,-1 14 0,-10 0 0,24 0 0,-24 0 0,24 14 0,-24-11 0,10 10 0,-13-13 0</inkml:trace>
  <inkml:trace contextRef="#ctx0" brushRef="#br0" timeOffset="70137">15665 9405 24575,'0'17'0,"0"9"0,0-9 0,0 13 0,-13-13 0,10 9 0,-11-9 0,14 13 0,0 0 0,0 0 0,0 0 0,0 0 0,0 0 0,0-14 0,0 11 0,0-24 0,0 11 0,0-1 0,0-10 0,0 11 0,0-14 0,0-14 0,0 11 0,0-24 0,0 11 0</inkml:trace>
  <inkml:trace contextRef="#ctx0" brushRef="#br0" timeOffset="70275">15575 9046 24575,'17'0'0,"-4"0"0,-13 13 0,14-10 0,-11 11 0,10-14 0</inkml:trace>
  <inkml:trace contextRef="#ctx0" brushRef="#br0" timeOffset="70533">15815 9435 24575,'0'17'0,"0"9"0,0-22 0,0 22 0,0-9 0,0 0 0,-13 9 0,9-9 0,-9 13 0,0 0 0,10 0 0,-24 0 0,24 0 0,-11 0 0,14-14 0,0 11 0,0-10 0,14-1 0,-11 11 0,10-24 0,1 10 0,-11-13 0,23 0 0,-22 0 0,22 0 0,-22 0 0,9-13 0,0 10 0,-9-24 0,9 24 0,-13-10 0</inkml:trace>
  <inkml:trace contextRef="#ctx0" brushRef="#br0" timeOffset="70687">15725 9585 24575,'30'0'0,"0"0"0,13 0-993,-9 0 993,9 0 0,-13 0 0,0-13 0,0-4 0</inkml:trace>
  <inkml:trace contextRef="#ctx0" brushRef="#br0" timeOffset="70953">16175 9705 24575,'13'-17'0,"-10"-10"0,10 24 0,1-24 0,-11 11 0,10-1 0,1-9 0,-11 9 0,10-13 0,-13 0 0,0 13 0,14-9 0,-24 9 0,20 1 0,-24 2 0,14 1 0,-13 23 0,10-20 0,-11 23 0,1 1 0,-4-11 0,1 23 0,3-9 0,-1 13 0,11 0 0,-10 13-519,13-9 519,13 9 0,-10-13 0,24 0 0,-11-14 0,14 11 0,0-24 0,14 11 0,-11-28 0,10 11 0,0-37 0,4 7 0</inkml:trace>
  <inkml:trace contextRef="#ctx0" brushRef="#br0" timeOffset="71792">13389 5032 24575,'0'-30'0,"13"13"0,-9-9 0,22 9 0,-22-13 0,22 0 0,-9 14 0,26-11-1360,-10 10 1360,11-13 0,-1 1 0,-10-1 0,24 0 0,-11 0 0,14 13-1206,-13-10 1206,9 24 0,-9-10 0,13 26 0,-14-10 0,11 24 0,-10-10 0,-1 26 0,11-10-1916,-11 24 1916,1-24 0,10 10 0,-24 1 0,10-11 0,0 23-1381,-9-22 1381,9 9-78,-13-13 78,0 0 1175,-14-13-1175,11 9 1882,-24-23-1882,11 11 1663,-1-1-1663,-10-10 1127,11 11-1127,-14-14 94,-14 0-94,11-14 0,-10 11 0,13-10 0</inkml:trace>
  <inkml:trace contextRef="#ctx0" brushRef="#br0" timeOffset="72153">14557 4673 24575,'17'0'0,"-4"0"0,0 13 0,-9-10 0,9 11 0,0-1 0,-9-10 0,22 24 0,-22-10 0,22-1 0,-22 11 0,9-11 0,0 14 0,-10 0 0,11 0 0,-14 0 0,0 0 0,0 0 0,0-13 0,0 9 0,0-9 0,-14 13 0,11-13 0,-23 9 0,22-9 0,-22 0 0,22 9 0,-22-23 0,22 11 0,-22-1 0,22-10 0,-22 11 0,22-14 0,-9 0 0,0 0 0,9 0 0,-22-14 0,9 11 0,1-10 0,2 13 0</inkml:trace>
  <inkml:trace contextRef="#ctx0" brushRef="#br0" timeOffset="73080">14737 3774 24575,'-17'13'0,"4"-9"0,13 22 0,-13-9 0,9 13 0,-9 13-1342,13-10 1342,0 24 0,0-10 0,0-1 0,0 11-1285,0-11 1285,0 14 0,0 0 0,0-13 0,0 9-129,0-22 129,0 22 0,0-22 0,0 9 0,0-13 0,-13 0 0,9 0 0,-9-14 0,13 11 925,0-24-925,0 11 1683,0-14-1683,0 0 148,0-14-148,0 11 0,0-24 0,0 11 0,-13-14 0,9 0 0,-9-14-1096,0 11 1096,9-23 0,-9 22 0,13-22 0,0 22 0,0-9 0,0 13 0,0 14 0,-13-11 0,9 24 0,-9-24 0,13 24 1096,13-11-1096,-9 14 0,9-13 0,-13 10 0,0-11 0,13 14 0,4 0 0,0 0 0,9 0 0,-9 0 0,13 14 0,0-11 0,0 10 0,0-13 0,0 0 0,0 0 0,0 14 0,-14-11 0,11 10 0,-24-13 0,24 14 0,-24-11 0,10 10 0,-13-13 0,0 0 0,14 0 0,-11 14 0,-3-11 0,-3 10 0,-11-13 0,14 0 0,-13 14 0,10-11 0,-11 24 0,1-24 0,-3 23 0,-1-9 0,4 0 0,-1 9 0,11-22 0,-10 9 0,-1 0 0,11-9 0,-10 9 0,13-13 0,0 13 0,0-9 0,0 9 0,0-26 0,0 9 0,13-9 0,-10 13 0,11-13 0,-1 9 0,-10-22 0,11 22 0,-1-22 0,-10 9 0,24-13 0,-24 0 0,10 14 0,-13 2 0,14 14 0,-11 0 0,10 0 0,-13 0 0,0 0 0,0 14 0,14-11 0,-11 24 0,10-24 0,-13 23 0,14-9 0,-11 0 0,10 9 0,1-9 0,-11 0 0,10-4 0,1 0 0,-11-9 0,24 9 0,-24-13 0,23 0 0,-9 0 0,13 0 0</inkml:trace>
  <inkml:trace contextRef="#ctx0" brushRef="#br0" timeOffset="73291">15366 4163 24575,'0'17'0,"-14"-4"0,11 1 0,-23 2 0,22 1 0,-22 10 0,22-11 0,-22 14 0,22 0 0,-9-13 0,0 9 0,9-9 0,-9 13 0,13-13 0,0 9 0,0-22 0,13 9 0,-9-13 0,22 13 0,-22-23 0,22 20 0,-9-23 0,13 13 0,0-13 0,-14-4 0,11-13 0,-10 0-170,13 0 0,0 0 0,0 0 1</inkml:trace>
  <inkml:trace contextRef="#ctx0" brushRef="#br0" timeOffset="73948">15635 3924 24575,'0'-30'0,"0"0"0,0 0 0,0 13 0,0 4 0,-13 0 0,10 9 0,-11-9 0,14 13 0,0 0 0,0 13 0,0-9 0,0 22 0,0-9 0,0 13 0,0 13-1016,0-10 1016,0 24 0,0-10 0,0-1 0,0 11 0,0-24 0,0 24 0,0-24 0,0 10 0,0-13 0,0-13 0,0 9 0,0-22 0,0 22 0,0-22 1016,0 9-1016,0-13 0,0 0 0,0-13 0,14 9 0,-11-9 0,10 0 0,1 9 0,-11-22 0,24 9 0,-24 1 0,24-11 0,-24 10 0,24 1 0,-24-11 0,24 24 0,-24-11 0,23 1 0,-22 10 0,22-11 0,-22 14 0,9 0 0,0 0 0,-9 14 0,9-11 0,-13 10 0,0 1 0,0-11 0,0 24 0,0-11 0,0 1 0,0 10 0,-13-24 0,9 23 0,-9-22 0,13 9 0,0 0 0,0-9 0,0 9 0,0-13 0,0 0 0,13 0 0,-9-13 0,9 9 0,-13-22 0,13 22 0,-9-22 0,9 9 0,0 1 0,-9-11 0,22 10 0,-22 1 0,22-11 0,-22 24 0,9-11 0,0 1 0,-10 10 0,11-11 0,-14 14 0,13 0 0,-10 14 0,11-11 0,-14 10 0,0 1 0,0-11 0,0 24 0,0-24 0,13 24 0,-10-11 0,11 1 0,-14 10 0,0-24 0,0 23 0,13-22 0,-10 9 0,11-13 0,-14 13 0,13-9 0,-10 9 0,11-13 0,-1 0 0,-10-13 0,24 9 0,-24-22 0,24 22 0,-11-9 0,1 0 0,10 10 0,-24-11 0,10 1 0,-13 10 0,14-11 0,-11 14 0,10 0 0,-13 0 0,0 0 0,0 14 0,0 2 0,0 14 0,0 0 0,0 0 0,0 0 0,0 0 0,0 0 0,0 0 0,0 0 0,0-14 0,0 11 0,0-24 0,0 11 0,0-14 0</inkml:trace>
  <inkml:trace contextRef="#ctx0" brushRef="#br0" timeOffset="74301">16684 4223 24575,'-14'17'0,"11"-4"0,-10-13 0,13 0 0,-14 0 0,11 0 0,-10 0 0,13 14 0,0-11 0,0 24 0,0-24 0,0 24 0,0-24 0,0 23 0,0-22 0,0 9 0,0 0 0,0-9 0,0 9 0,0-13 0,0 13 0,0-9 0,0 9 0,0-13 0,-13 0 0,9 0 0,-9 0 0,13 0 0,-13-13 0,-4-4 0</inkml:trace>
  <inkml:trace contextRef="#ctx0" brushRef="#br0" timeOffset="74556">17163 4283 24575,'3'-13'0,"7"10"0,-23-11 0</inkml:trace>
  <inkml:trace contextRef="#ctx0" brushRef="#br0" timeOffset="161730">21059 6421 5734,'5'-5'0,"0"1"0,9 4 0,1 0 0,14 0 0,3-2 0,10 0-551,-5 0 0,8 1 0,-1 1 551,-3 1 0,-1 0 0,2 2-647,-6-2 1,3 2-1,-1-1 1,-2 1 646,7 1 0,-2 0 0,-2 1 0,6 2 0,-4 0-585,-12-2 0,-1 1 585,-1 0 0,0-1-138,-2 1 1,1 0 137,7 1 0,-1 1 0,13 3 321,-17-5 0,-1 1-321,-3 0 0,-1-1 0,3 0 0,14 6 0,-31-10 2576,3 0-2576,-11-3 1881,-1-1-1881,-4-1 585,-4 2-585,-8-3 0,2 1 0,-5-3 0</inkml:trace>
  <inkml:trace contextRef="#ctx0" brushRef="#br0" timeOffset="161975">22067 6329 5734,'14'7'0,"1"1"0,3 4 0,-4-1 0,4 6 0,-3 2 0,-1 10 0,-4-5-319,-5 4 319,-7-11 0,-8 6 0,-2-5 0,-5 5 0,0-10 0,-1-1 0,-1-2 0</inkml:trace>
  <inkml:trace contextRef="#ctx0" brushRef="#br0" timeOffset="162275">21092 6325 5734,'-13'15'0,"-1"8"0,4-4 0,0 7 0,7 1 0,3-6 0,14 20 0,-1-20-792,13 10 792,-2-17 0,3-2 0,5-3 0</inkml:trace>
  <inkml:trace contextRef="#ctx0" brushRef="#br0" timeOffset="163695">21419 5318 5734,'-3'2'0,"1"0"0,1 3 0,-1 0 0,0 19 0,1-6 0,2 7 0,-1 1 0,1 1 0,1 18 0,1-9-1157,0-8 1157,0 9 0,0-7 0,-2-1 0,1 1 0,-1-2 0,0-3 0,-1-11 277,0 10-277,-4-18 0,1 7 0,-2-22 0,3 0 0</inkml:trace>
  <inkml:trace contextRef="#ctx0" brushRef="#br0" timeOffset="164126">21571 5646 5734,'-1'32'0,"0"4"0,-1-16 0,0 3 0,-1-6 0,2-6 0,-1 1 0,0-5 0,1-4 0,1 0 0,2-7 0,0-11 0,2 0 0,-1-8 0,1 1 0,0 5 0,1-4 0,0 0 0,-1 7 0,0-5 0,0 4 0,0 4 0,-1-1 0,0 5 0,0 3 0,0 0 0,-1 4 0,2 2 0,0 2 0,1 2 0,1 1 0,5 7 0,-3-3 0,2 5 0,2 6 0,-3 2 0,1-1 0,-4-4 0,-2-11 0</inkml:trace>
  <inkml:trace contextRef="#ctx0" brushRef="#br0" timeOffset="164430">21829 5664 5734,'10'34'0,"2"4"0,-2-15 0,2 0 0,-6-15 0,2-2 0,-1 0 0,1-2 0,-3-2 0,3-2 0,0-5 0,-1-1 0,2-5 0,-3 0 0,3-9 0,-1-3 0,0 1 0,-2 1 0,-2 10 0,-1-3 0,-2 6 0,0-1 0,-4 5 0,1 2 0,-2 0 0</inkml:trace>
  <inkml:trace contextRef="#ctx0" brushRef="#br0" timeOffset="165047">22078 5825 5734,'17'-19'0,"-3"0"0,0-2 0,-6 5 0,5-8 0,-8 10 0,-1 0 0,-1 1 0,0-6 0,-2 6 0,-2-2 0,-3 3 0,1 7 0,-4-1 0,0 7 0,-2 3 0,-2 3 0,-7 8 0,4-1 0,-4 6 0,3 3 0,5-5 0,-1 7 0,4 5 0,6-11 0,2 12 0,5-19 0,14 5 0,-1-12 0,6-1 0,-4-8 0,-6-2 0,2-2 0,-2-1 0,6-8 0,-6 4 0,2-5 0,-6 6 0,1-3 0,-4 4 0,0 0 0,-3 6 0,-4 6 0,0 1 0,-2 7 0,-3 5 0,2-2 0,0 5 0,2 0 0,1-3 0,-1 2 0,2-3 0,-1-5 0,0 1 0,-1-5 0,0-1 0,0-1 0,0-8 0,1-1 0,-1-7 0,2-6 0,-1 2 0,1-6 0,-1 6 0,2-8 0,-1 8 0,2-5 0,2 0 0,-1 8 0,1-1 0,-2 11 0,4 6 0,0-1 0,5 2 0</inkml:trace>
  <inkml:trace contextRef="#ctx0" brushRef="#br0" timeOffset="165544">22612 5594 5734,'-21'4'0,"2"1"0,1 2 0,6 1 0,-6 3 0,6 6 0,4-3 0,1 22 0,7-16 0,8 24 0,-3-26 0,6 8 0,-4-8 0,-4-7 0,0 3 0,-7-9 0,-8-1 0,1-2 0,-7 1 0,-2-1 0,5-1 0,-4 0 0,5-1 0,6 0 0,-1 0 0,6 0 0,2 0 0,5 0 0,3-1 0,5 1 0,10-3 0,-3 0-319,8-2 319,-6 1 0,0-1 0,1-1 0,16-12 0,-14 6 0,0-4 0,-2-2 0,-6 1 0,8-20 0,-18 21 0,-4-9 0,-5 17 0,-5-2 0,0 7 319,-9 5-319,2 2 0,-5 4 0,1 8 0,5-2 0,-1 7 0,9 26 0,8-21 0,-1-1 0,5-2 0,16 4-907,-1-8 907,9 5 0,-5-11 0,4-4 0,2-4 0,2-5 0</inkml:trace>
  <inkml:trace contextRef="#ctx0" brushRef="#br0" timeOffset="168652">23297 5430 5734,'16'9'0,"-3"1"0,-9 0 0,-3 2 0,-10 15 0,-3 4 0,1 0-876,-3 2 1,0 0 875,2-7 0,1 0-327,-1 11 327,4-10 0,5-3 0,1 0 0,2-1 0,5 9-313,7-11 313,-4-8 0,8 3 0,-6-10 296,1-3 0,1-5 0,1 0 0</inkml:trace>
  <inkml:trace contextRef="#ctx0" brushRef="#br0" timeOffset="168981">23492 5876 5734,'9'-4'0,"7"-2"0,-4 2 0,6-2 0</inkml:trace>
  <inkml:trace contextRef="#ctx0" brushRef="#br0" timeOffset="169262">23888 5544 5734,'-9'22'0,"0"11"0,5-9 0,0 24 0,2-18 0,1 11 0,1-2-1676,0-10 1676,0 8 0,0-15 213,0 4-213,0-8 0,0 1 345,-2-6-345,0-6 0,-5-3 0,1-7 0,-4-5 0</inkml:trace>
  <inkml:trace contextRef="#ctx0" brushRef="#br0" timeOffset="169444">23549 5492 5734,'11'2'0,"2"0"0,6 2 0,6 1 0,4-1 0,8 2-1002,-5-1 1,1 0 1001,5 1 0,0 0-503,-1 0 503,-2 1 0,9 5 0,-13-3 0,5 5 0,-16-5 0</inkml:trace>
  <inkml:trace contextRef="#ctx0" brushRef="#br0" timeOffset="169728">24004 6041 5734,'0'-14'0,"1"-1"0,0-10 0,4-19 0,-1 7 0,2-8 0,5 11 0,-3 13 0,14-15 0,-10 26 0,7-5 0,-7 12 0,0 2 0,0 2 0,0 3 0,4 5 0,-4-1 0,4 3 0,-7-3 0</inkml:trace>
  <inkml:trace contextRef="#ctx0" brushRef="#br0" timeOffset="170396">24259 5895 5734,'-12'6'0,"3"0"0,-4 2 0,-1 6 0,4-4 0,-6 9 0,10-11 0,-1 3 0,5-2 0,1-5 0,6-1 0,0-6 0,10-9 0,-4 2 0,4-5 0,-4 1 0,-1-1 0,1-1 0,-2 1 0,3-10 0,-5 11 0,3-7 0,-7 16 0,-1 22 0,0-6 0,0 24 0,1-21 0,3 5 0,1-3 0,0-6 0,5 5 0,6-13 0,-4-1 0,6-7 0,-11-2 0,8-9 0,-8 5 0,5-7 0,-6 5 0,-3 6 0,1-3 0,-8 22 0,1 12 0,-2 2 0,2 1 0,8-14 0,-2-4 0,6 2 0,10-7 0,-7-2 0,18-5 0,-17 0 0,6-3 0,-9 2 0,2-1 0,-4 2 0,2-2 0,-7 4 0,-2-2 0,-5 4 0,-2 0 0,-2 4 0,2-1 0,-1 2 0,2 1 0,1-2 0,-1 1 0,3-1 0,6 3 0,-2-3 0,6 4 0,-2-4 0,0 1 0,2-1 0,0 1 0,0-1 0,14 1 0,-9-4 0,10 0 0,-9-6 0,11-12 0,-5 1 0,5-9 0</inkml:trace>
  <inkml:trace contextRef="#ctx0" brushRef="#br0" timeOffset="170606">24916 5687 5734,'-5'-9'0,"-6"1"0,2 3 0,-5 4 0,-5 11 0,4 2 0,-4 8 0,2 16 0,4-3-186,5-11 1,1 4 185,1 17 0,2 4-652,2-11 0,1 1 1,0 2 651,0 6 0,-1 1 0,2-1-715,1-7 0,0-1 0,0-2 715,1 4 0,0-5 0,1 11-659,0-6 659,0-5-169,-3 2 169,-1-13 1220,-1 0-1220,-5-16 2291,2-7-2291,-5-6 0,2-6 0,-3-13 0,0-4 0,0-3-63,0 0 0,2 0 63,4 0 0,3 0 0,1 3 0,2 0 0</inkml:trace>
  <inkml:trace contextRef="#ctx0" brushRef="#br0" timeOffset="170945">25008 6089 5734,'-6'3'0,"-3"3"0,3-2 0,-2 4 0,4-2 0,2-1 0,1 1 0,2-3 0,10-1 0,-1-2 0,16-8 0,-10 0 0,7-6 0,0 1 0,-11 4 0,4-8 0,-14 11 0,-3-6 0,-2 10 0,-2-1 0,1 7 0,1 0 0,1 3 0,5 6 0,2-2 0,6 4 0,2-4 0,3-4 0,3-2 0</inkml:trace>
  <inkml:trace contextRef="#ctx0" brushRef="#br0" timeOffset="171494">22954 5434 5734,'-5'-1'0,"4"-1"0,4 0 0,5 0 0,0 1 0,3 0 0,3-1 0,20-1 0,-10 2 0,14-2 0,-17 2 0,0 1 0,-2 0 0,14 0 0,-13 0 0,10 0 0,-13 1 0,-6-1 0,2 1 0,-4 0 0,-3-1 0,-1 2 0,-2 2 0,-3-2 0,1 2 0</inkml:trace>
  <inkml:trace contextRef="#ctx0" brushRef="#br0" timeOffset="172768">23325 6664 5734,'1'35'0,"1"3"0,-2-6 0,1 1 0,0 7 0,1-3-1639,-2-5 1,1 1 1101,0 6 0,1 3 1,-2 1 536,-1-3 0,0 0 0,-1-3 0,1 0 0,-1 3 0,-1 0 0,-1 6 0,1 1 0,-1-7 321,1-3 1,-1-1-322,0-1 0,0 5 0,-1-1 0,2-6 0,0-6 0,0-1 0,-2 12 0,1-1 0,0-3 0,1-12 858,0 1-858,3-12 0,0-4 0,1-4 2626,1-4-2626,-2-3 760,2-5-760,-2 2 0,3-9 0,-3 7 0,1-4 0,-1 1 0,0 2 0,0-2 0,0 3 0,-1-5 0,0-1 0,-7-19 0,3 12 0,-5-8 0,3 11 0,2 5 0,-1-2 0,3 5 0,-1 1 0,0 1 0,1-1 0,0 1 0,-1-2 0,0 2 0,0-2 0,-1 0 0,2 3 0,0-1 0,2 5 0,1 3 0,0 0 0,-1 8 0,-1 1 0,1 6 0,0 8 0,1-3 0,1 9 0,6 12 0,-2-14 0,5 12 0,0-17 0,-2-7 0,2 1 0,1-6 0,0-5 0,4-3 0,-1-7 0,10-10 0,-5 1 0,5-6 0,-8 5 0,7-8 0,-9 9 0,8-14 0,-15 18 0,0-3 0,-6 10 0,0 5 0,-1 1 0</inkml:trace>
  <inkml:trace contextRef="#ctx0" brushRef="#br0" timeOffset="173395">22936 7949 5734,'2'2'0,"-1"-2"0,2 8 0,-1 4 0,-1 1 0,0 8 0,0 14 0,-1-5 0,0 9 0,0 3-424,0 4 424,0-11 0,0 7 0,1-6 0,0-11 0,0 1 0,0 8 0,0 4 0,0-6 0,1 8 0,0-8 0,0-2 0,-2-10 0,0 2 0,-2-16 0,0-5 0,-1-5 0,0-9 0,1 1 0,-1-12 0,6-6 0,-1 5 0,9-19 0,-5 26 0,5-10 0,-5 17 424,6-7-424,-4 8 0,4-4 0,-2 7 0,11 1 0,-7 2 0,7 2 0,-10 9 0,-2 0 0,1 4 0,-3 0 0,-1 11 0,-2-3-314,1 8 314,-2-6 0,-1 1 0,-1-1 0,1 0 0,-1 0 0,1 5 0,-1-7 0,-1 3 0,-1-11 0,-1 1 0,1-6 0,0-1 0</inkml:trace>
  <inkml:trace contextRef="#ctx0" brushRef="#br0" timeOffset="173680">23287 8322 5734,'2'7'0,"0"7"0,-2-1 0,0 6 0,0 6 0,0-6 0,0 8 0,0 1 0,0-6 0,1 5 0,1-1 0,1-6 0,1 3 0,4-3 0,-1-8 0,3 3 0,8-9 0,-6-5 0,8-6 0,-13-2 0,-1-5 0,-5 2 0,-1-2 0,-1-1 0</inkml:trace>
  <inkml:trace contextRef="#ctx0" brushRef="#br0" timeOffset="173861">23219 8307 5734,'21'1'0,"-2"1"0,8 0 0,-10 0 0,19 3 0,-21-2 0,6 2 0,-10-3 0</inkml:trace>
  <inkml:trace contextRef="#ctx0" brushRef="#br0" timeOffset="174245">23525 8366 5734,'3'29'0,"-1"-8"0,-2 3 0,0-9 0,-3 6 0,2-4 0,0 4 0,2-4 0,0-6 0,2 2 0,-5-5 0,3-7 0,2-14 0,1 2 0,4-12 0,3-4 0,-3 9 0,11-24 0,-9 24 0,9-16 0,-8 20 0,3-4 0,0 6 0,-3 5 0,3-1 0,-2 9 0,-2 2 0,1 5 0,-4 2 0,2 9 0,-2-1 0,3 14 0,0 3 0,-3-7 0,0 2 0,0-12 0,-4-8 0,1 2 0,-2-10 0,-1-3 0,1-2 0,0-2 0</inkml:trace>
  <inkml:trace contextRef="#ctx0" brushRef="#br0" timeOffset="174595">23838 8280 5734,'7'1'0,"0"1"0,1-1 0,12-1 0,-6-1 0,17-1 0,-18 1 0,9-1 0,-15 2 0,0 1 0,-6 4 0,-4 7 0,3 1 0,-3 4 0,4 3 0,1-5 0,1 7 0,2 3 0,-2-4 0,5 24 0,-4-21 0,-3 9 0,-2 0 0,-1-6-632,-5 21 632,2-31 0,0-2 0,1-3 0,-2-1 0,3-6 0,-6-7 0,4-5 0,-2-8 0,2 1 0</inkml:trace>
  <inkml:trace contextRef="#ctx0" brushRef="#br0" timeOffset="198515">19376 12673 5734,'4'14'0,"-1"2"0,1 1 0,2 22 0,-3-13 0,-1 6 0,-1 1 0,-3-1 0,-8 3 0,-6 7 0,2-5 0,3-13 0,-1-2-1093,-5 10 1,-2 3 0,0-6 576,-10 4 516,13-15 0,-1-1-278,-2 1 0,0 0 278,-1 0 0,-2 2-456,-6 5 0,-5 3 1,2-2 455,1 0 0,-1 1 0,5-5 0,-3 4 0,-3 1 0,1 0 0,2-2-5,0-1 1,2 0-1,0-1 1,0 1 4,-1 0 0,0 1 0,1-1 0,0-1 0,-5 5 0,1 0 0,3-4 0,7-5 0,1-1 0,-6 5 0,1 0 0,-10 8 0,14-13 0,0 0 0,-7 8 0,9-9 0,-2 1 0,11-10 1609,2-1-1609,2-3 2131,1 1-2131,1-2 1684,1 0-1684,1-2 310,1 0-310,-1-1 0,1 0 0,0 0 0,0-5 0,0 1 0,2-4 0,-3 3 0,1 0 0,-1-2 0,0 2 0,0-2 0,0 3 0,0 1 0,1 0 0,0 0 0,1 2 0,-2 0 0,0 1 0,1 2 0,5-7 0,-1 2 0,4-5 0,-3 0 0,2-6 0,0 2 0,0-4 0,4-13 0,-3 7 0,2-9 0,-1-1 0,-4 16 0,2-9 0,-2 10 0,0 4 0,-1 0 0,-2 3 0,-1 4 0,0-1 0,-1 3 0,0 1 0,-1 3 0,0 1 0,-4 9 0,1-2 0,-3 6 0,1-2 0,-5 9 0,2-4-446,-3 7 446,3-6 0,-5 10 0,5-6 0,-8 16 0,6-4 0,1-7 0,2-1 0,6-15 0,1-6 0,0 2 0,1-5 0,-1 1 0,1-3 446,0 1-446,0-2 0,2 0 0,11-2 0,-1-1 0,24-5 0,-9 2-216,13-2 216,6 0-1397,-8 1 1397,-12 3 0,-1 0 0,10-2 0,13 1 0,-12 0-824,10 0 824,-18 2-302,-2 0 302,-3 1 0,-2 0 162,-3-1-162,3 1 1240,-8 0-1240,2 1 940,-8 0-940,-1-2 0,-4 1 0,1-2 0</inkml:trace>
  <inkml:trace contextRef="#ctx0" brushRef="#br0" timeOffset="228766">2295 15921 5734,'7'32'0,"0"0"0,1-1 0,2 15 0,0-2 0,-4-15 0,0 1-1093,0 2 1,0 3 0,0 0-76,0 7 1,1 1 1167,-2-5 0,0 2 0,0 2 0,-1-6 0,-1 0 0,0 1 0,-1-2-41,1 5 0,0-1 1,0 1 40,0-1 0,-1 2 0,1 2 0,0-1 0,0 4 0,0 1 0,0 0 0,0-2 0,0-9 0,-1-1 0,1 0 0,-1 4 0,1-1 0,1 3 0,-1 3 0,1-1 0,0-2 0,-1-3 0,2 10 0,-1-3 0,1 0 0,-1-3 0,1 2 0,0 1 0,0-3 0,1-5 0,-1 0 0,1-2 0,0-1 0,-1 0 0,1-2 0,1 2 0,0 1 0,1 2 0,0 0 0,0-5 0,1 3 0,0-4 0,3 7 0,0-3 0,5 1 0,0-13 0,1-5 0</inkml:trace>
  <inkml:trace contextRef="#ctx0" brushRef="#br0" timeOffset="231558">2172 16142 5734,'12'10'0,"2"0"0,18 4 0,-2-3-353,-8-3 0,3-1 353,19 2 0,2-2-513,-16-2 1,3-1 512,4 0 0,7 1 0,0-2 0,-5 1-349,1-2 0,1 0 349,-6-1 0,6 0 0,1-1 0,-1 1 0,-5-1-1294,10-1 1,-2 0 1293,1 0 0,4-1 0,-2 0 0,-8 0 0,-2-1 0,-1 0-359,7-1 0,0 0 359,-6 1 0,3-1 0,-3 0 0,2 0 0,0-1 0,-2 1 0,2-1 0,-2 0 0,6 0 0,0-1 0,-7 1 0,1-1 0,-1 1 0,1-1 0,1-1 0,-4 1 0,2-1 0,-1 0 0,5-2 0,1 1 0,-9 1 0,2 0 0,4-1 0,4-1 0,7-1 0,1 0 0,-1 0 0,-6 1 0,-5 1 0,-4 1 0,4-1 0,1 0 0,7-1 0,2-1 0,0 0 0,-5 1 0,-7 2 0,4-1 0,-4 0 0,-4 1 0,1 0 0,-1 1 0,1-2 0,1 0 0,-3 0 0,2 0 0,-1 0 0,5-1 0,0-1 0,-5 2 0,1-1 0,-2 1 0,2-1 0,-1 1 0,0-1 0,-1 1 0,-1 0 0,2-1 0,10-3 0,5-2 0,-2 2 0,-11 3 0,-2 0 0,2 1 0,11-5 0,2 0 0,-4 2 0,-3 2 0,-2 0 0,-4 2 0,1 0 0,-3 0 0,1 0 0,0 0 0,0 1 0,2-1 0,-3 0 0,-5 3 0,-2 0 0,12-2 0,0 2 0,-9 0 0,0 0 0,8 1 0,0-1 0,-11 2 0,-2 0 0,24-1 135,0 1-135,-1 0 0,0 1 0,-12 0 0,0 0 0,-8 0 0,0 0 0,8-1 0,1 1 0,-12-1 0,2 1 0,11 0 0,6 0 0,-4 0 0,-6 0 0,2 0 0,6 1 0,8-1 0,1 1 0,-9 0 0,-8 0 0,-1 0 0,11 0 0,5 1 0,-6-1 0,-14 0 0,-2 1 0,19-1 0,3-1 0,-14 1 0,1-1 0,-1 0 0,10 0 0,-1 0 0,-10 0 0,1-1 0,0 1 0,2 0 0,1 0 0,-3 0 0,0 1 0,1-1 126,0 0 0,3 1 0,-4-1-126,-4 1 0,-1 0 0,8 0 0,3 1 0,-2-1 0,1 1 0,0-1 0,1 0 0,2 0 0,0 0 0,-4 0 0,1-1 0,-2 0 0,7 0 0,3 0 0,-8-1 0,5 1 0,3-1 0,-2 0 0,-4 0-171,0 0 0,-5 0 0,6 0 171,1 0 0,5-1 0,2 1 0,-1-1 0,-6 1 0,-3 0 0,-4 0 0,3 0 0,7 0 0,5 1 0,1-1 0,-6 0 0,-5 1 0,-4-1 0,3 1 0,-3 0 0,2 0 0,0 0 0,-2 0 0,-1 0 0,-3 1 0,5-1 0,-1 0 0,4 0 0,4 1 0,-1-1 0,0 1 0,-6-1 0,11 0 0,-4 0 0,4 0 0,-11 1 0,4-1 0,1 1 0,1-1 0,-1 0 0,-2 1 0,2-1 0,-1-1 0,-1 1 0,-1 0 0,-2 0 0,6-1 0,-3 1 0,5-1 0,-2 1 0,6-1 0,3 0 0,1-1 0,-4 1 0,-6 0 0,1 0 0,-5 0 0,3 0 0,-6 0 0,3-1 0,2 1 0,-2 0 0,-1 0 0,0-1 0,-1 1 0,-2 0 0,-1 0 0,4 0 0,-2-1 0,1 1 0,9 0 0,2-1 0,-1 0 0,1 1 0,0-1 0,-3 1 0,-8 0 0,-2 0 0,1 1 0,11-1 0,2-1 0,-3 1 0,-12 1 0,-3 0 0,3-1 0,12 0 0,3 0 0,-2 0 0,-11 0 0,0 1 0,0-1 0,11-1 0,1 1 0,-3-1 0,-11 1 0,-2 0 0,-1 0 0,1 0 0,0 0 0,0 0 0,0-1 0,1 1 0,1-1 0,1 0 0,2-1 0,0 0 0,-1 1 0,1-1 0,-1 0 0,5 0 0,-5 0 0,6-1 0,3 0 0,2-1 0,-1 1 0,-3 0 0,-4 1 0,-1-1 0,-4 1 0,0 1 0,5-2 0,0 1 0,5-1 0,4-1 0,2 0 0,0 1 0,-3-1 0,-3 2 0,-6-1 0,12 0 0,-7 1 0,3 0 0,-5-1 0,2 1 0,2-1 0,-1 1 0,-2 0 0,0 1 0,-1 0 0,-1 0 0,-2 0 0,4 0 0,-2 0 0,2 0 0,-3 0 0,2 0 0,0 0 0,-3 1 0,0 0 0,-3-1 0,2 1 0,2 0 0,2 0 0,0 0 0,-2 0 0,1 1 0,-1-1 0,6 0 0,-6 0 0,5 1 0,5-1 0,1 1 0,0 0 0,-2-1 0,-4 1 0,1 0 0,-3-1 0,-1 1 0,1 0 0,3 0 0,-5 0 0,3 0 0,1 0 0,1 0 0,-1 0 0,-3 0 0,-2 0 0,10 0 0,-4 0 0,-2 0 0,2 0 0,1 0 0,1 0 0,-1 0 0,-2 0 0,2 0 0,-2 0 0,7-1 0,-14 2 0,6-1 0,2 0 0,1 1 0,0-1 0,-3 1 0,-4-1 0,3 1 0,-4-1 0,0 1 0,3 0 0,-3-1 0,3 1 0,1 0 0,1 0 0,-1 0 0,-2 0 0,1 0 0,-1 0 0,-1 0 0,-1 1 0,-1-1 0,2 0 0,-2 1 0,0-1 0,2 0 0,0 1 0,1-1 0,1 1 0,0-1 0,-3 0 0,9 1 0,-3-1 0,4 0 0,-10 0 0,2 0 0,2 0 0,-1 0 0,-2 0 0,0 0 0,-2-1 0,1 1 0,1 0 0,-1-1 0,2 1 0,0 0 0,1-1 0,-1 1 0,0-1 0,1 0 0,-1 0 0,0 0 0,-2 0 0,1 0 0,-2 0 0,1 0 0,1 0 0,0 0 0,2 0 0,0 0 0,0 0 0,-3 0 0,8 0 0,-2 0 0,6-1 0,-11 1 0,7 0 0,2 0 0,2 0 0,-1 0 0,-2-1 0,-4 1 0,4 0 0,-6 0 0,2 1 0,9-2 0,-16 2 0,5-1 0,3 0 0,4 0 0,2 0 0,1 0 0,0 0 0,-1 0 0,-2 1 0,-3-1 0,-4 0 0,-5 1 0,14-1 0,-8 1 0,-1-1 0,7 1 0,-9 0 0,4 0 0,4 0 0,1-1 0,1 1 0,-1 0 0,-3 0 0,-4 0 0,-6 1 0,11 0 0,-8 0 0,2 0 0,-1 1 0,2-1 0,0 1 0,-4-1 0,-1 1 0,-3 0 0,2 0 0,12 1 0,1 0 0,-2 0 0,-10 0 0,-2-1 0,1 1 0,9 0 0,1 1 0,-3-1 0,0 0 0,0 1 0,2 1 0,3-1 0,0 2 0,-5-1 0,-2 0 0,1 0 0,2 0 0,-1 0 0,-3 0 0,6 1 0,-8 0 0,-7-2 0,-7 1 435,2-1-435,-9 0 1445,1-1-1445,-7 0 3163,-4-2-3163,1 0 691,-5 0-691,2-1 0,-1 0 0,2 1 0,2-1 0,9 0 0,-5 0 0,19 1 0,-14 0 0,8 1 0,-4 2 0,-4-2 0,5 3 0,5 5 0,-9 0 0,8 7 0,-10 6 0,-2 5 0,-4-1 0,0 0-1099,5 11 0,-1 1 1099,-6-6 0,-2 1 0,1 10 0,-1 1 0,-1-8 0,-1 1 0,1-4 0,-1 2 0,0 1 0,1 5 0,-1 1 0,0-1-888,0-7 0,0-1 0,0 1 888,1 11 0,-1 3 0,1-3-291,-1-11 0,0 0 1,0-1 290,-1 1 0,1 0 0,0 1 0,0-1 0,0 0 0,0 4 0,1-1 0,0 6 0,1 1 0,-1 0 0,0-5 0,1 8 0,0-4 0,0 3 0,0-5 0,-1 3 0,1 1 0,0-2 0,-1-5 0,1 2 0,-1-5 0,0 1 0,0 0 0,-1 0 0,1 0 0,-1-1 0,0 0 0,0 0 0,0-1 0,-1 0 0,1-1 0,-1 0 0,0-1 0,-1 0 0,1 14 0,0 2 0,-2-7 0,0 2 0,0-2 0,-1 4 0,0-1 0,1-8 0,-2 2 0,1-3 0,-3 10 0,0-4 0,2-11 0,-1-2 0,-1 6 0,-1-1 0,-6 12 0,1-17 0,-4 2 1015,-7-17-1015,2-8 0,-9-3 0,2-7 0,-4-3 1718,-7-3-1718,-3-3 0,6 2 0,-3-2 406,-4-1 1,-6-2-407,14 4 0,-6-1 0,-1-1 0,1 0 0,3 2-444,-6-2 1,4 1 0,-4-2 443,2 2 0,-4-1 0,-1-1 0,2 1 0,5 3-728,-10-3 0,3 2 728,5 1 0,-3 0 0,2 1-380,-4-1 0,2 2 380,-2 0 0,-1 0 0,2 1 0,-3 0 0,2 2 0,-2-1 0,1 1 0,9 1 0,1 1 0,-1 0 0,1 0 0,-2 0 0,0 0 0,3 0 0,-2 1 0,2 0 0,-2 1 0,-3-1 0,-4 1 0,1 0 0,1 0 0,-3 0 0,2 0 0,-5 1 0,11 0 0,-5 0 0,-1 0 0,-1 0 0,2 0 0,4 1 0,-2-1 0,4 1 0,-1 0 0,-4 0 0,0 0 0,-5 1 0,-2-1 0,0 0 0,1 0 0,5 1 0,-2-1 0,4 1 0,1 0 0,-3 0 0,0 0 0,-3-1 0,0 1 0,1 0 0,3 0 0,1 0 0,1 0 0,2 0 0,0 0 0,-2 0 0,1 0 0,0 0 0,0-1 0,0 1 0,0 0 0,-1 0 0,1 0 0,0 0 0,1 0 0,-1 0 0,0 0 0,0 0 0,0 0 0,0-1 0,0 1 0,0 0 0,1 0 0,-1-1 0,0 1 0,0 0 0,0-1 0,0 1 0,1 0 0,0-1 0,0 1 0,0-1 0,-3 1 0,0 0 0,-4 0 0,0 0 0,1 0 0,1 0 0,1-1 0,1 1 0,0 0 0,-1 0 0,1 0 0,-2 0 0,-1 0 0,1 0 0,0 0 0,0 0 0,0 0 0,1 0 0,0 0 0,2 0 0,-1 0 0,3 0 0,-1 0 0,-2 0 0,3 1 0,-1-1 0,-2 0 0,0 0 0,-3 0 0,2 1 0,-2-1 0,-2 0 0,-1 0 0,2 0 0,1 0 0,4 0 0,-6 0 0,5 0 0,0 0 0,-6 0 0,8-1 0,-6 1 0,-2 0 0,-2-1 0,1 1 0,2-1 0,3 1 0,6-1 0,-13 0 0,7 0 0,-1 0 0,1 0 0,-3-1 0,2 1 0,1-1 0,2 1 0,2-1 0,0 0 0,0 0 0,0 0 0,-3 0 0,2-1 0,-3 0 0,-1 1 0,-1-1 0,0 0 0,-1 1 0,0 0 0,0-1 0,0 0 0,0 0 0,0 0 0,1 1 0,2-1 0,1 1 0,0 0 0,0 0 0,-1-1 0,0 1 0,0 0 0,2 0 0,-3-1 0,2 1 0,-2 0 0,2 0 0,-2 0 0,1 0 0,2 0 0,2 1 0,2-1 0,-4 1 0,1-1 0,-4 1 0,-1 0 0,0 0 0,4 0 0,-4 0 0,3 0 0,-8-1 0,14 1 0,-6 0 0,-4 0 0,-2 0 0,-2-1 0,2 1 0,1 0 0,5 0 0,4 0 0,-3 0 0,5-1 0,1 1 0,-5 0 0,-4 0 0,-7-1 0,-2 1 0,1-1 0,4 1 0,7 0 0,5-1 0,5 1 0,-2-1 0,-13 1 0,-2-1 0,1 1 0,10 0 0,1-1 0,-1 1 0,-9 0 0,-3 0 0,3 0 0,-3 0 0,1 0 0,0 0 0,-1 0 0,2 1 0,-3 0 0,5-1 0,-2 0 0,1 1 0,10-1 0,1 1 0,-1 0 0,-8 0 0,-2-1 0,-1 1 0,1 0 0,0 1 0,1-1 0,9 0 0,2-1 0,-2 1 0,-10 1 0,-2-1 0,4 1 0,-5 0 0,2-1 0,-1 2 0,0-1 0,0 1 0,1-1 0,0 1 0,-2 1 0,4-1 0,-3 1 0,2 0 0,9-1 0,2-1 0,-1 1 0,-11 1 0,-1 0 0,3 0 0,-3 0 0,-1 0 0,8 0 0,-6-1 0,0 1 0,4 0 0,5-1 0,3 0 0,-7 0 0,2-1 0,-7 1 0,-4 0 0,-2 0 0,1-1 0,4 1 0,7-1 0,-6 0 0,8 0 0,-5 0 0,6-1 0,-6 1 0,-1 0 0,0 0 0,4-1 0,6 1 0,-11-1 0,6 0 0,-3 0 0,0 1 0,1-1 0,0 1 0,1-1 0,-1 1 0,2 0 0,-1 0 0,0 0 0,-5 1 0,-1 0 0,9-1 0,-3 1 0,-3 0 0,6 0 0,-5 1 0,-1-1 0,-1 2 0,2-2 0,5 1 0,-7 0 0,4-1 0,-4 1 0,7-1 0,-3 1 0,-2 0 0,-2 0 0,1 0 0,0 0 0,-3 1 0,-1 0 0,-1 1 0,2-1 0,2 0 0,3 0 0,-8 0 0,5 0 0,-5 1 0,6-1 0,-4 1 0,-2 0 0,-1-1 0,3 1 0,4 0 0,1-1 0,3 1 0,3-1 0,0 0 0,-4 0 0,2 1 0,-4 0 0,4-1 0,-5 1 0,-1 0 0,2 0 0,3-1 0,-4 1 0,3-1 0,-2 1 0,3-1 0,-1 0 0,-2 1 0,1-1 0,-1 0 0,1 1 0,-1-1 0,3 0 0,-4 0 0,3 0 0,-4 1 0,4-2 0,-4 1 0,-2 1 0,2-2 0,4 1 0,-4 0 0,4-1 0,-2 1 0,3-1 0,-2 0 0,-1 0 0,1 0 0,1 1 0,0-1 0,0 0 0,2 0 0,-2 0 0,1 0 0,-2 0 0,4 0 0,-3 1 0,1-1 0,3 0 0,-1 0 0,4 0 0,-1 0 0,0 0 0,0 0 0,0 0 0,1 0 0,0 0 0,-2 0 0,-9 1 0,-4 0 0,-1 1 0,4-2 0,-2 1 0,0 0 0,1-1 0,7 0 0,2 0 0,-1 0 0,-2 0 0,0 0 0,-3 0 0,-1 0 0,3 0 0,5 0 0,-13 1 0,3 0 0,6-1 0,-2 0 0,3 0 0,-2 0 0,0 0 0,5-1 0,-3 1 0,2-1 0,-6 1 0,1 0 0,6-1 0,-1 0 0,2 0 0,-2 0 0,2 0 78,1 0 1,-3 1-79,-4-1 0,-5 1 0,4-1-79,1 1 1,1-1 78,-1 0 0,-3 1 0,3-1 0,-5 1 0,4 0 0,9-1 0,-1 0 0,-8 1 0,1-1 0,14 0 0,0 0 0,-8 1 0,-3 1 0,3-1 0,6-1 0,0 1 0,-7 0 0,-4 1 0,7-1 0,-1 0 880,-6 0-880,19-2 0,3-1 2302,3 1-2302,-3-1 476,9 0-476,-6-2 1942,9 0-1942,-1-1 134,1 2-134,-6 0 0,1 2 0,-8 2 0,3 1 0,-11 5 0,-6 1 0,0 1-243,-1 1 243,9-5 0,-1 1 0,-11 3 0,9-4 0,-7 3 0,13-5 0,-4 2 0,8-4 0,-1 1 0,5-13 0,7 1 0,-2-9 0</inkml:trace>
  <inkml:trace contextRef="#ctx0" brushRef="#br0" timeOffset="274829">21997 9415 5734,'0'-4'0,"0"2"0,-1 2 0,-1 0 0,3 2 0,-3-1 0,4 3 0,-2 1 0,0-2 0,-3 23 0,1-14 0,0 15 0,2-18 0,1 1 0,1 6 0,-1-4 0,2 5 0,-1-4 0,6 24 0,-3-19 0,3 15 0,-6-25 0,2 3 0,-1-2 0,1 2 0,-1-3 0,3 4 0,-1-1 0,2 3 0,-2-3 0,2 6 0,-1-4 0,3 6 0,-4-7 0,3 5 0,-2-4 0,1 3 0,0 2 0,-3-9 0,1 6 0,-3-11 0,0-1 0,-1-1 0,0-1 0,0-5 0,-1 3 0,-3-4 0,0 5 0,-3 0 0,-1-1 0,0-1 0</inkml:trace>
  <inkml:trace contextRef="#ctx0" brushRef="#br0" timeOffset="275625">21915 9871 5734,'-1'-4'0,"3"0"0,-1 1 0,7-6 0,-3 2 0,14-18 0,-7 10 0,6-9 0,0 2 0,-5 6 0,10-15 0,-9 12 0,4-5 0,9-14 0,-14 19 0,10-14 0,-15 21 0,-2 4 0,1-3 0,-2 5 0,4-5 0,-3 5 0,1-4 0,-1 2 0,0 0 0,-1 1 0,-1 1 0,-2 4 0,0 2 0,-9 3 0,5-1 0,-7 3 0,6-2 0</inkml:trace>
  <inkml:trace contextRef="#ctx0" brushRef="#br0" timeOffset="276033">22234 9523 5734,'1'5'0,"2"6"0,-2-5 0,1 15 0,-2-11 0,0 8 0,-2 0 0,0-4 0,0 6 0,1-4 0,5 20 0,0-15 0,6 20 0,-4-26 0,3 3 0,-4-7 0,6 3 0,-3-6 0,4 2 0,-2-8 0,3-3 0,-2-1 0,-1-2 0,-6 1 0,-2 0 0,-3-3 0,-1 0 0,-3-1 0,1-2 0,-2 1 0</inkml:trace>
  <inkml:trace contextRef="#ctx0" brushRef="#br0" timeOffset="276270">22216 9559 5734,'6'-2'0,"-1"1"0,5-1 0,-2 1 0,19-2 0,-15 2 0,10-1 0,-16 2 0,-1 2 0,-1 0 0,-2 0 0,0 0 0,0-1 0</inkml:trace>
  <inkml:trace contextRef="#ctx0" brushRef="#br0" timeOffset="276711">22398 9582 5734,'3'11'0,"-1"0"0,1 2 0,0 7 0,0-2 0,1 5 0,0-1 0,-1-5 0,4 18 0,-4-21 0,2 10 0,-4-20 0,0 0 0,-1-1 0,0-2 0,-2-11 0,1 3 0,-1-23 0,1 15 0,0-10 0,1 0 0,0 8 0,1-11 0,0 15 0,1-1 0,0 4 0,-1 3 0,1 0 0,-1 3 0,4 4 0,-2 1 0,3 5 0,1 6 0,-1-1 0,0 6 0,0-3 0,0 7 0,-1-4 0,1 6 0,-4-6 0,0-2 0,-1 0 0,1 9 0,-3-8 0,-1 5 0,-2-11 0,-1-4 0,2-4 0,-1-1 0</inkml:trace>
  <inkml:trace contextRef="#ctx0" brushRef="#br0" timeOffset="277140">22500 9531 5734,'15'-5'0,"2"-1"0,-9 3 0,1-1 0,-3 2 0,-2 0 0,0 1 0,0 2 0,-2 0 0,2 2 0,-3 0 0,1 1 0,0 0 0,0 1 0,1 2 0,-1-3 0,1 2 0,-2 0 0,1-1 0,-2 2 0,0 2 0,1 0 0,0 2 0,1 8 0,0-7 0,1 10 0,0-5 0,-1-3 0,2 5 0,-1-5 0,-1 0 0,0-1 0,-1-1 0,-1 0 0,0 3 0,0-3 0,-3 4 0,-7-1 0,4-5 0,-5 2 0,5-10 0,1-1 0,-1-2 0,2-2 0,-1-5 0,3-2 0,1-3 0</inkml:trace>
  <inkml:trace contextRef="#ctx0" brushRef="#br0" timeOffset="279811">22240 10024 5734,'2'-3'0,"1"1"0,-2 1 0,0 1 0,1 0 0,-3 2 0,2 0 0,-1 4 0,1-1 0,0 8 0,-1-4 0,1 6 0,-1-2 0,1 31 0,-1-21 0,-1 5 0,1 2 0,-2 13 0,0-7-687,0 5 687,1-21 0,1-3-10,0 4 10,0-7 0,0 1 0,0-8 0,0-1 0,0-2 686,0 0-686,0-1 11,0-2-11,-1 0 0,0-3 0,-1-1 0,-7-12 0,5 7 0,-6-8 0,2 2 0,2 5 0,-3-5 0,5 7 0,-2-5 0,2 2 0,-2-2 0,1 1 0,0-1 0,1 2 0,1 1 0,3 6 0,-3 1 0,2 1 0,-2 1 0,2 1 0,3 3 0,-1 2 0,1 1 0,3 5 0,-1-1 0,2 4 0,-1-3 0,4 6 0,-3-4 0,4 4 0,0 0 0,-1-4 0,1 3 0,-3-6 0,8 9 0,-7-10 0,6 5 0,-9-11 0,0-1 0,0-1 0,-1-1 0,0 0 0,3-3 0,-1-1 0,3-2 0,-3-1 0,8-13 0,-7 8 0,5-11 0,-7 13 0,-2 0 0,0 1 0,-1 0 0,0-2 0,-2 3 0,1-2 0,-2 5 0,1-3 0,0 3 0,-1-1 0,-4 3 0,0 2 0,-1 1 0,1 0 0,1 1 0</inkml:trace>
  <inkml:trace contextRef="#ctx0" brushRef="#br0" timeOffset="280413">22069 10604 5734,'6'2'0,"0"1"0,10 8 0,-6-4 0,8 7 0,4 6 0,-7-5 0,5 5 0,0 0 0,-2 0 0,1-1 0,0 0-516,-1-1 516,3 4 0,-7-7-202,3 2 202,-5-4 0,1 0 0,-6-4 0,-1-4 0,-1 0 0,-2-3 504,-13-8-504,1 1 0,-19-12 0,11 4 0,-6-5 0</inkml:trace>
  <inkml:trace contextRef="#ctx0" brushRef="#br0" timeOffset="280716">22378 10519 5734,'-16'24'0,"0"1"0,4-5 0,-1 2 0,-8 19-1286,4-8 1286,7-10 0,-1 0 0,0 3 0,1-1 0,-5 14 205,6-15 0,0 3-205,-2 14 0,1-1 0,1-1-383,1-2 1,1-4 382,6-18 0,0 2 0,0-8 149,6-7 0,0-9 1,5-9-1</inkml:trace>
  <inkml:trace contextRef="#ctx0" brushRef="#br0" timeOffset="281075">22558 10593 5734,'-8'17'0,"2"-3"0,-9 19 0,5-12-1234,-3 11 1234,4-7 0,-2 14 0,3-8 0,3 1 0,1 0 0,2 0 197,1-7 0,1 0-197,5 6 0,0-9 0,10 11 0,-4-20 0,17-1 0,-16-14 0,8-6 0,-8-10 0,-2 0 0,3-7 0</inkml:trace>
  <inkml:trace contextRef="#ctx0" brushRef="#br0" timeOffset="281344">22509 10743 5734,'10'8'0,"6"1"0,-5-4 0,5 2 0,2 1 0,-4 0 0,3 1 0,1 9 0,-8-6 0,8 22 0,-12-17 0,2 19 0,-7-18 0,1 13 0,-3-4 0,0-5 0,0 0 0,1-17 0,0-1 0,0-15 0,1 0 0,2-12 0,0 5 0</inkml:trace>
  <inkml:trace contextRef="#ctx0" brushRef="#br0" timeOffset="281512">22637 10787 5734,'8'4'0,"5"1"0,-2-3 0,13-1 0,-9-2 0,6-3 0,3-3 0,-10 1 0,9-8 0,-15 5 0,2-4 0</inkml:trace>
  <inkml:trace contextRef="#ctx0" brushRef="#br0" timeOffset="281696">22798 10659 5734,'23'34'0,"-11"-15"0,1 2 0,-1 1 0,-5 0 0,-2 2 0,-2 1 0,1 8 0,-5 4 0,-1 1 0,-3-5 0,-3 2 0,-2-2 0,-1-6 0,-7 12 0,5-26 0,-1-3 0,2-6 0,2-2 0</inkml:trace>
  <inkml:trace contextRef="#ctx0" brushRef="#br0" timeOffset="283214">22458 10719 5734,'9'-4'0,"-1"1"0,2-1 0,8-1 0,-2 0 0,26-6 0,-19 6 0,20-4 0,-19 6 0,-1 0 0,-4 2 0,-10 1 0,-1 6 0,-7 0 0,-2 6 0,-11 13 0,3-8 0,-13 26 0,12-24 0,-5 11 0,7-7 0,3-5 0,-1 6 0,3-4 0,1-4 0,1 1 0,2-7 0,0-1 0,1-2 0,0-1 0,1 0 0,3-2 0,0 0 0,2-1 0,4-2 0,8-4 0,-3 1 0,13-7 0,-18 5 0,5-3 0,-11 5 0,1-1 0,-3 1 0,1-1 0,-3 2 0,-2 0 0,-9-3 0,5 0 0,-8-3 0</inkml:trace>
  <inkml:trace contextRef="#ctx0" brushRef="#br0" timeOffset="283399">22536 10793 5734,'23'3'0,"19"-3"0,-5-3 0,-9 0 0,1 1-1344,8-1 1344,-5 1 0,-14 0 106,-1-1 1,-1-3 0,-1-1 0</inkml:trace>
  <inkml:trace contextRef="#ctx0" brushRef="#br0" timeOffset="285571">24069 9898 5734,'-2'-4'0,"1"1"0,0 2 0,0 0 0,0-1 0,0 1 0,1-1 0,-1 1 0,1-1 0,-1 1 0,1 0 0,0-2 0,0 2 0,-1-2 0,0 2 0,-2-3 0,1 1 0,-1-3 0,2 4 0,0-1 0,2 0 0,-1 2 0,3 3 0,-2 1 0,4 6 0,3 5 0,0 0 0,3 6 0,6 6 0,0-1 0,1 1 0,8 10-162,-8-10 0,1-2 162,4 4-652,-6-8 652,4 4 0,-8-10-57,0 3 57,-5-6 0,1 1 0,-5-6 301,-3-2-301,-3-1 669,-3 0-669,-2-3 63,-1 0-63,-2-2 0,1-2 0,0-1 0</inkml:trace>
  <inkml:trace contextRef="#ctx0" brushRef="#br0" timeOffset="285815">24369 9931 5734,'-7'8'0,"-9"18"0,0 5 0,0 2-873,-2 3 1,0 0 872,3 0 0,5-9 0,0 2 0,-5 13 0,5-14 0,1 1 0,1-2 0,1-1 0,-3 13 273,4-16 0,1 1-273,1 4 0,0-3 0,1 7 0,-1 9 71,6-33 1,1-11-1,2-4 1</inkml:trace>
  <inkml:trace contextRef="#ctx0" brushRef="#br0" timeOffset="286234">24506 9996 5734,'-4'-3'0,"0"1"0,3 3 0,0-1 0,0 2 0,0 0 0,-4 3 0,3-2 0,-3 4 0,3-1 0,-1 0 0,1 1 0,0-1 0,0 0 0,-1 2 0,1-3 0,-2 1 0,2-1 0,-7 7 0,3-4 0,-5 7 0,0-1 0,2-1 0,-2 6 0,0 7 0,4-5-506,0 9 506,3-6 0,2 13 0,3-9 0,3 8 0,5-10 0,1-2 0,3 2 0,-2-4 0,1-1 0,8-7 0,-5-5 0,6-2 0,-6-6 0,11-11 0,-10-1 0,8-8 0</inkml:trace>
  <inkml:trace contextRef="#ctx0" brushRef="#br0" timeOffset="286564">24500 10151 5734,'14'-2'0,"-2"0"0,3 0 0,24 6 0,-20-2-300,19 5 300,-26-3 74,2 10-74,-7-4 0,-3 16 0,-7-9-306,-5 7 306,-1-4 0,-12 22 0,11-20 0,0 0 0,-1 1 0,0-1 0,-2 13 0,9-18 0,2-5 219,3-2-219,3-7 0,5-6 0,0-2 0,12-17 0,-10 8 0,6-9 0,-11 8 0,-1 1 0,0-2 0</inkml:trace>
  <inkml:trace contextRef="#ctx0" brushRef="#br0" timeOffset="286726">24520 10236 5734,'25'2'0,"-6"-1"0,7-3 0,1-1 0,2-1 0,18-5 0,-20 2 0,-1-2 0,2 0 0,-4 0 0,0 1 0</inkml:trace>
  <inkml:trace contextRef="#ctx0" brushRef="#br0" timeOffset="286931">24804 10032 5734,'2'7'0,"1"0"0,4 9 0,-3-1 0,3 8 0,-3 8 0,-2-5 0,1 10 0,-8-1 0,-1 1 0,-1 1-601,0-1 1,-2-2 600,0-12-712,-10 11 712,5-12 0,-13 14 0,12-22 0,-4 2 0</inkml:trace>
  <inkml:trace contextRef="#ctx0" brushRef="#br0" timeOffset="288188">24356 10762 5734,'-4'0'0,"0"2"0,4 1 0,0 2 0,2 9 0,0-1 0,1 8 0,-2-2 0,2 15 0,-1-4 0,0 7 0,0 2-432,0 5 432,0-8 0,-1 5 0,1-4-1024,0-9 1,0-2 1023,0 17 0,1 0 0,0-9 0,1-3 0,-2-7 0,0 0-133,1 6 1,0-1 132,-1-3 0,0-2 0,0 10 0,0-2 0,0-1 0,0-7 0,0 13 0,-2-29 0,-1-1 0,-1-2 330,0-1-330,0-2 2064,-2-1-2064,1 0 350,0-1-350,1 1 0,0 0 0,1-2 0,1-1 0,1 0 0,1-1 0,0-1 0,0 2 0,2-4 0,2-2 0,-1 3 0,5-8 0,-6 7 0,2-3 0,0 4 0,-3 2 0,3-1 0,-5 2 0,-2 1 0,0-1 0,0 0 0,0 2 0,-1-1 0,-2 1 0,2-1 0,-4 1 0,-5-2 0,1-1 0,-8 0 0,2-1 0,-12 3 0,-2 2 0,-2 2 0,-13 0-822,10 1 0,0-1 822,-1 1 0,1-1 0,-6 0 0,2 0-1256,5-1 1,-2 1 1255,-5 0 0,-4 0 0,2-1 0,-3 1 0,4 0-661,10-1 1,1-1 660,-8 2 0,1-1-129,10-2 0,3 0 129,-7-1 374,0-3-374,25-1 503,11-8 1,4 2-1,8-4 1</inkml:trace>
  <inkml:trace contextRef="#ctx0" brushRef="#br0" timeOffset="289257">22464 11172 5734,'3'19'0,"2"9"0,-3-8 0,1 6 0,0 0 0,-1 4-937,0-5 1,0-1 936,-1 4 0,0 0-122,-1 0 122,0-1 0,0 9 0,0-11 0,1 6 0,0-15 459,0 2-459,0-6 0,0 0 0,0-7 925,0-2-925,0-1 611,-1-1-611,1-6 0,0 2 0,2-4 0,6-4 0,-1 4 0,7-6 0,18 0 0,-7 5-812,3 0 1,2 1 811,7 1 0,-3 1 0,4 1 0,6 1 0,2 1 0,-8 0 0,0 1 0,7 1 0,3 1 0,-15 2 0,1 1 0,-3-1 0,1 1 0,-1 0 0,2 0 0,1 1 0,-3-1 0,-7 0 0,-1 0 0,14 3 0,0 0 0,8 1 0,-10-1 0,1 0-130,9-1 130,-11-2 0,-2-1 0,-20-5 0,-4 0 0,-3 1 0,1-1 1597,-3 2-1597,2-1 156,-3 1-156,1-2 0,-4 0 0,0 1 0,0-1 0,-1 1 0,0-1 0,-2 0 0,2-1 0,0 1 0,-1-1 0,2 2 0,-2-1 0,1 1 0,1 0 0,-2-1 0,2 0 0,0 1 0,0-3 0,-2 1 0,-1-1 0,0 1 0,0 1 0,0 0 0,1 1 0,0 0 0,0-1 0,1 2 0,0-1 0,-2 3 0,0 0 0,-2 2 0,0 1 0,-3 9 0,1-1 0,-9 29 0,8-14-772,1 2 0,1 1 772,2 4 0,0-5 0,2 1 0,0 5 0,1 10 0,1-20 0,1-2 0,0 6 0,1 11 0,0-21 0,-1-8 0,1 1 0,-2-7 0,0-3 0,0 0 1544,0-2-1544,-1-5 0,-6-8 0,1 3 0,-6-4 0,5 6 0,-2 0 0</inkml:trace>
  <inkml:trace contextRef="#ctx0" brushRef="#br0" timeOffset="289631">22984 12024 5734,'25'2'0,"10"-2"0,10 0 0,-4-1 0,-12 1 0,1-1-1093,14 0 1,7 0 0,-8 0 222,-12 0 0,-2 0 870,16 0 0,0 0 0,-11 0 0,2 1 0,8 0 0,5 1 0,-5-1 0,-10 1 0,-1 0 0,0-1 0,1 1 0,-3 0 657,-3 0 0,-3 1-657,0 0 0,-1-1 0,14 3 0,-10-1 0,-20-2 776,-3 1-776,-4-1 0,-2 1 0,-4 1 2927,-3 0-2927,0 0 0,-1 0 0,1 0 0,-19 1 0,10-1-54,-15-1 1,15-2-1,0-1 1</inkml:trace>
  <inkml:trace contextRef="#ctx0" brushRef="#br0" timeOffset="290215">23007 12010 5734,'-1'13'0,"3"22"0,0-10 0,1 10 0,-1 2 0,1-1-455,-2-6 0,0 0 455,-1-4 0,0-3-1065,0 15 1065,0-14 0,0 1 0,0 19 0,0-13 0,0-4 0,-1-2 0,1-3 455,0 7-455,0-12 0,-1-9 0,1 4 415,1-10-415,-1-1 1105,2-1-1105,0 1 0,1-1 0,9 6 0,-3-3 0,9 3 0,4 1 0,-2-2-586,9 1 586,-3-1 0,6-1 0,2 0 0,12 2-480,-8-1 1,2 0 479,-4-1 0,0 0-896,-8-1 0,1 1 896,8 1 0,1 0 0,0-1 0,-2 1 0,-8-1 0,0-1 0,7 1 0,1 0 0,4-3 0,-1 0 0,8-2 0,-12 0 0,-2-2-61,-5-3 61,-3-1 0,-4 0 0,-3-1 0,6-13 0,-13 11 416,3-18-416,-15 20 800,-2-6-800,1 9 2092,-1 0-2092,0-1 90,0 1-90,-2-6 0,1 1 0,-5-18 0,4 11-346,-3-12 346,4 9 0,0-3 0,0 0 0</inkml:trace>
  <inkml:trace contextRef="#ctx0" brushRef="#br0" timeOffset="290420">24002 11990 5734,'0'6'0,"1"9"0,1 8 0,2 8 0,0 0 0,0 2 0,1 11-443,1 0 1,1 3 442,-2-15 0,0 0 0,3 13 0,1 0 0,-4-15 0,1-2 106,-1 1 1,0-3-107,-2-1 0,-4-11 0,-11-7 0,1-11 0,-11-9 0</inkml:trace>
  <inkml:trace contextRef="#ctx0" brushRef="#br0" timeOffset="290901">23291 12134 5734,'3'21'0,"-1"-4"0,5 20 0,0 8 0,-4-21 0,1 1-635,0 0 1,-1-1 634,-1 11-314,1-4 314,-2-8 0,1 3 0,-1-9 0,0-6 0,0-1 903,-3-10-903,-6-15 0,1 3 0,-4-12 0,3 8 0,1 0 0,-2-7 0,3 7 0,-2-2 0,2 8 0,1 1 0</inkml:trace>
  <inkml:trace contextRef="#ctx0" brushRef="#br0" timeOffset="291204">23253 12335 5734,'24'-8'0,"-1"1"0,-8 6 0,1-1 0,2 0 0,9-2 0,-7 0 0,17-4 0,-20 3 0,7-1 0,-10-7 0,-8 6 0,2-7 0,-10 7 0,-1-2 0,0 2 0,-2-2 0,1 0 0,0 3 0,1-2 0,2 3 0,0 1 0,-1 2 0,1 2 0,-2 2 0,1 7 0,2 2 0,-1 5 0,2 8 0,-1-4 0,5 26 0,-3-20 0,3 13 0,1-6 0,-2-13 0,2 11 0,-5-21 0,0 1 0,-2-6 0,0-3 0,0 0 0</inkml:trace>
  <inkml:trace contextRef="#ctx0" brushRef="#br0" timeOffset="291538">23644 12197 5734,'-4'2'0,"0"1"0,1 1 0,-3 7 0,0-1 0,-1 6 0,-1 5 0,2-4 0,-1 6 0,2 3 0,1-6 0,1 7 0,3-1 0,2-8 0,7 15 0,0-17 0,2 3 0,-1-12 0,-2-5 0,0-2 0,1-3 0,3-4 0,-5 1 0,2-5 0,-5 4 0,-1-2 0,-2-1 0,0 1 0</inkml:trace>
  <inkml:trace contextRef="#ctx0" brushRef="#br0" timeOffset="291848">23685 12282 5734,'5'-3'0,"-1"2"0,1 7 0,-3-1 0,2 4 0,-2-2 0,-1 2 0,0 1 0,-1 6 0,-1-4 0,-1 6 0,-3 0 0,0-4 0,-2 8 0,3-6 0,0-2 0,4 2 0,2-11 0,9 0 0,-5-7 0,9-8 0,-7 2 0,0-4 0,0-5 0,-4 4 0,3-5 0</inkml:trace>
  <inkml:trace contextRef="#ctx0" brushRef="#br0" timeOffset="292032">23631 12326 5734,'12'-1'0,"0"-1"0,13-4 0,-8 1 0,11-5 0,0-1 0,-9 4 0,19-10 0,-34 14 0,-1-1 0</inkml:trace>
  <inkml:trace contextRef="#ctx0" brushRef="#br0" timeOffset="292247">23805 12176 5734,'11'6'0,"-1"1"0,-3 0 0,0 4 0,0 2 0,1 12 0,-3-4 0,1 9 0,-2 14 0,-5-17 0,-1 0 0,1 21 0,-9-2-264,4-33 264,-5-1 0,-5-8 0,5-3 0,-5-3 0</inkml:trace>
  <inkml:trace contextRef="#ctx0" brushRef="#br0" timeOffset="299033">23504 12681 5734,'-2'-3'0,"0"-1"0,2 1 0,-1-2 0,-1 2 0,1-1 0,-1 3 0,1-1 0,0 1 0,0 0 0,-1 2 0,0 0 0,1 1 0,-11 21 0,8-13 0,-9 18 0,10-18 0,-2 7 0,3-3 0,-1 5 0,4 11 0,0-10 0,0 5 0,0 1 0,0-5-278,1 14 278,-1-20 0,0 0 0,2 11 0,-2-10 0,1 7 0,0-13 0,-2-1 0,1-1 0,0-2 0,-1 0 0,0 0 278,0-2-278,0 1 0,0-3 0,0 0 0,0-1 0,-2 1 0,0-2 0,-5 0 0,-13-1 0,0 1 0,-8-1 0,-9-1 0,4 1 0,8 1 0,-1-1-397,-7 0 1,-4 1-1,1-1 397,-5 2 0,2 0-1109,7 1 0,-1-1 1109,-11 1 0,0 1 0,12-1 0,0 1 0,-14 1 0,-1 0 0,13-2 0,-2 2 0,-10 0 0,-5 2 0,6-1 0,15-1 0,1-1 0,-21 4 0,5-2-473,19-1 473,3-1-126,0 1 126,8-1 820,-1 0-820,5-1 2290,4-1-2290,-2 1 695,3 0-695,0-1 202,-1 3-202,-2-1 0,1 0 0,0 1 0,-14 5 0,10-4 0,-15 5 0,17-7 0,-2 1 0,4-2 0,4-2 0,-1 1 0,2-1 0,1 1 0,1 0 0,1 1 0,0 0 0,0-1 0,0 1 0,-1-1 0,-1 5 0,0-1 0,-1 4 0,-2 8 0,2-4 0,-1 8 0,1-6 0,0 11 0,-2 20 0,2-7-259,1-12 0,0-2 259,0 6 0,-1 2 0,0-2 0,0 1 0,0 9 0,0-10 0,0 2 0,0-1 0,1-2-1165,-2 9 1165,2-8 0,-1-2 0,1 0 0,-2 18 0,1-17 0,-1 13-689,2-10 689,0-14 385,-1 13-385,2-23 0,0 3 0,1-8 1124,0 0-1124,-1-1 820,0-1-820,1-2 43,-1-2-43,1-1 0,0 0 0,-1 2 0,0-1 0,-1-2 0,0-2 0,-1 0 0,0 0 0,-1-1 0,0-1 0,-1 0 0,0-2 0,-1 1 0,0-2 0,-1 0 0,-8-6 0,4 3 0,-12-9 0,10 10 0,-3-1 0,-1 1 0,7 6 0,-6-3 0,9 7 0,-2-1 0,2 1 0,-2 0 0,4 1 0,-1 0 0,1 0 0,1 1 0,3 1 0,4 6 0,1-2 0,2 6 0,8 9 0,-4-5-226,6 9 226,-5-8 0,15 20 0,-11-14 0,1-1 0,-1-1 0,-4-6 0,2 3 0,-2-4 0,-4-6 0,1 2 0,-3-7 0,-1-2 0,2-3 226,-1-5-226,5-10 0,-3 3 0,2-7 0,1-2 0,-2 4 0,7-19 0,0 15 0,-5 9 0,8-8 0,-10 15 0,0 0 0,-2 2 0,-1 3 0,-3 1 0,-5 8 0,-3 3 0</inkml:trace>
  <inkml:trace contextRef="#ctx0" brushRef="#br0" timeOffset="299814">21675 14167 5734,'1'6'0,"0"0"0,8 34 0,-4-14-467,4 19 467,0 0-1604,-2-9 1604,-3-12 0,-1 1 0,1 1 0,0-2-486,2 15 486,-2-15 0,0 1 0,6 19 0,-4-12 0,3 5 0,-1-6 0,-2-10 0,0 2 181,-3-11-181,-2-8 1237,0 1-1237,0-4 1139,-4-15-1139,3 5 0,-2-22 0,1 17 0,2-8 0,3-6 0,-1 10 0,3-10 0,0 13 0,5-11 0,-4 13 0,5-8 0,-8 19 0,0 0 0,3 8 0,-3 1 0,3 5 0,-1 7 0,-2-4 0,1 8 0,0-6 0,1 8 0,-1-6 0,-1 6 0,-1-8 0,0 15 0,-1-14 0,0 18 0,-4-28 0,0 4 0,-2-11 0,-1-4 0,0-5 0,0-3 0</inkml:trace>
  <inkml:trace contextRef="#ctx0" brushRef="#br0" timeOffset="300134">22000 14551 5734,'0'-7'0,"1"3"0,-1 4 0,1 6 0,0-1 0,0 5 0,1 5 0,-1-1 0,1 24 0,1-11 0,0 0 0,1 15 0,-1-16 0,1-3 0,-1-9 0,2-2 0,4 5 0,-2-7 0,12 4 0,-10-12 0,8 1 0,-4-7 0,3-3 0,-4 1 0,-3-4 0,-9 4 0,-2-1 0,-1-3 0,-2 0 0</inkml:trace>
  <inkml:trace contextRef="#ctx0" brushRef="#br0" timeOffset="300325">21983 14498 5734,'8'0'0,"1"-1"0,10 0 0,-3-1 0,7-1 0,2 1 0,5-2 0,-5 2 0,-2 1 0,-14 3 0,0 0 0,-1 0 0</inkml:trace>
  <inkml:trace contextRef="#ctx0" brushRef="#br0" timeOffset="300721">22303 14503 5734,'1'13'0,"0"7"0,0-2 0,0 5 0,0 2 0,0-6 0,0 4 0,0-1 0,0-7 0,-1 3 0,0-5 0,0-6 0,-1 2 0,1-6 0,1 0 0,-1-2 0,0-8 0,0-8 0,-1-2 0,2-3 0,1 3 0,1 3 0,1-2 0,-1 6 0,-1 1 0,6-4 0,-4 6 0,5-3 0,-1 7 0,-1 4 0,3 3 0,-1 4 0,14 29 0,-11-17-484,11 21 484,-15-26 0,-1-1 0,-1-2 0,0 4 0,-3-8 0,0 3 0,-2-10 0,1-3 0,0-1 0</inkml:trace>
  <inkml:trace contextRef="#ctx0" brushRef="#br0" timeOffset="301081">22521 14466 5734,'20'-4'0,"1"-2"0,-13 3 0,0-1 0,-4 3 0,-2 0 0,-1 0 0,1 1 0,-2 3 0,1 0 0,1 7 0,1-1 0,0 6 0,4 15 0,2 12 0,0-1 0,-3-10 0,1-1 0,0-5-487,2 13 487,-4-21 0,-3-1 0,1-3 0,-2-1 0,-1-3 0,0 0 0,-2-2 487,0-1-487,1-1 0,-4-1 0,1-1 0,-3-1 0,1-2 0,-6-3 0,1 1 0,-6-2 0,-5-3 0,5 2 0,-6-4 0</inkml:trace>
  <inkml:trace contextRef="#ctx0" brushRef="#br0" timeOffset="1.02752E6">21538 12576 5734,'-4'-4'0,"2"3"0,3 7 0,1 3 0,1 7 0,-1 12 0,0-3 0,-2 12 0,-1 6 0,-2 2 0,1-1-858,0 1 1,0-2 857,0-15 0,1 8-474,0-11 474,1 4 0,1-13 0,0 3 0,0-8 0,-1 2 1620,0-6-1620,0-6 0,4-11 0,-1-7 0</inkml:trace>
  <inkml:trace contextRef="#ctx0" brushRef="#br0" timeOffset="1.02808E6">21695 12666 5734,'17'-7'0,"2"0"0,6 0 0,-2 2 0,6 3 0,-11 1 0,12 2 0,-18 4 0,1 2 0,-6 2 0,-1 9 0,-4 18 0,-2-5 0,-5 10 0,-3 4 0,3-17 0,0 2 0,1-1 0,2-6 0,1 12 0,2-21 0,1 0 0,1-2 0,-1 2 0,1-6 0,1 1 0,-1-6 0,3-2 0,0-3 0,2-5 0,0-3 0,1-2 0</inkml:trace>
  <inkml:trace contextRef="#ctx0" brushRef="#br0" timeOffset="1.02827E6">21769 12799 5734,'29'0'0,"-2"0"0,2 1 0,-10 0 0,9 0 0,-14-1 0</inkml:trace>
  <inkml:trace contextRef="#ctx0" brushRef="#br0" timeOffset="1.02907E6">21738 13025 5734,'-22'2'0,"0"0"0,11 0 0,0-1 0,6-1 0,3-1 0,0 2 0,1-1 0,-3 4 0,2-2 0,-2 1 0</inkml:trace>
  <inkml:trace contextRef="#ctx0" brushRef="#br0" timeOffset="1.03433E6">23427 13025 5734,'3'-1'0,"2"0"0,-2 1 0,2 1 0,15 3 0,-9-2 0,12 3 0,-13-2 0,34 7 0,-23-5 0,10 2 0,1 0 0,-12-2 0,5-1 0,1 1 0,-3-1 0,5-1 0,1 0 0,-3-1 0,16-1 0,-8-2 0,4-3 0,-8 2 0,0-1 0,10-1 0,-5 0 0,-2 1 0,-7 1-453,15-1 453,-26 3-101,10 1 101,-10 0 0,7 1 0,-7 0 0,-4-1 0,10 1 0,-12-2 448,4 0-448,-8 1 106,0-1-106,-1 1 0,-1-1 0,1 1 0,0-1 0,1 1 0,-2-1 0,0 2 0,0-3 0,0 0 0,0-1 0,1 1 0,-2 2 0,1 1 0,-1 1 0,-2-1 0,2 0 0,-2-1 0,1 0 0,0-1 0,3 0 0,1 0 0,1 0 0,1 0 0,0 0 0,1-1 0,-1 1 0,11 0 0,-9 0 0,8 0 0,-11-1 0,-1 1 0,2-1 0,-4 1 0,3 0 0,-3 0 0,0 0 0,-1 0 0,-1-1 0,0 0 0,-1 5 0,1-1 0,-1 3 0,0 6 0,0-3 0,0 19 0,0-13 0,0 11 0,-1-10 0,0 0 0,-2 16 0,2-11 0,-2 20 0,2-21 0,-1 6 0,-1 19 0,2-19 0,-2 19 0,0-7 0,2-14 0,-2 13 0,1-3 0,2-12 0,-2 24 0,3-27 0,0 10 0,0-14 0,0 0 0,2 12 0,-2-10 0,1 9 0,-1 0 0,-1-9 0,0 8 0,0-7 0,0-5 0,0 3 0,0-7 0,0 2 0,1-2 0,0 0 0,0-4 0,0 0 0,-1-1 0,0 0 0,0-1 0,0-1 0,0 1 0,0-2 0,1 0 0,-4-1 0,7 2 0,-6 2 0,5 1 0,-2 1 0,0-2 0,-1 1 0,2-1 0,0 2 0,0-1 0,0 2 0,0-2 0,0 1 0,0-1 0,1-1 0,-1 1 0,2 1 0,-2-2 0,0 1 0,-2-5 0,0 2 0,-2-6 0,1 2 0,-2-5 0,1 3 0,0-3 0,-2 2 0,-11-11 0,5 7 0,-21-16 0,17 15 0,-9-5 0,4 2 0,3 3 0,-3-3 0,1 0 0,1-1 0,-5-6 0,9 8 0,0 1 0,8 6 0,-1-1 0,3 2 0,-2-1 0,4 4 0,-3-1 0,2 1 0,-2-1 0,3 1 0,0-1 0,0-1 0,0 1 0,0 0 0,4 2 0,-1 1 0,2-1 0,3 5 0,-1-2 0,3 4 0,-2-1 0,0 0 0,6 3 0,-3-1 0,9 6 0,-6-5 0,9 7 0,-9-6 0,3 2 0,3 4 0,-6-6 0,5 6 0,-9-9 0,2 3 0,-3-2 0,2 2 0,-5-5 0,7 5 0,-8-6 0,5 3 0,-8-6 0,0 1 0,-1 0 0,1 0 0,-1-1 0,-1 1 0,0-2 0,4-4 0,-2-1 0,6-4 0,5-12 0,-2 6 0,6-10 0,10-8 0,-8 11-810,10-12 810,-11 16 0,-1 0-387,0 1 387,0 0 0,17-17 0,-16 17 0,3-2 0,-3 1 0,-9 11 0,5-7 0,-13 12 0,-1-1 0,-1 2 777,-1 1-777,-10 5 105,2-1 0,-6 3 0,5-3 0</inkml:trace>
  <inkml:trace contextRef="#ctx0" brushRef="#br0" timeOffset="1.03565E6">23887 14369 5734,'-4'7'0,"1"1"0,0 14 0,0-4 0,0 7 0,-1 2 0,-1 2 0,1 1 0,-2 6 0,2-5 0,-1 3 0,-1 2 0,2-2 0,2-13 0,1-9 0,0 3 0,1-11 0,0 0 0,0-1 0,0-2 0,7 0 0,-1-2 0,7-1 0,5-3 0,-4 1 0,5-1 0,1 0 0,-5 2 0,4-1 0,3 2 0,0 1 0,1 1 0,-3 1 0,-14 0 0,1 1 0,-4-1 0,-2-1 0,0-1 0</inkml:trace>
  <inkml:trace contextRef="#ctx0" brushRef="#br0" timeOffset="1.03622E6">24377 14509 5734,'-5'0'0,"0"1"0,2-1 0,-2 0 0,0-1 0,1 1 0,-2-1 0,0 2 0,-10 4 0,-3 3 0,-3 2 0,5-1 0,-2 1 0,5 0 0,-14 13 0,13-8 0,-7 7 0,9 7 0,5-11 0,0 11 0,7-14 0,6 12 0,0-11 0,6 7 0,12-7 0,-6-8 0,13 2 0,-1-10 0,-6-2 0,7-2 0,-3-3 0,-7 1 0,3-2 0,-10 3 0,-3-1 0,0-1 0</inkml:trace>
  <inkml:trace contextRef="#ctx0" brushRef="#br0" timeOffset="1.03713E6">24631 14530 5734,'-10'0'0,"0"0"0,-4 2 0,-4 4 0,0 1 0,-4 11 0,13-8 0,-4 9 0,4-1 0,4-4 0,-1 6 0,4-1 0,3 2 0,6 10 0,0-11 0,12 8 0,-8-18 0,17 7 0,-14-12 0,7 1 0,-2-6 0,-6-2 0,4 0 0,-6-2 0,3-2 0,-4 0 0,3-2 0,-7 2 0,0 0 0,-1 0 0,-1 0 0</inkml:trace>
  <inkml:trace contextRef="#ctx0" brushRef="#br0" timeOffset="1.03755E6">24768 14530 5734,'-4'9'0,"0"-1"0,1 9 0,0-5 0,0 10 0,0 0 0,1-3 0,0 4 0,0 16 0,2-13 0,-1 10 0,2-18 0,0-3 0,0-7 0,0 2 0,-1-6 0,-1-2 0,1-10 0,-2-3 0</inkml:trace>
  <inkml:trace contextRef="#ctx0" brushRef="#br0" timeOffset="1.03788E6">24709 14545 5734,'6'0'0,"5"-1"0,-3 1 0,18-3 0,-13 3 0,10 0 0,-14 3 0,-1 2 0,0 1 0,-1 1 0,4 6 0,-6-3 0,2 13 0,-6-11 0,-3 5 0,-3-1 0,0-4 0,-3 3 0,-3-1 0,3-3 0,-3 3 0,3-4 0,-2 1 0,2-2 0,-2 0 0,4-3 0,-2-1 0,2-1 0,0 1 0,2-4 0,1 1 0,-1-2 0,1-1 0,1 0 0</inkml:trace>
  <inkml:trace contextRef="#ctx0" brushRef="#br0" timeOffset="1.03846E6">24962 14523 5734,'-3'4'0,"1"1"0,3 0 0,-1 1 0,0 3 0,-1 6 0,0-2 0,0 5 0,-1 7 0,1-8 0,-1 9 0,1-6 0,1-6 0,0 3 0,0-7 0,0 2 0,0-4 0,0 2 0,0-5 0,0 6 0,0-5 0,2 5 0,-2-7 0,3 0 0,-1-2 0,0-1 0,1 0 0,20-5 0,-11 2 0,19-4 0,-21 3 0,4 0 0,-6 0 0,0 1 0,1-2 0,-3 2 0,1-1 0,-2 1 0,-3 0 0,-3-3 0,-1 2 0,-4-1 0,1-1 0,-1-1 0,0-1 0</inkml:trace>
  <inkml:trace contextRef="#ctx0" brushRef="#br0" timeOffset="1.03873E6">24910 14477 5734,'4'3'0,"10"2"0,-3-3 0,22 4 0,-14-4 0,11 0 0,12-6 0,-19 2 0,19-2 0,-31 3 0,0 1 0,-10 1 0,-2-1 0,-4 2 0,-3-1 0,-1 0 0</inkml:trace>
  <inkml:trace contextRef="#ctx0" brushRef="#br0" timeOffset="1.03895E6">24922 14591 5734,'11'2'0,"1"0"0,-2-3 0,10 0 0,-4 0 0,6-1 0,11-2 0,-10 2 0,8-1 0,0 1 0,-10 1 0,19-1 0,-31 2 0,-2 0 0,0-2 0</inkml:trace>
  <inkml:trace contextRef="#ctx0" brushRef="#br0" timeOffset="1.04477E6">24705 8946 5734,'-10'1'0,"-2"0"0,-6 1 0,-5-1-600,-6 0 600,1-1 0,-2 0-479,6 0 0,-4 0 479,-5 0 0,-8 1 0,0-1 0,3 0-877,5 0 0,2 0 0,-2 1 877,-5-1 0,-4 0 0,-1 0 0,0 1 0,0-1 0,0 0 0,0 0 0,2 0-515,-6 0 0,2 0 0,-3-1 515,11 1 0,-3-1 0,0 1 0,0-1 0,3 0 0,0 0 0,2 0 0,-1 0 0,-2 0 0,-3-1 0,-4 0 0,-1-1 0,1 1 0,2-1 0,-1 1 0,2-1 0,0 1 0,-2-1 0,0 0 0,-2 0 0,0 0 0,0 0 0,4 0 0,1 0 0,3 0 0,1-1 0,0 1 0,0 0 0,0 0 0,0 0 0,1 0 0,-12-1 0,1 0 0,0 0 0,3 0 0,0 0 0,-2 1 0,4-1 0,-2 1 0,-1 0 0,0-1 0,5 1 0,-2 0 0,0 0 0,1 0 0,1 0 0,-3 0 0,1 0 0,2 0 0,-1 1 0,-1-1 0,1 0 0,1 0 0,2 0 0,-1 1 0,4 0 0,2 0 0,2 0 0,1 0 0,-12 0 0,2-1 0,2 1 0,13 0 308,-3 1-308,15 1 1283,1 0-1283,-2 0 3019,6 0-3019,-2 0 981,8 0-981,-1 0 143,2 0-143,0 1 0,0 1 0,1 0 0,0 3 0,2 1 0,2 12 0,1-4 0,3 9 0,2 7 0,1 1 0,2 6-374,-1-3 1,0 3 373,-3-9 0,-1 0-1620,5 18 1620,-4-16 0,-1 4 0,-1-1 0,-1 3 0,0-3 0,0 3 0,-1-1 0,0 3 0,1 3 0,-1-3-997,-1-1 1,-2-1 996,1 2 0,-1 1-687,0 2 0,0 0 687,-1-2 0,1 7 0,-2-11 0,0 6 0,0 5 0,0 3 0,0-2 0,-1-2 0,1-6 0,0 0 0,0-5 0,1 1 0,-2 4 0,1 0 0,0 6 0,0 4 0,-1 0 0,1-2 0,0-4 0,-1-7 0,1 0 0,0-5 0,0-1 0,-1 3 0,1 0 0,0-1 0,0 0 0,0-1 0,-1 3 0,1 11 0,-1 2 0,1-1 0,-1-11 0,1-1 0,-1 1 0,1 10 0,-1 1 0,0-2 0,0 1 0,1 0 0,0-2 0,0 1 0,0-1 0,0-9 0,1-2 0,-1 1 0,0 9 0,1 3 0,-1-4 0,1 3 0,0 0 0,-1-4 0,1 2 0,-1 4 0,0-3 0,0 4 0,1 0 0,-1-2 0,0-6 0,0-3 0,0 1 0,-1 4 0,0-1 0,0 5 0,0 2 0,-1-1 0,1-3 0,-1-5 0,0 1 0,0-4 0,0 4 0,-1-3 0,-1 6 0,0 3 0,0-1 0,0-2 0,0-6 0,0-1 0,0-4 0,-1 4 0,0 5 0,-2 6 0,0 2 0,0-3 0,1-6 0,-2 8 0,0-2 0,1-1 0,-2 4 0,1-2 0,0-10 0,1-2 0,-1-2 0,0 7 0,-1 0 0,2-6 0,-1 1 0,0-2 0,1 2 0,-1 1 0,1-4 0,0 3 0,0-2 0,0 6 0,0-1 0,1-6 0,-1 2 0,1 0 0,-1 15 0,0-1 0,2-11 0,1 0 0,-2 11 0,0-1 0,3-15 0,0 0 0,-1 6 0,1 3 0,0-3 0,0-1 0,0 0 218,0-1 0,0 2 0,0 0-218,1-3 0,0 0 0,1-3-21,0 0 0,-1 0 21,0 16 0,0 1 0,2-14 0,-1-1 771,0 1 1,0 2-772,1-1 0,-1 3 0,1-2 0,0 1 0,-1-1-515,1 7 0,0-3 515,-2 4 0,0-3 0,-1 2 0,1-16 0,0 0 0,-2 15 0,1-1 0,-1 2 0,1-5 0,0 1 0,1-15 0,1 1 0,-2 19 0,1 0 371,1-6-371,2-1 0,0 2 0,1-14 0,1 0 404,0 6 0,1-2-404,4 13 0,-1-16-178,5 9 178,-3-10 0,5 7 1591,-4-14-1591,24 13 0,-12-16 0,12-3 0,3-4 0,0-10-780,-4-3 0,6-3 1,-4 0 779,-7 1 0,-1-1 0,18-5 0,2 0 0,-5 3 0,-1 0 0,-9 3 0,1 0-460,6-1 1,4 0 0,-3 1 459,-1 1 0,0 0 0,-4 1 0,2 0 0,-2 1 0,7-1 0,-2 0 0,5 1 0,-1 0 0,3 0 0,2-1 0,-12 2 0,3-1 0,1 0 0,-2 0 0,4 0 0,-1 0 0,1-1 0,1 1 0,2-1 0,0 0 0,-2 0 0,-1 0 0,-1-1 0,12-1 0,-23 4 0,5-1 0,4 0 0,4-1 0,2 0 0,3 0 0,2 0 0,1-1 0,0 1 0,-1 0 0,0 0 0,-2 0 0,-2 1 0,-3 0 0,-4 0 0,10 0 0,-5 0 0,-2 1 0,-2-1 0,0 1 0,2 0 0,3 0 0,4-1 0,-9 0 0,3 0 0,3 0 0,3-1 0,0 1 0,2-1 0,1 0 0,-1 0 0,0 0 0,-2 1 0,-1 0 0,-3 0 0,-2 1 0,-4 0 0,-4 1 0,16-1 0,-5 2 0,-5 0 0,-3 1 0,0 0 0,10 0 0,-4 0 0,-1 1 0,-1-1 0,-1 1 0,0 0 0,-3-1 0,-2 1 0,2 1 0,7 0 0,1 0 0,-3 0 0,3 0 0,-1 1 0,-11-1 0,-5 0 0</inkml:trace>
  <inkml:trace contextRef="#ctx0" brushRef="#br0" timeOffset="1.06785E6">23616 16010 5734,'4'14'0,"0"3"0,-1 18 0,-1-3-408,-1-8 0,-1 3 408,2 19 0,-1 2-804,0-16 1,0 2 803,1 7 0,1 7 0,1 0 0,0-12 0,2 2 0,-1-1 0,0-2-686,0 1 1,0-2 0,0 1 685,2 10 0,2 1 0,-2-8 0,4 6-381,-4-19 0,0-1 381,2 8 213,1 3-213,-6-17 0,-2-8 910,-3-4-910,-2-9 0,-6-14 0,0 0 2164,-4-12-2164,-1 2 0,4 5 0,0-2 0,-8-14-66,6 12 1,0-1 0,-5-11-1,-2-1 1</inkml:trace>
  <inkml:trace contextRef="#ctx0" brushRef="#br0" timeOffset="1.06809E6">23427 16201 5734,'-2'-22'0,"1"2"0,4-12 0,-1 12 0,4-3 0,1-1 0,0 4 0,7-1 0,1 2 0,-1 8 0,11-3 0,-4 25 0,-3 3 0,4 11 0,-10-4 0,-1 1 0,6 15 0,0 5 0,0 2-3277,-1 1 3257,-3-11 1,-1 1 19,5 10-176,-3-14 176,2 7 208,-3-6-208,-7-16 0,2 0 0,-7-19 0</inkml:trace>
  <inkml:trace contextRef="#ctx0" brushRef="#br0" timeOffset="1.06959E6">23306 17178 5734,'-19'-3'0,"-1"2"0,4 4 0,-2 2 0,-2 2 0,-14 7 0,7 0 0,3 1 0,-1 2-1171,-9 16 1171,2 1-643,10-2 643,13-10 0,8-1 327,11 9-327,4-7 0,4-3 0,2-1-1064,10 3 1064,-9-8 0,1 0 0,2 1 0,-1-1 0,11 7 0,-7-3 0,-1 0 0,-1 2 0,3 6-75,-14 1 75,-8-6 391,-5 8-391,-8-9 0,-3 1 0,-4-3 0,-1 1 0,-1-4-26,0-2 26,1-4 1104,2-2-1104,1-2 665,3-4-665,2-7 350,4-2-350,12-28 0,1 11 0,5-7 0,2-1 0,1 3-426,-3 7 1,0 1 425,-1 2-240,0 2 240,-2 3 0,0 3 0,3 0 0,4 10 0,5 16 0,-4 3 0,-2 13-508,-8-9 508,-1 1 912,-1 0-912,1 8 0,-1-10 251,0 4-251,-1-8 0,-2-7 0,2 0 578,-3-10-578,1-4 0,0-6 0,-1-5 0,0-14 0,-1 4-649,1-9 649,-3 11-188,2-16 188,-2 17 0,2-11 0,-1 26 0,1 2 0,9 28 636,-6-7-636,11 30 0,-10-22-302,4 7 302,-4-9 0,0 7 0,-2-8 0,-2 5 0,-11 7 0,2-16 0,-6 7 0,7-20 0</inkml:trace>
  <inkml:trace contextRef="#ctx0" brushRef="#br0" timeOffset="1.06995E6">23691 17467 5734,'-21'7'0,"3"-1"0,8 5 0,5-2 0,26 29 0,-7-20 0,2 1 0,1 0 0,11 7 0,-13-9 0,7 14 0,-18-17 0,-4 4 0,-4-6 0,-3 1 0,-2-1 0,-1 0 0,-1-2 0,0-1 0,0-1 0,1-2 0,2-2 0,1 0 0,2-1 0,2-1 0,1-3 0,4-9 0,2-2 0,3-7 0</inkml:trace>
  <inkml:trace contextRef="#ctx0" brushRef="#br0" timeOffset="1.07015E6">23816 17269 5734,'0'-17'0,"0"7"0,1 15 0,1 8 0,1 7 0,0 7 0,3 4 0,-1-4 0,0 1-969,4 16 969,-2-14 0,-1 0-958,3 13 958,1-2 0,0-1-268,-4-15 1,1 0 267,2 9-192,4 12 192,-8-26 0,0 1 587,-6-14-587,-2-6 0,-3-8 0,-1-4 0</inkml:trace>
  <inkml:trace contextRef="#ctx0" brushRef="#br0" timeOffset="1.07094E6">24016 17728 5734,'13'-11'0,"1"-2"0,-2-8 0,-2 2 0,1-9 0,-4-15 0,-5 16 0,0-15 0,-5 23 0,-7-5 0,2 12 0,-10 0 0,8 16 0,-16 31 0,15-10-302,1 6 1,2 0 301,6 1-844,3 11 844,2-15 0,7-3 0,2 0 0,1 1-234,2-3 1,1-5 233,-2-13 0,5-4 0,-1-16 0,-4-1 0,4-9 0,-6 2 0,-3-1 0,-1-2 0,-2-13 0,-4 11 2,0-9-2,-2 14 746,-1 4-746,1 3 509,-2 3-509,1 5 0,0 8 0,0 6 0,3 20 0,0-3 0,2 11-18,2-9 18,1 0-333,1-2 333,1-2 0,1-3 0,0-2 0,0-5 0,11-8 0,3-26 0,-1 1 0,-11-3 0,-2-1 0,-2-3 0,1-9 0,-3 6 0,-2 9 0,-1-2 0,-1 14 593,0 4-593,0 4 415,0 6-415,1 7 0,0 7 0,2 6-744,-1 5 744,2 3 0,2 0 0,1 1 0,3-1 0,1-3 0,15 8 0,-9-18 0,12 1 0,-3-26 0,-5-2 0,7-8 0,7-7 0,-14 10 0,11-5-312,-14 12 312,-6 4 0,1 2 0,-10 7 0,-4 7 0,-4-3 179,-7 4 1,-2-9 0,-4 1 0</inkml:trace>
  <inkml:trace contextRef="#ctx0" brushRef="#br0" timeOffset="1.07121E6">23664 17345 5734,'8'-1'0,"5"-1"0,23-4 0,-1 0-1093,-3 2 1,7-2 0,-4 2 75,-2-1 0,-1 1 1017,2 0 0,4 0 0,-4 1 0,-3 1 0,-2 0 0,1 2 0,0-1 0</inkml:trace>
  <inkml:trace contextRef="#ctx0" brushRef="#br0" timeOffset="1.07199E6">23182 18091 5734,'4'13'0,"-2"0"0,4 9 0,0 13 0,0-5-586,2 11 586,-3-12-783,2 1 783,0-1 0,4 9 0,-3-10 147,3 14-147,-6-20 0,1 3 0,-3-13 0,1-5 0,-1-3 0</inkml:trace>
  <inkml:trace contextRef="#ctx0" brushRef="#br0" timeOffset="1.07224E6">23430 18170 5734,'-4'43'0,"2"-4"0,5-2 0,-1-9 0,4 10 0,-2-12-807,1-2 807,1-1 262,-1 3-262,-1-10 0,-1 3 133,-1-10-133,-2-4 0,-1-2 0,-2-4 412,-1-4-412,-2-2 0,-2-14 0,2 3 0,-2-9 0,3 4 0,-1 0 0</inkml:trace>
  <inkml:trace contextRef="#ctx0" brushRef="#br0" timeOffset="1.07244E6">23392 18251 5734,'-2'-32'0,"-1"-1"0,0 4 0,3 4 0,6 11 0,8-4 0,-1 5 0,28-3 0,-16 13 0,15 4 0,-18 8 0,-2 3 0,3 12 0,-9-2 0,2 9 0,-14 5 0,-3-8 0,-7 4 0,-2-1 0,-3 0 0,-1-3 0,0-2 0,0-8 0,-9 3 0,11-12 0,-2-1 0,8-8 0,3-1 0,2-2 0</inkml:trace>
  <inkml:trace contextRef="#ctx0" brushRef="#br0" timeOffset="1.07264E6">23767 18482 5734,'0'6'0,"1"-2"0,2-2 0,-1-2 0,5-5 0,-3 1 0,3-5 0</inkml:trace>
  <inkml:trace contextRef="#ctx0" brushRef="#br0" timeOffset="1.07343E6">24097 18074 5734,'5'47'0,"1"1"0,-1-4 0,1-2 0,-2-7 0,0-2-1639,-1-6 1,0 0 1634,1 6 1,0 1 3,-1-3 0,0-3 0,2 11 947,0 7-947,-2-19 529,-4-18-529,0-5 0,-3-18 0,0-7 1798,0-4-1798,1-5 0,1-2 0,-1-11-174,1 9 1,2-1 173,1 6 0,2 1 0,4-13 0,-3 14 0,1 2-736,6-6 736,1 3 0,2 3-160,8-3 160,-4 11 0,5-1 0,-1 14 0,-6 4 0,3 8 0,-10 4 0,-2 5 0,-4 3 324,-3 3-324,-10 15 0,-1-9 0,1-6 0,-2 0 749,-4 1-749,-8 9 0,11-20 180,-6 2-180,13-14 0,-2-4 0,10-8 0,3-5 0,2-2 0</inkml:trace>
  <inkml:trace contextRef="#ctx0" brushRef="#br0" timeOffset="1.07387E6">24396 18181 5734,'14'25'0,"-2"-2"0,-5 3 0,-3-6 0,0 4 0,-4-5 0,0-7 0,-1 6 0,0-13 0,-4-10 0,3-6 0,-1-20 0,3 9 0,3-7 0,10-15 0,-4 20-360,8-14 360,-8 26 0,5 1 0,-5 7 0,7 2 0,-9 6 0,2 4 0,0 7 0,2 11 0,-2-3 0,1 17 0,-7-23 360,0 8-360,-2-10 0,-1-5 0,0 1 0,-1-3 0,1-4 0,0 1 0,1-4 0,0 0 0,1-2 0,1-5 0,-1-1 0,1-3 0,0-3 0,-3 3 0,-3-5 0,-10 1 0,2 4 0,-6 0 0,-1 7 0,5 2 0,-4 1 0,8 2 0,0 0 0,4-3 0,1-4 0,3-2 0</inkml:trace>
  <inkml:trace contextRef="#ctx0" brushRef="#br0" timeOffset="1.07431E6">24625 17810 5734,'4'20'0,"0"-3"0,5 28 0,-2-11 0,0 2 0,-1-6 0,0 0-1149,2 8 0,-1-1 1149,2 4 0,-4-14 0,0-1-373,3 13 373,1 6-188,-2-12 188,-3-12 0,0 2 0,-4-14 0,-1-7 1550,-3-7-1550,-1-16 0,1 1 0,-1-9 1054,3 5-1054,2-21 0,1 17 255,4-14-255,4 17 0,-1 8 0,8-7 0,-6 15 0,4-3 0,-6 8 0,1 2 0,0 3 0,-3 2 0,1 4 0,-5 2 0,-2 3 0,-10 25 0,3-15 0,-7 17 0,0-14 0,7-10 0,-5 5 0,8-16 0,1-4 0,0-4 0</inkml:trace>
  <inkml:trace contextRef="#ctx0" brushRef="#br0" timeOffset="1.07482E6">24863 17857 5734,'-2'23'0,"0"0"0,0 11 0,3-5 0,0 6 0,2 1 0,1 3 0,3 2 0,1 0 0,-1-9 0,2-5 0,0-2 0,-1-12 0,3 1 0,-4-18 0,1-4 0,4-14 0,-3 2 0,0-8 0,-2-4 0,-3 8 0,-1-18 0,-1 25 0,-2-7 0,0 19 0,0 3 0,-4 16 0,2-1 0,-3 12 0,6 1 0,1-6 0,2 4 0,2-6 0,-2-6 0,1 1 0,-1-9 0,0-5 0,1-3 0,1-4 0,0-2 0,3-17 0,-5 12 0,2-9 0,-3 16 0,-2 3 0,2 0 0,-2 10 0,1 0 0,1 14 0,0-5 0,3 5 0,3 5 0,-3-9 0,3 6 0,2-14 0,-5-7 0,4-4 0,-5-12 0,-1 3 0,0-3 0,-4 5 0,-3 2 0,0-1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00:22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1468 2576 24575,'0'17'0,"0"-4"0,-14-13 0,11 0 0,-10 0 0,13 0 0,0 0 0,13 0 0,-10 0 0,11 0 0,-1 0 0,4 0 0,-1 0 0,11 0 0,3 0 0,3-13 0,24 9 0,-11-9-540,14 13 540,0 0-1909,0 0 1909,0 0 0,13 0 0,-10 0-1180,-19 0 0,-1 0 1180,20 0 0,-20 0 0,1 0 0,19 0 0,-20 0 0,0 0 0,21 0 0,-21-6 0,0-1 0,20 3 0,11-9-1679,-14 13 1679,-1 0 0,15 0 0,-24 0 0,20 0 0,-24 0 0,14-13-377,-13 9 377,-4-9 0,0 13 1030,-10 0-1030,11 0 0,-14 13 0,0-9 2190,0 9-2190,-1-13 0,1 0 0,0 0 2020,0 0-2020,-13 0 1046,10 0-1046,-11 0 560,1 13-560,10-9 19,-11 9-19,1-13 0,9 0 0,-22 0 0,9 0 0,-13 0 0,0 0 0,0 0 0</inkml:trace>
  <inkml:trace contextRef="#ctx0" brushRef="#br0" timeOffset="2158">7878 2756 24575,'16'0'0,"-2"-14"0,-1 11 0,-10-10 0,11 13 0,-1 0 0,3 0 0,1 0 0,10-14 0,-11 11 0,14-10 0,0 13 0,-13-14 0,10 11 0,-11-10 0,14 13 0,0-14 0,0 11 0,0-10 0,0 13 0,-13 0 0,9-13 0,-9 9 0,13-9 0,-14 13 0,11 0 0,-24 0 0,24 0 0,-24 0 0,24 0 0,-24 0 0,24 0 0,-24 0 0,24 0 0,-24 0 0,11 0 0,-1 0 0,-10 0 0,10 0 0,-13 0 0,14 0 0,-11 13 0,10-9 0,-13 9 0,0-13 0,0 0 0,14 0 0,-11 0 0,10 0 0,-13 0 0,0 0 0,14 0 0,-11 0 0,10 0 0,-13 0 0,0 0 0,14 0 0,-11 0 0,10 0 0,-13 0 0,14 0 0,-11 0 0,10 0 0,1 0 0,-11 13 0,23-10 0,-22 11 0,22-14 0,-22 0 0,22 0 0,-9 0 0,0 0 0,9 0 0,-9 0 0,13 13 0,-13-10 0,9 11 0,-9-14 0,13 0 0,0 0 0,0 0 0,0 0 0,0 0 0,-14 0 0,11 0 0,-11 0 0,14 13 0,0-10 0,-13 11 0,10-14 0,-24 0 0,24 0 0,-11 0 0,1 0 0,10 0 0,-11 0 0,1 0 0,9 0 0,-9 0 0,0 0 0,9 0 0,-9 0 0,0 0 0,9 0 0,-9 0 0,-1 0 0,11 0 0,-10 0 0,-1 0 0,11 0 0,-24 0 0,24 0 0,-10 0 0,13 0 0,-14 0 0,11 0 0,-11 0 0,14 0 0,-13 0 0,10 0 0,-11 0 0,14 0 0,-13 0 0,10 0 0,-11 0 0,14 0 0,-13 0 0,9 0 0,-9 0 0,13 0 0,-13 0 0,9 0 0,-9 0 0,13 0 0,-13 0 0,9 0 0,-9 0 0,13 0 0,-14 0 0,11 0 0,-10 0 0,13 0 0,-14 0 0,11 0 0,-11 0 0,14 0 0,0 0 0,0 0 0,0 0 0,-13 0 0,10 0 0,-11 0 0,14 0 0,0 0 0,0 0-459,13 0 459,-9 0 0,9 0 0,-13 0 0,0 0 0,0 0 0,-14 0 0,11 0 0,3 0 0,3 0 0,11 0 0,-15 0 0,1 0 0,0 0-576,14 0 576,-11-14 0,23 11 0,-22-10 0,22 13 0,-22 0-839,22 0 839,-9 0 0,13 0 0,-14 0 0,11 0 0,-11 0 0,1 0 0,10 0 0,-24 0-244,10 0 244,-13 0 0,0 0 0,0 0 0,0 0 0,0 0 544,-13 0-544,9 0 1305,-22 0-1305,22 13 269,-23-10-269,24 11 0,-24-14 0,11 0 0,-1 0 0,-10 0 0,11 0 0,-14 0 0,0 0 0,13 0 0,-10 0 0,11 0 0,-14 0 0,0-14 0,0 11 0,0-10 0,0 13 0,0 0 0,-14 0 0,-2 0 0</inkml:trace>
  <inkml:trace contextRef="#ctx0" brushRef="#br0" timeOffset="22402">8896 4553 24575,'-17'0'0,"4"0"0,13 0 0,0 0 0,0 13 0,13-23 0,-9 20 0,9-23 0,-13 13 0,0 0 0,0 13 0,0-10 0,0 11 0,0-14 0,13 0 0,-9 0 0,9 0 0,-13 0 0,0 0 0,13 0 0,-9 0 0,9 0 0,0 0 0,-9 0 0,9 0 0,-13 0 0,13 0 0,-10 0 0,11 0 0,-1 0 0,-10 0 0,24 0 0,-24 0 0,11 0 0,-1 13 0,-10-10 0,11 11 0,-1-14 0,-10 0 0,24 0 0,-10 0 0,-1 0 0,11 0 0,-11 0 0,1 0 0,10 0 0,-24 0 0,24 0 0,-11 0 0,1 0 0,10 13 0,-11-10 0,14 11 0,-13-14 0,9 0 0,-9 0 0,13 0 0,-13 0 0,9 0 0,-9 0 0,0 0 0,9 0 0,-9 0 0,13 0 0,0 0 0,0 0 0,0 0 0,0 0 0,0 0 0,0 0-516,13 0 516,-10 0 0,10 0 0,-13-14 0,0 11 0,14-10 0,-11 13 0,10 0 0,-13 0 0,0 0-9,0 0 9,0 0 0,0 0 0,0 0 0,0 0 0,0 0 0,-14 0 0,11 0 0,-10 0 515,13 0-515,-14 0 10,11 0-10,-11 0 0,1 0 0,10 0 0,-24 13 0,24-10 0,-24 11 0,10-14 0,1 0 0,-11 0 0,10 0 0,-13 0 0,0 0 0,14 13 0,-11-10 0,10 11 0,-13-14 0,0 0 0,0-14 0,0 11 0,-13-10 0,-4 13 0</inkml:trace>
  <inkml:trace contextRef="#ctx0" brushRef="#br0" timeOffset="56166">2246 6500 24575,'0'16'0,"0"-2"0,0-14 0,0 0 0,14 0 0,-11 0 0,10 0 0,-13 0 0,0 13 0,14-10 0,-11 11 0,10-14 0,1 0 0,-11 0 0,24 0 0,-24 0 0,24 0 0,-24-14 0,10 11 0,1-10 0,-11 13 0,23 0 0,-22 0 0,22 0 0,-22 0 0,22 0 0,-9 0 0,0 0 0,9 0 0,-22 0 0,22 0 0,-9 0 0,0 0 0,9 0 0,-23 0 0,24 0 0,-24 0 0,24 0 0,-24 0 0,24 0 0,-24 0 0,24 0 0,-10 0 0,-1 0 0,11 0 0,-10 0 0,-1-14 0,11 11 0,-11-10 0,14 13 0,0 0 0,0 0 0,-13 0 0,10 0 0,-11 0 0,14 0 0,0-14 0,-13 11 0,9-10 0,-9 13 0,0 0 0,9 0 0,-22 0 0,22 0 0,-22 0 0,22 0 0,-23 0 0,11 0 0,-1 0 0,-10 0 0,11 0 0,-14 0 0,0 0 0,0 13 0,0-10 0,0 11 0,0-14 0</inkml:trace>
  <inkml:trace contextRef="#ctx0" brushRef="#br0" timeOffset="57468">3235 7518 24575,'-17'0'0,"4"0"0,40 0 0,-21 0 0,21-13 0,-14 10 0,-10-11 0,11 14 0,-1 0 0,-10 0 0,11 0 0,-1 0 0,-10 0 0,24 0 0,-24 0 0,11 0 0,-1 0 0,-10 0 0,24 0 0,-24 0 0,24 0 0,-24 0 0,24 0 0,-24 0 0,24 0 0,-24 0 0,10 0 0,1 0 0,-11 0 0,24 0 0,-24 0 0,10 0 0,1 0 0,-11 0 0,24 0 0,-24 0 0,10 0 0,1 0 0,-11 0 0,10 0 0,-13 14 0,14-11 0,-11 10 0,10-13 0,0 0 0,-9 0 0,9 0 0,0 0 0,-9 0 0,9 0 0,0 0 0,-9 0 0,9 0 0,-13 0 0,13 0 0,-9 0 0,9 0 0,0 0 0,-9 13 0,22-9 0,-22 9 0,9-13 0,0 0 0,-9 0 0,22 0 0,-9 0 0,-1 0 0,11 0 0,-24 0 0,24 0 0,-24 0 0,24 0 0,-24 13 0,24-9 0,-24 9 0,24-13 0,-24 0 0,24 0 0,-24 0 0,24 0 0,-24 0 0,10 0 0,1 0 0,-11 0 0,24 0 0,-24 0 0,24 0 0,-24 0 0,10 0 0,1 0 0,-11 0 0,24 0 0,-24 0 0,23 0 0,-22 0 0,22 0 0,-22 0 0,9 0 0,0 0 0,4 0 0,0 0 0,9 0 0,-22-13 0,22 9 0,-22-9 0,22 13 0,-22 0 0,22 0 0,-23 0 0,24 0 0,-24 0 0,24 0 0,-10 0 0,-1 0 0,11 0 0,-10 0 0,13 0 0,-14 0 0,11 0 0,-11 0 0,1 0 0,10 0 0,-11 0 0,1 0 0,10 0 0,-24 0 0,10 0 0,1 0 0,-11 0 0,10 0 0,1 0 0,-11 0 0,10 0 0,-13 0 0,0 0 0,13 0 0,-9 0 0,9 0 0,-13 0 0,0 0 0,-13 13 0,9-9 0,-9 9 0</inkml:trace>
  <inkml:trace contextRef="#ctx0" brushRef="#br0" timeOffset="61049">9825 7608 24575,'0'-17'0,"13"4"0,-10 13 0,10 13 0,-13-9 0,14 9 0,-11-26 0,10 9 0,1-9 0,-11 13 0,10 0 0,-13 0 0,14 0 0,-11 0 0,10 0 0,1 0 0,-11 0 0,10 0 0,1 0 0,-11 0 0,10 0 0,1 0 0,-11 0 0,24 0 0,-24 0 0,10 0 0,0 0 0,-9 0 0,9 0 0,0 0 0,-9 0 0,9 0 0,0 0 0,-9 13 0,22-9 0,-22 9 0,9-13 0,0 0 0,-9 0 0,22 0 0,-22 0 0,22 0 0,-22 0 0,22 0 0,-23 0 0,11 0 0,-1 0 0,-10 0 0,11 0 0,-1 0 0,-10 0 0,24 0 0,-24 0 0,24 0 0,-24 0 0,24 0 0,-24 0 0,24 0 0,-11 0 0,1 0 0,10 0 0,-24 0 0,24 0 0,-24 0 0,24 0 0,-24 0 0,24 0 0,-24 0 0,24 0 0,-24 0 0,24 0 0,-24 0 0,23 0 0,-22 0 0,22 0 0,-22 0 0,22 0 0,-22 0 0,22 0 0,-22 0 0,22 0 0,-22 0 0,22 0 0,-22 0 0,22 0 0,-22 0 0,9 0 0,0 0 0,-10 0 0,24 0 0,-24 0 0,24 0 0,-10 0 0,-1 0 0,11 0 0,-10 0 0,-1 0 0,11 0 0,-24 0 0,24 0 0,-11 0 0,14 0 0,-13 0 0,10 0 0,-24 0 0,24 0 0,-11 0 0,1 0 0,10 0 0,-24 0 0,23 0 0,-9 0 0,0 0 0,9 0 0,-22 0 0,22 0 0,-22 0 0,9 0 0,0 0 0,-9 0 0,22 0 0,-22 0 0,9 0 0,0 13 0,-9-9 0,9 9 0,0-13 0,-10 0 0,24 0 0,-10 0 0,-1-13 0,11 9 0,-24-9 0,24 13 0,-10 0 0,-1 0 0,11 0 0,-24 0 0,24 0 0,-24 0 0,24 0 0,-24 0 0,24 0 0,-24 0 0,24 0 0,-24 0 0,24 0 0,-11 0 0,1 0 0,10 0 0,-24 0 0,23 0 0,-9 0 0,13 0 0,-13 0 0,9 0 0,-22 0 0,22 0 0,-9 0 0,0 0 0,9 0 0,-9 0 0,-1 0 0,11 0 0,-10 0 0,-1 0 0,11 0 0,-24 0 0,24 0 0,-24 0 0,24 0 0,-10 0 0,-1 0 0,11 0 0,-24 13 0,24-9 0,-11 9 0,1-13 0,10 0 0,-24 0 0,24 0 0,-11 0 0,1 0 0,10 0 0,-24 0 0,24 0 0,-24 0 0,23 0 0,-22 0 0,22 0 0,-22 0 0,22 0 0,-9 0 0,13 0 0,-13-13 0,9 9 0,-22-9 0,9 13 0,0 0 0,-9 0 0,9 0 0,0 0 0,-10 0 0,11 0 0,-14 0 0,13 0 0,-10 0 0,11 13 0,-1-9 0,-10 9 0,24-13 0,-24 0 0,11 0 0,-1 0 0,-10 0 0,11 0 0,-1 0 0,-10 0 0,24 0 0,-24 0 0,24 0 0,-11 13 0,1-9 0,10 9 0,-11-13 0,14 0 0,0 0 0,0 0 0,0 0 0,0 0 0,0 0 0,-13 0 0,9 0 0,-9 0 0,13 0 0,0 0 0,-13 0 0,9 0 0,-9 0 0,13 13 0,0-9 0,0 9 0,0-13 0,0 0 0,-1 0 0,1 0 0,0 0 0,0 0 0,0 0 0,0 0 0,0 0 0,0 0 0,0 0 0,0 0 0,0 0 0,0 0 0,0 0 0,-13 0 0,9 0 0,-9 0 0,-1 0 0,11 0 0,-24 0 0,11 0 0,-14 0 0,13 0 0,-10 0 0,11 0 0,-14 0 0,0 0 0,0 0 0</inkml:trace>
  <inkml:trace contextRef="#ctx0" brushRef="#br0" timeOffset="63222">19379 3295 24575,'0'16'0,"0"11"0,0-10 0,0 13 0,0 0 0,0 13 0,0-10 0,0 24-2219,0-11 2219,0 14 0,14 0 0,-11 0 0,10 0 0,-13 0 0,0 0 0,0 0 0,0 0 0,0-14 0,0 11-592,0-24 592,0 24-671,0-24 671,14 10 0,-11-13 0,10-13 1527,-13 9-1527,0-22 1177,0 9-1177,0-13 778,0 13-778,0-9 0,0 9 0,0-13 0,0-13 0,0 9 0,-13-9 0,10 0 0,-11 9 0,14-9 0</inkml:trace>
  <inkml:trace contextRef="#ctx0" brushRef="#br0" timeOffset="63463">19230 3954 24575,'30'0'0,"0"0"0,0 0 0,0 0 0,13 0-1299,-10 0 1299,24 0 0,-11 0 0,1-14 0,9 11 0,-22-10 0,9 13 122,-13 0-122,0 0 0,0 0 0,0-13 0,0 9 0,-14-9 0,-2 13 0,-1 0 0,-10-13 0,11-4 0</inkml:trace>
  <inkml:trace contextRef="#ctx0" brushRef="#br0" timeOffset="63686">19919 3475 24575,'0'16'0,"0"11"0,-14-11 0,11 14 0,-10 14 0,13-11 0,0 24 0,0-24 0,0 50-2830,0-43 2830,0 43 0,0-36-474,0-1 474,0 11 0,0-24 0,13 24-652,-10-24 652,11 10-193,-14-13 193,0 0 1927,0-13-1927,0 9 1214,0-22-1214,0 9 192,0-13 0,13 0 0,4 0 0</inkml:trace>
  <inkml:trace contextRef="#ctx0" brushRef="#br0" timeOffset="64015">20368 3475 24575,'-17'13'0,"4"3"0,13 14 0,-13 0 0,9 0 0,-9 0 0,0 14-1381,9 2 1381,-9 1 0,13 9 0,-13-22 0,9 22 0,-9-23 0,13 24 0,0-24 0,0 24 0,0-24 0,0 10 101,0-13-101,0 0 0,0 0 0,13 0 0,-9-13 0,9-4 0,0 1 0,-9-11 1032,9 10-1032,0-13 248,-9-13-248,22 10 0,-22-24 0,9 10 0</inkml:trace>
  <inkml:trace contextRef="#ctx0" brushRef="#br0" timeOffset="64361">20428 3864 24575,'16'0'0,"11"0"0,-24 0 0,24 0 0,-24 0 0,11 0 0,-1 0 0,-10 0 0,24 13 0,-24-9 0,11 9 0,-14 0 0,0-9 0,13 22 0,-10-9 0,-3 13 0,-3-14 0,-10 11 0,13-10 0,0 13 0,-14 13 0,11-10 0,-10 10 0,13-13 0,0-13 0,0 10 0,0-11 0,0 14 0,0-13 0,13 9 0,-10-22 0,11 9 0,-1-13 0,-10 0 0,24-13 0,-24 9 0,24-22 0,-11 23 0,1-24 0,-4 10 0,1-13 0,-11 0 0,10 0 0</inkml:trace>
  <inkml:trace contextRef="#ctx0" brushRef="#br0" timeOffset="64523">20488 4044 24575,'30'0'0,"0"-14"0,0 11-1314,13-10 1314,-10-1 0,24 11 0,-24-24 0,10 11 0,-13-1 0,0 4 0</inkml:trace>
  <inkml:trace contextRef="#ctx0" brushRef="#br0" timeOffset="64749">20907 3594 24575,'17'30'0,"-4"0"0,0 0 0,-9 0 0,22 0 0,-22 13-2141,22 4 2141,-22 0 0,9 9 0,-13-9 0,0 13 0,0-14 0,0 11 0,-13-24 0,9 24 0,-9-24 0,0 10 688,9-13-688,-22 0 0,22 0 0,-22 0 88,9-13 0,0-4 1,4-13-1</inkml:trace>
  <inkml:trace contextRef="#ctx0" brushRef="#br0" timeOffset="65243">21536 4074 24575,'0'16'0,"0"-2"0,0-14 0,0 0 0,0-14 0,0 11 0,13-10 0,-9-1 0,22 11 0,-9-24 0,13 11-1356,13-28 1356,-10 11-2062,24-23 2062,-10 22-2391,13-22 2391,-1 9-2369,1-13 2369,0 0 0,0 0 0,-13 0 0,9 1 0,-9-1 0,0 0 0,9 0-455,-23 13 455,11 4 903,-14 0-903,-14 23 2078,-2-20-2078,-1 37 2855,-10-11-2855,11 1 1981,-14 10-1981,-14-11 816,11 14-816,-24 14 0,24-11 0,-10 10 0</inkml:trace>
  <inkml:trace contextRef="#ctx0" brushRef="#br0" timeOffset="65696">21476 4193 24575,'-16'0'0,"2"0"0,14 0 0,0 0 0,14 0 0,-11 14 0,10-11 0,-13 10 0,13-13 0,-9 14 0,22-11 0,4 24-1242,4-11 1242,22 14-2272,-9 13 2272,13-9 0,0 9 0,0 0 0,-1-9-1290,-22-13 1,0 1 1289,26 21 0,-20-26 0,0-1 0,21 28 0,-15-22 0,2-1 0,15 12 0,7-3-1266,-16-3 1266,-24-11 847,-3 1-847,-3-4 1870,-11-13-1870,1 14 2839,-4-11-2839,-13 10 1803,0-26-1803,-13 10 0,-4-11 0,-13 1 0,0-4 0,1-13 0</inkml:trace>
  <inkml:trace contextRef="#ctx0" brushRef="#br0" timeOffset="66595">22944 2666 24575,'0'-17'0,"0"4"0,0 13 0,0 0 0,0 13 0,0-10 0,0 11 0,0-1 0,0-10 0,0 24 0,0-10 0,13 26 0,-9-10-797,9 11 797,-13-1 0,0-10 0,0 24 0,13-24 0,-10 24 0,11-24 0,-14 23 0,0-22 0,0 9-220,0-13 220,0 0 0,0-14 0,0 11 0,0-10 0,0-1 788,0 11-788,0-24 229,0 11-229,0-14 0,0 0 0,-14 0 0,11 0 0,-10 0 0,0-14 0,-4-2 0</inkml:trace>
  <inkml:trace contextRef="#ctx0" brushRef="#br0" timeOffset="66923">22914 2606 24575,'17'0'0,"-4"0"0,0 0 0,-9 0 0,22 0 0,-9 0 0,-1 0 0,11 0 0,-10 0 0,-1 0 0,11 13 0,-24-9 0,24 9 0,-24 0 0,11-10 0,-14 11 0,13-14 0,-10 13 0,10-10 0,-13 11 0,0-1 0,0-10 0,0 11 0,0-1 0,0-10 0,-13 11 0,10-1 0,-10 4 0,-1-1 0,11 11 0,-24-10 0,24-1 0,-24 11 0,24-11 0,-24 1 0,11 10 0,-1-24 0,4 24 0,-1-24 0,-2 10 0</inkml:trace>
  <inkml:trace contextRef="#ctx0" brushRef="#br0" timeOffset="67311">23363 2636 24575,'-30'16'0,"14"11"0,2-24 0,1 24 0,10-10 0,-24-1 0,24 11 0,-11-10 0,14-1 0,0 11 0,0-10 0,0-1 0,0-3 0,0 1 0,0-11 0,14 10 0,-11-13 0,24 0 0,-11 0 0,1-13 0,10 10 0,-11-11 0,1 1 0,9-3 0,-22-1 0,22-10 0,-22 24 0,9-24 0,-13 24 0,0-10 0,0-1 0,0 11 0,0-10 0,0-1 0,0 11 0,-13-10 0,9 13 0,-9 0 0,13 0 0,-13 0 0,9-14 0,-9-2 0</inkml:trace>
  <inkml:trace contextRef="#ctx0" brushRef="#br0" timeOffset="67603">23573 2217 24575,'0'16'0,"13"11"0,-9-24 0,9 37 0,-13-20 0,0 23-935,0 1 935,0-11 0,0 23-1444,0-9 1444,0 13 0,0-14 0,0 11-1100,0-24 1100,0 24-632,0-24 632,0 10 387,0-13-387,0 0 0,0 0 1550,0-13-1550,0 10 1184,0-24-1184,0 10 753,0-13-753,0 0 59,0-13 0,0 10 0,0-11 1</inkml:trace>
  <inkml:trace contextRef="#ctx0" brushRef="#br0" timeOffset="68017">23693 2875 24575,'16'0'0,"-2"0"0,-14 0 0,13-13 0,-10 10 0,11-10 0,-1-1 0,-10 11 0,11-10 0,-14-1 0,0 11 0,0-24 0,0 24 0,0-24 0,0 24 0,0-10 0,0-1 0,0 11 0,0-10 0,-14 13 0,11 0 0,-10 0 0,13 0 0,0 0 0,-14 0 0,11 0 0,-10 0 0,-1 0 0,11 13 0,-10-10 0,13 24 0,-14-24 0,11 24 0,-10-10 0,13-1 0,-14 11 0,11-10 0,-10 12 0,13-12 0,13 10 0,-10-11 0,11 1 0,-14 10 0,13-24 0,-10 10 0,11 1 0,-1-11 0,-10 10 0,24-13 0,-24 0 0,24 0 0,-24 0 0,24 0 0,-10 0 0</inkml:trace>
  <inkml:trace contextRef="#ctx0" brushRef="#br0" timeOffset="69015">23154 4523 24575,'16'17'0,"11"-4"0,-24-13 0,24 0 0,-24 0 0,10 13 0,-13-10 0,0 24 0,0-24 0,0 24 0,-13-10 0,10 13 0,-24 0 0,24 0 0,-24 0 0,24-1 0,-24 1 0,24 0 0,-24 0 0,24 0 0,-24-13 0,24 10 0,-10-11 0,13 1 0,0 9 0,0-22 0,0 9 0,0-13 0,0 13 0,13-9 0,-10 9 0,24-13 0,-24 0 0,24 0 0,-10 0 0,-1-13 0,11 9 0,-11-22 0,1 22 0,10-22 0,-24 22 0,24-22 0,-24 23 0,10-11 0</inkml:trace>
  <inkml:trace contextRef="#ctx0" brushRef="#br0" timeOffset="69208">22974 4763 24575,'30'0'0,"-14"0"0,11 0 0,-10 0 0,13 0 0,0 0 0,-14-14 0,11 11 0,-11-10 0,14 13 0</inkml:trace>
  <inkml:trace contextRef="#ctx0" brushRef="#br0" timeOffset="69882">23393 4912 24575,'17'-13'0,"9"10"0,-22-11 0,9 1 0,0 10 0,-9-24 0,9 24 0,-13-11 0,0 1 0,0 10 0,0-11 0,0 14 0,0-13 0,0 10 0,-13-10 0,9 13 0,-9 0 0,0 0 0,9 0 0,-22 0 0,22 0 0,-22 0 0,23 13 0,-11-10 0,1 10 0,10 1 0,-11-11 0,1 24 0,10-24 0,-11 24 0,14-24 0,0 24 0,0-11 0,0 1 0,0 10 0,14-24 0,-11 23 0,10-22 0,1 22 0,-11-22 0,24 9 0,-24-13 0,23 0 0,-9 0 0,0 0 0,9 0 0,-9-13 0,0 9 0,9-22 0,-22 9 0,22 1 0,-22-11 0,22 24 0,-22-24 0,9 24 0,-13-24 0,0 24 0,0-11 0,0 14 0,0-13 0,0 10 0,0-11 0,0 14 0,0 0 0,0 14 0,0-11 0,0 10 0,0 1 0,0-11 0,0 24 0,0-24 0,0 24 0,0-24 0,0 24 0,0-24 0,0 23 0,0-22 0,0 9 0,0 0 0,0-9 0,0 9 0,0-13 0,0 13 0,0-9 0,0 9 0,-13-13 0,9-13 0,-9 9 0,13-9 0,0 13 0,0-13 0,0 9 0,-13-22 0,9 22 0,-9-22 0,13 23 0,0-24 0,0 24 0,0-24 0,13 24 0,-9-11 0,9 1 0,-13 10 0,0-11 0,13 1 0,-9 10 0,9-11 0,-13 1 0,13 10 0,-10-11 0,11 14 0,-14-13 0,13 10 0,-10-10 0,11 13 0,-14 0 0,0 0 0</inkml:trace>
  <inkml:trace contextRef="#ctx0" brushRef="#br0" timeOffset="70207">23813 4852 24575,'-17'47'0,"4"-4"0,13-13 0,0 0 0,0 0 0,0-13 0,0 9 0,0-22 0,13 22 0,-10-22 0,11 22 0,-1-22 0,-10 9 0,24-26 0,-24 9 0,24-22 0,-11 22 0,1-22 0,10 9 0,-24-13 0,10 0 0,-13 13 0,0-9 0,0 9 0,0 1 0,0-11 0,-13 24 0,10-24 0,-24 24 0,24-11 0,-24 14 0,24-13 0,-24 10 0,24-11 0,-24 14 0,24 0 0,-10 14 0,13 2 0</inkml:trace>
  <inkml:trace contextRef="#ctx0" brushRef="#br0" timeOffset="98251">3175 6440 24575,'17'0'0,"-4"0"0,-26 13 0,9-10 0,-9 11 0,13-14 0,0 0 0,13 0 0,-9 13 0,9-10 0,-13 11 0,13-14 0,-9 0 0,9 0 0,0 0 0,-9 13 0,9-10 0,0 11 0,-10-14 0,11 0 0,-1 0 0,-10 0 0,24 13 0,-24-10 0,11 11 0,-1-14 0,-10 0 0,11 0 0,-1 0 0,-10 0 0,11 0 0,-1 0 0,-10 0 0,24 0 0,-24 0 0,24 0 0,-24 0 0,24 0 0,-11 0 0,1 0 0,10 0 0,-11 0 0,1 0 0,10 0 0,-11 0 0,14 0 0,-13 0 0,9 0 0,-9 0 0,13 0 0,-13 0 0,9 0 0,-9 0 0,13-14 0,-13 11 0,9-10 0,-22 13 0,22 0 0,-9 0 0,-1 0 0,11 0 0,-24 0 0,24 0 0,-10 0 0,13 0 0,-14 0 0,-2 13 0,-1-10 0,-10 11 0,10-14 0,-13 0 0,0 0 0,14 0 0,-11 0 0,10 0 0,-13 0 0,0 0 0,14 0 0,-11 0 0,10 0 0,-13 0 0,0 0 0,-13 0 0,10-14 0,-11-2 0</inkml:trace>
  <inkml:trace contextRef="#ctx0" brushRef="#br0" timeOffset="101292">2396 8537 24575,'-16'0'0,"2"0"0,14 0 0,0 0 0,14 0 0,-11 0 0,10 0 0,-13 0 0,0 0 0,14 0 0,-11 0 0,10 13 0,-13-10 0,13 11 0,-9-14 0,9 0 0,0 0 0,-9 0 0,22 13 0,-22-10 0,22 10 0,-22-13 0,22 0 0,-9 0 0,0 0 0,9 0 0,-9 0 0,13 0 0,0 0 0,-14 14 0,11-11 0,-10 10 0,13-13 0,0 0 0,0 0 0,-14 0 0,11 0 0,-11 0 0,1 0 0,10 0 0,-11 0 0,1 0 0,10 0 0,-24 0 0,24 0 0,-11 14 0,1-11 0,9 10 0,-9-13 0,0 0 0,9 0 0,-9 0 0,0 0 0,9 0 0,-9 0 0,0 0 0,9 14 0,-9-11 0,-1 10 0,11-13 0,-10 0 0,-1 0 0,11 0 0,-10 0 0,-1 0 0,11 0 0,-10 0 0,-1 0 0,11 0 0,-11 0 0,14 0 0,-13 0 0,10 0 0,-11 0 0,14 0 0,-13 0 0,10 0 0,-11 0 0,1 0 0,9 0 0,-22 0 0,22 0 0,-9 0 0,0 0 0,9 0 0,-9 0 0,13 0 0,-13 0 0,9 0 0,-9 0 0,13 0 0,0 0 0,0 0 0,0 0 0,0 0 0,-1 0 0,1-13 0,0 10 0,0-11 0,0 14 0,0 0 0,0 0 0,0 0 0,0 0 0,0 0 0,0 0 0,0 0 0,0 0 0,0 0 0,0 0 0,0 0 0,0 0 0,0 0 0,0 0 0,0 14 0,0-11 0,0 10 0,-1-13 0,-12 0 0,10 0 0,-11 0 0,28 0 0,-11 0 0,-3 0 0,-4 0 0,-9 0 0,13 0 0,0 0 0,0 0 0,0 14 0,0-11 0,0 10 0,0-13 0,0 0-544,13 0 544,-10 0 0,11 0 0,-14 0 0,-1 0 0,15 0 0,-11 0 0,10 0 0,1 0 0,-11 0 0,10 0 0,0 0 0,-9 0 0,9 0 0,0 0 0,-10 0 0,24 0 0,-24 0 0,24 0 0,-24 0-1304,24 0 1304,-11 0 0,1 0 0,10 0 0,-11 0 0,1 0 0,9 0 0,-9 0 0,13 0-1823,0 0 1823,0 0 0,-14 0-1221,11 0 1221,-11 0 0,14 0 0,0 0-1113,0 0 1113,0 0 0,0-13 0,0 10 0,0-11 0,0 14 0,-1 0 0,1 0-140,-13-13 140,10 10 0,-11-11 0,1 14 0,9 0 0,-22 0 0,22 0 1028,-23 0-1028,11 0 0,-14 0 1204,0 0-1204,-14 0 1760,11 0-1760,-24 0 1475,24 0-1475,-24 0 678,11 0-678,-14 0 0,13 0 0,-36 14 0,16-24 0,-36 6 0</inkml:trace>
  <inkml:trace contextRef="#ctx0" brushRef="#br0" timeOffset="105228">14557 8537 24575,'-30'0'0,"13"0"0,-9 0 0,9 0 0,-13-14 0,0 11 0,0-10 0,0 13 0,0 0 0,1 0 0,-15 0-1021,11 0 1021,-24 0 0,24 0 0,-23 0 0,9 0 0,-13 0 0,0 0-2377,-13 0 2377,10 0 0,-11 0 0,1 0 0,10 0 0,20 0 0,-1 0 0,-19 0 0,20 0 0,0 0 0,-21 0 0,21 0 0,0 0 0,-20 0 0,-11 0 0,15 0 0,-15 0 0,11 0 0,-10 0 0,13 0 0,0 0 0,-13 0 0,10 0 0,-11 0-1382,28 0 1382,-11-14 0,11 11 0,-14-10 0,0 13 0,0 0 0,0 0 0,0 0 0,0 0 0,14 0 0,-11 0 0,10 0 0,-12 0 0,-1 0 0,13 0 0,-10 0 0,11 0 0,-1 0 0,-9 0-900,22 0 900,-22 0 0,9 0 0,1 0 0,-11 0 0,24 0 0,-24 0 0,24 0 181,-10 0-181,-1 0 0,11 0 0,-23 0 0,22 0 0,-22 0 0,22 0 0,-9 0 0,0 0 0,10 0 0,-11 0 0,1 0 0,10 0 0,-24 0 0,24 0 0,-24 0 0,24 0 1045,-23 0-1045,9 0 0,0 0 0,-9 0 0,22 0 1410,-9 0-1410,0 0 0,10 0 1061,-11 0-1061,28 0 735,-11 0-735,10 0 1248,1 0-1248,-11-14 0,24 11 0,-24-10 0,24 13 0,-10 0 0,-1 0 0,11 0 0,-10 0 0,-1 0 0,11 0 0,-10 0 0,13 0 0,0 0 0,-14 0 0,11 0 0,-10 0 0,13 0 0,0 0 0,-14 0 0,11 0 0,-10 0 0,13 0 0,0 0 0,-14 0 0,11 13 0,-10-10 0,13 11 0,0-14 0,0 13 0,0-10 0,0 24 0,0-10 0,-13-1 0,9 11 0,-9-11 0,13 14 0,0 0 0,0 0 0,0 14-474,0-11 474,0 10 0,0 0-1472,0 4 1472,0 13 0,0 0-1789,0 0 1789,0 0 0,0-14-285,0 11 285,0-11 0,0 14-809,0-13 809,0 9 0,0-22 572,0 9-572,0 0 0,0-9 0,0 9 0,0 0 0,0-10 0,0 11 1533,0-14-1533,0 0 0,0-1 0,0 1 0,0 14 0,0-11 0,0 10 0,13-13 308,-9-13-308,9 9 1384,-13-9-1384,0 13 804,0 0-804,0-13 228,0 9-228,0-9 0,0 0 0,0 9 0,13-22 0,-10 22 0,11-9 0,-14-1 0,0 11 0,0-24 0,0 11 0,0-1 0,0-10 0,0 24 0,0-24 0,0 11 0,13-1 0,-10-10 0,11 11 0,-14-14 0,0 13 0,0-10 0,0 10 0,0 1 0,0-11 0,0 10 0,0 1 0,0-11 0,0 24 0,0-24 0,0 10 0,0-13 0,0 14 0,0-11 0,0 10 0,0-13 0,0 0 0,0 14 0,0-11 0,0 10 0,0 1 0,0-11 0,13 10 0,-10 1 0,11-11 0,-14 10 0,0 0 0,0-9 0,0 9 0,0-13 0,0 0 0,0 13 0,0-9 0,0 9 0,0-13 0,0 0 0,0 13 0,0-9 0,0 9 0,0-13 0,0 0 0,13 0 0,-10 0 0,11 0 0,-14 0 0,0 0 0,13 0 0,-10 0 0,24 0 0,-24 0 0,24 0 0,-10 0 0,12 0 0,1 0 0,0 0 0,0-13-568,14 9 568,-11-9 0,10 13 0,0 0 0,-9 0 0,22 0 0,-22 0 0,22 0 0,-23 0 0,24 0 0,-24 0 0,24 0 0,-24 0 0,24 0-1165,-24 0 1165,24 0 0,-24 0-698,10 0 698,0 0 0,-9 0 0,9 0 0,-13-13 0,13 9 0,-10-9 0,11 13 297,-14 0-297,0 0 0,13 0 0,-10 0 0,10 0 0,-13 0 0,0 0 0,14 0 0,-11 0 0,10 0 0,-13 0 0,13 0 0,-9 0 0,9 0 0,-13 0 0,13 0 0,-10 13 0,11-9 408,-1 9-408,-10-13 0,10 0 0,1 0 0,-11 0 0,10 0 0,1 0 0,-11 0 0,23 0 0,-22 0-450,22 0 450,-9 0 0,-1 0 0,11 0 0,-24 0 0,24 0 0,-11 0 0,1 0 0,10 0 0,-11 0 0,14 0 0,-13 0 0,9 0 0,-9 0-1417,13 0 1417,0-13 0,0 9 0,0-9 0,-14 13 0,11 0 0,-11 0 0,14 0 0,0 0 0,0 0 0,0 0 0,0 0 0,0 0 0,0 0 0,0 0 0,-1 0 0,1 0 0,-13 0 0,10 0 0,-11 0 0,14 0 0,0 0 0,0 0 0,0 0 0,0 0 0,0-13 0,-1 9 0,1-9 0,-16 12 0,-1 2 0,10-1 0,30 0 0,-36 0 0,0 0-833,9 0 833,-23-13 0,24 10 0,-24-11 0,24 14 0,-24 0 0,24 0 0,-24-13 0,10 10 0,0-11 0,-9 14 347,9 0-347,-13-13 0,0 10 0,0-11 0,0 14 1053,-14 0-1053,11 0 1688,-24 0-1688,11 0 993,-1 0-993,-10 0 345,11 0-345,-14 0 0,0 0 0,0-13 0,0 10 0,0-11 0,0 1 0,0 10 0,0-24 0,-14 24 0,11-24 0,-10 10 0,13-12 0,0-1 0,0 0 0,0-14 0,0 11 0,0-23-1267,0 22 1267,-14-22 0,11 22 0,-10-22 0,13 23 0,0-24 0,0 10 0,0 1 0,0-11 0,0 24 0,0-24 0,0 24 0,0-24 0,0 11 0,0-1 0,0-9 0,0 9-1671,0-13 1671,0 0 0,0 14 0,0-11-1074,13 24 1074,-10-24-628,11 24 628,-14-10 1045,0 13-1045,0 13 1608,0-10-1608,0 11 1206,0-1-1206,0 4 781,0 0-781,0 9 0,0-9 0,0 0 0,0 9 0,0-9 0,0 13 0,0-13 0,0 9 0,0-9 0,0 13 0,0 0 0,0-13 0,0 9 0,0-9 0,0 13 0,0 0 0,-14 0 0,11 0 0,-10 0 0,13 0 0,0-13 0,0 9 0,0-9 0,0 13 0,0 0 0,-14 0 0,11 0 0,-10 0 0,13 0 0,0-13 0,0 9 0,-13-9 0,9 13 0,-9 0 0,13-13 0,0 10 0,-13-11 0,9 14 0,-9-13 0,13 10 0,-13-11 0,9 14 0,-22-13 0,22 10 0,-9-11 0,0 14 0,-4-13 0,-13 10 0,0-24 0,14 24 0,-11-24 0,10 24 0,1-11 0,-11 14 0,10-13 0,-13 10 0,14-10 0,-11 13 0,11 0 0,-14-14 0,0 11 0,13-10 0,-10 13 0,11 0 0,-28 0 0,11 0 0,-10 0 0,13 13 0,0-10 0,13 11 0,-9-14 0,9 0 0,0 0 0,-9 0 0,22 0 0,-9 0 0,13 0 0,0 0 0,-13 0 0,10 0 0,-11-14 0,14 11 0,0-10 0</inkml:trace>
  <inkml:trace contextRef="#ctx0" brushRef="#br0" timeOffset="126758">15186 8567 24575,'17'0'0,"-4"0"0,0 0 0,-9 0 0,22 0 0,-9-14 0,0 11 0,9-10 0,-9 13 0,13 0 0,-14 0 0,11 0 0,3 0 0,3 0 0,11 0 0,-1 0 0,-10 0 0,24 0-1690,-11 0 1690,14 0 0,13 13 0,-28-11 0,0-1 0,1 6 0,1 0-1296,6-7 1,-2 0 1295,25 0 0,-33 0 0,1 0 0,32 0 0,-31 0 0,0 0 0,0 0 0,0 0 0,0 0 0,0 0 0,0 0 0,0 0 0,0 0 0,0 0 0,31 0 0,-32 0 0,-1 0 0,20 0 0,-21 0 0,2 0 0,8 0 0,0 0 0,-4 0 0,0 0 0,4 0 0,-1 0 0,-6 0 0,-3 0 0,21 0 0,-20 0 0,1 0 0,32 0 0,-31 0 0,0 0 0,31 0 0,-32 0 0,-1 0 0,34 0 0,-33 0 0,1 0 0,32 0 0,-33 0 0,-2 0 0,22 0 0,-21 6 0,0 1 0,20-4 0,11 10 0,-1-13 0,-10 0-1751,10 0 1751,-13 0 0,14 0 0,-11 0 0,10 0 0,-13 0 0,0 0 0,13 0 0,-10 0 0,10 0 0,-13 0 0,14 0 0,-11 0 0,10-13 0,-13 10 0,0-10 0,0 13 0,0 0 0,0 0 0,-1 0-1053,-12 0 1053,10-14 0,-24 11 0,23-10 656,-22 13-656,9 0 0,0 0 0,-9 0 0,9 0 2062,-13 0-2062,0 0 1952,0 0-1952,0 0 0,0 0 0,0 0 1421,0 0-1421,-1 0 0,1 0 0,0 0 761,-13 0-761,10 0 233,-11 0-233,1 0 0,10 0 0,-24 0 0,23 0 0,-22 0 0,9 0 0,-13 0 0,0 0 0,0 0 0</inkml:trace>
  <inkml:trace contextRef="#ctx0" brushRef="#br0" timeOffset="145854">16474 11592 24575,'17'0'0,"-4"0"0,-13 0 0,0 0 0,13 0 0,-9 0 0,9 0 0,-13 0 0,13 0 0,-9 0 0,9 0 0,-13 0 0,0 0 0,13 0 0,-9 0 0,9 0 0,-13 13 0,0-10 0,13 11 0,-9-14 0,9 0 0,-13 0 0,13 0 0,-10 0 0,11 0 0,-14 0 0,13 0 0,-10 0 0,11 0 0,-1 0 0,-10 0 0,11 0 0,-14 0 0,0 0 0,13 0 0,-10 0 0,11 0 0,-14 0 0,13 0 0,-10 0 0,11 0 0,-14 0 0,0 0 0,13 0 0,-10 0 0,11 0 0,-14 0 0,0 0 0,13 0 0,-10 0 0,10 0 0,1 0 0,-11 0 0,10 0 0,1 0 0,-11 0 0,10 13 0,1-10 0,-11 11 0,24-14 0,-24 0 0,24 0 0,-24 0 0,24 0 0,-24 0 0,24 0 0,-24 0 0,23 0 0,-22 0 0,22 0 0,-22 0 0,22 0 0,-22 0 0,22 0 0,-22 0 0,22 0 0,-9 0 0,13 13 0,0-10 0,0 11 0,0-14 0,0 0 0,0 0 0,0 0 0,0 0 0,0 0 0,-1 0 0,1 0 0,0 0 0,0 13 0,0-10 0,0 11 0,0-14 0,0 0 0,0 0 0,0 0 0,0 0 0,13 0 0,-9 0 0,9 0 0,-13 0 0,0 0 0,-14 0 0,11 0 0,-10 0 0,-1 0 0,11 0 0,-24 0 0,24 0 0,-24 0 0,24 0 0,-24 0 0,10 13 0,1-10 0,-11 11 0,10-14 0,-13 0 0,14 0 0,-11 0 0,10 13 0,-13-10 0,14 10 0,-11-13 0,10 0 0,-13 0 0,-13 0 0,10 0 0,-24 0 0,-3-13 0,-17-3 0</inkml:trace>
  <inkml:trace contextRef="#ctx0" brushRef="#br0" timeOffset="149616">10483 11712 24575,'30'0'0,"0"0"0,0-14 0,0 11 0,0-10 0,0 13 0,-13 0 0,9 0 0,-9 0 0,13 0 0,0 0 0,0-14 0,0 11 0,-13-10 0,9 13 0,-9 0 0,-1 0 0,11 0 0,-10 0 0,-1 0 0,11 0 0,-10 0 0,13 0 0,0 0 0,-14 0 0,11 13 0,-11-10 0,14 11 0,0-14 0,0 0 0,0 0 0,0 0 0,0 0 0,0 0 0,0 0 0,0 0 0,0 0 0,0 0 0,0 0 0,0 0 0,0 0 0,0 0 0,13 0 0,-23 0 0,20 0 0,-23 0 0,13 0 0,-1-14 0,1 11 0,0-10 0,0 13 0,0 0 0,0 0 0,13 0-556,-9 0 556,9-14 0,-13 11 0,0-10 0,-13 13 0,9 0 0,-9 0 0,13 0 0,0 0 0,-14 0 556,11 0-556,-10 0 0,-1 0 0,11 0 0,-10 0 0,13 0 0,-14 0 0,11 0 0,-11 0 0,14 0 0,0 0 0,0 0 0,0 0 0,0 0 0,0 0 0,0 0 0,0 0 0,0 0 0,0 0 0,0 0 0,0 0 0,0 0 0,-14 0 0,11 0 0,-10 0 0,13 0 0,0 0 0,0 0 0,0 0 0,-1 0 0,-12 0 0,10 0 0,-11 0 0,14 0 0,0 0 0,0 0 0,0 0 0,0 0 0,0 0 0,-13 0 0,9 0 0,-9 0 0,13 0 0,0 0 0,0 0 0,0-14 0,0 11 0,0-10 0,0 13 0,0 0 0,0 0 0,0 0 0,-1 0 0,1 0 0,-13 0 0,10 0 0,-11 0 0,14 0 0,0 0 0,0 0 0,0 0 0,0 0 0,-13 0 0,9 0 0,-9 0 0,13 0 0,0 0 0,0 0 0,0 0 0,0 0 0,0 0 0,0 0 0,13 0 0,-10 0 0,11 0 0,-15 0-512,15 0 512,-11 0 0,24 0 0,-24 0-1226,23 0 1226,-9 0 0,0 0 0,9 0 0,-23 0-733,11 0 733,-1 0 0,-10 0-239,11 0 239,-14 0 0,-1 0 0,1-14 0,0 11 0,0-10 0,0 13 0,0 0 455,0 0-455,-13 0 1193,9 0-1193,-22 0 790,22 0-790,-22 0 272,9 0-272,0 0 0,-9 0 0,9 0 0,-13 0 0,13 0 0,-9 0 0,9 0 0,-13 0 0,0 0 0,-13 0 0,9 0 0,-22 0 0,22 13 0,-22-10 0,9 11 0</inkml:trace>
  <inkml:trace contextRef="#ctx0" brushRef="#br0" timeOffset="154816">19529 9405 24575,'0'17'0,"0"9"0,0-9 0,0 26-1851,0 4 1851,0 0 0,0 9 0,0 4 0,0 3-2154,14 10 2154,-11-13 0,24 0 0,-24 0-442,23-13 442,-22 9 0,22-22 0,-9 22 0,13-22-285,-13 9 285,9-27 0,-9 11 0,13-24 0,0 11 0,0-28 0,0-2 0,0-14 0,0 0-217,0 0 217,0-13 0,-1-4 196,1-13-196,-13 0 0,10 0 0,-24 0 0,10 0 0,1 1 0,-11 12 462,10-10-462,-13 24 0,0-10 106,0 13-106,-13 0 0,10 0 1029,-11 13-1029,14 4 1885,0 0-1885,-13 23 259,10-20 1,-24 23 0,10-13 0</inkml:trace>
  <inkml:trace contextRef="#ctx0" brushRef="#br0" timeOffset="155228">20218 9585 24575,'0'30'0,"0"0"0,0 0 0,0 0 0,0 13-987,0-10 987,0 11 0,13-1 0,-9-10 0,9 24 0,-13-24 0,0 10 0,0-13 0,0 0 323,0-13-323,0 9 164,0-22-164,0 9 0,0 0 0,0-9 500,13 9-500,-9-26 0,9 9 0,-13-22 0,0 9 0,0 0 0,13-9 0,-9-4 0,9-3 0,-13-11 0,13 14 0,-9-13 0,22 10-1027,-22-24 1027,22 24 0,-9-24 0,0 24 0,9-24 0,-23 24 0,24-10 0,-24 13 0,11 13 0,-1-9 0,-10 22 0,11-9 0,-14 13 0,13 13 1027,-10-9-1027,11 22 0,-14 4 0,0 4-861,13 22 861,-10-23 0,11 24 0,-14-10-1681,0 13 1681,0-1 0,0 1 0,0 0 0,0-13-886,0-4 886,13 0 0,-10-9 0,11-4 0,-14-4 187,0-22 0,0 9 0,0-13 0</inkml:trace>
  <inkml:trace contextRef="#ctx0" brushRef="#br0" timeOffset="155522">20578 9016 24575,'-17'-30'0,"4"13"0,-1-9 0,11 22 0,-10-22 0,13 22 0,13-9 0,-10 13 0,11 0 0</inkml:trace>
  <inkml:trace contextRef="#ctx0" brushRef="#br0" timeOffset="155761">21147 9225 24575,'-14'17'0,"11"10"0,-10-11 0,-1 14 0,11 0 0,-10 14-1963,13 2 1963,0 14 0,-14 0 0,11 13 0,-10 4 0,13-1-1341,1-32 1,-2-1 1340,-12 33 0,9 1-1885,-9-4 1885,26-13 0,-9 0-1015,9 0 1015,-13-14 684,0-2-684,0-14 0,0 0 2712,0-14-2712,0-2 2207,0-14-2207,0 0 363,0-14 1,0-2-1,0-14 1</inkml:trace>
  <inkml:trace contextRef="#ctx0" brushRef="#br0" timeOffset="156134">20667 9825 24575,'-16'46'0,"3"-3"0,13-13 0,-14 0 0,11 0-1029,-10 14 1029,13-11 0,0 10 0,0-13 0,13 0 269,-10 0-269,11 0 187,-14-13-187,13 9 0,-10-9 0,10-1 520,-13-2-520,0-14 0,0 0 0,0 0 0</inkml:trace>
  <inkml:trace contextRef="#ctx0" brushRef="#br0" timeOffset="156480">20907 9914 24575,'30'0'0,"0"0"0,0 0 0,0 0 0,0 0 0,0 0 0,0 0 0,0 0 0,-14 0 0,-2 0 0,-14 0 0,0 0 0,0 0 0</inkml:trace>
  <inkml:trace contextRef="#ctx0" brushRef="#br0" timeOffset="156986">20877 9765 24575,'0'43'0,"0"-10"0,0 10 0,0-13-1104,-13 14 1104,9-11 0,-9 10 0,13 0 0,0-9 0,0 9 0,0-13 0,0 0 361,0 0-361,0-13 183,0 9-183,0-9 0,0-1 0,0-2 560,0-14-560,0 13 0,0-10 0,0 11 0,0-28 0,-13 11 0,-4-10 0</inkml:trace>
  <inkml:trace contextRef="#ctx0" brushRef="#br0" timeOffset="157131">20817 9435 24575,'0'-16'0,"0"2"0,14 28 0,2 2 0</inkml:trace>
  <inkml:trace contextRef="#ctx0" brushRef="#br0" timeOffset="157687">21806 9795 24575,'13'-17'0,"-10"4"0,24 13 0,-10 0 0,13 0 0,-14 0 0,11 0 0,-11 0 0,14 0 0,-13 13 0,10-10 0,-24 11 0,10-1 0,1-10 0,-11 24 0,10-11 0,-13 1 0,0 10 0,-13-11 0,10 14 0,-24 0 0,10 0 0,1 14-845,-11-11 845,10 10 0,-13-13 0,14 0 0,-11 13 0,11-9 0,-1 9 0,4-27 0,13 11 0,0-10 0,0-1 0,0 11 0,0-24 845,0 11-845,0-14 0,13 0 0,-10 0 0,24 0 0,-24 0 0,24 0 0,-24 0 0,24-14 0,-11 11 0,1-24 0,10 11 0,-11-14 0</inkml:trace>
  <inkml:trace contextRef="#ctx0" brushRef="#br0" timeOffset="158261">22015 9825 24575,'14'-17'0,"-11"4"0,10 13 0,-13 0 0,0 0 0,0-14 0,0 11 0,0-10 0,0 13 0,0 0 0,0 13 0,-13-10 0,10 11 0,-24-1 0,10 4 0,-13 12 0,14 1 0,-11 0 0,24 0 0,-24 0-796,24 14 796,-24-11 0,24 10 0,-10 0 0,26-9 0,-10 9 0,11-13 0,-1 13 0,4-23 0,12 20 0,1-23 0,0 13 0,0-14-53,0-2 53,0-14 0,0 0 0,0 0 0,0-14 0,0 11 0,0-24 0,0 11 0,-13-14 0,9 0 0,-22 0 0,9 0 0,-13 0 0,0 0 0,0 0 0,0 0 0</inkml:trace>
  <inkml:trace contextRef="#ctx0" brushRef="#br0" timeOffset="158403">22285 9914 24575,'-13'17'0,"9"10"0,-9-11 0,13 14 0,0-13 0,0 10 0,0-11 0,0 14 0,0 0 0,0 0 0,0 0 0,0 0 0,0-13 0,0 9 0,0-22 0,0 22 0,0-23 0,0 24 0,0-24 0,0 11 0,0-14 0</inkml:trace>
  <inkml:trace contextRef="#ctx0" brushRef="#br0" timeOffset="158823">22465 10154 24575,'0'30'0,"0"-13"0,0-4 0,13-40 0,-10 21 0,11-34 0,-14 23 0,0-13 0,0 0 0,0 0 0,13 0 0,-10 0 0,11 0 0,-1 0 0,-10 14 0,10-11 0,1 10 0,-11 1 0,10 3 0,-13-1 0,14 11 0,-11-10 0,10 13 0,1 0 0,-11 0 0,24 0 0,-24 13 0,10 4 0</inkml:trace>
  <inkml:trace contextRef="#ctx0" brushRef="#br0" timeOffset="159334">22944 9944 24575,'-17'17'0,"-9"-4"0,22 1 0,-22 2 0,9 1 0,-13 10 0,13-11 0,-9 14 0,22 0 0,-22 0 0,23 0 0,-11 0 0,14 0 0,0 0 0,14 0 0,-11-14 0,23 11 0,-22-24 0,22 11 0,-9-14 0,13 0 0,0 0 0,0-14 0,0 11 0,0-24-651,0 11 651,0-14 0,0 0-1220,0-13 1220,0 9 0,0-22-1960,-1 9 1960,1-13 0,0 0 0,0 0 0,-13 1 0,10-1 0,-24 0 0,24 0 0,-24 0 0,10-13 0,-13 9 0,0 5 0,0 15 0,0 28 546,0-11-546,-13 24 1127,10-11-1127,-11 14 2158,1 0-2158,10 14 0,-24 2 0,10 28-1263,1-11 1263,-11 23-2206,24 4 2206,-24 4 0,25-22 0,1 2 0,-26 33 0,24-1-1382,-5-32 1,3-1 1381,18 33 0,-10 1-2060,10-4 2060,1 0-586,2-23 586,14 20 699,-13-37-699,10 11 1775,-11-14-1775,14 0 2215,0-14-2215,0-3 0,0-26 0,0 10 0,0-24 0,-13 11 0,9-28 0,-22 11 0,9-10 1283,-13 0-1283,0 9 0,0-22 0,0 22 0,0-9 1152,0 13-1152,-13 14 813,9 2-813,-9 14 196,13 14-196,0 2 745,0 14-745,0 0 0,0 13-1040,0-9 1040,13 22 0,-9-23 0,22 11-334,-22-14 334,9 0 0,0-14 0,4-2 0,13-14 0</inkml:trace>
  <inkml:trace contextRef="#ctx0" brushRef="#br0" timeOffset="159500">21776 9106 24575,'30'16'0,"0"-2"0</inkml:trace>
  <inkml:trace contextRef="#ctx0" brushRef="#br0" timeOffset="160190">22225 11083 24575,'0'-17'0,"0"4"0,0-1 0,0 11 0,0-10 0,0 13 0,0 0 0,0 13 0,0 4 0,0 13 0,0 13-1486,0 3 1486,0 14 0,0 0 0,0 0 0,0 0-1811,0 0 1811,0 0 0,0 0-1277,0-14 1277,13 11-599,-9-24 599,9 10 1004,-13-13-1004,0 0 1719,0-13-1719,0 10 1447,0-24-1447,0 10 762,0-13-762,0 0 241,0-13-241,-13 10 0,9-24 0,-9 10 0,13-13 0</inkml:trace>
  <inkml:trace contextRef="#ctx0" brushRef="#br0" timeOffset="160407">22015 11771 24575,'0'30'0,"14"0"0,-11 0 0,24 0 0,-11-13 0,14-4 0,0-13 0,0 0 0,0 0 0,0 0 0,0-13 0,0-4 0,0 1 0,0-11 0,0 10 0,0 1 0,-14-11 0,11 10 0,-24 1 0,11 3 0,-14 13 0,0-14 0,0 11 0,-14 3 0,-2 17 0</inkml:trace>
  <inkml:trace contextRef="#ctx0" brushRef="#br0" timeOffset="161047">21147 12161 24575,'30'-17'0,"-14"-9"0,24 22 0,-20-22 0,23 22 0,-13-9 0,0 0 0,0 9 0,0-9 0,0 13 0,0 0 0,-13 0 0,9 13 0,-22-9 0,9 22 0,-13-9 0,0 13 0,0 0 0,-13 0-944,-4 13 944,-13-10-1375,0 24 1375,0-24 0,14 24 0,-11-24 0,10 24 0,-13-24 0,0 10 0,14-13 0,3 0 0,13 0 0,0 0 0,0-13 0,13 9 877,3-22-877,14 9 0,0-13 0,0 0 0,0 0 927,14 0-927,-11 0 0,10 0 0,-13-13 0,0 9 0,0-22 0,0 22 0,-13-22 0,-4 22 0,-13-22 0,0 9 0</inkml:trace>
  <inkml:trace contextRef="#ctx0" brushRef="#br0" timeOffset="161205">21177 12371 24575,'30'0'0,"0"0"0,13 0-2010,-10-14 2010,24 11 0,-24-10 0,24 13 0,-24 0 0,23 0 0,-9 0 0</inkml:trace>
  <inkml:trace contextRef="#ctx0" brushRef="#br0" timeOffset="161381">21955 12490 24575,'17'0'0,"10"0"0,-11 0 0,14-13 0,0 10 0,0-11 0,-13 14 0,9-13 0,-9 10 0,13-11 0,-13 14 0,-4 0 0,0 0 0,4 0 0</inkml:trace>
  <inkml:trace contextRef="#ctx0" brushRef="#br0" timeOffset="161825">22584 12430 24575,'-30'0'0,"14"0"0,-11 14 0,11-11 0,-14 24 0,13-11 0,-10 1 0,11 10 0,-1-11 0,-10 14 0,24 0 0,-10 0 0,13 0 0,0 0 0,0 0 0,0-13 0,13 9 0,-10-9 0,24 0 0,-10-4 0,-1-13 0,11 0 0,-10-13 0,13 9 0,13-22-1032,-23-4 1032,20-4 0,-24-9 0,14 0 0,-13-4 0,10-13 0,-24 0-1931,10 0 1931,1 1 0,-11-1 0,10 0 0,-13 0 0,0 0-1296,0 13 1296,0-9-555,0 22 555,0-9 0,0 13 832,0 14-832,0-11 1818,-13 24-1818,10-24 1464,-11 37-1464,14-20 700,0 37-700,0-24 0,-13 37 0,10-20 0,-11 36-1245,14-22 1245,0 22 0,0-9-1671,0 13 1671,14 0 0,-11 0 0,10 0 0,1-14 0,-11 11-889,24-24 889,-11 10-107,1-13 107,9-13 1072,-22 10-1072,22-24 1679,-9 10-1679,13-26 257,-13 10 1,9-24-1,-9 10 1</inkml:trace>
  <inkml:trace contextRef="#ctx0" brushRef="#br0" timeOffset="162048">23094 12251 24575,'-17'46'0,"-10"-2"0,24-14 0,-10-1 0,13 15 0,0-24 0,0 20 0,0-24 0,13 14 0,-10-13 0,24-4 0,-24-13 0,24 0 0,-24 0 0,24-13 0,-10 10 0,-1-24 0,11 10 0,-24-13 0,10 0 0,-13 0 0,0 0 0,0 14 0,-13-11 0,-4 24 0,1-24 0,-11 24 0,11-10 0,-14 13 0,0 13 0,0-10 0,13 11 0,-10-1 0,24-10 0,-10 11 0,13-14 0</inkml:trace>
  <inkml:trace contextRef="#ctx0" brushRef="#br0" timeOffset="162587">23124 12460 24575,'16'14'0,"-2"-11"0,-1 24 0,-10-11 0,24 14 0,-24 0 0,10 0 0,1 0 0,-11 0 0,10 0 0,-13 0 0,0 0 0,14 0 0,-11 0 0,10-14 0,-13 11 0,0-24 0,0 11 0,0-14 0,14 0 0,-11 0 0,24 0 0,-24-14 0,24-2 0,-24-14 0,24 0 0,-24 0-591,10-13 591,0 9 0,-9-22 0,9 23 0,-13-24 0,13 24 0,-9-11 0,9 14 0,-13 0 0,0 1 0,0-1 0,0 13 0,0 4 0,0-1 0,0 11 591,-13 16-591,9 7 0,-9 24 0,13-1-1080,0-10 1080,0 24 0,0-24 0,0 10 0,0 0 0,0-9-345,13 9 345,-9-13 0,9 0 0,-13-13 0,13 9 0,-9-22 0,9 9 1061,-13-13-1061,13 0 364,-9-13-364,22-4 0,-22-13 0,22 0 0,-22 0 0,9 0-629,0-13 629,-9 10 0,22-24 0,-23 24 0,24-24 0,-24 24 0,11-10 0,-1 13 0,-10 0 0,11 0 0,-14 13 0,0 4 0,0 13 0,0 0 0,0 13 629,0-10-629,0 24 0,0 3 0,13 3-830,-10 24 830,11-24-1235,-14 24 1235,0-11 0,13 1 0,-10 9-626,11-22 626,-14 9 0,13-13-33,-10 0 33,11 0 0,-14 0 750,0-14-750,0-2 1241,13-14-1241,-10 0 694,11-14-694,-14 11 0,13-24 0,3 11 0</inkml:trace>
  <inkml:trace contextRef="#ctx0" brushRef="#br0" timeOffset="163300">24112 12400 24575,'-13'-16'0,"9"3"0,-9 13 0,0 0 0,9 13 0,-22-10 0,22 24 0,-22-24 0,23 24 0,-24-11 0,24 14 0,-24 0 0,24 0 0,-11 0 0,14 0 0,0 0 0,14-13 0,-11 9 0,10-9 0,1 0 0,-11-4 0,24 0 0,-24-9 0,23 9 0,-22-26 0,22 9 0,-9-22 0,13 22 0,-13-22 0,9 9 0,-9-13 0,0 0 0,9 0 0,-22 0 0,9 0 0,-13 0 0,13 14 0,-10-11 0,11 10 0,-14 1 0,0 2 0,0 1 0,0 10 0,0-10 0,0 13 0,-14 0 0,11 13 0,-10-10 0,13 24 0,0-24 0,0 24 0,0-11 0,0 14 0,0 0 0,0 0 0,0 14 0,0-25 0,0 21 0,13-23 0,-10 13 0,11-13 0,-14-4 0,13 0 0,-10-9 0,24 9 0,-24-26 0,11 9 0,-1-22 0,-10 22 0,24-22 0,-24 9 0,11-13 0,-1 0 0,-10 14 0,11-11 0,-14 10 0,0-13 0,0 14 0,13 2 0,-10 1 0,11 10 0,-14-11 0,0 14 0,0 0 0,0 14 0,-14 2 0,11 1 0,-10 10 0,13-11 0,0 14 0,0 0 0,13 0 0,-10 0 0,11 0 0,-14-13 0,0 9 0,0-22 0,13 9 0,-10-13 0,24 0 0,-11-13 0,1 9 0,10-22 0,-11 9 0,1-13 0,10 0 0,-24 0 0,24 0 0,-11 0 0,1 0 0,9 0 0,-22 14 0,9-11 0,0 24 0,-9-11 0,9 1 0,-13 23 0,13-20 0,-9 23 0,9 1 0,-13 2 0,0 14 0,0 0 0,0 0 0,0 0 0,0 0 0,0 0 0,0-13 0,0 9 0,0-22 0,0 22 0,0-22 0,0 9 0,0-13 0,0 0 0,-13 0 0,9-13 0,-22 9 0,22-22 0,-9 22 0,13-9 0</inkml:trace>
  <inkml:trace contextRef="#ctx0" brushRef="#br0" timeOffset="163555">24232 11861 24575,'16'0'0,"11"0"0,-24 0 0,11 0 0</inkml:trace>
  <inkml:trace contextRef="#ctx0" brushRef="#br0" timeOffset="164108">22225 13029 24575,'10'0'0,"10"0"0,40 0-5392,0 0 5392,-18 0 0,2 0-1297,2 0 1,1 0 1296,12 0 0,2 0-1050,5 0 1,1 0 1049,1 0 0,1 0 0,5 0 0,2 0-1559,-2 0 0,1 0 1559,7 0 0,-1 0 0,-4 0 0,0 0 0,5 0 0,-1 0-37,-12 7 0,-2 0 37,0-6 0,-1 1 0,-5 5 0,-2-1 59,-5-5 1,-1-2-60,-1 1 0,-1 0 0,25 0 1697,-3 0-1697,-26 0 0,-4 0 0,-13 0 0</inkml:trace>
  <inkml:trace contextRef="#ctx0" brushRef="#br0" timeOffset="164265">25160 12970 24575,'-16'0'0,"2"0"0,14 0 0,0 0 0,0 0 0</inkml:trace>
  <inkml:trace contextRef="#ctx0" brushRef="#br0" timeOffset="166989">3385 12640 24575,'-17'0'0,"4"0"0,13 0 0,0 0 0,0-13 0,13 9 0,-10-9 0,11 13 0,-14 0 0,0 0 0,0 13 0,0-9 0,13 9 0,-10-13 0,11 0 0,-14 0 0,0 0 0,13 0 0,-10 0 0,11 0 0,-1 13 0,-10-9 0,24 9 0,-24-13 0,24 0 0,-11 0 0,1 0 0,10 0 0,-11 13 0,14-9 0,-13 9 0,10-13 0,-11 0 0,14 0 0,-13 0 0,9 0 0,-9 13 0,0-9 0,9 9 0,-9-13 0,0 0 0,9 0 0,-9 0 0,0 0 0,9 0 0,-9 0 0,-1 0 0,11 0 0,-10 0 0,13 0 0,0 0 0,0-13 0,-1 9 0,1-9 0,0 13 0,0 0 0,0 0 0,0-13 0,14 9 0,-11-9 0,-3 13 0,-4 0 0,-9 0 0,13 0 0,-13 0 0,9 0 0,-22 0 0,22 0 0,-22 0 0,22 0 0,-9 0 0,-1 0 0,11 0 0,-24 0 0,24 0 0,-10 0 0,-1 0 0,11 0 0,-24 13 0,24-9 0,-10 9 0,-1-13 0,11 0 0,-11 0 0,14 0 0,-13 0 0,10 0 0,-11 0 0,14 0 0,0 13 0,0-9 0,0 9 0,0-13 0,0 0 0,0 0 0,13-13-3726,-10 9 3726,24-9 0,-24 13 0,24 0 0,-24 0 0,24 0-998,-11 0 998,1 0 0,10 0 0,-11 0-1329,14 0 1329,0 0 0,0 0 0,0 0 0,0 0 0,0-13 0,-1 9 0,1-9 0,0 13 0,0 0 0,0 0 0,0 0 0,0 0 0,-14 0 2801,-2 0-2801,-14 0 0,0 0 0,0 0 0,-14 0 1092,11 0-1092,-24 0 1688,11 0-1688,-14 0 472,0 0-472,13 0 0,-23 13 0,7 4 0</inkml:trace>
  <inkml:trace contextRef="#ctx0" brushRef="#br0" timeOffset="168644">14018 12610 24575,'0'-16'0,"0"2"0,13 28 0,-9-11 0,9 10 0,-13-13 0,0 0 0,0-13 0,0 10 0,0-11 0,0 14 0,0 0 0,0 14 0,13-11 0,-9 10 0,9-13 0,-13 0 0,13 0 0,-10 0 0,11 0 0,-1 0 0,-10 13 0,11-9 0,-1 9 0,-10-13 0,24 0 0,-24 0 0,24 0 0,-10 0 0,13 0 0,0 0 0,13 0-492,-10 0 492,10 0 0,-13 0 0,14 0 0,-11 0 0,23 0 0,-22 0 0,22 0 0,-22 0 0,9 13 0,0-9 0,-10 9 0,24-13 0,-24 0 0,24 0 0,-24 0 0,24 13 0,-24-9 0,23 9 0,-22-13 0,9 0 0,0 0 0,-9 0 0,9 0 0,-27 0 0,11 0 0,-10-13 0,-1 9 0,-2-9 0,-1 13 492,-10 0-492,-16 0 0,-7 13 0,-23 4 0</inkml:trace>
  <inkml:trace contextRef="#ctx0" brushRef="#br0" timeOffset="171344">8237 12760 24575,'17'0'0,"9"0"0,-22 0 0,22 0 0,-22 0 0,22 0 0,-22 0 0,22-13 0,-23 9 0,24-9 0,-24 13 0,24 0 0,-24 0 0,24 0 0,-24 0 0,24 0 0,-24 0 0,24 0 0,-24 0 0,24 0 0,-24 0 0,24 0 0,-24 0 0,24 0 0,-24 0 0,24 0 0,-11 0 0,1 0 0,10 0 0,-11 0 0,14 0 0,-13 0 0,9 0 0,-9 0 0,13 0 0,0 0 0,0 0 0,-13 0 0,9 0 0,-9 0 0,13 0 0,-14 0 0,11 0 0,-10 0 0,-1 0 0,11 0 0,-10 0 0,-1 0 0,11 0 0,-10 0 0,13 0 0,-1 0 0,-12 0 0,10 0 0,-11 0 0,14 0 0,0 0 0,-13 0 0,10 0 0,-11 0 0,14 0 0,-13 0 0,9 0 0,-9 0 0,13 0 0,0 0 0,-13 0 0,9 0 0,-9 0 0,13 0 0,0 0 0,0 0 0,0-13 0,0 9 0,0-9 0,0 13 0,-14 0 0,11 0 0,-11 0 0,14 0 0,0 0 0,-13 0 0,10 13 0,-11-9 0,14 9 0,-13-13 0,9 0 0,-9 0 0,0 0 0,9 0 0,-9 0 0,0 0 0,9 0 0,-22 0 0,22 13 0,-9-9 0,0 9 0,9-13 0,-9 0 0,13 0 0,-14 0 0,11 0 0,-10 0 0,13 0 0,0 0 0,-1 0 0,1 0 0,0 0 0,0 0 0,0 0 0,0 0 0,0 0 0,-13 0 0,9-13 0,-9 9 0,13-9 0,0 13 0,-13 0 0,9 0 0,-22 0 0,22 0 0,-22 0 0,22 0 0,-22 0 0,9 0 0,0 0 0,-10 0 0,11 0 0,-1 0 0,-10 0 0,11 0 0,-1 0 0,-10 0 0,24 0 0,-24 0 0,11 0 0,-1 0 0,-10 0 0,24 0 0,-24 0 0,11 0 0,-1 0 0,-10 0 0,11 0 0,-14 0 0,0 0 0,13 0 0,-10 0 0,10 0 0,-13 0 0,14 0 0,-11 0 0,10 0 0,1 0 0,-11 0 0,24 0 0,-24 0 0,24 0 0,-24 0 0,24 0 0,-11 0 0,1 0 0,-4 0 0,0 0 0,-9 0 0,22 0 0,-22 0 0,9 0 0,0 0 0,-9 0 0,9 0 0,-13 0 0,0 0 0,13 0 0,-9 0 0,9 0 0,-13 0 0,0 0 0,0 0 0</inkml:trace>
  <inkml:trace contextRef="#ctx0" brushRef="#br0" timeOffset="181006">2097 8926 24575,'16'0'0,"-2"0"0,-1 0 0,-10 0 0,11 0 0,-1 0 0,4-13 0,13 9 0,-1-9 0,1 13 0,0 0 0,0 0-480,14 0 480,-11 0-1242,23 0 1242,-9 0 0,0 0 0,9 0 0,-9 0-1599,13 0 1599,0 0 0,0 0-2031,13 0 2031,-10 0-982,-20 0 0,1 0 982,32 0 0,-31-6 0,0-1 0,0 5 0,0 0 0,0-4 0,0-1 0,0 0 0,-1 1 0,1 4 0,0 0 0,1-5 0,-2 1-641,33 6 641,-4 0 0,0-13 0,-10 9 0,11-9 0,-28 13 475,11 0-475,-24 0 0,10 0 1557,-13 0-1557,0 0 2573,-13 0-2573,10 0 2068,-24 0-2068,23 0 1022,-22 0-1022,9 0 262,-13 0-262,13 0 0,-9 0 0,9 0 0,-13 0 0,0 13 0,0-9 0,0 9 0,0-13 0</inkml:trace>
  <inkml:trace contextRef="#ctx0" brushRef="#br0" timeOffset="182411">14138 13808 24575,'10'0'0,"-17"0"0,34 0 0,-27 0 0,0 0 0,13 0 0,-10 0 0,24 0 0,-24 0 0,24 0 0,-24 0 0,24 0 0,-10 0 0,12 0 0,-12-13 0,10 10 0,-11-11 0,14 14 0,0 0 0,0 0 0,-13 0 0,9 0 0,-9 0 0,13 0 0,0 0 0,0 0 0,0 0 0,-13 0 0,9 0 0,-9 0 0,13 0 0,13 0-518,-10 0 518,11 0 0,-1 0 0,-10 0 0,10 0 0,1 0 0,-11 0 0,24 0 0,-24 0 0,10 14 0,-13-11 0,0 10-15,0-13 15,0 0 0,0 0 0,0 0 0,-14 0 0,11 0 0,-24 0 0,24 0 517,-24 0-517,11 0 16,-1 0-16,-10 0 0,11 0 0,-14 0 0,0 0 0,13 0 0,-10 0 0,11 0 0,-28 0 0,11 0 0,-24 0 0,11 0 0</inkml:trace>
  <inkml:trace contextRef="#ctx0" brushRef="#br0" timeOffset="187760">21985 14557 24575,'-16'0'0,"2"0"0,14 0 0,0 0 0,0 13 0,0 4 0,0 13 0,0 0 0,0 13 0,0 4-2266,0 13 2266,0 13-3329,0 3 3329,1-25 0,-2 2-1553,-5-1 1,-1 2 1552,5 5 0,1 2-1538,-6 5 0,0 1 1538,7 1 0,0 1 0,-6 5 0,-1 1-866,5 0 0,1 0 866,-5 0 0,-1 0 0,-1-1 0,2 2 0,5 5 0,-1 1 0,-11-6 0,-1 1-388,12-19 1,3 2 0,-3-2 387,-11 19 0,-1-1 0,12-18 0,2 2 0,-1-1 0,-5 24 0,-1 0 0,-1 0 0,2 0 0,6 0 0,-3-2-319,-10-6 1,-1-1 318,13 1 0,-1 0 0,-11 0 0,-1 0-35,13-7 0,-1 0 35,-11 6 0,-1-1 222,12-18 0,1 0-222,-6 10 0,1-1 672,6-16 1,0-3-673,-7 1 0,1-2 1963,2 30-1963,-9-15 0,13-12 3015,0-4-3015,0-13 3458,-13 0-3458,9-13 696,-22-17 1,22-17 0,-9-13-1</inkml:trace>
  <inkml:trace contextRef="#ctx0" brushRef="#br0" timeOffset="188779">19499 16654 24575,'17'0'0,"-4"0"0,1 0 0,2 0 0,14 13 0,0-10 0,0 11 0,0-14-508,13 0 508,-9 0 0,9 0 0,0 0 0,-10 0-1281,24 0 1281,-10 0 0,-1 0 0,11 0 0,-24 0 0,24 0 0,16 13 0,-20-10-1792,30 11 1792,-36-14 0,-1 0-1253,11 0 1253,-10 0 0,-1 0 0,11 0 0,-11 0 0,14 0 0,-13 0-394,9 0 394,-22 0 0,22 0 0,4 0 0,3 0-426,-3 0 426,-3-14 0,-24 11 548,24-10-548,-11 13 0,1 0 0,10 0 0,-11 0 0,1 0 0,9 0 0,-22 0 0,22 0 0,-9 0 0,-1 0 0,11 0 0,-24 0 0,24 0 0,-24 0 0,24 0 0,-11 0 0,1 0 0,9 0 0,-9 0 0,0 0 0,9 0 0,-9 0-164,13 0 164,0 0 0,-1 0 0,1 0-1210,14 0 1210,-11 0 0,-20 0 0,0 0 0,21 0 0,-21 0 0,0 0 0,20 0 0,11 0 0,-1 0 0,-10 0 0,10 0 0,0 0 0,-9 0 0,9 0 0,-13 0 0,0 0 0,13 0 0,-10 0 0,10 13 0,-13-10-119,0 11 119,0-14-138,-13 0 138,9 0 759,-22 0-759,9 0 0,-13 13 0,0-10 2071,0 11-2071,-14-14 1800,11 0-1800,-24 0 1422,11 0-1422,-14 0 685,0 0-685,-14 0 0,-2 0 0,-28 0 0,-2 0 0,-14 0 0</inkml:trace>
  <inkml:trace contextRef="#ctx0" brushRef="#br0" timeOffset="190539">23064 16564 24575,'0'0'0</inkml:trace>
  <inkml:trace contextRef="#ctx0" brushRef="#br0" timeOffset="191311">23154 16654 24575,'0'-17'0,"0"4"0,-14 13 0,11 0 0,-10 0 0,13 13 0,0-10 0,0 11 0,0-14 0,0 0 0,0 13 0,0-10 0,0 11 0,0-1 0,0-10 0,0 24 0,-14-24 0,11 11 0,-10-14 0,13 0 0,0 0 0,0-14 0,0 11 0,0-10 0,0-1 0,0 11 0,0-24 0,0 24 0,0-24 0,0 24 0,0-10 0,0 13 0,0-13 0,0 9 0,0-9 0,0 13 0,0 0 0,0 13 0,0-9 0,0 9 0,0 0 0,0-10 0,0 11 0,0-1 0,0-10 0,0 11 0,0-1 0,0-10 0,0 11 0,0-1 0,0-10 0,0 11 0,0-1 0,0 4 0,0-1 0,0 11 0,0-24 0,0 24 0,0-24 0,0 10 0,0-13 0,0 14 0,0-11 0,0 10 0,0-13 0,0 0 0,0-13 0,0 10 0,0-11 0,0 14 0,0 0 0,-14 0 0,11-13 0,-10 10 0,13-11 0,0 14 0</inkml:trace>
  <inkml:trace contextRef="#ctx0" brushRef="#br0" timeOffset="195733">23183 16654 24575,'0'-17'0,"0"4"0,0 13 0,0 0 0,0-13 0,0 9 0,0-9 0,0 0 0,0 9 0,0-9 0,0 0 0,0 9 0,0-9 0,0 0 0,0 9 0,0-22 0,0 22 0,0-9 0,0 0 0,0 9 0,0-9 0,0 13 0,0-13 0,0 9 0,0-9 0,0 13 0,0-13 0,0 10 0,0-11 0,0 14 0,0 0 0,0-13 0,0 10 0,0-11 0,0 14 0,0 0 0,0-13 0,0 10 0,0-11 0,-13 14 0,10 0 0,-10 0 0,13 0 0,0-13 0,0 10 0,0-11 0,0 14 0,0 0 0,0-13 0,0 10 0,0-11 0,0 14 0,0 0 0,0-13 0,0 10 0,0-11 0,0 14 0,0 0 0,0-13 0,0 10 0,0-11 0,0 14 0,0 0 0,0-13 0,0 10 0,0-10 0,0-1 0,0 11 0,0-10 0,0-1 0,0 11 0,0-10 0,0-1 0,0 11 0,0-10 0,0 13 0,0-14 0,0 11 0,0-10 0,0 13 0,0 0 0,0-14 0,0 11 0,0-10 0,0 13 0,0-14 0,0 11 0,0-10 0,0 13 0,0-13 0,0 9 0,0-9 0,0 0 0,0 9 0,0-9 0,0 0 0,0 9 0,0-9 0,0 13 0,0 0 0,0-13 0,0 9 0,0-9 0,0 13 0,0-13 0,0 9 0,-14-22 0,11 22 0,-10-9 0,13 13 0,0 0 0,0-13 0,0 9 0,0-9 0,0 0 0,0 10 0,0-11 0,0 14 0,0-13 0,-14 10 0,11-11 0,-10 14 0,13 0 0,0 0 0,0-13 0,0 10 0,0-11 0,0 14 0,0 0 0,0-13 0,-14 10 0,11-11 0,-10 14 0,13 0 0,0-13 0,0 10 0,0-11 0,-14 14 0,11-13 0,-10 10 0,13-11 0,0 1 0,0 10 0,-14-11 0,11 1 0,-10 10 0,13-10 0,-14-1 0,11 11 0,-10-10 0,13 13 0,0-14 0,-13 11 0,9-10 0,-9-1 0,13 11 0,-13-10 0,9-1 0,-9 11 0,13-10 0,0 13 0,0-14 0,-13 11 0,9-10 0,-9 13 0,0-14 0,9 11 0,-9-10 0,13 13 0,0 0 0,-13-14 0,9 11 0,-9-10 0,13 13 0,-13 0 0,9-13 0,-9 9 0,0-9 0,9 13 0,-9-13 0,13 9 0,-13-9 0,10 13 0,-11 0 0,1-13 0,10 9 0,-11-9 0,1 13 0,10 0 0,-11-13 0,1 9 0,10-9 0,-11 13 0,14 0 0,-13 0 0,10-13 0,-11 9 0,1-9 0,10 13 0,-11 0 0,14 0 0,-13-13 0,10 9 0,-11-9 0,1 13 0,10 0 0,-10-13 0,-1 9 0,11-9 0,-10 13 0,13 0 0,-14 0 0,11-13 0,-10 10 0,-1-11 0,11 14 0,-10 0 0,13-13 0,-14 10 0,11-11 0,-10 14 0,-1 0 0,11 0 0,-10-13 0,-1 10 0,11-11 0,-10 14 0,0 0 0,9 0 0,-9-13 0,0 10 0,9-11 0,-9 14 0,13 0 0,-13 0 0,9 0 0,-9-13 0,0 10 0,9-11 0,-9 14 0,0 0 0,9 0 0,-9 0 0,0 0 0,9 0 0,-9 0 0,0 0 0,9 0 0,-9-13 0,0 10 0,10-11 0,-24 14 0,24 0 0,-24 0 0,10 0 0,1 0 0,-11 0 0,24 0 0,-24-13 0,24 10 0,-24-10 0,10 13 0,1 0 0,-11 0 0,11-14 0,-1 11 0,-10-10 0,24 13 0,-24 0 0,24 0 0,-24-14 0,24 11 0,-10-10 0,-1 13 0,11 0 0,-24 0 0,24 0 0,-10 0 0,0 0 0,9 0 0,-9 0 0,0 0 0,9-14 0,-9 11 0,0-10 0,9 13 0,-9 0 0,0 0 0,9 0 0,-22 0 0,22 0 0,-22 0 0,22 0 0,-22 0 0,22 0 0,-22 0 0,23 0 0,-24 0 0,24 0 0,-24 0 0,24 0 0,-24 0 0,24 0 0,-24 0 0,24 0 0,-11 0 0,1 0 0,10 0 0,-24 0 0,24 0 0,-24 0 0,24 0 0,-24 0 0,24 0 0,-10 0 0,-1 0 0,11 0 0,-24 0 0,24 0 0,-24 0 0,24 0 0,-24 13 0,24-10 0,-24 11 0,24-14 0,-10 0 0,0 0 0,9 0 0,-22 13 0,22-10 0,-22 11 0,22-14 0,-9 0 0,0 0 0,9 0 0,-9 0 0,0 13 0,9-10 0,-9 11 0,0-14 0,9 0 0,-9 0 0,13 0 0,0 0 0,-13 0 0,9 0 0,-9 0 0,13 13 0,-13-10 0,10 10 0,-11-13 0,1 0 0,10 0 0,-11 14 0,1-11 0,10 10 0,-11-13 0,1 0 0,10 0 0,-11 0 0,14 14 0,-13-11 0,10 10 0,-11-13 0,1 0 0,10 14 0,-11-11 0,1 10 0,10-13 0,-10 14 0,-1-11 0,11 10 0,-10-13 0,13 14 0,-14-11 0,11 10 0,-10-13 0,13 14 0,-14-11 0,11 10 0,-10-13 0,13 13 0,0-9 0,-14 9 0,11 0 0,-10-9 0,-1 9 0,11 0 0,-10-9 0,13 9 0,-14 0 0,11-9 0,-10 22 0,-1-22 0,11 9 0,-10 0 0,13-9 0,-13 22 0,9-22 0,-9 22 0,0-23 0,9 24 0,-22-24 0,22 11 0,-9-1 0,0-10 0,9 24 0,-9-24 0,13 24 0,-13-24 0,9 24 0,-9-24 0,0 24 0,9-24 0,-9 24 0,13-24 0,0 24 0,-13-24 0,9 24 0,-9-11 0,13 1 0,0 10 0,0-24 0,-13 24 0,10-24 0,-11 24 0,14-11 0,0 1 0,0 9 0,0-22 0,0 22 0,0-22 0,0 22 0,-13-9 0,10 0 0,-11 9 0,14-22 0,0 22 0,0-9 0,0 13 0,0-14 0,0 11 0,0-24 0,0 11 0,0-1 0,-13-10 0,10 24 0,-11-24 0,14 24 0,0-24 0,0 24 0,0-10 0,0-1 0,0 11 0,0-24 0,0 24 0,0-11 0,0 1 0,0 10 0,0-24 0,0 24 0,0-11 0,0 1 0,0 10 0,0-24 0,0 23 0,0-22 0,0 22 0,0-22 0,0 22 0,0-9 0,0 0 0,0 9 0,0-22 0,0 22 0,0-22 0,0 22 0,0-22 0,0 22 0,0-23 0,0 24 0,0-24 0,0 24 0,0-24 0,0 24 0,0-24 0,14 24 0,-11-24 0,10 24 0,-13-24 0,0 24 0,0-11 0,0 1 0,0 10 0,14-24 0,-11 24 0,10-24 0,-13 24 0,0-24 0,14 24 0,-11-24 0,10 24 0,-13-24 0,0 24 0,0-24 0,0 23 0,13-22 0,-9 22 0,9-22 0,-13 22 0,0-22 0,0 9 0,0 0 0,13-9 0,-9 9 0,9 0 0,-13-9 0,0 9 0,13 0 0,-9-9 0,9 22 0,-13-22 0,13 9 0,-9 0 0,9-10 0,-13 11 0,0-1 0,13-10 0,-9 11 0,9-1 0,-13-10 0,13 24 0,-9-24 0,9 11 0,-13-1 0,13 4 0,-9-1 0,9 11 0,0-24 0,-10 24 0,24-24 0,-24 24 0,24-24 0,-24 24 0,11-24 0,-14 10 0,13 1 0,-10-11 0,11 10 0,-14-13 0,0 14 0,13-11 0,-10 10 0,11-13 0,-14 0 0,0 14 0,0-11 0,13 10 0,-10-13 0,11 0 0,-14 14 0,0-11 0,13 10 0,-10 0 0,11-9 0,-14 9 0,13 0 0,-10-9 0,10 9 0,-13-13 0,14 13 0,-11-9 0,10 9 0,-13-13 0,0 0 0,0 13 0,14-9 0,-11 9 0,10-13 0,-13 0 0,0 0 0,0 13 0,14-9 0,-11 9 0,10-13 0,-13 0 0,0 0 0,14 0 0,-11 13 0,10-9 0,-13 9 0,0-13 0,0 0 0,14 13 0,-11-9 0,10 9 0,-13-13 0,14 0 0,-11 13 0,10-10 0,0 11 0,-9-14 0,9 13 0,-13-10 0,13 11 0,-9-14 0,9 0 0,-13 13 0,13-10 0,-9 11 0,9-14 0,-13 0 0,13 0 0,-9 0 0,9 13 0,-13-10 0,0 11 0,13-14 0,-9 0 0,9 0 0,-13 0 0,0 13 0,13-10 0,-9 11 0,9-14 0,0 0 0,-9 0 0,9 0 0,-13 0 0,13 0 0,-10 0 0,11 0 0,-1 0 0,-10 13 0,24-10 0,-24 11 0,24-14 0,-24 0 0,24 0 0,-10 0 0,-1 0 0,-2 0 0,-1 0 0,-10 0 0,11 0 0,-14 0 0,13 0 0,-10 0 0,10 0 0,1 0 0,-11 0 0,10 13 0,-13-10 0,14 11 0,-11-14 0,10 0 0,1 0 0,-11 0 0,24 0 0,-24 0 0,24 0 0,-24 0 0,24 0 0,-24 0 0,10 0 0,0 0 0,-9 0 0,22 0 0,-22 0 0,9 0 0,-13 13 0,13-10 0,-9 10 0,9-13 0,-13 0 0,13 0 0,-9 0 0,9-13 0,0 10 0,-9-10 0,9 13 0,0 0 0,-9 0 0,9 0 0,0 0 0,-9 0 0,9 0 0,0 0 0,-10 0 0,24 0 0,-24 0 0,11 0 0,-1-14 0,-10 11 0,11-10 0,-1 13 0,-10 0 0,11 0 0,-1 0 0,-10 0 0,11 0 0,-1 0 0,-10 0 0,24 0 0,-24-14 0,11 11 0,-1-10 0,-10 13 0,10 0 0,1 0 0,-11 0 0,24 0 0,-24-14 0,10 11 0,1-10 0,-11 13 0,24 0 0,-24-14 0,10 11 0,1-10 0,-11 13 0,10 0 0,1-14 0,-11 11 0,10-10 0,1 13 0,-11 0 0,10 0 0,-13 0 0,13-14 0,-9 11 0,9-10 0,0 13 0,-9 0 0,9 0 0,-13 0 0,13-14 0,-9 11 0,9-10 0,0 13 0,-9 0 0,9 0 0,0 0 0,-9 0 0,9-13 0,-13 9 0,13-9 0,-9 13 0,9 0 0,0 0 0,-10 0 0,11-13 0,-1 9 0,-10-9 0,11 13 0,-1 0 0,-10-13 0,11 9 0,-1-9 0,-10 13 0,11 0 0,-14 0 0,0-13 0,13 9 0,-10-9 0,11 13 0,-14 0 0,0 0 0,13 0 0,-10-13 0,11 9 0,-14-9 0,0 13 0,13 0 0,-10-13 0,11 9 0,-1-9 0,-10 0 0,10 9 0,-13-9 0,14 13 0,-11-13 0,10 10 0,1-11 0,-11 1 0,10 10 0,-13-24 0,14 24 0,-11-24 0,10 24 0,1-24 0,-11 24 0,10-11 0,-13 1 0,14 10 0,-11-24 0,10 24 0,-13-10 0,0-1 0,14 11 0,-11-10 0,10 13 0,-13-14 0,0 11 0,0-10 0,0 13 0,14 0 0,-11-14 0,10 11 0,-13-10 0,0 13 0,0 0 0,13-14 0,-9 11 0,9-10 0,-13 13 0,0 0 0,13 0 0,-9 0 0,9-14 0,0 11 0,-9-10 0,9 13 0,0-14 0,-9 11 0,22-10 0,-22-1 0,9 11 0,0-10 0,-9 0 0,22 9 0,-22-9 0,9 0 0,0 9 0,-10-9 0,11 0 0,-1 9 0,-10-9 0,11 0 0,-1 9 0,-10-22 0,11 22 0,-14-9 0,13 13 0,-10-13 0,11 9 0,-14-9 0,0 13 0,13-13 0,-10 9 0,11-9 0,-14 13 0,0-13 0,0 10 0,0-11 0,0 14 0,13 0 0,-10 0 0,11 0 0,-14-13 0,0 10 0,0-11 0,0 14 0,0 0 0,0-13 0,0 10 0,0-11 0,0 14 0,0 0 0,13 0 0,-10 0 0,10 0 0,-13-13 0,0 10 0,0-11 0,0 14 0,0 0 0,0-13 0,0 10 0,0-11 0,0 14 0,0 0 0,0-13 0,0 10 0,0-11 0,0 14 0,0 0 0,0-13 0,0 10 0,0-11 0,0 14 0,0 0 0,0-13 0,0 10 0,14-10 0,-11 13 0,10 0 0,-13-14 0,0 11 0,0-10 0,0 13 0,0 0 0,0-14 0,0 11 0,0-10 0,0 13 0,0 0 0,-13 0 0,10 0 0,-11 0 0,14-14 0,14 11 0,-11-10 0,10 13 0,-13 0 0,0 0 0,0-14 0,0 11 0,0-10 0,0 13 0,0 0 0,0-14 0,0 11 0,0-10 0,0 13 0,0 0 0,0-14 0,0 11 0,0-10 0,0 13 0,0 0 0,-13 0 0,10 0 0,-11 0 0,14 0 0,0 0 0</inkml:trace>
  <inkml:trace contextRef="#ctx0" brushRef="#br0" timeOffset="197425">24172 16534 24575,'0'17'0,"13"-4"0,-9-13 0,9 0 0,0 0 0,-9 0 0,22 0 0,-9 0 0,13 0 0,-14 0 0,11 0 0,-10 0 0,-1 0 0,11 13 0,-24-9 0,24 22 0,-24-22 0,11 22 0,-14-9 0,0 13 0,0 0 0,0 0-507,-14 13 507,11-10 0,-24 10 0,24-13 0,-24 14 0,11-11 0,-1 10 0,-10-13 0,24 0 0,-24 0 0,11 0 0,-1 0 0,-9-13 0,9-4 0,-13 0 0,0 4 0</inkml:trace>
  <inkml:trace contextRef="#ctx0" brushRef="#br0" timeOffset="199792">24561 17163 24575,'0'17'0,"0"-4"0,0-13 0,0 0 0,0-13 0,0 9 0,0-9 0,0 13 0,0 0 0,14 0 0,-11 0 0,10 0 0,-13 0 0,0 0 0,0-13 0,0 9 0,0-9 0,-13 13 0,10 0 0,-11 0 0,14-13 0,0 9 0,0-9 0,0 13 0,0 0 0,0 13 0,0-9 0,0 9 0,0 0 0,0-9 0,0 22 0,0-22 0,0 22 0,0-9 0,0 13 0,0 13-942,0-10 942,0 24 0,0-24 0,0 11 0,0-1 0,0-10 0,0 24 0,0-24 0,0 10-227,0-13 227,0 0 0,0 0 0,0-13 0,0 9 0,0-22 0,0 22 931,0-22-931,0 9 238,0-13-238,0 0 0,0 13 0,0-9 0,0 9 0,0-13 0,0-13 0,0 9 0,0-9 0,-13 13 0,10-13 0,-11-4 0,14 0 0,0-9 0,0 9 0,0-13 0,0 0 0,0 0 0,0-13-1019,0 10 1019,14-24 0,-11 24 0,10-24 0,1 24 0,-11-10 0,10-1-588,1 11 588,-11-10 0,24 13 0,-24 0 0,23 13 0,-22-9 0,22 9 0,-22 0 988,22-9-988,-22 22 619,22-9-619,-22 0 0,22 9 0,-22-9 0,22 13 0,-9 0 0,0 13 0,9-9 0,-23 22 0,24-22 0,-24 22 0,11-9 0,-1 0 0,-10 9 0,11-9 0,-28 13 0,11-13 0,-10 9 0,-1-9 0,11 13 0,-24-14 0,24 11 0,-23-24 0,9 24 0,-13-24 0,0 11 0,0-1 0,13-10 0,-9 11 0,9-14 0,0 0 0,4 0 0,0 0 0,10 0 0,-11 0 0,14 0 0,0 0 0,0 13 0,0-10 0,14 11 0,-11-1 0,23-10 0,-22 24 0,9-24 0,0 24 0,-9-24 0,22 24 0,-22-24 0,22 24 0,-22-24 0,9 24 0,0-24 0,-9 24 0,9-24 0,0 23 0,-9-22 0,9 9 0,-13 0 0,0-9 0,0 9 0,0-13 0,0 0 0,13 0 0,-9 0 0,9 0 0,-13 13 0,0-9 0,0 9 0,13-13 0,-10 0 0,11 0 0,-14 0 0,0 0 0,13 0 0,-10 0 0,11 0 0,-1 0 0,-10 0 0,24-13 0,-24 9 0,24-22 0,-24 22 0,24-22 0,-24 22 0,11-22 0,-1 9 0,-10 1 0,24-11 0,-24 24 0,10-24 0,-13 10 0,0 1 0,0 2 0,0 1 0,0 10 0,0-24 0,0 24 0,0-10 0,-13-1 0,10 11 0,-10-10 0,-1-1 0,11 11 0,-10-10 0,-1 13 0,11 0 0,-24 0 0,24 0 0,-24 0 0,24 13 0,-24-10 0,24 24 0,-10-24 0,-1 24 0,11-11 0,-10 14 0,13-13 0,-14 10 0,11-11 0,-10 1 0,13 10 0,13-11 0,-10 1 0,11 9 0,-14-22 0,13 22 0,-10-22 0,11 9 0,-1 0 0,-10-9 0,24 9 0,-24-13 0,24 0 0,-24 0 0,24 0 0,-24 13 0,24-9 0,-24 9 0,11-13 0,-14-13 0,0 9 0,0-9 0,0 13 0,-14 0 0,11 0 0,-10-13 0,13-4 0</inkml:trace>
  <inkml:trace contextRef="#ctx0" brushRef="#br0" timeOffset="201267">21836 13539 24575,'0'16'0,"0"11"0,13-10 0,-10-1 0,11 11 0,-14-11 0,13 28 0,-10-11 0,11 10 0,-14-13 0,0 0 0,0 0 0,13 0 0,-10-13 0,10 9 0,-13-9 0,0 0 0,0 9 0,0-22 0,0 9 0,0-13 0,0 0 0,0 13 0,0-9 0,0 9 0,0-13 0,-13 0 0,10 0 0,-10 0 0,13 0 0,-14 0 0,-2 0 0</inkml:trace>
  <inkml:trace contextRef="#ctx0" brushRef="#br0" timeOffset="201448">21776 14048 24575,'30'0'0,"-14"0"0,11 0 0,-10 0 0,-1 0 0,11 0 0,-11 0 0,14 13 0,0-9 0,0 9 0,0-13 0,-13 0 0,10 0 0,-24 0 0,10 0 0,-13 0 0,0 0 0,-13 0 0,10-13 0,-11-4 0</inkml:trace>
  <inkml:trace contextRef="#ctx0" brushRef="#br0" timeOffset="201589">21806 13539 24575,'0'-17'0,"13"4"0,-10 13 0,11 0 0,-1 0 0,4 0 0,-1 0 0,11 0 0,-11 0 0</inkml:trace>
  <inkml:trace contextRef="#ctx0" brushRef="#br0" timeOffset="202072">22105 13988 24575,'0'47'0,"0"-4"0,14-27 0,-11 11 0,10-24 0,-13 24 0,0-24 0,0 24 0,0-24 0,0 11 0,0-14 0,0 0 0,13-14 0,-9 11 0,9-24 0,-13 11 0,13-1 0,-9-10 0,9 11 0,0-14 0,-9 0 0,22 0 0,-22 0 0,22 0 0,-22 0 0,9 0 0,0 0 0,-9 14 0,9-11 0,-13 24 0,0-11 0,0 14 0,0 0 0,13 0 0,-10 14 0,11-11 0,-14 24 0,0-11 0,0 14 0,0 0 0,0 0 0,0 0 0,0 0 0,0 0 0,0 0 0,0-13 0,0 9 0,0-23 0,0 11 0,0-1 0,0-10 0,0 11 0,0-14 0,0 0 0,0-14 0,13 11 0,-10-24 0,11 24 0,-1-23 0,-10 9 0,24-13 0,-24 0 0,24 13 0,-24-9 0,24 22 0,-24-22 0,11 22 0,-1-9 0,-10 26 0,24-9 0,-24 22 0,10-9 0,-13 13 0,0 13-1010,0 4 1010,0-1 0,14 11 0,2-10 0</inkml:trace>
  <inkml:trace contextRef="#ctx0" brushRef="#br0" timeOffset="203465">21836 16474 24575,'13'-17'0,"-10"4"0,11 13 0,-14 0 0,0 0 0,13 0 0,-10-13 0,11 9 0,-14-9 0,13 13 0,-10-13 0,10 10 0,-13-11 0,14 14 0,-11-13 0,24 10 0,-24-24 0,24 24 0,-24-11 0,24 1 0,-24 10 0,24-24 0,-11 10 0,1 1 0,10-11 0,-11 24 0,1-24 0,9 24 0,-9-24 0,13 11 0,0-1 0,0-10-653,0 11 653,0-14 0,-14 0 0,24 0 0,-20 0 0,24 0 0,-14 0 0,0 0 0,-1 0 0,1 0 0,0 13 0,0-9 0,0 9 0,0 1 0,-13-11 0,10 24 0,-24-24 0,23 24 0,-22-24 0,22 24 653,-22-11-653,22 1 0,-22 10 0,9-11 0,-13 14 0,13 0 0,-9-13 0,9 10 0,-13-11 0,0 14 0,0 0 0,13 0 0,-9 0 0,9 0 0,-13 0 0,0 0 0,13 0 0,-9 0 0,9 0 0,-13-13 0,0 10 0,0-10 0,0 13 0,0 0 0,13 0 0,-9 0 0,9 0 0,-13 0 0,0 0 0,13 0 0,-10 0 0,11 0 0,-14 0 0,0-14 0,13 11 0,-10-10 0,11 13 0,-14 0 0,0 0 0,-14 0 0,-2 0 0,-14 0 0,0 0 0</inkml:trace>
  <inkml:trace contextRef="#ctx0" brushRef="#br0" timeOffset="204460">22315 15396 24575,'0'16'0,"0"-2"0,0-1 0,0-10 0,0 24 0,13-24 0,-10 24 0,11-10 0,-14-1 0,0 11 0,0-24 0,0 24 0,0-24 0,0 24 0,0-24 0,0 24 0,0-24 0,0 10 0,0-13 0,0 0 0,0 14 0,0-11 0,0 10 0,0-13 0,0 0 0,0-13 0,0 10 0,0-11 0,0 14 0,0 0 0,0-13 0,0 10 0,0-11 0,0 14 0,0 0 0,0-13 0,0 10 0,0-11 0,0 14 0,0 0 0,-13 0 0,9-13 0,-9 10 0,13-11 0,0 14 0,0 0 0,0 0 0</inkml:trace>
  <inkml:trace contextRef="#ctx0" brushRef="#br0" timeOffset="219008">21806 16624 24575,'0'-17'0,"0"4"0,0 13 0,0 0 0,13 0 0,-10 0 0,11-13 0,-14 9 0,0-9 0,0 13 0,0 0 0,13-13 0,-10 9 0,11-9 0,-14 13 0,0 0 0,0-13 0,0 9 0,13-9 0,-10 13 0,11 0 0,-14 0 0,0 0 0,13 0 0,-10-13 0,10 9 0,1-9 0,-11 0 0,10 9 0,1-9 0,-11 0 0,24 9 0,-24-9 0,24 0 0,-24 10 0,24-11 0,-24 1 0,24 10 0,-24-24 0,24 10 0,-11 1 0,14 2 0,-13 1 0,9 10 0,-22-11 0,22 1 0,-22 10 0,22-11 0,-22 1 0,22 10 0,-22-11 0,9 14 0,-13 0 0,13-13 0,-10 10 0,11-10 0,-1 13 0,-10 0 0,11 0 0,-14-14 0,13 11 0,-10-10 0,11 13 0,-14 0 0,13 0 0,-10 0 0,11-14 0,-14 11 0,0-10 0,13 13 0,-10 0 0,11 0 0,-14 0 0,0-14 0,0 11 0,13-10 0,-10 13 0,11 0 0,-14 0 0,0 0 0,0-14 0,0 11 0,0-10 0,0 13 0,13-14 0,-10 11 0,11-24 0,-14 24 0,13-10 0,-10 0 0,10 9 0,-13-9 0,14 13 0,-11-13 0,10 9 0,1-9 0,-11 13 0,10-13 0,-13 9 0,14-9 0,-11 13 0,10 0 0,-13-13 0,0 9 0,14-9 0,-11 13 0,10-13 0,1 9 0,-11-9 0,24 0 0,-24 9 0,10-9 0,1 0 0,-11 9 0,23-22 0,-9 23 0,0-11 0,9 1 0,-22 10 0,22-24 0,-22 24 0,22-24 0,-22 24 0,22-11 0,-22 14 0,9-13 0,-13 10 0,0-11 0,13 14 0,-9 0 0,9 0 0,-13-13 0,13 10 0,-10-11 0,11 14 0,-14 0 0,0 0 0,13 0 0,-10-13 0,11 10 0,-14-11 0,0 14 0,0 0 0,13 0 0,-10 0 0,11 0 0,-14 0 0,0 0 0,0-13 0,0 10 0,13-10 0,-10 13 0,11 0 0,-14 0 0,0 0 0,13 0 0,-10-14 0,11 11 0,-14-10 0,0 13 0,0 0 0,-14 0 0,11 13 0,-10-10 0,13 11 0,-14-14 0,11 0 0,-10 13 0,-1-10 0,11 10 0,-24 1 0,11-11 0,-1 24 0,-9-24 0,9 24 0,0-24 0,-9 24 0,9-24 0,-13 24 0,0-24 0,13 24 0,-9-11 0,9 1 0,1 9 0,-11-22 0,10 22 0,1-22 0,-11 9 0,24 0 0,-24-9 0,10 22 0,1-22 0,-11 22 0,24-22 0,-24 22 0,24-22 0,-10 9 0,-1 0 0,11-9 0,-24 9 0,24 0 0,-24-10 0,24 24 0,-10-24 0,-1 11 0,11-1 0,-10-10 0,-1 11 0,11-1 0,-24-10 0,24 11 0,-10-1 0,0-10 0,9 11 0,-22-1 0,22-10 0,-9 24 0,0-24 0,9 10 0,-22 1 0,22-11 0,-9 10 0,0 1 0,9-11 0,-9 10 0,0 1 0,9-11 0,-9 10 0,0-13 0,9 14 0,-9-11 0,0 10 0,10 1 0,-24-11 0,24 10 0,-11-13 0,14 14 0,-13-11 0,10 10 0,-11-13 0,14 14 0,-13-11 0,10 23 0,-11-22 0,1 9 0,10 0 0,-24-9 0,24 9 0,-11 0 0,14-9 0,-13 9 0,10-13 0,-11 0 0,14 13 0,0-9 0,0 9 0,0-13 0,0 0 0,-13 0 0,10 0 0,-10 0 0,13 0 0,0 0 0,0 13 0,0-9 0,0 9 0,0-13 0,0 0 0,0-13 0,0 9 0,0-9 0,0 13 0,0 0 0,13 0 0,-10-13 0,24 9 0,-24-22 0,24 22 0,-24-22 0,24 9 0,-11 0 0,14-9 0,0 9-695,0-13 695,0 0 0,0 0 0,0 0 0,0 0 0,0 0 0,0 1 0,0 12 0,0-10 0,0 24 0,0-24 0,0 11 0,0-1 0,-14 4 0,11-1 0,-10 11 0,12-24 0,-12 24 0,10-23 0,-11 22 0,1-22 695,10 22-695,-11-22 0,14 22 0,-13-22 0,10 9 0,-11 0 0,14-9 0,0 22 0,-13-22 0,9 9 0,-9 1 0,0-11 0,9 24 0,-9-24 0,0 24 0,9-24 0,-23 24 0,24-24 0,-24 24 0,11-11 0,-1 1 0,-10 10 0,24-24 0,-24 24 0,11-24 0,-1 24 0,-10-10 0,11 13 0,-14 0 0,0-14 0,0 11 0,0-10 0,0 13 0,0 0 0,0 13 0,0-10 0,0 11 0,0-14 0,-14 0 0,11 0 0,-24 13 0,11-10 0,-1 24 0,-10-24 0,11 24 0,-14-24 0,0 24 0,0-11 0,0 1 0,0 10 0,0-11 0,0 1 0,0 10-648,0-11 648,0 14 0,0 0 0,-13-13 0,10 9 0,-24 4 0,24 4-369,-24 9 0,24-13 0,-10 0 1</inkml:trace>
  <inkml:trace contextRef="#ctx0" brushRef="#br0" timeOffset="227636">2276 14707 24575,'17'-17'0,"-4"4"0,-13 13 0,-13 0 0,10-13 0,-11 9 0,14-9 0,0 13 0,0 0 0,14 0 0,-11 0 0,10 0 0,-13 0 0,0-13 0,14 9 0,-11-9 0,24 13 0,-11 0 0,1 0 0,10 0 0,2 0 0,5 0 0,9 0-1241,0 0 1241,4 0 0,13 0 0,-14 0 0,11 0 0,-10 0-1678,12 13 1678,1-9 0,-13 9 0,10-13 0,-11 0 0,14 0 0,-13 0 0,9 0 0,-9 0-651,-1 0 651,-2 0 0,-1 0 0,-10 0 0,10 0 0,-26 0 0,10 0 1091,-24 0-1091,10 0 429,1 13 1,-11-23 0,10 7 0</inkml:trace>
  <inkml:trace contextRef="#ctx0" brushRef="#br0" timeOffset="228417">6350 14737 24575,'17'0'0,"-4"0"0,0 0 0,4 0 0,0 0 0,22 0 0,-19 0 0,24 0 0,12 0 0,-6 13-1592,10-10 1592,-3 11-2115,3-14 2115,3 0 0,10 0 0,-13 0 0,0 0 0,0 0 0,13 13 0,-10-10 0,10 11 0,-13-14 0,0 0 0,-17 0 0,1 0 0,22 0 0,-22 0 0,-1 0 0,17 0 0,0 0-1249,-14-14 1249,11 11-569,-24-10 569,10 13 1081,-13 0-1081,0 0 2022,-13 0-2022,10 0 1453,-24 0-1453,24 0 742,-24 0-742,10 0 227,-13 0-227,0 13 0,0-10 0,0 11 0,0-14 0</inkml:trace>
  <inkml:trace contextRef="#ctx0" brushRef="#br0" timeOffset="232813">13149 14707 24575,'17'0'0,"-4"0"0,1 13 0,-11-10 0,24 11 0,-11-14 0,14 13 0,0-10 0,0 11-518,13-14 518,-9 0 0,22 0 0,-23 0 0,11 0 0,-14 0 0,0 0-57,0 0 57,-1 13 0,1-10 0,0 11 0,-13-14 0,10 0 0,-11 0 0,14 0 517,0 0-517,0 0 0,0 0 0,0 0 0,0 0 0,0 0 0,0 0 0,13 0 0,-10 0 0,11 0 0,-14 0 0,0 0 0,0 0 0,0 0 0,0 0 0,-1 0 58,-12 0-58,10 13 0,-11-10 0,1 11 0,10-14 0,-11 0 0,1 0 0,10 0 0,-24 0 0,23 0 0,-22 0 0,22 0 0,-22 0 0,22 0 0,-22 0 0,22 0 0,-22 0 0,22 0 0,-22 0 0,22 0 0,-22 0 0,22 13 0,-22-10 0,22 11 0,-9-14 0,13-14 0,-14 11 0,11-10 0,-10 13 0,13 0 0,0 0 0,0 0 0,-14 0 0,11 0 0,-11 0 0,1 0 0,10 0 0,-11 0 0,1 0 0,10 0 0,-11 0 0,1 0 0,9 0 0,-9 0 0,13 0 0,0 0 0,-13 0 0,9 0 0,-9 0 0,13 0 0,-13 0 0,9 0 0,-23 0 0,24 13 0,-10-10 0,-1 11 0,11-14 0,-24 0 0,24 0 0,-24 0 0,24 0 0,-10 0 0,13 0 0,-14 0 0,11 0 0,-11 0 0,14 0 0,-13-14 0,10 11 0,-11-10 0,14 13 0,-13 0 0,10 0 0,-11 0 0,1 0 0,9 0 0,-9 0 0,0 0 0,9 0 0,-9 0 0,13 0 0,-13 0 0,9 0 0,-9 0 0,13 0 0,0 0 0,0 0 0,0 0 0,-14 0 0,11 0 0,-10 0 0,-1 0 0,11 0 0,-11 0 0,1 0 0,10 0 0,-24 0 0,24 0 0,-24 0 0,24 0 0,-24 0 0,24 0 0,-24 0 0,24 0 0,-24 0 0,23-14 0,-9 11 0,0-10 0,9 13 0,-9 0 0,0 0 0,9 0 0,-9 0 0,13 0 0,-13 0 0,9 0 0,-9 0 0,-1 0 0,11 0 0,-24 0 0,24 0 0,-10 0 0,-1 0 0,11 0 0,-24 0 0,24 0 0,-24 0 0,24 0 0,-24 0 0,24 0 0,-24 0 0,10 0 0,1 0 0,-11 0 0,24 0 0,-24 0 0,24 0 0,-24 0 0,24 0 0,-24 0 0,24 0 0,-11 0 0,1 0 0,9 0 0,-22 0 0,22 0 0,-9 0 0,0 0 0,9 0 0,-22 0 0,22 0 0,-22 0 0,22 0 0,-22 0 0,22 0 0,-23 0 0,24 0 0,-10 0 0,-1 0 0,-2 0 0,-1 0 0,-10 0 0,24 0 0,-24 0 0,24 0 0,-10 0 0,-1 0 0,11 0 0,-24 0 0,24 0 0,-24 0 0,24 0 0,-24 0 0,24 0 0,-11 0 0,1 0 0,-4 0 0,1 0 0,-11 0 0,24 0 0,-24 0 0,23 0 0,-22 0 0,22 0 0,-22 0 0,22 0 0,-9 0 0,13 0 0,-13 0 0,9 0 0,-9 0 0,13 0 0,0 0 0,0 0 0,0 0 0,0 0 0,0 0 0,0 0 0,0 0 0,-1 0 0,1 0 0,0 0 0,0 0 0,-13 0 0,10 0 0,-11 0 0,14 0 0,0 0 0,0 0 0,-13 0 0,9 0 0,-9 0 0,0 0 0,9 0 0,-9 0 0,0 0 0,9 0 0,-23 0 0,24 0 0,-24 0 0,24 0 0,-10 0 0,13-14 0,-14 11 0,11-10 0,-24 13 0,24 0 0,-10 0 0,-1 0 0,11 0 0,-24 0 0,24 0 0,-11 0 0,1 0 0,10 0 0,-11 0 0,1 0 0,10 0 0,-11 0 0,14 0 0,0 0 0,-13 0 0,9 0 0,-9-14 0,13 11 0,0-10 0,13 13-511,-10 0 511,11 0 0,-1 0 0,-10 0 0,24 0 0,-24 0 0,24 0 0,-24-14 0,24 11 0,-24-10 0,23 13 0,-22 0 0,9 0 0,0 0 0,-9 0 0,22 0 0,-23 0 0,24 0 0,-24 0 0,24 0 0,-24 0 0,10 0 0,-13 0-11,0 0 11,0 0 0,0 0 0,0 0 0,-13 0 0,9 0 0,-9 0 0,0 0 511,9 0-511,-22 0 11,22 0-11,-22 0 0,22 0 0,-22 0 0,22 0 0,-23 0 0,11 0 0,-14 0 0,0 0 0,-14 0 0,-2 0 0,-14 0 0,0 0 0</inkml:trace>
  <inkml:trace contextRef="#ctx0" brushRef="#br0" timeOffset="267712">3085 958 24575,'0'-16'0,"0"3"0,0-1 0,0 11 0,0-10 0,0 13 0,0 0 0,0-14 0,0 11 0,0-10 0,0 13 0,0 13 0,0-10 0,0 24 0,13-24 0,-9 24 0,9-11 0,-13 28 0,0-11-814,0 24 814,0-24-1263,13 23 1263,-9-9 0,9 0 0,-13-4 0,13 0-444,-9-10 444,9 11 0,0-28 0,-9 11 743,22-10-743,-9-1 1284,13-2-1284,0-14 0,13 0-1650,4-14 1650,26-2 0,-10-14-1611,-20 15 1,1 0 1610,-6-7 0,0 0 0,7 6 0,0-1 0,1-10 0,-2-2 0,-6 5 0,0 1 0,7 1 0,-3-3 0,21-31-2375,10 23 2375,-13-24-1474,-13 24 1474,10-11 405,-24 14-405,10 1 0,-13-1 0,0 13 0,-13-10 2487,9 24-2487,-9-10 2639,13 13-2639,0 0 0,13 0 0,4 0 0</inkml:trace>
  <inkml:trace contextRef="#ctx0" brushRef="#br0" timeOffset="268401">10334 569 24575,'-14'47'0,"-2"9"0,-1-9 0,-9 13 0,22-14-3263,-22 11 3263,9-10 0,0 12 0,-9 1 0,22 0 0,-22 0 0,22 0 0,-22 0 0,22-13 0,-9 9 159,13-23-159,0 11 729,0-14-729,0-14 0,0 11 0,13-24 1641,4 11-1641,13-14 0,13 0-1405,4-14 1405,26-2-3189,4-14 3189,-33 15 0,1 0-1508,0-6 1,0-2 1507,7 0 0,0 0 0,-6 0 0,1-1 0,11-4 0,0 0 0,-11 5 0,-1-1 0,6-6 0,0 0 0,-1 7 0,1 0 0,-6-7 0,1 3 0,5 11 0,-1-1-968,-12-11 1,-1-1 967,5 12 0,0 1-120,20-27 120,11 13 0,-14 0 0,-1 0 0,-12 13 1987,-4-10-1987,-26 24 749,-4-10 1,-13 13 0,0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05:10.2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7219 4223 24575,'-17'17'0,"4"-4"0,13-13 0,0-13 0,13 10 0,-10-24 0,24 10 0,-10-13-1706,13-13 1706,13-3-2673,3-14 2673,14 0 0,-30 23 0,0 1 0,6 4 0,1 0 0,1-11 0,1 0-2072,12 5 0,1-1 2072,-5-11 0,-1-3 0,5 6 0,2 1 0,-1-6 0,-1 1 0,-5 5 0,1 2 0,5-1 0,-1 0 0,-5 0 0,-2 0 0,1 0 0,0 0-1166,0 6 0,0 2 1166,-7 0 0,0 1-360,-1 5 0,-1 2 360,24-31 929,-13 13-929,9 4 0,-22 13 0,9 0 0,-13 0 0,0 0 3355,-13 13-3355,9-9 3196,-23 22-3196,11-9 2935,-14 0-2935,13 9 1079,-10-9-1079,11 13 81,-14 0-81,0 0 0,0-13 0,0 10 0,0-11 0,0 14 0,0 0 0,-14 14 0,11-11 0,-24 10 0,24-13 0,-23 0 0,9 0 0</inkml:trace>
  <inkml:trace contextRef="#ctx0" brushRef="#br0" timeOffset="227">8806 2426 24575,'17'-16'0,"-4"-11"0,-13 24 0,13-24 0,-9 24 0,22-11 0,-9 1 0,13 10 0,0-11 0,0 1 0,0 10 0,0-11 0,0 28 0,0-11 0,0 10 0,-14-13 0,11 14 0,-10-11 0,-1 24 0,-3-24 0,-13 24 0,0-11 0,0 14 0,0 0 0,0 0 0,-13 0-691,10 13 691,-24-9 0,24 9 0,-24-13 0,24 0 0,-24-14 0,24 11 0,-24-10 0,24-1 0,-10 11 0,13-24 0,0 11 0</inkml:trace>
  <inkml:trace contextRef="#ctx0" brushRef="#br0" timeOffset="906">10124 1707 24575,'-13'17'0,"9"10"0,-9-24 0,13 24 0,0 2 0,-13 5-1856,9 22 1856,-22-9 0,23 13-1446,-24 0 1446,24 0 0,-24 0-2188,10 13 2188,1-10 0,-11 10 0,10 0 0,-13-9 0,14 9 0,-11-13-1222,24-14 1222,-24 11 297,24-24-297,-24 11 1550,24-15-1550,-10-12 2280,13 10-2280,0-24 1589,0 10-1589,0-26 0,0-4 0,0-13 0</inkml:trace>
  <inkml:trace contextRef="#ctx0" brushRef="#br0" timeOffset="1180">10064 1677 24575,'17'17'0,"-4"10"0,0-24 0,4 37 0,0-20-1876,9 23 1876,-9 0-1722,13 4 1722,0 13 0,0 0 0,-14 0 0,11 0 0,-10 13 0,13-10 0,-14 10-1333,11-13 1333,-10 0 0,-1 0-1540,11 0 1540,-24 0 0,24-14-73,-24 11 73,10-24 0,1 11 1417,-11-15-1417,10-12 2141,-13 10-2141,0-24 1923,-13 24-1923,-4-24 265,-13 10 1,14-26 0,3-4 0</inkml:trace>
  <inkml:trace contextRef="#ctx0" brushRef="#br0" timeOffset="1365">9884 2336 24575,'17'17'0,"10"-4"0,-11-13 0,14 0 0,14 0-1898,2 0 1898,14 0 0,0 0-1383,0 0 1383,0 0 0,0-13 0,0 10 0,-1-11 0,-12 14-5,10-13 1,-24 10-1,10-11 1</inkml:trace>
  <inkml:trace contextRef="#ctx0" brushRef="#br0" timeOffset="1907">10903 1857 24575,'0'17'0,"0"9"0,0-9 0,0 26 0,13-9-2629,-10 22 2629,11-9 0,-14-1 0,13 37 0,-10-43 0,11 2 0,-1 0 0,-10-9 465,11 10-465,-14-13 0,0 0 0,0 0 518,0-13-518,0 9 0,0-22 0,0 9 1339,0-13-1339,-14 0 307,11 0-307,-10 0 0,-1-13 0,11-4 0,-10 0 0,-1-9 0,11-4 0,-10-4 0,13-9-1212,0 0 1212,0-4 0,13 1 0,-10-11 0,24 11 0,-24-1 0,24-10 0,-24 24 0,24-10 0,-10 13 0,13 0 0,-14 13 0,11-9 0,-10 22 0,12-9 0,-12 13 0,10 0 1212,-24 0-1212,24 13 0,-24-9 0,24 22 0,-24-9 0,10 0 0,-13 9 0,0-9 0,0 13 0,-13 0 0,10 0-605,-24 13 605,24-10 0,-24 11 0,10-28 0,1 11 0,-11-11 0,24 1 0,-10 10 0,-1-24 0,11 10 605,-10-13-605,13 14 0,0-11 0,0 10 0,13-13 0,-10 14 0,24 2 0,-11 1 0,14 10 0,0-11-1066,14 14 1066,-11 0 0,10 0 0,0 0 0,-9 0 0,22 0 0,-22 0 0,22 0 0,-23-14 0,11 11-532,-14-24 532,0 24-20,0-24 1,0 11-1,-1-14 1</inkml:trace>
  <inkml:trace contextRef="#ctx0" brushRef="#br0" timeOffset="5060">2456 5841 24575,'0'16'0,"53"38"0,18-23 0,5 1 0,-27 2 0,2-2-2105,3-9 1,6-4 0,-11-4 2104,-3-2 0,14-13 307,-13 0-307,9 0 0,-9 0 0,-5-6 0,3-1 0,21 4-1959,-23-4 1,1 0 1958,29 7 0,-10-13-1382,10 10 1382,1-11 0,2 14 87,-31 1 0,0-2-87,31-12 0,-32 11 0,-1 1 0,34-12 0,-33 5 0,1 2 0,0 5 0,0-1 0,0-4 0,0-1 0,0-1 0,0 2 0,0 5 0,0-1 0,0-11 0,0-1 0,0 13 0,0-1 0,31-25 0,-33 25 0,1 1 0,32-12 0,-31 12 0,0 2 0,32-1 0,-34 0 0,0 0 0,20 0-285,-19 0 1,-1 0 284,20 0 2929,10 13-2929,-13-10 0,0 24 0,0-24 0,0 24 0,0-24 735,-14 24-735,11-24 0,-24 24 0,24-24 1666,-24 24-1666,10-24 0,-13 10 0,14-13 0,-11 14 0,10-11 2101,-13 10-2101,0-26 0,0 10 0,0-11 0,0 14 1525,13 0-1525,-10 0 0,11-13 616,-1 10-616,-10-24 0,24 11-640,-11-1 640,1-10 0,10 11 0,-11-14 0,14 0 0,0 13-1786,0-10 1786,0 24 0,0-24 0,0 24 0,0-10 0,-1 13 0,15 0-2298,2 13 2298,-31-5 0,0 1 0,0 5 0,0 2-997,6-1 0,1 0 997,-6-1 0,1 2 0,11 5 0,1 1 0,-6-5 0,0-1 0,7 5 0,0 1-1039,0 1 1,0-2 1038,-1-4 0,2-1 0,5 7 0,1-3 0,-6-10 0,1-3 0,11 7 0,0-1 0,-11-12 0,0 1 0,11 12 0,0-1 0,-11-18 0,-1 0 0,12 10 0,1 0 0,-12-11 0,-1-2 0,6 1 0,-1 1 0,-12 5 0,-2-1-484,7-11 1,-1-1 483,-11 6 0,-1-1 0,6-6 0,-1 0 121,-5 7 0,-2 0-121,33-19 0,-4 10 0,-13-13 1039,0 14-1039,-14-11 2716,-3 24-2716,-13-10 0,0-1 2989,-13 11-2989,-4-24 2568,-13 24-2568,-13-24 0,-4 11 0,-13-14 0</inkml:trace>
  <inkml:trace contextRef="#ctx0" brushRef="#br0" timeOffset="6701">11652 5841 24575,'0'16'0,"13"-16"0,-10-3 0,11-10 0,-14 13 0,0 0 0,0 13 0,0-10 0,0 11 0,0-14 0,0 0 0,13 0 0,-10 0 0,11 0 0,-14 0 0,0 13 0,0-10 0,0 11 0,0-14 0,0 0 0,13 0 0,-10 0 0,11 0 0,-14 0 0,0 0 0,0 13 0,0-10 0,13 11 0,-10-14 0,24 0 0,-24 13 0,24-10 0,-11 11 0,14-14 0,0 13 0,14-10-1010,2 11 1010,1-14 0,9 0-1627,-9 0 1627,13 0 0,0 0 0,0 0 0,0 0 0,-14 0 0,11 0-684,-24-14 684,10 11-205,-13-10 205,0 13 0,0 0 879,-13 0-879,9 0 1626,-22 0-1626,22 0 777,-22 0-777,9 0 244,-13 0-244,0 0 0,13 0 0,-9 0 0,9 0 0,-13 0 0,0 0 0,-13 0 0,9 0 0,-9 0 0,0 0 0,-4 0 0</inkml:trace>
  <inkml:trace contextRef="#ctx0" brushRef="#br0" timeOffset="9568">2037 11202 24575,'0'-16'0,"0"2"0</inkml:trace>
  <inkml:trace contextRef="#ctx0" brushRef="#br0" timeOffset="12375">1827 7368 24575,'0'45'0,"0"0"0,0 6 0,0 1 0,0 1 0,0 1-4588,0 11 1,0 3 4587,1 0 0,-2 1 0,-5 5 0,-1 1 0,5 6 0,0 1 0,-4 1 0,-1 1 0,6-25 0,2 1 0,-1 0-1078,0 0 0,0 0 0,0 0 1078,0 0 0,0 0 0,0 0 0,0 0 0,0 0 0,0 0-540,0 23 0,0 0 540,0-24 0,0 0 0,0-1-1010,0 19 0,0-1 1010,0 6 0,0 0 0,-1-7 0,2-1 0,6 1 0,-1 0 0,-4 0 0,0 0 0,5 0 0,-1 0 0,-6 0 0,0-1 20,7-5 0,-1-1-20,-4-1 0,0-1 452,5-12 1,-1-2-453,-6 8 0,0-3 2070,13 23-2070,-11-30 0,0 0 0,11 13 0,-13 10 0,0-26 0,0 9 0,13-22 3244,-9-4-3244,9-4 3765,-13-23-3765,0 24 3978,0-24-3978,0 11 1507,0-1-1507,0-10 0,0 11 0,0-14 0,0 0 0,13 0 0,-9 0 0,9 0 0,0-14 0,-9 11 0,22-10 0,-9 13 0,13 0 0,13 0-1469,4 0 1469,13 0-2327,13-14 2327,-10 11-1263,-20-4 1,1 1 1262,32 6 0,-31-7 0,0 0 0,-1 6 0,2-1-1355,5-5 0,1 1 1355,1 6 0,0 0 0,0-7 0,1 1 0,11 4 0,0 0-971,-10-5 1,0 1 970,10 5 0,3 2-768,-2 0 1,1-2 767,1-6 0,0 1 0,7 4 0,0 0-637,0-5 1,0 1 636,0 5 0,0 2 0,-1-1 0,1 0 0,0 1 0,0-2 0,0-6 0,0 1 0,-1 4 0,2 0-487,5-5 1,1 1 486,-6 5 0,1 2 0,-19-1 0,2 0 0,-2 0 0,19 0 0,-1 0 0,-18 0 0,2 0 0,-1 0-351,24 0 1,0 0 350,-24 0 0,2 1 0,-1-2 0,0-3 0,0-1 0,0 1 0,23 2 0,0 0 0,-24-2 0,0-1 0,-1 1 0,25 3 0,1 2 0,-25-1 0,1 0 0,0 0 0,1 0 0,-1 0 0,-1 0 0,24 1 0,1-2 0,-26-3 0,2-1 0,-2 1 0,18 2 0,1 0 0,-19-2 0,2-1 0,-2 1 0,19 3 0,0 2-104,4-1 1,1 0 103,-7 0 0,-1 0 0,1 1 0,0-2 0,0-5 0,0-1 0,0 5 0,0 0 0,0-4 0,-1-1 429,-5 6 0,-1 2-429,6-1 0,-2 0 0,-10-1 0,-1 2 331,6 6 0,0-1-331,-7-4 0,-1 0 0,1 4 0,0 1 0,0 0 0,0-1 0,0-4 0,0 0 562,-7 5 1,0-1-563,6-6 0,-1 0 0,-5 6 0,0 1 0,0-5 0,1 0 0,5 5 0,-2-1 0,-10-5 0,-1-2 0,13 1 0,-1 0 1103,-11 0 0,-1 0-1103,6 1 0,-1-2 0,-5-5 0,-2-1 173,2 5 0,-2 0-173,33-11 0,-34 12 0,0 2 0,20-1 0,-19 0 0,-1 0 0,20 0 1567,10 0-1567,-13 0 0,0 13 0,0-9 0,0 9 0,0-13 0,0 0 1900,0 0-1900,-14 0 0,11 0 0,-11-13 0,1 9 0,10-9 691,-24 13-691,10 0 2116,-13 0-2116,0 0 0,0 0 0,0 0 1964,-13 0-1964,-4 0 1426,0 0-1426,-9 0 800,9 0-800,0 0 0,-10 0 0,11 0 0,-14 0 0,0 0 0,13 13 0,-10-9 0,11 9 0,-14-13 0,0 0 0,0 13 0,0-9 0,0-18 0,0-6 0,0-23 0,0 13 0,0 0-978,0-13 978,0-4 0,0-26 0,0 10 0,-7 14 0,0-2-1959,6 5 0,-1-1 1959,-5-12 0,1-2 0,5 2 0,2-2-2158,0-11 0,-2-2 2158,-6 5 0,0-2-1241,6 14 0,1-3 0,-2 1 1241,-5-24 0,1-1-749,5 21 0,2-2 1,-1 0 748,-4 0 0,-1 0 0,1-1-289,2-4 1,2 0 0,-2 0 288,-2 4 0,-1 1 0,1 0 91,3-4 1,2-1-1,-1 2-91,-4 7 0,-1 0 0,1 0 0,2 1 0,2 0 0,-2 1 193,-4-24 1,-1 3-194,0 11 0,1 1 0,4 1 0,0 1 532,-4 12 0,-1 2-532,0-1 0,1 2 2036,2-25-2036,-9 3 0,13 13 0,0 13 2199,-13 4-2199,9 13 0,-9 0 3950,13 13-3950,0-9 3399,0 22-3399,0-22 2198,0 22-2198,0-9 539,0 13-539,0 0 0,0 13 0,0-9 0,0 9 0,0-13 0,0 13 0,0-9 0,0 22 0,0-22 0,0 9 0,0-13 0,0 13 0,0-9 0,0 9 0,0-13 0,0 0 0,-13 0 0,9 0 0,-9 0 0,13 13 0,0-9 0,0 9 0,0-13 0,-13 0 0,9 0 0,-9 0 0,13 0 0,-13 0 0,-4 0 0,1 0 0,-11 0 0,10 0 0,-13 0 0,0 0 0,14 0 0,-11 0 0,11 0 0,-28-13 0,11 9 0,-10-9 0,13 13 0,0-13 0,13 9 0,-9-9 0,9 13 0,0-13 0,-9 9 0,9-9 0,0 13 0,-9-13 0,22 9 0,-22-9 0,22 13 0,-22-13 0,22 9 0,-22-9 0,23 0 0,-24 9 0,10-9 0,1 13 0,-11-13 0,24 9 0,-24-9 0,10 0 0,1 10 0,-11-11 0,11 1 0,-1 10 0,-10-11 0,11 1 0,-1 10 0,-10-11 0,11 1 0,-14 10 0,0-11 0,0 1 0,0 10 0,0-11-614,-13 1 614,9 10 0,-9-24 0,0 24-1451,-4-11 1451,-13 14 0,0-13-2266,-13 10 2266,10-10 0,20 12 0,-1 2 0,-19-1 0,-10 0 0,13 0 0,0 0-1548,0 0 1548,0 0 0,0-14 0,14 11-629,-11-10 629,11 13 0,-1 0 0,-9 0 566,22 0-566,-9 0 0,0 0 0,9 0 1823,-9 0-1823,13 0 0,-13 0 0,10 0 0,-11 0 0,14 0 0,-13 0 0,10 0 0,-10 0 1110,-1 0-1110,11 0 0,-23 0 0,22 0 1351,-22 0-1351,22 0 0,-22 0-418,23 0 418,-24 0 0,24 0 0,-11 0 0,1 0 0,10 0 0,-24 0 0,24 0 0,-24 0 0,24 0 0,-23 0 0,22 0 0,-22 0 0,22 13 0,-22-10 0,23 11 0,-24-14 0,10 0-1350,-13 0 1350,1 0 0,12 0 0,-10 0 0,11 0 0,-14 13 0,0-10 0,0 10 0,0-13 0,0 0 0,0 0 0,0 0 0,1 0 0,-1 0 0,0 0 0,0 0 0,0 0 0,0 0 0,0 0 0,0 0 0,0 0 0,0 0 0,1 0 0,-1 0 0,0 0 0,0 0 0,0 0 0,0 0 0,13 0 0,-9 0 0,9 0-492,1 0 492,-11 0 0,10 0 0,1 0 0,-11 0 0,11 0 0,-1 14 0,-9-11 0,9 10-1446,-13-13 1446,0 0 0,14 0 0,-11 0 0,10 0-92,1 0 92,-11 0 0,24 0 0,-24 0 0,24 0 0,-24 0 0,24 0 0,-23 0 775,22 0-775,-9 14 784,13-11-784,0 10 0,0-13 0,0 0 0,-13-13 0,10 10 0,-11-11 0,15 14 0,-1 0 0,0 0 0,0 0 0,0 0 0,0 0 0,0 0 0,-13 0 0,9 0 0,-9 0 0,13-13 0,-13 10 0,9-11 871,-22 14-871,23 0 0,-24 0 0,24 0 0,-24 0 0,24 0 64,-24 0-64,11 0 0,-1 0 0,-9 0 0,9 14 0,-13-11 0,13 10 0,-9-13 0,9 0 0,1 0 0,-11 0 0,24 0 0,-24 0 0,24 0 0,-24 0 37,24 0-37,-10 0 0,13 14 0,-13-11 0,9 10 0,-22-13 0,23 0 0,-11 0 0,14 0 247,0 14-247,0-11 0,-13 10 267,10-13-267,-10 0 0,13 14 0,0-11 1137,0 10-1137,0-13 0,0 0 0,0 14 0,0-11 0,0 10 0,0-13 0,0 14 0,0-11 723,-13 10-723,10-13 0,-11 14 0,14-11 0,0 10 0,0-13 0,0 0 40,1 0-40,-1 0 511,0 0-511,0 0 0,0 13 0,0-9 0,13 9 0,-10-13 0,24 0 0,-23 0 0,22 0 0,-22 0 0,22 0 0,-9 0 0,0 0 0,9 0 0,-9-13 0,0 9 0,9-9 0,-9 13 0,13 0 0,-13 0 0,9 0 0,-9 0 0,0 0 0,9 0 0,-9 0 0,0 0 0,9 0 0,-9 0 0,13 0 0,-13 0 0,10 0 0,-11 0 0,1 0 0,10 0 0,-11 0 0,14 0 0,-13 0 0,10 0 0,-11 0 0,14 0 0,0 0 0,0-13 0,0 10 0,0-11 0,0 14 0,0 0 0,0 14 0,14-11 0,2 10 0</inkml:trace>
  <inkml:trace contextRef="#ctx0" brushRef="#br0" timeOffset="25657">3205 11921 24575,'17'0'0,"-4"0"0,-13 0 0,0 0 0,-13 0 0,9 0 0,-9 0 0,13 0 0,0 0 0,0-13 0,0 10 0,0-11 0,0 14 0,0 0 0,0-13 0,0 10 0,0-11 0,0 14 0,0 0 0,-13 0 0,9 0 0,-9-13 0,13 10 0,0-11 0,0 14 0,0 0 0,0-13 0,0 10 0,0-11 0,0 14 0,0 0 0,0-13 0,0 10 0,0-11 0,0 14 0,0 0 0,-13 0 0,9 0 0,-9 0 0,13 0 0,0 0 0,13 0 0,-9 0 0,9 0 0,-26 0 0,9 0 0,-9 0 0,13 0 0,0 0 0,0 14 0,0-11 0,0 10 0,0-13 0,0 14 0,0-11 0,0 24 0,0-24 0,0 24 0,-13-11 0,9 14 0,-9 0 0,13 0 0,0 0 0,-13 13 0,9-9 0,-9 9 0,13-13 0,0 0 0,-13 0 0,10 0 0,-11 0-588,14 13 588,0-10 0,0 10 0,0-13 0,0-13 0,-13 10 0,10-11 0,-11 1 0,14 10 0,0-24 588,0 10-588,0 1 0,0-11 0,0 10 0,0-13 0,0 0 0,0-13 0,0 10 0,0-11 0,0 14 0,14 0 0,-11-13 0,10 10 0,-13-24 0,0 10 0,0-13 0</inkml:trace>
  <inkml:trace contextRef="#ctx0" brushRef="#br0" timeOffset="26023">3055 12041 24575,'0'17'0,"0"-4"0,0-13 0,14 0 0,-11 0 0,23 0 0,-22 0 0,22 0 0,-9-13 0,13 9 0,0-9 0,-13 13 0,9 0 0,-9 0 0,13 0 0,-14 0 0,11 0 0,-24-13 0,24 9 0,-10-9 0,-1 13 0,11 0 0,-24 0 0,24 0 0,-24 0 0,24 0 0,-24 0 0,10 0 0,1 0 0,-11 0 0,10 0 0,-13 0 0,0 0 0,-13 0 0,10 0 0,-11 0 0</inkml:trace>
  <inkml:trace contextRef="#ctx0" brushRef="#br0" timeOffset="26323">3415 11742 24575,'0'16'0,"0"-3"0,0 1 0,0 2 0,0 14 0,0 0 0,0 0 0,0 27 0,13-7-1598,-10 10 1598,11-4 0,-14-9 0,0-1-942,0-2 942,0-1 0,13-10-308,-10 11 308,11-15 0,-14 1 0,0-13 0,0 10 1491,0-24-1491,0 10 1005,0 1-1005,0-11 352,0 10-352,0-13 0,0 14 0,0-11 0,0 10 0</inkml:trace>
  <inkml:trace contextRef="#ctx0" brushRef="#br0" timeOffset="26665">3954 11861 24575,'-14'17'0,"11"-4"0,-10 1 0,0-11 0,9 24 0,-9-11 0,0 14 0,9 0 0,-22 0 0,22 0 0,-9 0-511,13 13 511,0-10 0,-13 11 0,9-1 0,-9-10 0,26 11 0,-9-14 0,9-1 0,-13 1 0,0-13 0,13 10 0,-9-24 0,9 24 0,0-24 511,-9 24-511,9-24 0,0 10 0,-9-13 0,9 0 0,0 0 0,-10-13 0,24 10 0,-24-24 0,11 10 0</inkml:trace>
  <inkml:trace contextRef="#ctx0" brushRef="#br0" timeOffset="26991">4133 12011 24575,'17'0'0,"10"0"0,-24 0 0,10 0 0,-13 0 0,0 13 0,14-9 0,-11 22 0,10-9 0,-13 0 0,0 9 0,0-9 0,0 13 0,0 0 0,0 0 0,0 0 0,14 0 0,-11 0 0,10 0 0,-13-14 0,0 11 0,0-24 0,14 24 0,-11-24 0,10 24 0,-13-24 0,0 10 0,0-13 0,0 0 0,14 0 0,-11 0 0,10 0 0,1-13 0,-11 10 0,10-24 0,0 24 0,4-11 0</inkml:trace>
  <inkml:trace contextRef="#ctx0" brushRef="#br0" timeOffset="27198">4133 12221 24575,'17'16'0,"10"-2"0,-24-14 0,24 0 0,-11 0 0,14 0 0,0 0 0,0 0 0,0-14 0,0 11-505,13-10 505,-9 13 0,9 0 0,-26-14 0,9 11 0,-9-10 0,-1 13 0,-2 0 0</inkml:trace>
  <inkml:trace contextRef="#ctx0" brushRef="#br0" timeOffset="27507">4643 11861 24575,'16'14'0,"11"-11"0,-24 24 0,24-11 0,-10 14 0,-1 0 0,-2 0 0,-1 0 0,-10 0-667,10 13 667,-13-9 0,0 22 0,0-23 0,0 24 0,0-24 0,0 11 0,0-15 0,0 1 108,-13 0-108,10 0 0,-10 0 0,13-13 0,0 10 0,-14-24 0,11 24 125,-10-24 0,13 10 0,0-13 0</inkml:trace>
  <inkml:trace contextRef="#ctx0" brushRef="#br0" timeOffset="27959">5182 12161 24575,'16'0'0,"11"0"0,-24 0 0,11 13 0,-1-10 0,4 11 0,-1-14 0,-2 0 0,-1 0 0,-10 0 0,24 0 0,-24 0 0,11 0 0,-14 0 0,0 0 0,-14 0 0,11 0 0,-10 0 0</inkml:trace>
  <inkml:trace contextRef="#ctx0" brushRef="#br0" timeOffset="28139">5152 12400 24575,'30'0'0,"0"0"0,-14 0 0,11 0 0,-10 0 0,13 0 0,-14 0 0,11 0 0,-24 0 0,24 0 0,-24 0 0,11 0 0</inkml:trace>
  <inkml:trace contextRef="#ctx0" brushRef="#br0" timeOffset="28447">5721 12131 24575,'-17'30'0,"4"0"0,13 0 0,-13 0 0,9 0 0,-9 0 0,13 0 0,0 0 0,0-1 0,0 1 0,13 0 0,-9-13 0,22 10 0,-22-24 0,22 10 0,-9-13 0,13 0 0,0-13 0,0 10 0,-14-24 0,11 10 0,-10-13 0,-1 0 0,-2 1 0,-14 12 0,0-10 0,0 11 0,0-1 0,-14-10 0,-2 24 0,-1-10 0,4 13 0</inkml:trace>
  <inkml:trace contextRef="#ctx0" brushRef="#br0" timeOffset="28823">6889 12311 24575,'17'0'0,"9"13"0,-9-10 0,13 11 0,0-14 0,13 13-1322,-9-10 1322,22 11 0,-9-14 0,13 0 0,-1 0-1118,1 13 1118,-13-10 0,10 10 0,-11-13 0,14-13 0,-13 10-431,-4-10 431,-13 13 0,0 0 0,0-14 0,-14 11 904,-2-10-904,-14 13 1478,0 0-1478,0-14 0,0 11 0,0-10 0</inkml:trace>
  <inkml:trace contextRef="#ctx0" brushRef="#br0" timeOffset="29013">7668 12041 24575,'30'13'0,"-13"4"0,9 0 0,-9 9 0,-1-22 0,11 22 0,-24-22 0,24 22 0,-24-9 0,11 13 0,-14-14 0,0 11 0,0-10 0,0 13 0,0 0 0,0 0 0</inkml:trace>
  <inkml:trace contextRef="#ctx0" brushRef="#br0" timeOffset="29619">8626 12011 24575,'17'0'0,"10"0"0,-24 0 0,24 0 0,-11 0 0,14 0 0,0 0 0,-13 0 0,9 13 0,-9-9 0,0 9 0,-4-13 0,-13 0 0,13 0 0,-9 13 0,9 4 0,-13 0 0,0 9 0,-13-9 0,9 13 0,-9 0 0,13 13 0,-13-10 0,9 11 0,-9-14 0,13 0 0,0-1 0,0 1 0,0 0 0,0 0 0,13-13 0,-9 10 0,9-24 0,0 24 0,-9-24 0,9 10 0,0-13 0,-9 0 0,9 0 0,-13 0 0,13 0 0,-9-13 0,9 10 0,-13-24 0,0 10 0</inkml:trace>
  <inkml:trace contextRef="#ctx0" brushRef="#br0" timeOffset="29812">8567 12251 24575,'16'0'0,"11"0"0,3 0 0,3 0-1536,24 0 1536,-24 0 0,23-14 0,-9 11 0,13-10-1504,-13 13 1504,9-14 0,-23 11 0,11-10 0</inkml:trace>
  <inkml:trace contextRef="#ctx0" brushRef="#br0" timeOffset="30088">9315 12131 24575,'17'0'0,"10"0"0,-11 0 0,14 0 0,0 0 0,13 0-665,-9 0 665,9 0 0,0 0 0,-10 0 0,11 0 0,-1 0 0,-10 0 0,11-13 0,-14 9 164,-14-9-164,11 13 0,-24 0 0,10 0 0,-13 0 0,0 0 0,-13 0 0,-4 0 0</inkml:trace>
  <inkml:trace contextRef="#ctx0" brushRef="#br0" timeOffset="30303">9585 11981 24575,'63'30'0,"-6"-13"0,-41 9 0,11-9 0,-10 0 0,-1 9 0,-2-9 0,-1 26 0,-10-10 0,11 11 0,-28-14 0,11-14 0,-10 11 0,13-10 0,-14 13 0,11-14 0,-10 11 0,13-11 0</inkml:trace>
  <inkml:trace contextRef="#ctx0" brushRef="#br0" timeOffset="30925">10214 12161 24575,'17'0'0,"-4"-13"0,0 9 0,4-9 0,13 13 0,0 0 0,0 0 0,0-13 0,0 9 0,0-9 0,-1 26 0,1-9 0,-13 9 0,10-13 0,-24 13 0,10-9 0,-13 22 0,0-23 0,0 24 0,-13 3 0,10 3-1053,-24 11 1053,10-1 0,-13-10 0,1 10 0,-1-13 0,13 0-237,-10 0 237,24 0 0,-10-13 0,13 10 0,0-24 0,0 10 1039,0 0-1039,13-9 251,-10 9-251,24-13 0,-10 0 0,-1 0 0,11 0 0,-11 0 0,14-13 0,0 9 0,0-22 0,0 23 0,0-24 0,-13 10 0,10-13 0,-11 0 0</inkml:trace>
  <inkml:trace contextRef="#ctx0" brushRef="#br0" timeOffset="31117">10394 12371 24575,'30'0'0,"-14"0"0,11 0 0,-11 0 0,14 0 0,14 0-773,-11-14 773,10 11 0,-13-10 0,0 13 190,0 0-190,-13 0 0,9 0 0,-9 0 0,13 0 0</inkml:trace>
  <inkml:trace contextRef="#ctx0" brushRef="#br0" timeOffset="31829">10933 12400 24575,'16'-16'0,"-2"-11"0,-1 11 0,-10-1 0,11-10 0,-1 11 0,-10-1 0,11-10 0,-14 24 0,0-24 0,0 24 0,0-24 0,-14 24 0,11-10 0,-24 13 0,24-13 0,-24 9 0,24 4 0,-24 4 0,11 9 0,-1-13 0,-9 13 0,22 4 0,-22-1 0,22 11 0,-9-10 0,0 13 0,9 0 0,-9 0 0,26 0 0,-9-1 0,9 1 0,-13 0 0,13 0 0,-9 0 0,22 0 0,-22-13 0,22 10 0,-22-24 0,22 10 0,-9-13 0,-1 0 0,11 0 0,-10-13 0,13 10 0,0-24 0,-14 10 0,11-13 0,-24 0 0,24 0 0,-24 0 0,10 0 0,-13 14 0,14-11 0,-11 11 0,10-1 0,-13 4 0,0 13 0,0-14 0,-13 38 0,10-18 0,-11 24 0,14-3 0,0-11 0,0 14 0,0-13 0,0 10 0,0-24 0,0 10 0,0-13 0,0 0 0,0 14 0,0-51 0,0 27 0,0-33 0,14 16 0,-11 11 0,10-14 0,1 0 0,2 0 0,1 13 0,10-10 0,-11 11 0,14-1 0,0-10 0,0 24 0,0-23 0,-13 22 0,9-9 0,-9 13 0,0 0 0,9 0 0,-22 0 0,22 0 0,-22 13 0,9-9 0,-13 9 0,0 0 0,0 4 0,0-1 0,0 11 0,0-10 0,0 13 0,-13 0 0,9-14 0,-9 11 0,13-10 0,0-1 0,13 11 0,-9-24 0,9 10 0,-13-13 0,13 0 0,-10 0 0,24 0 0,-10-13 0,13 10 0,0-24 0,0 11 0,0-14-1198,0-14 1198,-1 11 0,-12-10-451,10 13 451,-24 0 0,10 0 0,-13 13 0,0-9 0,0 9 0,-13 0 1170,-4 4-1170,-13 13 479,1 0-479,12 0 0,-10 0 0,11 0 0,-14 0 0,13 0 0,-10 0 0,24 13 0,-24-9 0,24 9 0,-24-13 0,11 0 0</inkml:trace>
  <inkml:trace contextRef="#ctx0" brushRef="#br0" timeOffset="32013">12161 12430 24575,'16'0'0,"-2"-13"0,-14 10 0,0-11 0,0 14 0,0-13 0,0 10 0,0-10 0</inkml:trace>
  <inkml:trace contextRef="#ctx0" brushRef="#br0" timeOffset="44037">11574 9856 5734,'14'-38'0,"0"0"0,1-1 0,-1 1 0,3-9 0,-1 1 0,-6 8-2736,-12-8 2736,-6 1 0,-5 0 0,-6 12 0,-6-5 0,1 4-1319,1 4 1,-1 0 1318,-4-5 0,-4-3 0,2 5 0,1 9 0,2 3-181,-3-3 1,-2 2 180,-1-2 0,-1 1 0,-3 0 0,-2 0 0,-1 0 0,-2 0 0,13 8 0,0 0 0,-3 0 0,-1-1 0,-4 0 0,-1 0 0,2 1 0,-3 0 0,2 1 0,-3-1 0,2 1 0,-2-1 0,0 1 0,-2 0 0,-1 1 0,-2 0 0,0 1 0,2 0 0,7 3 0,2-1 0,0 1 0,-2 0 0,-9-3 0,-2 0 0,0 0 0,-1 0 0,9 3 0,-1 0 0,0 0 0,0 0 0,3 0 0,-3 1 0,3-1 0,-1 1 0,-1 0 0,0 0 0,-1-1 0,-2 0 0,1 0 0,-1 1 0,0 0 0,-1 0 0,1 0 0,0 1 0,1 0 0,0-1 0,1 1 0,0 1 0,-2-1 0,1 0 0,-2 0 0,0-1 0,-1 1 0,0 1 0,0 0 0,-1 0 0,0 0 0,1 0 0,2 1 0,-2 0 0,2 0 0,-1 0 0,-1 0 0,1 0 0,-2 0 0,-1 0 0,-1 0 0,1 1 0,-1 1 0,-2 0 0,1 1 0,1 0 0,1 0 0,-1 0 0,2 1 0,0-1 0,-3 1 0,10 0 0,-2 1 0,-1-1 0,-1 1 0,1 0 0,-1 1 0,1 0 0,-1 1 0,-1 0 0,2 1 0,0-1 0,1 1 0,-9 1 0,3-1 0,-1 1 0,-2 1 0,10-2 0,-1 1 0,-1-1 0,0 2 0,-2 0 0,0 1 0,-1 2 0,-1 0 0,-1 1 0,0 1 0,0 0 0,0 1 0,2-1 0,-4 2 0,2 1 0,1 0 0,0 0 0,-2 0 0,0 1 0,7-2 0,-2-1 0,0 1 0,-1 0 0,1 1 0,0-1 0,2 1 0,1 0 0,-3 2 0,1 0 0,2 1 0,0 0 0,2-1 0,2 1 0,-6 2 0,3 0 0,1 0 0,-2 2 0,-2 1 0,-2 1 0,-1 1 0,2 0 0,1-1 0,1 0 0,2-1 0,0 0 0,-2 2 0,3-2 0,-2 1 0,-1 1 0,1 0 0,1-1 0,3 0 0,1 0 0,0 0 0,1 0 0,2-2 0,-1 1 0,3-1 0,0-1 0,-1 2 0,-6 4 0,-2 1 0,2 1 0,2-3 0,5-3 0,3 0 0,-1 3 0,1 5 0,-2 5 0,1 2 0,1-1 0,4-5 0,2-1 0,3-4 0,0 4 0,-6 8 0,-2 5 0,3-1 0,11-7 0,21 12 0,7-2 0</inkml:trace>
  <inkml:trace contextRef="#ctx0" brushRef="#br0" timeOffset="45485">4534 10884 5734,'31'20'0,"7"2"0,-14-9 0,2-1-1639,6 2 1,1-1 880,6 2 1,2-1 757,-10-4 0,0-1 0,4 1 0,7 1 0,3 0 0,3 0 0,-3-1-236,-7-1 1,-1-2-1,1 1 1,2 0 235,-1 0 0,2 1 0,2-1 0,2 0 0,5 0 0,-11-2 0,4-1 0,3 0 0,2 1 0,1-1 0,0 0 0,0 0 0,-2 0 0,-2-1 0,-3 1 0,6 0 0,-4-1 0,-2 0 0,1 0 0,3 0 0,5 1 0,-10-2 0,2 0 0,4 1 0,3 0 0,1 0 0,1 0 0,0-1 0,0 1 0,-1 0 0,-2-1 0,-2 0 0,-3 0 0,-3-1 0,10 0 0,-5 0 0,-3 0 0,-1-1 0,4 0 0,6 0 0,-12 0 0,4 0 0,2 0 0,3 0 0,2 0 0,0-1 0,1 1 0,0 0 0,-1-1 0,-1 1 0,-3-1 0,-1 0 0,-4 1 0,9-1 0,-4 0 0,-3 1 0,-1-1 0,2 0 0,3 0 0,6-1 0,-15 1 0,3 0 0,3-1 0,3 1 0,1-1 0,1 0 0,2 1 0,-1-1 0,1 0 0,-1 0 0,0 0 0,-2 0 0,-2 0 0,-2 0 0,-3 0 0,-3 0 0,13 0 0,-5 0 0,-4-1 0,-1 1 0,0-1 0,4 0 0,6 0 0,-13 0 0,3 0 0,3-1 0,3 1 0,0-1 0,2 0 0,1 0 0,0 0 0,-1 0 0,0 0 0,-2 0 0,-1 0 0,-3 0 0,-3 0 0,-4 0 0,16-1 0,-7 0 0,-3 0 0,-1 0 0,3 0 0,5-2 0,-9 2 0,4-1 0,3 0 0,2-1 0,1 0 0,0 0 0,1-1 0,-2 1 0,-1 0 0,-3 0 0,-4 0 0,-4 1 0,10-2 0,-6 1 0,-3 0 0,1-1 0,5-2 0,-3 2 0,3-2 0,3-1 0,3 0 0,-1 0 0,-1-1 0,-2 1 0,-5 0 0,-4 2 0,4-3 0,-7 2 0,-1-1 0,4-2 0,-1-1 0,3-1 0,4-2 0,-1-1 0,-1 1 0,-4 0 0,-6 2 0,2-4 0,-5 2 0,1-2 0,2-1 0,3-2 0,-2-1 0,-5 0 0,6-16 0,-8 1 0,-6 7 0,-2-1 0,3-9 0,-3-3 0,-8-1 0,-5-5 0,-5 4 0,-3-3 0,-3-1 0,0 5 0,-2-1 0,-1 0 0,-1 1 0,2 6 0,0 1 0,-2 1 0,-3-1 0,-6-5 0,-5-1 0,-1 2 0,2 7 0,-1 4 0,-2 4 0,0-1 0,-4-2 0,2 6 0,3 8 0,-3 2 0,-8 2 0,-6 2 0,4 0 0,-1 1 0,0 1 0,-1 1 0,-3 1 0,4 1 0,6 3 0,-1 0 0</inkml:trace>
  <inkml:trace contextRef="#ctx0" brushRef="#br0" timeOffset="50285">6874 10898 5734,'-2'8'0,"-2"6"0,2-5 0,0 4 0,3-8 0,0-2 0,-2-2 0,-2-1 0,2-1 0,-2 0 0,2-1 0,-2 0 0,1-1 0,-1 0 0,1 0 0,-1 0 0,0 0 0,0-1 0,2 2 0,-1-1 0,1 1 0,0-1 0,1 1 0,12 3 0,1-2 0,12 2 0</inkml:trace>
  <inkml:trace contextRef="#ctx0" brushRef="#br0" timeOffset="50963">8967 10340 5734,'29'6'0,"0"0"0,16 2 0,2-2 0,-12-3 0,1 0-1093,-2 0 1,2-1 0,1 0 950,9-1 0,2-1 0,-2-1-535,-7 1 0,-2 0 0,3 0 677,-2-1 0,2 1 0,0-1 0,1 0 0,3 0 0,0 0 0,0 1 0,-2-1 0,4 0 0,-2 0 0,1 0 0,-2 1 0,1-1 0,1 1 0,-1-1 0,0 1 0,0 0 0,-1 0 0,-2 0 0,2 0 0,-2 1 0,2-1 0,-5 0 0,2 0 0,0 1 0,0 0 0,1-1 0,0 2 0,-1-1 0,-2 0 0,1 1 0,-3-1 0,2 0 0,0 1 0,3 0 0,-2 0 0,-5-1 0,-1 1 0,-4 0 0,18 1 0,-33-3 0,-3 1 1224,-1-1-1224,-6 0 2838,-1 1-2838,-8-3 1506,2 2-1506,-2-4 166,4 2-166,-4-2 0,1 2 0,-10 1 0,5 1 0,-12 4 0,10-1 0,-5 1 0</inkml:trace>
  <inkml:trace contextRef="#ctx0" brushRef="#br0" timeOffset="81385">23122 15250 5734,'4'-1'0,"3"0"0,9 1 0,4 0 0,4-1 0,-3 0 0,2 0 0,-6 0 0,16-2 0,-18 2 0,7-1 0,-21 3 0,-2-1 0,-9 1 0,0 0 0</inkml:trace>
  <inkml:trace contextRef="#ctx0" brushRef="#br0" timeOffset="85847">23782 14774 5734,'-3'1'0,"1"-1"0,2 0 0,-1 2 0,-1-1 0,3 2 0,-2-3 0,2-3 0,-1 1 0,-1-3 0,1 3 0,-3-3 0,2 3 0,-1-2 0,1 0 0,0 1 0,-1 1 0,1 1 0,1 0 0,-1 0 0,1-1 0,0 0 0,0 1 0,-1 5 0,1-3 0,0 4 0,-1-3 0,0 0 0,0 2 0,-3 6 0,1-3 0,-1 3 0,0 3 0,2-4 0,-1 6 0,2-2 0,-1-2 0,0 5 0,0 3 0,1-5 0,0 6 0,1-2 0,0-4 0,-1 3 0,1 2 0,0-8 0,0 6 0,0-7 0,0-4 0,0 2 0,1-2 0,0-2 0,-1-1 0,1-1 0,-1-1 0,2-3 0,-3-2 0,2 0 0,-3-1 0,0 2 0</inkml:trace>
  <inkml:trace contextRef="#ctx0" brushRef="#br0" timeOffset="107106">18939 8630 5734,'4'-9'0,"-1"0"0,-2 4 0,0 1 0,2-3 0,0 1 0,1-1 0,3-2 0,-1 4 0,1-5 0,-1 6 0,-2-1 0,2 0 0,1-3 0,-2 2 0,2-2 0,4-5 0,-4 4 0,11-15 0,-10 12 0,15-19 0,-3-1 0,5-7-1039,-4 4 1039,-5 7 0,-4 9-401,-1-2 401,1-1 0,0 0 0,0 0 0,4-7-483,-2 5 1,-1 1 482,3-3 0,2-3 0,6-7 0,-4 4 0,-6 10 0,0 0-477,7-9 1,3-5 0,-5 7 476,-3 3 0,9-11 723,-8 10-723,0 0 0,1 0 0,0 1 0,8-14 0,-7 13 325,-6 6-325,0-1 0,-1-1 0,1-1 0,6-13 0,-4 8 357,-3 7-357,5-7 0,1 1 0,-3 6 0,4-5 0,1 1 0,-6 7 0,11-12 0,-12 14 1289,9-12-1289,-10 13 0,3-5 0,2-7 0,-7 9 0,6-11 0,-8 15-87,2-5 87,-3 6 0,3-1 0,-4 2 648,-2 5-648,1-2 481,-1 2-481,-3 2 98,2-1-98,-3 4 0,0 1 0,-3 4 0,2 0 0,-2 1 0,2-3 0,0 2 0,-10-4 0,2 3 0,-10-4 0</inkml:trace>
  <inkml:trace contextRef="#ctx0" brushRef="#br0" timeOffset="107789">19266 7347 5734,'3'-4'0,"2"-5"0,4-9 0,0 3 0,11-18 0,-9 18 0,9-17 0,-11 19 0,3-6 0,-6 10 0,-3 3 0,3-1 0,-5 4 0,1 4 0,-3 2 0,0 4 0,-2 6 0,1 0 0,-2 7 0,-1 8 0,2-5 0,-3 9 0,1 5 0,1-9 0,0 1 0,1 0 0,0 0 0,1-4 0,1 1 0,0 4 0,0-6 0,1-4 0,0-13 0,0-2 0,0 0 0,1-2 0,0-1 0,-2-7 0,2-2 0,-1-4 0</inkml:trace>
  <inkml:trace contextRef="#ctx0" brushRef="#br0" timeOffset="110230">20571 3781 5734,'4'-8'0,"-2"0"0,-3 4 0,-3 1 0,-15 12 0,-3 4-422,-13 11 422,7-2 0,0 2-1137,5-3 0,0 0 1137,-9 7 0,-1 4 0,11-9 0,0 2 0,1 0 0,-4 3 0,1 2 0,4-6 0,-1 3 0,1 1 0,0 4 0,1 2 0,1 0-222,-2 7 0,3 2 222,3 2 0,1 4 0,4-5 0,4-6 0,4-2-547,6-3 1,3 1 0,1-4 546,0-7 0,3-1 0,4 6 0,1-1 74,10 12-74,-5-12 0,5 3 0,-4-1 0,-2-4 0,-1 0 0,3 2 0,3 2 0,-3 3 0,-2 10 0,-3 3 0,-3-4-232,-3-7 1,-2 1 231,4 9 0,0 6 0,-6-7 0,-8-14 0,-5-1-189,-2 8 0,-4 5 1,0-4 188,1 0 0,-2 0 0,-2 1 0,-3 6 0,-1 0 0,2-7 0,0-2 0,1-2 0,-1 0 0,-2 2 0,2-3 0,-1 2 0,1-3 0,3-8 0,1 0 0,-3 6 0,1-2 0,-3 8 0,-4 6 0,6-12 514,-2 3-514,4-9 0,5-7 0,-1 1 2486,4-8-2486,-3 2 1430,4-4-1430,-3 1 1304,0 0-1304,3-4 0,-3 3 0,3-2 0,0 0 0,0-1 0,2 0 0,0-2 0,0 1 0,-4 3 0,2-1 0,-2 4 0,2-2 0,-9 12 0,5-8 0,-5 9 0,8-11 0,-5 7 0,5-7 0,-4 5 0,8-11 0,0 0 0,-1-2 0,1 0 0,0 0 0,0 0 0,0 1 0,-1-1 0,0 3 0,0-1 0,-2 2 0,0 0 0,-7 9 0,4-6 0,-4 6 0,6-7 0,2-2 0,-3 2 0,2-3 0,-2 2 0,-2 0 0,2 0 0,-3 2 0,0 1 0,1-2 0,0 1 0,1-1 0,2-2 0,-2 2 0,4-3 0,-1-1 0,4-2 0,-1-1 0,2 2 0,-3-1 0,0 3 0,-1-1 0,1 0 0,-1 0 0,1-1 0,0 0 0,0-1 0,0 1 0,4-9 0,0 1 0,2-22 0,-1 10 0,0-19 0,1-2 0,-1 10 0,0-3 0,0 2 0,-3 16 0,1-2 0,-1 5 0,0-1 0,0 6 0,0 2 0,0 0 0,1 13 0,0 3 0,0 8 0,0 0 0,-1-4 0,-1 9 0,-1 1 0,1 0 0,-1 7 0,1-2 0,1-12 0,0 14 0,0-23 0,0 5 0,1-10 0,1-1 0,1-1 0,6-3 0,1 0 0,7-3 0,10-5 0,1 0 0,4-2-154,-1 1 0,0-1 154,5-2-771,-8 4 771,3-2 0,-13 3 0,5-3 0,-11 5 0,3-4 0,-12 5 0,1-2 0,-2-1 0</inkml:trace>
  <inkml:trace contextRef="#ctx0" brushRef="#br0" timeOffset="111004">20932 3754 5734,'-1'-7'0,"1"2"0,-2 7 0,0 3 0,-1 5 0,-1 11 0,1-1 0,1 22 0,1 2 0,2-7-642,-1 4 1,2-3 641,2-18 0,0 0-155,4 2 155,-1-7 0,3 3 0,-3-10 0,9-1 0,-6-6 0,16-14 0,-14 0 1260,7-13-1260,-5-1 0,-3 5 178,1-7-178,-2 1 0,-3 8 0,0-5 0,-2 5 0,-3 6 0,0-6 0,-1 7 0,-1 3 0,0 2 0,2 10 0,-1 1 0,3 4 0,3 14 0,-3-6 0,4 12 0,-2-6 0,0-5 0,-1 4 0,2-1 0,-4-8 0,3 6 0,-3-11 0,0-1 0</inkml:trace>
  <inkml:trace contextRef="#ctx0" brushRef="#br0" timeOffset="111613">21279 3840 5734,'-4'5'0,"-1"6"0,2-1 0,-3 12 0,-1 6 0,1-4 0,-1 3 0,5-15 0,1-1 0,-1 3 0,1-5 0,-1 0 0,-1-3 0,0-9 0,1 1 0,0-9 0,2 1 0,0-2 0,1-8 0,0 3 0,2-5 0,0 6 0,3-4 0,-1 4 0,3-1 0,-3 5 0,1 2 0,1 2 0,-2 1 0,1 2 0,1 2 0,-1 2 0,2 3 0,2 8 0,-2-1 0,2 6 0,-3-3 0,14 28 0,-6-8 0,6 9 0,-6-14 0,-10-19 0,3 3 0,-3-7 0,-1-2 0,6-2 0,17-21 0,-9 6 0,13-15 0,-8-3 0,-9 12 0,5-8 0,-11 14 0,-4 5 0,1-1 0,-3 7 0,0 2 0,-1 5 0,0 3 0,-1 3 0,0 3 0,0 3 0,1 2 0,0 2 0,1 0 0,-1 10 0,1-7-261,0 6 261,0-11 0,0-3 0,0 0 0,1-4 0,-1-2 0,-6-2 0,2-8 0,-5-2 0</inkml:trace>
  <inkml:trace contextRef="#ctx0" brushRef="#br0" timeOffset="111781">21600 3485 5734,'1'-7'0,"0"1"0,0 2 0,4-1 0,-3 2 0,5 1 0,-2 4 0,4 3 0,1 0 0,1 1 0</inkml:trace>
  <inkml:trace contextRef="#ctx0" brushRef="#br0" timeOffset="112031">21830 3567 5734,'-4'-3'0,"-1"0"0,2 2 0,-1 2 0,1 36 0,1-13 0,0 2 0,1 2 0,0 4 0,1-2 0,1 12-267,-1-10 1,1 1 266,0-8 0,0-1 0,0 13 0,1-3 0,1 0 0,-2-3 0,3 13 0,-3-22 0,0-9 0,-2 0 0,-6-9 133,-1-4 0,-3-6 0,3-3 1</inkml:trace>
  <inkml:trace contextRef="#ctx0" brushRef="#br0" timeOffset="112515">22409 3839 5734,'-3'-13'0,"-1"4"0,-2-3 0,-4 4 0,1 3 0,-5 1 0,-10 6 0,7 2 0,-14 11 0,15-3 0,-2 7 0,2 7 0,6-4 0,3 3 0,2 2 0,2 1 0,4 16 0,11-12 0,0-8 0,6 5 0,7-7 0,-5-8 0,24 3 0,-21-13 0,12-2 0,-13-11 0,-5-1 0,4-5 0</inkml:trace>
  <inkml:trace contextRef="#ctx0" brushRef="#br0" timeOffset="112681">22548 3943 5734,'3'6'0,"0"9"0,0-5 0,1 9 0,1 1 0,0-3 0,2 5 0,-1 0 0,-3-7 0,-1 4 0,-2-10 0,-1 0 0,1 0 0</inkml:trace>
  <inkml:trace contextRef="#ctx0" brushRef="#br0" timeOffset="112897">22626 3651 5734,'2'-8'0,"0"1"0,3 1 0,-1 6 0,0 0 0,-2 4 0,-1 3 0,0 3 0,2 2 0,0 1 0</inkml:trace>
  <inkml:trace contextRef="#ctx0" brushRef="#br0" timeOffset="113231">22738 4022 5734,'1'22'0,"-1"-9"0,0 13 0,-1-1 0,1-9 0,0 8 0,0-10 0,0-4 0,0 0 0,0-5 0,0-5 0,0-6 0,0-3 0,-1-6 0,0 0 0,-1-2 0,2-2 0,-1-23 0,2 14-684,-1-15 684,2 21-324,1-4 324,0 7 0,3-3 0,0 10 0,12-7 0,-5 7 0,8-3 0,-2 8 0,-9 7 165,4 1 0,-7 5 0,-1 0 1</inkml:trace>
  <inkml:trace contextRef="#ctx0" brushRef="#br0" timeOffset="113515">23034 3941 5734,'-3'-3'0,"-3"0"0,2 2 0,-3 2 0,-2 6 0,-1 0 0,-4 7 0,-8 18 0,8-9 0,3 5 0,1 1 0,3-2 0,3 20 0,4-27 0,4 3 0,12-6 0,-4-9 0,27-8 0,-18-9 0,11-10 0,-15 1 0,-1-2 0</inkml:trace>
  <inkml:trace contextRef="#ctx0" brushRef="#br0" timeOffset="113949">23271 3367 5734,'-3'6'0,"-1"9"0,0 0 0,-4 25 0,4-10 0,-1 15 0,2-9 0,1 1-2364,0 10 2364,1-9 0,0 0 0,1-8 0,1-3 0,2 16-117,0-9 0,1 0 117,1 4 0,3 8 0,-1-21 0,0 0 0,1 5 0,2-2 0,1-2 0,-3-7-127,12 8 127,-11-20 0,6 0 0,17-22 0,-11 4 982,16-14-982,-18 8 0,-2-3 0,1-16 0,-1-1 0,-3 3 427,-1-8 0,-8 2-427,-24 20 0,0 0-52,-8 15 52,9 11 0,-7 13 0,8 0 0,-4 11 0,9 8 0,7-7 0,7 1 0,3-1 0,5 0 0,0-8 0,3-2 0,19-3-123,-4-10 123,11-5 0,-11-13 0,-1-7 0,0-3 0</inkml:trace>
  <inkml:trace contextRef="#ctx0" brushRef="#br0" timeOffset="114918">21663 3695 5734,'8'-2'0,"-1"1"0,-2 1 0,1 0 0,0 0 0,3-1 0,4-1 0,1 0 0,3 0 0,10-2 0,-6 1 0,8 0 0,-1-1 0,-9 1 0,5 0 0,-2-1 0,-13 2 0,6 0 0,-17 1 0,0 0 0,-2-2 0</inkml:trace>
  <inkml:trace contextRef="#ctx0" brushRef="#br0" timeOffset="115830">20990 4368 5734,'17'2'0,"5"-1"0,25-2-1639,-23 1 1,1 0 1169,11-1 0,5 0 469,-4 1 0,1-1 0,0 1 0,8-1 0,4 1 0,-8 0 0,6 0 0,3 1 0,-2 0 0,-5 0-507,2 0 1,-5 0 0,4 1 506,-5-1 0,2 1 0,2 0 0,0-1 0,-3 2 0,4 0 0,-2 0 0,-1 1 0,-1-1 0,2 1 0,-2 0 0,5 0 0,-7 0 0,5 0 0,2 1 0,0 0 0,-1 0 0,-4-1 0,4 1 0,-3 0 0,-1 0 0,2 0 0,-4-1 0,3 1 0,0 0 0,-2-1 0,-3 0 0,9 1 0,-4-1 0,-3 0 0,1-1 0,-3-1 0,-1 0 0,-2 0 0,-3-1 0,1 0 0,14 0 0,-1-2 0,-18 1 0,-2 0 233,11 0 0,-2-1-233,5-9 0,-26 5 2463,4-7-2463,-31 4 0,-5-2 0,-3-2 0</inkml:trace>
  <inkml:trace contextRef="#ctx0" brushRef="#br0" timeOffset="121248">19957 8716 5734,'-3'-5'0,"1"1"0,0 1 0,1 1 0,0 0 0,0 0 0,1 0 0,-1 0 0,1-1 0,0 0 0,0-3 0,-1 3 0,0-4 0,0 3 0,1-3 0,0 3 0,0-2 0,1 4 0,0-3 0,-1 3 0,0-2 0,0 3 0,0-1 0,0-1 0,1-1 0,-1 1 0,1-2 0,-1 3 0,-2-1 0,0 1 0,-5-1 0,2 0 0,-4-2 0</inkml:trace>
  <inkml:trace contextRef="#ctx0" brushRef="#br0" timeOffset="121683">19920 8411 5734,'-1'-5'0,"-1"1"0,1 2 0,0 0 0,0-1 0,-1-1 0,1 1 0,-1 0 0,2-1 0,0 1 0,1-1 0,2-3 0,-2 3 0,1-4 0,-11-11 0,2 8 0,-5-9 0,5 12 0</inkml:trace>
  <inkml:trace contextRef="#ctx0" brushRef="#br0" timeOffset="122048">19714 8230 5734,'-4'-13'0,"1"6"0,-2-13 0,3 12 0,-2-6 0,-1 0 0,1 4 0,-2-5 0,4 9 0,-1 0 0,1 0 0,0 3 0,0-1 0,-3 0 0,1 2 0,-9-1 0,4 3 0,-5 0 0</inkml:trace>
  <inkml:trace contextRef="#ctx0" brushRef="#br0" timeOffset="122518">19572 7952 5734,'-5'-2'0,"-4"-2"0,1 1 0,-7-3 0,6 2 0,-5-2 0,4 1 0,-10-7 0,7 5 0,-8-5 0,10 6 0,1 1 0,0 0 0,2 0 0,0 0 0,2 0 0,-2-1 0,3 2 0,-3-2 0,5 5 0,-6-3 0,6 3 0,-2-2 0</inkml:trace>
  <inkml:trace contextRef="#ctx0" brushRef="#br0" timeOffset="122884">19248 7755 5734,'-12'2'0,"2"-1"0,0 1 0,2 0 0,-10 2 0,8-1 0,-19 3 0,15-4 0,-9 2 0,10-2 0,4-1 0,-9 1 0,12-2 0,-6 1 0,9-2 0,-3 0 0,3 0 0,-1-1 0</inkml:trace>
  <inkml:trace contextRef="#ctx0" brushRef="#br0" timeOffset="123163">18943 7772 5734,'-6'3'0,"-7"3"0,4-3 0,-13 7 0,12-6 0,-11 2 0,14-4 0,-3 0 0,2 0 0,2 0 0,-1-1 0,1-1 0,1 0 0</inkml:trace>
  <inkml:trace contextRef="#ctx0" brushRef="#br0" timeOffset="123555">18553 7766 5734,'-13'4'0,"1"2"0,5-4 0,0 2 0,2-1 0,1-1 0,-3 0 0,2 0 0,-10 3 0,6-2 0,-6 2 0,4 1 0,2-2 0,-5 2 0,8-4 0,-3 2 0,5-2 0,2-1 0,-3 1 0,2-1 0,0-1 0,2-1 0</inkml:trace>
  <inkml:trace contextRef="#ctx0" brushRef="#br0" timeOffset="123859">18287 7901 5734,'-8'5'0,"-1"0"0,-6 5 0,2-3 0,-4 3 0,-17 11 0,18-11 0,-15 9 0,17-8 0,6-5 0,-8 7 0,10-8 0,-5 5 0,7-7 0,0 1 0</inkml:trace>
  <inkml:trace contextRef="#ctx0" brushRef="#br0" timeOffset="124164">18027 8065 5734,'-9'11'0,"-14"17"0,9-13 0,-9 11 0,14-16 0,1-2 0,-2 3 0,5-4 0,-4 3 0,6-5 0,-1 0 0,2-3 0,1 0 0</inkml:trace>
  <inkml:trace contextRef="#ctx0" brushRef="#br0" timeOffset="124699">17891 8244 5734,'-6'21'0,"2"-6"0,-1 8 0,5-4 0,-1-5 0,1 13 0,-1-13 0,-2 6 0,1-5 0,1-5 0,-2 8 0,2-9 0,0 3 0,1 0 0,1-6 0,-1 3 0,1-3 0,0-3 0,0 2 0,-1-3 0,2-2 0,-1 1 0</inkml:trace>
  <inkml:trace contextRef="#ctx0" brushRef="#br0" timeOffset="125015">17831 8604 5734,'-2'14'0,"2"7"0,0-5 0,1 16 0,1-15 0,1 14 0,-1-11 0,0 9 0,-1-10 0,0 1 0,-1-13 0,1 0 0</inkml:trace>
  <inkml:trace contextRef="#ctx0" brushRef="#br0" timeOffset="125247">17805 9019 5734,'2'9'0,"1"1"0,-1-1 0,0 0 0,5 5 0,-3-6 0,5 8 0,-6-10 0,4 10 0,-4-6 0,2 3 0,-2-5 0</inkml:trace>
  <inkml:trace contextRef="#ctx0" brushRef="#br0" timeOffset="125463">17993 9282 5734,'8'11'0,"3"3"0,-4-7 0,9 9 0,-9-8 0,10 10 0,-11-10 0,4 3 0,-5-5 0</inkml:trace>
  <inkml:trace contextRef="#ctx0" brushRef="#br0" timeOffset="125663">18207 9472 5734,'12'8'0,"-2"-1"0,1 4 0,-4-5 0,5 7 0,-8-8 0,1 3 0,-2-4 0,0 1 0,0-1 0</inkml:trace>
  <inkml:trace contextRef="#ctx0" brushRef="#br0" timeOffset="125818">18401 9600 5734,'5'5'0,"1"-2"0,-2 0 0</inkml:trace>
  <inkml:trace contextRef="#ctx0" brushRef="#br0" timeOffset="126031">18566 9662 5734,'5'4'0,"-1"-2"0,-1 0 0,0-1 0,-1 0 0,1 1 0,-1 1 0,-1 0 0,0 1 0,0-1 0,1 0 0,-1 0 0</inkml:trace>
  <inkml:trace contextRef="#ctx0" brushRef="#br0" timeOffset="126228">18717 9736 5734,'9'0'0,"-2"-1"0,4 1 0,-7 0 0,3 1 0,-5 0 0,1-1 0</inkml:trace>
  <inkml:trace contextRef="#ctx0" brushRef="#br0" timeOffset="126404">18874 9801 5734,'8'2'0,"3"2"0,-5-2 0,8 5 0,-8-4 0,2 6 0,-6-5 0,-2 1 0,0-2 0</inkml:trace>
  <inkml:trace contextRef="#ctx0" brushRef="#br0" timeOffset="126629">19048 9864 5734,'9'-2'0,"6"1"0,-6-1 0,12 0 0,-12 1 0,9 0 0,-11 1 0,1 1 0,-4 0 0,-1-1 0</inkml:trace>
  <inkml:trace contextRef="#ctx0" brushRef="#br0" timeOffset="126830">19273 9887 5734,'8'2'0,"-2"-2"0,1 1 0,-2 1 0,-3-1 0,1 1 0,-2-2 0,0 0 0</inkml:trace>
  <inkml:trace contextRef="#ctx0" brushRef="#br0" timeOffset="127382">19689 9880 5734,'5'-5'0,"1"1"0,-1 2 0,3-1 0,-2 1 0,1-2 0</inkml:trace>
  <inkml:trace contextRef="#ctx0" brushRef="#br0" timeOffset="127980">19728 9630 5734,'6'-6'0,"1"0"0,2-1 0,2-1 0,2-1 0,2-1 0,0-1 0,2-1 0,-1-3 0,2 0 0</inkml:trace>
  <inkml:trace contextRef="#ctx0" brushRef="#br0" timeOffset="129253">7693 10534 5734,'3'-7'0,"1"0"0,0 2 0,-1 3 0,1 2 0,3 16 0,-2-3 0,4 19 0,-5-13 0,0 7 0,-1 22 0,-2-23-508,-1 22 508,-4-32 0,-4 5 0,2-12 0,-4 3 0</inkml:trace>
  <inkml:trace contextRef="#ctx0" brushRef="#br0" timeOffset="129547">7714 10365 5734,'-26'3'0,"2"4"0,-6 16 0,6 1-1639,5 4 1,1 2 1411,-1 13 227,8-14 0,2 3 0,5 11 0,5 0 0,-2-16 0,6 1 0,9 3 0,7 5 0,4-1 0,-3-8 0,-1-8 0,1-4 0,10 7 0,5 2 0,-4-11 0,10-21 0,1-10 0,-21 6 0,-1-1 0,-1-1 0,1-4 0,0-5 0,0-3 0,-2 0 0,-2 2 0,-1-2 0,8-13 0,-5-2 0,-15 10 0,-4 2 0,-1-16 0,-7 11 0,-2 0 0,-5 1 193,-8-4-193,7 19 168,-1 6 0,4 3 1,0 1-1</inkml:trace>
  <inkml:trace contextRef="#ctx0" brushRef="#br0" timeOffset="130059">10044 10694 5734,'9'-18'0,"-1"4"0,5-5 0,5 1 0,-4 4 0,6-3 0,-4 6 0,-4 3 0,1 1 0,-5 30 0,-6-8-482,0 24 482,-7-15 0,-1 1 0,-1 10 0,1-9 0,0 13 0,4-20 0,1 3 0,2-11 0,2-2 0,1-3 482,14-4-482,-5-4 0,11-5 0,-9-1 0,1-2 0,-1-2 0,-2-2 0,1-5 0,0-2 0</inkml:trace>
  <inkml:trace contextRef="#ctx0" brushRef="#br0" timeOffset="130352">10054 10411 5734,'-36'6'0,"2"7"0,1 2 0,-9 7 0,10 8 0,-3 10 0,7-2-1639,11-10 1,2 2 1072,-2 5 1,-1 5 0,5-4 565,8-7 0,4-3 483,0 1 1,3 2-484,6 1 0,3 2 0,1-3 0,-1 0 0,5-2 0,11 6 0,8 2 0,-2-8 0,-8-11 0,4-6 0,8-6 0,9-3 0,0-3 0,-7-2-647,-2-5 0,-2-4 647,8-3 0,4-2 0,-8-2 0,-13 0 0,-5-2-141,0 1 0,-1-5 141,-4-6 0,-2-5 0,-3 3 0,0 1 0,-5-3-38,-7 0 0,-4-7 0,-2 1 0,-3 6 38,-5 2 0,-4 3 0,-2-2 0,-3-1 0,0 5 0,-1 8 0,0 4 0,-1 0 0,0 2 0,0 1 0,0 2 0,1 1 0,1 2 0,-20-6 0,2 5 0,8 2 0,0 1 0</inkml:trace>
  <inkml:trace contextRef="#ctx0" brushRef="#br0" timeOffset="132581">19609 9729 5734,'-12'10'0,"0"-1"0,-8 6 0,7-5 0,-12 5 0,13-8 0,-6 0 0,-7-1 0,-1-1 0,1 0-332,-1 0 0,2-1 332,10-2 162,-4-1-162,9 0 0,-6 0 0,11-1 0,-1 0 0,0 2 502,3 0-502,-2 2 0,2 0 0,1-2 0,1-1 0</inkml:trace>
  <inkml:trace contextRef="#ctx0" brushRef="#br0" timeOffset="132834">19226 9890 5734,'-7'0'0,"0"0"0,3-1 0,1 0 0,0 0 0,1 0 0,1 1 0,4 3 0,-2-2 0,3 3 0,-1-2 0,-1-1 0,1 0 0</inkml:trace>
  <inkml:trace contextRef="#ctx0" brushRef="#br0" timeOffset="185405">23190 8592 5734,'0'-29'0,"0"12"0,0-14 0,0 18 0,0-7 0,0 5 0,0-5 0,0 1 0,0 4 0,0-4 0,1 1 0,0 4 0,1-3 0,-1 2 0,0 3 0,0-2 0,0 5 0,1-4 0,0 4 0,-1-4 0,0 4 0,1-3 0,-2 3 0,1-2 0,0 1 0,-1 0 0,0-4 0,0 4 0,-2-5 0,0 8 0,0-4 0,1 4 0,-1-6 0,-1 4 0,0-5 0,1 5 0,0-5 0,-1-8 0,0 5 0,1-4 0,0 13 0,0-6 0,1 5 0,-2-4 0,2 7 0,-1 0 0,0 0 0,-2-1 0,-6-4 0,2 0 0,-5-4 0</inkml:trace>
  <inkml:trace contextRef="#ctx0" brushRef="#br0" timeOffset="185751">22898 7270 5734,'-9'-14'0,"-4"-5"0,7 7 0,-4-3 0,-3-9 0,5 8 0,-12-27 0,11 22 0,-5-15 0,6 15-799,-1-1 799,1-1 0,0-1 0,0 0 0,-3-7 0,-4-5 0,-1 1 0,-3 5 0,-3 3 0,-3 2 0,-6 4 0,8 8 0,1 1 0</inkml:trace>
  <inkml:trace contextRef="#ctx0" brushRef="#br0" timeOffset="185983">22003 6451 5734,'-10'-15'0,"-7"-8"0,3 3 0,-5-6 0,-5-12 0,8 13 0,-7-14 0,5 7 0,4 8 0,1 3 0,-1 1 0,-3-3-214,-8-6 1,6 8 0,-1 1-1</inkml:trace>
  <inkml:trace contextRef="#ctx0" brushRef="#br0" timeOffset="186166">21038 5546 5734,'-17'-12'0,"-12"-12"0,12 8 0,-15-19 0,20 18-108,-4-8 0,8 11 0,1 1 0</inkml:trace>
  <inkml:trace contextRef="#ctx0" brushRef="#br0" timeOffset="186310">20164 4982 5734,'-9'-13'0,"1"-1"0</inkml:trace>
  <inkml:trace contextRef="#ctx0" brushRef="#br0" timeOffset="186843">17767 4299 5734,'-40'-17'0,"2"3"0,13 5 0,0 3 0,-1 0 0</inkml:trace>
  <inkml:trace contextRef="#ctx0" brushRef="#br0" timeOffset="187019">16668 4519 5734,'-20'2'0,"5"-1"0,-10 1 0,13-1 0,-21 9 0,22-3 0,-12 7 0</inkml:trace>
  <inkml:trace contextRef="#ctx0" brushRef="#br0" timeOffset="187246">15674 5052 5734,'-44'12'0,"15"-4"0,-1 0 0,-13 3 0,7-2 0,0 1 0,4-1 0,7-2 0,1 1-479,7 0 479,-3 3 0,7-1 0,-6 10 0,5-4 0,-2 5 0,-1 1 0,-1 3 0,-2 7 0,-1 0 0,3-3 0,4-5 0,1-1 0</inkml:trace>
  <inkml:trace contextRef="#ctx0" brushRef="#br0" timeOffset="187384">14754 5951 5734,'-24'21'0,"-6"12"0,8-7 0,1 4 0,1 2-516,2 2 1,4-6 0,2-1 0,3 2 0</inkml:trace>
  <inkml:trace contextRef="#ctx0" brushRef="#br0" timeOffset="187701">14213 8387 5734,'-4'29'0,"0"0"0,0 16 0,1-1 0,2 3-1244,2 0 0,1-1 1244,3-1-508,-1-16 0,0 0 508,4 11 0,1-1 0,2-1 0</inkml:trace>
  <inkml:trace contextRef="#ctx0" brushRef="#br0" timeOffset="187869">14394 9725 5734,'-1'41'0,"1"-3"0,5 0-1874,0-9 1874,5 9 0,6 0 0,-2-8 0,6 9 0,4 2 0,-3-11 0,-8-10 0,1 1 0</inkml:trace>
  <inkml:trace contextRef="#ctx0" brushRef="#br0" timeOffset="188016">14846 10705 5734,'12'23'0,"0"-1"0,11 20 0,-11-19-1273,3 1 1273,1-1 0,10 12 0,-5-8 0,8 9 0,-8-11 0,2 0 0,-1 0 0</inkml:trace>
  <inkml:trace contextRef="#ctx0" brushRef="#br0" timeOffset="188303">16380 12162 5734,'35'13'0,"1"-3"0,0-1 0,3-1-547,6 0 1,0-1 0,-2-3 0,-13-1 0,-1 0 0</inkml:trace>
  <inkml:trace contextRef="#ctx0" brushRef="#br0" timeOffset="188461">17693 12349 5734,'19'4'0,"0"0"0,15 1 0,-7-2-404,11-1 0,-7-2 0,0-2 0</inkml:trace>
  <inkml:trace contextRef="#ctx0" brushRef="#br0" timeOffset="188706">19252 12311 5734,'25'-4'0,"-3"0"0,-10 2 0</inkml:trace>
  <inkml:trace contextRef="#ctx0" brushRef="#br0" timeOffset="189017">20532 12234 5734,'15'-10'0,"0"-1"0,10-5 0,-3 3 0,8-5 0,7 1-311,8-1 0,-23 8 1,2 1-1,21-7 0</inkml:trace>
  <inkml:trace contextRef="#ctx0" brushRef="#br0" timeOffset="189183">21372 11901 5734,'10'-13'0,"2"-2"0,22-14 0,-9 10-479,-3 4 1,1 0 478,2 2 0,-1 2-1598,17-8 1598,-12 6 0,-1 0 0,14-6 0,2-1 0</inkml:trace>
  <inkml:trace contextRef="#ctx0" brushRef="#br0" timeOffset="189317">22308 11270 5734,'-3'-36'0,"1"0"0,-1 4 0,4 1 0,19-11-3083,1 8 3083,-5 11 0,4-1 0,6-3 0,3 2 0,-6 5 0,1-1-245,11-6 1,1 0-1,-7 8 1,-1 2-1,3-1 1,-1 0 0</inkml:trace>
  <inkml:trace contextRef="#ctx0" brushRef="#br0" timeOffset="189391">23212 10595 5734,'14'-15'0,"-4"1"0,-13 2 0,-2 2 0,-5-4 0,0 3 0</inkml:trace>
  <inkml:trace contextRef="#ctx0" brushRef="#br0" timeOffset="255552">3989 15302 5734,'4'5'0,"-1"-1"0,2 0 0,-3-2 0,3 1 0,1-2 0,-2 0 0,3 0 0,6-3 0,-4 1 0,30-8 0,-23 6 0,20-6 0,-18 6 0,-4-1 0,4 0 0,2 0 0,-4 1 0,9-2 0,-10 3 0,13-3 0,-14 3 0,6 0 0,-10 1 0,4 1 0,-3 0 0,13-1 0,-11 0 0,8-1 0,-5 2 0,-4 0 0,10 2 0,-8-1 0,4 2 0,-6-1 0,6 2 0,-5-1 0,4 1 0,0 1 0,-3-2 0,18 3 0,-14-4 0,9 1 0,-4-2 0,-6-1 0,7 0 0,-9-1 0,2 1 0,19-1 0,-15 0 0,14 1 0,-11-1 0,-7 1 0,6 0 0,2 0 0,-4 0-325,6 0 325,-7 1 0,1-1 0,0 1 0,24-1 0,-16 0-814,17-1 814,-20-1 0,1 1 0,11-4 0,-10 2 0,9-2 0,-14 1 0,13-2 0,-15 2-257,16 0 257,-25 2 290,5 2-290,-6 0 0,-4 1 0,2 1 204,-3 2 0,-1-1 1,1 1-1</inkml:trace>
  <inkml:trace contextRef="#ctx0" brushRef="#br0" timeOffset="256833">9541 15290 5734,'-1'3'0,"5"-4"0,1-1 0,5-2 0,21-7 0,-14 6 0,15-5 0,-19 7 0,5-1 0,-3 2 0,5-1 0,2 3 0,-6 0 0,6 1 0,0 2 0,-4-2 0,24 4 0,-18-3 0,15 0 0,5-1 0,-16 0 0,17-1 0,-11 0 0,-7 1 0,18-1 0,-18-1 0,9 1 0,0 0-853,-7 0 853,7 0 0,-11 0 0,0 0 0,7 0 0,-1 0 0,-1 0 0,-2 1 0,8 0 0,-2-1 0,-6 0 0,7 0 0,-9 0 0,-1-1 0,8-1 0,-7 1 0,1 0 0,17-1 0,-4-1 0,2-1 0,-13 2 0,1 0 0,8-2 0,3 1 0,-6-1 0,9 0 0,-12 1 0,5-1 0,-5 1 0,13-2 0,-13 2 0,6-1 0,-6 1 0,15-1 0,-12 0 0,2 1 0,-9 2 0,-1-1 0,16 0-687,-16 1 0,0 0 687,10 0 0,-9 0 0,-1 0 0,15 0 0,-13 1 0,-2-1 0,13 0 0,0-1 0,1 1 0,1 0-51,0-1 51,6 0 0,0-1 0,-21 1 0,0 1-692,14-2 0,6 0 0,-8 0 692,6 0 0,3 1 0,-1-1-272,-11 1 272,-9 1 0,-1 0 780,0 0-780,-9 1 41,5 0-41,-13 0 2269,-1 1-2269,-6 0 1251,-9 2-1251,-3 0 285,-8 5-285,-5-1 0,-3 2 0,-3-1 0</inkml:trace>
  <inkml:trace contextRef="#ctx0" brushRef="#br0" timeOffset="256983">13020 15415 5734,'17'-21'0,"-4"4"0,3-4 0</inkml:trace>
  <inkml:trace contextRef="#ctx0" brushRef="#br0" timeOffset="262907">23288 9324 5734,'-1'-5'0</inkml:trace>
  <inkml:trace contextRef="#ctx0" brushRef="#br0" timeOffset="270532">4654 16370 5734,'5'2'0,"0"0"0,-5-2 0,0 1 0,2 0 0,-1 1 0,2 1 0,-2 1 0,2 9 0,-1-1 0,1 9 0,-1 5 0,0-5 0,1 7 0,0-4 0,0 0 0,0-3 0,3 19 0,-2-33 0,-2-3 0,10-6 0,-2-4 0,10-9 0,10-13 0,-3 3-319,-8 7 1,1-1 318,4-2 0,0 0-809,-5 5 1,0-1 808,5-4 0,1-1 0,7-6 0,-1 1 0,-11 9 0,0 0 0,10-9 0,0 0 0,-8 8 0,-2 0 0,10-8 0,-11 10 0,-2 0-420,4-3 420,-2 2 0,9-10 0,-14 14 0,5-6 0,-15 16 0,-2 4 502,-2 2-502,0 3 408,-3 4 0,2 0 0,-2 1 1</inkml:trace>
  <inkml:trace contextRef="#ctx0" brushRef="#br0" timeOffset="281819">9713 16170 5734,'13'0'0,"13"1"0,-2 3-1919,15 0 1919,-3 0-1128,6 1 1128,5 1 0,-6-1 0,2 0 0,-10-1 0,5 0 0,2 0 0,9 0 0,0 1 0,-5-1-647,-7 0 1,-3-2 0,2 1 646,5 1 0,4-1 0,0 1 0,-1-1 0,-7 1 0,0-1 0,0 0 0,-3 0-250,4 0 1,-2 0 0,2 0 249,8 1 0,3 1 0,-2 0 0,-3-1 0,-1 0 0,1 1 0,-5-1 0,2 0 0,-1 0 0,-1 0 0,5 0 0,-1 0 0,-1-1 0,4 1 0,0 0 0,-7-1 0,-8-1 0,-3-1 0,-2-1 0,0 1 0,-2-1 0,0 0 0,5-1 0,-1-1 0,12-1 0,5-1 0,-21-1 655,2 0-655,-11 0 2557,3 2-2557,-11 2 1357,4 1-1357,-6-1 886,1 1-886,-7-1 0,-1 0 0</inkml:trace>
  <inkml:trace contextRef="#ctx0" brushRef="#br0" timeOffset="282221">12716 15790 5734,'13'-4'0,"0"2"0,-9 4 0,3 0 0,-4 5 0,-2 1 0,-1 4 0,-10 18 0,1-9 0,-9 16 0,-2 0-1234,3-8 1234,-5 10 0,1-2 0,7-10 0,-2 6-430,6-4 430,8-13-189,22 4 189,1-20 0,21-4 0,-5-8 0,3-4 0,-1 1 0,0 0-776,-7 2 1,0 0 0,0 0 775,7-4 0,-2 1 0,-10 4 0,0-1-395,11-4 1,0-1 394,-10 5 0,0 0-57,7-4 0,-1 0 57,-5 2 0,-4 1 0,9-10 0,1-6 0,-21 9 0</inkml:trace>
  <inkml:trace contextRef="#ctx0" brushRef="#br0" timeOffset="282385">14383 15792 5734,'24'-13'0,"-1"1"0,0-2 0,-3 0 0,-7 1 0,0-4 0</inkml:trace>
  <inkml:trace contextRef="#ctx0" brushRef="#br0" timeOffset="287251">4993 17135 5734,'-3'8'0,"-6"36"0,3-15-1264,1 1 0,0 0 1264,1 5 0,1-10 0,1 1 0,0 13 0,1-15 0,1 1-275,3 17 275,0-12 619,4 5-619,7-7 0,-1-13 0,9 2 0,-3-16 0,2-4 0,4-5 0,3-3 217,4-4-217,1-2 0,3-1-724,-4 1 1,5-2 0,-3 2 723,-3 1 0,1 1 0,6-1 0,8-3 0,1 1 0,-7 4-799,-1 2 1,-2 2 798,3 1 0,2-1 0,-3 3 0,-2 2 0,-3 1 0,3 0 0,-1 1 0</inkml:trace>
  <inkml:trace contextRef="#ctx0" brushRef="#br0" timeOffset="287783">9978 17263 5734,'0'-12'0,"-2"5"0,-1 10 0,-2 8 0,-2 6 0,0 5 0,1 0 0,2 9 0,5-9 0,5 5 0,21-11 0,2-9-1237,8-8 0,3-4 1237,-10-2 0,2-2 0,-3 0 0,2-1 0,2-2 0,6-3 0,4-3 0,1 0 0,-5 2-858,-2 0 1,-2 1-1,2 0 858,4-3 0,4-1 0,0 0 0,-3 1 0,-3 1 0,-2 1 0,-3 1 0,4-3 0,-3 1 0,7-4 0,-3 1 0,0-6 0</inkml:trace>
  <inkml:trace contextRef="#ctx0" brushRef="#br0" timeOffset="371512">16234 13299 24575,'0'0'0</inkml:trace>
  <inkml:trace contextRef="#ctx0" brushRef="#br0" timeOffset="417823">12722 14919 5734,'10'-7'0,"2"0"0,5 2 0,5-2 0,3-3 0,4-5 0,3-5 0,-5 1 0,2-3-1093,-2 1 1,2-3 0,-2 0 905,0-3 0,-2 0 187,-2-1 0,-2-2-441,-2-2 1,-2-1 440,-5 8 0,-1-1-10,3-6 1,-1-5 9,-8-1 0,-1-5 0,-2-2 0,1 7-190,0-1 0,-1 0 190,0-1 0,-1-8 0,-1-2 0,1 3 0,-2 10 692,0 7 0,-1 1-692,1-9 0,1-4 0,0 6 1932,0-5-1932,5 1 0,1 0 0,2 0 0,6-3 0,2 2-166,3 6 166,8-3 0,3 1-74,2 7 74,2 2 0,2 2 0,5 3 0,-3 5 0,1 1-53,-14 8 0,2 0 53,4 0 0,4-1 0,-2 2 0,-1 1 0,2 0 0,2 1 0,8-1 0,0 1 0,-5 0-845,7 0 0,1 0 845,-4 1 0,7-1 0,-1 1 0,-6 0-998,3 1 0,-2 0 998,-6 0 0,0 0 0,1 1 0,-3-1 0,0 0 0,-2 1 0,5-1 0,0 0-29,-6 0 0,1 0 0,-3 1 29,0-1 0,1 0 0,7-1 0,5-1 0,-5 0 0,-6 1 0,0 0 0,2-1 0,3 0 0,-3 0 0,1-1 0,-6 0 0,5-1 0,-7 2 0,-4 1 0,-10 1 1785,4-2-1785,-9 4 2149,3-3-2149,-9 4 1661,-1 0-1661,0 1 139,-1-1-139,-1 0 0,-5-3 0,-2 2 0,-12-4 0,2 3-277,-7-5 277,3 2 0,1-2 0,-2 0 0</inkml:trace>
  <inkml:trace contextRef="#ctx0" brushRef="#br0" timeOffset="418003">14965 12958 5734,'-4'-3'0,"7"-4"0,28-8 0,-3 3-498,-4 2 0,3 2 498,1 2 0,0 1-617,19-1 617,-17 2 0,1 2 0,0 3 0,-2 1 0,15 4 0,-17-2 0,0 3 0,-4 2 0,-2 3 0,0 9 0,-2 2 0,-3-5 0,-2 2-293,-2 6 1,-5 1 292,-8 7 0,-4-9 0,-1 1 0,-7 14 0,4-15 0,-2 0 0,-5 2 0,-1-3 0,-9 11 0,7-11 0,-1-1 0</inkml:trace>
  <inkml:trace contextRef="#ctx0" brushRef="#br0" timeOffset="421078">13328 15899 5734,'28'-20'0,"-2"0"0,-8 3 0,11-12-2312,-5 4 2312,6-8 0,-2 0 0,1-1 0,-14 16 0,2-3 0,7-9 0,5-7 0,1-2 0,-5 8 0,-5 4 0,0 1 0,1-2 0,3-5 0,0 1 0,-4 5 0,-4 6 0,0 0 0,7-8 0,3-5 0,-2 5 0,-6 8 0,-1 1 0,6-6 0,3-3 0,-3 6 0,6-5 0,4 3 0,0 0 0,3 1 0,-8 6 0,3 0 0,4 3 0,-1 1 0,-10 5 0,0 1 0,14-5 0,1 1 0,7 3 0,-12 4 0,2 0 0,-9 2 0,2 1 0,10 0 0,8 0 0,1 0 0,-7 1-592,-1 0 1,0 1 591,2-1 0,8 1 0,-2 0 0,-7 0 0,-10 0 0,-1 0 0,4-1 0,3 1 0,-4-1 0,-3 0 0,-1 1 0,8-2 0,1 0 0,-4-1 0,0 0 0,0-2 0,-1 0 0,1 0 0,-2 0 0,-4 0 0,-2-1 181,7-3-181,-3 1 0,-4 0-312,3-1 312,-11 4 903,5-3-903,-14 5 1529,2-1-1529,-6 2 733,-1 0-733,-4 1 461,-21-2-461,8 2 0,-21-2 0,18 3 0,-8 2 0,10-2 0,-8 2 0,9-3 0,-7-1 0,8 0 0,-25-12 0,21 8 0,-17-9 0,22 10 0,-21-9 0,19 8 0,-19-9 0,27 11 0,0 0 0,3 2 0,2 0 0,5-2 0,0 0 0,7-2 0,0 2 0,2-2 0,3 2 0,2-2 0,2 2-418,1 0 418,2 0 0,15 0 0,-8 1-852,9 0 852,-12 2 0,9 2 0,-12 2 0,10 8 0,-20-1 0,-10 38 0,-11-21-152,-1-1 1,-3 1 151,-4-7 0,-1-1-661,-8 11 661,7-9 0,0-1 0,-6 7 0,0 1 0,1-1 548,2-2-548,-1-1 0,0-1 0,-1-1 0,-13 6 0,8-9 0,-7 4 0</inkml:trace>
  <inkml:trace contextRef="#ctx0" brushRef="#br0" timeOffset="422407">13729 16930 5734,'-9'1'0,"1"0"0,1-1 0,1 0 0,2-1 0,1 0 0,1-1 0,1 0 0,6-3 0,1 0 0,5-3 0,12-4 0,-2 1 0,12-4 0,-2 3 0,1 1-319,-10 3 1,2 0 318,15-4 0,8-1 0,-4 1-530,-10 4 1,2 0 529,4 0 0,8-2 0,1 2 0,-7 0-1391,2 2 0,-1 0 1391,1 0 0,3 0 0,-1 0 0,-9 3 0,-2 1 0,-1-1-628,6 1 0,0-1 628,-6 2 0,1-1 0,-2 1 0,2 0 0,-2 0 0,1 0 0,-1 0 0,-2 0 0,2 0 0,3 0 0,2-1 0,0 0 0,7-1 0,-1 0 0,-8 0 0,0 1 0,-2-1 0,1-1 0,-4 0 0,-3-1 0,-2 0 0,13-2 0,6-4 0,-18 4 0,-2 0 0,0 0 0,1-1 0,15-4 1673,-20 6-1673,-5 1 1650,0 0-1650,-7 4 1386,-6 1-1386,1-1 1025,-2 1-1025,1-1 0,-1 1 0,0 0 0,-14 1 0,8 0 0,-12 0 0,10-1 0,0 0 0,-7-1 0,3 0 0,-4 1 0,4-2 0,-7 1 0,4 0 0,-4-1 0,5 0 0,-18-6 0,7 3 0,-9-3 0,14 4 0,2 1 0,5 1 0,-4 1 0,7 0 0,-1 0 0,0 1 0,1-1 0,0 0 0,1 1 0,1 0 0,0 0 0,0 0 0,0 0 0,0 1 0,2 0 0,1 1 0,-1-1 0,2 0 0,0 0 0,0 0 0,0 0 0,0-1 0,1 0 0,16 1 0,-5-1 0,19 1 0,4 0 0,-7 0-387,3 0 1,-1 0 386,-8 0-408,10 2 408,-8-1 0,7 2 0,-10-1-24,0 1 24,-1 0 0,-1 0 0,2 1 0,-5-1 738,6 4-738,-11-2 440,1 1-440,-9 10 27,-2-5-27,-4 9 0,-6 1 0,2-3-425,-5 6 425,3-5 0,-5 11 0,2-8-701,-4 9 701,5-9 0,0-1-410,1 0 410,0-1 0,2-1 0,2-2 0,0-2 0,2 1 377,3-6-377,-1 1 174,3-9 0,0-5 1,0-2-1</inkml:trace>
  <inkml:trace contextRef="#ctx0" brushRef="#br0" timeOffset="429838">12182 8010 5734,'-5'2'0,"1"-1"0,2 1 0,13 1 0,-2-3 0,33-7 0,7-3 0,-26 4 0,2 0-820,12-3 1,10-2 0,1-1 0,-8 3 761,-8 1 1,1 1 57,6-2 0,8-1 0,0 0 0,-9 2 0,-13 3 0,-1 1 0,9-1 0,4 0 0,-11 2 0,-13 4 0,1 1 0,-21 2 0,-17 10 0,-2 0 0,8-4 0,-5 3 0,0 1 0</inkml:trace>
  <inkml:trace contextRef="#ctx0" brushRef="#br0" timeOffset="430204">12769 7701 5734,'-11'0'0,"1"0"0,9 0 0,0 0 0,6 1 0,-3 0 0,3 4 0,-4-1 0,2 9 0,-2-5 0,2 6 0,-1-5 0,1-1 0,4 4 0,-1-4 0,2 1 0,-1-2 0,2 3 0,-1-1 0,2 3 0,-4-3 0,0 4 0,-3-3 0,1 13 0,-4-9 0,-1 5 0,-2-8 0,1-1 0,-1-2 0,0 1 0,0-2 0,0-1 0,1-1 0,1-2 0,0-3 0,2-1 0</inkml:trace>
  <inkml:trace contextRef="#ctx0" brushRef="#br0" timeOffset="430467">13128 7540 5734,'-5'-11'0,"0"2"0,-1 16 0,2 1 0,-3 20 0,3-4 0,1 12 0,2-5 0,1 0 0,0 12-867,1-11 1,0 5 0,1-5 866,1 14 0,0-12 0,0 1-851,2 11 851,-1-14 0,1 14 0,-4-21 0,0-3 0,-2-11 0,-1-11 0,-2-5 0,0-3 0</inkml:trace>
  <inkml:trace contextRef="#ctx0" brushRef="#br0" timeOffset="430715">12878 7483 5734,'9'0'0,"1"-1"0,4 1 0,2 0 0,25 1 0,-11-1-233,-6 1 1,2-1 232,-1-1 0,-1 1-1061,15-2 1061,-13 1 0,0-1 0,12 0 0,-2-1 0,-1 1 0,11 3 0,1 2 0,-8-2 0,3 2 0,-6 1 0,-27 3 0,-7 0 0,-8 9 0,-4-5 0,-6 6 0</inkml:trace>
  <inkml:trace contextRef="#ctx0" brushRef="#br0" timeOffset="431078">13332 7831 5734,'2'19'0,"0"1"0,1 14 0,0 3 0,0 0-1429,1 3 1,-1-1 1428,0-10 0,-2 0 113,2 6-113,-1-11 0,0 4 608,-1-11-608,0-8 0,-1-26 0,0 1 0,0-25 584,0 14-584,0-4 0,1-15 0,1 11 0,3-12 0,5 5 0,-1 10 0,7-6 0,-2 13 0,0 3 272,3 3-272,-1 3 0,0 3-44,0 5 44,0 2 0,6 6 0,-6 2 0,3 5 0,-8 1 0,-1 3 0,0 0 0</inkml:trace>
  <inkml:trace contextRef="#ctx0" brushRef="#br0" timeOffset="431864">13680 7870 5734,'-19'13'0,"3"1"0,7 0 0,-4 15 0,4-6 0,0 6 0,1 2 0,1 1 0,2-7 0,2 1 0,4 9 0,1-12 0,2 5 0,3-9 0,-1-8 0,4-1 0,3-11 0,-2-2 0,4-8 0,1-9 0,-5-1 0,4-8 0,-3-9 0,-2 8 0,-3-14 0,-1-1 0,-1 8-522,-2 0 1,-1 3 521,-3 16 0,0 2 0,0 4 0,0 2 0,-1 2 0,1 3 0,0 3 0,0 7 1043,1 2-1043,0 6 0,1 23 0,0-10 0,1 2 0,1 1 0,0 1 0,3 2 0,-1 0 0,1-1-679,3 15 679,-4-26 0,0-4 0,0-2 0,0-4 0,1-2 0,-1-4 0,2-3 0,3-7 679,-1-3-679,3-6 0,-4-1 0,0-3 0,1 0 0,-2-2 0,-1 1 0,1-7 0,1-1 0,-2 1-333,2 0 1,-2 3 332,-3 8 0,1-7 0,-3 13 0,0-4 0,-2 16 0,-3 16 0,3-3 0,-3 29 0,4-21 665,1 14-665,2-8 0,1-7 0,0 7 0,5 2 0,-3-13 0,3 7 0,-3-16 0,-2-3 0,2-3 0,14-29 0,-11 11 0,11-25 0,-12 11 0,-3 4 0,5-22 0,-6 24 0,2-10 0,-4 17 0,0 6 0,0 2 0,1 11 0,-1 3 0,2 8 0,-2 2 0,0 3 0,0 1-266,0 2 266,0-1 0,1 0 0,-1-1 0,2 7 0,-1-9 0,2 10 0,-2-16 0,1 1 0,-2-8 0,0-3 0,1-5 266,0-2-266,1-5 0,0 2 0,0-2 0,1-1 0</inkml:trace>
  <inkml:trace contextRef="#ctx0" brushRef="#br0" timeOffset="432216">14262 7946 5734,'-6'-3'0,"-3"-1"0,2 3 0,-5 0 0,-5 4 0,3 1 0,-5 3 0,2 5 0,6-2 0,-2 3 0,18 18 0,0-15-252,11 16 252,-2-22 0,9 5 0,-5-5 0,4 3 0,-5-2 0,-6-4 0,3 2 0,-9 2 0,-5-5 0,-3 4 0,-5-6 0,-5 0 252,2-2-252,-4 0 0,1-5 0,5-2 0,-3-4 0,7-6 0,6 1 0,1-6 0</inkml:trace>
  <inkml:trace contextRef="#ctx0" brushRef="#br0" timeOffset="432481">14589 7611 5734,'-13'-12'0,"2"3"0,-7 1 0,-5 8 0,4 4 0,-5 6 0,7 14 0,2 5 0,0 6-501,2 0 0,3 1 501,8 10 0,1-21 0,2 2 0,1 18 0,1 2-1412,0-9 1,0 1 1411,1-5 0,-1 2 0,2 0 0,0 3 0,2 1 0,-1-3 0,1 8 0,1 0 0,-1-7 0,0 1 0,0 0 0,0-3 0,0 0 0,0-2 0,1 4 0,-1 0 0,3 8 0,-1-1-596,-2-10 1,-1-4 595,3 12-248,-2 3 248,-8-37 540,-4-10-540,-9-29 0,1-1 0,4 8 0,-1 1 0</inkml:trace>
  <inkml:trace contextRef="#ctx0" brushRef="#br0" timeOffset="432663">14511 8110 5734,'37'-11'0,"-1"0"0,0 1-1630,-10 3 1630,9-2 0,-15 4 472,-1 1-472,-3 1 276,-3 2-276,-2 6 0,-6 1 0,-1 7 211,-7 0 1,-2 3 0,-2 1 0</inkml:trace>
  <inkml:trace contextRef="#ctx0" brushRef="#br0" timeOffset="433148">14689 8277 5734,'11'-5'0,"0"-1"0,9-24 0,-10 12 0,2-5 0,-1-1-1054,-3 2 1054,1-9 0,-4 9 0,-1 1 339,-2 1-339,-1-3 174,-2 8-174,-1-1 0,-7 11 0,1 6 541,-5 5-541,-5 35 0,7-14-519,2-1 0,2 1 519,3 0 0,3 0-477,2-1 477,2-1 0,2-2 0,1-3 0,6 5 0,-1-9 0,4 1 0,9-14 0,-9-5 0,22-24 0,-22 5-93,0-2 1,-2-2 92,-2-5 0,2-9-228,-6 11 228,-1 1 0,0 1-268,-2 3 268,-1 3 0,-1 8 0,-3 11 0,-1 42 0,0-13 0,2-1 0,-1 1 0,3 6 533,-1-9-533,1 6 0,-1-14 717,0-2-717,-1-3 310,0-2-310,0-5 0,0-4 0,1-11 636,0-2-636,0-8 0,2 2 0,4-14 0,0 6 0,5-8 0,7-1-331,-3 10 331,8-6 0,3 7 0,-5 7 0,7-1 0,3 5 0,-10 7 0,7-2 0,-15 8 0,-4 3 0,-3 4 0,-5 3 0</inkml:trace>
  <inkml:trace contextRef="#ctx0" brushRef="#br0" timeOffset="433646">12900 8652 5734,'0'-8'0,"-1"5"0,1 14 0,-2 19 0,2 5-803,-1 12 803,3-15 0,1 0-797,-1-6 0,1 0 797,1 8 0,1 1 0,1 2 0,1-2 0,-2-9 0,1 0 0,0 8 0,1-2-238,3 8 238,-3-15 0,0-1 0,3 9 0,-6-5 0,-1-2 0,-2-14 0,-6 9 0</inkml:trace>
  <inkml:trace contextRef="#ctx0" brushRef="#br0" timeOffset="433916">12687 8715 5734,'13'0'0,"1"0"0,3-1 0,4 0 0,4 0 0,14-4 0,5 0 0,-12 1 0,0 1-1236,15-3 0,-2 0 1236,-17 3 0,-3 0 0,7 0-27,5-1 27,-13 2 0,0 0 0,-17 4 0,-5 0 0,-6 0 0,-4 0 0</inkml:trace>
  <inkml:trace contextRef="#ctx0" brushRef="#br0" timeOffset="434101">12805 8994 5734,'10'1'0,"2"-1"0,5-2 0,2-2 0,27-7 0,-18 5 0,11-3 0,-2 2 0,-13 5 0,17-1 0,-36 8 0,-2 1 0</inkml:trace>
  <inkml:trace contextRef="#ctx0" brushRef="#br0" timeOffset="434479">13151 8998 5734,'1'26'0,"-1"-7"0,2 6 0,-1 1 0,1 0 0,1 16 0,1-13 0,-1-9 0,2 4 0,-1-11 0,0-2 0,0-4 0,6-7 0,-3-4 0,12-30 0,-11 13-640,5-21 640,-9 20 0,-1 1-327,0-7 327,-1 10 0,0-5 0,-1 11 0,-1 3 0,1 2 0,-1 1 618,0 5-618,1 11 0,4 23 0,0-6-157,3 12 157,-2-22 0,-1 0 0,2-2 0,-1-1 0,1-2 0,0-2 0,2 0 0,-2-5 506,3-2-506,-2-6 0,0-5 0,1-3 0,-1-2 0</inkml:trace>
  <inkml:trace contextRef="#ctx0" brushRef="#br0" timeOffset="434775">13461 9001 5734,'-2'21'0,"0"0"0,0 1-711,-1 1 711,-1-1 0,-2 19 0,3-21 0,-2 13 231,3-27-231,0-3 118,0-4-118,0-5 0,2-10 0,1 2 0,2-7 0,1 5 0,1-1 0,1-1 0,1 1 0,1-1 362,1 1-362,7-10 0,-5 13 0,5-6 0,-7 15 0,-2 4 0,1 4 0,-1 3 0,-1 3 0,7 37 0,-8-23 0,1 6 0,0 0-318,-4-10 318,3 6 0,-2-11 0,1-1 0,1-4 0,1-2 0</inkml:trace>
  <inkml:trace contextRef="#ctx0" brushRef="#br0" timeOffset="434998">13835 8971 5734,'-17'4'0,"4"0"0,-5 4 0,-1 4 0,4-2 0,-2 5 0,2 10 0,9-8 0,3 7 0,4 1 0,4-4-416,6 15 416,-2-23 0,1-2 102,1-2-102,1-3 0,1-2 0,-1-4 0,5-4 0,-4-3 0,3-3 0</inkml:trace>
  <inkml:trace contextRef="#ctx0" brushRef="#br0" timeOffset="435238">13874 8699 5734,'-4'10'0,"-2"21"0,3-8 0,0 3 0,0 2 0,0 5 0,2-1 0,-1 8 0,1-6 0,0 14-1634,0 0 0,1-3 1634,1-15 0,1-3 236,-1 11-236,0-17 661,2 9-661,-2-25 0,2-8 0,-2-7 0,2-5 0</inkml:trace>
  <inkml:trace contextRef="#ctx0" brushRef="#br0" timeOffset="435472">13877 9081 5734,'14'5'0,"-2"-2"0,6 0 0,4-4 0,-3 0 0,4-1 0,1 0 0,-7 0 0,4 0 0,-5 1 0,-5 1 0,2 1 0,-2 8 0,-6-2 0,2 7 0,-7-3 0,-1 2 0,-3 8 0,0-4 0,-1 5 0,-2 2 0,2-9 0,-2 6 0,0-11 0,1-5 0,-2 1 0</inkml:trace>
  <inkml:trace contextRef="#ctx0" brushRef="#br0" timeOffset="435616">14069 8749 5734,'4'7'0,"5"5"0,-1-2 0,4 4 0</inkml:trace>
  <inkml:trace contextRef="#ctx0" brushRef="#br0" timeOffset="435869">14288 9135 5734,'-3'23'0,"0"-1"0,4-8 0,0 0 0,1-1 0,1-1 0,4 0 0,0-5 0,3-2 0,7-10 0,-3-2 0,6-5 0,-6-1 0,0 0 0,-3-2 0,-2 0 0,-4-8 0,-3 5 0,-6-4 0,-10 5 0,-2 6 0,-7 1 0,3 9 0,-7 5 0,0 6 0,0 2 0,11-1 0,7-2 0</inkml:trace>
  <inkml:trace contextRef="#ctx0" brushRef="#br0" timeOffset="436162">14452 9056 5734,'6'6'0,"0"0"0,0 1 0,0 2 0,3 8 0,-2-3 0,3 6 0,4 4 0,-6-10 0,6 7 0,-5-11 0,-3-3 0,6-1 0,-5-7 0,4-3 0,5-11 0,-3 1 0,4-8 0,-4 2 0,0-2 0,4-5 0,-2 0 0,0 1-499,-3 3 499,2-2 0,-6 14 0,-2 4 0,4 13 0,-5 4 0,3 13 0,-4 14 0,0-6-860,3 11 860,-1-14 0,1-1-141,2 6 141,-3-12 0,0 2 0,-3-13 0,-1-3 0</inkml:trace>
  <inkml:trace contextRef="#ctx0" brushRef="#br0" timeOffset="437863">9189 14196 5734,'-7'2'0,"1"-1"0,2 1 0,7 2 0,4 1 0,9 2 0,8 0 0,3-2 0,13 3-1093,-2-3 1,8 0 0,-4-1 1060,-8-1 1,1-1 31,1 0 0,4 0 0,0 0 0,-5-1 0,0 0 0,-1-1 0,7 1 0,2 0 0,-9-1 0,4 1 0,0-1 0,-3 0 0,9 1 0,-2-1 0,-6 0 0,2 1 0,-3-1-759,2 1 0,-3-1 759,-1 1 0,0-1-438,-3 1 0,0 0 438,-2-1 0,-2 1 0,20 0 0,-7 2 978,-9-1-978,-7 2 387,-8-1 0,-6 2 0,-4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13:29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8237 3504 24575,'-17'0'0,"4"0"0,13 0 0,0 0 0,13 0 0,-9 0 0,9 0 0,-13-13 0,0 10 0,13-10 0,-9 13 0,22 0 0,-22 0 0,22-14 0,-22 11 0,22-10 0,-9 13 0,-1 0 0,11 0 0,-10 0 0,-1-14 0,11 11 0,-10-10 0,-1 13 0,11 0 0,-10 0 0,13 0 0,-14 0 0,11 0 0,-24 0 0,24 0 0,-11 0 0,14 0 0,-13 13 0,10-10 0,-11 11 0,1-14 0,9 0 0,-9 0 0,13 0 0,-13 0 0,9 0 0,-9 0 0,0 0 0,9 0 0,-9 0 0,0 0 0,9 0 0,-9 0 0,-1 0 0,11 0 0,-24 0 0,24 0 0,-24 0 0,11 0 0,-1 0 0,-10 0 0,11 0 0,-14 0 0,0 0 0,13 0 0,-10 0 0,11 0 0,-14 0 0,-14 0 0,-2 0 0</inkml:trace>
  <inkml:trace contextRef="#ctx0" brushRef="#br0" timeOffset="1175">14737 3385 24575,'0'16'0,"0"-2"0,0-14 0,0 0 0,0 13 0,13-10 0,-10 11 0,11-14 0,-14 0 0,0 0 0,0 13 0,0-10 0,13 11 0,-10-14 0,11 0 0,-14 0 0,0 0 0,0 13 0,13-10 0,-10 10 0,11-13 0,-14 0 0,13 14 0,-10-11 0,24 10 0,-24-13 0,24 0 0,-10 14 0,12-11 0,-12 10 0,10-13 0,-11 14 0,14-11 0,14 10 0,-11-13 0,10 14 0,-13-11-1020,13 10 1020,4-13 0,0 0 0,9 0-1605,-9 0 1605,13 0 0,0 0 0,-1 0 0,1 0 0,-13 0-971,10 0 971,-24-13 0,10 10-178,-13-11 178,0 14 876,-13 0-876,9 0 1580,-22 0-1580,22 0 1103,-22 0-1103,9 0 0,-26 0 0,-4 0 0</inkml:trace>
  <inkml:trace contextRef="#ctx0" brushRef="#br0" timeOffset="10769">17702 3804 24575,'0'17'0,"0"-4"0,0-13 0,0 0 0,0-13 0,0 9 0,0-9 0,0 13 0,0 0 0,0 13 0,0-9 0,0 9 0,0-13 0,0 13 0,-13-9 0,9 22 0,-9-9 0,13 13 0,0-14 0,-13 24 0,10-20 0,-11 24-779,14-1 779,0-10 0,0 24 0,0-11 0,0 14 0,0 0-1905,0 0 1905,0 0 0,0 0 0,0 0 0,0 0 0,14 0 0,-11 0 0,10-1 0,-13 1-1331,0-13 1331,0 9 0,0-9 0,0 13 0,0-13 0,0 9 0,0-23 0,0 24-583,0-24 583,0 11 428,0-14-428,0-1 1746,0-12-1746,0 10 1461,0-11-1461,13 1 715,-9-4-715,9-13 248,-13 14-248,0-11 0,0 10 0,0-13 0,0 0 0,0-13 0,0 10 0,0-11 0,-13 1 0,9-4 0,-9 1 0,0-11 0,10-3 0,-11-16 0</inkml:trace>
  <inkml:trace contextRef="#ctx0" brushRef="#br0" timeOffset="11916">17492 3774 24575,'17'0'0,"-4"0"0,-13 0 0,0 0 0,14 0 0,2 0 0,14 0 0,0-13 0,14 9-1009,-11-9 1009,23 13 0,-9 0-2069,26 0 2069,-10 0 0,11-13-2553,-1 9 2553,3-9 0,1 13 0,-34 0 0,0 0 0,34 0 0,-32 0 0,0 0 0,0 0 0,0 0 0,0 0 0,0 0 0,0 0 0,-1 0 0,1 0 0,0 0-1312,7 0 1,0 0 1311,-6 0 0,1 0 0,4 0 0,1 0 0,-7 0 0,0 0 0,0 0 0,0 0-647,0 0 1,-1 0 646,1 0 0,0 0 0,1 0 0,-2 0-258,33 0 258,-34 0 0,0 0 0,20 0 0,-3 0 779,-3 0-779,-10 0 1912,-1 0-1912,-3 0 0,-13 0 2321,0-13-2321,0 10 2289,-13-11-2289,10 14 1659,-24 0-1659,23 0 800,-22 0-800,9 0 45,-13 0-45,0 0 0,0 14 0,0-11 0,0 10 0,0-13 0,0 0 0,0 13 0,0-9 0,0 22 0,0-9 0,0 13 0,0 13-958,0-9 958,0 22 0,0-9-1667,0 13 1667,0 0 0,0-5 0,0 3 0,0 15-1669,0-10 1,0 0 1668,0 14 0,0-32 0,0 0-1879,0 31 1879,0-32 0,0-1 0,0 20 0,0 10 0,13 1 0,-9-11 0,9 10-780,-13-13 780,13 0 157,-9-14-157,9 11 0,-13-10 0,13-1 2383,-9-3-2383,9-13 0,-13 0 2090,0 0-2090,13 0 0,-9 0 1947,9-13-1947,-13 9 1459,0-22-1459,13 9 522,-9 0-522,9-9 63,-13 9-63,0-13 0,0 13 0,0-9 0,0 9 0,0-13 0,0 0 0,-13 0 0,9-13 0,-9 9 0,13-9 0,-13 13 0,9 0 0,-9 0 0,0-13 0,-4 9 0,-13-9 0,13 0 0,-23 9 0,7-9 0,-27 0-1956,0 9 1956,0-9 0,1 13-2231,-15-13 2231,11 10 0,-10-11 0,13 14 0,-13-13 0,10 10 0,-11-11 0,14 14 0,-13 0 0,10-13 0,-10 10 0,13-11 0,0 1-1564,0 10 1564,0-11 0,0 14 0,0-13 0,0 10 0,1-11 0,-1 14 0,0 0 0,0 0 0,-13 0 0,9 14 0,-9-11 0,13 10 0,14-13-728,-11 0 728,24 0 0,-10 0 1317,13 0-1317,0 0 2097,13 0-2097,4 0 1849,-1 0-1849,11 0 1001,-10 0-1001,13 0 215,0 0-215,-14 0 0,11 0 0,-10 0 0,13 0 0,0 0 0,0-13 0,0-4 0</inkml:trace>
  <inkml:trace contextRef="#ctx0" brushRef="#br0" timeOffset="12439">18481 4223 24575,'0'-16'0,"0"2"0,0 41 0,13-20 0,-9 33 0,9-10 0,-13 3 0,13 10-1026,-10 0 1026,11-9 0,-1 22 0,-10-22 0,11 22 0,-14-23 0,13 11 0,-10-14 230,11 0-230,-14 0 0,0-1 0,13 1 0,-10-13 0,11 10 0,-14-24 0,0 10 774,0 1-774,0-11 22,0 10-22,0-13 0,0 0 0,-14 0 0,11-13 0,-10-4 0</inkml:trace>
  <inkml:trace contextRef="#ctx0" brushRef="#br0" timeOffset="12789">18481 4553 24575,'30'0'0,"-14"0"0,11 0 0,-10 0 0,13 0 0,0 0 0,0 0 0,0-13 0,0 9 0,-1-9 0,1 13 0,0-13 0,-13 9 0,10-22 0,-24 22 0,24-9 0,-24 0 0,10-4 0,-13 0 0,0-9 0,0 9 0,0 0 0,-13-9 0,10 23 0,-11-24 0,14 24 0,-13-11 0,10 14 0,-11 0 0,14 0 0,0 0 0,0 14 0,0 2 0,0 14 0,0 0 0,0 13-1097,-13 4 1097,10 0 0,3 9 0,3-23 0,10 24 0,-13-24 0,0 24 0,0-24 0,14 10-318,-11-13 318,10 0 0,-13-13 0,0 10 0,0-24 0,0 24 269,0-24 1,0 10 0,0-13 0</inkml:trace>
  <inkml:trace contextRef="#ctx0" brushRef="#br0" timeOffset="13109">19200 4223 24575,'-17'0'0,"4"0"0,13 14 0,0-11 0,-13 24 0,9-11 0,-9 14 0,0 0 0,9 0 0,-22 13 0,22-9-896,-22 9 896,22 0 0,-9-10 0,0 11-257,9-14 257,-9 0 0,13 13 0,0-10 0,0-3 0,0-3 0,0-11 0,0 14 0,13-13 884,-9 10-884,9-24 269,0 10-269,-9-13 0,9 0 0,-13 0 0,13 0 0,4-13 0,13-4 0</inkml:trace>
  <inkml:trace contextRef="#ctx0" brushRef="#br0" timeOffset="13463">19080 4493 24575,'17'0'0,"-4"0"0,0 0 0,-9 0 0,9 0 0,0 0 0,-9 0 0,22 0 0,-23 13 0,24-9 0,-24 9 0,11-13 0,-1 13 0,-10-9 0,11 22 0,-14-9 0,-14 13 0,11 0 0,-10 0 0,13 0 0,-14 0 0,11 0 0,-10-1 0,13 1 0,0-13 0,0 10 0,0-24 0,0 10 0,0 1 0,0-11 0,13 10 0,-10-13 0,11 0 0,-1 0 0,4-13 0,-1 10 0,11-24 0,-10 24 0,13-24 0,-14 24 0,11-24 0,-24 24 0,24-24 0,-24 11 0,10-14 0</inkml:trace>
  <inkml:trace contextRef="#ctx0" brushRef="#br0" timeOffset="13809">19499 4403 24575,'30'63'0,"-13"-6"0,-4-14-1261,-13-10 1261,14 11 0,-11-1 0,10-10 0,-13 24 0,0-24 0,0 10 0,0-13 0,-13 0 357,10 0-357,-11 0 0,14 0 0,0-13 0,0-4 0</inkml:trace>
  <inkml:trace contextRef="#ctx0" brushRef="#br0" timeOffset="14729">19230 4673 24575,'16'0'0,"-2"0"0,-14 0 0,0 0 0,13 0 0,-10 0 0,11 0 0,-14-14 0,0 11 0,13-10 0,-10 13 0,11 0 0,-1 0 0,-10 0 0,24 0 0,-24 0 0,24 0 0,-24 0 0,24-14 0,-24 11 0,24-10 0,-24 13 0,24 0 0,-11 0 0,14 0 0,0 0 0</inkml:trace>
  <inkml:trace contextRef="#ctx0" brushRef="#br0" timeOffset="16048">21836 3834 24575,'0'17'0,"0"-4"0,0-13 0,0 0 0,0 13 0,0 4 0,0 0 0,13 9 0,-10-9 0,11 26 0,-14-10-1312,13 24 1312,-10-11-1650,11 14 1650,-14 0 0,13 0 0,-10 0-2114,10 13 2114,-13-9 0,0 9 0,0-13 0,14 0-1473,-11 0 1473,10-1 0,-13 1 0,0 0 0,0-13 222,0 9-222,0-22 0,0 9 1162,0-13-1162,0 0 0,14 0 0,-11 0 2102,10-14-2102,-13 11 1841,0-24-1841,0 11 996,0-14-996,0 0 226,0 13-226,0-10 0,0-16 0,0 6 0,0-33 0,0 24 0</inkml:trace>
  <inkml:trace contextRef="#ctx0" brushRef="#br0" timeOffset="16903">21836 3594 24575,'0'17'0,"0"-4"0,0-13 0,0 0 0,0 14 0,13-11 0,-10 10 0,11-13 0,-14 0 0,0 0 0,13 0 0,-10 14 0,11-11 0,-14 10 0,0-13 0,13 0 0,-10 0 0,10 0 0,-13 0 0,14 0 0,-11 0 0,10 0 0,-13 14 0,14-11 0,-11 10 0,10-13 0,-13 0 0,0 0 0,14 0 0,-11 0 0,10 0 0,-13 0 0,-13 0 0,10 0 0,-11 0 0,14 0 0,0 0 0,14 0 0,-11 0 0,10 0 0,-13 0 0,0 0 0,14 0 0,2 0 0,14 0 0,0 0 0,13 13-1495,4-9 1495,13 9-2703,13-13 2703,4 0-1548,-33 0 0,2 0 1548,5 0 0,1 0 0,-6 0 0,1 0 0,11 0 0,0 0 0,-4 0 0,-1 0 0,0 0 0,0 0 0,6 0 0,-1 0 0,-12 0 0,1 0 0,11-1 0,1 2 0,-12 6 0,-1-1 0,5-4 0,1 0-1035,-7 5 0,0-1 1035,0-5 0,0-2-729,31 1 729,-32 6 0,-1 1 0,20-3 0,10 9 0,0-13 0,-9 0 706,-4 0-706,-4 0 0,-9 0 2070,-1 0-2070,-2 0 0,-14 0 2452,-1 0-2452,-12 13 2411,10-9-2411,-24 9 1655,10-13-1655,-13 0 799,0 0-799,-13 0 0,-4 0 0,-13 0 0,1 0 0</inkml:trace>
  <inkml:trace contextRef="#ctx0" brushRef="#br0" timeOffset="17443">22584 4163 24575,'-16'44'0,"2"-11"0,14 10-1405,0 1 1405,0-11 0,0 23 0,0-22 0,14 22 0,-11-22 0,10 9 0,-13-13 457,0 0-457,0 0 0,0 0 0,0 0 0,14 0 233,-11-14-233,10 11 0,-13-24 0,0 24 715,0-24-715,0 10 0,0-13 0,0 0 0,-13-13 0,10 10 0,-11-24 0,1 24 0,-4-11 0</inkml:trace>
  <inkml:trace contextRef="#ctx0" brushRef="#br0" timeOffset="17663">22465 4523 24575,'16'0'0,"11"13"0,-10-9 0,12 9 0,1-13 0,0 13 0,0-10 0,0 11 0,-13-14 0,10 0 0,-11 0 0,14 0 0,-13 0 0,9 0 0,-22-14 0,22 11 0,-22-10 0,9 13 0,-13-13 0,0 9 0,0-9 0,0 0 0,0 9 0,0-22 0,0 9 0</inkml:trace>
  <inkml:trace contextRef="#ctx0" brushRef="#br0" timeOffset="17863">22824 4193 24575,'0'17'0,"0"-4"0,0 1 0,0-11 0,0 24 0,0-11 0,0 14 0,0 0 0,0 0 0,0 0 0,0 0 0,0 0 0,0 0 0,0 0 0,13 0 0,-9 0 0,9 0 0,-13 0 0,0-14 0,13 11 0,-9-24 0,9 24 0,-13-24 0,0 24 0,0-24 0,0 11 0,0-14 0,0 0 0</inkml:trace>
  <inkml:trace contextRef="#ctx0" brushRef="#br0" timeOffset="18155">23004 4673 24575,'0'16'0,"0"-2"0,0-14 0,0 0 0,0 13 0,0-10 0,0 24 0,0-24 0,0 24 0,13-11 0,-10 14 0,11-13 0,-14 10 0,0-11 0,0 1 0,0 10 0,0-11 0,0 1 0,0-4 0,0 0 0,13-9 0,-10 9 0,11-13 0,-14 0 0,0 0 0,-14 0 0,11 0 0,-10 0 0,13-13 0,-14-4 0,-2-13 0</inkml:trace>
  <inkml:trace contextRef="#ctx0" brushRef="#br0" timeOffset="18312">23004 4463 24575,'16'-17'0,"-2"4"0,-14 13 0,0 0 0,0 0 0</inkml:trace>
  <inkml:trace contextRef="#ctx0" brushRef="#br0" timeOffset="18899">23393 4223 24575,'0'17'0,"0"10"0,-13-11 0,10 14 0,-11 0 0,1 0-931,10 13 931,-24-9 0,24 9 0,-11 0-852,14 4 852,-13-1 0,10 11 0,-11-24 0,14 11 0,0-1-512,0-10 512,14 10 0,-11-13 0,10 0 0,-13-13 0,14 9 646,-11-22-646,10 9 1088,-13-13-1088,14 13 561,-11-23-561,10 20 0,1-23 0,-11 13 0,10 0 0</inkml:trace>
  <inkml:trace contextRef="#ctx0" brushRef="#br0" timeOffset="19297">23543 4523 24575,'17'0'0,"-4"0"0,-13 0 0,0 13 0,0-9 0,13 9 0,-9-13 0,9 13 0,-13-10 0,0 11 0,0-1 0,0-10 0,0 24 0,0-24 0,13 24 0,-10-24 0,11 24 0,-14-24 0,0 24 0,0-24 0,0 24 0,0-24 0,13 11 0,-10-14 0,11 0 0,-1 13 0,-10-10 0,11 10 0,-1-26 0,-10 10 0,11-10 0,-1 13 0,-10 0 0,11-14 0,-14 11 0,0-10 0,0 13 0,0 0 0</inkml:trace>
  <inkml:trace contextRef="#ctx0" brushRef="#br0" timeOffset="19735">23483 4643 24575,'17'0'0,"9"0"0,-9 0 0,13 0 0,-13 0 0,9 0 0,-23 0 0,24 0 0,-24 0 0,24-14 0,-24 11 0,11-10 0,-14 13 0,0 0 0,0 0 0</inkml:trace>
  <inkml:trace contextRef="#ctx0" brushRef="#br0" timeOffset="20071">23902 4133 24575,'14'30'0,"2"-13"0,1 10 0,10-11 0,-11 14 0,1 0 0,9 0 0,-9 0 0,0 0-942,9 13 942,-22-9 0,22 22 0,-22-22 0,9 9 0,-13 0 0,0-10 0,0 24 0,0-24 0,-13 10 0,9-13 77,-9 0-77,0 0 0,9 0 0,-9 0 0,0-13 0,9 9 0,-9-22 0,13 9 0</inkml:trace>
  <inkml:trace contextRef="#ctx0" brushRef="#br0" timeOffset="20619">24442 4014 24575,'0'43'0,"0"4"0,0 12-3742,0 1 3742,0 0 0,0 0-2150,0 13 2150,0 4 0,0-1 0,0-32 0,0-1 0,0 34 0,6-33 0,1 1 0,-4 32 0,10-34 0,1 0 0,-11 34 0,24 0 0,-26-34 0,1 0 0,25 20 0,-24 11-401,10-15 401,1 1-759,-11-13 759,10-4 0,-13 0 1369,14-23-1369,-11 20 2456,10-23-2456,-13 0 2057,0 9-2057,0-22 1093,0 9-1093,0-13 77,0 0-77,-13 0 0,10-13 0,-11 9 0,1-22 0,10 22 0,-11-22 0,14 9 0</inkml:trace>
  <inkml:trace contextRef="#ctx0" brushRef="#br0" timeOffset="21197">22075 5451 24575,'-16'0'0,"-11"0"0,24 14 0,-11-11 0,14 10 0,0-13 0,0 0 0,14 0 0,2 0 0,14 14 0,0-11 0,13 10-1998,4-13 1998,26 0-1678,-28 7 1,0 0 1677,1-6 0,1 1-1697,18 5 1,0-1 1696,-10-5 0,0-2 0,11 2 0,1-2-1447,0-5 1,-1-1 1446,-4 5 0,-1 1 0,6-6 0,-1 0 0,-5 7 0,-2 0-523,2 0 0,-2 0 523,-5 0 0,-1 0 77,-1 0 1,-1 0-78,-5 1 0,-2-2 1192,32-12-1192,-3 10 0,-26-11 2907,-4 14-2907,-26-13 773,-4 10 0,-26-24 1,-4 10-1</inkml:trace>
  <inkml:trace contextRef="#ctx0" brushRef="#br0" timeOffset="22072">20128 4553 24575,'0'16'0,"0"-2"0,14-14 0,-11 0 0,24 0 0,-11 0 0,27 0-1053,4 0 1053,0-14-1891,23 11 1891,-21-10 0,25 13-2300,-1-13 2300,-10 9 0,-20-3 0,1 1 0,19 6 0,-20-7 0,0 1 0,21 2 0,9-9-1269,-13 13 1269,-14 0 0,11 0 205,-24 0-205,11 0 1528,-15 0-1528,-12 0 2371,10 0-2371,-24 0 1642,10 0-1642,-13 0 767,0 0-767,14 0 0,-11 0 0,10 0 0,-13 0 0,0 0 0,14 0 0,-11 0 0,10-13 0,-13 9 0,14-9 0,-11 13 0,10 0 0,-13 0 0,0 0 0</inkml:trace>
  <inkml:trace contextRef="#ctx0" brushRef="#br0" timeOffset="22980">16055 4613 24575,'16'0'0,"11"0"0,-10 0 0,13 0 0,0 0 0,13 0-1323,3 0 1323,1 0-1558,23 0 1558,-20 0 0,23 0-2247,0 0 2247,-10 0 0,-19 1 0,-1-2 0,20-13 0,10 11 0,-13-10 0,14 13 0,-11-14 0,10 11-1254,-26-10 1254,9 13-150,-23 0 150,24 0 932,-24 0-932,11 0 1957,-14-13-1957,0 9 0,-1-9 1498,-12 13-1498,10 0 1149,-24 0-1149,24 0 730,-24 0-730,10 0 266,1 0-266,-11 0 0,10 0 0,-13 0 0,0 13 0,14-9 0,-11 9 0,10-13 0,-13 0 0,0 0 0,-13 0 0,10 0 0,-11 0 0</inkml:trace>
  <inkml:trace contextRef="#ctx0" brushRef="#br0" timeOffset="24003">21446 4373 24575,'0'17'0,"0"-4"0,14-13 0,-11 0 0,10 0 0,-13 0 0,0 0 0,13 0 0,-9 0 0,9 0 0,-13 0 0,13 13 0,-9-9 0,9 9 0,-13-13 0,0 0 0,13 0 0,-9 0 0,9 0 0,-13 0 0,0 0 0,0 13 0,13-9 0,-9 9 0,9-13 0,-13 0 0,0 0 0,13 0 0,-9 0 0,9 0 0,0 0 0,-9 0 0,9 0 0,-13 0 0,0 0 0,13 0 0,-9 0 0,9 0 0,0 0 0,-10 0 0,11 0 0,-1 0 0,-10 0 0,11 0 0,-1 0 0,-10 0 0,11 0 0,-1 0 0,-10 0 0,24 0 0,-24 0 0,24 0 0,-10 0 0</inkml:trace>
  <inkml:trace contextRef="#ctx0" brushRef="#br0" timeOffset="24808">24412 4583 24575,'-17'-14'0,"4"11"0,13-10 0,0 13 0,0 0 0,13 0 0,-10 0 0,11 0 0,-1 0 0,4 0 0,26 0 0,-10 0-787,24 0 787,-24 0 0,23-13 0,-22 9 0,22-9-1183,-22 13 1183,22 0 0,-23 0 0,24 0-594,-24 0 594,11 0 0,-14 0 715,0 0-715,-14 0 0,11 0 0,-24 0 1192,24 0-1192,-24 0 657,24 0-657,-24 0 0,10 0 0,-13 0 0,0 0 0,0-13 0,0 9 0,-13 4 0,-4 17 0</inkml:trace>
  <inkml:trace contextRef="#ctx0" brushRef="#br0" timeOffset="29238">3684 6170 24575,'0'17'0,"0"-4"0,0-13 0,0 0 0,14 0 0,-11 0 0,10 0 0,-13 0 0,0 0 0,0 14 0,13-11 0,-9 10 0,9-13 0,-13 0 0,13 0 0,-9 0 0,9 0 0,0 0 0,-9 0 0,9 0 0,-13 0 0,13 0 0,-9 0 0,9 0 0,-13 0 0,13 0 0,-9-13 0,9 10 0,0-11 0,-9 14 0,22 0 0,-9 0 0,-1 0 0,11 0 0,-10 0 0,13 0 0,-14 0 0,11-13 0,-10 10 0,13-11 0,-1 14 0,1 0 0,-13 0 0,10 0 0,-11-13 0,14 10 0,0-11 0,0 14 0,0 0 0,0 0-574,0 0 574,13 0 0,-9 0 0,9-13 0,-13 10 0,13-11 0,-10 14 0,11 0 0,-1 0 0,-10 0 0,10 0 0,1 0 0,-11 0 0,10 0 0,1 0 0,-11 0 0,23 0 0,-22 14 0,9-11 0,0 10-1000,4-13 1000,-1 0 0,11 0 0,-10 0 0,-1 0 0,11 0 0,-11 0 0,1 0 0,9 0 0,-9 0 0,13 0 0,-13 0-1379,9 0 1379,-9 0 0,-1 0 0,11 0 0,-10 0 0,-1 0 0,11 0 0,-24 0 0,24 0 0,-24 0 0,23 0 0,-9 0 0,0 0 0,9 0 0,-23 0 0,24 0 0,-10 14 0,-1-11 0,11 10 0,-11-13 0,1 0 0,10 0 0,-11 0 0,14 0 0,0 0 0,0 0 0,13 0-2015,-10 0 2015,11 0 0,-15 0 0,15 0 0,-11 0 0,10 0 0,-13 0 0,13 0 0,-10 0 0,11 0 0,-14 0 0,13 0 0,-10 0 0,10 14 0,-13-11 0,0 10 0,0-13-1044,0 0 1044,0 0 0,0 0 0,-14 0 22,11 14-22,-24-11 0,24 10 0,-24-13 0,10 0 958,-13 0-958,0 0 0,0 14 0,13-11 0,-9 10 0,9-13 0,-13 0 0,0 0 0,13 0 0,4 0 0,13 0 0</inkml:trace>
  <inkml:trace contextRef="#ctx0" brushRef="#br0" timeOffset="33636">21356 6410 24575,'0'-17'0,"-13"4"0,10 13 0,-11 0 0,14 0 0,14 0 0,-11 0 0,10 0 0,-13 0 0,0 0 0,0 13 0,14-9 0,-11 9 0,10 0 0,-13-9 0,0 22 0,14-9 0,-11 13 0,10 0 0,-13 0 0,14 0-520,-11 13 520,10-10 0,-13 24 0,0-11-1764,0 14 1764,14 0 0,-11 0 0,10 0-2171,-13 13 2171,0-10 0,0-19 0,0-1 0,0 20 0,0-20 0,0 1 0,0 19 0,-6-20 0,-1 0 0,4 21 0,-11 9 0,14-13 0,0 0-1544,0 0 1544,0 0 0,0-1-354,14-12 354,-11-4 1156,10-13-1156,-13 0 0,0 0 0,0 0 2070,0-13-2070,0 9 1850,0-22-1850,0 9 994,0-13-994,0 13 283,0-9-283,0 9 0,0-13 0,0 0 0,0-13 0,0 9 0,0-9 0,0 13 0,0-13 0,0 9 0,0-9 0</inkml:trace>
  <inkml:trace contextRef="#ctx0" brushRef="#br0" timeOffset="34052">21716 6530 24575,'0'46'0,"0"-2"0,0-14 0,0-1-1948,0 15 1948,0 2 0,0 1 0,13 10-1456,-10-11 1456,11 14-1366,-14 13 1366,0-10 0,0 11 0,0-1 0,0-10 0,6-20 0,1 1 0,-4 32 0,11 1 0,-13-34 0,-2 0 0,1 21 0,13 9 0,-10 0 0,11-10 0,-14 10-1308,0-26 1308,13 10 182,-10-24-182,11 10 1157,-14-13-1157,0 0 0,0 0 2164,0-13-2164,0-4 1626,0-13-1626,0 13 743,0-9-743,-14-4 206,-2-4-206,-1-22 0,-10 22 0,11-9 0</inkml:trace>
  <inkml:trace contextRef="#ctx0" brushRef="#br0" timeOffset="34392">20937 7848 24575,'17'16'0,"9"11"0,-9-10-1111,13 13 1111,0-1-1626,13 1 1626,-10 14 0,24-11 0,-10 10 0,12-13 0,-12 0 0,10-13 0,-11 9 0,14-22 0,0 9 0,0-13 0,-13 0 0,9 0 0,-9-13 0,13-4 0,-14-13 0,11 0 0,-24 0 0,10 0 0,1 0-119,-24 0 119,20 0 0,-24 0 0,1 1-219,9-1 219,-22 0 492,9 13-492,-13-10 371,0 24 0,-13-10 1,-4 13-1</inkml:trace>
  <inkml:trace contextRef="#ctx0" brushRef="#br0" timeOffset="35479">19859 9166 24575,'16'13'0,"-2"-10"0,-14 24 0,0-11 0,0 14 0,0 0 0,0 0 0,13 14 0,-10-11 0,11 23-1713,-14-9 1713,0 13 0,0 0 0,13 0-2618,-10 13 2618,11 4 0,-14-1 0,0-33 0,0 1 0,0 32 0,-14 1 0,13-34 0,-1 0 0,-11 34 0,26-1 0,-10-2-1710,11-15 1710,-14 1 0,0 0 0,0 0-738,13-13 738,-10-4 1076,11-13-1076,-14 0 0,0 0 2396,0-13-2396,0-4 2034,0-13-2034,0 0 1034,-14 0-1034,11-13 0,-10-4 0,-1-26 0,-2-4 0</inkml:trace>
  <inkml:trace contextRef="#ctx0" brushRef="#br0" timeOffset="37073">19919 9166 24575,'-17'0'0,"4"0"0,13 0 0,0 0 0,-14 0 0,11 0 0,-10 0 0,13 0 0,-14 0 0,11 0 0,-10 0 0,-1 0 0,11 0 0,-10 0 0,13 0 0,0 0 0,-13 0 0,9 0 0,-9 0 0,13 0 0,0 0 0,-13 0 0,9 0 0,-9 0 0,13 0 0,0 0 0,13 0 0,-9 0 0,9 0 0,0 0 0,4 0 0,13 13 0,0-10 0,13 11-1492,4-14 1492,12 0 0,1 0-2238,0 0 2238,14 13-2729,2-10 2729,-31 4 0,0-1 0,-1-5 0,2-2 0,5 1 0,1 0-1305,1 0 0,0 0 1305,0 0 0,1 0 0,4 0 0,0 0 0,-4 7 0,-1 0 0,6-5 0,2-1 0,-1 6 0,0-1 0,-7-6 0,0 0 0,-1 7 0,-1 0-506,-5-6 1,-2 1 505,1 5 0,0-1 0,0-5 0,0-2 106,31 1-106,-2 14 0,-15-11 0,1 10 1400,-13-13-1400,-4 0 2722,-13 14-2722,0-11 0,0 10 0,0-13 2683,-13 0-2683,-4 0 2117,0 0-2117,-9 0 1052,9 0-1052,-13 0 0,0 0 0,13 0 0,-9 0 0,9 0 0,-13 0 0,0 0 0,-13 0 0,9 0 0,-9 0 0,13 0 0,0 0 0,0 14 0,0-11 0,0 10 0,0-13 0,0 0 0,0 14 0,0-11 0,-13 10 0,9 1 0,-9-11 0,13 10 0,0 0 0,0-9 0,0 22 0,0-9 0,0 0 0,0 9 0,0-22 0,0 22 0,0-22 0,0 22 0,0-9 0,0-1 0,0 11 0,0-10 0,0 13 0,0 0 0,-13 0 0,9 0 0,-9 0-473,13 13 473,0-10 0,0 10 0,0 1 0,0-11-1235,0 23 1235,0-9 0,0 0 0,0 9 0,-13-9 0,9-1 0,-9 11 0,13-10 0,0-1 0,0 11 0,0-11 0,0 1 0,0 10 0,0-24-292,0 10 292,13-13 0,-9 13 0,9-23 0,-13 20 0,0-23 0,0 13 437,0-14-437,0 11 1245,0-24-1245,0 11 318,0-1-318,0-10 0,0 11 0,0-14 0,0 0 0,-13-14 0,9 11 0,-9-10 0,0 13 0,9 0 0,-22-14 0,23 11 0,-24-10 0,10 13 0,1 0 0,-11 0 0,10-14 0,-13 11 0,0-10 0,0 13 0,1 0 0,-1 0 0,0 0 0,0 0 0,0 0 0,0 0 0,0 0 0,0 0 0,-13 0-516,9 0 516,-9 0 0,13 0 0,0 0 0,0 0 0,-13 0 0,10 0 0,-11 0 0,14 0 0,0 0 0,1 0 0,-1 0 0,0 0 0,13 0 0,-10 0 0,11 0 0,-14 13 516,0-10-516,0 11 0,0-14 0,0 0 0,0 0 0,0 0 0,0 0 0,0 13 0,0-10 0,0 11 0,0-14-518,-13 0 518,10 0 0,-11 0 0,15 0 0,-1 0 0,-14 0 0,11 0 0,-10 0 0,13 0 0,0 0 0,-13 0 0,9 0 0,-9 0 0,13 0 0,0 0 0,0 0 0,0 0 0,0 0 0,0 0 0,0 0 0,0 0 0,0 0 0,0 0 518,14 0-518,-11 0 0,24 0 0,-10 0 0,-1 0 0,11 0 0,-10 0 0,13 0 0,0 0 0,0-14 0,0 11 0,0-10 0,0 13 0,0 0 0,-14 0 0,-2 0 0</inkml:trace>
  <inkml:trace contextRef="#ctx0" brushRef="#br0" timeOffset="39238">20727 9615 24575,'-16'0'0,"2"0"0,14 0 0,0 0 0,-13 0 0,10 0 0,-11 0 0,1 0 0,10 0 0,-10 0 0,13 0 0,-14 0 0,11 13 0,-24-10 0,24 11 0,-24-14 0,24 13 0,-10-10 0,-1 24 0,11-24 0,-10 24 0,-1-10 0,11 13 0,-10 0 0,-1 0 0,11-1 0,-10 1-500,13 14 500,0-11 0,0 10 0,0-13 0,0 0 0,0 0 0,0-13 0,13 9 0,-10-9 0,11 0 0,-1-4 500,-10 0-500,24-9 0,-10 9 0,-1-13 0,11 0 0,-10 0 0,-1-13 0,11 9 0,-24-9 0,24 0 0,-24 9 0,10-9 0</inkml:trace>
  <inkml:trace contextRef="#ctx0" brushRef="#br0" timeOffset="39658">20518 9944 24575,'16'0'0,"-2"0"0,-14-13 0,13 10 0,-10-11 0,11 14 0,-1 0 0,-10 0 0,11 0 0,-1 0 0,-10-13 0,24 10 0,-24-11 0,24 14 0,-24 0 0,10 0 0,1 0 0,-11 0 0,10 0 0,-13 0 0,0 14 0,0-11 0,14 10 0,-11 1 0,10-11 0,-13 24 0,0-11 0,-13 14 0,10-13 0,-11 10 0,14-11 0,0 14 0,0-13 0,0 9 0,0-9 0,0 13 0,0-13 0,0 9 0,0-22 0,0 9 0,0 0 0,0-9 0,0 9 0,0-13 0,0 0 0,0 0 0</inkml:trace>
  <inkml:trace contextRef="#ctx0" brushRef="#br0" timeOffset="40225">20877 9735 24575,'-17'0'0,"4"0"0,13 0 0,0 0 0,0 13 0,0-10 0,0 24 0,0-24 0,0 24 0,-13-10 0,10-1 0,-11 11 0,14-11 0,0 28 0,0-11 0,0 10 0,0-13 0,0 0 0,0 13-542,0-9 542,0 9 0,0-13 0,14 0 0,-11 0 0,10-14 0,-13 11 0,0-24 0,0 24 0,13-24 542,-9 11-542,9-14 0,-13 13 0,0-10 0,0 11 0,0-28 0,0-2 0</inkml:trace>
  <inkml:trace contextRef="#ctx0" brushRef="#br0" timeOffset="40684">21117 9795 24575,'-17'0'0,"4"0"0,13 0 0,0 0 0,13 0 0,-10 0 0,11 0 0,-14 0 0,0 0 0,13 0 0,-10 0 0,11 0 0,-14 0 0,0 0 0,0 13 0,0-10 0,-14 24 0,11-24 0,-10 24 0,13-11 0,0 14 0,0 0 0,-14 0 0,11 0 0,-10-13 0,13 10 0,0-11 0,0 1 0,0 9 0,0-22 0,0 22 0,0-22 0,0 9 0,13-13 0,-10 0 0,11 0 0,-1 0 0,-10 0 0,24-13 0,-24 9 0,11-22 0,-14 22 0,13-22 0,4 9 0</inkml:trace>
  <inkml:trace contextRef="#ctx0" brushRef="#br0" timeOffset="40882">21057 9974 24575,'30'0'0,"0"0"0,0-13 0,-14 10 0,11-11 0,-10 14 0,-1 0 0,11 0 0,-10 0 0</inkml:trace>
  <inkml:trace contextRef="#ctx0" brushRef="#br0" timeOffset="41155">21446 9555 24575,'17'0'0,"9"0"0,-9 13 0,0-9 0,9 22 0,-9-9 0,13 13 0,-13 0 0,9 0 0,-22 0-641,22 13 641,-22-10 0,9 10 0,-13 1 0,0-11 0,0 10 0,-13 1 0,9-11 0,-22 10 0,22-13 0,-22 0 0,9 0 0,0-13 0,-9 9 0,9-22 0,-13 22 0,0-22 0,0 9 0</inkml:trace>
  <inkml:trace contextRef="#ctx0" brushRef="#br0" timeOffset="41993">18151 9974 24575,'14'17'0,"-11"-4"0,24-13 0,-11 0 0,28 0 0,-11-13-1761,23 10 1761,-9-11-1219,13 14 1219,0 0 0,0 0-2054,13 0 2054,-10 0 0,10 0 0,1 0 0,-11 0 0,10 0 0,-13 0 0,0 0-1133,-13 0 1133,9 0 440,-23 0-440,11 0 0,-1 0 0,-10 0 1386,-3 0-1386,-3 0 2147,-11 14-2147,1-11 1447,10 10-1447,-24-13 747,24 0-747,-11 14 0,1-11 0,10 10 0,-11-13 0,14 0 0</inkml:trace>
  <inkml:trace contextRef="#ctx0" brushRef="#br0" timeOffset="42638">22315 10214 24575,'16'-17'0,"11"4"0,-10 13 0,26 0-2955,4 0 2955,13-13 0,-1 9-1940,1-9 1940,14 13-1947,2-13 1947,-25 11 0,1 0 0,-5-4 0,-1-1 0,6 0 0,0 1 0,0 4 0,-1 0 0,-5-4 0,1-1 0,5 0 0,-1 1-1805,26 2 1805,-33-1 0,-2-3 0,21-5 0,11 10-84,-14-11 84,-14 14 0,11 0 1449,-24 0-1449,-3 0 2950,-3 0-2950,-11 0 2462,1-13-2462,-4 10 1652,-13 3-1652,-13 3 218,10 10-218,-24-13 0,10 0 0,-13 0 0</inkml:trace>
  <inkml:trace contextRef="#ctx0" brushRef="#br0" timeOffset="51730">20548 11682 24575,'16'-17'0,"-2"4"0,-14 13 0,0 0 0,-14 0 0,11 0 0,-10 0 0,13 0 0,0 0 0,-14 13 0,11-10 0,-24 24 0,11-24 0,-1 24 0,-10-10 0,11 12 0,-14 1 0,13 0-893,-9 14 893,9-11-436,0 10 436,4-13 0,0 13 0,9-9 0,-9 9 0,26-13 0,-9 0 0,9 0 0,0 0 0,-9-14 0,22 11 0,-9-24 0,13 11 873,-13-1-873,9-10 456,-9-3-456,13-3 0,0-24 0,0 24 0,-14-10 0,-2-1 0,-1-2 0,4-14 0</inkml:trace>
  <inkml:trace contextRef="#ctx0" brushRef="#br0" timeOffset="51978">20488 11981 24575,'16'13'0,"-2"-9"0,-1 9 0,-10-13 0,24 13 0,-24-9 0,11 9 0,-1 0 0,-10-9 0,11 9 0,-14 0 0,0-9 0,0 22 0,0-9 0,0 13 0,-14-14 0,11 24 0,-10-20 0,-1 24 0,11-14 0,-24 0 0,24-14 0,-10 11 0,13-11 0,0 14 0</inkml:trace>
  <inkml:trace contextRef="#ctx0" brushRef="#br0" timeOffset="52294">20877 11801 24575,'-13'30'0,"9"0"0,-9 0 0,0 0 0,10 0 0,-11 13 0,1-9 0,10 9 0,-11-13 0,14 0 0,0 0 0,0 0 0,0 0 0,0 0 0,14 0 0,-11-14 0,24-2 0,-11-1 0,1-10 0,9 11 0,-22-28 0,22 11 0,-22-24 0,9 11 0</inkml:trace>
  <inkml:trace contextRef="#ctx0" brushRef="#br0" timeOffset="52616">21027 11891 24575,'17'14'0,"-4"-11"0,-13 24 0,0-24 0,0 23 0,0-9 0,0 13 0,0-13 0,0 9 0,0-9 0,0 13 0,0 0 0,0 0 0,0-14 0,0 11 0,0-24 0,0 24 0,0-24 0,0 11 0,0-14 0,0 0 0,13 0 0,-10 0 0,24 0 0,-10-14 0,-1 11 0,11-24 0,-24 24 0,24-24 0,-10 11 0</inkml:trace>
  <inkml:trace contextRef="#ctx0" brushRef="#br0" timeOffset="53020">21267 11801 24575,'16'30'0,"11"-13"0,-24 10 0,24-11 0,-24 14 0,10 0 0,-13 0 0,0 0 0,0 0 0,0 0 0,0 0 0,-13 0 0,10-13 0,-11 9 0,1-9 0,10 13 0,-11-14 0,14 11 0,-13-24 0,10 11 0,-10-1 0,13 4 0</inkml:trace>
  <inkml:trace contextRef="#ctx0" brushRef="#br0" timeOffset="53262">21566 12071 24575,'17'0'0,"-4"0"0,0 0 0,4 0 0,0 0 0,9 13 0,-22-9 0,22 9 0,-23-13 0,24 0 0,-24 0 0,24 0 0,-24 0 0,24 0 0,-24 0 0,11 0 0,-14 0 0,0 0 0,0 0 0</inkml:trace>
  <inkml:trace contextRef="#ctx0" brushRef="#br0" timeOffset="53440">21566 12191 24575,'17'0'0,"9"0"0,-9 0 0,13 0 0,0 0 0,0 0 0,-14 0 0,11 0 0,-10 0 0,13 0 0,-14 0 0,11 0 0,-24-14 0,11-2 0</inkml:trace>
  <inkml:trace contextRef="#ctx0" brushRef="#br0" timeOffset="53650">22165 11951 24575,'0'17'0,"0"9"0,0-9 0,13 13 0,-9 0 0,9 0 0,-13 0 0,13 0 0,-9 0 0,9 0 0,-13 0 0,0 0 0,-13 0 0,9-14 0,-22 11 0,9-24 0,-13 11 0</inkml:trace>
  <inkml:trace contextRef="#ctx0" brushRef="#br0" timeOffset="54511">20847 11861 24575,'17'0'0,"9"-13"0,-22 10 0,22-11 0,-22 14 0,22-13 0,-22 10 0,22-11 0,-22 14 0,22 0 0,-22 0 0,9 0 0,-13 0 0,0 0 0,0 14 0,0-11 0,0 10 0,0 1 0,0-11 0,-13 24 0,9-24 0,-9 24 0,13-11 0,-13 1 0,9 9 0,-9-9 0,13 0 0,-13 9 0,9-9 0,-9 0 0,13 9 0,0-22 0,0 22 0,0-22 0,0 22 0,13-22 0,-9 9 0,9-13 0,0 0 0,-9 0 0,9 0 0,0 0 0,4 0 0,0 0 0,9 0 0,-23 0 0,24 0 0,-24 0 0,24-13 0,-24 9 0,24-9 0,-24 13 0,11 0 0,-14-13 0,0 9 0,0-9 0,0 13 0,0-13 0,0-4 0</inkml:trace>
  <inkml:trace contextRef="#ctx0" brushRef="#br0" timeOffset="54752">20847 12011 24575,'17'0'0,"9"13"0,-9-9 0,13 9 0,0-13 0,0 0 0,0 0 0,0-13 0,0 9 0,0-9 0,0 13 0,0 0 0,0 0 0</inkml:trace>
  <inkml:trace contextRef="#ctx0" brushRef="#br0" timeOffset="57446">19829 9914 24575,'16'0'0,"-2"0"0,-1 0 0,-10 0 0,11 0 0,-14 0 0,0 0 0,13 0 0,-10 0 0,11 0 0,-14 0 0,0 0 0,13 0 0,-10 0 0,11 0 0,-14 0 0,13 0 0,-10 0 0,11 0 0,-1-13 0,-10 10 0,10-11 0,1 14 0,-11 0 0,10 0 0,-13 0 0,0 0 0,0-13 0,0-4 0</inkml:trace>
  <inkml:trace contextRef="#ctx0" brushRef="#br0" timeOffset="59610">19769 9974 24575,'-17'0'0,"4"0"0,0 0 0,-4 0 0,0 0 0,-9 0 0,9 0 0,-13 0 0,0 0 0,0 0 0,0 0 0,0 0 0,0 0 0,0 14 0,14-11 0,-11 10 0,10-13 0,1 0 0,3 0 0,-1 0 0,11 0 0,-10 0 0,13 0 0,0 0 0,13 0 0,-10-13 0,11 10 0,-1-11 0,-10 14 0,24 0 0,-24 0 0,24 0 0,-24 0 0,24 0 0,-24 0 0,24 0 0,-24-13 0,24 10 0,-11-11 0,14 14 0,-13 0 0,9 0 0,-22 0 0,22 0 0,-22 0 0,22 0 0,-22-13 0,9 10 0,-13-11 0,13 14 0,-9 0 0,9 0 0,-26 0 0,9 0 0,-9 0 0,13 0 0,-13 0 0,9 0 0,-22 0 0,22 0 0,-22 0 0,22 0 0,-9-13 0,13 10 0,0-11 0,0 14 0,0 0 0,13 0 0,-9 0 0,9 0 0</inkml:trace>
  <inkml:trace contextRef="#ctx0" brushRef="#br0" timeOffset="65263">20458 12730 24575,'-17'0'0,"4"-13"0,0 9 0,9-9 0,-22 13 0,22 0 0,-22 0 0,22 0 0,-22 0 0,22 13 0,-22-9 0,22 9 0,-22 0 0,9 4 0,0 0 0,4 9 0,0-9 0,10-1 0,-11 11 0,14-10 0,0 13 0,0-14 0,0 11 0,0-24 0,14 24 0,-11-24 0,23 24 0,-22-24 0,22 10 0,-9-13 0,0 0 0,9 0 0,-9-13 0,0 10 0,9-24 0,-22 24 0,22-24 0,-22 11 0,9-14 0,-13 13 0,0-10 0,0 11 0,0-14 0,0 0 0,0 0 0,0 13 0,0-9 0,0 22 0,0-9 0,0 13 0,0 0 0,0 13 0,0 4 0,0 13 0,0 0 0,13 0 0,-10 0 0,11 0 0,-14 0 0,0 13 0,0-10 0,0 24-1217,0-24 1217,0 24 0,0-24-369,0 10 369,-14-13 0,11 0 0,-23 0 0,22 0 0,-9 0 0,0-13 0,9-4 0,-9 0 0,13-9 1193,-13 9-1193,9-13 393,-9 0-393,13-13 0,-13 9 0,9-9 0,-9 0 0,0 9 0,9-22 0,-9 9 0,13-13 0</inkml:trace>
  <inkml:trace contextRef="#ctx0" brushRef="#br0" timeOffset="65852">20727 12610 24575,'-16'0'0,"2"0"0,14 13 0,0-9 0,0 9 0,0-13 0,0 0 0,0 13 0,0-9 0,0 9 0,0-13 0,0 0 0,0 13 0,0-9 0,0 9 0,0-13 0,0 0 0,0 13 0,0-9 0,0 9 0,0-13 0,0 0 0,0 13 0,0-9 0,0 9 0,0-13 0,0 13 0,0-9 0,0 9 0,0 0 0,0-9 0,0 22 0,0-23 0,0 24 0,0-10 0,0-1 0,0 11 0,0-10 0,0 13 0,0-14 0,0 11 0,14-11 0,-11 1 0,10 10 0,-13-24 0,0 10 0,14 1 0,-11-11 0,10 10 0,-13-13 0,14 0 0,-11 0 0,24 0 0,-24 0 0,10 0 0,1 0 0,-11-13 0,10 10 0,-13-11 0,0 1 0,0 10 0,0-11 0,0 14 0</inkml:trace>
  <inkml:trace contextRef="#ctx0" brushRef="#br0" timeOffset="66068">20608 12550 24575,'16'-13'0,"11"10"0,-11-11 0,14 14 0,0 0 0,0 0 0,0 0 0,0 0 0,-13 0 0,9 0 0,-9 0 0,13 0 0</inkml:trace>
  <inkml:trace contextRef="#ctx0" brushRef="#br0" timeOffset="66480">21087 12610 24575,'0'30'0,"0"0"0,0 0 0,0 13-990,0-9 990,0 9 0,0-13 0,0 0 324,0 0-324,0 0 165,0-14-165,0 11 0,0-24 0,0 24 501,0-24-501,0 10 0,0-13 0,0 0 0,0-13 0,0 10 0,0-24 0,0 24 0,0-24 0,0 11 0,0-14 0,0 13 0,0-10 0,0 11 0,0-14 0,0 0 0,13 0 0,-10 0 0,11 13 0,-1-9 0,-10 9 0,24 0 0,-24-9 0,11 22 0,-1-9 0,-10 13 0,11 0 0,-1 0 0,-10 0 0,24 13 0,-24 4 0,11 0 0,-14 9 0,13-9 0,-10 13 0,10 0 0,1 0 0,-11 0 0,10 0 0,-13 0 0,0 0 0,0-14 0,14 11 0,-11-10 0,-3 13 0,-3-14 0,-11 11 0,14-24 0,0 10 0,0-13 0,0 0 0</inkml:trace>
  <inkml:trace contextRef="#ctx0" brushRef="#br0" timeOffset="66870">21386 12610 24575,'17'0'0,"10"0"0,-11 0 0,1 0 0,9-13 0,-9 10 0,0-11 0,9 14 0,-22-13 0,22 10 0,-22-11 0,22 1 0,-22 10 0,9-24 0,0 24 0,-9-11 0,9 14 0,-13 0 0,0 0 0,-13 14 0,9-11 0,-9 24 0,13-11 0,-13 14 0,9 0 0,-9 0 0,13 13 0,0-9 0,0 9 0,0-13 0,0 0 0,0 0 0,0 0 0,0 0 0,0 13 0,0-23 0,0 20 0,0-24 0,0 14 0,0-13 0,0 10 0,-13-24 0,9 24 0,-9-24 0,13 10 0,-13-13 0,9 14 0,-9-11 0,13 10 0,0-26 0,0 10 0,0-24 0,0 10 0,0-13 0</inkml:trace>
  <inkml:trace contextRef="#ctx0" brushRef="#br0" timeOffset="70111">21925 12910 24575,'17'0'0,"-4"0"0,-13 0 0,14 0 0,2 0 0,1 0 0,10 0 0,-24 0 0,24 0 0,-11 0 0,14 0 0,-13 0 0,9 0 0,-22 0 0,9 0 0,0 0 0,-9 0 0,9 0 0,-13 0 0,0 0 0,-13 0 0,9 0 0,-9 0 0</inkml:trace>
  <inkml:trace contextRef="#ctx0" brushRef="#br0" timeOffset="70315">21896 13029 24575,'0'17'0,"13"-4"0,-10-13 0,24 0 0,-24 0 0,24 0 0,-11 0 0,1 0 0,10 0 0,-11 0 0,1 0 0,10 0 0,-24 0 0,24 0 0,-24 0 0,23 0 0,-22 0 0,9 0 0,-13 0 0,0 0 0,13 0 0,4 0 0</inkml:trace>
  <inkml:trace contextRef="#ctx0" brushRef="#br0" timeOffset="71054">22525 12850 24575,'-17'13'0,"4"-10"0,13 24 0,0-24 0,-14 11 0,11-1 0,-10 4 0,13-1 0,0 11 0,0-10 0,0-1 0,0 11 0,0-11 0,0 1 0,0 10 0,0-24 0,13 24 0,-10-24 0,11 24 0,-14-24 0,13 10 0,-10-13 0,11 0 0,-1 0 0,-10 0 0,24 0 0,-24 0 0,24 0 0,-24 0 0,24-13 0,-24 10 0,24-11 0,-24 1 0,24 10 0,-24-24 0,10 24 0,-13-24 0,0 24 0,0-24 0,-13 24 0,10-24 0,-11 11 0,1-1 0,10-10 0,-24 11 0,10-1 0,1-10 0,-11 11 0,24-14 0,-24 13 0,24-9 0,-24 9 0,24 0 0,-24-9 0,24 9 0,-10-13 0,-1 13 0,11-9 0,-10 22 0,13-22 0,0 22 0,0-22 0,0 23 0,0-24 0,13 24 0,-10-24 0,24 24 0,-24-24 0,24 24 0,-10-11 0,-1 1 0,11 10 0,-11-11 0,1 1 0,10 10 0,-24-11 0,10 14 0,1 0 0,-11 0 0,10 0 0,-13 0 0,0 0 0,0 14 0,0 2 0</inkml:trace>
  <inkml:trace contextRef="#ctx0" brushRef="#br0" timeOffset="71473">22974 12550 24575,'0'17'0,"0"10"0,0-24 0,0 23 0,0-9 0,0 0 0,0 9 0,0-9 0,0 26 0,0-9 0,0 9 0,0-13 0,13 0 0,-10 0 0,11 0 0,-14 0 0,0-14 0,0 11 0,13-11 0,-10 1 0,11 10 0,-14-24 0,0 24 0,13-24 0,-10 10 0,11 1 0,-14-11 0,0 10 0,0-13 0,0 0 0,13 0 0,-10 14 0,11-11 0,-14-3 0,0-3 0,0-11 0,-14 1 0,11 10 0,-10-11 0</inkml:trace>
  <inkml:trace contextRef="#ctx0" brushRef="#br0" timeOffset="71681">22854 12640 24575,'17'-17'0,"9"4"0,-9 13 0,0-13 0,9 10 0,-9-11 0,13 1 0,0 10 0,-14-11 0,11 14 0,-10 0 0,-1 0 0,-2 0 0,-14 0 0</inkml:trace>
  <inkml:trace contextRef="#ctx0" brushRef="#br0" timeOffset="72121">23273 12700 24575,'0'30'0,"0"0"0,0-13 0,0 9 0,0-9 0,0-1 0,0 11 0,14-10 0,-11-1 0,10 11 0,-13-24 0,0 24 0,0-24 0,0 11 0,0-14 0,0 0 0,0-14 0,0 11 0,0-10 0,0-1 0,0 11 0,14-24 0,-11 24 0,10-24 0,-13 11 0,14-1 0,-11-9 0,10 9 0,1 0 0,-11-9 0,23 22 0,-22-22 0,9 22 0,0-22 0,-9 22 0,9-9 0,-13 13 0,0 0 0,13 0 0,-9 27 0,9-21 0,-13 34 0,0-23 0,0 13 0,0 0 0,0 0 0,0 0 0,0 0 0,0 0 0,0-14 0,0 11 0,0-10 0,13-1 0,-9 11 0,9-24 0,-13 10 0,0-13 0,0 14 0,-13-11 0,9 10 0,4-26 0,17-4 0</inkml:trace>
  <inkml:trace contextRef="#ctx0" brushRef="#br0" timeOffset="72542">23633 12520 24575,'16'0'0,"11"0"0,-24 0 0,11 0 0,-1-13 0,-10 10 0,11-11 0,-14 14 0,0 0 0,13 0 0,-10 0 0,11 0 0,-14 0 0,0 0 0,0 14 0,0-11 0,-14 10 0,11-13 0,-10 14 0,13-11 0,0 10 0,0 1 0,0 2 0,0 1 0,0 9 0,0-9 0,0 13 0,0 0 0,0 0 0,0 0 0,13 0-575,-10 13 575,11-10 0,-14 11 0,0-14 0,0 0-32,13 0 32,-10-1 0,11 1 0,-14-13 0,0 10 0,0-11 0,0 1 574,-14 10-574,11-24 33,-10 10-33,13-13 0,0 14 0,0-11 0,-14 10 0,11-13 0,-10 0 0,-1 0 0,11 0 0,-10 0 0,-1-13 0,-2-4 0</inkml:trace>
  <inkml:trace contextRef="#ctx0" brushRef="#br0" timeOffset="78966">18271 9016 24575,'14'16'0,"-11"-2"0,10-14 0,-13 0 0,0 0 0,0 13 0,13-10 0,-9 24 0,9-10 0,0-1 0,-9 11 0,22-10 0,-22 13 0,22-14 0,-22 11 0,22-11 0,-22 14 0,22 0 0,-9 0 0,13 0 0,-14 0 0,11 0 0,-24 0 0,24-13 0,-10 9 0,-1-9 0,11 0 0,-24 9 0,11-22 0,-14 9 0,13-13 0,-10 13 0,11-9 0,-14 9 0,13-13 0,-10 0 0,11 0 0,-14 0 0,0 0 0,-14 0 0,11 0 0,-24 0 0,11 0 0</inkml:trace>
  <inkml:trace contextRef="#ctx0" brushRef="#br0" timeOffset="79380">18361 9675 24575,'17'-17'0,"-4"-10"0,-13 11 0,13-14 0,-9 0 0,22 0 0,-9 0 0,0 0 0,9 0-1289,-9 0 1289,13-13 0,0 10 0,-14-24 0,11 24 0,-24-10 0,24 13 314,-24 0-314,24 0 0,-24 0 0,11 0 0,-14 13 0,13-10 0,-10 24 0,11-10 975,-14 0-975,0 9 0,0-9 0,0 13 0,0-13 0,0 9 0,0-9 0,0 13 0,0 0 0,13 0 0,-10 0 0,10 0 0,-13 0 0,0 0 0,-13 0 0,10 0 0,-10 0 0,13 0 0,0 0 0</inkml:trace>
  <inkml:trace contextRef="#ctx0" brushRef="#br0" timeOffset="79894">19020 8956 24575,'-17'0'0,"4"0"0,13 13 0,0-9 0,0 9 0,0 0 0,0 4 0,-13-1 0,9 11 0,-9-10 0,13 13 0,0 0 0,-13-14 0,10 11 0,-11-10 0,14 12 0,0 1 0,0 0 0,0-13 0,0 10 0,0-11 0,0 14 0,0-13 0,14 10 0,-11-24 0,10 23 0,-13-9 0,13 0 0,-9-4 0,9 0 0,0-9 0,-9 9 0,9-13 0,0 0 0,-9 0 0,22 13 0,-22-9 0,9 9 0,0-13 0,-9 0 0,9 0 0,-13 0 0,0 0 0,0 0 0</inkml:trace>
  <inkml:trace contextRef="#ctx0" brushRef="#br0" timeOffset="80346">19200 9106 24575,'16'0'0,"11"0"0,-10 0 0,-1 0 0,11 0 0,-24 0 0,11 0 0,-1 0 0,-10 13 0,11-10 0,-14 24 0,0-24 0,0 24 0,0-10 0,0 12 0,0 1 0,-14-13 0,11 10 0,-10-11 0,-1 14 0,11 0 0,-10-13 0,13 10 0,0-24 0,0 23 0,0-22 0,0 22 0,0-22 0,0 9 0,0-13 0,0 13 0,0-9 0,13 9 0,-10-13 0,11 0 0,-1 0 0,-10 0 0,24 0 0,-24 0 0,24-13 0,-24 9 0,24-9 0,-24 0 0,24 9 0,-24-22 0,10 22 0,-13-22 0,14 23 0,-11-24 0,10 10 0</inkml:trace>
  <inkml:trace contextRef="#ctx0" brushRef="#br0" timeOffset="80546">19260 9315 24575,'30'-16'0,"0"2"0,0 1 0,-1 10 0,-12-24 0,10 24 0,-11-24 0,14 24 0,-13-24 0,-4 11 0</inkml:trace>
  <inkml:trace contextRef="#ctx0" brushRef="#br0" timeOffset="80770">19589 8776 24575,'30'17'0,"0"9"0,0-9 0,-13 13 0,9 0-1558,-9 13 1558,0-9 0,9 9 0,-22 0 0,22-10 0,-23 11 0,11-1 0,-14-10 0,0 10 177,0-13-177,0 0 0,-14 0 0,11 0 0,-10 0 0,13 0 0,0 0 0</inkml:trace>
  <inkml:trace contextRef="#ctx0" brushRef="#br0" timeOffset="82034">22884 8926 24575,'-17'0'0,"4"0"0,13 0 0,0 0 0,13 0 0,-9 0 0,9 0 0,-13 0 0,0 0 0,13 0 0,-9 0 0,9 13 0,0 4 0,-9 13 0,22 0 0,-9 0 0,-1 0 0,11 0-1043,-10 0 1043,13 13 0,0-10 0,0 10 0,0-13 0,-1 14 0,1-11 0,0 10 0,0-13 0,0 0-124,0-13 124,-13 9 0,10-22 0,-24 22 0,23-22 0,-22 22 1037,9-22-1037,-13 9 130,13-13-130,-9 0 0,9 0 0,-13 0 0,-13 0 0,9 0 0,-22 0 0,9 0 0,-13 0 0</inkml:trace>
  <inkml:trace contextRef="#ctx0" brushRef="#br0" timeOffset="82269">22914 9615 24575,'17'-60'0,"9"13"0,-9 4-2429,13 0 2429,0 10 0,0-24 0,0 24 0,0-11 0,0 14 0,-1-13 0,1 10 0,0-10 776,-13 26-776,10-10 0,-11 11 400,1-1-400,-4 4 0,1-1 0,2-2 0</inkml:trace>
  <inkml:trace contextRef="#ctx0" brushRef="#br0" timeOffset="82622">23753 8896 24575,'-17'13'0,"4"-9"0,-1 9 0,11 0 0,-10-9 0,-1 36 0,11-21 0,-24 25 0,24-14 0,-24 0 0,24 0 0,-10 0-605,0 13 605,9-10 0,-9 10 0,13-13 0,0 14 0,0-11 0,0 10 0,13-13 0,-9-13 0,9 9 0,0-9 0,-10 0 0,24 9 0,-24-22 605,24 9-605,-10 0 0,-1-9 0,11-4 0,-10-4 0,-1-9 0,11 13 0,-24-13 0,11 9 0,-1-22 0,-10 22 0,10-9 0</inkml:trace>
  <inkml:trace contextRef="#ctx0" brushRef="#br0" timeOffset="82959">23693 9225 24575,'13'-16'0,"-10"3"0,24 13 0,-24-14 0,24 11 0,-10-10 0,-1 13 0,11-14 0,-11 11 0,14-10 0,0 13 0,-13 13 0,10-10 0,-24 11 0,24-14 0,-24 13 0,10-10 0,-13 24 0,0-11 0,0 14 0,0 0 0,0 0 0,0 0 0,0 0 0,-13 0 0,10 0 0,-11-13 0,14 9 0,-13-9 0,10 0 0,-11 9 0,14-22 0,0 9 0,14-13 0,-11 13 0,10-9 0,-13-4 0,0-4 0,14-9 0,-11 13 0,10-13 0,-13 9 0,0-22 0,0 22 0,0-22 0,0 9 0</inkml:trace>
  <inkml:trace contextRef="#ctx0" brushRef="#br0" timeOffset="83150">23753 9435 24575,'30'-13'0,"0"10"0,-1-11 0,1 1 0,0 10 0,0-24 0,0 24-1239,14-24 1239,-11 24 0,10-24 0,-13 24 0,0-11 101,-13 1 0,9 10 0,-9-11 1</inkml:trace>
  <inkml:trace contextRef="#ctx0" brushRef="#br0" timeOffset="83408">24262 8866 24575,'16'0'0,"11"0"0,-24 0 0,24 13 0,-10 4 0,13 0 0,0 9-700,0 4 700,-14 3 0,11 11 0,-24-1 0,24-10-1293,-24 24 1293,10-11 0,-13 1 0,0 10 0,0-11 0,0 1 0,-13 9-706,10-22 706,-11 9 0,1-13-193,10 0 193,-24 0 0,24 0 0,-24 0 155,24-14 1,-24 11 0,11-10 0</inkml:trace>
  <inkml:trace contextRef="#ctx0" brushRef="#br0" timeOffset="84795">23902 9585 24575,'17'0'0,"-4"0"0,-13 0 0,14-13 0,-11 9 0,10-9 0,-13 13 0,14 0 0,-11 0 0,10 0 0,1 0 0,-11 0 0,10 0 0,-13 0 0,13 0 0,-9 0 0,9 0 0,-13 0 0,0 0 0,13 0 0,-9 0 0,9 0 0,-13 0 0,0 0 0,13 0 0,-9 0 0,9 0 0,-13 0 0,0 0 0,0-13 0,13 9 0,-9-9 0,22 13 0,-22 0 0,9 0 0,-13 0 0,0 0 0,0 0 0</inkml:trace>
  <inkml:trace contextRef="#ctx0" brushRef="#br0" timeOffset="93294">6500 8956 24575,'16'0'0,"-2"0"0,-1 0 0,-10 0 0,24 0 0,-10 13 0,13-9 0,-14 9 0,11-13 0,-11 0 0,14 0 0,0 0 0,0 0 0,0 0 0,0 0-522,14 0 522,-11 0 0,10 0 0,-13 0-76,0 13 76,0-10 0,13 11-500,-10-14 500,11 0 0,-14 0 0,13 0 0,-10 0 0,10 0 0,-13 0 0,14 0 0,-11 0 0,10 0 0,-13-14 0,0 11-35,0-10 35,0 13 0,0 0 506,-13 0-506,9 0 76,-9-13-76,13 9 0,0-9 0,0 13 514,0 0-514,-14-13 37,11 9-37,-10-9 0,-1 13 0,11 0 0,-24 0 0,24 0 0,-24 0 0,24 0 0,-11 0 0,1 0 0,10 0 0,-11 0 0,1 0 0,10 0 0,-11-13 0,14 9 0,0-9 0,0 13 0,-13 0 0,9 0 0,-9 0 0,13 0 0,13 0 0,-23 0 0,20 0 0,-23 0 0,13 0 0,0 0 0,0 0 0,0 0 0,0 0 0,0 0 0,-1 0 0,1 0 0,0-13 0,0 9-587,14-9 587,-11 13 0,10 0 0,-13 0 0,13 0 0,-9 0 0,9 0 0,-13 0 0,13 0 0,-10 0 0,11 0 0,-1 0 0,-10 0 0,24 0 0,-24 0-1268,24 0 1268,-11 0 0,1 0 0,9 0 0,-22 0 0,22 0 0,-9 0 0,-1 0 0,11 0 0,-24 0 0,24 13 0,-11-9 0,14 9 0,-13-13 0,10 0 0,-11 0 0,14 0-1882,0 0 1882,0 13 0,0-9-1272,-14 9 1272,11-13 0,-10 0 0,-1 0 0,11 0-212,-24 0 212,10 0 867,-13 0-867,0 0 1813,-13 0-1813,9 0 1475,-22 0-1475,22 0 849,-22 0-849,9 0 217,-13 0-217,0 0 0,-13 0 0,9 0 0,-22 13 0,9 4 0</inkml:trace>
  <inkml:trace contextRef="#ctx0" brushRef="#br0" timeOffset="96791">14647 8806 24575,'-17'0'0,"-9"0"0,9 0 0,-13 0 0,0 0 0,0 0 0,-13 0-1035,10 0 1035,-24-13 0,24 9 0,-24-9 0,24 13 0,-24 0 0,11 0 0,-14 0-1875,0 0 1875,0 0 0,0 0 0,0 0-2056,-13 0 2056,10 0 0,19 0 0,1 0 0,-20 0 0,-10 0 0,0 0 0,9 0 0,21 0 0,0 0 0,-20 0 0,-11 0 0,1-13 0,10 10 0,-10-11 0,-1 14 0,11 0 0,-10 0 0,13-13-1506,0 10 1506,0-11 0,-13 14 0,10-13 0,3 10 0,3-11 0,11 14 0,-14 0-346,13-13 346,-9 10 910,22-11-910,-9 14 0,13-13 1931,0 10-1931,0-11 0,0 14 0,0 0 0,0 0 0,0-13 0,1 10 0,-1-11 0,0 14 0,0 0 0,0 0 0,0 0 0,0 0 0,-13 0 1775,9 0-1775,-9 0 0,13 14 909,-13-11-909,9 10 0,-22-13 0,23 0 0,-11 14 0,14-11 0,-13 10 0,10-13 0,-10 14 0,13-11 0,0 10 0,-14-13 0,11 14 0,-10-11 0,13 10 0,0-13 0,-13 14 0,9-11 0,-9 10 0,0 1 0,10-11 0,-11 10 0,1-13 0,10 13 0,-24-9 0,24 9 721,-24-13-721,24 13 0,-23-9-714,22 9 714,-9-13 0,0 0 0,9 0 0,-9 0-177,13 0 177,0 0 0,0 0 546,14 13-546,-11-9 0,24 9 0,-24-13 728,24 0-728,-11 0 189,14 0-189,-13 0 0,10 0 0,-11 0 0,14 0 0,0 0 0,-13 0 0,10 0 0,-10 0 0,13 0 0,0 0 0,-14 0 0,11 0 0,-10 0 0,13 0 0,0 0 0,-14 0 0,11 0 0,-10 0 0,-1 13 0,11-9 0,-10 22 0,-1-22 0,11 22 0,-10-9 0,-1 13 0,11 13 0,-10-10-798,13 24 798,0-24-1261,0 24 1261,-14-11 0,11 14 0,3 0 0,3-13 0,11 9 0,-14-9-1579,0 13 1579,0 0 0,0 0 0,0 0 0,0 0 0,13-1 0,-10 1 0,11-13 0,-14 10 0,13-11 0,-10 14 0,11-13 0,-14 9 0,13-9-700,-10-1 700,11-2 0,-14-1 0,0-10 400,13 10-400,-10-13 0,11 0 0,-14 0 1132,0 0-1132,0 0 0,0 0 1658,0-13-1658,0 9 838,0-22-838,0 22 310,0-22-310,0 9 0,0-13 0,0 13 0,0-9 0,0 9 0,0-13 0,0 0 0,0 13 0,0-9 0,0 9 0,0-13 0,0 0 0,0 13 0,0-9 0,0 9 0,0-13 0,0 0 0,13 0 0,-10 0 0,11 0 0,-14 0 0,13 0 0,-10 0 0,24-13 0,-11 9 0,1-9 0,10 13 0,-11 0 0,14 0 0,0-13 0,0 9 0,0-9 0,0 13 0,0 0 0,0 0 0,-13 0 0,9 0 0,-9 0 0,13 0 0,0 0 0,0 0 0,0 0 0,-14 0 0,11 0 0,-10 0 0,13 0 0,0 0 0,-1 0 0,1 0 0,0 0 0,0 0 0,0 0-567,14-13 567,-11 9 0,10-9 0,-13 13 0,0 0 0,0 0 0,0 0 0,0 0 0,0 0 0,0 0 0,0 0 0,0 0 0,0 0 0,0 0 0,0 0 0,-14 0 567,11 0-567,-11 0 0,14 0 0,-13 0 0,10 0 0,-11 0 0,1 0 0,10 0 0,-11 13 0,14-9 0,-13 9 0,9-13 0,-9 0 0,13 13 0,0-9 0,13 9 0,-23 0 0,20-9 0,-23 9 0,13 0 0,0-9 0,0 9 0,0-13 0,0 13 0,0-10-483,13 11 483,-10-14 0,10 0 0,-13 0 0,0 13 0,13-10 0,-9 11 0,9-14 0,-13 0 0,0 13 0,0-10 0,0 11 0,0-14 0,0 13 0,0-10-509,13 11 509,-10-14 0,11 13 0,-15-10 0,1 11 0,14-14 0,-11 0 0,10 13 0,-13-10 0,13 11 0,-9-14 0,9 0 0,0 0 0,-9 0 0,9 0 0,-13 0 0,0 13 0,13-10 0,-10 11 0,11-14 0,-15 0 0,1 0 0,14 0 0,-11 0 0,10 13 0,-13-10 0,13 10 0,-9-13 0,9 0 0,0 0 0,-9 0 0,9 0 0,0 0 0,-10 0 0,11 0 0,-14 0 0,13 0 0,-10 0 0,10 0 0,-13 0 0,14 0 0,-11 0 0,10 0 0,-13 0 0,13 0 0,-9 0 0,9 0 0,0 0 0,-10-13 0,11 10 0,-14-10 0,13 13 0,-10 0 0,11 0 0,-15 0 0,15 0 0,-11-14 0,10 11 0,-13-10 0,0 13-14,0 0 14,0 0 470,0 0-470,0 0 0,0 0 0,0 0-475,13 0 475,-10 0 0,11-14 0,-1 11 0,-10-10 0,11 13 0,-15 0 0,15-14 0,-11 11 0,10-10 0,1 13 0,-11 0 0,10 0 0,-13 0 0,0-14 0,0 11 0,0-10 0,13 13 0,-10 0 0,11 0 0,-14 0 508,-14-14-508,11 11 15,-10-10-15,13 13 0,-1 0 0,-12 0 488,10 0-488,-24 0 0,24 0 0,-24 0 0,10 0 0,1 0 0,-11 0 0,10 0 0,1 0 0,-11 0 0,24 0 0,-24-14 0,10 11 0,1-10 0,-11 13 0,10 0 0,-13 0 0,0 0 0,0-14 0,0 11 0,0-10 0,0 13 0,0 0 0,0-13 0,-13 9 0,10-9 0,-11 0 0,14 9 0,0-22 0,0 9 0,0-13 0,-13 0 0,10 0 0,-11 0 0,14-13 0,0-4 0,-13-13-1970,10 14 1970,-11-24 0,1 20 0,10-23-2429,-11 0 2429,14 9 0,-6 22 0,-1-2 0,4-33 0,-4 32 0,0 0 0,7-31 0,1 33 0,-2-1 0,-12-32 0,11 31 0,1 0 0,-13-32 0,14 4 0,-13 0 0,10 10 0,-11-11-1344,14 15 1344,0 12 0,-13-10-572,10 24 572,-10-10 1300,13 13-1300,0 0 0,0 0 0,-14 0 2336,11 13-2336,-10-9 1624,13 22-1624,0-22 784,0 22-784,0-9 271,0 13-271,0 0 0,0-13 0,0 10 0,0-11 0,0 14 0,0 0 0,-14 0 0,11 0 0,-10 0 0,13 0 0,0 0 0,-14 0 0,11 0 0,-10 0 0,13 0 0,0 0 0,-14 0 0,11-13 0,-10 10 0,13-11 0,0 14 0,0 0 0,-14 0 0,11 0 0,-10 0 0,13 0 0,-14-13 0,11 10 0,-24-11 0,24 14 0,-23 0 0,9-13 0,-13 10 0,-13-11-1571,-4 14 1571,-13-13 0,-13 10 0,-4-11 0</inkml:trace>
  <inkml:trace contextRef="#ctx0" brushRef="#br0" timeOffset="133889">2097 4014 24575,'-17'13'0,"4"-10"0,13 11 0,0-14 0,0 13 0,0-10 0,0 11 0,-14-1 0,11-10 0,-10 11 0,13-14 0,0 0 0,0 13 0,0-10 0,0 10 0,0-13 0,-14 14 0,11-11 0,-10 24 0,13-24 0,0 24 0,0-11 0,0 14 0,0 0 0,0 14 0,0-11 0,0 23 0,-13-9 0,9 0-1057,-9 9 1057,13-23 0,0 24 0,0-24 0,0 24 0,0-24 0,0 10 0,0-13 0,0-13 0,0 10 0,0-24 0,13 24 0,-9-24 1057,9 10-1057,-13-13 0,0-13 0,0 10 0,0-11 0,0 1 0,0-4 0</inkml:trace>
  <inkml:trace contextRef="#ctx0" brushRef="#br0" timeOffset="134119">1917 4553 24575,'17'0'0,"9"0"0,-9-13 0,13 9 0,0-9 0,13 0 0,-10 9 0,11-9 0,-14 13 0,0-13 0,-1 9 0,1-9 0,-13 13 0,-4-13 0,-13 9 0,14-9 0,-11 13 0,10-13 0,-13-4 0</inkml:trace>
  <inkml:trace contextRef="#ctx0" brushRef="#br0" timeOffset="134380">2396 3954 24575,'-13'30'0,"10"0"0,-11 0 0,14 0 0,0 13 0,0 3-1077,-13 14 1077,10 0-2173,-11 0 2173,14 0 0,0 0 0,0 0 0,0 0-132,0-14 132,0-2 0,0-1 0,0-10 0,0-3 468,0-3-468,14-24 474,-11 24 0,10-37 1,-13 6-1</inkml:trace>
  <inkml:trace contextRef="#ctx0" brushRef="#br0" timeOffset="134678">2636 4223 24575,'-17'0'0,"4"0"0,13 14 0,0-11 0,0 24 0,0-24 0,0 24 0,0-11 0,0 14 0,0 13-971,0-9 971,0 22 0,0-22 0,0 22 0,0-23 0,13 11 0,-9-1 0,9-10-367,-13 11 367,13-15 0,-10 1 0,24 0 0,-24-13 0,24 10 0,-24-24 0,11 10 952,-1 1-952,-10-24 386,24 20-386,-24-24 0,24 1 0,-10 10 0,-1-24 0,-2 10 0,-14-13 0</inkml:trace>
  <inkml:trace contextRef="#ctx0" brushRef="#br0" timeOffset="134965">2786 4373 24575,'46'-17'0,"-16"4"0,-3 13 0,-24 0 0,24 13 0,-24-9 0,24 9 0,-11 0 0,1-9 0,-4 22 0,1-9 0,-11 0 0,10 9 0,-13-9 0,14 13 0,-11 0 0,10 0 0,-13 0 0,0 0 0,0 0 0,0-14 0,0 11 0,0-10 0,0 13 0,0-1 0,0-12 0,0 10 0,0-24 0,14 10 0,-11-13 0,10 0 0,0 0 0,-9 0 0,22 0 0,-22-13 0,22 10 0,-9-11 0</inkml:trace>
  <inkml:trace contextRef="#ctx0" brushRef="#br0" timeOffset="135139">2965 4703 24575,'30'-17'0,"0"-10"0,14 24-1214,-11-10 1214,10-1 0,-13 11 0,0-24 0,0 24 0,0-24 0,0 11 0</inkml:trace>
  <inkml:trace contextRef="#ctx0" brushRef="#br0" timeOffset="135357">3295 4403 24575,'16'17'0,"-2"9"0,-1-22 0,4 22 0,-1-9 0,11 13 0,-10 0 0,-1 0 0,11 0 0,-24 0 0,24 0 0,-24 0 0,10 0 0,-13 0 0,0-1 0,0 1 0,0 0 0,-13 0 0,10-13 0,-10 10 0,-1-24 0,11 24 0,-10-24 0,-1 10 0,11-13 0,-10 0 0,13 0 0</inkml:trace>
  <inkml:trace contextRef="#ctx0" brushRef="#br0" timeOffset="135582">3834 4583 24575,'17'0'0,"-4"0"0,0 13 0,4-10 0,13 11 0,-14-14 0,11 0 0,-10 0 0,13 0 0,0 0 0,-14 0 0,11 0 0,-10 0 0,-1 0 0,-3 0 0,1 0 0,-11 0 0,10 0 0,-13 0 0,0 0 0,-13-14 0,-4-2 0</inkml:trace>
  <inkml:trace contextRef="#ctx0" brushRef="#br0" timeOffset="135739">3894 4763 24575,'13'16'0,"-9"-3"0,22-13 0,-9 0 0,-1 0 0,11 14 0,-10-11 0,13 10 0,0-26 0,0 10 0,-1-11 0,1 14 0,-13 0 0,10-13 0,-11-3 0</inkml:trace>
  <inkml:trace contextRef="#ctx0" brushRef="#br0" timeOffset="143826">4942 3684 24575,'0'17'0,"0"-4"0,0-13 0,0 0 0,0 13 0,0-9 0,0 22 0,0-22 0,0 22 0,0-9 0,0 0 0,0 9 0,0-9 0,0 13 0,0 0 0,0 0 0,0 0 0,0 0 0,0 0 0,0 0 0,0 0 0,0-1 0,0-12 0,0 10 0,0-24 0,0 24 0,0-11 0,0 1 0,0-4 0,0-13 0,0 14 0,0-11 0,0 10 0,0-13 0,0 0 0,0 0 0</inkml:trace>
  <inkml:trace contextRef="#ctx0" brushRef="#br0" timeOffset="144254">4942 3834 24575,'14'17'0,"-11"9"0,23-9 0,-22 13 0,22 0 0,-22 0 0,22 0 0,-22 0 0,22 0 0,-22 0 0,22-14 0,-22 11 0,22-11 0,-22 1 0,9 10 0,0-24 0,-9 10 0,9 1 0,-13-11 0,0 10 0,13-13 0,-10 0 0,11 0 0,-14 0 0,0 0 0,0-13 0,0 10 0,0-24 0,0 10 0,0-13 0,0 0 0,0 1 0,0-1 0,0 0-487,0-14 487,0 11 0,0 3 0,0 4 0,0 9 0,0-13 0,0 13 0,0-9 0,0 22 487,13-9-487,-10 13 0,11 0 0,-14 0 0,-14-13 0,11 9 0,-10-9 0,13 13 0,0 0 0,0 0 0</inkml:trace>
  <inkml:trace contextRef="#ctx0" brushRef="#br0" timeOffset="144563">5421 3744 24575,'0'17'0,"0"-4"0,0 0 0,0 4 0,0 0 0,0 9 0,0 4 0,0 4 0,0 9 0,0-13-517,0 13 517,0-10 0,0 11 0,0-15 0,0 15 0,0-11 0,14 10 0,-11-13 0,10 0 0,-13-13 0,0 9 0,0-22 0,0 22 0,0-22 0,14 9 129,-11-13 0,10 0 0,-13 0 1</inkml:trace>
  <inkml:trace contextRef="#ctx0" brushRef="#br0" timeOffset="144996">5631 3924 24575,'17'0'0,"-4"0"0,-13 0 0,0-13 0,0 9 0,0-9 0,13 13 0,-9 0 0,9 0 0,-13 0 0,13 0 0,-9 0 0,9 0 0,-13 0 0,0 0 0,0 13 0,0-9 0,0 9 0,0-13 0,0 13 0,0 4 0,0 13 0,0 0 0,0 0 0,-13 0 0,9-14 0,-9 11 0,13-11 0,0 14 0,0 0 0,0-13 0,0 10 0,0-24 0,0 10 0,0 1 0,0-11 0,0 10 0,0-13 0,0 0 0,13 0 0,-9-13 0,22 10 0,-22-11 0,9 1 0,-13-4 0</inkml:trace>
  <inkml:trace contextRef="#ctx0" brushRef="#br0" timeOffset="145168">5661 4133 24575,'47'-13'0,"-4"10"0,-13-10 0</inkml:trace>
  <inkml:trace contextRef="#ctx0" brushRef="#br0" timeOffset="145439">5961 3774 24575,'16'0'0,"-2"13"0,-1-9 0,-10 22 0,24-22 0,-24 22 0,24-9 0,-24 13 0,24 13-833,-11-10 833,1 11 0,-4-1 0,1-10 0,-11 24 0,10-24 0,-26 24-1260,10-11 1260,-11 1 0,1-4 0,-4 0-726,1-9 726,-11 9-90,24-13 90,-24-13 745,11 9-745,-1-23 0,-10 24 0,11-10 0</inkml:trace>
  <inkml:trace contextRef="#ctx0" brushRef="#br0" timeOffset="146194">4882 4763 24575,'17'0'0,"-4"0"0,-13 0 0,0 0 0,14 0 0,-11 0 0,24 0 0,-24 0 0,23 0 0,-9 0 0,13 0 0,0 0-490,13 0 490,-9 0-1248,22 0 1248,-9 0 0,13 0 0,-14 0 0,11 0-1978,3 0 1978,3 0 0,10 0 0,-13 0 0,-13 0-1281,9 0 1281,-9-14 0,13 11 0,-14-10 0,11 13-194,-24 0 194,10 0 1018,-26 0-1018,10 0 1924,-24 0-1924,10 0 1509,-13 0-1509,0 0 185,-13 0 0,-4 13 0,-13 4 0</inkml:trace>
  <inkml:trace contextRef="#ctx0" brushRef="#br0" timeOffset="146859">5002 4942 24575,'0'17'0,"0"-4"0,0-13 0,0 0 0,0 13 0,0-9 0,0 9 0,0-13 0,0 13 0,0-9 0,0 22 0,13-9 0,-9 0 0,9 9 0,-13-9 0,0 13 0,0-13 0,0 9 0,0-9 0,0-1 0,0 11 0,0-24 0,0 24 0,0-24 0,0 24 0,0-24 0,0 11 0,0-14 0,0 0 0,0 13 0,0-10 0,0 11 0,0-14 0,0 0 0,0-14 0,0 11 0,0-24 0,0 24 0,0-10 0</inkml:trace>
  <inkml:trace contextRef="#ctx0" brushRef="#br0" timeOffset="147167">5002 4972 24575,'17'0'0,"9"0"0,-22 0 0,22 0 0,-22 0 0,22 0 0,-22 0 0,22 13 0,-22-9 0,22 9 0,-22-13 0,9 13 0,0-9 0,-10 9 0,11 0 0,-14-9 0,0 22 0,0-22 0,0 22 0,0-9 0,0 0 0,-14 9 0,11-9 0,-10 13 0,0-14 0,9 11 0,-22-10 0,22-1 0,-9 11 0,0-24 0,9 11 0,-22-1 0,22-10 0,-22 11 0,22-14 0,-9 0 0</inkml:trace>
  <inkml:trace contextRef="#ctx0" brushRef="#br0" timeOffset="147513">5451 4942 24575,'0'17'0,"0"-4"0,0 0 0,-13-9 0,10 22 0,-11-22 0,14 22 0,0-9 0,-13 13 0,10 0 0,-10-13 0,13 9 0,0-9 0,0 13 0,0-14 0,0 11 0,0-10 0,0-1 0,0 11 0,0-10 0,0-1 0,13 11 0,-10-24 0,10 24 0,-13-24 0,14 10 0,-11-13 0,10 0 0,-13 0 0,0 0 0,14 0 0,-11 0 0,10 0 0</inkml:trace>
  <inkml:trace contextRef="#ctx0" brushRef="#br0" timeOffset="147889">5481 5092 24575,'17'0'0,"-4"0"0,1 0 0,-11 0 0,10 0 0,1 0 0,-11 0 0,10 0 0,1 0 0,-11 0 0,10 0 0,-13 0 0,0 0 0,0 13 0,0-9 0,0 9 0,0-13 0,0 13 0,0-9 0,0 22 0,0-22 0,0 22 0,0-23 0,0 24 0,0-10 0,0 13 0,0-14 0,0-2 0,0-1 0,0-10 0,0 11 0,13-1 0,-9-10 0,9 11 0,0-14 0,-9 0 0,9 0 0,0-14 0,-9 11 0,22-10 0,-9-1 0,0 11 0,9-24 0,-9 11 0</inkml:trace>
  <inkml:trace contextRef="#ctx0" brushRef="#br0" timeOffset="148085">5511 5182 24575,'30'0'0,"-13"0"0,10 0 0,-11 0 0,14 0 0,-13 0 0,9 0 0,-9 0 0,0-13 0,-4-4 0</inkml:trace>
  <inkml:trace contextRef="#ctx0" brushRef="#br0" timeOffset="148359">5901 4882 24575,'0'17'0,"13"-4"0,-10-13 0,11 14 0,-1-11 0,4 24 0,-1-11 0,11 1 0,-24 9 0,24-9 0,-24 13 0,10 0 0,-13 0 0,0 0 0,0 0 0,0 0 0,0 0 0,-13 0 0,10 0 0,-10 0 0,-1 0 0,11 0 0,-10-14 0,-1 11 0,11-24 0,-24 10 0,11-13 0,-1 0 0,4 0 0</inkml:trace>
  <inkml:trace contextRef="#ctx0" brushRef="#br0" timeOffset="170936">11382 11712 24575,'17'0'0,"-4"0"0,-13 0 0,0 0 0,13 0 0,-9 0 0,9 0 0,-13 0 0,0 0 0,13 0 0,-9 0 0,9 0 0,-13 0 0,0 0 0,13 0 0,-9 0 0,9 0 0,-13 0 0,0 0 0,13 0 0,-9 0 0,9 0 0,-13 0 0,0 0 0,0 13 0,0-10 0,0 11 0,0-14 0,0 0 0,13 0 0,-10 0 0,11 0 0,-14 0 0,0 0 0,13 0 0,-10 0 0,11 0 0,-14 0 0,0 0 0,13 0 0,-10 0 0,11 0 0,-14 0 0,0 0 0,13 0 0,-10 0 0,11 0 0,-1 0 0,-10 0 0,11 0 0,-14 0 0,13 0 0,-10 0 0,11 0 0,-14 0 0,13 0 0,-10 0 0,11 0 0,-1 0 0,-10 13 0,10-10 0,1 10 0,-11-13 0,24 0 0,-24 0 0,10 0 0,1 0 0,-11 0 0,24 0 0,-24 0 0,24 0 0,-24 0 0,24 0 0,-24 0 0,10 0 0,0 0 0,-9 0 0,22 0 0,-22 0 0,22 0 0,-22 0 0,9 0 0,0 0 0,-9 0 0,22 0 0,-22 0 0,22 0 0,-22 0 0,22 0 0,-22 0 0,9 0 0,0 0 0,-10 0 0,24 0 0,-24 0 0,24 0 0,-24 0 0,11 0 0,-1 0 0,4 0 0,-1 0 0,11 0 0,-24 0 0,24 0 0,-24 0 0,11 0 0,-1 0 0,-10 0 0,24 0 0,-24 0 0,10 0 0,1 0 0,-11 0 0,10 0 0,1 0 0,-11 0 0,24 0 0,-24 0 0,10 0 0,1 0 0,-11 0 0,10 0 0,1 0 0,-11 0 0,24 0 0,-24 0 0,10 0 0,0 0 0,-9 0 0,22 0 0,-22 0 0,22 0 0,-22 0 0,9 0 0,0 0 0,-9 0 0,22 0 0,-22 0 0,22-13 0,-22 10 0,22-10 0,-22 13 0,22 0 0,-23 0 0,24 0 0,-24 0 0,24 0 0,-24 0 0,11 0 0,-1 13 0,-10-10 0,24 10 0,-24-13 0,24 0 0,-24 0 0,24 0 0,-11 0 0,1 0 0,10 0 0,-24-13 0,24 10 0,-11-10 0,14 13 0,-13 0 0,10 0 0,-11 0 0,1 0 0,9 0 0,-22 0 0,22 0 0,-22 0 0,22 0 0,-9-14 0,0 11 0,-4-10 0,0 13 0,4 0 0,0 0 0,9 0 0,-22 0 0,22 0 0,-23 0 0,24 0 0,-24 0 0,11 0 0,-1 0 0,-10 0 0,24 0 0,-24 0 0,24 0 0,-24 0 0,24 0 0,-24 0 0,11 0 0,-1 0 0,-10 0 0,10 0 0,1 0 0,-11 0 0,24 0 0,-24 0 0,10 0 0,1 0 0,-11 0 0,10 0 0,1-14 0,-11 11 0,10-10 0,-13 13 0,14 0 0,-11 0 0,10 0 0,-13 0 0,14 0 0,-11 0 0,10 0 0,1 0 0,-11 0 0,10 0 0,-13 0 0,13 0 0,-9 0 0,22 0 0,-22 0 0,9 0 0,0 13 0,-9-10 0,22 11 0,-22-14 0,9 0 0,0 0 0,-9 0 0,9 0 0,0 0 0,-9 0 0,22 0 0,-22 0 0,9 0 0,0 0 0,-10 0 0,11 0 0,-1 0 0,-10 0 0,24 0 0,-24 0 0,11-14 0,-1 11 0,-10-10 0,24 13 0,-24 0 0,11 0 0,-1 0 0,-10 0 0,11 0 0,-1 0 0,-10 0 0,11 0 0,-1 0 0,-10 0 0,24 0 0,-24 0 0,10 0 0,1 0 0,-11 0 0,10 0 0,1 0 0,-11 0 0,10 0 0,-13 0 0,14 0 0,-11 0 0,10 0 0,-13 0 0,14 0 0,-11 0 0,10 0 0,-13 0 0,14 0 0,-11 0 0,10 0 0,0 0 0,-9 0 0,9 0 0,0 0 0,-9 0 0,9 0 0,-13 0 0,0 0 0,13 0 0,-9 0 0,9 0 0,-13 0 0,13 0 0,-9 0 0,9 0 0,-13 0 0,0 0 0,13 0 0,-9 0 0,9 0 0,-13 0 0,0 0 0,13 0 0,-9 0 0,9 0 0,0 0 0,-9 0 0,9 0 0,0 0 0,-10 0 0,11 0 0,-1 0 0,-10 0 0,11 0 0,-1 0 0,-10 0 0,11 0 0,-1 0 0,-10 0 0,24 0 0,-24 0 0,24 0 0,-24 0 0,24 0 0,-10 0 0,-1 0 0,11 0 0,-24 0 0,24 0 0,-24 0 0,24 0 0,-24 0 0,24 0 0,-24 0 0,24 0 0,-24 0 0,24 0 0,-11 0 0,1 0 0,9 0 0,-9 0 0,0 0 0,9-14 0,-9 11 0,13-10 0,-13 13 0,9 0 0,-9 0 0,13 0 0,0 0 0,-14 0 0,11 0 0,-10 0 0,-1 0 0,11 0 0,-10 0 0,13 0 0,-14 0 0,11 0 0,-11 0 0,14 0 0,0 0 0,0 0 0,0 0 0,0 0 0,-13 0 0,9 0 0,-9 0 0,13 0 0,0 0 0,0 0 0,-13 0 0,9 0 0,-9 0 0,0 0 0,9 0 0,-9 0 0,13 0 0,-14 0 0,11 0 0,-10 0 0,-1 0 0,11 0 0,-10 0 0,12 0 0,1 0 0,-13 0 0,10 0 0,-11 0 0,14 0 0,0 0 0,0 0 0,0 0 0,-13 0 0,9 0 0,-9 0 0,13 0 0,0 0 0,0 0 0,0 0 0,-13 0 0,9 0 0,-23 0 0,24 0 0,-24 0 0,24 0 0,-10 0 0,-1 0 0,11 0 0,-24 0 0,24 0 0,-24 0 0,24 0 0,-11 0 0,14 0 0,-13 0 0,10 0 0,-11 0 0,14 0 0,0 0 0,0 0 0,0 0 0,-13 0 0,9 0 0,-9 0 0,13 0 0,-13 0 0,9 0 0,-9 0 0,0 0 0,9 0 0,-9 0 0,13 0 0,-14 0 0,11 0 0,-10 13 0,13-10 0,-14 11 0,11-14 0,-10 0 0,-1 0 0,11 0 0,-11 0 0,1 0 0,10 0 0,-11 0 0,1 0 0,10 0 0,-11-14 0,1 11 0,10-10 0,-11 13 0,1 0 0,9 0 0,-9 0 0,13 0 0,-13 0 0,9 0 0,-9 0 0,13 0 0,-13 0 0,9 0 0,-9 0 0,-1 0 0,11 0 0,-10 0 0,13 0 0,-14 0 0,11 0 0,-24 0 0,24 0 0,-24-14 0,11 11 0,-14-10 0,13 13 0,-10 0 0,24 0 0,-24 0 0,10 0 0,-13 0 0,0 0 0,-13 0 0,36 0 0,-29 0 0,32 0 0,-26 0 0,0 0 0,14 0 0,-11 0 0,10 0 0,-13 0 0,0 0 0,14 0 0,-11 0 0,10 0 0,-13 0 0,0 0 0,14 13 0,-11-10 0,10 11 0,1-14 0,-11 0 0,10 0 0,-13 0 0,0 0 0,-13 0 0,10 0 0,-11 0 0</inkml:trace>
  <inkml:trace contextRef="#ctx0" brushRef="#br0" timeOffset="186893">4104 13419 24575,'-77'-17'0,"4"4"0,13 13-3770,0 0 3770,0 0 0,0 0 0,0-13-560,14 9 560,-11-9 0,10 13 0,-12 0 0,-1-13 0,13 9 0,-10-9 0,11 13 0,-1 0 0,-9 0 321,22 0-321,-9-13 0,0 9 0,10-9 0,-11 13-185,14 0 185,0 0 1744,1 0-1744,-1 0 0,0 0 1432,0 0-1432,13 0 788,-10 0-788,24 0 230,-10 0-230,-1 0 0,11 0 0,-24 0 0,24 0 0,-10 0 0,13 0 0,0 13 0,0-9 0,0 9 0,0-13 0,0 0 0,-13 0 0,36 0 0,-30 0 0,47 0 0,-37 0 0,24 0 0,-24 0 0,24 0 0,-24 0 0,24 0 0,-10 0 0,13 0 0,0 0 0,-1 0 0,1 13 0,0-9 0,0 9-503,14-13 503,-11 0 0,10 0 0,0 0-1028,4 0 1028,0-13 0,9 9-1603,-9-9 1603,13 13 0,-14 0 0,11 0 0,-11 0 0,14 0 0,0 0-2061,13 0 2061,-9 0 0,9 0 0,-13 0 0,0 0 0,13 0 0,-10 0 0,10 13 0,-13-9 0,0 9 0,13-13 0,-9 0 0,9 0 0,-13 0 0,13 0 0,-10 0 0,10 0 0,-13 0 0,0 0 0,13 0 0,-9 0 0,9 0 0,0 0 0,-10 0 0,-19 0 0,-1 0 0,20 0 0,-20 0 0,1 0 0,19 0 0,-20-6 0,0-1 0,21 3 0,-21-2 0,0-1 0,20-6 0,-20 11 0,1 0 0,33-11 0,-1 0-921,-32 11 0,-1 0 921,20-11 0,10 13 0,-13 0 0,13 0-948,-10 0 948,11 0 0,-14 0 0,-1 0-136,1 0 136,0 0 0,0 0 0,0 0 0,13 0 0,-9 0 0,9 0 0,-13-13-41,13 9 41,-10-9 0,10 13 0,1 0 0,-11 0 0,-20 0 0,0 0 0,21 0 0,-21-6 0,0-1 0,20 4 0,-19-4 0,-1 0 0,20 7 0,-20 0 0,1 0 0,32 0 0,1-13 0,-34 11 0,0 1 0,34-13 0,-1 14 0,-32 0 0,-1 0-6,33 0 6,-31-6 0,0-1 0,1 5 0,-2 1 0,33-13 0,-34 13 0,0 2 0,34-1 0,-33-6 0,2-1 0,-2 5 0,1 1 0,0-6 0,0 0 0,0 7 0,0 0-380,7-6 1,-1-1 379,-4 5 0,-1 1 0,6-6 0,0 0 0,-7 7 0,0 0-357,-1 0 1,1 0 356,0 0 0,0 0 0,0 0 0,0 0 0,0 0 0,0 0 0,0 0 0,0 0 0,0 0 0,0 0 0,0 0 0,0 0-117,31 0 117,-32 0 0,-1 0 0,20 0 0,10 0 0,0 0 0,-9 0 0,-21 7 0,0 0 0,20-4 0,-20 4 0,1-1 0,32-6 0,1 0 0,-34 0 0,0 0 0,34 0 0,-33 0 0,2 0-66,-1 1 0,0-2 66,0-5 0,0-1 0,-1 5 0,1 1 0,1-6 0,-2 0 0,33 7 0,-33 0 0,-2 0 0,22 0 824,9 0-824,-13 0 0,13 0 0,-10 0 0,10 0 0,-13 0 0,0 0 0,0 0 0,0 0 1010,-13-13-1010,9 10 0,-9-11 0,13 14 0,0 0 0,-14 0 0,11 0 0,-11-13 0,1 10 1511,-4-11-1511,-13 14 0,0 0 2504,0 0-2504,0 0 2000,-13 0-2000,-4 0 1501,0 0-1501,-9 0 522,9 0-522,-13 0 17,0 0-17,-13 0 0,-4 0 0,-13 0 0,0 0 0,-13 14 0,-4 2 0</inkml:trace>
  <inkml:trace contextRef="#ctx0" brushRef="#br0" timeOffset="189216">2276 13329 24575,'-16'60'0,"2"13"0,14 4-3917,0-27 1,0 3 3916,0 0 0,0 0 0,0 6 0,0 2 0,0 5 0,0 1 0,0 1 0,0 1 0,7 5 0,0 2 0,-6-2 0,1 1 0,5 7 0,-1-1 0,-6-4 0,0-1 0,4-17 0,2 0 0,-2 0 0,-3 18 0,1-1 0,4 6 0,1-1 0,1-6 0,-2 0 0,-5 0 0,1 0 0,11 0 0,1-1 0,-13-5 0,1-1-1164,11-1 1,1-1 1163,-12-6 0,-1 0 0,5 0 0,1-1-289,1 2 1,-2-2 288,-5-5 0,1-1 0,5 6 0,-1-2-850,-6-10 0,0-1 850,7 7 0,-1-2 803,-2 25-803,2-32 0,1-1 0,6 20 0,-11-6 0,0-1 0,11 1 0,-13-8 0,0-2 2148,13 0-2148,-9-1 0,9 11 0,-13-24 0,0 11 2696,0-15-2696,0 1 0,0 0 2895,13-13-2895,-9 10 2603,9-24-2603,-13 24 1098,0-24-1098,0 24 194,0-24-194,0 10 0,13 0 0,-9-9 0,9 9 0,-13 0 0,0-9 0,0 9 0,13-13 0,-9 13 0,9-9 0,0 9 0,-9-13 0,22 0 0,-23 0 0,24 13 0,-10-9 0,-1 9 0,11-13 0,-10 0 0,13 0 0,0 0 0,-14 0 0,24 0 0,-20-13 0,23 9 0,-13-9-615,14 0 615,-11 9 0,23-22 0,-22 22-1321,22-9 1321,-9 0 0,-1 9 0,11-9 0,-10 0-1623,13 10 1623,-1-11 0,1 14 0,0-13 0,0 10 0,0-11-2023,13 14 2023,-9 0 0,9-13 0,0 10-1668,4-11 1668,-1 14 0,-32 0 0,-1 0 0,20 0 0,-20 0 0,0 0 0,34 0 0,-1 0 0,-32-6 0,-1-1 0,20 4 0,-7-4 0,1 0 0,27 7 0,-33 0 0,1 0 0,-8 1 0,-2-2 0,22-12 0,-22 11 0,2 1 0,33-13 0,-33 14 0,1 0 0,1-6 0,-2-1 0,33 4 0,-34-11 0,0 1 0,2 11 0,0 1-699,1-5 0,1-1 699,5-1 0,0 2 0,-7 5 0,-1-1 0,1-11 0,0-1 0,0 13 0,0-1 0,0-11 0,0-1 0,0 12 0,0 1 0,0-5 0,0-1 0,0-1 0,0 2 0,0 5 0,-1-1 0,1-5 0,0 1 0,0 6 0,0 0 0,7-7 0,-1 0 0,-4 6 0,0-1 0,4-5 0,1 1 0,-7 6 0,0 0 0,0-7 0,-1 0 0,2 6 0,-2-1-543,33-11 543,-34 13 0,0 0 0,34-14 0,-33 13 0,2-1-195,-1-5 0,0 1 195,0 5 0,0 2 0,-1 0 0,1-2 0,0-6 0,0 1 0,0 4 0,0 0 0,0-4 0,0-1 0,6 0 0,1 1-217,-5 4 1,-1 0 216,6-5 0,-1 1 0,-5 6 0,-2 0 100,1-7 1,0 1-101,0 4 0,0 0 0,0-5 0,0 1 0,0 6 0,0 0 0,0-6 0,0-1 0,0 5 0,-1 0 0,1-5 0,0 1 0,7 5 0,0 2 0,-6-1 0,1 0 0,4 0 0,1 0 0,-7 0 0,0 0 0,0 0 0,0 0 0,-1 0 0,1 0 0,7 1 0,0-2-243,-6-5 0,1-1 243,4 5 0,1 0 0,-7-4 0,0-1-6,0 6 1,0 2 5,0-1 0,0 0 568,31 0-568,-33 0 0,1 0 0,32 0 0,-31 1 0,0-2 10,0-5 0,0-1-10,0 5 0,0 0 0,0-4 0,0-1 0,31 7 0,-33 1 0,1-2 0,32-12 0,-31 11 0,0 0 0,0-4 0,0-1 0,0 6 0,0 2 0,0-1 0,0 0 0,31 0 0,-33 0 0,1 0 0,32 0 0,-31 0 0,0 0 0,32 0 0,-4 0 0,0 0 651,-10 0-651,11 0 0,-15 13 0,1-9 726,0 9-726,0-13 0,0 0 0,0 13 710,-13-9-710,9 9 0,-23-13 0,24 0 0,-24 0 0,24 13 1668,-24-9-1668,10 9 0,1-13 0,-11 0 0,10 0 1771,-13 0-1771,0 0 0,0 0 0,0 0 0,0 0 0,0-13 0,0 9 0,0-9 0,0 13 0,0 0 1746,-14 0-1746,11 0 1473,-24 0-1473,24 0 747,-24 0-747,11 0 230,-14 0-230,13 0 0,-10 0 0,11 0 0,-14 0 0,0 0 0,13 0 0,-10 0 0,11 0 0,-14 0 0,13-13 0,-10 9 0,24-9 0,-24 13 0,24 0 0,-24 0 0,10 0 0,1-13 0,-11 9 0,10-9 0,-13 13 0,14 0 0,-11 0 0,10 0 0,-13 0 0,0 0 0,0-13 0,0 10 0,14-24 0,-11 24 0,10-24 0,-13 24 0,0-24 0,0 10 0,0-13 0,0 0 0,0 0 0,0 1 0,-13-1-527,10-14 527,-11 11 0,1-10-1366,-4 0 1366,1-4 0,-11 0 0,10-9 0,1 9 0,-11 1 0,11-11 0,-14 10 0,0 1 0,0-11 0,0 11 0,0-1 0,13-10 0,-9 24 0,9-23 0,0 9 0,-9 0 0,9-9 0,0 9 0,-9 1 0,22-11 0,-22 10 0,22-12 0,-9 12 0,0-10 0,9 11 0,-9-1 0,0-9 0,10 9 0,-11-13 0,1 14 0,10-11 0,-11 10 0,1 1 0,10-11 0,-11 24 0,14-24 0,-13 11 0,10-1 0,-11-9 0,14 9 0,-13-13 0,10 0 0,-11 14 0,14-11 0,0 10 0,-13-12 0,10-1 0,-11 0 0,14-14 0,0 11-2011,-13-10 2011,10 13 0,-11 0 0,1 14-871,10-11 871,-10 24 0,13-24 0,-14 24 0,11-10 225,-10 13-225,13 0 0,0 0 0,-14 0 0,11 0 0,-10 0 1171,13 0-1171,0 13 2075,0-9-2075,0 9 1063,0 0-1063,0-9 241,0 22-241,0-9 0,0 13 0,0-13 0,0 10 0,0-11 0,0 14 0,0 0 0,0-13 0,0 10 0,0-11 0,0 14 0,0 0 0,-14 0 0,11 0 0,-24-13 0,24 10 0,-24-11 0,11 14 0,-1 0 0,-9 0 0,9-13 0,-13 10 0,-13-11-576,9 14 576,-9 0 0,0-13-1397,-4 10 1397,-13-11 0,0 14 0,1 0-2567,-15 0 2567,-2 0-1392,31 0 0,0 0 1392,0 7 0,0 0 0,0-6 0,0 1 0,-6 11 0,-1 1 0,6-13 0,-1 1 0,-11 10 0,-1 3 0,12-7 0,1 0 0,-6 0 0,1 1 0,5 4 0,2 1-1410,-32 2 1410,32-8 0,1 1-112,-20 17 112,3-22 0,17 22 0,13-9 0</inkml:trace>
  <inkml:trace contextRef="#ctx0" brushRef="#br0" timeOffset="204830">2276 17822 24575,'0'17'0,"0"-4"0,0-13 0,0 0 0,0 13 0,14-9 0,-11 9 0,10-13 0,-13 0 0,0 0 0,14 0 0,-11 13 0,10-10 0,1 11 0,-11-14 0,10 0 0,1 13 0,-11-10 0,10 11 0,1-14 0,-11 0 0,23 0 0,-22 0 0,9 0 0,-13 0 0,13 0 0,-9 0 0,9 0 0,-13 0 0,13 0 0,-9 0 0,9 0 0,-13 13 0,13-10 0,-9 11 0,9-14 0,0 0 0,-9 0 0,22 0 0,-22 0 0,22 0 0,-22 0 0,22 0 0,-23 0 0,24 0 0,-24 0 0,24 0 0,-24 0 0,24 0 0,-10 0 0,-1 0 0,11 0 0,-10 0 0,-1 0 0,11 0 0,-24 0 0,24 0 0,-11 0 0,1 0 0,10 0 0,-11-14 0,1 24 0,10-20 0,-11 24 0,1-14 0,10 0 0,-24 0 0,23 0 0,-9 0 0,0 0 0,9 0 0,-9 0 0,0 0 0,9 0 0,-9 0 0,0 0 0,9 0 0,-9 0 0,13 0 0,0 0 0,0 0 0,-14 0 0,11 0 0,-10 0 0,13 0 0,-14 0 0,11 0 0,-11 0 0,1-14 0,10 11 0,-11-10 0,14 13 0,-13 0 0,10 0 0,-11 0 0,14 0 0,-13 0 0,9 0 0,-9 0 0,13 0 0,0 0 0,0 0 0,0-14 0,0 11 0,0-10 0,-14 13 0,11 0 0,-10 0 0,13 0 0,0 0 0,0 0 0,13 0 0,-10 0 0,10 0 0,-13 0 0,0 0 0,-13 0 0,10 0 0,-11 0 0,14 0 0,0 0 0,-13 0 0,9 0 0,-9 0 0,13 0 0,0 0 0,0 0 0,-14 0 0,11 0 0,-10 0 0,13 0 0,0 0 0,-14 0 0,11 0 0,-10 0 0,13 0 0,-1 0 0,-12 0 0,10 0 0,-11 0 0,1 0 0,10 0 0,-11 0 0,14 0 0,0 0 0,0 13 0,-13-10 0,9 11 0,-22-14 0,22 0 0,-9 0 0,0 0 0,9 0 0,-22 0 0,9 0 0,0 0 0,-9 0 0,22 0 0,-9 0 0,-1 0 0,-2 0 0,-1 0 0,-10 0 0,24 0 0,-10 0 0,-1 0 0,11 13 0,-10-10 0,-1 11 0,11-14 0,-11 0 0,1 0 0,10 0 0,-11 0 0,14 0 0,-13 0 0,10 0 0,-11 0 0,14 13 0,0-10 0,0 11 0,0-14 0,0 0 0,0 0 0,0 0 0,0 13 0,0-10 0,0 11 0,0-14 0,0 0 0,0 0 0,0 0-481,13 0 481,-10 0 0,10-14 0,-13 11 0,14-10 0,-11 13 0,10 0 0,-13 0 0,0 0 0,0 0 0,0 0 0,0 0 0,0 0 0,0 0 0,0 0 0,0 0 0,0 0 0,0 0 0,0 0 0,0 0 0,-1 0 0,-12 0 481,10-14-481,-11 11 0,14-10 0,0 13 0,-13 0 0,10 0 0,-24 0 0,24 0 0,-24 0 0,10 0 0,0 0 0,-9 0 0,9 0 0,-13 0 0,0 0 0,0 0 0</inkml:trace>
  <inkml:trace contextRef="#ctx0" brushRef="#br0" timeOffset="207858">12371 17942 24575,'16'0'0,"-3"0"0,1 0 0,-11 0 0,24 0 0,-24 0 0,24 0 0,-11 0 0,1 0 0,10 0 0,-11 0 0,14 0 0,-13 0 0,9 0 0,-9 0 0,13 0 0,-13 0 0,9 0 0,-9 0 0,13 0 0,-13 0 0,9 0 0,-9 0 0,-1 0 0,11 0 0,-10 0 0,-1 0 0,11 0 0,-10 0 0,-1 0 0,11 0 0,-10 0 0,12 0 0,-12 0 0,10 0 0,-11 0 0,14 0 0,-13 0 0,10 0 0,-11 0 0,1 0 0,10 0 0,-11 0 0,14 0 0,-13 0 0,9 0 0,-9 0 0,13 0 0,0 0 0,-13 0 0,9 0 0,-9 0 0,-1 0 0,11 0 0,-10 0 0,-1 0 0,11 0 0,-10 0 0,13 0 0,0 0 0,-14 0 0,11 0 0,-11 0 0,1 0 0,10 0 0,-11 0 0,1 0 0,10 0 0,-11 0 0,14 0 0,-13 0 0,9 0 0,-9 0 0,0 0 0,9 0 0,-9 0 0,0 0 0,9 0 0,-9 0 0,0-14 0,9 11 0,-22-10 0,22 13 0,-9 0 0,-1 0 0,11 0 0,-24 0 0,24 0 0,-24 0 0,24 0 0,-24 0 0,24 0 0,-24 0 0,24 0 0,-24 0 0,24 0 0,-24 0 0,24 0 0,-24 0 0,24 0 0,-11 13 0,1-10 0,10 11 0,-24-14 0,24 0 0,-11 0 0,1 0 0,9 0 0,-9 0 0,0 0 0,9 0 0,-9 0 0,0 0 0,9 0 0,-9 0 0,0 13 0,9-10 0,-22 11 0,22-14 0,-9 0 0,-1 0 0,11 0 0,-10 0 0,13 0 0,0 0 0,-14 0 0,11 0 0,-10 13 0,12-10 0,15 11-495,-11-14 495,10 0 0,-13 0 0,0 0 0,0 0 0,0 0 0,0-14 0,0 11 0,0-10 0,0 13 0,0 0 0,0 0 0,-14 0 0,11 0 0,-10 0 0,13 0 0,0 0 0,0 0 0,0 0 0,-1 0 0,1 0 495,14 0-495,-11 0 0,10 0 0,-13 0 0,0 0 0,0 0 0,0 0 0,0 0 0,0 0 0,0 0 0,0 0 0,0 0 0,0 0 0,0 0 0,0 0 0,0 0 0,0 0 0,0 0 0,-14 0 0,11 0 0,-24 13 0,24-10 0,-24 11 0,24-14 0,-24 0 0,24 0 0,-24 0 0,24 0 0,-24 0 0,24 0 0,-24 0 0,24 0 0,-24 0 0,23 0 0,-22 0 0,22 0 0,-9 13 0,0-10 0,9 11 0,-9-14 0,13 0 0,0 0 0,-13 0 0,9 0 0,-9 0 0,13 0 0,0 0 0,0 0 0,0 0 0,0 0 0,-1 0 0,1 0 0,0 0 0,0 0 0,0 0-619,14 0 619,-11-14 0,10 11 0,-13-10 0,13 13 0,-9 0 0,9 0 0,0 0 0,-10 13 0,24-10 0,-24 11 0,11-14 0,-1 0 0,-10 0 0,10 0 0,1 0 0,-11 0 0,10 0 0,0 0 0,4 0 0,0 0 0,9 0 0,-23 0 0,24 0 0,-24 0 0,24 0 0,-24 0 0,10 0 0,1 0 0,-11 0 0,10 0 0,-13 0 0,0 0 0,0 0 0,0 0 0,0 0 0,0 0 0,0-14 0,0 11 0,0-10 0,0 13 0,-14 0 0,11 0 619,-10 0-619,13 0 0,-14 0 0,-2 0 0,-1 0 0,-10 0 0,11 0 0,-14 0 0,13 0 0,-10 0 0,11 0 0,-14 0 0,-14 0 0,11 0 0,-10 0 0</inkml:trace>
  <inkml:trace contextRef="#ctx0" brushRef="#br0" timeOffset="656078">8986 18092 24575,'16'0'0,"-2"0"0,-14 0 0,0 0 0,13 0 0,-10 0 0,11 0 0,-1-14 0,-10 11 0,24-10 0,-10 13 0,13 0 0,-14 0 0,11 0 0,3 0 0,3-14 0,10 11 0,-13-10-989,14 13 989,2 0 0,1 0 0,-4 0 0,14 0 0,-7 0 0,9 0 0,-15 0 0,-1 0 0,-10 0 0,11 0 0,-1 0 0,-10 0 0,24 13 0,-24-10 0,24 11 0,-24-14 0,23 0 0,-9 0 0,0 0 0,9 0 0,-23 0 0,24 0 0,-24 0 0,24 0 0,-24 0 0,10 0-219,-13 0 219,0 0 0,-13 0 0,10 0 0,-24 0 0,24 0 978,-24 0-978,10 13 230,-13-10-230,13 11 0,-9-14 0,9 0 0,-13 0 0,0 0 0,13 0 0,-9 0 0,9 0 0,-13 0 0,13 0 0,4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17:27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2127 6679 24575,'16'0'0,"-2"0"0,-1 0 0,-10 0 0,11 0 0,-1 0 0,-10 0 0,24 0 0,-24 0 0,24 0 0,-24 0 0,24 0 0,-24 0 0,24 0 0,-24 0 0,24 0 0,-24 0 0,24 0 0,-24 0 0,24 0 0,-24 0 0,23 0 0,-22 0 0,22 0 0,-9 0 0,0 0 0,9 0 0,-9 0 0,13-13 0,0 10 0,0-10 0,-14 13 0,11 0 0,-10 0 0,13 0 0,0 0 0,0 0 0,-14 0 0,11 0 0,-10 0 0,12 0 0,1 0 0,0-14 0,0 11 0,-13-10 0,10 13 0,-11 0 0,14 0 0,0 0 0,0 0 0,0 0 0,0 0 0,0 0 0,-13 0 0,9-14 0,-9 11 0,13-10 0,0 13 0,-14 0 0,11 0 0,-10 0 0,-1 0 0,11 0 0,-10 0 0,13 0 0,-14 0 0,11 0 0,-11 0 0,1 0 0,10 0 0,-11 0 0,14 0 0,-13 0 0,10 0 0,-11 0 0,14 0 0,-13 0 0,9 0 0,-9 0 0,13 0 0,0-14 0,0 11 0,0-10 0,0 13 0,0 0 0,0 0 0,0 0 0,0 0 0,0 0 0,-14 0 0,11 0 0,-11-14 0,14 11 0,-13-10 0,10 13 0,-11 0 0,1 0 0,10 0 0,-11 0 0,1 0 0,10 0 0,-11 0 0,1 0 0,9 0 0,-22 0 0,22 0 0,-9 0 0,0 0 0,9 0 0,-22 0 0,22 0 0,-9 0 0,0 0 0,9 0 0,-23 0 0,24 0 0,-10 0 0,-1 0 0,11 0 0,-10 0 0,13 0 0,-14 0 0,11 0 0,-10 0 0,12 0 0,-12 0 0,10 0 0,-11 0 0,14 0 0,-13 0 0,10 0 0,-11 0 0,1-14 0,9 11 0,-9-10 0,0 13 0,9 0 0,-9 0 0,0 0 0,9 0 0,-9 0 0,13 0 0,-13 0 0,9 0 0,-9 0 0,13 0 0,-14 0 0,11 0 0,-10 0 0,13 0 0,-14 0 0,11 0 0,-10 0 0,12 0 0,1 0 0,0 0 0,-13 0 0,10 0 0,-11 0 0,14 0 0,0 13 0,0-10 0,0 11 0,0-14 0,0 0 0,0 0 0,0 0 0,0 0 0,0 0 0,0 0 0,0 0 0,0 0 0,0 0 0,0 13-606,13-10 606,-10 11 0,10-14 0,1 0 0,-11 0 0,24 0 0,-24 0 0,23 0 0,-22 0 0,22 0 0,-23 0 0,24 0 0,-24 0 0,24 0 0,-24 0 0,24 0 0,-24 0-1302,24 0 1302,-11 0 0,14 0 0,-13 0 0,9 0 0,-9 0 0,13 0-1833,0-14 1833,0 11 0,-14-10-1188,11 13 1188,-11 0 0,1 0 0,10 0 0,-11 0 0,1 0 0,9 0 0,-22 0 0,22 0 347,-23 0-347,24 0 0,-24 0 496,11 0-496,-1 0 0,-10 0 0,24 0 0,-24 0 0,24 0 0,-24-14 0,23 11 0,-22-10 635,22 13-635,-9 0 0,-1 0 0,11-14 0,-24 11 574,11-10-574,-1 13 0,-10 0 0,10 0 0,1-14 0,-11 11 0,10-10 0,14 13 0,-21-13 0,21 9 0,-27-9 0,0 13 140,0 0-140,0 0 669,-14 0-669,11-13 1255,-24 9-1255,24-9 813,-24 13-813,11 0 0,-14 0 0,0 0 0,0-13 0,0 9 0,0-9 0,0 13 0,0 0 0,0-13 0,0 9 0,0-22 0,0 9 0,0 0 0,0-9 0,0 9 0,0-13 0,-14-13-1050,11 10 1050,-10-24 0,13 11-2125,0-28 2125,0 11 0,0 20 0,0 0 0,0-34-1458,1 32 0,-2 0 1458,-6 0 0,0 0 0,6 0 0,-1 0 0,-4 0 0,-1 1 0,-1-1 0,2 0 0,5 0 0,-1 0 0,-5 0 0,1 0 0,6 0 0,0 0-1069,-7 0 1,0 0 1068,6 0 0,-1 0-764,-11-31 764,0 3 0,9-1 0,-9 11 0,13-10 0,-13 26 501,9-9-501,-9 9 0,13 1 2014,0 2-2014,-13 14 2368,9 0-2368,-9 0 0,13 1 2033,0-1-2033,0 13 1397,0-10-1397,0 24 587,0-24-587,0 24 92,0-24-92,0 24 0,0-10 0,-13-1 0,9 11 0,-9-10 0,13 13 0,0 0 0,-13 0 0,9 0 0,-9 0 0,0 0 0,9 0 0,-22 0 0,22 0 0,-22 13 0,9-10 0,1 11 0,-11-14 0,10 0 0,-13 0 0,0 13 0,0-10 0,1 11 0,-1-14 0,0 0-552,-14 13 552,11-10 0,-10 11 0,0-1 0,9-10 0,-22 11 0,22-14-1260,-22 13 1260,9-10 0,-13 24 0,0-24-2256,0 11 2256,-13-1 0,10-10 0,-10 10 0,0 1 0,9-11 0,-9 10 0,0-13 0,10 0 0,-11 0 0,15 0 0,-1 0-1567,0 0 1567,0 0 0,0 0 0,0 0 0,0 0 0,14 0-343,-11 0 343,24 0 0,-24 0 0,11 0 0,-14 0 0,13 0-196,-10 0 196,11 14 0,-1-11 1173,-9 10-1173,22-13 0,-22 0 0,23 0 0,-24 0 0,24 0 0,-24 0 0,24 0 0,-24 14 0,24-11 0,-10 10 0,-1-13 0,11 14 0,-10-11 0,0 10 0,9-13 0,-22 0 0,22 0 0,-22 0 0,23 0 0,-24 0 0,24 0 0,-24 0 0,11 0 0,-1-13 0,-10 10 0,24-11 0,-23 14 0,9 0 0,0-13 0,-9 10 165,9-11-165,-13 14 0,14-13 0,-11 10 0,11-11 0,-14 1 0,0 10 0,0-11 0,0 1 0,13 10 0,-9-10 0,9 13 0,-13 0 0,0-14 0,0 11 0,14-10 0,-11 13 0,11 0-228,-1 0 228,-9-14 0,22 11 617,-9-10-617,0 13 0,9 0 0,-22-14 0,23 11 0,-11-10 0,14 13 0,-13 0 0,10 0 0,-24 13 0,24-10 0,-10 11 0,-1-14 0,11 0 0,-23 0 0,22 13 0,-22-10 0,22 11 0,-22-14 0,23 13 0,-24-10 0,24 11 0,-11-14 0,1 13 0,-3-10 0,-1 10 0,-10 1 0,24-11 0,-10 10 0,0 1 0,9-11 570,-9 10-570,13-13 0,0 0 0,0 14 0,0-11 0,0 10 0,0-13 0,0 0 1559,0 0-1559,0 0 0,1 0 1226,-1 0-1226,0 0 0,0 0 787,13 0-787,-10 0 305,11 0-305,-14 0 0,13 0 0,-9 0 0,22 0 0,-22 0 0,22 0 0,-9 0 0,0 0 0,9 0 0,-9 0 0,0 0 0,9 0 0,-9 0 0,13 0 0,0 0 0,-13 0 0,9 0 0,-9 0 0,13 0 0,0 0 0,-13 0 0,9 0 0,-9 0 0,13-13 0,0 10 0,0-11 0,0 14 0,0 0 0,-13 0 0,9 0 0,-9 0 0,13 14 0,0-11 0,0 10 0,0-13 0,0 14 0,0 2 0,0 28 0,0-11 0,0 37-2607,0-20 2607,-6-8 0,-1 2 0,4 33 0,-4-33 0,0 2 0,6-2 0,2 1 0,-1 6 0,0 2 0,0 0 0,0 0 0,1 0 0,-2 1 0,-5 4 0,-1 0 0,5-4 0,1-1 0,-6 0 0,0 0 0,6 6 0,2-1 0,-1-12 0,0 1 0,-1 11 0,2 0 0,6-11 0,0-1 0,-6 6 0,1 0 0,5-7 0,-1-1 0,-6 2 0,0-2 0,14 33 0,-11-4-1869,10-13 1869,-13 0 0,13 0-1219,-9-14 1219,9 11 0,-13-24 0,13 11 0,-9-15 0,9 1 0,-13 0 0,0 0 2156,0-13-2156,0 10 1978,0-24-1978,13 10 1561,-9-13-1561,9 14 0,-13-11 0,0 10 0,0-13 0,0 0 0,0-13 0,-13 10 0,9-11 0,-9 1 0,13 10 0,0-24 0,13-3 0,-9-3 0,9-11 0</inkml:trace>
  <inkml:trace contextRef="#ctx0" brushRef="#br0" timeOffset="811">11083 5392 24575,'30'0'0,"13"0"0,3 13-4172,14-10 4172,13 10-1667,-29-12 1,2-2 1666,6 1 0,3 0 0,10 7 0,3 0 0,0-5 0,0-1-1280,7 6 1,0-1 1279,0-5 0,0-2 0,0 1 0,0 0 0,-1 0 0,1 0-1599,7 7 0,0 0 1599,-6-6 0,1 1 0,5 5 0,-1-1-663,-13-5 1,0-2 662,6 1 0,-1 0-93,-11 0 1,-1 0 92,-1 7 0,0 0 371,-1-6 0,-2 1-371,-10 5 0,-1-1 881,0-5 0,-2-2-881,29 1 2086,-13 0-2086,-13 0 2725,-4 0-2725,-13 0 0,0 14 3069,0-11-3069,-13 10 2144,-4-13-2144,0 0 1728,-9 0-1728,9 0 516,-13 0-516,0-13 0,0 10 0,0-11 0,0 14 0,0 0 0,-13 0 0,9-13 0,-9 10 0,13-11 0</inkml:trace>
  <inkml:trace contextRef="#ctx0" brushRef="#br0" timeOffset="1041">13838 5182 24575,'48'15'0,"1"0"0,34 1 0,-40 11 0,-10-10 0,-3-1 0,-3 11 0,-24-10 0,24 13 0,-37 0 0,20-1-767,-37 15 767,24-11-854,-24 24 854,11-24-1416,-14 23 1416,-13-22 0,9 9 0,-9 0 0,26-9-630,-9 9 630,9-13 0,-13 0 0,14 0 0,2 0 0</inkml:trace>
  <inkml:trace contextRef="#ctx0" brushRef="#br0" timeOffset="2974">22974 3894 24575,'-30'-17'0,"0"4"0,0 0-2323,-13 9 2323,-4-22-2567,-26 22 2567,-4-22 0,33 17 0,-2 1 0,-5 0 0,-1-1 0,0-4 0,-2 0-1456,-5 4 1,-2 1 1455,-5 0 0,-1 0-1983,-7-7 1,-2 3 1982,-6 10 0,-2 1-842,25-7 1,-1-3-1,-1 3 842,-3 5 0,0 4 0,-1-2-469,0-4 0,0 0 0,-1 1 469,-4 3 0,1 1 0,-2 1-191,-3 3 0,-1 1 1,1 0 190,3-4 0,1 0 0,-2 0-38,-6 3 0,-2 0 0,2 1 38,6 0 0,1 0 0,1-1 0,0-3 0,0-2 0,0 4 0,0 5 0,1 3 0,2-3 0,-19-7 0,2 1 0,21 5 0,-2 3 0,3-1 0,-15 0 0,1-1 202,1 1 0,0-1-202,8-2 0,1 1 350,6 0 0,0-1-350,0-5 0,1 2 574,5 10 1,1 0-575,1-10 0,1-2 0,5 5 0,2 1 1881,-32 6-1881,32-11 0,1 0 0,-20 11 0,3-13 2271,3 0-2271,24 13 0,-24-9 3090,24 9-3090,-10-13 0,13 0 0,0 0 0,0 0 0,0 13 3052,13-9-3052,-9 9 2557,9-13-2557,-13-13 1280,14 9-1280,-11-9 0,10 13 0,-13 0 0,0 0 0,0 0 0,1 0 0,-1 0 0,0 0 0,0 0 0,13-13 0,-10 9 0,11-9 0,-14 13 0,0 0 0,13 0 0,-9 0 0,9 0 0,-13 0 0,13 0 0,-9 0 0,9-13 0,0 9 0,-9-9 0,22 13 0,-22 0 0,23 0 0,-24-13 0,24 9 0,-24-9 0,10 13 0,1 0 0,-11 0 0,10 0 0,1 0 0,-11 0 0,10 0 0,-12 0 0,-1 0 0,0 0 0,13 0 0,-23 0 0,20 0 0,-23 0 0,13 0 0,0 0 0,0 0 0,0 0 0,0 13 0,0-9 0,0 9 0,0-13 0,14 0 0,-11 13 0,10-9 0,1 9 0,-11-13 0,24 13 0,-24-9 0,24 9 0,-11-13 0,1 13 0,10-9 0,-11 9 0,14-13 0,0 0 0,-13 0 0,10 13 0,-10-10 0,13 11 0,0-1 0,-14-10 0,11 24 0,-10-24 0,-1 24 0,11-24 0,-10 24 0,-1-10 0,-2 13 0,-1-1 0,-10-12 0,24 10 0,-24-11 0,11 14-784,-1 14 784,-9-11 0,9 10 0,-13-13 0,0 13 0,13-9-1492,-9 22 1492,9-9 0,-13 13 0,0-14 0,14 11-2146,-11 3 2146,10 3 0,1 10 0,-11-13 0,10 13 0,-13-9 0,22-21 0,0 0 0,-19 20 0,25-19 0,1-1 0,-26 20 0,18-20 0,2 1 0,-10 19 0,10-20 0,1 0 0,-8 21 0,11 9 0,-10-13 0,13 13 0,-14-10 0,11 10 0,-10-13 0,13 0-1171,0-13 1171,0 9 0,0-22 0,0 22 93,0-9-93,0-14 0,13 7 1221,-10-23-1221,11 13 2165,-14-14-2165,13-2 1445,-10-1-1445,11-10 660,-14 24-660,13-24 9,-10 24-9,24-24 0,-24 24 0,24-24 0,-24 24 0,24-24 0,-11 24 0,14-24 0,-13 24 0,10-24 0,-11 10 0,14 1 0,0-11 0,13 24 0,-9-24-1372,22 24 1372,-9-24-1684,13 24 1684,0-24-2505,13 10 2505,3 0-1278,-31-11 1,0 0 1277,0 4 0,0 1 0,0 0 0,0-1 0,7-5 0,-1 2 0,-5 10 0,1 0 0,11-11 0,1 0 0,-6 11 0,0 0 0,6-10 0,2-2 0,5 5 0,1 1-1407,1 0 0,1-1 1407,5-4 0,2 0-1148,5 4 1,1 1 1147,-7-7 0,3 0-530,-16 4 1,2 1-1,-1-1 530,22-2 0,0 0-365,-17 2 1,1 1 0,0-1 364,-3-3 0,-1-2 0,1 1-110,3 0 0,1 0 0,1 0 110,-2 0 0,1 0 0,0 0-49,4 0 0,0 0 0,1 0 49,0 0 0,1 0 0,-1 0 0,1 0 0,-1 0 0,1 0 0,-2 0 0,1 0 0,-1 0 0,-4 0 0,0 0 0,-1 0 0,1 0 0,0 0 0,0 0 0,0 0 0,0 0 0,0 0 0,-4-1 0,-1 1 0,0 1 0,0 3 0,-1 1 0,0-1 0,-3-2 0,-2-2 0,1 2 35,0 2 1,0 1-1,0-1-35,23-3 0,0-2 0,-1 1 0,-1 0 0,-7 0 0,2 0 0,-10 0 0,4 0 0,-3 0 0,8 0 0,0 0 0,-17 0 0,1 0 0,-3 0 441,4 0 0,-4 0-441,-8 0 0,-3 0 811,1 1 1,-2-2-812,29-12 2237,-13 9-2237,-13-9 4096,-4 13-4096,-13 0 0,0 0 3077,-13 0-3077,9 0 2153,-22 0-2153,22 0 1699,-22 0-1699,9 0 511,-13 0-511,0 0 0,13 0 0,-9-13 0,9 9 0,-13-22 0,0 22 0,0-22 0,13 9 0,-9-13 0,9-13 0,-13-4 0,-13-13-2502,9 0 2502,-22-13-3271,22-3 3271,-2 25 0,-1-2 0,0-5 0,1-3 0,-3-8 0,1 1 0</inkml:trace>
  <inkml:trace contextRef="#ctx0" brushRef="#br0" timeOffset="3149">22674 4373 24575,'-30'-76'0,"14"2"0,-11 14-3038,24 1 3038,-11 12 0,14 4 959,0 13-959,-13 13 499,10 4-499,-11 13 0,14 13 0,0 4 0,0 39-846,0-6 846,0-8 0,0 3-1625,0-1 1,0 2 1624,0 6 0,0 2 0,7 6 0,0 0 0,-6 0 0,1 0-1484,5-7 1,-1 0 1483,-6 6 0,0-1 0,7-12 0,0 1 0,-7 11 0,3 0 0,10-10 0,1-2-823,-12-1 1,-1-1 822,6 1 0,-1-3 66,-6 21 1,0 10-1,0-13 1</inkml:trace>
  <inkml:trace contextRef="#ctx0" brushRef="#br0" timeOffset="5104">9285 4373 24575,'17'0'0,"-4"0"0,-13-13 0,14 9 0,-11-9 0,10 26 0,1-9 0,-11 9 0,10-13 0,-13 0 0,14 0 0,-11 13 0,10-9 0,-13 22 0,0-22 0,0 22 0,0-9 0,0 13 0,0 0 0,0 0 0,0 0 0,0-14 0,0 11 0,0-10 0,0 13 0,0 0 0,0-14 0,14 11 0,-11-24 0,10 24 0,0-24 0,4 10 0,0-13 0,9 0 0,-9 0 0,0 0 0,9 0 0,-9 0 0,0 0 0,9-13 0,-23 10 0,11-24 0,-14 24 0,0-24 0,0 24 0,0-10 0</inkml:trace>
  <inkml:trace contextRef="#ctx0" brushRef="#br0" timeOffset="5342">9285 4583 24575,'0'-17'0,"0"4"0,14 13 0,-11 0 0,10 0 0,-13 0 0,14 0 0,2 0 0,1 0 0,10 0 0,-11-13 0,1 9 0,9-9 0,-9 13 0,0-13 0,9 9 0,-9-9 0,13 13 0</inkml:trace>
  <inkml:trace contextRef="#ctx0" brushRef="#br0" timeOffset="5590">9705 4523 24575,'16'0'0,"-2"0"0,-1 0 0,-10 0 0,24-13 0,-10 9 0,-1-9 0,11 13 0,-24 0 0,24 0 0,-24 0 0,24 0 0,-24 0 0,10 0 0,1 0 0,-11 0 0,10-13 0,-13-4 0</inkml:trace>
  <inkml:trace contextRef="#ctx0" brushRef="#br0" timeOffset="5754">9825 4613 24575,'16'0'0,"11"0"0,-24 0 0,24 0 0,-11 0 0,1-14 0,10 11 0,-24-10 0,10 13 0</inkml:trace>
  <inkml:trace contextRef="#ctx0" brushRef="#br0" timeOffset="9385">9974 4493 24575,'0'-17'0,"-13"4"0,10 0 0,-11 9 0,14-9 0,-13 0 0,10 9 0,-24-9 0,10 13 0,1 0 0,-11 0 0,11 0 0,-1 0 0,-10 13 0,24-9 0,-24 9 0,24 0 0,-24-9 0,24 22 0,-10-22 0,-1 22 0,11-9 0,-10 0 0,26 22 0,-10-19 0,11 10 0,-14-3 0,13-24 0,-10 24 0,24-24 0,-24 24 0,24-24 0,-10 11 0,13-14 0,-1 0 0,1 0 0,0-14 0,-13 11 0,10-24 0,-11 11 0,14-1 0,-13-10 0,10 11 0,-24-14 0,10 0 0,-13 0 0,0 0 0,0 13 0,0-9 0,0 22 0,0-22 0,0 22 0,0-9 0,0 13 0,0 0 0,0 13 0,0-9 0,0 22 0,0-9 0,0 0 0,0 9 0,0-9 0,0 13 0,0-14 0,0 11 0,0-10 0,13-1 0,-9-2 0,9-14 0,-13 13 0,0-10 0,0 11 0,0-14 0,0 0 0,0-14 0,0 11 0,13-24 0,-9 24 0,9-24 0,-13 11 0,0-1 0,13-9 0,-9 22 0,9-22 0,0 9 0,-9 0 0,9-9 0,0 22 0,-9-9 0,9 0 0,0 9 0,-9-9 0,22 13 0,-22 0 0,22 0 0,-23 0 0,11 0 0,-1 0 0,-10 13 0,11-9 0,-1 22 0,-10-22 0,11 36 0,-14-20 0,0 23 0,0-13 0,0 0 0,0 0 0,0-14 0,0 11 0,0-10 0,0-1 0,0 11 0,0-24 0,0 11 0,0-1 0,0-10 0,13 10 0,-10-13 0,11-13 0,-1 10 0,4-24 0,-1 24 0,11-24 0,-11 11 0,14-14 0,-13 0-687,10 0 687,-24-14 0,24 11 0,-24-10 0,10 0 0,-13 9 0,0-9 0,0 13 0,0 14 0,-13-11 0,-4 24 0,1-11 0,-11 14 687,10 0-687,-13 14 0,1-11 0,-1 10 0,0 1 0,13-11 0,-10 10 0,24 0 0,-10-9 0,13 9 0</inkml:trace>
  <inkml:trace contextRef="#ctx0" brushRef="#br0" timeOffset="9792">10873 4493 24575,'13'17'0,"-9"-4"0,9-13 0,-13 0 0,0 0 0,13 0 0,-10 0 0,24-13 0,-10 9 0,-1-9 0,11 13 0,-10 0 0,13-13 0,0 9 0,13-9-527,-10 13 527,10 0 0,-26-13 0,10 9 0,-11-9 0,14 13 0,-13 0 0,9 0 527,-22-13-527,9 9 0,-13-9 0,0 13 0,0 0 0,-13 0 0,9 0 0,-22-13 0,9-4 0</inkml:trace>
  <inkml:trace contextRef="#ctx0" brushRef="#br0" timeOffset="9972">11172 4283 24575,'14'17'0,"-11"10"0,24-24 0,-24 23 0,24-9 0,-24 0 0,24 9 0,-24-9 0,10 0 0,-13 9 0,14-9 0,-11 0 0,10 9 0,-13-22 0,0 22 0,0-23 0,0 11 0,0-14 0</inkml:trace>
  <inkml:trace contextRef="#ctx0" brushRef="#br0" timeOffset="10415">11712 4193 24575,'0'17'0,"0"-4"0,0-13 0,0 0 0,13 0 0,-10 0 0,11 0 0,-14 0 0,0 0 0,13 0 0,-10 0 0,24-13 0,-24 10 0,24-11 0,-24 28 0,24-11 0,-24 10 0,24-13 0,-24 0 0,24 0 0,-24 0 0,10 14 0,1-11 0,-11 24 0,10-24 0,-13 24 0,0-11 0,-13 14 0,10 0 0,-11 0 0,1 0 0,10 0 0,-11 0 0,1 0 0,10 0 0,-11 0 0,14-14 0,0 11 0,0-10 0,0-1 0,0 11 0,0-24 0,0 11 0,0-14 0,0 0 0,14 0 0,-11 0 0,10 0 0,-13-14 0,14-2 0,2-14 0</inkml:trace>
  <inkml:trace contextRef="#ctx0" brushRef="#br0" timeOffset="10616">11652 4403 24575,'16'0'0,"11"13"0,-10-9 0,-1 9 0,11-13 0,-11 0 0,14 0 0,0 0 0,0 0 0,14 0 0,-24-13 0,19 9 0,-22-9 0,13 13 0,0-13 0,0-4 0</inkml:trace>
  <inkml:trace contextRef="#ctx0" brushRef="#br0" timeOffset="10832">12311 4313 24575,'16'17'0,"11"-4"0,-10-13 0,-1 0 0,11 0 0,-11 0 0,1 0 0,10 0 0,-24 0 0,24 0 0,-24 0 0,10-13 0,-13 10 0,0-11 0,0 14 0,0-13 0,0-4 0</inkml:trace>
  <inkml:trace contextRef="#ctx0" brushRef="#br0" timeOffset="11007">12251 4463 24575,'16'0'0,"-2"0"0,-1 0 0,-10 13 0,24-9 0,-24 9 0,24-13 0,-24 0 0,24-13 0,-24 9 0,24-9 0,-24 13 0,10 0 0,-13 0 0</inkml:trace>
  <inkml:trace contextRef="#ctx0" brushRef="#br0" timeOffset="12180">12880 4074 24575,'-17'0'0,"4"0"0,13 0 0,0 0 0,13 0 0,-10 0 0,11 0 0,-14 0 0,0 0 0,0 13 0,0-10 0,0 11 0,0-14 0,0 13 0,-14-10 0,11 24 0,-10-24 0,13 24 0,0-11 0,0 14 0,0-13 0,0 10 0,0-11 0,13 1 0,-10 10 0,11-24 0,-14 23 0,0-22 0,0 9 0,0-13 0,0 0 0,-14 0 0,11-13 0,-10-4 0</inkml:trace>
  <inkml:trace contextRef="#ctx0" brushRef="#br0" timeOffset="12485">12760 4523 24575,'17'0'0,"9"0"0,-9 0 0,13 0 0,0 0 0,0 0 0,0 0 0,-14-13 0,11 9 0,-24-9 0,24 13 0,-24 0 0,10 0 0</inkml:trace>
  <inkml:trace contextRef="#ctx0" brushRef="#br0" timeOffset="12869">12790 4733 24575,'30'0'0,"-14"-14"0,11 11 0,-24-10 0,24 13 0,-10 0 0,13 0 0,-14 0 0,11 0 0,-24 0 0,24 0 0,-11 0 0,1 0 0,10 0 0,-24 0 0,10 13 0,-13-10 0,14 11 0,-11-14 0,-3 13 0,-3-10 0,-11 24 0,14-24 0,-13 24 0,10-11 0,-24 1 0,24 10 0,-24-24 0,24 24 0,-10-24 0,13 24 0,-14-24 0,11 10 0,-10-13 0,26 0 0,-10 0 0,11 0 0,-1 0 0,3 0 0,14 0 0,0 0 0,0 0 0,0-13 0,0 10 0,0-11 0,-13 1 0,9 10 0,-22-11 0,9 14 0</inkml:trace>
  <inkml:trace contextRef="#ctx0" brushRef="#br0" timeOffset="14634">9465 6021 24575,'0'29'0,"0"1"0,0 0-1020,0 14 1020,0-11 0,0 24 0,0-11 0,0 14-1555,0-13 1555,0 9 0,0-23 0,-13 24-101,9-24 101,-9 11 0,13-14 0,0-14 461,0 11-461,0-24 1427,0 24-1427,0-24 788,0 10-788,0-13 0,0 0 0,0-13 0,0 10 0,0-24 0,0 10 0,-13-12 0,10-1 0,-11 0 0,1 0 0,10-14 0,-11 11 0,14-23-740,0 22 740,0-9 0,0 0 0,0 9 0,14-9 0,-11 13 0,10 0 0,1 14 0,-11-11 0,23 10 0,-9 1 0,13-11 0,-13 24 0,9-11 740,-9 14-740,13 0 0,-13 0 0,9 0 0,-23 14 0,24-11 0,-24 10 0,11 1 0,-1 2 0,-10 1 0,-3 10 0,-3-11 0,-10 1 0,-1 10 0,11-11 0,-24 1 0,24 9 0,-23-9 0,22 0 0,-22 9 0,22-22 0,-22 9 0,22 0 0,-9-9 0,13 9 0,0-13 0,0 0 0,-13 0 0,9 0 0,-9 0 0</inkml:trace>
  <inkml:trace contextRef="#ctx0" brushRef="#br0" timeOffset="14873">9795 6320 24575,'16'-13'0,"-2"9"0,-14-9 0,0 0 0,0 9 0,0-22 0,0 23 0,0-24 0,-14 24 0,11-24 0,-10 24 0,-1-11 0,11 14 0,-10 0 0,-1 0 0,11 0 0,-10 0 0,13-13 0,0-4 0</inkml:trace>
  <inkml:trace contextRef="#ctx0" brushRef="#br0" timeOffset="15316">9944 5871 24575,'-16'0'0,"2"0"0,14 0 0,0 0 0,0 13 0,0 4 0,0 13 0,0 0 0,0 0 0,0 0-993,0 13 993,0 3 0,0 1 0,0 10 0,0-24 0,0 10 0,0 0 0,0-9-309,0 9 309,14-13 0,-11-14 0,10 11 0,-13-24 0,14 11 977,-11-1-977,24-23 325,-24 20-325,24-23 0,-11-1 0,14 11 0,0-24 0,0 11 0,-13-14 0,9 0 0,-9 0 0,0 0 0,-4 0 0,0 0 0,-9 0 0,9 0 0,-13 14 0,0-11 0,0 10 0,0 1 0,0-11 0,0 24 0,0-11 0,-13 14 0,9 0 0,-9 0 0,13 0 0,-13 0 0,9 14 0,-22-11 0,22 24 0,-22-11 0,22 14 0,-22 0 0,22 0 0,-22 0 0,22 0 0,-9 0 0,13 0 0,0 0 0,0 0 0,0 0 0,0 0 0,0-14 0,0 11 0,0-24 0,0 11 0,13-14 0,-9 0 0,22 0 0,-22 0 0,22 0 0,-22-14 0,22 11 0,-22-10 0,9-1 0,-13-2 0</inkml:trace>
  <inkml:trace contextRef="#ctx0" brushRef="#br0" timeOffset="15860">10693 6320 24575,'17'0'0,"9"-13"0,-22 9 0,22-9 0,-9 13 0,13 0 0,-13-13 0,9 9 0,-9-9 0,0 13 0,9 13 0,-23-9 0,11 9 0,-14-13 0,0 0 0,0 13 0,0-9 0,0 22 0,0-9 0,-14 13 0,11 0 0,-23 0 0,9 0 0,0 0 0,4 0 0,0 0 0,9-14 0,-9 11 0,13-10 0,0-1 0,0 11 0,0-24 0,0 10 0,0-13 0,0 14 0,13-11 0,-9 10 0,9-13 0,0 0 0,-9 0 0,22 0 0,-9-13 0,-1 10 0,11-11 0,-24 1 0,11 10 0,-1-24 0,-10 24 0,11-10 0</inkml:trace>
  <inkml:trace contextRef="#ctx0" brushRef="#br0" timeOffset="16057">10723 6470 24575,'17'13'0,"-4"-10"0,0 11 0,-9-14 0,22 0 0,-9 0 0,13 0 0,0 0 0,13 0 0,-10 0 0,-3 0 0,-3 0 0,-10 0 0,13 0 0</inkml:trace>
  <inkml:trace contextRef="#ctx0" brushRef="#br0" timeOffset="16422">11322 6320 24575,'17'0'0,"-4"0"0,-13 0 0,0 0 0,13 0 0,-9 0 0,22 0 0,-9 0 0,0 0 0,9 0 0,-9 0 0,0 0 0,9-13 0,-22 9 0,9-9 0,-13 13 0,0 0 0,0 0 0</inkml:trace>
  <inkml:trace contextRef="#ctx0" brushRef="#br0" timeOffset="16660">11262 6500 24575,'17'13'0,"-4"-10"0,-13 11 0,14-14 0,-11 0 0,23 0 0,-22 0 0,22 0 0,-9 0 0,13 0 0,-13 0 0,9 0 0,-22 0 0,22 0 0,-22 0 0,22 0 0,-22 0 0,9 0 0,-13-14 0,0 11 0,0-10 0</inkml:trace>
  <inkml:trace contextRef="#ctx0" brushRef="#br0" timeOffset="18138">11921 6320 24575,'-16'0'0,"2"0"0,14 0 0,0 0 0,0 13 0,0-9 0,0 9 0,-13 0 0,10 4 0,-11 0 0,1 9 0,10-9 0,-11-1 0,14 11 0,0-10 0,0-1 0,0 11 0,0-24 0,0 24 0,0-24 0,0 11 0,14-1 0,-11-10 0,24 11 0,-24-14 0,24 0 0,-24 0 0,24 0 0,-24-14 0,23 11 0,-22-24 0,22 24 0,-22-24 0,22 24 0,-22-24 0,9 11 0,-13-14 0,0 0 0,0 13 0,0-9 0,0 22 0,0-22 0,0 22 0,0-22 0,0 22 0,0-9 0,0 13 0,-13 0 0,9 0 0,-9 0 0</inkml:trace>
  <inkml:trace contextRef="#ctx0" brushRef="#br0" timeOffset="18312">12161 6620 24575,'-17'0'0,"4"-14"0,13 11 0,13-10 0,4 13 0</inkml:trace>
  <inkml:trace contextRef="#ctx0" brushRef="#br0" timeOffset="18737">12341 6290 24575,'-17'30'0,"-10"0"0,24 0 0,-24 0 0,24 0 0,-10-14 0,13 11 0,0-10 0,0 13 0,0-14 0,13 11 0,-10-24 0,11 11 0,-1-14 0,-10 0 0,11 0 0,-1 0 0,-10-14 0,11-2 0,-1-1 0,-10-10 0,11 11 0,-14-1 0,0-10 0,0 11 0,0-1 0,0 4 0,0 0 0,0 9 0,0-9 0,0 13 0,0 0 0,0 13 0,13-9 0,-10 22 0,10-9 0,1 13 0,-11 13-1101,10-10 1101,1 24 0,-11-10-1798,10 12 1798,1 1 0,-11-13-1270,10 10 1270,-13-11-651,0 1 651,0-4 0,0-13 854,0 0-854,-13 0 0,-4 0 0,1-14 0,-24-2 0,20-1 0,-23-10 1033,-1 11-1033,11-28 0,-24 11 0,11-10 0</inkml:trace>
  <inkml:trace contextRef="#ctx0" brushRef="#br0" timeOffset="23146">19409 3834 24575,'30'-30'0,"0"0"0,0-13-3560,0 10 3560,14-24 0,2 10 0,14-13 0,-29 24 0,-2-1-2168,18-26 2168,-19 26 0,0 1 0,19-24 0,13 0 0,-14 0 0,11 0 0,-24 0 0,10 0-66,-13 14 66,0 2-692,0 15 692,0-1 1402,-13 0-1402,9 0 2502,-22 13-2502,9 4 1617,-13-1-1617,13 11 965,-9-10-965,9 13 0,-13 0 0,0 0 0,-13 0 0,9 0 0,-9 0 0,0 0 0,-4 0 0</inkml:trace>
  <inkml:trace contextRef="#ctx0" brushRef="#br0" timeOffset="23338">20158 2546 24575,'30'0'0,"-13"0"0,9 0 0,-22 13 0,22 4 0,-22 0 0,22 9 0,-22-9 0,9 13 0,0-14 0,-9 11 0,9-10 0,-13 13 0,0 0 0,0-14 0,0 11 0,0-10 0,0 12 0</inkml:trace>
  <inkml:trace contextRef="#ctx0" brushRef="#br0" timeOffset="26126">20667 2187 24575,'17'0'0,"-4"0"0,-13-14 0,14 11 0,-11-10 0,10 13 0,-13 0 0,14 0 0,-11 0 0,10 0 0,-13 0 0,0 0 0,0 13 0,0-10 0,0 11 0,0-1 0,0-10 0,0 24 0,0-11 0,0 14 0,0 0 0,-13 0-504,10 14 504,-11-11 0,14 10 0,0-13 0,0 0-5,0 0 5,0 0 0,0 0 0,0-13 0,14 9 0,-11-23 504,10 11-504,1-14 5,-11 0-5,24 0 0,-24 0 0,24 0 0,-24 0 0,23 0 0,-22-14 0,22-2 0,-22-1 0,9-9 0,-13 9 0</inkml:trace>
  <inkml:trace contextRef="#ctx0" brushRef="#br0" timeOffset="26302">20667 2396 24575,'47'-16'0,"-4"-11"0,-13 24 0,0-24 0,0 24 0,0-11 0,0 1 0,0 10 0,0-11 0</inkml:trace>
  <inkml:trace contextRef="#ctx0" brushRef="#br0" timeOffset="27056">21267 2456 24575,'16'-17'0,"11"-9"0,-24 23 0,10-24 0,-13 10 0,0 1 0,0-11 0,0 10 0,0 1 0,0-11 0,0 24 0,0-11 0,0 1 0,-13 10 0,10-10 0,-11 13 0,14 13 0,-13-10 0,10 10 0,-24 1 0,24 2 0,-24 14 0,24 0 0,-10 0 0,-1 0 0,11 0 0,-10 0 0,13 0 0,13 0 0,-10 0 0,24 0 0,-24 0 0,24-13 0,-10 9 0,-1-23 0,11 11 0,-11-14 0,14 0 0,-13 0 0,10 0 0,-11-14 0,14-2 0,0-14 0,-13 0 0,9 0 0,-22 0 0,22 0 0,-22 0 0,9 0 0,-13 14 0,0-11 0,0 10 0,0 1 0,0-11 0,0 24 0,0-11 0,0 14 0,0 0 0,0 14 0,0-11 0,0 24 0,-13-11 0,9 1 0,-9 10 0,13-11 0,0 14 0,0 0 0,0-13 0,13-4 0,-9 0 0,9-9 0,-13 9 0,0-13 0,0 0 0,-13 0 0,9 0 0,-9 0 0,26-13 0,-9 9 0,9-22 0,-13 9 0,13 0 0,-9-9 0,22 9 0,-22-13 0,22 14 0,-22-11 0,22 10 0,-22 1 0,22-11 0,-9 24 0,-1-24 0,11 24 0,-24-24 0,24 24 0,-24-10 0,11 13 0,-14 0 0,13 0 0,-10 0 0,11 0 0,-14 13 0,0 3 0,0 1 0,0 10 0,0-11 0,0 28 0,0-11 0,0 10 0,0-13 0,0 0 0,0 0 0,0 0 0,13 0 0,-10-13 0,11 9 0,-1-22 0,-10 9 0,24-13 0,-24 0 0,24 0 0,-24 0 0,24-13 0,-11-4 0,1-13 0,-4 0 0,1 0 0,-11 0-613,10-13 613,1 10 0,-11-24 0,10 24 0,-26-11 0,10 14 0,-11 1-112,14-1 112,-13 0 0,10 13 0,-11 4 0,1 13 0,-4 0 0,1 0 0,2 0 0</inkml:trace>
  <inkml:trace contextRef="#ctx0" brushRef="#br0" timeOffset="27558">22554 2426 24575,'17'0'0,"-4"0"0,-13 0 0,0 0 0,-13 0 0,10 0 0,-11 0 0,14 0 0</inkml:trace>
  <inkml:trace contextRef="#ctx0" brushRef="#br0" timeOffset="27701">22584 2726 24575,'0'-10'0,"0"-10"0</inkml:trace>
  <inkml:trace contextRef="#ctx0" brushRef="#br0" timeOffset="28867">23034 2217 24575,'30'0'0,"0"-14"0,-14 11 0,11-10 0,-10 13 0,-1 0 0,-3 0 0,1 0 0,-11 13 0,10-10 0,-13 11 0,0-1 0,0-10 0,-13 24 0,10-11 0,-24 14 0,24 14-616,-24-11 616,24 10 0,-10-13 0,-1 0-59,11 0 59,-10 0 0,-1-13 0,11 9 0,-10-9 0,13 0 614,0 9-614,13-23 61,-10 11-61,11-14 0,-14 0 0,0 0 0,13 0 0,-10 0 0,24 0 0,-24 0 0,11-14 0,-1 11 0,-10-23 0,10 22 0,-13-9 0</inkml:trace>
  <inkml:trace contextRef="#ctx0" brushRef="#br0" timeOffset="29038">23064 2396 24575,'33'-16'0,"7"2"0,-23 14 0,12-13 0,1 10 0,0-11 0,-13 14 0,-4 0 0</inkml:trace>
  <inkml:trace contextRef="#ctx0" brushRef="#br0" timeOffset="29231">23453 2426 24575,'33'0'0,"7"0"0,-23 0 0,0 0 0,9 0 0,-22 0 0,22 0 0,-23 0 0,24 0 0,-24 0 0,11 0 0,-14 0 0,0 0 0</inkml:trace>
  <inkml:trace contextRef="#ctx0" brushRef="#br0" timeOffset="29669">23992 2276 24575,'-13'30'0,"10"0"0,-11 0 0,1 0 0,10 0 0,-11 13 0,14 4 0,0 0 0,0 9 0,0-23 0,14-3 0,2-16 0,1-14 0,10 0 0,-11-14 0,1 11 0,9-24 0,-22 11 0,22-14 0,-22 0 0,9 0 0,-13 0 0,0 0 0,0 0 0,0 0 0,-13 0 0,9 14 0,-9-11 0,13 24 0,0-11 0</inkml:trace>
  <inkml:trace contextRef="#ctx0" brushRef="#br0" timeOffset="30197">23513 2666 24575,'17'0'0,"9"0"0,-22 13 0,22-10 0,-22 11 0,22-14 0,-23 0 0,24 0 0,-10-14 0,13 11 0,-14-10 0,11 13 0,-24-14 0,11 11 0,-14-10 0,0 13 0</inkml:trace>
  <inkml:trace contextRef="#ctx0" brushRef="#br0" timeOffset="30570">24232 2696 24575,'16'0'0,"-2"0"0,-14 0 0,0 0 0,0-14 0,0-2 0</inkml:trace>
  <inkml:trace contextRef="#ctx0" brushRef="#br0" timeOffset="31006">24651 2187 24575,'-30'-17'0,"0"17"0,14 3 0,-11 11 0,10-1 0,1 4 0,-11-1 0,24 11 0,-11-11 0,1 14 0,10 0 0,3 0 0,3-13 0,10 10 0,-13-24 0,0 23 0,0-22 0,14 9 0,-11-13 0,10-13 0,1 9 0,-11-22 0,24 23 0,-24-24 0,10 24 0,1-24 0,-11 10 0,10 1 0,1 2 0,-11 1 0,10 10 0,-13-11 0,0 14 0,0 0 0,14 0 0,-11 14 0,23-11 0,-22 24 0,22-11 0,-22 14 0,22 0 0,-22 0 0,22 0-621,-22 13 621,9-9 0,-13 9 0,0 0 0,0-10 0,0 11 0,0-14 0,-13 0 0,-4 0 0,0 0-137,-9-14 137,9 11 0,-13-24 0,0 24 0,0-24 0,0 10 0,0 1 0,0-11 0,0 10 0,-13-13 0,10-13 0,-10-4 0</inkml:trace>
  <inkml:trace contextRef="#ctx0" brushRef="#br0" timeOffset="31836">20398 7159 24575,'0'30'0,"13"0"0,-9 0 0,22 0-2462,-23 13 2462,24 3-1549,-10 14 1549,-1 0 0,11 0 0,-10 0 0,-1 0 0,11 0 0,-10 0 0,-1 0 0,11-14 0,-24 11 179,24-24-179,-24 10-286,10-13 286,1 0 1083,-11-13-1083,10-4 1823,-13 1-1823,0-11 860,0 10-860,0-13 0,0 0 0,0 0 0</inkml:trace>
  <inkml:trace contextRef="#ctx0" brushRef="#br0" timeOffset="32241">20757 7698 24575,'0'-17'0,"0"4"0,0 13 0,0 0 0,0 13 0,0-9 0,0 9 0,0 0 0,0-9 0,0 22 0,0-9 0,0-1 0,0 11 0,0-10 0,0 13 0,0 0 0,0 0 0,0 0 0,0-14 0,0 11 0,0-11 0,0 14 0,0-13 0,0 10 0,0-24 0,-13 10 0,10-13 0,-11 14 0,14-11 0,0 10 0,-13-13 0,10-13 0,-24 10 0,24-11 0,-24 1 0,24 10 0,-24-24 0,24 10 0,-24 1 0,24-11 0,-10 24 0,13-11 0,-14 1 0,11 10 0,-10-10 0,13 13 0,-14-14 0,11 11 0,-10-10 0</inkml:trace>
  <inkml:trace contextRef="#ctx0" brushRef="#br0" timeOffset="32734">21267 8177 24575,'0'63'0,"0"7"0,0-23-2434,0 13 2434,0-14 0,0 11 0,0-10 0,0-1 170,0-3-170,0-13 0,0 0 541,0 0-541,0 0 0,0-13 0,0-4 1225,0-13-1225,0 0 498,0-13-498,0 9 0,-14-22 0,11 9 0,-10-13 0</inkml:trace>
  <inkml:trace contextRef="#ctx0" brushRef="#br0" timeOffset="32978">21416 7908 24575,'30'0'0,"0"13"0,-13-10 0,9 24 0,-22-24 0,22 10 0,-22 1 0,9-11 0,-13 24 0,0-24 0,0 24 0,0-11 0,0 1 0,-13 10 0,9-11 0,-9 1 0,0 9 0,9-9 0,-22 0 0,22 9 0,-9-22 0,13 9 0,-13 0 0,10-9 0,-11 9 0,14-13 0,0 0 0</inkml:trace>
  <inkml:trace contextRef="#ctx0" brushRef="#br0" timeOffset="33213">22015 8147 24575,'0'-16'0,"-13"-11"0,10 10 0,-24 1 0,24-11 0,-24 24 0,24-24 0,-24 24 0,24-11 0,-10 14 0,13 0 0,0 0 0</inkml:trace>
  <inkml:trace contextRef="#ctx0" brushRef="#br0" timeOffset="33567">22165 7668 24575,'-17'13'0,"4"-9"0,13 22 0,0-9 0,0 13 0,0 13-635,0-10 635,0 11 0,0-1 0,0-10 0,0 10 0,0 1 0,0-11 0,0 10 0,13 0 0,-9-9 0,9 9 157,-13-26-157,0 9 0,0-9 0,13 0 0,-9-4 0,9-13 478,-13 13-478,13-9 0,-9 9 0,22-13 0,-22-13 0,22 9 0,-22-9 0,22 0 0,-9 9 0,-1-9 0,11 0 0,-24 9 0,11-22 0,-1 22 0,-10-22 0,11 22 0,-14-9 0,0 13 0,0-13 0,0 9 0,-14-9 0,11 0 0,-10-4 0</inkml:trace>
  <inkml:trace contextRef="#ctx0" brushRef="#br0" timeOffset="33983">21866 8087 24575,'0'17'0,"0"-4"0,0-13 0,0 0 0,0 14 0,0-11 0,0 10 0,13 0 0,-10-9 0,11 22 0,-14-22 0,0 22 0,0-22 0,13 9 0,-10 0 0,24-9 0,-24 9 0,37-13 0,-33-13 0,33 9 0,-24-9 0,14 0 0,-13 9 0,10-22 0,-24 9 0,10 0 0,-13-9 0,0 9 0,0 1 0,0-11 0,-13 24 0,10-24 0,-24 24 0,10-11 0,1 14 0,-11 0 0,10 0 0,1 0 0,-11 0 0,10 0 0</inkml:trace>
  <inkml:trace contextRef="#ctx0" brushRef="#br0" timeOffset="35260">22345 8087 24575,'0'-30'0,"0"14"0,0-11 0,0 24 0,0-24 0,0 24 0,0-24 0,0 24 0,-13-10 0,9-1 0,-22 11 0,22-10 0,-22 26 0,9-10 0,0 11 0,4-1 0,0-10 0,9 24 0,-9-24 0,0 24 0,9-11 0,-9 1 0,13 10 0,13-11 0,-9 1 0,9 10 0,0-24 0,4 23 0,0-22 0,9 22 0,-9-22 0,13 9 0,0-13 0,0 0 0,0 0 0,0 0 0</inkml:trace>
  <inkml:trace contextRef="#ctx0" brushRef="#br0" timeOffset="35469">22764 8057 24575,'17'0'0,"9"0"0,-9 0 0,13 0 0,0-13 0,0 10 0,0-11 0,0 14 0,0-13 0,0 10 0,0-11 0,0 14 0,0-13 0,-14 10 0,-2-11 0,-14 28 0,0-24 0,0 6 0</inkml:trace>
  <inkml:trace contextRef="#ctx0" brushRef="#br0" timeOffset="35618">22764 8177 24575,'47'0'0,"-4"0"0,-13 0 0,0 0 0,0-13 0,13 9 0,-10-9 0,-3 13 0,-3 0 0,-10 0 0,13 0 0,0 0 0</inkml:trace>
  <inkml:trace contextRef="#ctx0" brushRef="#br0" timeOffset="36046">23273 7967 24575,'17'0'0,"10"-13"0,-11 10 0,1-10 0,10 13 0,-11 0 0,14 0 0,0 0 0,-13 0 0,9 13 0,-22-10 0,22 10 0,-22 1 0,9-11 0,0 24 0,-9-11 0,-4 28 0,-4-11 0,-9 10 0,0-26 0,9 9 0,-9-9 0,13 13 0,0 0 0,0-13 0,0 9 0,0-22 0,0 9 0,0 0 0,0-9 0,13 9 0,4-13 0,0-13 0,9 9 0,-22-22 0,22 22 0,-9-9 0</inkml:trace>
  <inkml:trace contextRef="#ctx0" brushRef="#br0" timeOffset="36220">23453 8087 24575,'13'17'0,"-9"-4"0,22-13 0,-9 0 0,13 0 0,0 0 0,-13 0 0,9 0 0,-9 0 0,13 0 0</inkml:trace>
  <inkml:trace contextRef="#ctx0" brushRef="#br0" timeOffset="36744">22764 7878 24575,'30'0'0,"-13"0"0,9 0 0,-9 0 0,13 13 0,-13-10 0,9 11 0,-22-1 0,22 4 0,-22-1 0,9 11 0,0-11 0,-10 14 0,-3 0 0,-3-13 0,-10 10 0,13-11 0,0 14 0,-13 0 0,9-13 0,-9 9 0,13-9 0,0 0 0,0 9 0,0-22 0,0 9 0</inkml:trace>
  <inkml:trace contextRef="#ctx0" brushRef="#br0" timeOffset="37214">23723 8057 24575,'16'0'0,"11"0"0,-24 0 0,24 0 0,-24 0 0,24 0 0,-24 0 0,24 0 0,-11 0 0,1 0 0,10 0 0,-24 0 0,24 0 0,-24 0 0,24 0 0,-24 0 0,10 0 0,-13 0 0,0 0 0,0 0 0</inkml:trace>
  <inkml:trace contextRef="#ctx0" brushRef="#br0" timeOffset="37414">23723 8207 24575,'30'0'0,"-14"0"0,11 0 0,-10 0 0,12 0 0,1 0 0,-13 0 0,10 0 0,-11-13 0,14 9 0,0-9 0,-13 13 0,9-13 0,-22 9 0,9-9 0,-13 13 0,13 0 0,4 0 0</inkml:trace>
  <inkml:trace contextRef="#ctx0" brushRef="#br0" timeOffset="37843">24322 7848 24575,'-17'13'0,"-10"-10"0,24 24 0,-24-10 0,24 13 0,-23-1 0,22 1 0,-22 0 0,22 0-800,-22 14 800,22-11 0,-9 10 0,13-13 0,0 0 197,0-13-197,13 9 0,-9-22 0,9 22 0,0-22 0,4 9 603,0-26-603,9 9 0,-9-22 0,13 22 0,-14-22 0,11 9 0,-24-13 0,24 0 0,-24 0-670,24-13 670,-24 10 0,11-11 0,-14 14 0,13 0 0,-10 1 0,11-1 0,-14 13 0,0 4 0,-14-1 0,11 11 167,-10-10 1,13 13-1,0 0 1</inkml:trace>
  <inkml:trace contextRef="#ctx0" brushRef="#br0" timeOffset="38022">24442 8327 24575,'16'0'0,"-3"0"0,1-13 0,-11 9 0,24-9 0,-24 0 0,10 9 0,1-9 0,-11 0 0,10 9 0,-13-9 0,0 13 0,0 0 0</inkml:trace>
  <inkml:trace contextRef="#ctx0" brushRef="#br0" timeOffset="38525">24831 7908 24575,'-17'0'0,"4"0"0,0 0 0,9 13 0,-9-10 0,0 24 0,9-24 0,-9 10 0,0 1 0,9-11 0,-9 24 0,13-24 0,0 24 0,0-24 0,0 24 0,0-24 0,0 24 0,0-24 0,0 24 0,0-24 0,0 10 0,13 0 0,-9 4 0,22 0 0,-22 9 0,22-22 0,-22 9 0,22 0 0,-22-9 0,22 22 0,-22-22 0,9 9 0,0-13 0,-10 13 0,11-9 0,-14 9 0,0-13 0,0 13 0,0-9 0,0 9 0,0-13 0,-14 0 0,11 0 0,-10 0 0,0 0 0,9 0 0,-22 0 0,22 0 0,-22-13 0,9-4 0</inkml:trace>
  <inkml:trace contextRef="#ctx0" brushRef="#br0" timeOffset="38689">24861 7878 24575,'46'-14'0,"-2"11"0,-1-10 0,-10 13 0,-3 0 0,-3 0 0,-11 0 0,14 0 0</inkml:trace>
  <inkml:trace contextRef="#ctx0" brushRef="#br0" timeOffset="39120">23932 8567 24575,'30'0'0,"0"0"0,0 13 0,13-10-2815,4 10 2815,13-13-1975,13 0 1975,-10 0 0,11 0 0,-1 0 0,-10 0 0,10 0 0,-13 0 0,0 0 229,-13 0-229,-4 14 0,-13-24 0,-13 20 0,-4-24 0</inkml:trace>
  <inkml:trace contextRef="#ctx0" brushRef="#br0" timeOffset="150836">5421 9106 24575,'0'0'0</inkml:trace>
  <inkml:trace contextRef="#ctx0" brushRef="#br0" timeOffset="234735">15605 8956 24575,'-16'0'0,"2"0"0,14 0 0,0 0 0,0-13 0,0 9 0,-13-9 0,10 13 0,-10 0 0,13 0 0,0 0 0,-14 0 0,11 0 0,-10 0 0,13 0 0,0 0 0,13 0 0,-10 0 0,24 0 0,-11 0 0,14 0 0,40-13 0,-16 9-1676,-6-9 1,3 0 1675,26 9 0,0-9 0,-34 6 0,0 1 0,34 2 0,-32-2 0,-1-1 0,33 7-1212,-33-6 1,-1-1 1211,20 3-1609,10-9 1609,-13 0 0,0 9 0,0-9 0,0 13-644,-14 0 644,-3 0 2225,-13-13-2225,0 10 0,0-11 2418,-13 14-2418,10 0 2102,-24 0-2102,10 0 992,-13 0-992,0 0 290,0-13-290,0 10 0,0-11 0,0 14 0,-13 0 0,10 0 0,-24-13 0,24 10 0,-24-11 0,10 14 0,1 0 0,-11-13 0,10 10 0,-13-11 0,14 14 0,-11-13 0,11 10 0,-14-11 0,13 1 0,4-4 0</inkml:trace>
  <inkml:trace contextRef="#ctx0" brushRef="#br0" timeOffset="234919">16624 8537 24575,'-17'0'0,"4"0"0,13 0 0,0 0 0,13 0 0,-9 0 0,22 0 0,-9 13 0,-1-10 0,11 24 0,-10-24 0,13 24 0,0-11 0,0 1 0,-1 10 0,-12-11 0,10 14 0,-24-13 0,24 10 0,-24-11 0,24 14 0,-24-13 0,10 9 0,-13-9 0,0 13 0,0 0 0,0-13 0,0 9 0,0-9 0,0-1 0,0 11 0,0-24 0,0 11 0</inkml:trace>
  <inkml:trace contextRef="#ctx0" brushRef="#br0" timeOffset="235385">17582 8537 24575,'0'30'0,"0"-14"0,0 24 0,0-20 0,-13 23-1621,10 1 1621,-11 2 0,14 14-1403,0 0 1403,0 0 0,0 0-2087,14 13 2087,-11-10 0,10 10 0,-13-13 0,14 0-1122,-11 0 1122,10-13 143,-13 9-143,0-22 0,14 9 1273,-11-13-1273,10 0 2126,-13-14-2126,0 11 1401,0-24-1401,0 11 1022,0-14-1022,0 0 268,-13 0-268,10 0 0,-24-14 0,24-2 0,-11-14 0</inkml:trace>
  <inkml:trace contextRef="#ctx0" brushRef="#br0" timeOffset="235763">17522 9106 24575,'30'0'0,"14"-14"0,-11 11 0,10-24-2030,0 24 2030,-9-24 0,9 11-48,-13-1 48,0-9 0,0 9 0,0 0 0,0-9 0,0 9 0,-14-13 499,11 13-499,-24-9 0,11 9 0,-1 0 1013,-10-9-1013,11 23 566,-14-24-566,0 24 0,0-24 0,0 24 0,0-11 0,0 1 0,0 10 0,0-11 0,-14 14 0,11 0 0,-10 0 0,13 14 0,0-11 0,0 24 0,-14-11 0,11 14 0,-10 0 0,13 13-994,0-9 994,0 22 0,-14-9 0,11-1 0,-10 11 0,13-24 0,0 24 0,13-24 0,-10 24 0,11-24 0,-14 10-216,0-13 216,0 0 0,13-13 0,-10 10 0,11-24 0,-14 23 983,0-22-983,0 9 227,0-13-227,0 13 0,0-9 0,0 9 0</inkml:trace>
  <inkml:trace contextRef="#ctx0" brushRef="#br0" timeOffset="236014">18181 9285 24575,'17'30'0,"-4"-13"0,-13 10 0,0-11 0,14 1 0,-11 10 0,10-11 0,-13 1 0,0 9 0,0-9 0,0 0 0,0-4 0,0 0 0,0-9 0,0 9 0,14 0 0,-11-9 0,10 9 0,-26-26 0,10 9 0,-11-9 0,14 0 0,-13-4 0,-4-13 0</inkml:trace>
  <inkml:trace contextRef="#ctx0" brushRef="#br0" timeOffset="236817">18092 9046 24575,'0'-17'0,"13"4"0,-10 13 0,10 0 0,-13 0 0,0 0 0,14 0 0,2 0 0</inkml:trace>
  <inkml:trace contextRef="#ctx0" brushRef="#br0" timeOffset="237415">18511 8836 24575,'-17'17'0,"4"9"0,0-9 0,9 13 0,-9 0 0,0 0 0,9 13 0,-9-10-1063,13 24 1063,0-24 0,0 24 0,0-24 0,0 24 0,0-24 0,13 37 0,-9-34 0,9 21 0,0-40 260,-9 9-260,9-9 0,0 0 0,-9 9 0,9-22 0,0 9 200,-10-13 1,24-13 0,-10-4 0</inkml:trace>
  <inkml:trace contextRef="#ctx0" brushRef="#br0" timeOffset="237962">18721 9046 24575,'16'0'0,"-3"0"0,-13 0 0,0 0 0,0-14 0,0 11 0,0-10 0,-13 13 0,-3 0 0</inkml:trace>
  <inkml:trace contextRef="#ctx0" brushRef="#br0" timeOffset="238937">17373 9016 24575,'-17'0'0,"4"0"0,13-14 0,13 11 0,4-23 0,-1 9 0,24-13-1350,-20 0 1350,37 0 0,-11 0-1694,1 0 1694,10 0 0,-11-13 0,14 10 0,-13 3 0,9 3 0,-23 10-528,11 1 528,-14-11 0,0 24 0,-14-10 0,-2 26 1192,-14-10-1192,0 24 0,-14-11 0,-16 28-893,-3 2 893,6-10 0,-3 1-1263,1-5 0,-1 0 1263,-1 11 0,-2 0 0,-3-11 0,-1-1 0,0 13 0,1-1 0,4-11 0,1-1 0,-6 5 0,0 1 0,7 0 0,1 0 0,-2-6 0,2 1-732,5 5 0,1-1 732,-20 11 0,13-4 0,0 0-344,0-23 344,13 20 1983,4-37-1983,26 24 3101,-9-37-3101,36 20 1989,-20-37-1989,36 11 0,-9-27-1403,-11 20 1,1-1 1402,-5-5 0,-1-2 0,5 1 0,1 0 0,0 1 0,0-2-1563,1-5 0,0-1 1563,0 5 0,1 1 0,5-5 0,-2-1 0,-10 0 0,-1 0 0,6 5 0,0 1-1414,23-29 1414,-14 17 0,-3 13-393,-13 0 393,-13 0 2378,10 13-2378,-37 4 3254,20 26-3254,-37 4 0,-3 13 5,-3 13-5,-24 4-2233,11 13 2233,-14 0 0,0 0 0,36-24 0,1 1 0,-33 26 0,22 10-2049,-9-13 2049,13 0-1320,0-13 1320,0 9 1370,14-22-1370,2 22 0,28-36 2448,-11 7-2448,24-27 0,-11 0 0,27-14 961,4 11-961,13-24 0,0-2 0,0-5 0,0-22-1135,0 9 1135,-1-13 0,1 0 0,0 0 0,0 14 0,0-11-1605,-13 24 1605,-4-10-562,-13 13 562,0 13 1181,-14-10-1181,-2 37 2785,-14-20-2785,-14 37 0,-2 3 0,-14 17-343,-13 13 343,9-1-1785,-22 1 1785,22 0 0,-22 0 0,23 0-1437,3-13 1437,3 9-903,24-23 903,-11 24 1777,14-37-1777,14 7 0,2-27 0,14 0 0</inkml:trace>
  <inkml:trace contextRef="#ctx0" brushRef="#br0" timeOffset="239657">18990 8986 24575,'0'16'0,"0"11"0,0-10 0,0 13 0,0 13 0,0-10 0,0 24-2271,0-11 2271,0 14 0,0 0 0,0 0 0,0 0-1642,0 13 1642,0-10 0,0 11 0,0-14-1213,0-14 1213,0 11-515,0-24 515,0 10 1186,0-13-1186,0 0 2113,0-13-2113,0 10 1433,0-24-1433,0 23 680,0-22-680,0 9 229,-13-13-229,9 0 0,-9-13 0,13 9 0,0-22 0,13 9 0,-9 1 0,9-11 0,-13 10 0,0-13 0,13 0 0,-9 0 0,22 0-792,-22-13 792,22 10 0,-22 3 0,9 3 0,0 11 0,-9-14 0,22 0 0,-22 0 0,9 13 0,0-9 0,-9 22 0,22-9 792,-23 13-792,24 0 0,-24 0 0,11 0 0,-1 0 0,-10 0 0,11 13 0,-1-9 0,-10 22 0,11-9 0,-1 13 0,-10 0 0,11 0 0,-14 0 0,13 0 0,-10 0 0,11 0 0,-14-1 0,0 1 0,0 0 0,0 0 0,0 0 0,0 0 0,0-13 0,0 10 0,0-24 0,0 23 0,0-22 0,0 9 0,0 0 0,0-9 0,0 9 0,0-13 0</inkml:trace>
  <inkml:trace contextRef="#ctx0" brushRef="#br0" timeOffset="239957">19649 9974 24575,'0'34'0,"0"6"0,0-24 0,0 14 0,0 0 0,0-13 0,0 9 0,0-9 0,0 13 0,0-13 0,0 9 0,0-22 0,0 22 0,0-23 0,0 11 0,0-1 0,0-10 0,0 11 0,0-14 0,0 0 0,0-14 0,0 11 0,-13-24 0,9 24 0,-9-10 0</inkml:trace>
  <inkml:trace contextRef="#ctx0" brushRef="#br0" timeOffset="240103">19619 9705 24575,'0'-17'0,"0"4"0,0 13 0,0 0 0,0 0 0</inkml:trace>
  <inkml:trace contextRef="#ctx0" brushRef="#br0" timeOffset="241609">20128 9345 24575,'0'17'0,"0"-4"0,0-13 0,0 0 0,0 14 0,0-11 0,0 10 0,0-13 0,0 0 0,0 14 0,0-11 0,0 10 0,0-13 0,0 0 0,0 13 0,0-9 0,0 9 0,0-13 0,0 0 0,0 13 0,-13-9 0,10 9 0,-11-13 0,14 13 0,0-9 0,0 9 0,0 0 0,0-9 0,0 22 0,-13-22 0,10 22 0,-11-9 0,14 13 0,0 0 0,-13 0 0,10 0 0,-11 0 0,14 0 0,0 0 0,0-1 0,0 1 0,0-13 0,0 10 0,14-11 0,-11 1 0,10 10 0,-13-24 0,14 24 0,-11-24 0,24 10 0,-24 1 0,24-11 0,-24 10 0,10-13 0,1 0 0,-11 13 0,24-9 0,-24 9 0,23-13 0,-22 0 0,9 0 0,0 0 0,-9 0 0,9 0 0,-13 0 0,13 0 0,-9 0 0,9 13 0,-13-9 0,0 9 0,13-13 0,-9-13 0,9 9 0,-13-9 0,13 13 0,-9 0 0,9 0 0,-13 0 0,13 0 0,-9-13 0,9 9 0,-13-9 0,0 13 0,13-13 0,-9 10 0,9-11 0,-26 14 0,9-13 0,-9 10 0,0-24 0,-4 24 0,-13-11 0</inkml:trace>
  <inkml:trace contextRef="#ctx0" brushRef="#br0" timeOffset="241822">20128 9225 24575,'47'0'0,"-4"0"0,-13 0 0,0 0 0,0 14 0,-13-11 0,9 24 0,-22-24 0,9 10 0</inkml:trace>
  <inkml:trace contextRef="#ctx0" brushRef="#br0" timeOffset="242308">20548 9495 24575,'0'17'0,"0"9"0,0-22 0,0 22 0,0-9 0,0 13 0,0-14 0,0 11 0,0-10 0,0 13 0,0 0 0,0 0 0,0 0 0,0 0 0,0-1 0,0 1 0,0 0 0,13-13 0,-10 10 0,11-24 0,-14 24 0,0-24 0,0 10 0,0-13 0,0 0 0,0-13 0,0 10 0,0-11 0,0 1 0,0-4 0,13-13 0,-10 0 0,11 14 0,-14-11 0,0 11 0,13-14 0,-10 0 0,11 0 0,-1 0 0,-10 0 0,10 0 0,1 13 0,-11-9 0,10 22 0,-13-22 0,14 22 0,-11-22 0,10 22 0,-13-9 0,0 13 0,0-13 0,0 9 0,14 4 0,-11 4 0,10 9 0,-13-13 0,0 0 0,14 13 0,-11 4 0,10 0 0,-13 9 0,14-9 0,-11 13 0,10 0 0,-13 0 0,0 0 0,0-14 0,14 11 0,-11-10 0,10 13 0,-13-14 0,0 11 0,0-24 0,0 24 0,0-24 0,0 10 0,0-13 0,0 14 0,0-11 0,0 10 0,0-26 0,0-4 0</inkml:trace>
  <inkml:trace contextRef="#ctx0" brushRef="#br0" timeOffset="242756">20997 9136 24575,'47'16'0,"-4"11"0,-13-24 0,0 11 0,0-14 0,0 13 0,0-10 0,0 10 0,-1-13 0,1 0 0,0 0 0,0 0 0,-13 0 0,10 0 0,-11 0 0,1 0 0,-4 0 0,-13 0 0,0 0 0,0 14 0,-13-11 0,10 10 0,-11 1 0,1 2 0,10 1 0,-24 10 0,24-11 0,-11 1 0,1 10 0,10-11 0,-11 14 0,14 0 0,0 0 0,0 0 0,0 0 0,0 13-552,14-10 552,-11 11 0,10-1 0,-13-10 0,14 11 0,-11-14 0,10 13 0,1-10 0,-11 10 0,10-13 0,-13 0 0,0-13 0,0 10 0,-13-11 0,10 1 0,-11-4 0,1 0 552,10-9-552,-24 9 0,10-13 0,-13 0 0,14 0 0,-11 0 0,11 0 0,-14 0 0,0-13 0,0 9 0,0-22 0,0 9 0</inkml:trace>
  <inkml:trace contextRef="#ctx0" brushRef="#br0" timeOffset="309207">12400 12550 24575,'14'17'0,"-11"-4"0,10 1 0,-13 2 0,0 1 0,0 9 0,14-9 0,-11 13 0,10 13 0,1-9 0,-11 9 0,24 0-828,-24-10 828,24 11 0,-24-14 0,24 13 0,-24-10 0,24 10 0,-24 1 0,10-11 0,0 10-411,-9-13 411,22 0 0,-22-13 0,9 9 0,-13-9 0,0 0 810,13-4-810,-9 0 429,9-9-429,-13 9 0,0 0 0,0-9 0,0 9 0,0-13 0,0 0 0,-13 0 0,9-13 0,-9 9 0,13-9 0,-13 0 0,9 9 0,-22-9 0,22 0 0,-9 9 0,0-22 0,10 22 0,-24-22 0,24 22 0,-24-9 0,24 0 0,-24 9 0,24-9 0,-24 0 0,24 10 0,-24-11 0,24 14 0,-11-13 0,14 10 0,0-11 0,-13 14 0,10 0 0,-11 0 0,14 0 0,0 0 0,14 0 0,-11 0 0,10 14 0,-13-11 0,14 10 0,-11 1 0,24-11 0,-24 23 0,24-22 0,-11 9 0,1 0 0,10 4 0,-11 0 0,14 9 0,0-22 0,0 22 0,0-22 0,0 22 0,0-22 0,0 22 0,0-22 0,0 9 0,0-13 0,-14 13 0,11-10 0,-24 11 0,11-14 0,-1 0 0,-10 0 0,11 0 0,-14 0 0,0 0 0,-14-14 0,11 11 0,-10-23 0,-1 22 0,-2-22 0,-1 9 0,-10 0 0,11-9 0,-14 9 0</inkml:trace>
  <inkml:trace contextRef="#ctx0" brushRef="#br0" timeOffset="310085">12850 13029 24575,'0'30'0,"-14"0"0,11 0 0,-10 0-1245,0 14 1245,9-11 0,-9 10 0,0 0 0,9-9 0,-9 9 0,13-13 406,0 0-406,0-14 207,0 11-207,0-24 0,0 11 0,0-14 632,0 13-632,0-10 0,0 11 0,0-28 0,0 11 0,0-24 0,0 11 0,13-14 0,-9 0 0,9 0 0,-13 0 0,13 0-589,-9-13 589,9 9 0,0-9 0,-10 27 0,11-11 0,-14 10 0,0 1 0,0 2 0,0 1 0,0-4 0</inkml:trace>
  <inkml:trace contextRef="#ctx0" brushRef="#br0" timeOffset="310385">12101 12700 24575,'30'-47'0,"0"4"0,0 13-1634,0 0 1634,0 0 0,0 14 529,-14-11-529,11 24 271,-10-11-271,13 14 0,-14 0 0,-3 0 0</inkml:trace>
  <inkml:trace contextRef="#ctx0" brushRef="#br0" timeOffset="311929">13838 12281 24575,'17'0'0,"-4"0"0,0 0 0,-9 13 0,22-10 0,-22 24 0,22-24 0,-9 24 0,13-24 0,13 24-775,-9-11 775,9 1 0,0 10 0,-10-11-1663,24 14 1663,-10 0 0,12-13 0,1 10-2047,0-11 2047,0 14 0,0 0 0,0 0 0,0 0 0,0 0 0,0-13 0,0 9 0,13-9 0,-10 13 0,10 0 0,-13 0 0,0 0 0,0 0 0,0 0 0,0 0 0,0-14 0,0 11 0,-1-11 0,1 1 0,0 10 0,0-24 0,0 24-1232,0-24 1232,-13 10-204,-4 1 204,0-11 0,-10 10 1105,11-13-1105,-14 0 0,0 0 2004,-14 0-2004,11 14 1475,-24-11-1475,24 10 1032,-24-13-1032,10 0 305,-13 0-305,14 0 0,-11 0 0,10 0 0,-13 0 0,0 0 0,0-13 0,-13 10 0,10-11 0,-11 1 0,14 10 0,-13-24 0,10 10 0,-11 1 0,1-11 0,10 10 0,-10 1 0,-1-11 0,11 24 0,-10-24 0,13 24 0,-14-10 0,11-1 0,-10 11 0,13-10 0,0 13 0,0 0 0,0-14 0,-14 11 0,11-10 0,-10 13 0,13 0 0,0 0 0,-14 0 0,11 0 0,-10 0 0,13 0 0,0 0 0,13 0 0,-10 0 0,11 0 0,-14 0 0,0 13 0,0-10 0,0 11 0,13-14 0,-10 0 0,11 0 0,-14 13 0,13-10 0,-10 11 0,11-1 0,-1-10 0,-10 11 0,11-1 0,-1-10 0,-10 10 0,10 1 0,1-11 0,-11 24 0,10-24 0,-13 10 0,14-13 0,-11 14 0,10-11 0,-13 10 0,0-13 0,0 14 0,0-11 0,-13 24 0,10-24 0,-24 24 0,24-24 0,-24 24 0,11-11 0,-1 1 0,-10 9 0,11-22 0,-14 22 0,13-22 0,-10 9 0,24 0 0,-24-9 0,24 9 0,-10-13 0,0 0 0,9 0 0,-9 0 0,0 0 0,9-13 0,-9-4 0</inkml:trace>
  <inkml:trace contextRef="#ctx0" brushRef="#br0" timeOffset="313177">13928 12550 24575,'0'-16'0,"0"2"0,0 14 0,0 0 0,0-13 0,0 10 0,0-24 0,-13 10 0,9 1 0,-9-11 0,13 10 0,0-12 0,-13-1 0,9 0 0,-9 0 0,13 13 0,0-10 0,-13 11 0,10-14 0,-11 0 0,14 0 0,-13 0 0,10 0 0,-11 13 0,14-9 0,0 22 0,0-22 0,0 22 0,0-9 0,0 13 0,0 0 0,0-13 0,0 9 0,0-9 0,0 13 0,0 0 0,0 13 0,0-9 0,14 9 0,-11-13 0,10 0 0,1 0 0,2 0 0,1 0 0,9 0 0,-9 0 0,13 0 0,0 0 0,0 0 0,0 0 0,0 0 0,0 0 0,0 0 0,0 0 0,0 13 0,0-9 0,-14 9 0,11-13 0,-24 0 0,24 0 0,-24 0 0,24 0 0,-24 0 0,10 0 0,-13 0 0,14 0 0,-11 0 0,10 0 0,-13 0 0,0 13 0,14-9 0,-11 9 0,10-13 0,-13 0 0,14 0 0,-11 0 0,10 13 0,-13-9 0,0 9 0,0-13 0,14 0 0,-11 0 0,10 0 0,-13 0 0</inkml:trace>
  <inkml:trace contextRef="#ctx0" brushRef="#br0" timeOffset="314262">13898 12161 24575,'17'0'0,"-4"0"0,0 13 0,-9-10 0,9 11 0,0-14 0,-9 0 0,22 0 0,-22 0 0,9 0 0,0 0 0,-9 13 0,9-10 0,-13 11 0,0-14 0,0 0 0,-13-14 0,9 11 0,-22-10 0,22 13 0,-22 0 0,22-14 0,-22 11 0,22-10 0,-22 13 0,22 0 0,-9-13 0,0 9 0,9-9 0,-9 13 0,13 0 0,0 0 0,13 0 0,-9 0 0,22 0 0,-9 0 0,13 0 0,-13 0 0,9 0 0,-9 0 0,13 0 0,0 0 0,0 0 0,0 0 0,-14 0 0,11 0 0,-24 0 0,11 0 0,-1 0 0,-10 0 0,11 0 0,-14 0 0,0 0 0,-14 0 0,11 0 0,-24 0 0,11 0 0,-14 0 0,0 0 0,0-13 0,0 9 0,13-9 0,-9 13 0,9 0 0,0 0 0,-9 0 0,22 0 0,-9 0 0,13 0 0,0 0 0,13 0 0,-9 0 0,22 0 0,-9-13 0,13 9 0,-13-9 0,9 13 0,-9 0 0,13-13 0,0 9 0,0-9 0,0 0 0,0 9 0,-14-22 0,11 22 0,-24-9 0,24 0 0,-24 9 0,10-9 0</inkml:trace>
  <inkml:trace contextRef="#ctx0" brushRef="#br0" timeOffset="357601">10753 12670 24575,'-17'0'0,"4"0"0,13 0 0,-13 0 0,9 0 0,-9 0 0,13 0 0,0 0 0,13 0 0,-9 0 0,22 0 0,-9 0 0,0-13 0,9 9 0,-9-9 0,13 13 0,0 0 0,0 0 0,0 0 0,0-13 0,0 9 0,0-9 0,0 13 0,0 0 0,0 0 0,-1 0 0,1 0 0,0 0 0,0 13-554,14-9 554,-11 9 0,10-13 0,0 0 0,-9 0 0,9 0 0,0 0-953,4 0 953,-1 0 0,11-13-1665,-10 9 1665,12-9 0,1 13 0,0 0 0,0-13 0,0 10 0,0-11 0,-13 14 0,9-13 0,-9 10 0,13-11 0,-14 14 0,11-13 0,-11 10 0,14-24 0,0 24 0,0-11 0,0 1 0,0 10 0,0-24 0,0 24 0,0-11 0,-14 1 0,11 10-990,-24-11 990,24 14 0,-11 0 0,14 0 0,-13 0 0,-4 0 274,-13 0-274,0 0 0,0 0 0,0 0 833,-13 0-833,9 0 1676,-23 0-1676,24 14 1159,-24-11-1159,24 10 220,-24-13-220,11 0 0,-1 0 0,-10 0 0,11 0 0,-14 0 0,0 0 0,13 0 0,-10 0 0,11 0 0,-14 0 0,0 0 0,13 0 0,-10 0 0,11 0 0,-14 0 0,0 0 0,-14 0 0,11 0 0,-10 0 0,13 0 0,0-13 0,-27 10 0,7-11 0,-23 14 0</inkml:trace>
  <inkml:trace contextRef="#ctx0" brushRef="#br0" timeOffset="370686">19050 16444 24575,'0'17'0,"0"-4"0,0 0 0,0-9 0,0 22 0,0-22 0,0 22 0,0-22 0,0 22 0,0-22 0,0 22 0,0-9 0,0-1 0,-13 11 0,9-24 0,-9 11 0,13-1 0,0-10 0,0 11 0,0-14 0,0 13 0,13-10 0,-9 11 0,9-14 0,-13 0 0,0 0 0,13 0 0,4 0 0,13 0 0,0-14 0,26-2 0,-6-14-3035,24 0 3035,-37 8 0,-1 1 0,27-13 0,-27 12 0,1 1 0,36-9 0,-9 0 0,9 0-2183,-13 0 2183,0 0 0,0 0-187,-14 14 187,-3-11 0,-13 24 0,-13-11 0,-17 1 0,-17-4 0</inkml:trace>
  <inkml:trace contextRef="#ctx0" brushRef="#br0" timeOffset="371904">19050 18032 24575,'0'16'0,"0"-2"0,0-14 0,0 13 0,0-10 0,0 11 0,0-1 0,0-10 0,0 10 0,0 1 0,0-11 0,0 24 0,0-24 0,0 24 0,0-24 0,0 24 0,0-24 0,0 24 0,0-24 0,0 24 0,0-24 0,0 10 0,0 0 0,0-9 0,0 9 0,0-13 0,0 13 0,0-9 0,0 9 0,0-13 0,0 0 0,13 0 0,-9-13 0,22 9 0,-9-22 0,13 22 0,0-22 0,0 23-876,13-24 876,-10 10 0,11 1 0,-1-11 0,3 10 0,1 1-1656,10-11 1656,-11 10 0,14 1 0,-13-11 0,9 24-719,-22-24 719,9 24 0,-13-24 0,-14 24 0,11-24 0,-10 11 0</inkml:trace>
  <inkml:trace contextRef="#ctx0" brushRef="#br0" timeOffset="373840">11142 13748 24575,'-13'60'0,"10"0"0,3 0-2843,3-13 2843,10 9 0,1-9-1498,2 13 1498,14 0 0,14-14-1343,2 11 1343,14-11 0,0 14 0,-24-29 0,1-2 0,0 2 0,3-2-1597,10-5 0,3-1 1597,0 5 0,0 0-1051,7-4 1,0-1 1050,0 0 0,0 0-902,6 0 1,1-2 901,1-5 0,1-2 0,5 1 0,1 0-682,0 0 0,0 0 682,0-6 0,0-2 0,0 1 0,0-2 0,0-5 0,-1-2-221,-5-6 0,-1 0 221,6 7 0,-2-3 0,-10-9 0,0-3-11,4 1 0,1-2 11,-7 1 0,-1-3 0,1-9 0,0-3 0,0 7 0,0 0 0,1-6 0,-2-2 0,-5 2 0,-2-2 0,2-4 0,-4-3 260,-11 1 1,-2-3-261,1-4 0,-3-2 0,-3 2 0,-4-1 0,-3-6 0,-3-2 0,1 1 0,-3-2 0,-10 1 0,-3-1 0,0-4 0,-1 0 0,-4 5 0,-4-1 0,-4-5 0,-1-1 0,0-1 0,-3 2 0,-4 5 0,-2 1 0,1-6 0,0 2 0,1 16 0,-2 2 647,-5-12 1,-1 2-648,-11-14 0,4 26 0,1 1 0,-5-24 1818,-24 13-1818,24 4 0,-10 13 2630,13 0-2630,0 13 781,13-9 1,4 22 0,13-9 0</inkml:trace>
  <inkml:trace contextRef="#ctx0" brushRef="#br0" timeOffset="374541">16953 12790 24575,'-51'7'0,"-1"-1"0,6-4 0,-1 0 0,-11 4 0,-1 1-3921,6-7 0,0 0 3921,-7 6 0,0 1 0,0-6 0,0 1 0,0 12 0,1-1 0,-2-11 0,2-1 0,5 12 0,1 1-761,2-6 0,-1 1 761,0 6 0,1 0 0,4-7 0,1 0-48,1 6 1,0-1 47,1-6 0,1 3 0,5 10 0,0 3 0,-39 10 0,40-11 0,1-1 0,-24 9-1382,13 14 1382,-9 2 1326,23 1-1326,-11 9 0,14-9 0,14 26 0,-11-10 0,24 11 842,-10-1-842,13-10 0,-1-20 0,2 1 0,12 32 0,3 1 0,-2-33 0,2-2 0,14 21 0,-9-19 0,2-1-178,23 20 178,-17-19 0,2-1-369,5-11 0,1-1 369,1 6 0,1-1 0,5-5 0,2-2-639,-2 1 0,2 0 639,4 1 0,3-2 0,-1-5 0,2-2-645,5 1 1,2-2 644,5-5 0,1-2 0,1 1 0,1 0 0,5 1 0,1-2-697,0-5 0,0-2 697,7 1 0,-1-2 0,-4-5 0,-1-2 0,6-5 0,-1-2 0,1 1 0,0-2 0,-6-5 0,1-2 0,4-6 0,1 0 0,-6 7 0,-3-3 0,-4-9 0,-1-2 0,6 6 0,-2-1-329,-9-4 0,-3-4 329,1-3 0,-2-3 0,-6 1 0,-3-3-52,-3-4 0,-4-2 52,-3 2 0,-3-1 0,-5-6 0,-4-2 0,-5 1 0,-3-2 0,-3 1 0,-4-1 0,-3-4 0,-3 0 222,-5 4 0,-4 1-222,-5 0 0,-3 0 0,-3-6 0,-4 1 0,-4 11 0,-1 1 0,0-6 0,-3 1 0,-4 12 0,-2 2 0,2-7 0,-2 1 1076,2 11 1,-2 1-1077,2-7 0,-1 3 0,-30-12 1602,0-10-1602,13 24 0,-9-10 547,22 26 1,-9-9 0,13 9 0</inkml:trace>
  <inkml:trace contextRef="#ctx0" brushRef="#br0" timeOffset="377202">22495 12161 24575,'13'-17'0,"-10"4"0,11 13 0,-1 0 0,-10 0 0,24 0 0,-24 0 0,24 0 0,-24 0 0,24 0 0,-11 0 0,1 0 0,10-13 0,-24 9 0,24-9 0,-24 13 0,24 0 0,-24 0 0,10 0 0,0 0 0,-9 0 0,9 0 0,-13 0 0,0 0 0,13 0 0,-9 0 0,9 0 0,-13 0 0,0 0 0,13 0 0,-9 0 0,9 0 0,-13 0 0,13-13 0,-9 9 0,22-9 0,-22 13 0,22 13 0,-9-9 0,0 9 0,9-13 0,-23 0 0,24 0 0,-10 0 0,-1 0 0,11 13 0,-24-9 0,24 9 0,-24-13 0,24 0 0,-24 0 0,11 0 0,-1 0 0,-10 0 0,10 13 0,-13-9 0,0 9 0,0-13 0,0 0 0,0 13 0,14-10 0,-11 11 0,10-1 0,-13-10 0,0 11 0,0-14 0,0 13 0,0-10 0,0 11 0,0-1 0,0-10 0,0 24 0,0-24 0,0 11 0,0-1 0,0-10 0,0 24 0,0-10 0,-13-1 0,10 11 0,-11-11 0,14 14 0,0 0 0,0 0 0,0-13 0,0 10 0,0-11 0,0 14 0,0 0 0,0-13 0,0 9 0,-13-9 0,10 13 0,-10 13 0,13-9 0,0 9 0,0-13 0,0 0 0,0 13 0,0 4 0,13-1-998,-10 11 998,10-24 0,-13 10 0,0 1 0,0-11 0,14 23 0,-11-22 0,10 9 0,-13 0 0,0-10 0,0 24 0,0-24 0,0 24 0,0-24 0,14 24 0,-11-11 0,10 1 0,-13 10 0,0-24 0,0 10 0,0 0 0,0-9 0,0 22 0,0-23 0,0 11 0,0-1 0,0-10 0,0 24 0,0-24 0,0 10 0,0 1 0,0-11 0,0 24 0,0-24 0,0 10 0,0 0 0,0-9 0,0 9 0,0 0 0,0-10-263,0 11 263,0-14 0,0 13 0,0-10 0,0 10-685,0 1 685,0-11 0,0 10 0,0-13 0,0 13 0,0-9 0,0 9 0,0-13 0,0 13 0,0-9 0,0 9 0,0-13 0,0 13 0,0-10 0,0 11 0,0-14 0,0 13 0,0-10 0,0 10-217,0-13 217,0 0 0,0 0 938,0 0-938,0 0 0,0 0 0,0 0 0,0 0 0,0 0 264,0 0-264,0 0 0,0 0 721,0 0-721,0-14 240,14 11-240,-11-10 0,10-1 0,-13 11 0,0-10 0,0 12 0,0-12 0,0 10 0,0-11 0,0 1 0,0 10 0,0-11 0,0 1 0,0 10 0,0-11 0,0 1 0,0 9 0,0-22 0,0 22 0,0-22 0,0 22 0,0-22 0,0 22 0,0-22 0,0 9 0,0 0 0,0-9 0,0 22 0,0-22 0,0 9 0,0-13 0,0 13 0,0-9 0,0 9 0,0-13 0,0 0 0,0 13 0,0-10 0,0 11 0,0-14 0,0 0 0,0-14 0,-13 11 0,10-10 0,-11 0 0,1 9 0,10-9 0,-24 0 0,24 9 0,-11-9 0,1 0 0,10 9 0,-24-22 0,11 22 0,-1-9 0,-10 0 0,24 9 0,-10-22 0,-1 22 0,11-9 0,-10 0 0,-1 9 0,11-9 0,-10 0 0,13 10 0,0-11 0,0 14 0,0-13 0,0 10 0,-14-11 0,11 14 0,-10 0 0,13 0 0,0 0 0,13 0 0,-10 14 0,11-11 0,-14 24 0,0-24 0,0 23 0,13-9 0,-10 0 0,11 9 0,-1-22 0,-10 22 0,11-22 0,-1 22 0,-10-22 0,24 9 0,-24 0 0,11-9 0,-1 9 0,-10 0 0,24-9 0,-11 9 0,1-13 0,10 0 0,-24 0 0,24 0 0,-24 0 0,24 0 0,-11-13 0,1 9 0,10-9 0,-24 0 0,24 9 0,-24-22 0,23 22 0,-22-22 0,9 22 0,0-22 0,-9 22 0,9-9 0,-13 0 0,0 9 0,13-9 0,-9 13 0,9 0 0,-13 0 0,0-13 0,0 9 0,0-9 0,0 13 0,0 0 0,-13 0 0,-4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283B06-93A5-4CF1-9190-ED206EC2E2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338C72-4999-48C0-AB5B-0D7ECB3C10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ED23FA-38C4-4877-A4F3-44A89ABE8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527F1-B930-4B63-9751-0E1C12DD33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6A5372-FD79-43E8-868A-53EB5C7128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94564C-648C-4C79-8A0A-58EFF40D43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CFEB2-3EF9-4169-AEFD-8D3EDB732A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2F739C-A2E5-404F-8652-069D8BE519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69A765-E141-4034-AAEC-8EF3730674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846CEF-3FB6-4A78-9CED-103A4F5F09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736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906D71-DEEB-4B05-8855-1B496596C50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customXml" Target="../ink/ink1.xml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customXml" Target="../ink/ink3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7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7.bin"/><Relationship Id="rId7" Type="http://schemas.openxmlformats.org/officeDocument/2006/relationships/customXml" Target="../ink/ink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1.png"/><Relationship Id="rId4" Type="http://schemas.openxmlformats.org/officeDocument/2006/relationships/image" Target="../media/image28.wmf"/><Relationship Id="rId9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png"/><Relationship Id="rId5" Type="http://schemas.openxmlformats.org/officeDocument/2006/relationships/customXml" Target="../ink/ink10.xml"/><Relationship Id="rId4" Type="http://schemas.openxmlformats.org/officeDocument/2006/relationships/image" Target="../media/image3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11" Type="http://schemas.openxmlformats.org/officeDocument/2006/relationships/image" Target="../media/image38.png"/><Relationship Id="rId5" Type="http://schemas.openxmlformats.org/officeDocument/2006/relationships/oleObject" Target="../embeddings/oleObject14.bin"/><Relationship Id="rId10" Type="http://schemas.openxmlformats.org/officeDocument/2006/relationships/customXml" Target="../ink/ink11.xml"/><Relationship Id="rId4" Type="http://schemas.openxmlformats.org/officeDocument/2006/relationships/image" Target="../media/image34.wmf"/><Relationship Id="rId9" Type="http://schemas.openxmlformats.org/officeDocument/2006/relationships/image" Target="../media/image3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customXml" Target="../ink/ink12.xml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26.bin"/><Relationship Id="rId18" Type="http://schemas.openxmlformats.org/officeDocument/2006/relationships/oleObject" Target="../embeddings/oleObject29.bin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53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image" Target="../media/image54.png"/><Relationship Id="rId10" Type="http://schemas.openxmlformats.org/officeDocument/2006/relationships/image" Target="../media/image48.wmf"/><Relationship Id="rId19" Type="http://schemas.openxmlformats.org/officeDocument/2006/relationships/image" Target="../media/image52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50.wmf"/><Relationship Id="rId22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DSP: Systems Identification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7/6/21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6944" cy="533400"/>
          </a:xfrm>
        </p:spPr>
        <p:txBody>
          <a:bodyPr/>
          <a:lstStyle/>
          <a:p>
            <a:r>
              <a:rPr lang="en-US" dirty="0"/>
              <a:t>Quick Review of LTI Systems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6712"/>
            <a:ext cx="8610600" cy="5335488"/>
          </a:xfrm>
        </p:spPr>
        <p:txBody>
          <a:bodyPr/>
          <a:lstStyle/>
          <a:p>
            <a:r>
              <a:rPr lang="en-US" dirty="0"/>
              <a:t>LTI Systems are uniquely determined by their impulse response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write the input-output relation also in the z-domain</a:t>
            </a:r>
          </a:p>
          <a:p>
            <a:endParaRPr lang="en-US" dirty="0"/>
          </a:p>
          <a:p>
            <a:r>
              <a:rPr lang="en-US" dirty="0"/>
              <a:t>Or we can define an LTI system with its frequency response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H(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</a:t>
            </a:r>
            <a:r>
              <a:rPr lang="en-US" dirty="0"/>
              <a:t>) defines magnitude and phase change at each frequency</a:t>
            </a:r>
          </a:p>
          <a:p>
            <a:r>
              <a:rPr lang="en-US" dirty="0"/>
              <a:t>We can define a magnitude response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a phase response</a:t>
            </a:r>
          </a:p>
        </p:txBody>
      </p:sp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672699"/>
              </p:ext>
            </p:extLst>
          </p:nvPr>
        </p:nvGraphicFramePr>
        <p:xfrm>
          <a:off x="2487613" y="1154832"/>
          <a:ext cx="4076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9" name="Equation" r:id="rId3" imgW="2311200" imgH="431640" progId="Equation.3">
                  <p:embed/>
                </p:oleObj>
              </mc:Choice>
              <mc:Fallback>
                <p:oleObj name="Equation" r:id="rId3" imgW="2311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1154832"/>
                        <a:ext cx="4076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3608388" y="2351088"/>
          <a:ext cx="18367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0" name="Equation" r:id="rId5" imgW="1041120" imgH="215640" progId="Equation.3">
                  <p:embed/>
                </p:oleObj>
              </mc:Choice>
              <mc:Fallback>
                <p:oleObj name="Equation" r:id="rId5" imgW="1041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2351088"/>
                        <a:ext cx="18367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27595"/>
              </p:ext>
            </p:extLst>
          </p:nvPr>
        </p:nvGraphicFramePr>
        <p:xfrm>
          <a:off x="3305175" y="3212976"/>
          <a:ext cx="24415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1" name="Equation" r:id="rId7" imgW="1384200" imgH="228600" progId="Equation.3">
                  <p:embed/>
                </p:oleObj>
              </mc:Choice>
              <mc:Fallback>
                <p:oleObj name="Equation" r:id="rId7" imgW="1384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175" y="3212976"/>
                        <a:ext cx="24415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/>
        </p:nvGraphicFramePr>
        <p:xfrm>
          <a:off x="3194050" y="4667250"/>
          <a:ext cx="26654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2" name="Equation" r:id="rId9" imgW="1511280" imgH="279360" progId="Equation.3">
                  <p:embed/>
                </p:oleObj>
              </mc:Choice>
              <mc:Fallback>
                <p:oleObj name="Equation" r:id="rId9" imgW="15112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4667250"/>
                        <a:ext cx="26654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18339"/>
              </p:ext>
            </p:extLst>
          </p:nvPr>
        </p:nvGraphicFramePr>
        <p:xfrm>
          <a:off x="2846388" y="5733256"/>
          <a:ext cx="33607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3" name="Equation" r:id="rId11" imgW="1904760" imgH="228600" progId="Equation.3">
                  <p:embed/>
                </p:oleObj>
              </mc:Choice>
              <mc:Fallback>
                <p:oleObj name="Equation" r:id="rId11" imgW="1904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5733256"/>
                        <a:ext cx="33607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09AAF7-7492-1449-B9EC-8897E539C7A6}"/>
                  </a:ext>
                </a:extLst>
              </p14:cNvPr>
              <p14:cNvContentPartPr/>
              <p14:nvPr/>
            </p14:nvContentPartPr>
            <p14:xfrm>
              <a:off x="2403720" y="1340640"/>
              <a:ext cx="6500160" cy="503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09AAF7-7492-1449-B9EC-8897E539C7A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4360" y="1331280"/>
                <a:ext cx="6518880" cy="50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669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System identification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2576513"/>
            <a:ext cx="8039100" cy="4000500"/>
          </a:xfrm>
        </p:spPr>
        <p:txBody>
          <a:bodyPr/>
          <a:lstStyle/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We are given an unknown system - how can we figure out what it is ?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What do we mean by "what it is" ?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Need to be able to predict output for any input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For example, if we know L, all a</a:t>
            </a:r>
            <a:r>
              <a:rPr lang="en-US" sz="2400" b="1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</a:t>
            </a:r>
            <a:r>
              <a:rPr lang="en-US" sz="2000" dirty="0"/>
              <a:t>, M, all </a:t>
            </a:r>
            <a:r>
              <a:rPr lang="en-US" sz="2000" dirty="0" err="1"/>
              <a:t>b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</a:t>
            </a:r>
            <a:r>
              <a:rPr lang="en-US" sz="2400" b="1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  H(</a:t>
            </a:r>
            <a:r>
              <a:rPr lang="en-US" sz="2000" dirty="0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w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for all </a:t>
            </a:r>
            <a:r>
              <a:rPr lang="en-US" sz="2000" dirty="0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w</a:t>
            </a:r>
            <a:endParaRPr lang="en-US" sz="20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 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Easy system identification problem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We can input any </a:t>
            </a:r>
            <a:r>
              <a:rPr lang="en-US" sz="2000" b="1" dirty="0"/>
              <a:t>x</a:t>
            </a:r>
            <a:r>
              <a:rPr lang="en-US" sz="2000" dirty="0"/>
              <a:t> we want and observe </a:t>
            </a:r>
            <a:r>
              <a:rPr lang="en-US" sz="2000" b="1" dirty="0"/>
              <a:t>y</a:t>
            </a:r>
          </a:p>
          <a:p>
            <a:pPr marL="419100" indent="-41910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Difficult system identification problem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The system is "hooked up" - we can only observe </a:t>
            </a:r>
            <a:r>
              <a:rPr lang="en-US" sz="2000" b="1" dirty="0"/>
              <a:t>x</a:t>
            </a:r>
            <a:r>
              <a:rPr lang="en-US" sz="2000" dirty="0"/>
              <a:t>  and  </a:t>
            </a:r>
            <a:r>
              <a:rPr lang="en-US" sz="2000" b="1" dirty="0"/>
              <a:t>y</a:t>
            </a:r>
          </a:p>
          <a:p>
            <a:pPr marL="419100" indent="-419100" eaLnBrk="1" hangingPunct="1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</p:txBody>
      </p:sp>
      <p:grpSp>
        <p:nvGrpSpPr>
          <p:cNvPr id="35845" name="Group 4"/>
          <p:cNvGrpSpPr>
            <a:grpSpLocks/>
          </p:cNvGrpSpPr>
          <p:nvPr/>
        </p:nvGrpSpPr>
        <p:grpSpPr bwMode="auto">
          <a:xfrm>
            <a:off x="3060700" y="1422400"/>
            <a:ext cx="2870200" cy="1104900"/>
            <a:chOff x="1928" y="896"/>
            <a:chExt cx="1808" cy="696"/>
          </a:xfrm>
        </p:grpSpPr>
        <p:sp>
          <p:nvSpPr>
            <p:cNvPr id="35856" name="Rectangle 5"/>
            <p:cNvSpPr>
              <a:spLocks noChangeArrowheads="1"/>
            </p:cNvSpPr>
            <p:nvPr/>
          </p:nvSpPr>
          <p:spPr bwMode="auto">
            <a:xfrm>
              <a:off x="2368" y="896"/>
              <a:ext cx="928" cy="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5857" name="Group 6"/>
            <p:cNvGrpSpPr>
              <a:grpSpLocks/>
            </p:cNvGrpSpPr>
            <p:nvPr/>
          </p:nvGrpSpPr>
          <p:grpSpPr bwMode="auto">
            <a:xfrm>
              <a:off x="2120" y="1227"/>
              <a:ext cx="248" cy="5"/>
              <a:chOff x="776" y="1331"/>
              <a:chExt cx="248" cy="5"/>
            </a:xfrm>
          </p:grpSpPr>
          <p:sp>
            <p:nvSpPr>
              <p:cNvPr id="35864" name="Line 7"/>
              <p:cNvSpPr>
                <a:spLocks noChangeShapeType="1"/>
              </p:cNvSpPr>
              <p:nvPr/>
            </p:nvSpPr>
            <p:spPr bwMode="auto">
              <a:xfrm>
                <a:off x="776" y="1336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65" name="Line 8"/>
              <p:cNvSpPr>
                <a:spLocks noChangeShapeType="1"/>
              </p:cNvSpPr>
              <p:nvPr/>
            </p:nvSpPr>
            <p:spPr bwMode="auto">
              <a:xfrm>
                <a:off x="888" y="1331"/>
                <a:ext cx="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8" name="Group 9"/>
            <p:cNvGrpSpPr>
              <a:grpSpLocks/>
            </p:cNvGrpSpPr>
            <p:nvPr/>
          </p:nvGrpSpPr>
          <p:grpSpPr bwMode="auto">
            <a:xfrm>
              <a:off x="3288" y="1227"/>
              <a:ext cx="248" cy="5"/>
              <a:chOff x="776" y="1331"/>
              <a:chExt cx="248" cy="5"/>
            </a:xfrm>
          </p:grpSpPr>
          <p:sp>
            <p:nvSpPr>
              <p:cNvPr id="35862" name="Line 10"/>
              <p:cNvSpPr>
                <a:spLocks noChangeShapeType="1"/>
              </p:cNvSpPr>
              <p:nvPr/>
            </p:nvSpPr>
            <p:spPr bwMode="auto">
              <a:xfrm>
                <a:off x="776" y="1336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63" name="Line 11"/>
              <p:cNvSpPr>
                <a:spLocks noChangeShapeType="1"/>
              </p:cNvSpPr>
              <p:nvPr/>
            </p:nvSpPr>
            <p:spPr bwMode="auto">
              <a:xfrm>
                <a:off x="888" y="1331"/>
                <a:ext cx="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859" name="Text Box 12"/>
            <p:cNvSpPr txBox="1">
              <a:spLocks noChangeArrowheads="1"/>
            </p:cNvSpPr>
            <p:nvPr/>
          </p:nvSpPr>
          <p:spPr bwMode="auto">
            <a:xfrm>
              <a:off x="1928" y="110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x</a:t>
              </a:r>
            </a:p>
          </p:txBody>
        </p:sp>
        <p:sp>
          <p:nvSpPr>
            <p:cNvPr id="35860" name="Text Box 13"/>
            <p:cNvSpPr txBox="1">
              <a:spLocks noChangeArrowheads="1"/>
            </p:cNvSpPr>
            <p:nvPr/>
          </p:nvSpPr>
          <p:spPr bwMode="auto">
            <a:xfrm>
              <a:off x="3536" y="1112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b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y</a:t>
              </a:r>
            </a:p>
          </p:txBody>
        </p:sp>
        <p:sp>
          <p:nvSpPr>
            <p:cNvPr id="35861" name="Text Box 14"/>
            <p:cNvSpPr txBox="1">
              <a:spLocks noChangeArrowheads="1"/>
            </p:cNvSpPr>
            <p:nvPr/>
          </p:nvSpPr>
          <p:spPr bwMode="auto">
            <a:xfrm>
              <a:off x="2456" y="1024"/>
              <a:ext cx="752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10000"/>
                </a:spcBef>
              </a:pPr>
              <a:r>
                <a:rPr lang="en-US" sz="1800" b="0">
                  <a:latin typeface="Arial" charset="0"/>
                  <a:cs typeface="Arial" charset="0"/>
                </a:rPr>
                <a:t>unknown</a:t>
              </a:r>
            </a:p>
            <a:p>
              <a:pPr algn="ctr" eaLnBrk="1" hangingPunct="1">
                <a:spcBef>
                  <a:spcPct val="10000"/>
                </a:spcBef>
              </a:pPr>
              <a:r>
                <a:rPr lang="en-US" sz="1800" b="0">
                  <a:latin typeface="Arial" charset="0"/>
                  <a:cs typeface="Arial" charset="0"/>
                </a:rPr>
                <a:t>system</a:t>
              </a:r>
            </a:p>
          </p:txBody>
        </p:sp>
      </p:grpSp>
      <p:sp>
        <p:nvSpPr>
          <p:cNvPr id="35846" name="Rectangle 15"/>
          <p:cNvSpPr>
            <a:spLocks noChangeArrowheads="1"/>
          </p:cNvSpPr>
          <p:nvPr/>
        </p:nvSpPr>
        <p:spPr bwMode="auto">
          <a:xfrm>
            <a:off x="3263900" y="5549900"/>
            <a:ext cx="1473200" cy="1104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847" name="Group 16"/>
          <p:cNvGrpSpPr>
            <a:grpSpLocks/>
          </p:cNvGrpSpPr>
          <p:nvPr/>
        </p:nvGrpSpPr>
        <p:grpSpPr bwMode="auto">
          <a:xfrm>
            <a:off x="2870200" y="6075363"/>
            <a:ext cx="393700" cy="7937"/>
            <a:chOff x="776" y="1331"/>
            <a:chExt cx="248" cy="5"/>
          </a:xfrm>
        </p:grpSpPr>
        <p:sp>
          <p:nvSpPr>
            <p:cNvPr id="35854" name="Line 17"/>
            <p:cNvSpPr>
              <a:spLocks noChangeShapeType="1"/>
            </p:cNvSpPr>
            <p:nvPr/>
          </p:nvSpPr>
          <p:spPr bwMode="auto">
            <a:xfrm>
              <a:off x="776" y="1336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5" name="Line 18"/>
            <p:cNvSpPr>
              <a:spLocks noChangeShapeType="1"/>
            </p:cNvSpPr>
            <p:nvPr/>
          </p:nvSpPr>
          <p:spPr bwMode="auto">
            <a:xfrm>
              <a:off x="888" y="1331"/>
              <a:ext cx="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8" name="Group 19"/>
          <p:cNvGrpSpPr>
            <a:grpSpLocks/>
          </p:cNvGrpSpPr>
          <p:nvPr/>
        </p:nvGrpSpPr>
        <p:grpSpPr bwMode="auto">
          <a:xfrm>
            <a:off x="4724400" y="6075363"/>
            <a:ext cx="393700" cy="7937"/>
            <a:chOff x="776" y="1331"/>
            <a:chExt cx="248" cy="5"/>
          </a:xfrm>
        </p:grpSpPr>
        <p:sp>
          <p:nvSpPr>
            <p:cNvPr id="35852" name="Line 20"/>
            <p:cNvSpPr>
              <a:spLocks noChangeShapeType="1"/>
            </p:cNvSpPr>
            <p:nvPr/>
          </p:nvSpPr>
          <p:spPr bwMode="auto">
            <a:xfrm>
              <a:off x="776" y="1336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3" name="Line 21"/>
            <p:cNvSpPr>
              <a:spLocks noChangeShapeType="1"/>
            </p:cNvSpPr>
            <p:nvPr/>
          </p:nvSpPr>
          <p:spPr bwMode="auto">
            <a:xfrm>
              <a:off x="888" y="1331"/>
              <a:ext cx="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9" name="Text Box 22"/>
          <p:cNvSpPr txBox="1">
            <a:spLocks noChangeArrowheads="1"/>
          </p:cNvSpPr>
          <p:nvPr/>
        </p:nvSpPr>
        <p:spPr bwMode="auto">
          <a:xfrm>
            <a:off x="3403600" y="5753100"/>
            <a:ext cx="11938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en-US" sz="1800" b="0">
                <a:latin typeface="Arial" charset="0"/>
                <a:cs typeface="Arial" charset="0"/>
              </a:rPr>
              <a:t>unknown</a:t>
            </a:r>
          </a:p>
          <a:p>
            <a:pPr algn="ctr" eaLnBrk="1" hangingPunct="1">
              <a:spcBef>
                <a:spcPct val="10000"/>
              </a:spcBef>
            </a:pPr>
            <a:r>
              <a:rPr lang="en-US" sz="1800" b="0">
                <a:latin typeface="Arial" charset="0"/>
                <a:cs typeface="Arial" charset="0"/>
              </a:rPr>
              <a:t>system</a:t>
            </a:r>
          </a:p>
        </p:txBody>
      </p:sp>
      <p:sp>
        <p:nvSpPr>
          <p:cNvPr id="35850" name="Rectangle 23"/>
          <p:cNvSpPr>
            <a:spLocks noChangeArrowheads="1"/>
          </p:cNvSpPr>
          <p:nvPr/>
        </p:nvSpPr>
        <p:spPr bwMode="auto">
          <a:xfrm>
            <a:off x="1384300" y="5549900"/>
            <a:ext cx="1473200" cy="1104900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Rectangle 24"/>
          <p:cNvSpPr>
            <a:spLocks noChangeArrowheads="1"/>
          </p:cNvSpPr>
          <p:nvPr/>
        </p:nvSpPr>
        <p:spPr bwMode="auto">
          <a:xfrm>
            <a:off x="5143500" y="5549900"/>
            <a:ext cx="1473200" cy="11049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39D2B5-557E-FF4C-A4CD-C7EDF6CFC30E}"/>
                  </a:ext>
                </a:extLst>
              </p14:cNvPr>
              <p14:cNvContentPartPr/>
              <p14:nvPr/>
            </p14:nvContentPartPr>
            <p14:xfrm>
              <a:off x="6147360" y="3990600"/>
              <a:ext cx="640800" cy="1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39D2B5-557E-FF4C-A4CD-C7EDF6CFC3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8000" y="3981240"/>
                <a:ext cx="659520" cy="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181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Filter identification</a:t>
            </a:r>
          </a:p>
        </p:txBody>
      </p:sp>
      <p:sp>
        <p:nvSpPr>
          <p:cNvPr id="205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395413"/>
            <a:ext cx="8166100" cy="4597400"/>
          </a:xfrm>
        </p:spPr>
        <p:txBody>
          <a:bodyPr/>
          <a:lstStyle/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Is the system identification problem always </a:t>
            </a:r>
            <a:r>
              <a:rPr lang="en-US" sz="2000" i="1" dirty="0"/>
              <a:t>solvable</a:t>
            </a:r>
            <a:r>
              <a:rPr lang="en-US" sz="2000" dirty="0"/>
              <a:t> ?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Not if the system characteristics can change over time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Since you can't predict what it will do next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So only solvable if system is </a:t>
            </a:r>
            <a:r>
              <a:rPr lang="en-US" sz="2000" b="1" dirty="0"/>
              <a:t>time invariant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b="1" dirty="0"/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Not if system can have a hidden </a:t>
            </a:r>
            <a:r>
              <a:rPr lang="en-US" sz="2000" i="1" dirty="0"/>
              <a:t>trigger</a:t>
            </a:r>
            <a:r>
              <a:rPr lang="en-US" sz="2000" dirty="0"/>
              <a:t> signal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So only solvable if system is </a:t>
            </a:r>
            <a:r>
              <a:rPr lang="en-US" sz="2000" b="1" dirty="0"/>
              <a:t>linear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Since for linear systems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sz="2000" dirty="0"/>
              <a:t>small changes in input lead to bounded changes in output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So only solvable if system is a </a:t>
            </a:r>
            <a:r>
              <a:rPr lang="en-US" sz="2000" b="1" dirty="0"/>
              <a:t>filter !</a:t>
            </a:r>
          </a:p>
        </p:txBody>
      </p:sp>
      <p:grpSp>
        <p:nvGrpSpPr>
          <p:cNvPr id="2054" name="Group 1028"/>
          <p:cNvGrpSpPr>
            <a:grpSpLocks/>
          </p:cNvGrpSpPr>
          <p:nvPr/>
        </p:nvGrpSpPr>
        <p:grpSpPr bwMode="auto">
          <a:xfrm>
            <a:off x="6527800" y="1778000"/>
            <a:ext cx="2247900" cy="1104900"/>
            <a:chOff x="2248" y="1528"/>
            <a:chExt cx="1416" cy="696"/>
          </a:xfrm>
        </p:grpSpPr>
        <p:sp>
          <p:nvSpPr>
            <p:cNvPr id="2065" name="Rectangle 1029"/>
            <p:cNvSpPr>
              <a:spLocks noChangeArrowheads="1"/>
            </p:cNvSpPr>
            <p:nvPr/>
          </p:nvSpPr>
          <p:spPr bwMode="auto">
            <a:xfrm>
              <a:off x="2496" y="1528"/>
              <a:ext cx="928" cy="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66" name="Group 1030"/>
            <p:cNvGrpSpPr>
              <a:grpSpLocks/>
            </p:cNvGrpSpPr>
            <p:nvPr/>
          </p:nvGrpSpPr>
          <p:grpSpPr bwMode="auto">
            <a:xfrm>
              <a:off x="2248" y="1859"/>
              <a:ext cx="248" cy="5"/>
              <a:chOff x="776" y="1331"/>
              <a:chExt cx="248" cy="5"/>
            </a:xfrm>
          </p:grpSpPr>
          <p:sp>
            <p:nvSpPr>
              <p:cNvPr id="2070" name="Line 1031"/>
              <p:cNvSpPr>
                <a:spLocks noChangeShapeType="1"/>
              </p:cNvSpPr>
              <p:nvPr/>
            </p:nvSpPr>
            <p:spPr bwMode="auto">
              <a:xfrm>
                <a:off x="776" y="1336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Line 1032"/>
              <p:cNvSpPr>
                <a:spLocks noChangeShapeType="1"/>
              </p:cNvSpPr>
              <p:nvPr/>
            </p:nvSpPr>
            <p:spPr bwMode="auto">
              <a:xfrm>
                <a:off x="888" y="1331"/>
                <a:ext cx="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7" name="Group 1033"/>
            <p:cNvGrpSpPr>
              <a:grpSpLocks/>
            </p:cNvGrpSpPr>
            <p:nvPr/>
          </p:nvGrpSpPr>
          <p:grpSpPr bwMode="auto">
            <a:xfrm>
              <a:off x="3416" y="1859"/>
              <a:ext cx="248" cy="5"/>
              <a:chOff x="776" y="1331"/>
              <a:chExt cx="248" cy="5"/>
            </a:xfrm>
          </p:grpSpPr>
          <p:sp>
            <p:nvSpPr>
              <p:cNvPr id="2068" name="Line 1034"/>
              <p:cNvSpPr>
                <a:spLocks noChangeShapeType="1"/>
              </p:cNvSpPr>
              <p:nvPr/>
            </p:nvSpPr>
            <p:spPr bwMode="auto">
              <a:xfrm>
                <a:off x="776" y="1336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Line 1035"/>
              <p:cNvSpPr>
                <a:spLocks noChangeShapeType="1"/>
              </p:cNvSpPr>
              <p:nvPr/>
            </p:nvSpPr>
            <p:spPr bwMode="auto">
              <a:xfrm>
                <a:off x="888" y="1331"/>
                <a:ext cx="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2050" name="Object 1036"/>
            <p:cNvGraphicFramePr>
              <a:graphicFrameLocks noChangeAspect="1"/>
            </p:cNvGraphicFramePr>
            <p:nvPr/>
          </p:nvGraphicFramePr>
          <p:xfrm>
            <a:off x="2565" y="1866"/>
            <a:ext cx="31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0" name="Clip" r:id="rId3" imgW="1822320" imgH="1821240" progId="MS_ClipArt_Gallery.5">
                    <p:embed/>
                  </p:oleObj>
                </mc:Choice>
                <mc:Fallback>
                  <p:oleObj name="Clip" r:id="rId3" imgW="1822320" imgH="182124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" y="1866"/>
                          <a:ext cx="314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5" name="Group 1037"/>
          <p:cNvGrpSpPr>
            <a:grpSpLocks/>
          </p:cNvGrpSpPr>
          <p:nvPr/>
        </p:nvGrpSpPr>
        <p:grpSpPr bwMode="auto">
          <a:xfrm>
            <a:off x="6527800" y="3124200"/>
            <a:ext cx="2247900" cy="1104900"/>
            <a:chOff x="4112" y="1968"/>
            <a:chExt cx="1416" cy="696"/>
          </a:xfrm>
        </p:grpSpPr>
        <p:sp>
          <p:nvSpPr>
            <p:cNvPr id="2056" name="Rectangle 1038"/>
            <p:cNvSpPr>
              <a:spLocks noChangeArrowheads="1"/>
            </p:cNvSpPr>
            <p:nvPr/>
          </p:nvSpPr>
          <p:spPr bwMode="auto">
            <a:xfrm>
              <a:off x="4360" y="1968"/>
              <a:ext cx="928" cy="6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7" name="Group 1039"/>
            <p:cNvGrpSpPr>
              <a:grpSpLocks/>
            </p:cNvGrpSpPr>
            <p:nvPr/>
          </p:nvGrpSpPr>
          <p:grpSpPr bwMode="auto">
            <a:xfrm>
              <a:off x="4112" y="2299"/>
              <a:ext cx="248" cy="5"/>
              <a:chOff x="776" y="1331"/>
              <a:chExt cx="248" cy="5"/>
            </a:xfrm>
          </p:grpSpPr>
          <p:sp>
            <p:nvSpPr>
              <p:cNvPr id="2063" name="Line 1040"/>
              <p:cNvSpPr>
                <a:spLocks noChangeShapeType="1"/>
              </p:cNvSpPr>
              <p:nvPr/>
            </p:nvSpPr>
            <p:spPr bwMode="auto">
              <a:xfrm>
                <a:off x="776" y="1336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Line 1041"/>
              <p:cNvSpPr>
                <a:spLocks noChangeShapeType="1"/>
              </p:cNvSpPr>
              <p:nvPr/>
            </p:nvSpPr>
            <p:spPr bwMode="auto">
              <a:xfrm>
                <a:off x="888" y="1331"/>
                <a:ext cx="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8" name="Group 1042"/>
            <p:cNvGrpSpPr>
              <a:grpSpLocks/>
            </p:cNvGrpSpPr>
            <p:nvPr/>
          </p:nvGrpSpPr>
          <p:grpSpPr bwMode="auto">
            <a:xfrm>
              <a:off x="5280" y="2299"/>
              <a:ext cx="248" cy="5"/>
              <a:chOff x="776" y="1331"/>
              <a:chExt cx="248" cy="5"/>
            </a:xfrm>
          </p:grpSpPr>
          <p:sp>
            <p:nvSpPr>
              <p:cNvPr id="2061" name="Line 1043"/>
              <p:cNvSpPr>
                <a:spLocks noChangeShapeType="1"/>
              </p:cNvSpPr>
              <p:nvPr/>
            </p:nvSpPr>
            <p:spPr bwMode="auto">
              <a:xfrm>
                <a:off x="776" y="1336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2" name="Line 1044"/>
              <p:cNvSpPr>
                <a:spLocks noChangeShapeType="1"/>
              </p:cNvSpPr>
              <p:nvPr/>
            </p:nvSpPr>
            <p:spPr bwMode="auto">
              <a:xfrm>
                <a:off x="888" y="1331"/>
                <a:ext cx="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59" name="Picture 1045" descr="C:\Documents and Settings\Yaakov_s\Application Data\Microsoft\Media Catalog\Downloaded Clips\cla9\j0424246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1" y="2033"/>
              <a:ext cx="382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0" name="Freeform 1046"/>
            <p:cNvSpPr>
              <a:spLocks/>
            </p:cNvSpPr>
            <p:nvPr/>
          </p:nvSpPr>
          <p:spPr bwMode="auto">
            <a:xfrm>
              <a:off x="4404" y="2318"/>
              <a:ext cx="443" cy="182"/>
            </a:xfrm>
            <a:custGeom>
              <a:avLst/>
              <a:gdLst>
                <a:gd name="T0" fmla="*/ 0 w 987"/>
                <a:gd name="T1" fmla="*/ 0 h 414"/>
                <a:gd name="T2" fmla="*/ 0 w 987"/>
                <a:gd name="T3" fmla="*/ 0 h 414"/>
                <a:gd name="T4" fmla="*/ 0 w 987"/>
                <a:gd name="T5" fmla="*/ 0 h 414"/>
                <a:gd name="T6" fmla="*/ 0 w 987"/>
                <a:gd name="T7" fmla="*/ 0 h 414"/>
                <a:gd name="T8" fmla="*/ 0 w 987"/>
                <a:gd name="T9" fmla="*/ 0 h 414"/>
                <a:gd name="T10" fmla="*/ 0 w 987"/>
                <a:gd name="T11" fmla="*/ 0 h 414"/>
                <a:gd name="T12" fmla="*/ 0 w 987"/>
                <a:gd name="T13" fmla="*/ 0 h 414"/>
                <a:gd name="T14" fmla="*/ 0 w 987"/>
                <a:gd name="T15" fmla="*/ 0 h 414"/>
                <a:gd name="T16" fmla="*/ 0 w 987"/>
                <a:gd name="T17" fmla="*/ 0 h 414"/>
                <a:gd name="T18" fmla="*/ 0 w 987"/>
                <a:gd name="T19" fmla="*/ 0 h 4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87"/>
                <a:gd name="T31" fmla="*/ 0 h 414"/>
                <a:gd name="T32" fmla="*/ 987 w 987"/>
                <a:gd name="T33" fmla="*/ 414 h 41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87" h="414">
                  <a:moveTo>
                    <a:pt x="0" y="414"/>
                  </a:moveTo>
                  <a:lnTo>
                    <a:pt x="243" y="414"/>
                  </a:lnTo>
                  <a:lnTo>
                    <a:pt x="243" y="210"/>
                  </a:lnTo>
                  <a:lnTo>
                    <a:pt x="453" y="210"/>
                  </a:lnTo>
                  <a:lnTo>
                    <a:pt x="453" y="0"/>
                  </a:lnTo>
                  <a:lnTo>
                    <a:pt x="639" y="0"/>
                  </a:lnTo>
                  <a:lnTo>
                    <a:pt x="639" y="309"/>
                  </a:lnTo>
                  <a:lnTo>
                    <a:pt x="831" y="309"/>
                  </a:lnTo>
                  <a:lnTo>
                    <a:pt x="831" y="111"/>
                  </a:lnTo>
                  <a:lnTo>
                    <a:pt x="987" y="111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317593-5EB1-3B41-B820-CCA5987EF162}"/>
                  </a:ext>
                </a:extLst>
              </p14:cNvPr>
              <p14:cNvContentPartPr/>
              <p14:nvPr/>
            </p14:nvContentPartPr>
            <p14:xfrm>
              <a:off x="60480" y="528480"/>
              <a:ext cx="8803440" cy="619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317593-5EB1-3B41-B820-CCA5987EF1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120" y="519120"/>
                <a:ext cx="8822160" cy="62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0175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95536" y="197768"/>
            <a:ext cx="8229352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Easy problem</a:t>
            </a:r>
            <a:br>
              <a:rPr lang="en-US" dirty="0"/>
            </a:br>
            <a:r>
              <a:rPr lang="en-US" dirty="0"/>
              <a:t>Impulse Response (IR)</a:t>
            </a:r>
          </a:p>
        </p:txBody>
      </p:sp>
      <p:sp>
        <p:nvSpPr>
          <p:cNvPr id="368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8900" y="1306513"/>
            <a:ext cx="9055100" cy="52959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dirty="0"/>
              <a:t>To solve the easy problem we need to decide which x signal to use</a:t>
            </a:r>
          </a:p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dirty="0"/>
              <a:t>One common choice is the </a:t>
            </a:r>
            <a:r>
              <a:rPr lang="en-US" i="1" dirty="0"/>
              <a:t>unit impulse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dirty="0"/>
              <a:t> a signal which is zero everywhere except at a particular time </a:t>
            </a:r>
            <a:r>
              <a:rPr lang="en-US" sz="1800" dirty="0"/>
              <a:t>(time zero)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dirty="0"/>
              <a:t>The response of the filter to an impulse at time zero (UI)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dirty="0"/>
              <a:t>is called the </a:t>
            </a:r>
            <a:r>
              <a:rPr lang="en-US" b="1" dirty="0"/>
              <a:t>impulse response</a:t>
            </a:r>
            <a:r>
              <a:rPr lang="en-US" dirty="0"/>
              <a:t> IR</a:t>
            </a:r>
            <a:endParaRPr lang="en-US" sz="1800" dirty="0"/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endParaRPr lang="en-US" sz="1800" dirty="0"/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endParaRPr lang="en-US" sz="1800" dirty="0"/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endParaRPr lang="en-US" sz="1800" dirty="0"/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endParaRPr lang="en-US" sz="1800" dirty="0"/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endParaRPr lang="en-US" sz="18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1800" dirty="0"/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800" dirty="0"/>
              <a:t>Since a filter is time invariant, we know the response for impulses at any time (SUI)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800" dirty="0"/>
              <a:t>Since a filter is linear, we know the response for the weighted sum of shifted impulses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800" dirty="0"/>
              <a:t>But all signals can be expressed as weighted sum of SUIs 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800" dirty="0"/>
              <a:t>SUIs are a </a:t>
            </a:r>
            <a:r>
              <a:rPr lang="en-US" sz="1800" i="1" dirty="0"/>
              <a:t>basis </a:t>
            </a:r>
            <a:r>
              <a:rPr lang="en-US" sz="1800" dirty="0"/>
              <a:t>that induces the </a:t>
            </a:r>
            <a:r>
              <a:rPr lang="en-US" sz="1800" i="1" dirty="0"/>
              <a:t>time representation</a:t>
            </a:r>
            <a:endParaRPr lang="en-US" sz="1800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1800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800" dirty="0"/>
              <a:t>So knowing the IR is sufficient to predict the output of a filter for </a:t>
            </a:r>
            <a:r>
              <a:rPr lang="en-US" sz="1800" i="1" dirty="0"/>
              <a:t>any</a:t>
            </a:r>
            <a:r>
              <a:rPr lang="en-US" sz="1800" dirty="0"/>
              <a:t> input signal x</a:t>
            </a:r>
          </a:p>
        </p:txBody>
      </p:sp>
      <p:sp>
        <p:nvSpPr>
          <p:cNvPr id="36869" name="Rectangle 1028"/>
          <p:cNvSpPr>
            <a:spLocks noChangeArrowheads="1"/>
          </p:cNvSpPr>
          <p:nvPr/>
        </p:nvSpPr>
        <p:spPr bwMode="auto">
          <a:xfrm>
            <a:off x="3098800" y="3263900"/>
            <a:ext cx="1473200" cy="1104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870" name="Group 1029"/>
          <p:cNvGrpSpPr>
            <a:grpSpLocks/>
          </p:cNvGrpSpPr>
          <p:nvPr/>
        </p:nvGrpSpPr>
        <p:grpSpPr bwMode="auto">
          <a:xfrm>
            <a:off x="2705100" y="3789363"/>
            <a:ext cx="393700" cy="7937"/>
            <a:chOff x="776" y="1331"/>
            <a:chExt cx="248" cy="5"/>
          </a:xfrm>
        </p:grpSpPr>
        <p:sp>
          <p:nvSpPr>
            <p:cNvPr id="36882" name="Line 1030"/>
            <p:cNvSpPr>
              <a:spLocks noChangeShapeType="1"/>
            </p:cNvSpPr>
            <p:nvPr/>
          </p:nvSpPr>
          <p:spPr bwMode="auto">
            <a:xfrm>
              <a:off x="776" y="1336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1031"/>
            <p:cNvSpPr>
              <a:spLocks noChangeShapeType="1"/>
            </p:cNvSpPr>
            <p:nvPr/>
          </p:nvSpPr>
          <p:spPr bwMode="auto">
            <a:xfrm>
              <a:off x="888" y="1331"/>
              <a:ext cx="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871" name="Group 1032"/>
          <p:cNvGrpSpPr>
            <a:grpSpLocks/>
          </p:cNvGrpSpPr>
          <p:nvPr/>
        </p:nvGrpSpPr>
        <p:grpSpPr bwMode="auto">
          <a:xfrm>
            <a:off x="4559300" y="3789363"/>
            <a:ext cx="393700" cy="7937"/>
            <a:chOff x="776" y="1331"/>
            <a:chExt cx="248" cy="5"/>
          </a:xfrm>
        </p:grpSpPr>
        <p:sp>
          <p:nvSpPr>
            <p:cNvPr id="36880" name="Line 1033"/>
            <p:cNvSpPr>
              <a:spLocks noChangeShapeType="1"/>
            </p:cNvSpPr>
            <p:nvPr/>
          </p:nvSpPr>
          <p:spPr bwMode="auto">
            <a:xfrm>
              <a:off x="776" y="1336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1034"/>
            <p:cNvSpPr>
              <a:spLocks noChangeShapeType="1"/>
            </p:cNvSpPr>
            <p:nvPr/>
          </p:nvSpPr>
          <p:spPr bwMode="auto">
            <a:xfrm>
              <a:off x="888" y="1331"/>
              <a:ext cx="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872" name="Group 1035"/>
          <p:cNvGrpSpPr>
            <a:grpSpLocks/>
          </p:cNvGrpSpPr>
          <p:nvPr/>
        </p:nvGrpSpPr>
        <p:grpSpPr bwMode="auto">
          <a:xfrm>
            <a:off x="685800" y="3289300"/>
            <a:ext cx="1879600" cy="757238"/>
            <a:chOff x="928" y="3096"/>
            <a:chExt cx="1184" cy="477"/>
          </a:xfrm>
        </p:grpSpPr>
        <p:sp>
          <p:nvSpPr>
            <p:cNvPr id="36877" name="Line 1036"/>
            <p:cNvSpPr>
              <a:spLocks noChangeShapeType="1"/>
            </p:cNvSpPr>
            <p:nvPr/>
          </p:nvSpPr>
          <p:spPr bwMode="auto">
            <a:xfrm>
              <a:off x="928" y="3416"/>
              <a:ext cx="118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Line 1037"/>
            <p:cNvSpPr>
              <a:spLocks noChangeShapeType="1"/>
            </p:cNvSpPr>
            <p:nvPr/>
          </p:nvSpPr>
          <p:spPr bwMode="auto">
            <a:xfrm flipV="1">
              <a:off x="1456" y="3096"/>
              <a:ext cx="0" cy="3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Text Box 1038"/>
            <p:cNvSpPr txBox="1">
              <a:spLocks noChangeArrowheads="1"/>
            </p:cNvSpPr>
            <p:nvPr/>
          </p:nvSpPr>
          <p:spPr bwMode="auto">
            <a:xfrm>
              <a:off x="1376" y="3400"/>
              <a:ext cx="1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/>
                <a:t>0</a:t>
              </a:r>
            </a:p>
          </p:txBody>
        </p:sp>
      </p:grpSp>
      <p:sp>
        <p:nvSpPr>
          <p:cNvPr id="36873" name="Line 1039"/>
          <p:cNvSpPr>
            <a:spLocks noChangeShapeType="1"/>
          </p:cNvSpPr>
          <p:nvPr/>
        </p:nvSpPr>
        <p:spPr bwMode="auto">
          <a:xfrm>
            <a:off x="5308600" y="3797300"/>
            <a:ext cx="1879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1040"/>
          <p:cNvSpPr>
            <a:spLocks noChangeShapeType="1"/>
          </p:cNvSpPr>
          <p:nvPr/>
        </p:nvSpPr>
        <p:spPr bwMode="auto">
          <a:xfrm flipV="1">
            <a:off x="6146800" y="3289300"/>
            <a:ext cx="0" cy="495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Text Box 1041"/>
          <p:cNvSpPr txBox="1">
            <a:spLocks noChangeArrowheads="1"/>
          </p:cNvSpPr>
          <p:nvPr/>
        </p:nvSpPr>
        <p:spPr bwMode="auto">
          <a:xfrm>
            <a:off x="6019800" y="3771900"/>
            <a:ext cx="304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0</a:t>
            </a:r>
          </a:p>
        </p:txBody>
      </p:sp>
      <p:sp>
        <p:nvSpPr>
          <p:cNvPr id="36876" name="Freeform 1042"/>
          <p:cNvSpPr>
            <a:spLocks/>
          </p:cNvSpPr>
          <p:nvPr/>
        </p:nvSpPr>
        <p:spPr bwMode="auto">
          <a:xfrm>
            <a:off x="6134100" y="3255963"/>
            <a:ext cx="723900" cy="547687"/>
          </a:xfrm>
          <a:custGeom>
            <a:avLst/>
            <a:gdLst>
              <a:gd name="T0" fmla="*/ 0 w 456"/>
              <a:gd name="T1" fmla="*/ 2147483647 h 345"/>
              <a:gd name="T2" fmla="*/ 2147483647 w 456"/>
              <a:gd name="T3" fmla="*/ 2147483647 h 345"/>
              <a:gd name="T4" fmla="*/ 2147483647 w 456"/>
              <a:gd name="T5" fmla="*/ 2147483647 h 345"/>
              <a:gd name="T6" fmla="*/ 2147483647 w 456"/>
              <a:gd name="T7" fmla="*/ 2147483647 h 345"/>
              <a:gd name="T8" fmla="*/ 2147483647 w 456"/>
              <a:gd name="T9" fmla="*/ 2147483647 h 345"/>
              <a:gd name="T10" fmla="*/ 2147483647 w 456"/>
              <a:gd name="T11" fmla="*/ 2147483647 h 345"/>
              <a:gd name="T12" fmla="*/ 2147483647 w 456"/>
              <a:gd name="T13" fmla="*/ 2147483647 h 345"/>
              <a:gd name="T14" fmla="*/ 2147483647 w 456"/>
              <a:gd name="T15" fmla="*/ 2147483647 h 345"/>
              <a:gd name="T16" fmla="*/ 2147483647 w 456"/>
              <a:gd name="T17" fmla="*/ 2147483647 h 345"/>
              <a:gd name="T18" fmla="*/ 2147483647 w 456"/>
              <a:gd name="T19" fmla="*/ 2147483647 h 345"/>
              <a:gd name="T20" fmla="*/ 2147483647 w 456"/>
              <a:gd name="T21" fmla="*/ 2147483647 h 345"/>
              <a:gd name="T22" fmla="*/ 2147483647 w 456"/>
              <a:gd name="T23" fmla="*/ 2147483647 h 345"/>
              <a:gd name="T24" fmla="*/ 2147483647 w 456"/>
              <a:gd name="T25" fmla="*/ 2147483647 h 345"/>
              <a:gd name="T26" fmla="*/ 2147483647 w 456"/>
              <a:gd name="T27" fmla="*/ 2147483647 h 345"/>
              <a:gd name="T28" fmla="*/ 2147483647 w 456"/>
              <a:gd name="T29" fmla="*/ 2147483647 h 345"/>
              <a:gd name="T30" fmla="*/ 2147483647 w 456"/>
              <a:gd name="T31" fmla="*/ 2147483647 h 345"/>
              <a:gd name="T32" fmla="*/ 2147483647 w 456"/>
              <a:gd name="T33" fmla="*/ 2147483647 h 345"/>
              <a:gd name="T34" fmla="*/ 2147483647 w 456"/>
              <a:gd name="T35" fmla="*/ 2147483647 h 345"/>
              <a:gd name="T36" fmla="*/ 2147483647 w 456"/>
              <a:gd name="T37" fmla="*/ 2147483647 h 345"/>
              <a:gd name="T38" fmla="*/ 2147483647 w 456"/>
              <a:gd name="T39" fmla="*/ 2147483647 h 345"/>
              <a:gd name="T40" fmla="*/ 2147483647 w 456"/>
              <a:gd name="T41" fmla="*/ 2147483647 h 34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456"/>
              <a:gd name="T64" fmla="*/ 0 h 345"/>
              <a:gd name="T65" fmla="*/ 456 w 456"/>
              <a:gd name="T66" fmla="*/ 345 h 34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456" h="345">
                <a:moveTo>
                  <a:pt x="0" y="21"/>
                </a:moveTo>
                <a:cubicBezTo>
                  <a:pt x="32" y="0"/>
                  <a:pt x="76" y="16"/>
                  <a:pt x="112" y="21"/>
                </a:cubicBezTo>
                <a:cubicBezTo>
                  <a:pt x="115" y="26"/>
                  <a:pt x="119" y="31"/>
                  <a:pt x="120" y="37"/>
                </a:cubicBezTo>
                <a:cubicBezTo>
                  <a:pt x="123" y="50"/>
                  <a:pt x="120" y="64"/>
                  <a:pt x="124" y="77"/>
                </a:cubicBezTo>
                <a:cubicBezTo>
                  <a:pt x="129" y="93"/>
                  <a:pt x="156" y="104"/>
                  <a:pt x="172" y="109"/>
                </a:cubicBezTo>
                <a:cubicBezTo>
                  <a:pt x="175" y="117"/>
                  <a:pt x="179" y="125"/>
                  <a:pt x="180" y="133"/>
                </a:cubicBezTo>
                <a:cubicBezTo>
                  <a:pt x="181" y="141"/>
                  <a:pt x="178" y="151"/>
                  <a:pt x="184" y="157"/>
                </a:cubicBezTo>
                <a:cubicBezTo>
                  <a:pt x="190" y="163"/>
                  <a:pt x="200" y="160"/>
                  <a:pt x="208" y="161"/>
                </a:cubicBezTo>
                <a:cubicBezTo>
                  <a:pt x="223" y="184"/>
                  <a:pt x="248" y="173"/>
                  <a:pt x="268" y="193"/>
                </a:cubicBezTo>
                <a:cubicBezTo>
                  <a:pt x="278" y="223"/>
                  <a:pt x="274" y="209"/>
                  <a:pt x="280" y="237"/>
                </a:cubicBezTo>
                <a:cubicBezTo>
                  <a:pt x="300" y="230"/>
                  <a:pt x="303" y="236"/>
                  <a:pt x="316" y="253"/>
                </a:cubicBezTo>
                <a:cubicBezTo>
                  <a:pt x="317" y="257"/>
                  <a:pt x="316" y="266"/>
                  <a:pt x="320" y="265"/>
                </a:cubicBezTo>
                <a:cubicBezTo>
                  <a:pt x="326" y="263"/>
                  <a:pt x="324" y="254"/>
                  <a:pt x="328" y="249"/>
                </a:cubicBezTo>
                <a:cubicBezTo>
                  <a:pt x="348" y="224"/>
                  <a:pt x="344" y="228"/>
                  <a:pt x="364" y="221"/>
                </a:cubicBezTo>
                <a:cubicBezTo>
                  <a:pt x="371" y="232"/>
                  <a:pt x="380" y="257"/>
                  <a:pt x="380" y="257"/>
                </a:cubicBezTo>
                <a:cubicBezTo>
                  <a:pt x="381" y="253"/>
                  <a:pt x="381" y="242"/>
                  <a:pt x="384" y="245"/>
                </a:cubicBezTo>
                <a:cubicBezTo>
                  <a:pt x="390" y="251"/>
                  <a:pt x="389" y="261"/>
                  <a:pt x="392" y="269"/>
                </a:cubicBezTo>
                <a:cubicBezTo>
                  <a:pt x="393" y="273"/>
                  <a:pt x="396" y="281"/>
                  <a:pt x="396" y="281"/>
                </a:cubicBezTo>
                <a:cubicBezTo>
                  <a:pt x="400" y="278"/>
                  <a:pt x="404" y="271"/>
                  <a:pt x="408" y="273"/>
                </a:cubicBezTo>
                <a:cubicBezTo>
                  <a:pt x="414" y="275"/>
                  <a:pt x="417" y="296"/>
                  <a:pt x="420" y="301"/>
                </a:cubicBezTo>
                <a:cubicBezTo>
                  <a:pt x="432" y="322"/>
                  <a:pt x="456" y="327"/>
                  <a:pt x="456" y="345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EB0038-5F32-884F-92C9-303244FD8E87}"/>
                  </a:ext>
                </a:extLst>
              </p14:cNvPr>
              <p14:cNvContentPartPr/>
              <p14:nvPr/>
            </p14:nvContentPartPr>
            <p14:xfrm>
              <a:off x="1335960" y="438480"/>
              <a:ext cx="7262280" cy="603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EB0038-5F32-884F-92C9-303244FD8E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6600" y="429120"/>
                <a:ext cx="7281000" cy="60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520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98238" y="188640"/>
            <a:ext cx="668655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Easy problem</a:t>
            </a:r>
            <a:br>
              <a:rPr lang="en-US" dirty="0"/>
            </a:br>
            <a:r>
              <a:rPr lang="en-US" dirty="0"/>
              <a:t>Frequency Response (FR)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" y="1306513"/>
            <a:ext cx="8902700" cy="51435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To solve the easy problem we need to decide which x signal to use</a:t>
            </a:r>
          </a:p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000" dirty="0"/>
              <a:t>One common choice is the </a:t>
            </a:r>
            <a:r>
              <a:rPr lang="en-US" sz="2000" i="1" dirty="0"/>
              <a:t>sinusoid   </a:t>
            </a:r>
            <a:r>
              <a:rPr lang="en-US" sz="2000" dirty="0" err="1"/>
              <a:t>x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dirty="0"/>
              <a:t> = sin ( 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 n )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Since filters do not create new frequencies </a:t>
            </a:r>
            <a:r>
              <a:rPr lang="en-US" sz="1800" dirty="0"/>
              <a:t>(sinusoids are </a:t>
            </a:r>
            <a:r>
              <a:rPr lang="en-US" sz="1800" i="1" dirty="0" err="1"/>
              <a:t>eigensignals</a:t>
            </a:r>
            <a:r>
              <a:rPr lang="en-US" sz="1800" dirty="0"/>
              <a:t> of filters)</a:t>
            </a:r>
            <a:endParaRPr lang="en-US" sz="2000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/>
              <a:t>the response of the filter to a </a:t>
            </a:r>
            <a:r>
              <a:rPr lang="en-US" sz="2000" dirty="0" err="1"/>
              <a:t>a</a:t>
            </a:r>
            <a:r>
              <a:rPr lang="en-US" sz="2000" dirty="0"/>
              <a:t> sinusoid of frequency </a:t>
            </a:r>
            <a:r>
              <a:rPr lang="en-US" sz="2000" dirty="0">
                <a:latin typeface="Symbol" pitchFamily="18" charset="2"/>
              </a:rPr>
              <a:t>w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en-US" sz="2000" dirty="0"/>
              <a:t>is a sinusoid of frequency 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 (or zero)  </a:t>
            </a:r>
            <a:r>
              <a:rPr lang="en-US" sz="2000" dirty="0" err="1"/>
              <a:t>y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dirty="0"/>
              <a:t> = A</a:t>
            </a:r>
            <a:r>
              <a:rPr lang="en-US" sz="2400" b="1" baseline="-25000" dirty="0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w</a:t>
            </a:r>
            <a:r>
              <a:rPr lang="en-US" sz="2000" dirty="0"/>
              <a:t> sin ( 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 n  + </a:t>
            </a:r>
            <a:r>
              <a:rPr lang="en-US" sz="2000" dirty="0" err="1">
                <a:latin typeface="Symbol" pitchFamily="18" charset="2"/>
              </a:rPr>
              <a:t>f</a:t>
            </a:r>
            <a:r>
              <a:rPr lang="en-US" sz="2400" b="1" baseline="-25000" dirty="0" err="1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w</a:t>
            </a:r>
            <a:r>
              <a:rPr lang="en-US" sz="2000" dirty="0">
                <a:latin typeface="Symbol" pitchFamily="18" charset="2"/>
              </a:rPr>
              <a:t> </a:t>
            </a:r>
            <a:r>
              <a:rPr lang="en-US" sz="2000" dirty="0"/>
              <a:t>)</a:t>
            </a:r>
            <a:endParaRPr lang="en-US" sz="18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1800" dirty="0"/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So we input all possible sinusoids </a:t>
            </a: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but remember only the </a:t>
            </a:r>
            <a:r>
              <a:rPr lang="en-US" sz="2000" b="1" dirty="0"/>
              <a:t>frequency response</a:t>
            </a:r>
            <a:r>
              <a:rPr lang="en-US" sz="1800" b="1" dirty="0"/>
              <a:t> </a:t>
            </a:r>
            <a:r>
              <a:rPr lang="en-US" sz="1800" dirty="0"/>
              <a:t>FR</a:t>
            </a:r>
          </a:p>
          <a:p>
            <a:pPr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sz="2000" dirty="0"/>
              <a:t>the gain A</a:t>
            </a:r>
            <a:r>
              <a:rPr lang="en-US" sz="2400" b="1" baseline="-25000" dirty="0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w </a:t>
            </a:r>
          </a:p>
          <a:p>
            <a:pPr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 phase shift </a:t>
            </a:r>
            <a:r>
              <a:rPr lang="en-US" sz="2000" dirty="0" err="1">
                <a:latin typeface="Symbol" pitchFamily="18" charset="2"/>
              </a:rPr>
              <a:t>f</a:t>
            </a:r>
            <a:r>
              <a:rPr lang="en-US" sz="2400" b="1" baseline="-25000" dirty="0" err="1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w</a:t>
            </a:r>
            <a:endParaRPr lang="en-US" sz="20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eaLnBrk="1" hangingPunct="1">
              <a:lnSpc>
                <a:spcPct val="2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900" dirty="0"/>
              <a:t>But all signals can be expressed as weighted sum of </a:t>
            </a:r>
            <a:r>
              <a:rPr lang="en-US" sz="1900" dirty="0" err="1"/>
              <a:t>sinsuoids</a:t>
            </a:r>
            <a:r>
              <a:rPr lang="en-US" sz="1900" dirty="0"/>
              <a:t> </a:t>
            </a: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900" i="1" dirty="0"/>
              <a:t>Fourier</a:t>
            </a:r>
            <a:r>
              <a:rPr lang="en-US" sz="1900" dirty="0"/>
              <a:t> </a:t>
            </a:r>
            <a:r>
              <a:rPr lang="en-US" sz="1900" i="1" dirty="0"/>
              <a:t>basis </a:t>
            </a:r>
            <a:r>
              <a:rPr lang="en-US" sz="1900" dirty="0"/>
              <a:t>induces the </a:t>
            </a:r>
            <a:r>
              <a:rPr lang="en-US" sz="1900" i="1" dirty="0"/>
              <a:t>frequency representation</a:t>
            </a:r>
            <a:endParaRPr lang="en-US" sz="1900" dirty="0"/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1900" dirty="0"/>
              <a:t>So knowing the FR is sufficient to predict the output of a filter for </a:t>
            </a:r>
            <a:r>
              <a:rPr lang="en-US" sz="1900" i="1" dirty="0"/>
              <a:t>any</a:t>
            </a:r>
            <a:r>
              <a:rPr lang="en-US" sz="1900" dirty="0"/>
              <a:t> input x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7023100" y="2832100"/>
            <a:ext cx="80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37894" name="Group 5"/>
          <p:cNvGrpSpPr>
            <a:grpSpLocks/>
          </p:cNvGrpSpPr>
          <p:nvPr/>
        </p:nvGrpSpPr>
        <p:grpSpPr bwMode="auto">
          <a:xfrm>
            <a:off x="6527800" y="3371850"/>
            <a:ext cx="1511300" cy="1530350"/>
            <a:chOff x="4152" y="2164"/>
            <a:chExt cx="952" cy="964"/>
          </a:xfrm>
        </p:grpSpPr>
        <p:sp>
          <p:nvSpPr>
            <p:cNvPr id="37896" name="Line 6"/>
            <p:cNvSpPr>
              <a:spLocks noChangeShapeType="1"/>
            </p:cNvSpPr>
            <p:nvPr/>
          </p:nvSpPr>
          <p:spPr bwMode="auto">
            <a:xfrm>
              <a:off x="4168" y="2464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7" name="Line 7"/>
            <p:cNvSpPr>
              <a:spLocks noChangeShapeType="1"/>
            </p:cNvSpPr>
            <p:nvPr/>
          </p:nvSpPr>
          <p:spPr bwMode="auto">
            <a:xfrm>
              <a:off x="4424" y="2328"/>
              <a:ext cx="0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8" name="Line 8"/>
            <p:cNvSpPr>
              <a:spLocks noChangeShapeType="1"/>
            </p:cNvSpPr>
            <p:nvPr/>
          </p:nvSpPr>
          <p:spPr bwMode="auto">
            <a:xfrm>
              <a:off x="4768" y="2328"/>
              <a:ext cx="0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9" name="Text Box 9"/>
            <p:cNvSpPr txBox="1">
              <a:spLocks noChangeArrowheads="1"/>
            </p:cNvSpPr>
            <p:nvPr/>
          </p:nvSpPr>
          <p:spPr bwMode="auto">
            <a:xfrm>
              <a:off x="4152" y="2184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>
                  <a:latin typeface="Symbol" pitchFamily="18" charset="2"/>
                </a:rPr>
                <a:t>w</a:t>
              </a:r>
            </a:p>
          </p:txBody>
        </p:sp>
        <p:sp>
          <p:nvSpPr>
            <p:cNvPr id="37900" name="Text Box 10"/>
            <p:cNvSpPr txBox="1">
              <a:spLocks noChangeArrowheads="1"/>
            </p:cNvSpPr>
            <p:nvPr/>
          </p:nvSpPr>
          <p:spPr bwMode="auto">
            <a:xfrm>
              <a:off x="4510" y="2164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01" name="Text Box 11"/>
            <p:cNvSpPr txBox="1">
              <a:spLocks noChangeArrowheads="1"/>
            </p:cNvSpPr>
            <p:nvPr/>
          </p:nvSpPr>
          <p:spPr bwMode="auto">
            <a:xfrm>
              <a:off x="4448" y="2224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A</a:t>
              </a:r>
              <a:r>
                <a:rPr lang="en-US" sz="2400" baseline="-25000">
                  <a:latin typeface="Symbol" pitchFamily="18" charset="2"/>
                  <a:ea typeface="Arial Unicode MS" pitchFamily="34" charset="-128"/>
                  <a:cs typeface="Arial Unicode MS" pitchFamily="34" charset="-128"/>
                </a:rPr>
                <a:t>w</a:t>
              </a:r>
            </a:p>
          </p:txBody>
        </p:sp>
        <p:sp>
          <p:nvSpPr>
            <p:cNvPr id="37902" name="Text Box 12"/>
            <p:cNvSpPr txBox="1">
              <a:spLocks noChangeArrowheads="1"/>
            </p:cNvSpPr>
            <p:nvPr/>
          </p:nvSpPr>
          <p:spPr bwMode="auto">
            <a:xfrm>
              <a:off x="4760" y="2200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Symbol" pitchFamily="18" charset="2"/>
                  <a:cs typeface="Arial" charset="0"/>
                </a:rPr>
                <a:t>f</a:t>
              </a:r>
              <a:r>
                <a:rPr lang="en-US" sz="2400" baseline="-25000">
                  <a:latin typeface="Symbol" pitchFamily="18" charset="2"/>
                  <a:ea typeface="Arial Unicode MS" pitchFamily="34" charset="-128"/>
                  <a:cs typeface="Arial Unicode MS" pitchFamily="34" charset="-128"/>
                </a:rPr>
                <a:t>w</a:t>
              </a:r>
            </a:p>
          </p:txBody>
        </p:sp>
      </p:grpSp>
      <p:pic>
        <p:nvPicPr>
          <p:cNvPr id="37895" name="Picture 13" descr="C:\Documents and Settings\Yaakov_s\My Documents\My Pictures\Fouri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613" y="4505325"/>
            <a:ext cx="1169987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87C68D-5116-6944-9C5A-5338975AC3E1}"/>
                  </a:ext>
                </a:extLst>
              </p14:cNvPr>
              <p14:cNvContentPartPr/>
              <p14:nvPr/>
            </p14:nvContentPartPr>
            <p14:xfrm>
              <a:off x="221760" y="1207800"/>
              <a:ext cx="8162640" cy="514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87C68D-5116-6944-9C5A-5338975AC3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400" y="1198440"/>
                <a:ext cx="8181360" cy="51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040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0496" y="269776"/>
            <a:ext cx="8131944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Hard problem               </a:t>
            </a:r>
            <a:br>
              <a:rPr lang="en-US" sz="2800" dirty="0"/>
            </a:br>
            <a:r>
              <a:rPr lang="en-US" sz="2800" dirty="0"/>
              <a:t>Wiener-</a:t>
            </a:r>
            <a:r>
              <a:rPr lang="en-US" sz="2800" dirty="0" err="1"/>
              <a:t>Hopf</a:t>
            </a:r>
            <a:r>
              <a:rPr lang="en-US" sz="2800" dirty="0"/>
              <a:t> equations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196752"/>
            <a:ext cx="8699500" cy="5486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000" dirty="0"/>
              <a:t>Assume that the unknown system is an </a:t>
            </a:r>
            <a:r>
              <a:rPr lang="en-US" sz="2000" b="1" dirty="0"/>
              <a:t>MA</a:t>
            </a:r>
            <a:r>
              <a:rPr lang="en-US" sz="2000" dirty="0"/>
              <a:t> with 3 coefficients</a:t>
            </a: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Then we can write three equations for three unknown coefficients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/>
              <a:t>(note - we need to observe 5 </a:t>
            </a:r>
            <a:r>
              <a:rPr lang="en-US" sz="2000" b="1" dirty="0"/>
              <a:t>x</a:t>
            </a:r>
            <a:r>
              <a:rPr lang="en-US" sz="2000" dirty="0"/>
              <a:t> and 3 </a:t>
            </a:r>
            <a:r>
              <a:rPr lang="en-US" sz="2000" b="1" dirty="0"/>
              <a:t>y</a:t>
            </a:r>
            <a:r>
              <a:rPr lang="en-US" sz="2000" dirty="0"/>
              <a:t> 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000" dirty="0"/>
              <a:t>in matrix form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000" dirty="0"/>
              <a:t>The matrix has </a:t>
            </a:r>
            <a:r>
              <a:rPr lang="en-US" sz="2000" dirty="0" err="1"/>
              <a:t>Toeplitz</a:t>
            </a:r>
            <a:r>
              <a:rPr lang="en-US" sz="2000" dirty="0"/>
              <a:t> form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which means it can be readily inverted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000" dirty="0"/>
              <a:t>Note - WH equations are never written this way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instead use correlations</a:t>
            </a:r>
          </a:p>
        </p:txBody>
      </p:sp>
      <p:pic>
        <p:nvPicPr>
          <p:cNvPr id="38917" name="Picture 4" descr="C:\Documents and Settings\Yaakov_s\Desktop\untit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63" y="1892300"/>
            <a:ext cx="4084637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5" descr="C:\Documents and Settings\Yaakov_s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4002088"/>
            <a:ext cx="4837113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6" descr="C:\Documents and Settings\Yaakov_s\My Documents\lectures\DSP\Toeplitz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910013"/>
            <a:ext cx="1536700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Picture 7" descr="C:\Documents and Settings\Yaakov_s\My Documents\lectures\DSP\Norbert_Wiene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675" y="1946275"/>
            <a:ext cx="168275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086A0A-BDE1-C843-A498-89E9DA223E2D}"/>
                  </a:ext>
                </a:extLst>
              </p14:cNvPr>
              <p14:cNvContentPartPr/>
              <p14:nvPr/>
            </p14:nvContentPartPr>
            <p14:xfrm>
              <a:off x="2221200" y="1951560"/>
              <a:ext cx="3655800" cy="1617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086A0A-BDE1-C843-A498-89E9DA223E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1840" y="1942200"/>
                <a:ext cx="3674520" cy="163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347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229352" cy="94585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Hard problem                      </a:t>
            </a:r>
            <a:br>
              <a:rPr lang="en-US" sz="2800" dirty="0"/>
            </a:br>
            <a:r>
              <a:rPr lang="en-US" sz="2800" dirty="0"/>
              <a:t>Yule-Walker equations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231900"/>
            <a:ext cx="8458200" cy="5207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Assume that the unknown system is an </a:t>
            </a:r>
            <a:r>
              <a:rPr lang="en-US" sz="2000" b="1" dirty="0"/>
              <a:t>IIR</a:t>
            </a:r>
            <a:r>
              <a:rPr lang="en-US" sz="2000" dirty="0"/>
              <a:t> with 3 coefficients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Then we can write three equations for three unknown coefficients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(note - need to observe 3 </a:t>
            </a:r>
            <a:r>
              <a:rPr lang="en-US" sz="2000" b="1" dirty="0"/>
              <a:t>x</a:t>
            </a:r>
            <a:r>
              <a:rPr lang="en-US" sz="2000" dirty="0"/>
              <a:t> and 5 </a:t>
            </a:r>
            <a:r>
              <a:rPr lang="en-US" sz="2000" b="1" dirty="0"/>
              <a:t>y</a:t>
            </a:r>
            <a:r>
              <a:rPr lang="en-US" sz="2000" dirty="0"/>
              <a:t>)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in matrix form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The matrix also has </a:t>
            </a:r>
            <a:r>
              <a:rPr lang="en-US" sz="2000" dirty="0" err="1"/>
              <a:t>Toeplitz</a:t>
            </a:r>
            <a:r>
              <a:rPr lang="en-US" sz="2000" dirty="0"/>
              <a:t> form</a:t>
            </a: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This is the basis of Levinson-Durbin equations for LPC modeling</a:t>
            </a:r>
          </a:p>
          <a:p>
            <a:pPr eaLnBrk="1" hangingPunct="1">
              <a:lnSpc>
                <a:spcPct val="14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Note - YW equations are never written this way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instead use correlations</a:t>
            </a:r>
          </a:p>
        </p:txBody>
      </p:sp>
      <p:pic>
        <p:nvPicPr>
          <p:cNvPr id="39941" name="Picture 4" descr="C:\Documents and Settings\Yaakov_s\Desktop\untit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1798638"/>
            <a:ext cx="44735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5" descr="C:\Documents and Settings\Yaakov_s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3829050"/>
            <a:ext cx="548957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3" name="Picture 6" descr="C:\Documents and Settings\Yaakov_s\My Documents\lectures\DSP\Yu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2165350"/>
            <a:ext cx="14859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EC65A6-1356-7741-A1E7-063588BC2387}"/>
                  </a:ext>
                </a:extLst>
              </p14:cNvPr>
              <p14:cNvContentPartPr/>
              <p14:nvPr/>
            </p14:nvContentPartPr>
            <p14:xfrm>
              <a:off x="3178800" y="513000"/>
              <a:ext cx="4807080" cy="3451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EC65A6-1356-7741-A1E7-063588BC23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9440" y="503640"/>
                <a:ext cx="4825800" cy="347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853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Functions for Difference Equations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Ideal systems are conceptually useful but not implementable</a:t>
            </a:r>
          </a:p>
          <a:p>
            <a:r>
              <a:rPr lang="en-US"/>
              <a:t>Constant-coefficient difference equations are </a:t>
            </a:r>
          </a:p>
          <a:p>
            <a:pPr lvl="1"/>
            <a:r>
              <a:rPr lang="en-US"/>
              <a:t>general to represent most useful systems</a:t>
            </a:r>
          </a:p>
          <a:p>
            <a:pPr lvl="1"/>
            <a:r>
              <a:rPr lang="en-US"/>
              <a:t>Implementable</a:t>
            </a:r>
          </a:p>
          <a:p>
            <a:pPr lvl="1"/>
            <a:r>
              <a:rPr lang="en-US"/>
              <a:t>LTI and causal with zero initial conditions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z-transform is useful in analyzing difference equations</a:t>
            </a:r>
          </a:p>
          <a:p>
            <a:r>
              <a:rPr lang="en-US"/>
              <a:t>Let’s take the z-transform of both sides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370557"/>
              </p:ext>
            </p:extLst>
          </p:nvPr>
        </p:nvGraphicFramePr>
        <p:xfrm>
          <a:off x="2892425" y="2958207"/>
          <a:ext cx="338296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" name="Equation" r:id="rId3" imgW="1917360" imgH="431640" progId="Equation.3">
                  <p:embed/>
                </p:oleObj>
              </mc:Choice>
              <mc:Fallback>
                <p:oleObj name="Equation" r:id="rId3" imgW="1917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2958207"/>
                        <a:ext cx="338296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940804"/>
              </p:ext>
            </p:extLst>
          </p:nvPr>
        </p:nvGraphicFramePr>
        <p:xfrm>
          <a:off x="2633663" y="4558754"/>
          <a:ext cx="3806825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" name="Equation" r:id="rId5" imgW="2158920" imgH="914400" progId="Equation.3">
                  <p:embed/>
                </p:oleObj>
              </mc:Choice>
              <mc:Fallback>
                <p:oleObj name="Equation" r:id="rId5" imgW="21589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4558754"/>
                        <a:ext cx="3806825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967044-3E2F-4D4F-935F-11CA29E06046}"/>
                  </a:ext>
                </a:extLst>
              </p14:cNvPr>
              <p14:cNvContentPartPr/>
              <p14:nvPr/>
            </p14:nvContentPartPr>
            <p14:xfrm>
              <a:off x="1251000" y="1606680"/>
              <a:ext cx="7736400" cy="512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967044-3E2F-4D4F-935F-11CA29E060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1640" y="1597320"/>
                <a:ext cx="7755120" cy="514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370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Function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Systems described as difference equations have system functions of the form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104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541856"/>
              </p:ext>
            </p:extLst>
          </p:nvPr>
        </p:nvGraphicFramePr>
        <p:xfrm>
          <a:off x="1865313" y="1597347"/>
          <a:ext cx="5307012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2" name="Equation" r:id="rId3" imgW="3009600" imgH="838080" progId="Equation.3">
                  <p:embed/>
                </p:oleObj>
              </mc:Choice>
              <mc:Fallback>
                <p:oleObj name="Equation" r:id="rId3" imgW="3009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1597347"/>
                        <a:ext cx="5307012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866661"/>
              </p:ext>
            </p:extLst>
          </p:nvPr>
        </p:nvGraphicFramePr>
        <p:xfrm>
          <a:off x="963613" y="3567261"/>
          <a:ext cx="669607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3" name="Equation" r:id="rId5" imgW="3797280" imgH="698400" progId="Equation.3">
                  <p:embed/>
                </p:oleObj>
              </mc:Choice>
              <mc:Fallback>
                <p:oleObj name="Equation" r:id="rId5" imgW="37972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3567261"/>
                        <a:ext cx="6696075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624769"/>
              </p:ext>
            </p:extLst>
          </p:nvPr>
        </p:nvGraphicFramePr>
        <p:xfrm>
          <a:off x="1063625" y="4935686"/>
          <a:ext cx="6629400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4" name="Equation" r:id="rId7" imgW="3759120" imgH="863280" progId="Equation.3">
                  <p:embed/>
                </p:oleObj>
              </mc:Choice>
              <mc:Fallback>
                <p:oleObj name="Equation" r:id="rId7" imgW="375912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4935686"/>
                        <a:ext cx="6629400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F823F2-6F10-9243-98FC-24E0D26EAF09}"/>
                  </a:ext>
                </a:extLst>
              </p14:cNvPr>
              <p14:cNvContentPartPr/>
              <p14:nvPr/>
            </p14:nvContentPartPr>
            <p14:xfrm>
              <a:off x="485280" y="485280"/>
              <a:ext cx="8658720" cy="630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F823F2-6F10-9243-98FC-24E0D26EAF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5920" y="475920"/>
                <a:ext cx="8677440" cy="63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38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Stability and Causality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05023"/>
            <a:ext cx="8610600" cy="5548313"/>
          </a:xfrm>
        </p:spPr>
        <p:txBody>
          <a:bodyPr/>
          <a:lstStyle/>
          <a:p>
            <a:r>
              <a:rPr lang="en-US" dirty="0"/>
              <a:t>A system function does not uniquely specify a system</a:t>
            </a:r>
          </a:p>
          <a:p>
            <a:pPr lvl="1"/>
            <a:r>
              <a:rPr lang="en-US" dirty="0"/>
              <a:t>Need to know the ROC</a:t>
            </a:r>
          </a:p>
          <a:p>
            <a:r>
              <a:rPr lang="en-US" dirty="0"/>
              <a:t>Properties of system gives clues about the ROC</a:t>
            </a:r>
          </a:p>
          <a:p>
            <a:r>
              <a:rPr lang="en-US" dirty="0"/>
              <a:t>Causal systems must be right sided </a:t>
            </a:r>
          </a:p>
          <a:p>
            <a:pPr lvl="1"/>
            <a:r>
              <a:rPr lang="en-US" dirty="0"/>
              <a:t>ROC is outside the outermost pole</a:t>
            </a:r>
          </a:p>
          <a:p>
            <a:r>
              <a:rPr lang="en-US" dirty="0"/>
              <a:t>Stable system requires absolute </a:t>
            </a:r>
            <a:r>
              <a:rPr lang="en-US" dirty="0" err="1"/>
              <a:t>summable</a:t>
            </a:r>
            <a:r>
              <a:rPr lang="en-US" dirty="0"/>
              <a:t> impulse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Absolute </a:t>
            </a:r>
            <a:r>
              <a:rPr lang="en-US" dirty="0" err="1"/>
              <a:t>summability</a:t>
            </a:r>
            <a:r>
              <a:rPr lang="en-US" dirty="0"/>
              <a:t> implies existence of DTFT</a:t>
            </a:r>
          </a:p>
          <a:p>
            <a:pPr lvl="1"/>
            <a:r>
              <a:rPr lang="en-US" dirty="0"/>
              <a:t>DTFT exists if unit circle is in the ROC</a:t>
            </a:r>
          </a:p>
          <a:p>
            <a:pPr lvl="1"/>
            <a:r>
              <a:rPr lang="en-US" dirty="0"/>
              <a:t>Therefore, stability implies that the ROC includes the unit circle</a:t>
            </a:r>
          </a:p>
          <a:p>
            <a:r>
              <a:rPr lang="en-US" dirty="0"/>
              <a:t>Causal AND stable systems have all poles inside unit circle</a:t>
            </a:r>
          </a:p>
          <a:p>
            <a:pPr lvl="1"/>
            <a:r>
              <a:rPr lang="en-US" dirty="0"/>
              <a:t>Causal hence the ROC is outside outermost pole</a:t>
            </a:r>
          </a:p>
          <a:p>
            <a:pPr lvl="1"/>
            <a:r>
              <a:rPr lang="en-US" dirty="0"/>
              <a:t>Stable hence unit circle included in ROC</a:t>
            </a:r>
          </a:p>
          <a:p>
            <a:pPr lvl="1"/>
            <a:r>
              <a:rPr lang="en-US" dirty="0"/>
              <a:t>This means outermost pole is inside unit circle </a:t>
            </a:r>
          </a:p>
          <a:p>
            <a:pPr lvl="1"/>
            <a:r>
              <a:rPr lang="en-US" dirty="0"/>
              <a:t>Hence all poles are inside unit circle</a:t>
            </a:r>
          </a:p>
        </p:txBody>
      </p:sp>
      <p:graphicFrame>
        <p:nvGraphicFramePr>
          <p:cNvPr id="1054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255870"/>
              </p:ext>
            </p:extLst>
          </p:nvPr>
        </p:nvGraphicFramePr>
        <p:xfrm>
          <a:off x="3773488" y="3068960"/>
          <a:ext cx="15017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0" name="Equation" r:id="rId3" imgW="850680" imgH="431640" progId="Equation.3">
                  <p:embed/>
                </p:oleObj>
              </mc:Choice>
              <mc:Fallback>
                <p:oleObj name="Equation" r:id="rId3" imgW="850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3068960"/>
                        <a:ext cx="15017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0ED963-87FF-014B-9AB4-699C96654F68}"/>
                  </a:ext>
                </a:extLst>
              </p14:cNvPr>
              <p14:cNvContentPartPr/>
              <p14:nvPr/>
            </p14:nvContentPartPr>
            <p14:xfrm>
              <a:off x="517680" y="204840"/>
              <a:ext cx="8540280" cy="660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0ED963-87FF-014B-9AB4-699C96654F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8320" y="195480"/>
                <a:ext cx="8559000" cy="662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457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consider the following LTI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System function can be written 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Three possibilities for ROC</a:t>
            </a:r>
          </a:p>
          <a:p>
            <a:pPr lvl="1"/>
            <a:r>
              <a:rPr lang="en-US" dirty="0"/>
              <a:t>If causal ROC</a:t>
            </a:r>
            <a:r>
              <a:rPr lang="en-US" baseline="-25000" dirty="0"/>
              <a:t>1 </a:t>
            </a:r>
            <a:r>
              <a:rPr lang="en-US" dirty="0"/>
              <a:t>but not stable</a:t>
            </a:r>
            <a:endParaRPr lang="en-US" baseline="-25000" dirty="0"/>
          </a:p>
          <a:p>
            <a:pPr lvl="1"/>
            <a:r>
              <a:rPr lang="en-US" dirty="0"/>
              <a:t>If stable ROC</a:t>
            </a:r>
            <a:r>
              <a:rPr lang="en-US" baseline="-25000" dirty="0"/>
              <a:t>2 </a:t>
            </a:r>
            <a:r>
              <a:rPr lang="en-US" dirty="0"/>
              <a:t>but not causal</a:t>
            </a:r>
          </a:p>
          <a:p>
            <a:pPr lvl="1"/>
            <a:r>
              <a:rPr lang="en-US" dirty="0"/>
              <a:t>If not causal neither stable ROC</a:t>
            </a:r>
            <a:r>
              <a:rPr lang="en-US" baseline="-25000" dirty="0"/>
              <a:t>3</a:t>
            </a:r>
            <a:endParaRPr lang="en-US" dirty="0"/>
          </a:p>
        </p:txBody>
      </p:sp>
      <p:graphicFrame>
        <p:nvGraphicFramePr>
          <p:cNvPr id="106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465724"/>
              </p:ext>
            </p:extLst>
          </p:nvPr>
        </p:nvGraphicFramePr>
        <p:xfrm>
          <a:off x="791145" y="1487314"/>
          <a:ext cx="385286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0" name="Equation" r:id="rId3" imgW="2184120" imgH="406080" progId="Equation.3">
                  <p:embed/>
                </p:oleObj>
              </mc:Choice>
              <mc:Fallback>
                <p:oleObj name="Equation" r:id="rId3" imgW="21841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145" y="1487314"/>
                        <a:ext cx="3852863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874713" y="2752725"/>
          <a:ext cx="327025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1" name="Equation" r:id="rId5" imgW="1854000" imgH="647640" progId="Equation.3">
                  <p:embed/>
                </p:oleObj>
              </mc:Choice>
              <mc:Fallback>
                <p:oleObj name="Equation" r:id="rId5" imgW="185400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2752725"/>
                        <a:ext cx="327025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65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1801813"/>
            <a:ext cx="3565525" cy="253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6503" name="Object 7"/>
          <p:cNvGraphicFramePr>
            <a:graphicFrameLocks noChangeAspect="1"/>
          </p:cNvGraphicFramePr>
          <p:nvPr/>
        </p:nvGraphicFramePr>
        <p:xfrm>
          <a:off x="5824538" y="4375150"/>
          <a:ext cx="2217737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2" name="Equation" r:id="rId8" imgW="1269720" imgH="1079280" progId="Equation.3">
                  <p:embed/>
                </p:oleObj>
              </mc:Choice>
              <mc:Fallback>
                <p:oleObj name="Equation" r:id="rId8" imgW="1269720" imgH="1079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4375150"/>
                        <a:ext cx="2217737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63C614-4A48-DE44-ABEF-51D64FF9A11F}"/>
                  </a:ext>
                </a:extLst>
              </p14:cNvPr>
              <p14:cNvContentPartPr/>
              <p14:nvPr/>
            </p14:nvContentPartPr>
            <p14:xfrm>
              <a:off x="614520" y="603720"/>
              <a:ext cx="7947360" cy="573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63C614-4A48-DE44-ABEF-51D64FF9A1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5160" y="594360"/>
                <a:ext cx="7966080" cy="575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30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500062"/>
            <a:ext cx="8496944" cy="336650"/>
          </a:xfrm>
        </p:spPr>
        <p:txBody>
          <a:bodyPr/>
          <a:lstStyle/>
          <a:p>
            <a:r>
              <a:rPr lang="en-US" dirty="0"/>
              <a:t>Inverse System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25214"/>
            <a:ext cx="8610600" cy="5672138"/>
          </a:xfrm>
        </p:spPr>
        <p:txBody>
          <a:bodyPr/>
          <a:lstStyle/>
          <a:p>
            <a:r>
              <a:rPr lang="en-US" sz="1800" dirty="0"/>
              <a:t>Given an LTI system H(z) the inverse system H</a:t>
            </a:r>
            <a:r>
              <a:rPr lang="en-US" sz="1800" baseline="-25000" dirty="0"/>
              <a:t>i</a:t>
            </a:r>
            <a:r>
              <a:rPr lang="en-US" sz="1800" dirty="0"/>
              <a:t>(z) is given as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cascade of a system and its inverse yields unity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If it exists, the frequency response of the inverse system is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Not all systems have an inverse: zeros cannot be inverted</a:t>
            </a:r>
          </a:p>
          <a:p>
            <a:pPr lvl="1"/>
            <a:r>
              <a:rPr lang="en-US" sz="1600" dirty="0"/>
              <a:t>Example: Ideal </a:t>
            </a:r>
            <a:r>
              <a:rPr lang="en-US" sz="1600" dirty="0" err="1"/>
              <a:t>lowpass</a:t>
            </a:r>
            <a:r>
              <a:rPr lang="en-US" sz="1600" dirty="0"/>
              <a:t> filter</a:t>
            </a:r>
          </a:p>
          <a:p>
            <a:r>
              <a:rPr lang="en-US" sz="1800" dirty="0"/>
              <a:t>The inverse of rational system functions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ROC of inverse has to overlap with ROC of original system</a:t>
            </a:r>
          </a:p>
        </p:txBody>
      </p:sp>
      <p:graphicFrame>
        <p:nvGraphicFramePr>
          <p:cNvPr id="107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813751"/>
              </p:ext>
            </p:extLst>
          </p:nvPr>
        </p:nvGraphicFramePr>
        <p:xfrm>
          <a:off x="1558925" y="2404764"/>
          <a:ext cx="2200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0" name="Equation" r:id="rId3" imgW="1333440" imgH="215640" progId="Equation.3">
                  <p:embed/>
                </p:oleObj>
              </mc:Choice>
              <mc:Fallback>
                <p:oleObj name="Equation" r:id="rId3" imgW="1333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2404764"/>
                        <a:ext cx="22002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879409"/>
              </p:ext>
            </p:extLst>
          </p:nvPr>
        </p:nvGraphicFramePr>
        <p:xfrm>
          <a:off x="3868738" y="1236364"/>
          <a:ext cx="13398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1" name="Equation" r:id="rId5" imgW="812520" imgH="431640" progId="Equation.3">
                  <p:embed/>
                </p:oleObj>
              </mc:Choice>
              <mc:Fallback>
                <p:oleObj name="Equation" r:id="rId5" imgW="812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1236364"/>
                        <a:ext cx="13398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60141"/>
              </p:ext>
            </p:extLst>
          </p:nvPr>
        </p:nvGraphicFramePr>
        <p:xfrm>
          <a:off x="4751388" y="2373014"/>
          <a:ext cx="25336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2" name="Equation" r:id="rId7" imgW="1536480" imgH="215640" progId="Equation.3">
                  <p:embed/>
                </p:oleObj>
              </mc:Choice>
              <mc:Fallback>
                <p:oleObj name="Equation" r:id="rId7" imgW="1536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2373014"/>
                        <a:ext cx="25336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751464"/>
              </p:ext>
            </p:extLst>
          </p:nvPr>
        </p:nvGraphicFramePr>
        <p:xfrm>
          <a:off x="3673475" y="3168352"/>
          <a:ext cx="17383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3" name="Equation" r:id="rId9" imgW="1054080" imgH="431640" progId="Equation.3">
                  <p:embed/>
                </p:oleObj>
              </mc:Choice>
              <mc:Fallback>
                <p:oleObj name="Equation" r:id="rId9" imgW="1054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475" y="3168352"/>
                        <a:ext cx="17383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917614"/>
              </p:ext>
            </p:extLst>
          </p:nvPr>
        </p:nvGraphicFramePr>
        <p:xfrm>
          <a:off x="1182688" y="4790777"/>
          <a:ext cx="6661150" cy="13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4" name="Equation" r:id="rId11" imgW="4038480" imgH="838080" progId="Equation.3">
                  <p:embed/>
                </p:oleObj>
              </mc:Choice>
              <mc:Fallback>
                <p:oleObj name="Equation" r:id="rId11" imgW="4038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790777"/>
                        <a:ext cx="6661150" cy="138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DC571A-B736-E441-BF65-1946576F3DE0}"/>
                  </a:ext>
                </a:extLst>
              </p14:cNvPr>
              <p14:cNvContentPartPr/>
              <p14:nvPr/>
            </p14:nvContentPartPr>
            <p14:xfrm>
              <a:off x="690120" y="1218600"/>
              <a:ext cx="8378640" cy="529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DC571A-B736-E441-BF65-1946576F3DE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0760" y="1209240"/>
                <a:ext cx="8397360" cy="531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2763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Examples: Inverse System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1: Let’s find the inverse system of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ROC of the inverse system is either</a:t>
            </a:r>
          </a:p>
          <a:p>
            <a:r>
              <a:rPr lang="en-US" dirty="0"/>
              <a:t>Only                overlaps with original ROC </a:t>
            </a:r>
          </a:p>
          <a:p>
            <a:r>
              <a:rPr lang="en-US" dirty="0"/>
              <a:t>Example 2: Let’s find the inverse system of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Again two possible ROCs</a:t>
            </a:r>
          </a:p>
          <a:p>
            <a:r>
              <a:rPr lang="en-US" dirty="0"/>
              <a:t>This time both overlap with original ROC so both are valid</a:t>
            </a:r>
          </a:p>
          <a:p>
            <a:pPr lvl="1"/>
            <a:r>
              <a:rPr lang="en-US" dirty="0"/>
              <a:t>Two valid inverses for this system</a:t>
            </a:r>
          </a:p>
          <a:p>
            <a:endParaRPr lang="en-US" dirty="0"/>
          </a:p>
        </p:txBody>
      </p:sp>
      <p:graphicFrame>
        <p:nvGraphicFramePr>
          <p:cNvPr id="108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061955"/>
              </p:ext>
            </p:extLst>
          </p:nvPr>
        </p:nvGraphicFramePr>
        <p:xfrm>
          <a:off x="781050" y="1582490"/>
          <a:ext cx="21272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4" name="Equation" r:id="rId3" imgW="1206360" imgH="419040" progId="Equation.3">
                  <p:embed/>
                </p:oleObj>
              </mc:Choice>
              <mc:Fallback>
                <p:oleObj name="Equation" r:id="rId3" imgW="1206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1582490"/>
                        <a:ext cx="21272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255776"/>
              </p:ext>
            </p:extLst>
          </p:nvPr>
        </p:nvGraphicFramePr>
        <p:xfrm>
          <a:off x="5822950" y="1582490"/>
          <a:ext cx="21939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5" name="Equation" r:id="rId5" imgW="1244520" imgH="419040" progId="Equation.3">
                  <p:embed/>
                </p:oleObj>
              </mc:Choice>
              <mc:Fallback>
                <p:oleObj name="Equation" r:id="rId5" imgW="12445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1582490"/>
                        <a:ext cx="2193925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643802"/>
              </p:ext>
            </p:extLst>
          </p:nvPr>
        </p:nvGraphicFramePr>
        <p:xfrm>
          <a:off x="5883275" y="2554040"/>
          <a:ext cx="26177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6" name="Equation" r:id="rId7" imgW="1498320" imgH="253800" progId="Equation.3">
                  <p:embed/>
                </p:oleObj>
              </mc:Choice>
              <mc:Fallback>
                <p:oleObj name="Equation" r:id="rId7" imgW="14983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2554040"/>
                        <a:ext cx="26177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08287"/>
              </p:ext>
            </p:extLst>
          </p:nvPr>
        </p:nvGraphicFramePr>
        <p:xfrm>
          <a:off x="2954338" y="1728540"/>
          <a:ext cx="27289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7" name="Equation" r:id="rId9" imgW="1562040" imgH="253800" progId="Equation.3">
                  <p:embed/>
                </p:oleObj>
              </mc:Choice>
              <mc:Fallback>
                <p:oleObj name="Equation" r:id="rId9" imgW="1562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1728540"/>
                        <a:ext cx="27289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394886"/>
              </p:ext>
            </p:extLst>
          </p:nvPr>
        </p:nvGraphicFramePr>
        <p:xfrm>
          <a:off x="1331640" y="2986088"/>
          <a:ext cx="10429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8" name="Equation" r:id="rId11" imgW="596880" imgH="253800" progId="Equation.3">
                  <p:embed/>
                </p:oleObj>
              </mc:Choice>
              <mc:Fallback>
                <p:oleObj name="Equation" r:id="rId11" imgW="596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986088"/>
                        <a:ext cx="10429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281388"/>
              </p:ext>
            </p:extLst>
          </p:nvPr>
        </p:nvGraphicFramePr>
        <p:xfrm>
          <a:off x="857250" y="3906813"/>
          <a:ext cx="21272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9" name="Equation" r:id="rId13" imgW="1206360" imgH="419040" progId="Equation.3">
                  <p:embed/>
                </p:oleObj>
              </mc:Choice>
              <mc:Fallback>
                <p:oleObj name="Equation" r:id="rId13" imgW="1206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906813"/>
                        <a:ext cx="21272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647081"/>
              </p:ext>
            </p:extLst>
          </p:nvPr>
        </p:nvGraphicFramePr>
        <p:xfrm>
          <a:off x="6010275" y="3906838"/>
          <a:ext cx="19700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40" name="Equation" r:id="rId15" imgW="1117440" imgH="419040" progId="Equation.3">
                  <p:embed/>
                </p:oleObj>
              </mc:Choice>
              <mc:Fallback>
                <p:oleObj name="Equation" r:id="rId15" imgW="1117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3906838"/>
                        <a:ext cx="1970088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290524"/>
              </p:ext>
            </p:extLst>
          </p:nvPr>
        </p:nvGraphicFramePr>
        <p:xfrm>
          <a:off x="3030538" y="4052863"/>
          <a:ext cx="27289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41" name="Equation" r:id="rId17" imgW="1562040" imgH="253800" progId="Equation.3">
                  <p:embed/>
                </p:oleObj>
              </mc:Choice>
              <mc:Fallback>
                <p:oleObj name="Equation" r:id="rId17" imgW="1562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4052863"/>
                        <a:ext cx="27289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940450"/>
              </p:ext>
            </p:extLst>
          </p:nvPr>
        </p:nvGraphicFramePr>
        <p:xfrm>
          <a:off x="4287838" y="4786288"/>
          <a:ext cx="20843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42" name="Equation" r:id="rId18" imgW="1193760" imgH="253800" progId="Equation.3">
                  <p:embed/>
                </p:oleObj>
              </mc:Choice>
              <mc:Fallback>
                <p:oleObj name="Equation" r:id="rId18" imgW="1193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8" y="4786288"/>
                        <a:ext cx="20843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225440"/>
              </p:ext>
            </p:extLst>
          </p:nvPr>
        </p:nvGraphicFramePr>
        <p:xfrm>
          <a:off x="2255937" y="5805264"/>
          <a:ext cx="43322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43" name="Equation" r:id="rId20" imgW="2628720" imgH="558720" progId="Equation.3">
                  <p:embed/>
                </p:oleObj>
              </mc:Choice>
              <mc:Fallback>
                <p:oleObj name="Equation" r:id="rId20" imgW="262872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937" y="5805264"/>
                        <a:ext cx="43322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753F82-A55B-7E43-86F9-5256F2FABEA9}"/>
                  </a:ext>
                </a:extLst>
              </p14:cNvPr>
              <p14:cNvContentPartPr/>
              <p14:nvPr/>
            </p14:nvContentPartPr>
            <p14:xfrm>
              <a:off x="624960" y="765720"/>
              <a:ext cx="8422200" cy="584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753F82-A55B-7E43-86F9-5256F2FABEA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5600" y="756360"/>
                <a:ext cx="8440920" cy="58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07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BIPG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3642</TotalTime>
  <Words>1007</Words>
  <Application>Microsoft Macintosh PowerPoint</Application>
  <PresentationFormat>On-screen Show (4:3)</PresentationFormat>
  <Paragraphs>205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 Unicode MS</vt:lpstr>
      <vt:lpstr>Arial</vt:lpstr>
      <vt:lpstr>Symbol</vt:lpstr>
      <vt:lpstr>Times New Roman</vt:lpstr>
      <vt:lpstr>Wingdings</vt:lpstr>
      <vt:lpstr>UBIPG</vt:lpstr>
      <vt:lpstr>Equation</vt:lpstr>
      <vt:lpstr>Clip</vt:lpstr>
      <vt:lpstr>DSP: Systems Identification</vt:lpstr>
      <vt:lpstr>Quick Review of LTI Systems</vt:lpstr>
      <vt:lpstr>System identification</vt:lpstr>
      <vt:lpstr>Filter identification</vt:lpstr>
      <vt:lpstr>Easy problem Impulse Response (IR)</vt:lpstr>
      <vt:lpstr>Easy problem Frequency Response (FR)</vt:lpstr>
      <vt:lpstr>Hard problem                Wiener-Hopf equations</vt:lpstr>
      <vt:lpstr>Hard problem                       Yule-Walker equations</vt:lpstr>
      <vt:lpstr>System Functions for Difference Equations</vt:lpstr>
      <vt:lpstr>System Function</vt:lpstr>
      <vt:lpstr>Stability and Causality</vt:lpstr>
      <vt:lpstr>Example</vt:lpstr>
      <vt:lpstr>Inverse System</vt:lpstr>
      <vt:lpstr>Examples: Inverse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DSP: Systems</dc:title>
  <dc:creator>irwan gunawan</dc:creator>
  <cp:lastModifiedBy>Microsoft Office User</cp:lastModifiedBy>
  <cp:revision>57</cp:revision>
  <dcterms:created xsi:type="dcterms:W3CDTF">2012-10-08T07:04:23Z</dcterms:created>
  <dcterms:modified xsi:type="dcterms:W3CDTF">2021-07-06T08:53:39Z</dcterms:modified>
</cp:coreProperties>
</file>