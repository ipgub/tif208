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1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notesSlides/notesSlide2.xml" ContentType="application/vnd.openxmlformats-officedocument.presentationml.notesSlide+xml"/>
  <Override PartName="/ppt/ink/ink23.xml" ContentType="application/inkml+xml"/>
  <Override PartName="/ppt/notesSlides/notesSlide3.xml" ContentType="application/vnd.openxmlformats-officedocument.presentationml.notesSlide+xml"/>
  <Override PartName="/ppt/ink/ink24.xml" ContentType="application/inkml+xml"/>
  <Override PartName="/ppt/notesSlides/notesSlide4.xml" ContentType="application/vnd.openxmlformats-officedocument.presentationml.notesSlide+xml"/>
  <Override PartName="/ppt/ink/ink25.xml" ContentType="application/inkml+xml"/>
  <Override PartName="/ppt/notesSlides/notesSlide5.xml" ContentType="application/vnd.openxmlformats-officedocument.presentationml.notesSlide+xml"/>
  <Override PartName="/ppt/ink/ink26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27.xml" ContentType="application/inkml+xml"/>
  <Override PartName="/ppt/ink/ink28.xml" ContentType="application/inkml+xml"/>
  <Override PartName="/ppt/ink/ink29.xml" ContentType="application/inkml+xml"/>
  <Override PartName="/ppt/notesSlides/notesSlide8.xml" ContentType="application/vnd.openxmlformats-officedocument.presentationml.notesSlide+xml"/>
  <Override PartName="/ppt/ink/ink30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5" r:id="rId1"/>
  </p:sldMasterIdLst>
  <p:notesMasterIdLst>
    <p:notesMasterId r:id="rId51"/>
  </p:notesMasterIdLst>
  <p:handoutMasterIdLst>
    <p:handoutMasterId r:id="rId52"/>
  </p:handoutMasterIdLst>
  <p:sldIdLst>
    <p:sldId id="456" r:id="rId2"/>
    <p:sldId id="556" r:id="rId3"/>
    <p:sldId id="511" r:id="rId4"/>
    <p:sldId id="512" r:id="rId5"/>
    <p:sldId id="513" r:id="rId6"/>
    <p:sldId id="523" r:id="rId7"/>
    <p:sldId id="514" r:id="rId8"/>
    <p:sldId id="515" r:id="rId9"/>
    <p:sldId id="516" r:id="rId10"/>
    <p:sldId id="517" r:id="rId11"/>
    <p:sldId id="518" r:id="rId12"/>
    <p:sldId id="519" r:id="rId13"/>
    <p:sldId id="520" r:id="rId14"/>
    <p:sldId id="521" r:id="rId15"/>
    <p:sldId id="522" r:id="rId16"/>
    <p:sldId id="532" r:id="rId17"/>
    <p:sldId id="524" r:id="rId18"/>
    <p:sldId id="525" r:id="rId19"/>
    <p:sldId id="526" r:id="rId20"/>
    <p:sldId id="527" r:id="rId21"/>
    <p:sldId id="528" r:id="rId22"/>
    <p:sldId id="529" r:id="rId23"/>
    <p:sldId id="530" r:id="rId24"/>
    <p:sldId id="531" r:id="rId25"/>
    <p:sldId id="533" r:id="rId26"/>
    <p:sldId id="534" r:id="rId27"/>
    <p:sldId id="538" r:id="rId28"/>
    <p:sldId id="535" r:id="rId29"/>
    <p:sldId id="536" r:id="rId30"/>
    <p:sldId id="537" r:id="rId31"/>
    <p:sldId id="539" r:id="rId32"/>
    <p:sldId id="540" r:id="rId33"/>
    <p:sldId id="541" r:id="rId34"/>
    <p:sldId id="542" r:id="rId35"/>
    <p:sldId id="543" r:id="rId36"/>
    <p:sldId id="544" r:id="rId37"/>
    <p:sldId id="545" r:id="rId38"/>
    <p:sldId id="546" r:id="rId39"/>
    <p:sldId id="547" r:id="rId40"/>
    <p:sldId id="548" r:id="rId41"/>
    <p:sldId id="549" r:id="rId42"/>
    <p:sldId id="550" r:id="rId43"/>
    <p:sldId id="551" r:id="rId44"/>
    <p:sldId id="552" r:id="rId45"/>
    <p:sldId id="553" r:id="rId46"/>
    <p:sldId id="555" r:id="rId47"/>
    <p:sldId id="554" r:id="rId48"/>
    <p:sldId id="509" r:id="rId49"/>
    <p:sldId id="510" r:id="rId5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9494C9"/>
    <a:srgbClr val="0000FF"/>
    <a:srgbClr val="FF33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33" autoAdjust="0"/>
    <p:restoredTop sz="94660"/>
  </p:normalViewPr>
  <p:slideViewPr>
    <p:cSldViewPr>
      <p:cViewPr varScale="1">
        <p:scale>
          <a:sx n="130" d="100"/>
          <a:sy n="130" d="100"/>
        </p:scale>
        <p:origin x="116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2.wmf"/><Relationship Id="rId1" Type="http://schemas.openxmlformats.org/officeDocument/2006/relationships/image" Target="../media/image81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2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92.wmf"/><Relationship Id="rId1" Type="http://schemas.openxmlformats.org/officeDocument/2006/relationships/image" Target="../media/image91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95.wmf"/><Relationship Id="rId1" Type="http://schemas.openxmlformats.org/officeDocument/2006/relationships/image" Target="../media/image94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97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Relationship Id="rId4" Type="http://schemas.openxmlformats.org/officeDocument/2006/relationships/image" Target="../media/image101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wmf"/><Relationship Id="rId1" Type="http://schemas.openxmlformats.org/officeDocument/2006/relationships/image" Target="../media/image102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wmf"/><Relationship Id="rId1" Type="http://schemas.openxmlformats.org/officeDocument/2006/relationships/image" Target="../media/image105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wmf"/><Relationship Id="rId1" Type="http://schemas.openxmlformats.org/officeDocument/2006/relationships/image" Target="../media/image111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wmf"/><Relationship Id="rId1" Type="http://schemas.openxmlformats.org/officeDocument/2006/relationships/image" Target="../media/image114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2" Type="http://schemas.openxmlformats.org/officeDocument/2006/relationships/image" Target="../media/image118.wmf"/><Relationship Id="rId1" Type="http://schemas.openxmlformats.org/officeDocument/2006/relationships/image" Target="../media/image117.wmf"/><Relationship Id="rId4" Type="http://schemas.openxmlformats.org/officeDocument/2006/relationships/image" Target="../media/image120.w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wmf"/><Relationship Id="rId1" Type="http://schemas.openxmlformats.org/officeDocument/2006/relationships/image" Target="../media/image121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Relationship Id="rId6" Type="http://schemas.openxmlformats.org/officeDocument/2006/relationships/image" Target="../media/image129.wmf"/><Relationship Id="rId5" Type="http://schemas.openxmlformats.org/officeDocument/2006/relationships/image" Target="../media/image128.wmf"/><Relationship Id="rId4" Type="http://schemas.openxmlformats.org/officeDocument/2006/relationships/image" Target="../media/image127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wmf"/><Relationship Id="rId2" Type="http://schemas.openxmlformats.org/officeDocument/2006/relationships/image" Target="../media/image132.wmf"/><Relationship Id="rId1" Type="http://schemas.openxmlformats.org/officeDocument/2006/relationships/image" Target="../media/image131.wmf"/><Relationship Id="rId6" Type="http://schemas.openxmlformats.org/officeDocument/2006/relationships/image" Target="../media/image136.wmf"/><Relationship Id="rId5" Type="http://schemas.openxmlformats.org/officeDocument/2006/relationships/image" Target="../media/image135.wmf"/><Relationship Id="rId4" Type="http://schemas.openxmlformats.org/officeDocument/2006/relationships/image" Target="../media/image134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wmf"/><Relationship Id="rId2" Type="http://schemas.openxmlformats.org/officeDocument/2006/relationships/image" Target="../media/image138.wmf"/><Relationship Id="rId1" Type="http://schemas.openxmlformats.org/officeDocument/2006/relationships/image" Target="../media/image13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57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57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3FB477B-E956-49D0-B976-2421B31C0FC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01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01T00:51:27.4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1700 12161 5734,'4'-2'0,"8"-5"0,-5 3 0,7-3 0,-6 4 0,-1 1 0,-1-1 0,1 2 0,6-3 0,-3 2 0,5-2 0,-4 1 0,1 0 0,-1 0 0,1-1 0,14-7 0,-14 6 0,14-6 0,-21 9 0,2-1 0,16-1 0,-13 3 0,16-2 0,-16 3 0,-1 0 0,24 0 0,-18 0 0,12 0 0,-1 0 0,-14 1 0,15-1 0,-20-1 0,-3 1 0,5-1 0,-5 0 0,2 0 0,-2-1 0,0 1 0,25-8 0,-15 6 0,30-7 0,-29 7 0,13 2 0,1 0 0,-5 1-337,1 0 0,-1 0 337,-3 1 0,0 1 0,9-1 0,-8 0 0,8-1 0,-11 0 0,9-1 0,0 0 0,1-2 0,-1 0 0,5 1 0,13-3 0,-21 2 0,-5 1 674,6-1-674,2 0 0,-7 0 0,7 0 0,1-1 0,-7 2 0,2 0 0,0-1 0,1 2 0,15-2 0,-11 0 0,-6 1 0,6-1 0,0 0 0,-6 0 0,16-3 0,-6 1 0,0-1 0,-3 1 0,0 1 0,-7 1 0,24-3 0,-22 3 0,12-2 0,0 1 0,-8 0-432,0 1 0,-1 1 432,-8 0 0,22 0 0,-16 0 0,16-1 0,-19 1 0,0-2-357,0 1 357,1-1-123,9-1 123,-7 1 0,6-1 0,-2-2 0,-7 3 0,7-2 0,0 1 0,-7 1 820,7-2-820,2 1 0,-8 2 384,8-1-384,-1 0 0,-8 1 140,8 0-140,-2 0 0,-1 0 0,1 0-441,0 0 1,-1 1 440,-8 1-312,21-2 312,-13 2 0,0-1 0,0 0 0,0-1 0,10 0 0,-9 1 0,1-1 0,2 1-420,-2 0 1,-3 0 419,-4 1 0,0 1 677,9 0-677,-7 0 0,8-1 0,3 0 0,-8-1 0,10-1 0,2-1-737,-7 0 737,10-2 0,4-1 0,-12 2 0,12-3 0,1 2 0,-12 2 0,11-2 0,-15 3 0,-2 0 0,10 0 0,5-1 0,1 1 0,-5 0 0,-7 0 0,6 0 0,-5 0 0,10-1-717,-4 0 1,-2 1 716,-5 0 0,-1 0-213,-8 1 1,1 0 212,12-2 0,-12 2 0,0 0 0,12-1 0,-10 0 0,0 1 0,16-2 0,-15 1 0,0 0 0,0 1 0,-1-1 0,16 0 0,-17 1 0,1 0 0,-1 0 0,-1 0 0,14-1 0,1-1 0,1 0 0,2 0 0,-11 1 0,2 0 0,-5 0 0,-2 0 0,17-1 0,-15 1 0,1 0 0,2 0 0,0-1 0,-8 1 0,1 0 0,10-2 0,5-1 0,-5 1 0,-5 1 0,-1-1 0,16-2 0,2 0 0,-11 1 0,-2 0 0,-8 2 0,1-1 0,7-1 0,2-1 0,-2 0 0,-1 1-107,-8 1 1,1-1 106,7-1 0,4-2 0,-4 1 0,-7 2 0,1 0 0,8-2 0,7-2 0,0 0 0,-7 2-432,-6 2 0,0-1 432,8-1 0,3-1 0,-6 2 0,3 0 1083,-2 0-1083,-11 3 0,0 0 0,11-2 0,2 1 0,4 0 0,-11 2 0,0-1 0,2 1 0,-1-1 0,-6 2 0,-3-1 0,6 2 0,-7 0 0,18 0 0,-15 1 1112,6 1-1112,2 2 0,-8-1 340,6 2-340,-1 0 0,-8-1 2443,5 1-2443,-5 0 49,-7-2-49,10 3 0,-15-4 0,3 2 0,-6-1 0,-4-1 0,1 0 0,-10-2 0,1 0 0,-18-3 0,11 0 0,-10-1 0</inkml:trace>
  <inkml:trace contextRef="#ctx0" brushRef="#br0" timeOffset="577">8769 11270 5734,'23'3'0,"-3"1"0,-5 1 0,-5-1 0,-1 2 0,-7 3 0,-3-1 0,-3 3 0,-5 4 0,0-3 0,-4 3 0,0 0 0,3-5 0,-1 4 0,0-4 0,3-1 0,-3 0 0,3-2 0,0-3 0,1 0 0</inkml:trace>
  <inkml:trace contextRef="#ctx0" brushRef="#br0" timeOffset="1468">1735 11952 5734,'-7'16'0,"3"-6"0,1 13 0,12 4 0,0-4 0,5 6 0</inkml:trace>
  <inkml:trace contextRef="#ctx0" brushRef="#br0" timeOffset="3409">8898 11765 5734,'-4'27'0,"1"-6"0,5-15 0,0-4 0,1 0 0,-1-12 0,-1 3 0,-1-6 0,1 4 0,1-3 0,0 2 0,3-3 0,21-17 0,-13 18 0,23-10 0,-26 23 0,9 12 0,-11 0 0,1 8 0,0 18 0,-3-2-297,-1-10 1,-1 0 296,1 6 0,-1 9 0,-4-22 0,-1 7 0,-1-17 0,1-3 0</inkml:trace>
  <inkml:trace contextRef="#ctx0" brushRef="#br0" timeOffset="10961">2989 10966 5734,'-4'6'0,"1"-3"0,-2 13 0,3-9 0,-3 19 0,1 4 0,2-9 0,-2 13 0,2 0 0,3-13 0,1 26 0,0 2 0,0-16-764,0 9 1,0-3 763,0-20 259,0-1-259,1 1 0,-1 0 0,4 20 0,0 3 0,-1-8 0,1 7 0,-1-2 0,0-15 0,-3-6 0,3 15 0,-3-17 0,1 6 0,0-8 0,0-3 0,0 3 0,5 24 0,-5-18 1155,5 21-1155,-5-20 0,0-5 0,0 4 0,0-2 0,-2-5 113,1 2-113,-2 2 0,1-8 0,0 5 0,-1-10 0,1 0 0,-1-1 0,0 4 0,0-4 0,1 5 0,2 1 0,-2-4 0,2 6 0,-3-6 0,0 1 0,1-4 0,0 2 0,0-3 0,1-11 0,-1 5 0,0-8 0</inkml:trace>
  <inkml:trace contextRef="#ctx0" brushRef="#br0" timeOffset="12365">3353 10304 5734,'0'9'0,"0"9"0,0-2 0,0 6 0,4 9 0,-1 2 0,1 2-1346,1 1 0,0 0 1346,-1-4 0,0-7 0,-1 1 0,2 14 0,-1-14 0,-1 1 0,1 1 0,0-2 0,3 16 0,-3-16 0,1 2-150,3 6 0,0 0 150,2 9 0,-2-10 0,-1-1 0,1 0 0,-1 0 0,1-3 0,2 12 0,-2-11 0,2 7 0,-4-12 91,3 7-91,-4-8 0,3 14 0,-4-18-114,1 5 114,-2-10 0,0 0 1190,-1-1-1190,1 1 0,0 6 0,0-4 0,1 7 0,0 8 0,-2-10 0,3 18 0,-3-21 947,0 4-947,3 17 0,-4-21 0,4 18 0,-4-26 719,2 9-719,-2-7 0,3 18 0,-2-17 0,3 22 0,-3-23 159,1 10-159,-1-16 0,-1-1 0,0-1 0,0 1 0,-1-3 0,0 1 0,0-2 0,0 0 0,0 0 0,0-1 0,1 4 0,0-1 0,0 3 0,-1-4 0,1 0 0,0-1 0,0 0 0,-1-1 0,-4-8 0,2 2 0,-4-7 0</inkml:trace>
  <inkml:trace contextRef="#ctx0" brushRef="#br0" timeOffset="14693">3831 9773 5734,'3'17'0,"2"2"0,-1 3 0,5 19 0,-4-17 0,-1 2 0,4 18 0,1 1-352,-4-14 0,1 1 352,0 12 0,1 6 0,-2-6-1367,-1-14 0,-1-1 1367,1 5 0,0 3 0,0-4 0,1 12-441,-1-10 0,2 9 0,0 1 0,0-7 441,-1-2 0,-1 0 0,2 1 0,-1 6 0,1 0 0,0-6-266,-1 2 0,0-5 266,1 13 0,-1-14 0,0 3 0,-1-4 0,2 9 0,-1-11 0,0 1 0,1 1 0,-1-3 0,3 5 16,-3-6 1,1 2-17,-2-4 0,-1-1 0,1 4 0,1 6 0,-1-1 0,0-9 0,1 11 0,-1 0 0,1-8 1124,-3-3 1,2 0-1125,2 9 0,-3-16 0,4 22 0,-5-27 0,2 17 0,-3-19 0,2 8 1819,-2-8-1819,0-4 1633,0 2-1633,0-4 0,-1-2 0,0 0 0,0 1 0,0-2 0,2 2 0,-2-2 0,1 13 0,-1-7 0,0 14 0,0-16 0,0 2 0,0-6 0,0-1 0,-3-2 0,0-1 0,-9-7 0,2 1 0,-4-5 0</inkml:trace>
  <inkml:trace contextRef="#ctx0" brushRef="#br0" timeOffset="16716">4522 10326 5734,'2'3'0,"0"0"0,-2 0 0,0 0 0,-2 1 0,1-1 0,-2 1 0,2 8 0,0-5 0,1 8 0,0-6 0,0 1 0,0 2 0,1 2 0,0 2 0,2 8 0,-1-3 0,3 7 0,-1-1 0,1 2 0,0 4-634,-1-3 0,1 1 634,-2-1 0,1 1 0,1 16 0,0-11 0,0 12 0,-2-24 0,-1 0 0,2 13 0,2 10 0,-2-15 0,1 11 0,-1-9 0,-1-6 0,0 0-748,0 4 748,1 9 0,-1-2 0,0-9 0,1 8 0,0 10 0,-1-19 0,-1 3 0,1-2 0,-2-5 0,2 11 0,-2-20 0,2 4 0,-1-4 0,2 7 0,-1-10 0,0 2 0,-1 1 1162,0-6-1162,0 5 854,1-1-854,-1-3 0,1 17 0,-1-17 0,0 11 0,-2-14 0,0-1 0,0 4 0,0-2 0,-1 3 0,0 0 0,1-4 0,1 8 0,0-8 0,0 4 0,1-4 0,-1-1 0,0 0 0,-1-2 0,0-2 0,0 1 0,0-1 0,1-3 0,-2-3 0,-4-4 0,-3-1 0,-4-3 0,1 2 0</inkml:trace>
  <inkml:trace contextRef="#ctx0" brushRef="#br0" timeOffset="17707">5170 10677 5734,'-2'10'0,"1"0"0,1 13 0,1-6 0,1 23 0,1-3 0,2-3 0,-1 1-1560,0-10 0,-1 0 1560,2 8 0,0-1 0,0 6 741,1 0-741,-1 0 0,0 0 0,-2-14 0,1 0 0,0 10 0,2 4 0,-1-2-694,1 0 1,1-1 693,-1 1 0,0 0 0,0-7 0,-1-1-634,5 15 634,-5-15 0,3 10 900,-5-15-900,-2-8 112,1 3-112,-1-6 2038,-1-3-2038,1 0 965,-1-5-965,0-1 385,0-1-385,-2-5 0,-1 0 0,-2-6 0,0-2 0,0-2 0</inkml:trace>
  <inkml:trace contextRef="#ctx0" brushRef="#br0" timeOffset="18641">5915 11258 5734,'2'47'0,"1"-10"0,-2-11 0,0-1-1848,1 13 1848,0-1 0,0 0 0,0-3 0,1-1 0,0-1 0,0 0 0,0-1 0,0-3 0,0-4 575,-2-15-575,-1-2 303,-1-4-303,-1-3 0,-1-5 0,0-2 0</inkml:trace>
  <inkml:trace contextRef="#ctx0" brushRef="#br0" timeOffset="19677">2977 10970 5734,'-7'2'0,"-1"0"0,5-2 0,-1-1 0,1 1 0,2-2 0,0-3 0,0 1 0,2-9 0,0 6 0,4-8 0,-3 10 0,2-2 0,-2 6 0,1 0 0,1 6 0,-2 0 0,0 4 0,-1 1 0,-2-2 0,0 4 0,0-6 0,-2 1 0,2-4 0,-1-1 0,-2-7 0,2-2 0,-1-5 0</inkml:trace>
  <inkml:trace contextRef="#ctx0" brushRef="#br0" timeOffset="20236">3390 10318 5734,'-7'-8'0,"1"0"0,1 4 0,0-1 0,2 1 0,0 1 0,1 0 0,3 2 0,0 0 0,0 1 0,1 0 0,0 0 0,-1 0 0,1 1 0,-1-1 0,1 1 0,-2 1 0,1-1 0,0 2 0,1-1 0,0-1 0,0 0 0,-2 1 0,0-1 0,-2 1 0,0-3 0,-1 0 0</inkml:trace>
  <inkml:trace contextRef="#ctx0" brushRef="#br0" timeOffset="20713">3819 9743 5734,'3'-11'0,"4"-3"0,-4 10 0,1-3 0,-4 6 0,0 0 0,0 0 0</inkml:trace>
  <inkml:trace contextRef="#ctx0" brushRef="#br0" timeOffset="21192">4486 10371 5734,'7'-4'0,"-2"1"0,-2-7 0,-2 6 0,0-4 0,-1 6 0,1-1 0,-1 2 0,0-1 0,-2 2 0,0-1 0,1-1 0</inkml:trace>
  <inkml:trace contextRef="#ctx0" brushRef="#br0" timeOffset="21791">5189 10659 5734,'4'-4'0,"0"0"0,-2 3 0,-1 0 0,-3 6 0,-2 6 0,0-1 0,-2 3 0,4-8 0,-1 1 0,1-5 0,-2 0 0,1-4 0,-1-2 0,-1-3 0</inkml:trace>
  <inkml:trace contextRef="#ctx0" brushRef="#br0" timeOffset="22475">5904 11218 5734,'5'-7'0,"-1"0"0,1 3 0,-1 1 0,1 1 0,2 4 0,-2 0 0,5 11 0,-5-5 0,1 8 0,-3-3 0,-1-3 0,0 3 0,-4 0 0,0-8 0,-3 2 0,0-10 0,0-3 0,0-1 0</inkml:trace>
  <inkml:trace contextRef="#ctx0" brushRef="#br0" timeOffset="23292">3845 9787 5734,'6'-12'0,"-3"3"0,7-18 0,-8 16 0,4-10 0,-5 17 0,1 0 0,-1 3 0,0 0 0,-1 4 0,0 1 0</inkml:trace>
  <inkml:trace contextRef="#ctx0" brushRef="#br0" timeOffset="24392">2554 11577 5734,'3'21'0,"-1"1"0,1 3 0,0 2 0,1 1 0,-1 0 0,2 8-736,-1-8 1,-1-1 735,1 1 0,0-3-186,0 7 186,0-10 0,-1 3 0,0-7 0,-2-6 0,1 5 1058,-1-11-1058,1 2 599,-3-10-599,-4-8 0,0-1 0,-2-6 0</inkml:trace>
  <inkml:trace contextRef="#ctx0" brushRef="#br0" timeOffset="26678">1255 8606 5734,'-3'13'0,"1"3"0,2 16 0,2-1 0,0 17 0,-1-14 0,1 6 0,-1-4 0,0-5 0,0 2 0,-1 1 0,1 8 0,-1 3 0,0-3 0,0-8-433,0-2 1,0 0 432,-1 14 0,0 6 0,1-12-725,0-10 725,0 10 93,-10-30 0,4-12 0,-8-5 1</inkml:trace>
  <inkml:trace contextRef="#ctx0" brushRef="#br0" timeOffset="26864">974 8716 5734,'33'-9'0,"2"1"0,-1-1-2610,5-1 2610,5 0 0,-21 4 0,1 0 0,13-1 0,0-1 0,-9 2 0,0 1-538,9-2 0,-1 0 538,10-2 0,-19 4 0,0 1 0,11-1 0,6 1 0</inkml:trace>
  <inkml:trace contextRef="#ctx0" brushRef="#br0" timeOffset="27200">1506 9107 5734,'4'6'0,"2"5"0,-2 0 0,1 5 0,0 8 0,-1-5 0,0 25 0,-3-22 0,0 12 0,-1-14 0,0-6 0,-2 5 0,0-11 0,-1 0 0,0-7 0,1-3 0</inkml:trace>
  <inkml:trace contextRef="#ctx0" brushRef="#br0" timeOffset="28059">1693 9341 5734,'1'17'0,"-1"-2"0,0-7 0,0-6 0,1-21 0,-1 7 0,5-20 0,0-2 0,-1 11 0,5-8 0,2 3 0,-4 16 0,12-2 0,-11 16 0,3 5 0,0 15 0,-4-6 0,4 10 0,-6-11 0,-1 0 0,-1-1 0,3 4 0,-2-6 0,1 1 0,0-5 0,-2-3 0,1-1 0,0-4 0,0-1 0,0-3 0,4-6 0,-2 1 0,11-18 0,-7 11 0,6-10 0,-2 6 0,-5 6 0,2-3 0,0 4 0,-6 8 0,3-1 0,-5 10 0,-1 1 0,1 3 0,-1 1 0,1 1 0,0 1 0,2 7 0,-1-5 0,3 4 0,4 3 0,-5-10 0,5 7 0,-8-13 0,3-4 0,1-3 0,4-3 0,0-2 0,1-1 0,-2-2 0,2-1 0,2-6 0,-2 4 0,2-5 0,-2 2 0,-4 4 0,1-3 0,-4 2 0,-2 5 0,0-1 0,-4 2 0,0 4 0,-5-1 0,1 6 0,-1 3 0,-15 23 0,9-5 0,-8 12-326,14-12 326,4-7 0,2-1 0,2-1 0,4 4 0,2-5 0,3 1 0,24-7 0,-16-4-8,19-4 0,-21-4 0,1-2 1</inkml:trace>
  <inkml:trace contextRef="#ctx0" brushRef="#br0" timeOffset="28893">2663 9051 5734,'-21'18'0,"4"-1"0,8-4 0,-4 16 0,6-10 0,-3 12 0,8-8 0,1-6 0,8 14 0,-1-21 0,6 4 0,-5-15 0,0-4 0,3-8 0,-2 1 0,6-26 0,-7 13 0,1-8 0,-2-2 0,-1 0-404,-1-1 0,-2 1 404,-1 0 0,-2-8 0,-3 2 0,1 18 0,-4-11 0,4 26 0,-3 4 0,2 9 0,0 7 0,0 3 0,2 15 0,1-3 0,3 9 0,2 2-982,2 5 982,-1-7 0,1-1 0,3 4-1020,1-1 1020,1-2 0,0-2 0,7 6 0,-5-13 0,5 4 0,-2-13 0,-4-8 0,5-3 0,1-14 0,-5-1 0,5-8 0,-4-6 0,-5 4 0,5-22 0,-9 20 0,1-15 0,-5 22 0,0-2 1573,-1 6-1573,0 5 1237,0 4-1237,0 20 0,0-3 0,2 7 0,1 1 0,1 0 0,4 3 0,3-2 0,0-9 0,10 8 0,-9-24 0,1-4 0,5-12 0,-4 1-305,1-9 305,-8 3 0,-4-10 0,-3 5 0,-6 1 0,-1 0 0,-3 0 0,-2 2 0,-1 1 0,3 7 0,-7-5 0,11 13 0,1 0 0</inkml:trace>
  <inkml:trace contextRef="#ctx0" brushRef="#br0" timeOffset="29444">3329 9282 5734,'9'-22'0,"2"-8"0,-3 10 0,9-21 0,-8 21 0,5-10 0,-7 17 0,-1 4 0,0 0 0,0 8 0,-1 2 0,3 4 0,-1 7 0,-1-2 0,0 5 0,7 12 0,-7-12 0,7 9 0,-8-17 0,1-1 0</inkml:trace>
  <inkml:trace contextRef="#ctx0" brushRef="#br0" timeOffset="30315">3234 9156 5734,'0'7'0,"0"1"0,-1 4 0,1-1 0,0 7 0,0 16 0,0-10 0,-1 14 0,2-15 0,1-2 0,0-2 0,2 5 0,-1-8 0,0 2 0,0-6 0,-2-5 0,0 1 0,0-4 0,-1-2 0,1-10 0,-1-2 0,1-8 0,0 6 0,0 3 0,0 1 0,1 0 0,2-8 0,0 5 0,0-8 0,0 2 0,-1 4 0,4-14 0,-3 13 0,3-7 0,0 6 0,-1 4 0,6-10 0,-7 11 0,4-4 0,-4 8 0,-2 2 0,3 0 0,-3 4 0,1 3 0,-1 1 0,1 3 0,0 3 0,-1-1 0,3 14 0,-2-10 0,1 8 0,2 1 0,-4-10 0,1 7 0,-4-14 0,-1 0 0,-1-1 0,1-4 0,-1-1 0</inkml:trace>
  <inkml:trace contextRef="#ctx0" brushRef="#br0" timeOffset="31345">3418 9156 5734,'11'2'0,"-3"0"0,2 2 0,-3 1 0,0 1 0,2 0 0,-1 1 0,1 1 0,1 0 0,-1 0 0,0 1 0,12 18 0,-11-14 0,8 14 0,-13-16 0,-1-2 0,0 0 0,-1-2 0,-2-3 0,1 1 0,-3-5 0,0-1 0</inkml:trace>
  <inkml:trace contextRef="#ctx0" brushRef="#br0" timeOffset="32206">3739 9123 5734,'-6'3'0,"1"1"0,0 0 0,-5 6 0,3-3 0,-3 6 0,2 0 0,2-2 0,-2 10 0,4-9 0,1 4 0,1-2 0,2-4 0,1 2 0,2-3 0,0-3 0,4 0 0,-2-5 0,2-2 0,6-7 0,-5 1 0,10-14 0,-12 9 0,6-18 0,-9 16 0,0-11 0,-3 11 0,-1 0 0,0 3 0,0 6 0,0 0 0,0 2 0,1 1 0,0 6 0,2 7 0,0 1 0,2 3 0,1-1 0,-1-3 0,7 11 0,-5-11 0,3 5 0,-1-8 0,-4-3 0,6 1 0,-5-6 0,2 0 0,0-8 0,-1 1 0,2-6 0,1-4 0,-3 3 0,1-5 0,-1 1 0,-4 6 0,0-14 0,-2 16 0,-1-6 0,1 13 0,0 1 0,0 9 0,1-1 0,0 9 0,6 15 0,-4-14 0,6 14 0,-3-18 0,-2-4 0,3 0 0,-2-5 0,0-2 0,1-3 0,-2-4 0,-1-1 0,1-2 0,1-5 0,-2 3 0,1-3 0,-1 0 0,0 5 0,1-3 0,-2 4 0,0 4 0,0-2 0,0 5 0,0 2 0,0 1 0,1 4 0,0 1 0,0 3 0,1 6 0,-1-2 0,-1 3 0,-2 2 0,-2-9 0,-3 3 0,-1-11 0,-1-3 0</inkml:trace>
  <inkml:trace contextRef="#ctx0" brushRef="#br0" timeOffset="32675">4085 9215 5734,'3'3'0,"-1"0"0,0-3 0,1-4 0,-2-1 0,3-4 0,1-5 0,0 2 0,2-5 0,11-14 0,-7 13-249,7-13 249,-10 19 0,0 2 0,2 0 0,-1 6 0,3 3 0,6 23 0,-6-3 0,5 20 0,1 4 0,-5-9-494,-1 1 1,-1-3 493,-6-15 0,-4-4 56,-3-5 0,-4-5 0,-2-5 0</inkml:trace>
  <inkml:trace contextRef="#ctx0" brushRef="#br0" timeOffset="32895">4140 8748 5734,'5'0'0,"-3"1"0,0-2 0</inkml:trace>
  <inkml:trace contextRef="#ctx0" brushRef="#br0" timeOffset="33563">1551 9695 5734,'10'2'0,"19"-2"0,5-1 0,-9 0 0,2 0-1093,14-1 1,8 0 0,2 0 1061,-14 0 0,2 0 1,0-1-1,1 1 1,-2 0-532,4 0 0,-2 0 0,1-1 0,1 1 562,0 0 0,3-1 0,0 0 0,-2 1 0,-3 0-19,4-1 0,-4 0 1,3 0 18,-6 1 0,2-1 0,1 1 0,0-1 0,-2 1 0,0-1 0,-1 1 0,0 0 0,2-1 0,-2 1 0,2-1 0,1 1 0,0-1 0,2 0 0,-2 1 0,3-1 0,0 0 0,0 0 0,-2 1 0,-3-1 0,2 0 0,-4 1 0,1-1 0,5 0 0,-4 0 0,5-1 0,4-1 0,1 1 0,0-1 0,-2 1 0,-4-1 0,-7 1 0,10-1 0,-7 0 0,2-1 0,-1 1 0,4 0 0,0-1 0,-2 0 0,-8 0 0,-1-1 0,-4 0 0,-2 1 0,0-1 0,3-2 0,-2 0 0,10-5 1,0-1-1,-19 6 2233,-4-2-2233,-8 3 1435,-10-1-1435,-5 4 0,-8 1 0,4 2 0</inkml:trace>
  <inkml:trace contextRef="#ctx0" brushRef="#br0" timeOffset="33726">5201 9437 5734,'9'6'0,"-4"0"0,-6-3 0</inkml:trace>
  <inkml:trace contextRef="#ctx0" brushRef="#br0" timeOffset="36073">8876 11841 5734,'1'5'0,"-1"-1"0,5 7 0,-4-7 0,3 7 0,-4-6 0,0-1 0,0 1 0,-1 10 0,-1-5 0,0 7 0,-1 29 0,3-25 0,-1 8 0,0 0 0,1-14 0,0 7 0,-1 1 0,1-14 0,0 8 0,-1-16 0,-9-6 0,2 2 0,-7-3 0</inkml:trace>
  <inkml:trace contextRef="#ctx0" brushRef="#br0" timeOffset="39812">4153 12230 5734,'-1'15'0,"1"-5"0,-4 8 0,1-8 0,-1 10 0,1-9 0,-2 14 0,4-17 0,1 2 0,6 8 0,-3-10 0,10 9 0,-7-16 0,31-12 0,-23 6 0,26-17 0,-31 15 0,9-17 0,-10 7 0,2-4 0,-7 7 0,-6 3 0,0 4 0,-3-4 0,-2 4 0,-1 3 0,-11-4 0,9 4 0,-6-1 0,-1 1 0,11 2 0,-8-1 0,4 4 0,4-1 0,-6 1 0</inkml:trace>
  <inkml:trace contextRef="#ctx0" brushRef="#br0" timeOffset="40620">3485 12398 5734,'11'0'0,"-4"0"0,5 1 0,-8-1 0,3 0 0,-3 0 0,2 0 0,-4 0 0,1 0 0,0 0 0,-1-1 0,5 0 0,-3 0 0,4-1 0,-5 1 0,0 0 0,-1 0 0,0 1 0,0-2 0,-1 2 0,0-3 0,0-1 0,1-1 0</inkml:trace>
  <inkml:trace contextRef="#ctx0" brushRef="#br0" timeOffset="40952">3729 12269 5734,'3'15'0,"0"-3"0,1 22 0,-2-16 0,1 13 0,-2-7 0,1-7 0,-1 5 0,2-6 0,-1-5 0,-1 6 0,-1-12 0,-4-1 0,1-6 0</inkml:trace>
  <inkml:trace contextRef="#ctx0" brushRef="#br0" timeOffset="41651">3045 12372 5734,'6'1'0,"1"0"0,-2-2 0,2 0 0,-2 0 0,4-3 0,-2 1 0,1 0 0,-2 1 0,-4 1 0,1-2 0,0 1 0,1-2 0,-1 0 0,1 1 0,-1 2 0,0 0 0,-2 1 0,0-1 0,0 0 0</inkml:trace>
  <inkml:trace contextRef="#ctx0" brushRef="#br0" timeOffset="42042">3173 12296 5734,'13'-3'0,"-1"0"0,-4 1 0,0 1 0,0-2 0,2 1 0,-3 1 0,2 0 0,-5 3 0,-1 0 0,0 3 0,-2 5 0,-2-1 0,0 5 0,0 3 0,0-5 0,1 3 0,1-4 0,0-3 0,1 0 0,6-4 0,-3-2 0,7-8 0,-7-2 0,0-6 0,-2 2 0</inkml:trace>
  <inkml:trace contextRef="#ctx0" brushRef="#br0" timeOffset="42602">2529 12433 5734,'10'-3'0,"-1"0"0,0 2 0,-2-1 0,7 1 0,-4 1 0,8 3 0,-11-1 0,4 1 0,-7-1 0,0-1 0</inkml:trace>
  <inkml:trace contextRef="#ctx0" brushRef="#br0" timeOffset="43158">2627 12309 5734,'11'-10'0,"0"0"0,-4 5 0,8-6 0,-6 5 0,5-4 0,-5 7 0,-3 1 0,5 7 0,-7-1 0,0 9 0,-4-3 0,-3 12 0,2-9 0,-2 5 0,3-8 0,0-4 0,1 4 0,0-6 0,1 1 0,3-1 0,0-1 0,10 4 0,-7-3 0,11 8 0,-12-5 0,3 6 0,-7 1 0,-2-1 0,-9 19 0,-2-7 0,-4 7-415,1-9 415,3-9 0,1 0 0,-4 0 0,3-6 0,0-1 0,2-7 0</inkml:trace>
  <inkml:trace contextRef="#ctx0" brushRef="#br0" timeOffset="44934">4614 12136 5734,'3'14'0,"-1"-2"0,2 2 0,-1-1 0,1 0 0,0 2 0,-1 2 0,0-1 0,-1 2 0,3 23 0,-4-21 0,2 16 0,-5-28 0,1-2 0,-1-2 0,2-1 0</inkml:trace>
  <inkml:trace contextRef="#ctx0" brushRef="#br0" timeOffset="47969">5193 12120 5734,'6'-6'0,"0"1"0,3 1 0,11 5 0,-8-1 0,7 5 0,-12 3 0,-3-2 0,0 3 0,-2-3 0,-4 10 0,0-4 0,-10 23 0,6-22 0,-5 14 0,9-22 0,5 5 0,2-7 0,3 2 0,7-5 0,-3-1 0,30-10 0,-21 3 0,1-1 0,0 0 0,-6 1 0,4-1 0,-4 0 0,-5 4 0,3-2 0</inkml:trace>
  <inkml:trace contextRef="#ctx0" brushRef="#br0" timeOffset="48744">5878 12005 5734,'6'-1'0,"3"-2"0,-1 0 0,3-1 0,3-1 0,-4 3 0,3-1 0,-2 4 0,-4 2 0,4 5 0,-7-1 0,0 4 0,-4-1 0,-3 6 0,1-3 0,-1 2 0,-1-2 0,2-5 0,-1 1 0,1-3 0,1-4 0,0 2 0,2-3 0,1-1 0,8-2 0,-2 0 0,20-3 0,-12 2 0,10-1 0,-7 5 0,-5 0 0,1 1 0,-9 4 0,-5 0 0,-7 6 0,-7 2 0,-5 4 0,-4 1-259,-5 2 259,7-6 0,-1 1-1110,-11 7 1110,12-9 0,-1 1 0,-10 8-474,9-8 474,0 0 0,13-10 0,5-6 0,4-3 0</inkml:trace>
  <inkml:trace contextRef="#ctx0" brushRef="#br0" timeOffset="54334">9082 11969 5734,'-1'3'0,"0"0"0,1-2 0,-1 0 0,3 1 0,-1-3 0,2 2 0,0-1 0,-2 2 0,2 0 0,0 1 0,-1 0 0,2 2 0,0 0 0,-2-1 0,1 2 0,3 13 0,-3-9 0,3 13 0,-4-4 0,-1-7 0,3 10 0,-1-13 0,0 2 0,-2-2 0,-1-3 0,0 0 0,0-3 0,0-3 0,-3-3 0,0 0 0,-2-5 0,3 3 0,-1-10 0,1 4 0,-1-6 0,1 3 0,1 3 0,-1-3 0,-1-4 0,2 9 0,-2-6 0,2 11 0,1 1 0,-1 0 0,1 0 0,-1 2 0,1 5 0,0 4 0,1 3 0,0 0 0,1 1 0,-1-4 0,0 3 0,0-3 0,0-2 0,0-1 0,0-1 0,-1-3 0,0-7 0,-1 0 0,-1-5 0,0 3 0,-2-8 0,-2 7 0,-4-8 0,0 8 0,-5 1 0,-1-1 0,-2 1 0</inkml:trace>
  <inkml:trace contextRef="#ctx0" brushRef="#br0" timeOffset="84102">9218 10783 5734,'-9'-1'0,"2"0"0,-2 0 0,6 1 0,-2 1 0,7 2 0,3 5 0,1-2 0,5 3 0,16 2 0,4-2 0,3 1 0,1-1 0,7 1 0,-2-5 0,6-1 0,0-1 0,-5 0-377,1 1 0,4 0 377,-14 0 0,8 0 0,6 2 0,2 0 0,2 0 0,-1 0 0,-2-1 0,-6 1 0,-6-2-981,7 2 0,-7-1 0,5 1 981,-1 0 0,7 0 0,2 1 0,0 0 0,-4 0 0,-8-1 0,10 3 0,-8-1-660,-8-2 0,-1 0 660,8 2 0,-2-1-641,8 3 641,-5-2 0,-8 0 0,-2-1 0,2-1 0,15 5 364,-32-11-364,-9-1 2226,-3-2-2226,-10-2 0,-1 0 0,-1-2 0</inkml:trace>
  <inkml:trace contextRef="#ctx0" brushRef="#br0" timeOffset="84380">10785 10825 5734,'39'6'0,"2"2"0,-23-1 0,2 3 0,-17 8 0,-6-2 0,-9 8 0,-15 6 0,4-6 0,-1-1 0,-1 0 0,2 0 0,-9 9 0,18-13 0,6-7 0,1 2 0,13-4 0,4-8 0,8 1 0</inkml:trace>
  <inkml:trace contextRef="#ctx0" brushRef="#br0" timeOffset="85604">11967 9857 5734,'6'3'0,"-2"4"0,5 16 0,-3 4 0,-1 6 0,-1 2 0,1 11-1093,-2-15 1,0 4 0,0-4 530,-2-6 0,0-1 562,1 7 0,-2 3 0,1 14 0,-2-1 0,1-21 0,-1 0 0,0 19 0,1-3 490,-2-13-490,1-3 589,0 1-589,0-9 0,-3 0 0,0-16 2243,-3-3-2243,0-12 0,1-5 0,0-3 0</inkml:trace>
  <inkml:trace contextRef="#ctx0" brushRef="#br0" timeOffset="85820">11918 9918 5734,'34'-3'0,"1"0"0,-9 2 0,-1 0 0,9 0 0,1 1-2973,11 1 2973,-22 0 0,2-1 0,12 1 0,1 0 0,-9 0 0,0-1 0,9 1 0,2-1 0,-3 1 0,-1-1 0,-9 0 0,0-1 0,6 1 0,0 0 0,-7-1 0,-1 0 233,7 0-233,3-1 607,-27 3-607,-11 1 0,-14 2 0,-10 1 0,-4-1 0</inkml:trace>
  <inkml:trace contextRef="#ctx0" brushRef="#br0" timeOffset="85976">12197 10144 5734,'41'-16'0,"-2"1"0,-8 3 0,0 0-2985,10-3 2985,-8 2 0,0 1 0,1 0 0,-2 2 883,-5 3-883,-1 4 0,-10 4 0,-2 2 0,-10 2 0</inkml:trace>
  <inkml:trace contextRef="#ctx0" brushRef="#br0" timeOffset="86292">12547 10583 5734,'3'21'0,"0"6"0,-1-9 0,-1 2 0,-2-8 0,-1-9 0,-3-2 0,1-11 0,-3-2 0,1-5 0,-5-26 0,5 13-325,2-1 0,0-1 325,2 0 0,3-11 0,3 5 0,2 11 0,3-7 0,8 7 0,-2 9 0,8-2 0,8 9 0,-6 4 0,10 3 0,0 5 0,-10 3 0,17 14 0,-25-5 0,7 9 0,-15-7 0</inkml:trace>
  <inkml:trace contextRef="#ctx0" brushRef="#br0" timeOffset="86969">12834 10621 5734,'13'-2'0,"8"-4"0,-2-1 0,7-5 0,2-6 0,-6 3 0,5-8 0,-4-2 0,-8 7 0,1-7 0,-10 5 0,-3 6 0,-2-3 0,-9 8 0,0 3 0,-6 3 0,-7 9 0,4 3 0,-7 8 0,5 6 0,1 4 0,-1 3-618,3-2 0,2 0 618,8-1 0,5-1-673,8 8 673,4-10 0,7 4 0,14-13 0,-5-8 0,10-4-323,5-14 323,-21 1 0,1-1 0,0-1 0,0-1-406,-2-2 0,-2-1 406,5-10 0,-1-2 0,-4-1 0,-1-2 0,-4 0 0,-3 1 437,-3 1-437,-2 3 359,-4 2-359,-2 3 294,-4 0-294,-1 8 935,-5 2-935,-12 19 0,8 1 0,-16 18 0,18-8 665,-3 9-665,7-2 0,5-6 319,0 4-319,9-2 35,2-10-35,15-6 0,-7-11 0,7-11 0,-10 2 0,0-2 0,5-10 0,-7 12 0,8-5 0,-11 20 0,5 28 0,-7-3 0,-1 17 0,-1 3-317,-2-20 0,0 0 317,1 15 0,1 6 0,-1-5 0,0-12 0,1-1 0,1 11 0,1 5 0,-1-7 0,4 9 0,-2-8 0,1-3 0,-1-11 0,-1 2-42,-1-8 42,-3-9 0,0 3 0,-2-7 0,0-2 0,-1 2 631,-3 4-631,0 1 45,-2 3-45,-3 5 0,2-3 0,-1 1 0,5-8 0,2-8 0,2-6 0,2-7 0,1-4 0</inkml:trace>
  <inkml:trace contextRef="#ctx0" brushRef="#br0" timeOffset="87104">13755 10795 5734,'4'-8'0,"0"-4"0,-3 4 0,-7-9 0,-2 7 0,-7-4 0</inkml:trace>
  <inkml:trace contextRef="#ctx0" brushRef="#br0" timeOffset="87338">12142 10919 5734,'-16'1'0,"0"0"0,8 0 0,6-1 0,28-1 0,5 0-1093,5-1 1,8-1 0,-3 0 604,0 1 1,0 0 293,3-1 1,5 0 0,-1 0 193,-4 1 0,-1-1 0,-1 1-301,-9 1 0,-2-1 1,3 1 300,7-1 0,3 0 0,-2-1 0,-4 0 0,-2 0 0,-1 0 0,5-1 0,-1 0 0,9-3 0,0 0 0</inkml:trace>
  <inkml:trace contextRef="#ctx0" brushRef="#br0" timeOffset="87486">13972 11184 5734,'14'21'0,"-7"-10"0,5 6 0,-9-13 0,1-3 0,-1 0 0</inkml:trace>
  <inkml:trace contextRef="#ctx0" brushRef="#br0" timeOffset="107017">16018 11245 5734,'3'3'0,"-1"1"0,0-2 0,0 0 0,1-1 0,4 0 0,-4 0 0,3-1 0,-5-1 0,1 1 0,2-2 0,-1 2 0,4-3 0,-5 2 0,2 0 0,-2 1 0,-1 0 0,6-1 0,-3 0 0,5 0 0,14-6 0,-12 5 0,12-4 0,-17 6 0,-2 0 0,4 0 0,-4 1 0,14 1 0,-11 0 0,10-1 0,-9 0 0,-2-1 0,9 0 0,-9 0 0,7 0 0,0 0 0,-4 1 0,14-1 0,-13 0 0,6 0 0,0 1 0,-7 0 0,7 0 0,-11 0 0,0 0 0,11 1 0,-8-1 0,12 2 0,-13-1 0,2 0 0,-1 0 0,-1 1 0,9 1 0,-7-2 0,6 1 0,3-1 0,-7 0 0,18 0 0,-17-1 0,7-1 0,-11 1 0,7 1 0,-4-1 0,6 1 0,0 0 0,-3-2 0,5 2 0,-4-2 0,15-1 0,-11 0 0,7 1 0,-1-1 0,-7 2 0,15-1 0,-14 0 0,-7 0 0,13 0 0,-13 0 0,4 0 0,7-1 0,-9 0 0,9-1 0,-11 1 0,1 0 0,0-1 0,0 0 0,24-4 0,-17 3-302,18-2 302,-24 4 0,5-1 0,-4 1 0,15-2 0,-14 1 0,8 0 0,0-1 0,-4 1-214,17-3 214,-24 3 0,10 0 0,-9-1 0,19 1 0,-19 1 0,14 1 0,-15 0 0,6 0 0,6 0 0,-8 0 0,19 0 0,-21 0 0,9 0 0,-6 0 0,-4 0 0,11 0 0,-3 0 0,0 0 0,0 0 0,-6 0 0,1 0 0,0-1 0,9 0 0,-6 0 295,6-1-295,-1 0 0,-5 1 0,4-1 0,8 0 0,-13 0 0,18 1 0,-21 1 0,6 0 0,6 2 0,-10-1 0,15 0 0,-18-1 221,5 0-221,1-1 0,-5 1 0,6-2 0,0 0 0,-5 1 0,6 0 0,-2 0 0,-5 1 0,5 0 0,-2 0 0,-3 1 0,4-1 0,-1 2 0,-3-1 0,19 0 0,-9-1 0,7 0 0,-10 0 0,-7 0 0,14 0 0,-10 0 0,9 0 0,-2 0 0,-10 0 0,23 1 0,-22 0 0,11-1 0,-14 1 0,0-1 0,0 0 0,14 0 0,-11 0 0,24 0 0,-25 0 0,24 0 0,-25 0 0,16-1 0,-16 1 0,3-2 0,6 1 0,-10 0 0,19 1 0,-20 0 0,8 0 0,-11 0 0,0 0 0,6 0 0,9 0 0,-3 0-240,4 0 240,-10-1 0,-1 1 0,2-1 0,6 1 0,-5 0 0,6 0 0,-1 0 0,-7 1 0,19 0 0,-17 1 0,9 0 0,-7-1 0,-5-1 0,3 1 240,1-1-240,-5 0 0,15 0 0,-14 1 0,20-1 0,-20 0 0,21 0 0,-20 0 0,9 0 0,-6 1 0,-5-1 0,5 1 0,0-1 0,-6 1 0,6-1 0,0-1 0,-5 0 0,11-2 0,-11 2 0,17-2 0,-15 2 0,9-2 0,0 1 0,-10 0 0,8 0 0,-3 1 0,-3-1 0,4 2 0,-7-1 0,-3 1 0,4-1 0,-3 0 0,3 0 0,0 0 0,-3 1 0,3 0 0,-1 0 0,-4 0 0,4 0 0,-6 0 0,1 0 0,-2 0 0,2 0 0,2 0 0,-2 0 0,3 0 0,7 0 0,-7 0 0,17 0 0,-16 0 0,29-1 0,-26 1 0,17-2 0,-22 2 0,10-1 0,-8 0 0,17 0 0,-19 0 0,16-1 0,-16 1 0,8 0 0,0 1 0,-5 0 0,24 0 0,-19 0-309,13-1 309,-16 1 0,-2 0 0,0 0 0,4 0 0,-5 0 0,3 0 0,5 2 0,-7-2 0,9 2 0,-3-2 0,-3 0 0,4-1 0,2 0 0,-7 1 309,17-1-309,-7 1 0,5 0 0,-8 0 0,-8 0 0,-4 0 0,1 0 0,10 0 0,-7 0 0,7-1 0,-6 1 0,-4 0 0,2 0 0,3 0 0,-8 0 0,7-1 0,-10-1 0,2 0 0,3 0 0,-2 2 0,2 1 0,-1-1 0,-4 1 0,2-1 0,-2 0 0,-1 0 0,1 0 0,0 0 0,0 0 0,8-2 0,-5 1 0,12-2 0,-12 2 0,12-1 0,-12 2 0,5 0 0,-7 0 0,2-1 0,-1 0 0,1 1 0,5 0 0,-4 0 0,3 0 0,4-1 0,-6 1 0,12 0 0,-13 0 0,8 0 0,-9 0 0,3 0 0,6 1 0,-6-1 0,16 0 0,-15 0 0,11-2 0,-13 0 0,1 1 0,-3-1 0,-2 1 0,1-1 0,-2-1 0,-2 2 0,6 0 0,-7 1 0,11 0 0,-9 0 0,6-1 0,-7 1 0,0-1 0,5 0 0,-3-1 0,5 1 0,-6 0 0,0 1 0,0-1 0,11 2 0,-7-1 0,8 1 0,-10-3 0,9 1 0,-5 1 0,8 0 0,-4-1 0,-4 1 0,12-3 0,-12 2 0,9-1 0,-13 1 0,3 1 0,-3 0 0,-2 0 0,19 1 0,-14 0 0,11 0 0,-13 0 0,-5-1 0,3 0 0,-4 0 0,-1 0 0,0 0 0,2 1 0,-2 0 0,2 0 0,-1 0 0,0 0 0,1 0 0,1-1 0,-3 1 0,1 0 0,-2 0 0,0-1 0,-3 2 0,1-1 0,-3 1 0,3-2 0,-2 0 0,1-1 0,-2 1 0,-1-1 0,1 0 0,0 1 0,1 0 0,2 0 0,-1-1 0,0 1 0,-2-1 0,2 1 0,-3-1 0,2 0 0,0 1 0,-2-2 0,2 1 0,-6 0 0,4 0 0,-2 0 0,3 0 0,0 0 0,-4-1 0,3 1 0,-7-3 0,7 1 0,-4-1 0,0-4 0,4 3 0,-3-3 0,6 5 0,-4 1 0,3 1 0,-2-1 0,2 1 0,1 1 0,1-1 0,0 0 0,-1-2 0,0 2 0,-1-2 0,1 2 0,1-1 0,-1 1 0,0 1 0,1 0 0,-1 0 0,6-1 0,0 2 0,3-2 0,-3 3 0,2 0 0,-2-1 0,2 1 0,2 1 0,-1 0 0,18 6 0,-15-5 0,12 4 0,-15-5 0,4 1 0,-5-1 0,6 3 0,-7-4 0,1 0 0,3 0 0,-4-1 0,1 1 0,-6-2 0,-2 1 0,1 0 0,-2 0 0,0-1 0,-3 1 0,2 0 0,-7 2 0,5-3 0,-4 2 0,4-1 0,1-1 0,1 0 0,2 0 0,0 0 0,0 0 0,1 1 0,0 0 0,-2 2 0,1-2 0,0 2 0,0-2 0,1 2 0,0-2 0,0 2 0,1-1 0,0-1 0,-2 0 0,-7-2 0,-1 0 0,-5-2 0</inkml:trace>
  <inkml:trace contextRef="#ctx0" brushRef="#br0" timeOffset="109084">16026 11239 5734,'-8'-1'0,"1"0"0,1 1 0,2 0 0,-2-1 0,-4 1 0,6 0 0,-5 0 0,7 0 0,1 0 0,2-2 0,-1 0 0,2-2 0,-1 2 0,-1 1 0,-4 3 0,2 0 0,-4 1 0,3-1 0,-1 1 0,2-1 0,-1 1 0,7-3 0,-2 1 0,3 0 0,-1 2 0,-1 1 0,2 0 0,2 2 0,-3-1 0,3 2 0,-3-3 0,0 0 0,0 3 0,-2-4 0,1 3 0,-2-3 0,0-1 0,-1 0 0,-2-1 0,-3 0 0,0-1 0,-3 0 0,3 0 0,-1 0 0,1 0 0,0 0 0,-1-1 0,1 0 0,-1-1 0,-2-2 0,3 2 0,-3-3 0,6 4 0,-2-2 0,2 2 0,-1-1 0,3 0 0,0 1 0,0 0 0,4-1 0,-1-1 0,4-1 0,4-5 0,-2 2 0,5-4 0,1-3 0,-2 3 0,1-3 0,0 1 0,-6 2 0,2-2 0,-5 2 0,-2 5 0,0 0 0,-6 4 0,-1 2 0,-2 0 0,0 3 0,-4 3 0,1 1 0,-4 2 0,-2 3 0,3-3 0,-5 5 0,-6 11 0,11-12 0,-8 10 0,15-15 0,1-2 0,1 1 0,1-3 0,0 1 0,1-3 0,0-1 0,1 1 0,2-2 0,4-2 0,1-2 0,3-1 0,6-3 0,-6 3 0,7-1 0,-10 5 0,2 1 0,-2 1 0,-3 1 0,2 1 0,0 1 0,-4-2 0,1 2 0,-4-3 0,-1 0 0,0 1 0,-2 0 0</inkml:trace>
  <inkml:trace contextRef="#ctx0" brushRef="#br0" timeOffset="125205">22375 11483 5734,'2'-4'0,"-1"1"0,-1 2 0,0 0 0,1-1 0,-1-2 0,0 2 0,-1-2 0,0 3 0,-2-1 0,2 1 0,-2-1 0,2 2 0,-1 0 0,-13 2 0,7-1 0,-9 1 0,8 0 0,2 0 0,-5 2 0,4-2 0,-1 2 0,-4 2 0,5-2 0,-4 2 0,-4 4 0,9-4 0,-7 5 0,8-4 0,2 0 0,-1 1 0,0 3 0,3-4 0,-3 4 0,4-5 0,-1 14 0,2-10 0,0 15 0,0-16 0,1 2 0,0 7 0,0-5 0,3 34 0,-2-26 0,1 21 0,0-10 0,0-11 0,1 12 0,0 0 0,-2-11 0,-1 10 0,-1 0 0,0-6-278,0-1 0,0-1 278,0-7 0,0-1-7,0 5 7,1-6 0,0 2 0,0-7 0,0-1 0,-1-2 555,-1-1-555,0-1 8,-1 1-8,1-3 0,-5 3 0,2-4 0,-18 7 0,12-6 0,-12 3 0,16-6 0,-6-6 0,5-1 0,-2-6 0,6-2 0</inkml:trace>
  <inkml:trace contextRef="#ctx0" brushRef="#br0" timeOffset="125638">22136 11796 5734,'9'2'0,"-2"0"0,2-2 0,1-2 0,-2 1 0,4-2 0,3 0 0,-2-1 0,21-7 0,-18 5 0,11-3 0,-17 5 0,-1 3 0,2-2 0,-6 2 0,1 0 0,-13 3 0,-10 1 0,-2 2 0,-5 2 0</inkml:trace>
  <inkml:trace contextRef="#ctx0" brushRef="#br0" timeOffset="194860">4466 13050 5734,'0'5'0,"0"-1"0,1-1 0,3 12 0,-2-5 0,1 9 0,-2-8 0,4 26 0,-3-19 0,2 19 0,-2-21 0,-2-4 0,1 24 0,-1-19 0,0 21 0,1-22 0,0 6 0,0 8 0,0-10 0,0 20 0,0 2 0,1-12 0,-1 4 0,0 0 0,-1-7 0,0-6 0,0 21 0,0-21 0,1 6 0,0-1 0,-1-10 0,2 14 0,-2-27 0,0-2 0,-3-1 0,1-1 0,-3-1 0,3-1 0,1-1 0</inkml:trace>
  <inkml:trace contextRef="#ctx0" brushRef="#br0" timeOffset="195710">4326 13616 5734,'3'1'0,"1"-1"0,-3 2 0,2 1 0,-1-1 0,1 3 0,1-1 0,-2-1 0,2 4 0,-2-3 0,0 1 0,-1-2 0,1 0 0,-1 0 0,0 0 0,1 0 0,0-1 0,0 0 0,2 0 0,-1 1 0,0 0 0,3 2 0,-2-1 0,2 4 0,-2-4 0,0 1 0,0 0 0,4 6 0,-3-3 0,8 11 0,-7-9 0,9 13 0,-5-8 0,6 9 0,-6-10 0,0-1 0,-6-8 0,0-1 0,-1-1 0,1 1 0,0-2 0,-2 0 0,-1-1 0,2-5 0,1-1 0,9-17 0,-4 6 0,4-7 0,0-1 0,1 0 0,9-17 0,-4 5-418,-4 8 418,5-9 0,-1 1 0,-6 12 0,3-7 0,-6 11 0,-3 7 0,0-1 0,-3 7 0,-1 3 0,-1 1 418,-1 1-418,-2 0 0,-2 1 0,-4 0 0,-1 3 0,-1 1 0,2 2 0</inkml:trace>
  <inkml:trace contextRef="#ctx0" brushRef="#br0" timeOffset="196759">2005 14202 5734,'-1'-4'0,"0"1"0,1 3 0,1 6 0,1 0 0,2 15 0,1-3 0,1 5 0,-3 7 0,0 0 0,0 0-138,-1 0 0,-1 2 138,-2 6-908,1-8 908,-2 9 0,2-3 0,0-10 0,0 5-187,1-13 187,0-1 0,0-3 0,0-1 245,0 1-245,0-4 914,-1-1-914,0-2 212,0-5-212,1 0 0,-3-6 0,-1 0 0,-2-3 0,0 0 0,1 0 0</inkml:trace>
  <inkml:trace contextRef="#ctx0" brushRef="#br0" timeOffset="197426">2223 14650 5734,'-8'-6'0,"1"1"0,7 2 0,0 0 0,0 1 0,0-1 0,1 1 0,2-2 0,-1 2 0,2-4 0,0 1 0,1-2 0</inkml:trace>
  <inkml:trace contextRef="#ctx0" brushRef="#br0" timeOffset="198147">2416 14261 5734,'-1'5'0,"1"1"0,0 7 0,1 0 0,0 7 0,0 9 0,1-5 0,0 11 0,0 4 0,-1-8 0,0 0 0,1 1 0,0-1 0,0 15 0,-1-19 0,-1-9 0,0 6 0,1-13 0,0-1 0,-1-7 0,-1-5 0,-1-3 0,-3-9 0,1 1 0,-2-7 0,-4-17 0,4 11 0,0-8 0,0-1 0,2 1 0,1-7 0,1 0 0,3 4 0,1-1 0,2 1 0,1 10 0,1 2 0,1 1 0,1 9 0,10-7 0,-8 16 0,4 1 0,8 9 0,-6 2 0,16 18 0,-19-8 0,-3 7 0,-3 2 0,-6 1 0,-6 11 0,-2 0 0,-2-6-414,-1-4 1,1-1 413,1-8 0,-1-3 0,-3 5 0,5-12 0,-4 4 0,6-12 0,0 0 0,1 1 827,-3 1-827,6 0 0,-2 1 0,7 2 0,3 1 0,8 10 0,0-1 0,6 7 0,5 3 0,-6-5 0,1-2 0,1 1 0,-2-2 0,0-2 0,-1-1 0,-6-6 0,4 3 0,-10-10 0,-4-1 0,-4-14 0,0 3 0,-4-9 0</inkml:trace>
  <inkml:trace contextRef="#ctx0" brushRef="#br0" timeOffset="198633">2960 14480 5734,'-11'11'0,"3"-3"0,5-4 0,1 0 0,1-1 0,1-2 0,5-2 0,0-2 0,6-1 0,19-5 0,-7 3 0,3 0 0,0 0-876,4 0 876,10-1 0,3 0 0,-9 3 0,9-1 0,-2 1 0,-10 1 0,7 0 0,4 0 0,-21 2 0,11-3 0,-27 4 0,-2-3 0,-5 2 0,-10-1 0,2 2 0,-7 0 0,7 0 0</inkml:trace>
  <inkml:trace contextRef="#ctx0" brushRef="#br0" timeOffset="198846">3318 14302 5734,'13'-4'0,"8"-2"0,-3 2 0,5 1 0,2 4 0,-7 2 0,5 4 0,-3 23 0,-11-11-514,3 20 514,-13-17 0,-2 1 0,-2 8 0,1-6 0,0 5 0,1-10 0,-1 4 0,3-8 0,-2 3 0,3-11 0,0 0 0</inkml:trace>
  <inkml:trace contextRef="#ctx0" brushRef="#br0" timeOffset="202294">4033 14490 5734,'6'-2'0,"0"0"0,9-5 0,-4 2 0,8-4 0,-6 2 0,1 0 0,-1-2 0,-1 0 0,-1 0 0,1-1 0,-2-1 0,1 0 0,2-8 0,0-2 0,-1 1 0,11-22 0,-21 1 0,-1 21 0,-3-22 0,-10-1 0,4 14 0,-6-13-215,7 24 215,3 11 0,-9-7 0,7 8 0,-6-5 0,8 10 0,1 1 0,0 0 215,-1 0-215,1 1 0,-1 1 0,-8 8 0,6-6 0,-6 9 0,8-8 0,0 0 0,1 1 0,0 5 0,0-4 0,2 9 0,0-7 0,2 4 0,0-2 0,3 32 0,-1-20-615,2 24 615,-2-28 0,2 11 0,0-7 0,2 7 0,0 0 0,-1-7 0,5 23 0,-4-24 0,1 9-262,-2-10 262,-2-7 0,3 7 0,-4-11 0,1 3 0,-2 0 598,0-5-598,1 5 279,-2-4-279,0-2 0,-1 1 0,1-2 0,0-2 0,-1 0 0,2 3 0,-2-4 0,0 2 0,0-3 0,0 0 0,1-1 0,-1 3 0,1-3 0,-1 2 0,0-2 0,0-5 0,1 2 0,-1-7 0,0 4 0,-2-8 0,2 4 0,-2-4 0,2 1 0,0 3 0,0-4 0,2-16 0,-1 14 0,1-15 0,-1 20 0,1-3 0,0 4 0,-1-2 0,1 1 0,0 3 0,0-2 0,4-4 0,-2 7 0,1-5 0,-2 7 0,-1 1 0,1-1 0,-1 2 0,-1 0 0,0 1 0,0-1 0,1 1 0,0 0 0,0-1 0,2 1 0,-1 0 0,3-1 0,-3 0 0,3 0 0,-3 2 0,3 0 0,-4 0 0,1 0 0,-2 0 0,0 2 0,-1-1 0,0 1 0,1 0 0,-1 0 0,3 2 0,-2-1 0,0 1 0,0 0 0,2 8 0,-1-5 0,1 8 0,-1-9 0,0 3 0,1-1 0,-2-1 0,2 8 0,-2-7 0,1 4 0,-2-1 0,0-4 0,0 4 0,0-1 0,0-2 0,0 2 0,0-1 0,0-2 0,0 0 0,0 0 0,0-3 0,-1 1 0,1 0 0,0-1 0,2 11 0,-1-9 0,2 7 0,-3-10 0,0-1 0,0-1 0,-4-2 0,-3-1 0,-3 0 0,-2-1 0</inkml:trace>
  <inkml:trace contextRef="#ctx0" brushRef="#br0" timeOffset="203413">4452 14278 5734,'3'4'0,"1"1"0,-2-2 0,3 4 0,-2-2 0,1 3 0,-2-1 0,-1-2 0,2 7 0,-1-7 0,2 11 0,-1-5 0,0 14 0,-1-9 0,-1 7 0,-1-8 0,0-1 0,0 12 0,0-11 0,0 18 0,0-13 0,1 1 0,-1-5 0,2-7 0,-1 3 0,1-2 0,0 7 0,0-9 0,0 5 0,0-7 0,-1-1 0,1-1 0,0 0 0,-1-3 0,-1 2 0,0-2 0,0 1 0,2-2 0,0 2 0,0-2 0,-1 2 0,0-1 0,0-1 0,2 0 0,-1-1 0,1 0 0,1-1 0,3-1 0,-1 1 0,2-1 0,5-3 0,-6 4 0,5-3 0,-7 4 0,-1-2 0,-4 2 0,-1-2 0,-5 1 0,-4-1 0,1-2 0,-2 0 0</inkml:trace>
  <inkml:trace contextRef="#ctx0" brushRef="#br0" timeOffset="203803">4393 14267 5734,'8'0'0,"1"0"0,-2 1 0,4 1 0,1 1 0,-1-1 0,4 1 0,10 1 0,-10-3 0,10 2 0,-15-3 0,0 0 0,-2-1 0,2 0 0,-4 1 0,3-3 0,-6 2 0,-8-5 0,1 3 0,-7-3 0</inkml:trace>
  <inkml:trace contextRef="#ctx0" brushRef="#br0" timeOffset="204827">4710 14363 5734,'3'8'0,"0"0"0,0-3 0,-1 0 0,0 0 0,1 0 0,0 5 0,0-2 0,0 9 0,1-2 0,-1 2 0,0-2 0,-1-4 0,1 1 0,-1-1 0,2 5 0,-2-3 0,1 4 0,-1-2 0,0-2 0,1 9 0,-1-13 0,-1 7 0,-1-14 0,0 1 0,0-2 0,-2-2 0,0 0 0,0-2 0,0-1 0,-1 0 0,1-2 0,0-2 0,0 0 0,-1-13 0,3 8 0,0-31 0,1 26 0,2-16 0,-1 23 0,1 2 0,1-4 0,-1 4 0,1-3 0,1 1 0,-1 3 0,0-2 0,3 0 0,-4 5 0,3-2 0,-3 5 0,0 1 0,3-1 0,-2 1 0,2-1 0,1 0 0,-3 2 0,3-1 0,0 2 0,-3 0 0,7 4 0,-6-2 0,3 2 0,-5-1 0,5 21 0,-5-11 0,3 19 0,-6-17 0,0 1 0,-1 2 0,1 0 0,0 0 0,0 8 0,0-7 0,1 4 0,-1-9 0,0 2 0,1-1 0,0-2 0,-1-5 0,-2-8 0,0-2 0,-4-3 0,2-3 0,-1-2 0</inkml:trace>
  <inkml:trace contextRef="#ctx0" brushRef="#br0" timeOffset="206251">4970 14315 5734,'6'-1'0,"0"1"0,2 0 0,-2-1 0,3 1 0,-1-2 0,5 0 0,-2 0 0,4-1 0,3-1 0,-6 1 0,6 0 0,-3 0 0,-4 2 0,2 0 0,-4 1 0,-3 0 0,1 0 0,-4 0 0,-1 0 0,1 0 0,-2 0 0,0 0 0,-1 2 0,0-1 0,-1 2 0,-1-3 0,1 1 0,1 0 0,0 1 0,0 1 0,0 3 0,0-3 0,0 8 0,1-4 0,-1 3 0,0 3 0,-1-2 0,1 4 0,0 19 0,0-16 0,0 17 0,0-22 0,0 8 0,2-7 0,0 16 0,0-18 0,2 18 0,-3-18 0,2 8 0,-2-12 0,1 0 0,0 3 0,0-3 0,1 6 0,-3-9 0,2 2 0,-1-4 0,0 1 0,0 1 0,0 0 0,0 0 0,1 5 0,-2-4 0,2 2 0,-1 1 0,-1-6 0,1 3 0,-1-4 0,-1-2 0,0-4 0,0 3 0,0-4 0,-1 3 0,0 0 0,1 1 0,-5-2 0,2 2 0,-6-2 0,3 1 0,-3 1 0,-14 0 0,13 0 0,-13 1 0,17 0 0,-3 1 0,5-1 0,-5 1 0,3-1 0,-4-2 0,-1 0 0,0-2 0,1-1 0</inkml:trace>
  <inkml:trace contextRef="#ctx0" brushRef="#br0" timeOffset="-214436.73">3891 15819 5734,'1'6'0,"0"1"0,-1-2 0,0 1 0,1 17 0,-2-8 0,-2 31 0,-1-22-820,1 6 1,-1 12 0,0 2 0,1-8 331,0-5 1,2 0 487,-2 3 0,0 4 0,0 2 0,2-2-470,1 9 1,1-1-1,0-4 470,0-7 0,0 0 0,-1 2 0,2 6 0,-1 0 0,0-8 0,0-6 0,0-2-19,1 7 1,0 6 0,1 1 0,-1-5 18,1 1 0,-1 1 0,1-1 0,1 4 0,-1 3 0,1-3 0,1 7 0,1-1 0,-1-2 0,-1-11 0,0-2 0,-1 2 0,2 7 0,0 1 0,0-6 0,1 12 710,-5-17-710,-10-4 0,0-29 0,-9-9 0</inkml:trace>
  <inkml:trace contextRef="#ctx0" brushRef="#br0" timeOffset="-212342.73">3887 15973 5734,'3'3'0,"-1"0"0,3-3 0,7-1 0,-4 0 0,8 0 0,0 1 0,0 0 0,6 1 0,10-1 0,-5 1-299,13-1 299,-15-1 0,1-1-1457,18-1 1457,-15 0 0,4 0 0,-1 0 0,3-1 0,-2 0 0,-1 1 0,4-1 0,3 0 0,7-1 0,1 0 0,-6 1-1405,1-1 0,0 1 1405,1 0 0,3-1 0,-1 1 0,-8 0 0,0 1 0,2 0-276,-2 0 0,3 0 0,1-1 0,1 1 276,-2 0 0,1 0 0,0 0 0,0-1 0,-1 1-16,3 0 0,-1 0 0,-1 0 0,-1 0 16,10-1 0,-2 1 0,-5 0 0,-9 0 0,-4 2 0,-1-1 0,1 0 0,13 1 0,-1-1 0,-17 1 0,0 1 0,21 0 0,-4 0 0,-14 1 0,-1 1 0,-2 0 0,-10-1 841,7 1-841,-18-2 1291,0 0-1291,-1 0 3276,-1-1-3263,1 0 300,-2 0-313,0 2 0,1-1 0,-1 0 0,1 2 0,-1 0 0,1 2 0,1 3 0,-1-1 0,3 4 0,7 35 0,-4-19-579,-1 2 1,0 0 578,-1 3 0,1 3 0,-1 5 0,1 3 0,-1 3 0,-2-9 0,1 5 0,-1-2 0,0-6 0,0 1 0,-1 4 0,1 7 0,1 0 0,-2-7-1084,0-5 0,-1-2 1084,1 1 0,0 3 0,-1-3 0,0 7 0,1-2-676,-2-9 0,1 1 676,0 7 0,-1 0 0,1-1 0,0-2 0,-1-8 0,0 0-458,2 14 0,0-1 458,1 2 286,-1-11 0,1-1-286,1 7 0,1-4 1636,-3-7-1636,1-10 0,2 10 0,-2-9 0,1 8 1667,-1-8-1667,0-2 1680,-1-1-1680,0-4 38,-2-5-38,-1-1 0,0 1 0,0-2 0,0 1 0,0 0 0,0-1 0,0 1 0,0-1 0,-3-1 0,1-1 0,-5-3 0,2 1 0,-32-13 0,16 8-807,-24-9 807,22 10 0,-16-4 0,7 4 0,-6 3 0,-2 0 0,-4 2 0,10 1 0,-4 1 0,4 1 0,-14-1 0,11 1 0,1 1 0,0-1 0,1 1 0,10-1 0,1 1 0,-14 1 0,-10 0 0,1 2 0,12-1 0,8 0 0,0-1 0,-2 2 0,-7 0-166,4 0 166,9-3 0,-12 4 0,16-3 0,-4 0 0,-14 4 0,18-4 0,-17 3 0,17-2 0,4-1 793,-4 1-793,-3-1 0,5 1 0,-5 0 0,-11 5 0,12-5 0,-12 5-43,16-5 43,1 1 0,-1-1 0,1 0 0,0-1 0,1 0 0,0-1 0,0 1 223,-1-1-223,-4 1 0,4-1 0,-9 2 0,10-3 0,-3 2 0,0-1 0,4 0 0,-27 0 0,24-1 0,-16 0 0,24-1 0,0 0 0,0 2 0,-4 0 0,2-1 0,-14 2 0,14-1 0,-10 1 0,13-1 0,-1-1 0,-5 1 0,4 0 0,-6 0 0,1 0 0,2 0 0,-8 2 0,9-2 0,-9 1 0,9 0 0,-2-1 0,1 0 0,4 0 0,-5 0 0,7-2 0,-1 1 0,1-1 0,1 0 0,-2 0 0,3 0 0,0-1 0,1 1 0,3 0 0,-2 0 0,2 0 0,-2 0 0,1 0 0,-1 0 0,-4-1 0,1 1 0,-4-1 0,4 1 0,-3-2 0,3 1 0,0 0 0,0 0 0,0 1 0,0 0 0,-3 0 0,3 0 0,-3 0 0,3 1 0,2-1 0,-1 0 0,3 0 0,0 0 0,1 0 0,0 0 0,0-4 0,1 4 0,-12-11 0,1 4 0,-10-6 0</inkml:trace>
  <inkml:trace contextRef="#ctx0" brushRef="#br0" timeOffset="-204401.73">4461 16415 5734,'0'-6'0,"0"1"0,0 3 0,0 0 0,1 1 0,1 2 0,-1 0 0,1 2 0,-2-2 0,0 3 0,0 0 0,0 4 0,1 4 0,0 0 0,3 12 0,-1-7 0,4 12 0,0 2 0,0-3-571,1 5 1,0-1 570,-3-9 0,2 6 0,-1 3 0,-2-12 0,2 8 0,-4-16 0,1 8 0,-2-11 0,1 9 0,-2-15 0,-1 4 1141,0-4-1141,0 1 0,1-2 0,0 0 0,0 0 0,0 0 0,1-1 0,0-9 0,-1 4 0,0-6 0,-1 5 0,1-1 0,3-6 0,-2 3 0,5-13 0,-3 11 0,2-7 0,0 3 0,-1 3 0,2-4 0,0 0 0,-1 5 0,1-2 0,-1 2 0,-1 5 0,1-1 0,9-2 0,-8 6 0,9-5 0,-8 4 0,-1 1 0,1 0 0,0 0 0,-1 0 0,1 0 0,5-2 0,-5 2 0,4-1 0,-8 2 0,0 1 0,1 1 0,-2 0 0,1 0 0,-1 0 0,-1 0 0,1 2 0,0-1 0,0 3 0,-1-1 0,1 1 0,0 1 0,-1 3 0,-1-1 0,0 3 0,1 1 0,0-1 0,0 4 0,0 1 0,-1-3 0,0 5 0,-1 16 0,1-16 0,0 14 0,0-21 0,0 5 0,0-7 0,1 5 0,-1-10 0,0 0 0,1 0 0,3 2 0,-2-2 0,2 2 0,-3-3 0,0-1 0,2 1 0,-1-1 0,0 0 0,1-3 0,-2 0 0,1-3 0,-4-3 0,1-1 0,-1-2 0</inkml:trace>
  <inkml:trace contextRef="#ctx0" brushRef="#br0" timeOffset="-203632.73">4915 16515 5734,'0'10'0,"1"-2"0,2 7 0,-2-7 0,1 4 0,0-4 0,-1-1 0,0 1 0,-1 1 0,0-2 0,0 3 0,0 1 0,1-2 0,-1 4 0,1 1 0,-1-2 0,0 3 0,1 4 0,0-7 0,2 21 0,-3-21 0,2 13 0,-2-19 0,2 6 0,-2-4 0,2 9 0,-2-10 0,1 3 0,1-2 0,0-4 0,0 3 0,-1-3 0,1-1 0,-1 0 0,2 2 0,0-3 0,3 3 0,-3-4 0,4 2 0,-4-1 0,3-1 0,-4 0 0,2-1 0,-2 0 0,0 0 0,4-1 0,-2 1 0,6-2 0,-3-1 0,4 1 0,-5-1 0,-1 2 0,-3-1 0,-1-1 0,0-2 0,-2 2 0,-1-2 0,-2 2 0,1 0 0,-1-1 0</inkml:trace>
  <inkml:trace contextRef="#ctx0" brushRef="#br0" timeOffset="-203267.73">4899 16621 5734,'9'-5'0,"-1"2"0,1 0 0,0 0 0,-2 1 0,4-2 0,1-1 0,-1 2 0,3-2 0,0-1 0,-5 1 0,3-2 0,-4 3 0,-4 2 0,1 0 0,-5 3 0,-1 0 0</inkml:trace>
  <inkml:trace contextRef="#ctx0" brushRef="#br0" timeOffset="-202416.73">5140 16674 5734,'5'11'0,"0"0"0,-2 2 0,-1-3 0,0 4 0,1 2 0,-1-2 0,1 3 0,1 11 0,-1-14 0,0 10 0,-2-19 0,-1 1 0,0-3 0,0 2 0,1-2 0,-1-3 0,0-5 0,-1 1 0,-1-5 0,1 2 0,-1 0 0,0-9 0,0 5 0,1-7 0,1 3 0,0 4 0,2-4 0,1 1 0,-2 3 0,4-3 0,1-2 0,-1 6 0,4-10 0,-5 12 0,13-8 0,-11 11 0,7-4 0,-7 8 0,-2 0 0,1 1 0,1 0 0,-2 1 0,1 0 0,5 2 0,-6-1 0,5 1 0,-6-1 0,-1 1 0,2 1 0,-1-1 0,0 2 0,2 7 0,-2-3 0,5 16 0,-6-14 0,4 18 0,-4-17 0,0 6 0,0-8 0,-1-2 0,0 0 0,1-1 0,1 5 0,-2-5 0,0 2 0,-1-6 0,-1-1 0,-1-4 0,1 0 0,-1-3 0</inkml:trace>
  <inkml:trace contextRef="#ctx0" brushRef="#br0" timeOffset="-201482.73">5383 16557 5734,'12'4'0,"0"-2"0,4 0 0,-2-1 0,6 0 0,6-2 0,-5 0 0,7-2 0,6-2 0,-15 2 0,10-2 0,-16 2 0,-4 1 0,-1-1 0,-2 2 0,-3 1 0,0 0 0,-3 0 0,-4-1 0,0-1 0,-2 2 0,3-2 0,1 2 0,-1 1 0,-1-1 0,-1 4 0,1-2 0,-1 2 0,3-1 0,-1 0 0,-1 6 0,1-3 0,0 10 0,2-9 0,1 11 0,1-10 0,0 7 0,1 3 0,-1-6 0,5 20 0,-3-17 0,3 10 0,-1-6 0,-1-5 0,2 4 0,-1-2 0,0-4 0,3 9 0,-2-6 0,0 0 0,-2-4 0,-2-6 0,0 4 0,-1-5 0,0 6 0,-1-8 0,-1 1 0,-5-2 0,0 0 0,-5-1 0,1 1 0,-1 0 0,-2 0 0,-13 3 0,9-3 0,-10 2 0,9-2 0,4-2 0,-1 2 0,5 0 0,2 0 0,2 0 0,3 0 0</inkml:trace>
  <inkml:trace contextRef="#ctx0" brushRef="#br0" timeOffset="-199801.73">2128 16714 5734,'4'4'0,"0"1"0,-1-4 0,1 1 0,1-1 0,1 1 0,4 0 0,-2 0 0,7 0 0,-6 0 0,13 1 0,-10-2 0,7 2 0,-4-1 0,7 0 0,-4 0 0,4 0 0,-9-1 0,13-1 0,-7 0 0,24-2 0,-23 2 0,27-1 0,-26 1 0,13-1 0,-7 0 0,-6 0 0,8-1 0,10 0 0,-14 0 0,3 1 0,0-1 0,-5 1 0,2 2 0,0 0 0,-5 0 0,11 3 0,11 2 0,-20-3-478,21 3 478,-25-5 0,9 1 0,-5-1 0,6 0 0,0-1 0,-7 0 0,6 0 0,17 0 0,-20 0 0,18 0 0,-24 0 0,-1 0 0,0 0 0,13 0 0,2 0 0,-3-1 0,10 1 0,0 0 0,-18 0 0,5-1 0,0 0 0,-2 0 0,5 0 0,0-1 0,-3 2 0,13-1 0,-13 1 0,-7 0 0,4 1 0,-3 0 0,-6 0 478,4 1-478,10 2 0,-14-2 0,14 2 0,-20-3 0,0 1 0,2 0 0,-4-1 0,6 2 0,-7-2 0,2 2 0,-3-2 0,-3 0 0,2 1 0,-2-1 0,-1 0 0,2 0 0,0-2 0,0 1 0,-1-2 0,-14 2 0,3 1 0,-11 0 0,5 0 0,0-1 0,1 0 0</inkml:trace>
  <inkml:trace contextRef="#ctx0" brushRef="#br0" timeOffset="-198033.73">3604 16684 5734,'-2'4'0,"1"-1"0,2 0 0,0-2 0,1 0 0,-1 0 0,3 1 0,0-2 0,16 1 0,-11-1 0,11 0 0,-10 2 0,-2 0 0,3 0 0,9 5 0,-8-3 0,26 10 0,-24-9 0,11 4 0,-17-7 0,-1 1 0,1 1 0,-2-2 0,-1 2 0,-3 6 0,-3-4 0,-11 14 0,2-10 0,-22 21 0,17-18 0,-3 6 0,0-1 0,8-8 0,-7 7 0,14-14 0,1-1 0,0-2 0,-1 0 0,-4-3 0,1-2 0,-1-3 0</inkml:trace>
  <inkml:trace contextRef="#ctx0" brushRef="#br0" timeOffset="-196599.73">2260 16052 5734,'-4'5'0,"2"0"0,3-6 0,0 2 0,1 0 0,0 0 0,0 2 0,4 4 0,-3-2 0,4 5 0,7 16 0,-7-11 0,4 6 0,1 1 0,-4-5 0,6 11 0,-3-7 0,-2-6 0,2 6 0,-2-5 0,-2-4 0,1 2 0,-2-3 0,-2-5 0,1 2 0,-3-6 0,-1-1 0,1 0 0,0 0 0,-1 0 0,2 1 0,-1-3 0,-1 2 0,0-1 0</inkml:trace>
  <inkml:trace contextRef="#ctx0" brushRef="#br0" timeOffset="-196110.73">2197 16424 5734,'6'-12'0,"-1"1"0,7-7 0,-3 5 0,5-8 0,-1-1 0,-2 5 0,3-7 0,3-4 0,-6 11 0,9-20 0,-14 26 0,3-8 0,-6 14 0,-1 1 0,2-1 0,-1 0 0,0-1 0,0 0 0,-1 2 0,-1-1 0,1 0 0,-2 3 0,2-2 0,-2 2 0,-4 2 0,0 0 0,-3-1 0,3-1 0</inkml:trace>
  <inkml:trace contextRef="#ctx0" brushRef="#br0" timeOffset="-195279.73">2525 16106 5734,'0'5'0,"1"41"0,0-9 0,0-7 0,0 1 0,0 8 0,-1-18 0,5 8 0,0-9 0,12 6 0,6-16 0,-11-9 0,2-5 0,-20-4 0,2 3 0</inkml:trace>
  <inkml:trace contextRef="#ctx0" brushRef="#br0" timeOffset="-195035.73">2473 16131 5734,'0'-3'0,"0"0"0,0 3 0,-3 1 0,0 0 0</inkml:trace>
  <inkml:trace contextRef="#ctx0" brushRef="#br0" timeOffset="-194399.73">2483 16107 5734,'-2'3'0,"0"0"0,1-2 0,1 1 0,1-1 0,-1 1 0,1-1 0,-1 1 0,1 0 0,0 0 0,1 0 0,0 0 0,-1-1 0,0 0 0,0 0 0,1 0 0,-1-1 0,2-1 0,-3-1 0,2 0 0,-1 0 0,4 1 0,-3 0 0,2 1 0,0-1 0,-1 0 0,0-1 0,2 0 0,-2 2 0,1-2 0,-1 0 0,-1 1 0,2-2 0,7 1 0,-4 0 0,5 1 0,-8 0 0,-1 1 0,-1 0 0,1 0 0,-9 1 0,-4 4 0,-3-1 0,-1 4 0</inkml:trace>
  <inkml:trace contextRef="#ctx0" brushRef="#br0" timeOffset="-193492.73">2632 16189 5734,'-3'2'0,"0"1"0,3-2 0,0 2 0,-1-2 0,0 2 0,0-1 0,1 2 0,2 2 0,-1 0 0,1 2 0,1 4 0,-1-3 0,2 5 0,1 3 0,-2-6 0,2 12 0,-3-14 0,1 11 0,-2-11 0,1 2 0,-2-6 0,0-2 0,0-1 0,0-1 0,-3-10 0,2 5 0,-3-9 0,3 8 0,0-2 0,0 1 0,-1-5 0,0 2 0,1-2 0,1-9 0,0 8 0,2-18 0,0 18 0,3-8 0,0 7 0,-1 3 0,2-2 0,3-1 0,-4 6 0,15-16 0,-14 17 0,9-8 0,-12 14 0,0 0 0,3 2 0,-3-1 0,4 5 0,-3-2 0,5 8 0,-4-5 0,2 6 0,-2-1 0,-2-1 0,2 6 0,-2 3 0,0-4 0,0 5 0,-1 0 0,0-5 0,-1 5 0,0-4 0,0-5 0,0 3 0,2-2 0,-2-5 0,1 2 0,-2-6 0,-1-2 0,-3-7 0,1 1 0,-3-7 0,3 2 0,-1 0 0</inkml:trace>
  <inkml:trace contextRef="#ctx0" brushRef="#br0" timeOffset="-192875.73">2873 16049 5734,'-2'6'0,"0"1"0,2-4 0,5 3 0,1-4 0,4 0 0,10-4 0,-6 0 0,22-3 0,-19 2 0,19-1 0,-22 2 0,13-2 0,-20 2 0,6 0 0,-10 2 0,0 0 0,-5 3 0,-3 6 0,1-2 0,-1 4 0,-1 5 0,3-5 0,-4 7 0,5-5 0,0 0 0,0 1 0,1 17 0,1-10 0,3 25 0,0-27 0,0 8 0,0-12 0,-2-4 0,0 1 0,-2-3 0,0-3 0,-2 2 0,-3-1 0,1-2 0,-3 3 0,-11 2 0,10-6 0,-9 6 0,13-8 0,1 0 0</inkml:trace>
  <inkml:trace contextRef="#ctx0" brushRef="#br0" timeOffset="-190494.73">6249 16674 5734,'-4'1'0,"1"0"0,2 0 0,1 0 0,2-3 0,0 1 0,1-2 0,-2 3 0,1-1 0,1-1 0,1 1 0,2-1 0,3-2 0,-1 2 0,4-2 0,2 1 0,-2 0 0,3-1 0,6 0 0,-7 0 0,21-1 0,-19 3 0,22-2 0,-21 1 0,10-1 0,5 0 0,-11 1 0,5 1 0,1-1 0,-2 0-664,15-2 664,-16 3 0,0-1 0,1 1 0,1-1 0,0 0 0,9 0-193,-7 0 1,1-1 192,17-1-1226,-9 1 1226,-13 1 0,0 0 0,1 1 0,-1 0 0,12-1 332,11 0-332,-4 3 0,-1-1-895,0 2 895,-7-1 0,-12 1 309,-2 0-309,18-1 0,-14-1 1188,14 1-1188,-6-1 0,-8 0 235,10 0-235,12-1 0,-16-1 0,15 0 0,0-1 0,-10 0-10,-2 1 1,-2-1 9,-10 2 0,-2 0-196,5 0 196,-8 0 0,3 1 0,-4 0 0,-7 1 0,5 0 0,-10 0 1101,1 0-1101,-3 0 220,0 0-220,-1 0 0,-5 0 0,2-1 0,-3 1 0,3 0 0,0 0 0,0 0 0,-1 1 0,2-1 0,-1 1 0,0-1 0,1-1 0,-4-1 0,3 0 0,-4-1 0,3 2 0,-2-1 0,-17-6 0,11 3 0,-14-4 0,4-1 0,8 3 0,-6-4 0,9 5 0,5 2 0,-2 1 0,4 0 0,-3-1 0,2 1 0,-3-3 0,4 4 0,-2-2 0,3 4 0,0 0 0,7 3 0,-1 2 0,4 0 0,-3 0 0,-1-2 0,-1-1 0,6 3 0,-3-2 0,10 4 0,-1-2 0,-1 0 0,1 1 0,-8-3 0,4 2 0,-3-1 0,3 2 0,-1-1 0,-3-1 0,1 1 0,-2-1 0,-2 0 0,1-1 0,-1 0 0,-2-2 0,-3 3 0,-2 0 0,-10 9 0,4-3 0,-6 6 0,-1 5 0,5-8 0,-5 8 0,0 0 0,5-8 0,-10 14 0,16-24 0,1-2 0,-2-1 0,-5-2 0,2-2 0,-1-4 0,4-1 0</inkml:trace>
  <inkml:trace contextRef="#ctx0" brushRef="#br0" timeOffset="-189077.73">6485 15630 5734,'-7'-4'0,"3"10"0,3 1 0,1 9 0,0-2 0,0 1 0,2 13 0,0-6 0,0 8 0,5-1 0,2 0 0,-1-4 0,4 3 0,3-5 0,-4-20 0,7-3 0,2-19 0,-1-4 0,-2 2-407,2-4 0,-2 1 407,-9 6-224,0-5 224,-2 6 0,2-11 0,-5 17 0,2-7 0,-3 14 0,1 0 0,-2 6 795,1 2-795,1 8 243,0-2-243,0 9 0,0 19 0,-2-11 0,-1 7 0,-1 2-1092,-2-4 1092,2-7 0,-2 1 0,-2 9-583,0-10 583,-2 5 0,-8 0 0,4-13 0,-18 0 0,-2-3 0,7-8 0,-4 0 0,1-2 0,14-6 0,-2-3 0,6 1 0,1-4 0,8-5 1023,3 3-1023,3-6 163,2 5 0,1-1 0,0-1 0</inkml:trace>
  <inkml:trace contextRef="#ctx0" brushRef="#br0" timeOffset="-188683.73">6830 15723 5734,'-2'3'0,"0"6"0,2-4 0,4 15 0,-2-9 0,5 21 0,-4-15 0,3 9 0,-1-4 0,-1-6 0,2 4 0,0-3 0,-2-5 0,3 2 0,2-4 0,-4-5 0,5-1 0,-4-6 0,-1-3 0,0-13 0,-3 5 0,0-10 0,-3 7 0</inkml:trace>
  <inkml:trace contextRef="#ctx0" brushRef="#br0" timeOffset="-188474.73">6801 15688 5734,'11'2'0,"-1"0"0,0-3 0,1-1 0,1-1 0,-1 1 0,1-1 0,2 0 0,-3 1 0,1-1 0,-3 1 0,-1 1 0</inkml:trace>
  <inkml:trace contextRef="#ctx0" brushRef="#br0" timeOffset="-188060.73">7007 15717 5734,'-1'10'0,"-2"7"0,2-2 0,0 20 0,1-17 0,1 7 0,1-1 0,-1-8 0,3 13 0,-3-23 0,0-1 0,-1-2 0,0-2 0,0-5 0,0-1 0,0-4 0,1-7 0,0 4 0,2-7 0,0 3 0,0 2 0,1-4 0,3-1 0,-1 4 0,2-5 0,1 2 0,-2 5 0,1-2 0,0 7 0,-3 3 0,3 2 0,1 11 0,-3-1 0,4 22 0,-6-12 0,1 11 0,-1-7 0,0-5 0,2 4 0,4 6 0,-7-15 0,6 9 0,-9-18 0,1 0 0,-2-1 0,1 1 0,-2-2 0,0 0 0</inkml:trace>
  <inkml:trace contextRef="#ctx0" brushRef="#br0" timeOffset="-187594.73">7196 15657 5734,'11'-3'0,"-2"1"0,12-2 0,-8 1 0,7-1 0,3-1 0,-11 2 0,8-1 0,-15 4 0,-1 0 0,-1 0 0,1 0 0,-2-1 0,0 1 0,-1 0 0,-1 3 0,-1 0 0,0 4 0,-1 7 0,0-3 0,0 9 0,0 0 0,0-2 0,1 6 0,0 1 0,1-6 0,0 6 0,1-2 0,1-7 0,1 8 0,-3-4 0,1-5 0,-3 1 0,0-10 0,-1 0 0,-3 1 0,2-3 0,-1 2 0,4-6 0,-1-1 0,2-3 0,-2 2 0,-2-4 0,0 2 0,1-4 0,2 2 0</inkml:trace>
  <inkml:trace contextRef="#ctx0" brushRef="#br0" timeOffset="-187046.73">7544 15791 5734,'6'0'0,"0"-1"0,-1 0 0,7 0 0,-5 1 0,7 0 0,-3 0 0,-3 0 0,3 0 0,0 0 0,-2 1 0,1-1 0,3-1 0,-4 0 0,5-2 0,-11 2 0,-3-4 0,-3 3 0,-3-3 0</inkml:trace>
  <inkml:trace contextRef="#ctx0" brushRef="#br0" timeOffset="-186433.73">7576 15935 5734,'3'2'0,"0"1"0,11-5 0,-1 0 0,4 0 0,-4 0 0,-2 0 0,-1-1 0,1 1 0,4 0 0,-5 1 0,3-1 0,-2 0 0,-3 1 0,2 0 0,-5 1 0,-1 0 0,0 0 0,2 0 0,0 0 0,1 2 0,-5 0 0,-3 1 0,-6-1 0,-1 0 0</inkml:trace>
  <inkml:trace contextRef="#ctx0" brushRef="#br0" timeOffset="-180785.73">7933 15207 5734,'-2'5'0,"0"-1"0,2-3 0,-1 2 0,1-1 0,-1 1 0,1-2 0,0 0 0,-3 18 0,2-9 0,-2 15 0,5 2 0,1 1 0,0-1 0,0 7 0,2 8 0,-1-8 0,0-2 0,0 3 0,0 0 0,-2-5 0,0-10 0,0 9 0,0-1 0,-1 2 0,0 6-602,0-1 0,0-2 602,-1-6 0,-1-4-58,1 0 58,0-13 0,0 5 0,0-16 0,-3-13 0,1 7 1196,-2-12-1196,3 14 66,0-2-66,1-4 0,0 2 0,1-13 0,0 9 0,5-13 0,2-1 0,-2 5 0,2-2 0,1-1 0,2-2 0,-1 6 0,5-11 0,-8 18 0,0 0 0,-4 10 0,1 0 0,9 15 0,-6-3 0,8 13 0,-5 15 0,-4-12 0,3 17 0,-3-8-660,-1-8 660,0 7-416,0-6 416,-1-8 0,0 3 0,-1-6 0,-1-5 0,0 2 631,1-3-631,-3-5 445,2 1-445,-3-4 0,-7-4 0,3-1 0,-5-4 0,7-2 0</inkml:trace>
  <inkml:trace contextRef="#ctx0" brushRef="#br0" timeOffset="-180265.73">8244 15604 5734,'5'12'0,"0"7"0,-3-9 0,0 7 0,1 0 0,0-3 0,0 6 0,2 8 0,-2-9 0,3 10 0,-1-9 0,-1-6 0,0 4 0,5-2 0,-5-7 0,6 3 0,-6-10 0,1-1 0,7-8 0,-4 3 0,9-12 0,-10 9 0,2-5 0,-11-6 0,0 8 0,-5-10 0,2 10 0</inkml:trace>
  <inkml:trace contextRef="#ctx0" brushRef="#br0" timeOffset="-180080.73">8157 15621 5734,'29'-2'0,"-3"-1"0,1 0 0,-12 2 0,10-2 0,-17 3 0,1 0 0</inkml:trace>
  <inkml:trace contextRef="#ctx0" brushRef="#br0" timeOffset="-179638.73">8415 15679 5734,'4'29'0,"-1"-3"0,-2-14 0,-1 7 0,0-6 0,-1 5 0,-1-4 0,1-5 0,0 1 0,1-1 0,0-6 0,-1 0 0,0-11 0,1 1 0,1-5 0,2-4 0,0 3 0,1-6 0,3 1 0,-1 3 0,3-3 0,1-1 0,-1 6 0,2-4 0,3-1 0,-5 8 0,9-5 0,-11 13 0,10 4 0,-9 5 0,5 21 0,-1 5 0,-3-8 0,0 6 0,0-1 0,-5-12 0,-1-7 0,1 6 0,-2-11 0,0 2 0,-4-8 0,0-1 0,-1-5 0,0 0 0</inkml:trace>
  <inkml:trace contextRef="#ctx0" brushRef="#br0" timeOffset="-179240.73">8653 15536 5734,'12'-4'0,"-6"2"0,4-2 0,-5 4 0,-3 0 0,3 1 0,-3 4 0,1-1 0,1 4 0,1 9 0,-2-5 0,3 21 0,-4-15 0,2 9 0,-1-2 0,0-6 0,0 5 0,0 0 0,-2-7 0,1 4 0,-2-3 0,0-6 0,1 3 0,-6 2 0,1-10 0,-6 6 0,3-12 0,-4-1 0,3-1 0,-3-1 0,-2-4 0,3 1 0,-3-2 0,7 0 0,0 0 0</inkml:trace>
  <inkml:trace contextRef="#ctx0" brushRef="#br0" timeOffset="-178831.73">8938 15629 5734,'8'6'0,"-2"0"0,4 2 0,-2-1 0,5 4 0,7 7 0,-6-6 0,22 17 0,-19-18 0,10 6 0,1 0 0,-8-7-302,20 11 302,-31-16 0,-2 0 0,2-1 0,-3-3 0,1 1 0,-4-2 0,-1 0 0,1 0 302,-8-3-302,1 2 0,-6-3 0,3 0 0</inkml:trace>
  <inkml:trace contextRef="#ctx0" brushRef="#br0" timeOffset="-178459.73">9187 15586 5734,'-5'7'0,"0"2"0,-2 5 0,0 0 0,-2 6 0,-3 6 0,3-5 0,-1 8 0,-2 8 0,5-12 0,0 1 0,0 1 0,1-6 0,-5 21 0,7-27 0,-1 4 0,3-13 0,2 0 0,-1-3 0,-1-1 0,-5-10 0,1 1 0,-2-8 0</inkml:trace>
  <inkml:trace contextRef="#ctx0" brushRef="#br0" timeOffset="-178150.73">9063 15591 5734,'-2'7'0,"-1"-1"0,8 19 0,-2-11 0,5 16 0,-4-15 0,1 1 0,4 15 0,-3-12 0,6 23 0,-8-27 0,4 7 0,-3-8 0,-1-6 0,0 3 0,-1-7 0,-3-2 0,-4-3 0,-1-1 0,-4-3 0,1 1 0</inkml:trace>
  <inkml:trace contextRef="#ctx0" brushRef="#br0" timeOffset="-177923.73">8956 15725 5734,'10'-4'0,"0"1"0,2-1 0,1 1 0,2-1 0,23-6 0,-19 5 0,16-5 0,-20 5 0,-7 1 0,4 0 0,-8 1 0,-1 2 0,-1-1 0,-1 1 0,0 0 0,-1 0 0</inkml:trace>
  <inkml:trace contextRef="#ctx0" brushRef="#br0" timeOffset="-177070.73">9034 15825 5734,'35'-10'0,"-10"2"0,4-2 0,-1-1 0,-10 4-242,6-2 0,-2 1 242,-15 6 158,0-1-158,-1 1 81,-1-1-81,-2 2 0,-1 0 0,-2 1 0</inkml:trace>
  <inkml:trace contextRef="#ctx0" brushRef="#br0" timeOffset="-175321.73">9514 15615 5734,'1'5'0,"0"-2"0,-2-2 0,8 3 0,-3-1 0,8 3 0,-5 0 0,0-1 0,1 1 0,12 16 0,-10-10 0,10 12 0,-12-11 0,-2-3 0,2 2 0,2 1 0,-5-5 0,7 5 0,-7-9 0,5 4 0,-6-5 0,4 2 0,-3 0 0,0-1 0,3 2 0,-3-2 0,0-1 0,-2-1 0,-2-1 0,1-1 0,0-2 0,1-5 0,-1 0 0,-1-4 0,-4-2 0,1 1 0,-1-3 0</inkml:trace>
  <inkml:trace contextRef="#ctx0" brushRef="#br0" timeOffset="-174768.73">9550 15846 5734,'15'-21'0,"-1"2"0,-7 11 0,5-8 0,-5 6 0,8-13 0,-9 13 0,4-5 0,2-4 0,-5 7 0,5-8 0,-7 12 0,0 1 0,2-3 0,-3 3 0,1-2 0,0 5 0,-2 0 0,4-1 0,-5 2 0,4-3 0,-4 3 0,1 0 0,-3 1 0,0 1 0,-10 6 0,3 0 0,-7 4 0,5-3 0</inkml:trace>
  <inkml:trace contextRef="#ctx0" brushRef="#br0" timeOffset="-174176.73">9827 15595 5734,'4'7'0,"0"17"0,-3-13 0,2 15 0,-2-15 0,0 0 0,1 5 0,-1-3 0,1 2 0,2 4 0,0-8 0,1 5 0,0 1 0,-1-8 0,2 8 0,-1-12 0,-1 1 0,6 2 0,-5-3 0,7 5 0,-8-7 0,5 2 0,-6-4 0,4 1 0,-3-3 0,2-2 0,-3 0 0,2-3 0,-7-8 0,0 5 0,-3-6 0</inkml:trace>
  <inkml:trace contextRef="#ctx0" brushRef="#br0" timeOffset="-173913.73">9825 15595 5734,'6'-1'0,"-1"-1"0,6-1 0,-4 1 0,9-5 0,-8 4 0,5-1 0,-6 3 0,0 0 0</inkml:trace>
  <inkml:trace contextRef="#ctx0" brushRef="#br0" timeOffset="-173300.73">10038 15680 5734,'2'6'0,"0"4"0,-1-1 0,2 11 0,-1-8 0,1 14 0,-1-15 0,1 11 0,-2-15 0,1 2 0,-1-6 0,0-2 0,0 0 0,1-5 0,-3 1 0,0-12 0,0 8 0,-1-7 0,2 8 0,0-1 0,0 1 0,0-3 0,0 2 0,0-2 0,0 0 0,1 2 0,0-3 0,5-8 0,-3 8 0,3-7 0,-3 12 0,-1 1 0,0 1 0,1 0 0,-1 1 0,2 1 0,1-2 0,-1 1 0,2-2 0,1 1 0,-1 1 0,1 0 0,-1 0 0,-2 1 0,1 0 0,-1 0 0,-2 2 0,0-1 0,1 6 0,0 3 0,1 18 0,-1-9 0,-2 10 0,0-15 0,-1 0 0,1 8 0,0-8 0,-1 11 0,0-14 0,0 1 0,-1-7 0,-3-5 0,1-1 0,-1-4 0,2 1 0</inkml:trace>
  <inkml:trace contextRef="#ctx0" brushRef="#br0" timeOffset="-172589.73">10278 15542 5734,'21'-4'0,"-1"0"0,-11 2 0,7-1 0,-8 1 0,4 0 0,-6 1 0,-3 1 0,1 0 0,-2 1 0,-1 0 0,-2 1 0,0 0 0,-1 1 0,0 0 0,-2 2 0,2-1 0,-1 1 0,1 1 0,0-2 0,0 3 0,-3 4 0,3-3 0,-3 6 0,2 1 0,1-2 0,-1 4 0,0 7 0,2-9 0,-1 9 0,4 11 0,1-17 0,1 17 0,-1-24 0,1 5 0,-2-5 0,2 4 0,-2-7 0,1 0 0,-1 0 0,1-1 0,3 7 0,-3-6 0,3 4 0,-4-9 0,1 0 0,0 1 0,-2-2 0,1 1 0,-3-2 0,-1 0 0,-2 0 0,-1 0 0,-1 1 0,1-1 0,-4 1 0,1-1 0,-2 1 0,-1-2 0,2 0 0,-4 0 0,-3-3 0,2-1 0,-7-2 0,3-2 0,-2 0 0</inkml:trace>
  <inkml:trace contextRef="#ctx0" brushRef="#br0" timeOffset="-145327.73">6485 15384 5734,'-2'-10'0,"1"0"0,2-3 0,0 1 0,3-5 0,1 4 0,2-2 0,2 1 0,16-17 0,-6 11-840,12-13 840,-11 14 0,9-4 0,3-1 0,-5 2 0,3 0 0,-2 3 0,-13 11-539,20-2 539,-15 5 0,15-2 0,-19 6 0,13-1 0,1 0 0,-1 0 0,0 0 0,3 0 0,3 2 0,-4 1 0,2 1 0,12 1 0,-1 1 0,-16 2 791,16 2-791,-6 0 0,-1 0 0,0-1 0,-4-2 0,5 0 0,-6-2 588,0-3-588,6-3 0,0-2 0,-4-2 0,-10 2 0,3-2 0,17-10 0,-1-1 0,0 0-391,1-1 1,0-1 390,-22 8 0,-2 0 0,12-7 0,-5 2 0,1-1 0,-8 3 0,0 0 0,0-1 0,0 1 0,2-4 0,-2 1 0,2-3 0,10-11 0,-16 15-500,11-13 500,-16 17 0,4-5 0,-11 11 0,-2 2 0,1 0 739,-3 3-739,0 2 542,-5 1-542,1 1 0,-5 3 0,-3 4 0,1-1 0,-13 15 0,12-9 0,-5 9 0,10 3 0,5-10 0,8 24 0,1-24 0,9 11 0,-3-16 0,26 7 0,-8-8-352,-5-2 0,4-2 352,3-4 0,1-1-1046,-5 0 0,0-1 1046,10-1 0,4 0 0,-2 0 0,2-1 0,-2 0 0,-1 0 0,3 1 0,-8-1 0,6 1 0,2-1 0,-2 0 0,-5 1-1212,8 0 0,-1-1 1212,1 1 0,3-1 0,-2 1 0,-10 0 0,-2 1 0,-2 0-211,6 0 1,1 0 210,-4 1 0,5 0 0,0 0 0,-5 0-47,3 1 1,-1 0 46,7 2 0,5 0 0,-7 0 0,-11 0 0,-2 0 0,9 2 0,1 2 0,6 4 0,-2 2 0,-15-6 0,0 2 0,9 4 0,3 3 0,-5-1 0,6 6 0,-1 3 0,-2 1 0,-11-4 2000,9 9-2000,-19-11 0,-6-7 595,-7 10-595,-11-12 0,-19 1 0,-6-3 0,-12-4 0,5-1 0,-1-1 0</inkml:trace>
  <inkml:trace contextRef="#ctx0" brushRef="#br0" timeOffset="-144145.73">6968 13945 5734,'-3'-5'0,"0"1"0,1 2 0,-2-1 0,-1 0 0,-1 0 0,-2 0 0,-1 2 0,-8-1 0,3 1 0,-23 5 0,16 1 0,-15 9 0,0 3 0,8-1-554,0 1 0,2 1 554,9 0-271,-5 18 271,10-12 0,5 4 0,2 0 0,7-4 0,4 13 0,9-12 0,-2-8 0,8 3 0,5-6 0,-5-5 1075,8-2-1075,3-7 0,-9-2 304,7-4-304,-3-4 0,-9 2 0,9-11 0,-20 10 0,3-6 0</inkml:trace>
  <inkml:trace contextRef="#ctx0" brushRef="#br0" timeOffset="-143676.73">7045 14091 5734,'-9'6'0,"2"0"0,-5 7 0,6-3 0,-5 6 0,3 1 0,3-2 0,-1 5 0,4 3 0,3-6 0,1 5 0,6-4 0,-1-5 0,18 3 0,-10-13 0,12-1 0,-7-14 0,-3 2 0,1-5 0,-4-3 0,-7 3 0,0-4 0,-10 0 0,-2 5 0,-12-10 0,5 13 0,-27-3 0,24 11 0,-14 3 0,22 4 0,-1 6 0,5-3 0,-1 4 0,7-6 0,1-1 0</inkml:trace>
  <inkml:trace contextRef="#ctx0" brushRef="#br0" timeOffset="-143268.73">7198 14116 5734,'5'7'0,"6"28"0,-7-18-596,6 22 596,-6-25 195,1 4-195,-1-5 99,2 7-99,-4-11 0,2 1 0,-3-7 302,-2-4-302,0-1 0,-1-4 0,0-2 0,0-1 0,-1-7 0,2 3 0,-1-5 0,2-2 0,0 6 0,0-5 0,3 5 0,-1 4 0,3-1 0,0 4 0,0 1 0,4 1 0,1 2 0,0 2 0,3 1 0,1 6 0,-2 0 0,2 5 0,-1 6 0,-4-3 0,1 6 0,5 18 0,-8-20 0,6 16 0,-10-26 0,0 1 0,-1-4 0,0 0 0,-1-5 0,1-2 0</inkml:trace>
  <inkml:trace contextRef="#ctx0" brushRef="#br0" timeOffset="-142985.73">7481 14077 5734,'-1'18'0,"1"7"0,2-6 0,1 7 0,7 17 0,-2-18-763,5 17 763,-6-26 0,0-2 186,1 0-186,-3-5 0,3-1 0,2-11 0,-1-4 0,3-7 0,4-21 0,-8 12-43,4-18 43,-9 18 0,0 0 0,-2 0 0,0-11 0,0 14-53,-1-10 53,0 21 0,0-1 0,-1 7 0,1 2 0,0 7 0,1-1 0,1 3 0</inkml:trace>
  <inkml:trace contextRef="#ctx0" brushRef="#br0" timeOffset="-142610.73">7797 14128 5734,'-9'4'0,"2"0"0,0 2 0,1 2 0,2 0 0,-1 1 0,4 3 0,0-2 0,1 3 0,6 7 0,-2-9 0,5 5 0,-3-12 0,1-3 0,3-3 0,-3-2 0,2-4 0,-3-6 0,-3 2 0,-1-3 0,-9-7 0,3 9 0,-7-7 0,1 7 0,4 4 0,-4-4 0,6 8 0,-1 0 0,1 5 0,3-1 0,1 1 0</inkml:trace>
  <inkml:trace contextRef="#ctx0" brushRef="#br0" timeOffset="-141718.73">7889 13785 5734,'5'14'0,"4"13"0,-4-4 0,2 8 0,0 0 0,0 5-356,-2-7 0,0 0 356,5 13-1100,-2-10 1100,2 7 0,-1-16 0,1-1 0,0 1 0,9 14 420,-12-28-420,3 0 0,-3-5 0,3-1 324,-1-10-324,-1-1 1068,1-3-1068,1-9 0,-4 6 0,2-14 0,-6 14 0,0-5 0,-2 1 0,0 5 0,0-3 0,-2 4 0,1 4 0,0 0 0,1 3 0,-1 2 0,1 2 0,-1 5 0,0 8 0,0 0 0,1 5 0,3 19 0,0-17 0,3 16 0,-1-24 0,0-1 0,1 2 0,-1-5 0,1 1 0,7-10 0,-4-2 0,12-15 0,-11 6 0,4-9 0,-7 5 0,-2 5 0,2-10 0,-4 13 0,1-7 0,-3 12 0,1 0 0,0 5 0,1 2 0,3 10 0,0-4 0,4 20 0,-5-16 0,7 23 0,-10-24 0,3 8 0,-8-18 0,1-1 0,1-4 0,0 0 0</inkml:trace>
  <inkml:trace contextRef="#ctx0" brushRef="#br0" timeOffset="-141401.73">8332 13786 5734,'4'32'0,"-1"-3"0,0-9 0,4 23 0,-3-15 0,3 18 0,-3-11 0,0-8 0,-1-2 0,0 1 0,-1-1-449,3 11 449,-4-21 0,0-1 110,0-4-110,1-2 0,-1-2 0,0-4 0,-2-7 0,1-1 84,-2-8 1,1 3 0,0-1 0</inkml:trace>
  <inkml:trace contextRef="#ctx0" brushRef="#br0" timeOffset="-141048.73">8349 14061 5734,'11'3'0,"2"-1"0,7-1 0,-3-1 0,20-2 0,-18 0 0,18 0 0,-24 0 0,9 1 0,-15 1 0,1 0 0,-5 0 0,0 0 0,-1 1 0,-1 0 0,0 0 0,2 5 0,-2-2 0,1 5 0,0 24 0,-1-16-308,0 21 308,-1-22 0,0 8 0,0-7 0,1 5 0,-1-6 0,1-5 0,0 0 0,-4-6 0,-1-4 0,-2-2 77,1-6 0,-2-3 0,1-4 0</inkml:trace>
  <inkml:trace contextRef="#ctx0" brushRef="#br0" timeOffset="-140867.73">8452 13825 5734,'8'-8'0,"1"1"0,0 3 0,9 1 0,-8 1 0,6 3 0,-11 2 0,0 0 0,-1 0 0</inkml:trace>
  <inkml:trace contextRef="#ctx0" brushRef="#br0" timeOffset="-140367.73">8749 14086 5734,'-7'11'0,"1"-1"0,-2 5 0,1 3 0,2-2 0,0 4 0,4 1 0,2-5 0,2 5 0,0-8 0,2 1 0,1-2 0,1-1 0,5 0 0,-3-4 0,5-2 0,7-13 0,-7 0 0,5-13 0,-2-3 0,-5 2 0,-1 0 0,-3-1 0,-12-6 0,1 12 0,-5-7 0,0 12 0,3 4 0,-1-1 0,1 6 0,1 2 0,0 2 0,1 1 0,2 1 0,-1 0 0</inkml:trace>
  <inkml:trace contextRef="#ctx0" brushRef="#br0" timeOffset="-139984.73">9018 14075 5734,'0'12'0,"2"-2"0,0 17 0,1-10 0,1 10 0,0-5 0,0-5 0,2 12 0,-2-16 0,0 6 0,-3-14 0,0-1 0,0-11 0,0 0 0,3-13 0,-2 7 0,2-5 0,-1 1 0,0 4 0,7-20 0,-4 20 0,4-12 0,-4 19 0,-1 2 0,5-1 0,-3 3 0,3 1 0,0 4 0,-1 0 0,2 3 0,1 11 0,-4-5 0,3 9 0,-7-6 0,0 0 0,-1-1 0,0 5 0,-2-5 0,1 2 0,-2-5 0,2-4 0,1-2 0</inkml:trace>
  <inkml:trace contextRef="#ctx0" brushRef="#br0" timeOffset="-139830.73">9568 14249 5734,'5'0'0,"1"-3"0,-4-1 0,0-4 0,-5 3 0,-1-3 0,-1 2 0</inkml:trace>
  <inkml:trace contextRef="#ctx0" brushRef="#br0" timeOffset="-139262.73">7299 14600 5734,'27'6'0,"3"-1"0,6-1-1497,7 0 1497,-6-2 0,2-1-402,-9 0 1,4-1 401,3 1 0,7-1 0,1 0 0,-5 0-761,-7 0 1,-3 1 0,3-1 760,5 0 0,3 1 0,1-1 0,-5 1-577,11 0 1,-3 0 576,2 1 0,0 0 0,1 0 0,-1 1 0,0 0 0,2 0 0,-4 0 0,2 0 0,-1 0 0,-11 0 0,-1-1 0,1 1 0,9 0 0,1 0 0,-1 0 0,-3-1 0,-1 0 0,-2 0 0,4 0 0,0-1 0,-8-1 0,2 0 0,-3 0 0,-1-3 0,0 1 0</inkml:trace>
  <inkml:trace contextRef="#ctx0" brushRef="#br0" timeOffset="-119867.73">6969 9965 5734,'2'-3'0,"0"0"0,-1 1 0,2 2 0,-1-1 0,0 1 0,0 0 0,17 16 0,-10-8 0,15 14 0,4 15 0,0 3 0,-5-7 0,2 4 0,5 9 0,-7-10 0,-6-7 0,2 2 0,-1-2 0,-10-16 0,3 3 0,-16-22 0,0 2 0,-10-10 0,3 4 0,-1 0 0</inkml:trace>
  <inkml:trace contextRef="#ctx0" brushRef="#br0" timeOffset="-119517.73">6979 10389 5734,'-1'-8'0,"1"1"0,7-15 0,4-3 0,2-1-1288,0-3 0,2 0 1288,4-1 0,0-1 0,-3 9 0,-1 0 0,7-11 0,-7 12 0,-1 0 24,6-11-24,-6 10 0,0-2 571,-7 11-571,-2 3 0,0 2 0,0 2 1288,-2-1-1288,-1 3 693,-1 0-693,-6 8 0,-1 2 0,-3 4 0,2-1 0,1 0 0</inkml:trace>
  <inkml:trace contextRef="#ctx0" brushRef="#br0" timeOffset="-119182.73">7374 10095 5734,'2'6'0,"1"6"0,-1-2 0,0 5 0,-1 6 0,0-4 0,0 7 0,1 1 0,0-5 0,1 4 0,4-1 0,-1-7 0,4 2 0,-1-7 0,0-2 0,2-2 0,1-2 0,6-2 0,-5-2 0,4-3 0,6-18 0,-13 8 0,7-13 0,-16 13 0,-4-7 0,1 5 0,-2-5 0</inkml:trace>
  <inkml:trace contextRef="#ctx0" brushRef="#br0" timeOffset="-118963.73">7334 10035 5734,'8'-11'0,"-1"3"0,-1 3 0,2 1 0,-1 2 0,1 1 0,-1 5 0,-3 1 0,1 3 0,-2-3 0,0 1 0</inkml:trace>
  <inkml:trace contextRef="#ctx0" brushRef="#br0" timeOffset="-118565.73">7640 10096 5734,'5'7'0,"1"-1"0,2 14 0,-4-6 0,4 19 0,-7-13 0,1 8 0,-2 7 0,0-14 0,0 11 0,0-16 0,0-4 0,2 2 0,-1-10 0,2-5 0,-1-6 0,0-6 0,2-6 0,-2 3 0,1-6 0,-1 5 0,4-8 0,-2 5 0,3-7 0,1 0 0,-2 7 0,13-17 0,-9 26 0,8-6 0,-10 21 0,-1 3 0,3 9 0,-2-1 0,1 6 0,0 5 0,-3-7 0,8 27 0,-9-26 0,5 13 0,-9-23 0,0-3 0,-4 0 0,0-3 0,1-3 0,0-1 0</inkml:trace>
  <inkml:trace contextRef="#ctx0" brushRef="#br0" timeOffset="-118192.73">7936 10029 5734,'18'-8'0,"4"-1"0,-9 3 0,3-1 0,7-4 0,-12 6 0,9-4 0,-15 7 0,0 1 0,-2 2 0,1 2 0,-2 8 0,-1-2 0,1 6 0,0 9 0,0-4 0,1 9 0,1 4 0,-1-7 0,-1 2 0,0 1 0,1 0 0,-2 1 0,0 0 0,-1-7 0,-1 10 0,-4-16 0,0-5 0,-7 6 0,4-10 0,-8 5 0,3-8 0,1-1 0,0-2 0,2-2 0,2-1 0,-2-1 0</inkml:trace>
  <inkml:trace contextRef="#ctx0" brushRef="#br0" timeOffset="-95979.73">18737 6500 5734,'-5'-6'0,"0"1"0,4 3 0,1 2 0,0 3 0,1 3 0,2 1 0,6 19 0,-2-11 0,3 10 0,2 1 0,0 0-742,1 1 0,1 1 742,4 3 0,-6-9 0,1 0 0,9 12-145,2 1 145,1 1 0,5 8 0,-4-5 0,-6-9 0,2 3-408,-3-4 1,5 7-1,2 4 1,2 2 0,-1-1-1,-3-4 1,-5-6 407,7 9 0,-1-1-4,-6-8 0,4 4 1,1 3-1,-1-1 1,-2-4 3,4 7 0,-2-3 0,-3-5 0,-5-9 0,-1-1 34,5 10 0,3 3 0,-5-10-34,-9-13 98,-1-3-98,-2-2 2943,-14-6-2943,-2-4 0,-14-7 0,1-3 0</inkml:trace>
  <inkml:trace contextRef="#ctx0" brushRef="#br0" timeOffset="-95390.73">18673 7830 5734,'15'-16'0,"-3"0"0,8-12 0,0-5 0,5-7 0,-2 2-1639,-5 7 1,0-1 1046,1 1 1,2-4 0,0-1 0,-4 5 591,0-1 0,-1 0 0,-2 0 0,3-4 0,0-1 0,-1 3 82,-3 3 1,0 3 0,1-5-83,2-5 0,2-6 0,1-2 0,-1 2 0,-3 6-170,2-7 0,-1 2 170,1 0 0,0-3 0,-1 2 0,-3 9 0,-1 1 0,-1 4 0,0 1 0,0 0 0,4-12 0,-1 3 0,-4 10 0,-1 5 646,-1 4-646,-2 4 2552,-1 4-2552,-1 1 1740,1 2-1740,-2 2 686,1 1-686,-2 4 110,1 3-110,-2 1 0,-2 5 0,-9 4 0,-1-2 0,-6 3 0</inkml:trace>
  <inkml:trace contextRef="#ctx0" brushRef="#br0" timeOffset="-94826.73">18509 6652 5734,'18'1'0,"-4"0"0,10 4 0,18-3 0,-13-1-914,-4-1 1,0 0 913,3-2 0,1-1 570,-2-1-570,7-1 0,-11 1 299,4-2-299,-9 1 0,-6 1 0,0-1 0,-5 1 958,-3 1-958,-2 0 0,-6 2 0,1 0 0,0-2 0</inkml:trace>
  <inkml:trace contextRef="#ctx0" brushRef="#br0" timeOffset="-94476.73">19206 6664 5734,'-5'0'0,"2"0"0,2-2 0,22-3 0,-6 1 0,28-5 0,-19 4 0,19-2-1118,-18 3 1118,8-1-214,-5 2 214,-8 1 0,1 1 0,-16 6 0,-6 1 0,-6 5 0</inkml:trace>
  <inkml:trace contextRef="#ctx0" brushRef="#br0" timeOffset="-93988.73">18615 7917 5734,'30'-3'0,"13"-3"0,-13 1-559,12-2 559,-17 4 0,-1 0-1233,14-1 1233,-14 1 0,2 1 0,21-2 0,-14 2 0,15-1-32,-25 1 1,2-1 0,-10 1-1</inkml:trace>
  <inkml:trace contextRef="#ctx0" brushRef="#br0" timeOffset="-93638.73">19416 7811 5734,'-2'4'0,"1"-1"0,4 0 0,0 0 0,4 0 0,1 0 0,4 0 0,25 2 0,-10-2 0,20 1 0,-6-3-908,-11 0 908,7-1-504,-8 0 504,-10-1 0,1-1 0,-14-4 0,-6 0 0,-7-4 0,-4 1 0</inkml:trace>
  <inkml:trace contextRef="#ctx0" brushRef="#br0" timeOffset="-74346.73">20128 6927 5734,'-6'2'0,"1"-1"0,1 0 0,-1 1 0,1-1 0,-15 8 0,10-5 0,-11 5 0,-2 0 0,11-3 0,-13 5 0,-11 20 0,16-15-375,-1 1 0,1 1 375,5-3-251,-4 9 0,-1 3 251,-4 12 0,4-9 0,1-1-835,4 9 835,5-10 0,2 1 0,1 2 0,-1 8 0,1-9 0,2 2 0,3 2 0,2-2 0,1 10 0,8-3 0,5 8 0,-1-9 0,7 5 0,1 0 0,4-3 0,10-14 0,-15-12-189,12 5 189,-24-16 0,1-3 0,-6-5 0</inkml:trace>
  <inkml:trace contextRef="#ctx0" brushRef="#br0" timeOffset="-66861.73">20404 7117 5734,'-5'0'0,"0"1"0,-10 4 0,7-2 0,-14 5 0,14-6 0,-8 3 0,10-4 0,-16 6 0,14-4 0,-15 7 0,15-6 0,-22 22 0,19-15 0,-18 25 0,22-23 0,-3 10 0,5-9 0,1 2 0,0 8 0,2 2 0,-1 4 0,1-4 0,1 5 0,4 4 0,0 4 0,1-4 0,-1-9 0,-1 2-749,2 6 1,0 7 0,0 0 0,0-8 748,1 14 0,-1-13 0,0 4-650,-2-4 0,0 2 0,-1-4 650,2 15-122,-1 1 1,-1-3 121,-1-16 0,0-8 0,0 1 0,-1-8 0,0-5 2087,-2 0-2087,-10-21 0,5 1 0,-11-16 0,9 5 0</inkml:trace>
  <inkml:trace contextRef="#ctx0" brushRef="#br0" timeOffset="-66646.73">20027 7598 5734,'13'1'0,"0"-1"0,17 0 0,-7 0 0,12 0 0,5-1-2063,-8 0 2063,11-2 0,-18 0 0,-2-1 0,6-2 0,11-6 0,-27 2 0,-1-3 0</inkml:trace>
  <inkml:trace contextRef="#ctx0" brushRef="#br0" timeOffset="-66103.73">20560 6984 5734,'3'8'0,"5"6"0,5 7 0,2 3-1444,1 4 1444,-3-4 0,1 5 0,0 1 0,1 1 0,4 12 0,-6-11 0,1 6 0,-2-5 0,-4-8 0,-1-2 0,4 14 0,-3 1 0,-5-10 0,-2-1 0,-3 14 0,1-15 0,-3 0 0,-2-1 0,-1-3 0,-4 13 0,-5 6 0,1-9 0,3-10 0,-2 1 457,3-7-457,1-7 0,-13-3 0,7-8 0,-8-5 0</inkml:trace>
  <inkml:trace contextRef="#ctx0" brushRef="#br0" timeOffset="-63948.73">21714 6832 5734,'1'5'0,"0"-1"0,2-2 0,1 2 0,0-1 0,1 0 0,-2 0 0,2 1 0,-2-1 0,1 1 0,-2 0 0,12 20 0,-6-10 0,11 18 0,1 7 0,3 3 0,-3-7 0,1 0-843,-3-3 1,0 2 0,0-3 842,2 1 0,-1-2 0,0 0 0,0-2-1188,5 10 1188,-5-10 0,-1 0-803,7 11 803,-7-10 0,4 6-497,-3-6 497,-6-9 1712,2 3-1712,2-1 0,-10-12 1263,5 4-1263,-13-17 287,-8-9 1,1 1 0,-5-6 0</inkml:trace>
  <inkml:trace contextRef="#ctx0" brushRef="#br0" timeOffset="-63601.73">21844 7529 5734,'4'-10'0,"15"-26"0,-8 13-382,1 0 0,0 0 382,3-5 0,1-1 0,1-2 0,1-1 0,5-10 0,-7 11 0,4-4 0,-4 4 0,6-11 124,-5 10 0,0-1-124,-4 1 0,-1 3 0,1-3-294,-3 6 0,-1 2 294,-5 10 0,-3-1 0,-3 8 361,-4 0-361,-1 8 0,-1 2 0,1-1 0</inkml:trace>
  <inkml:trace contextRef="#ctx0" brushRef="#br0" timeOffset="-62686.73">21693 6852 5734,'-3'-5'0,"1"1"0,4 1 0,0 2 0,2-2 0,1 2 0,3-1 0,2 0 0,3-2 0,1-2 0</inkml:trace>
  <inkml:trace contextRef="#ctx0" brushRef="#br0" timeOffset="-62160.73">22163 7022 5734,'0'-8'0,"1"0"0,0-1 0,2-5 0,2 2 0,0-5 0,2-2 0,-1 3 0,3-13 0,-4 15 0,0-7 0,-2 11 0,-2 3 0,0-1 0,-3 1 0,1 5 0,-3 0 0,0 6 0,-4 8 0,2-3 0,-4 8 0,7-8 0,-2 1 0,2-2 0,0-3 0,2 1 0,0-4 0,1-2 0,-4-7 0,1 0 0,-4-5 0,3 3 0</inkml:trace>
  <inkml:trace contextRef="#ctx0" brushRef="#br0" timeOffset="-61578.73">21854 7516 5734,'-10'17'0,"-2"1"0,0 2 0,-5 11 0,4-7 0,-8 16 0,11-19 0,-2 6 0,1 1 0,5-16 0,-1 6 0,7-21 0,1-3 0</inkml:trace>
  <inkml:trace contextRef="#ctx0" brushRef="#br0" timeOffset="-60382.73">22163 7665 5734,'13'15'0,"-4"-3"0,3 4 0,1 10 0,-8-15 0,4 9 0,-10-18 0</inkml:trace>
  <inkml:trace contextRef="#ctx0" brushRef="#br0" timeOffset="-58965.73">22655 6958 5734,'-12'15'0,"-4"9"0,0 1 0,-3 8 0,4-1 0,-1 2-1033,6-12 1,0 1 1032,-6 12 0,2 6 0,6 5 0,3 6 0,1-6 0,1-13 0,1 1 0,2 6 0,1 7 0,1-1 0,2-10 0,9 5 0,-3-10 0,2-2 0,10 5 0,-5-11-278,17 11 278,-18-23 132,11 3 1,-18-16-1,1-2 1</inkml:trace>
  <inkml:trace contextRef="#ctx0" brushRef="#br0" timeOffset="-56374.73">22769 7455 5734,'-2'-5'0,"-1"1"0,2 0 0,0 2 0,1-1 0,0 1 0,0 1 0,0-1 0,1 0 0,0 1 0,1-1 0,4-8 0,-3 4 0,6-11 0,-5 11 0,6-8 0,-5 7 0,5-3 0,0 1 0,-2 2 0,9-6 0,-8 6 0,9-4 0,-12 9 0,4-2 0,-2 7 0,-3 0 0,5 6 0,-6-1 0,1 3 0,1 4 0,-3-1 0,2 6 0,-3 4 0,0-4 0,0 7 0,0 3 0,0-8 0,1 8 0,1-3 0,-1-6 0,1 4 0,7 10 0,-5-20 0,6 14 0,-6-26 0,-1-1 0,3-2 0,1-6 0,-1-1 0,2-3 0,2-6 0,-3 3 0,3-5 0,2-6 0,-4 6 0,4-7 0,-4 1 0,-3 7 0,0-7 0,-2 3 0,-3 6 0,0-4 0,-2 10 0,0 1 0,0 2 0,0 0 0,0 2 0,0 1 0,0 0 0,0 1 0,0 0 0,-3 18 0,2-7 0,-3 14 0,3-8 0,0 9 0,0-5 0,2 8 0,9 9 0,-3-14 0,7 2 0,1 0 0,1-7 0,12 9 0,-3-16 0,-5-5 0,22-4 0,-21-5 0,17-16 0,-25 8 0,1-25 0,-14 18 0,-10-21 0,1 19 0,-6-8 0,-8-4 0,9 13 0,-5-3 0,1 2 0,5 9 0,-11-11 0,16 20 0,-2 3 0,2-1 0,1 1 0</inkml:trace>
  <inkml:trace contextRef="#ctx0" brushRef="#br0" timeOffset="-55820.73">23464 6913 5734,'32'26'0,"-2"-2"0,-11-8 0,0 3 0,1 2 0,5 8 0,3 9 0,-1 2-3277,-6 0 3222,-4-8 1,-2 2 54,-3 4 0,-2 0 0,-4-14 0,-1 2 0,3 13 0,-1 0 0,-7 2-355,-2 0 355,-4-1 0,-2-12 0,-1 0 0,-4 14 0,2-16 0,0 0 0,0-2 0,0-3 0,-6 11 783,-3 6-783,-5-1 0,8-14 0,-16 12-107,17-21 1,-5 0 0,8-5 0</inkml:trace>
  <inkml:trace contextRef="#ctx0" brushRef="#br0" timeOffset="-53928.73">19533 5509 5734,'5'-1'0,"-1"-1"0,-4 0 0,0 1 0,-2-1 0,0 6 0,0 0 0,0 5 0,0 0 0,0 9 0,1-3 0,0 8 0,1 1 0,1-5 0,2 19 0,0-20 0,3 9 0,1-12 0,0-5 0,3 0 0,5-4 0,-3-3 0,6-1 0,5-11 0,1-3 0,-2 1 0,2-2 0,-1-2 0,-5-7 0,-7 9 0,5-12 0,-11 15 0,0-2 0,-2 5 0,-1 2 0,0 2 0,0 3 0,0 2 0,3 11 0,-1-4 0,4 9 0,19 12 0,-14-16 0,26 12 0,-27-25 0,14-12 0,-16 0 0,4-25 0,-13 16 0,-4-4 0,-2 0 0,-4 2 0,-3 0 0,-1 2 0,1 5 0,-18-11 0,21 20 0,-7-3 0</inkml:trace>
  <inkml:trace contextRef="#ctx0" brushRef="#br0" timeOffset="-53623.73">20147 5509 5734,'4'3'0,"-1"0"0,0-2 0,1 0 0,11 1 0,-4-1 0,22-1 0,-16-1 0,21-1 0,-21 1 0,5 0 0,-11 0 0,-3-1 0,-1 1 0,-2 1 0,-2 0 0,-1-1 0,-2 0 0</inkml:trace>
  <inkml:trace contextRef="#ctx0" brushRef="#br0" timeOffset="-53373.73">20142 5683 5734,'-2'4'0,"1"-1"0,1-2 0,7 1 0,-2 0 0,7 0 0,4 0 0,-1-1 0,5 1 0,5-1 0,-6 0 0,24-3 0,-23 1 0,10-2 0,-17 2 0,-6-2 0,1 0 0</inkml:trace>
  <inkml:trace contextRef="#ctx0" brushRef="#br0" timeOffset="-52403.73">20582 5596 5734,'3'-4'0,"0"-1"0,1 0 0,1 0 0,11-7 0,-4 3 0,9-4 0,-1 4 0,20-2 0,-12 4 0,-1 6 0,-3 2 0,-7 3 0,6 6 0,-13 6 0,-5-3 0,-3 8 0,-9 4 0,-2-3 0,-6 6 0,-4 1 0,4-8 0,-3 4 0,2-6 0,5-6 0,-3 1 0,5-5 0,2-2 0,1-3 0,1-5 0,5-2 0,-1-3 0,2 1 0,1 0 0,3-2 0,0 2 0,4-1 0,16 0 0,-1 2 0,10-1 0,6 2 0,-18 1 0,11 0 0,-10-1 0,-6 2 0,15-6 0,-18 4 0,15-8 0,-19 4 0,4-4 0</inkml:trace>
  <inkml:trace contextRef="#ctx0" brushRef="#br0" timeOffset="-52008.73">21118 5493 5734,'-3'6'0,"1"-1"0,3 11 0,-1-5 0,1 35 0,-1-24-664,1 20 664,-1-24 0,1-1-88,0 11 88,0-11-7,4 13 7,-2-20 0,0 2 0,-2-7 489,0-3-489,-1 0 262,-4-6-262,2 0 2,-3-8 0,2 4 0,-1-4 0</inkml:trace>
  <inkml:trace contextRef="#ctx0" brushRef="#br0" timeOffset="-51568.73">21009 5475 5734,'11'5'0,"1"1"0,7-2 0,-2 0 0,29 0 0,-19-1 0,6-2 0,1 0 0,-6 0 0,15-2 0,-18 0 0,-9-1 0,1 1 0,-6-1 0,-5 1 0,-2-3 0,-5 3 0,-3-3 0,-1 4 0,-1 1 0,0 1 0,-2 1 0,-2 4 0,2 0 0,-3 6 0,-3 21 0,7-13-397,-4 18 397,10-22 0,1 0-110,4 5 110,-1-6 0,3 3 0,-1-5 0,0-4 0,0 0 0,2-5 393,-3-2-393,2 0 114,0-3-114,-1 0 0,1-3 0,-1-1 0</inkml:trace>
  <inkml:trace contextRef="#ctx0" brushRef="#br0" timeOffset="-50892.73">21611 5250 5734,'-13'6'0,"2"1"0,-8 12 0,7-5 0,-9 10 0,10-8 0,0 1-298,0 2 298,1-1 0,2 7 0,0 1 0,0 5-477,2-3 1,1 0 476,3-1-345,2 1 0,1 1 345,0 9 0,1 0 0,1 0 0,0-1 0,0-14 0,0 2 0,1 5 0,2 0 0,1 7 0,2 4 0,0-1 0,0-8 0,-1-3 0,-1-2-294,-1-5 294,1 4 134,-3-9-134,-1-5 930,0 1-930,-1-8 754,-1 0-754,0-1 361,-2-2-361,0-1 56,-1-2-56,-4-2 0,-1 0 0,-5-3 0,0 0 0,0-4 0,-1-2 0</inkml:trace>
  <inkml:trace contextRef="#ctx0" brushRef="#br0" timeOffset="-50650.73">21407 5694 5734,'24'-4'0,"-7"1"0,28-2 0,-22 3 0,13 1 0,-1-1 0,-16 2 0,8 0 0,-26 1 0,-2 1 0</inkml:trace>
  <inkml:trace contextRef="#ctx0" brushRef="#br0" timeOffset="-49741.73">19659 6050 5734,'24'0'0,"3"1"0,-3 0 0,5 0 0,7 1 0,3-1-716,-14 0 1,2-1 715,16 2 0,7-1 0,-1 1-895,-6-1 0,-2 1 1,1 0 894,0 0 0,0 0 0,0 0 0,-2-1 0,-1 2 0,0-1 0,2 1 0,0 0 0,-2 0-595,0 0 1,1 0 594,-1 0 0,3 1 0,-2-1 0,8 1 0,-3-1 0,-10-1 0,1 1 0,9-1 0,2-1 0,0-1 0,-2-2 0,-10 0 0,1 0 0,9-1 0,1-1 0,0-1 0,-2-1 0,-12 2 0,2 0 0,6-2 0,4 0 0,-5 0 0,-10 2 0,-2 0 0,14-2 0,-2 0 0,4 0 0,0 0 0,-3 1 0,-8 1 385,-17 2-385,-8 1 1936,-1-1-1936,-2 1 2983,-3 1-2983,-4-1 0,-2-1 0,-4-1 0,1-2 0</inkml:trace>
  <inkml:trace contextRef="#ctx0" brushRef="#br0" timeOffset="-46479.73">21652 6854 5734,'5'3'0,"4"0"0,-4-3 0,14-1 0,-12 0 0,11-3 0,-14 3 0,0-2 0,2-3 0,-3 2 0,3-3 0</inkml:trace>
  <inkml:trace contextRef="#ctx0" brushRef="#br0" timeOffset="-46131.73">22091 6871 5734,'9'-5'0,"9"-4"0,-2 1 0,8-4 0,16-9 0,-14 8 0,3-3 0,0 1 0,-7 3 0,19-9 0,-28 14 0,1-1 0,-14 9 0,-1 3 0</inkml:trace>
  <inkml:trace contextRef="#ctx0" brushRef="#br0" timeOffset="-45640.73">21666 7796 5734,'13'7'0,"9"1"0,-5-5 0,10 0 0,-1-2 0,0-1 0,3 1-457,-3 0 0,-1-1 457,-8 0 0,-1-1 0,-1-1 0,-1-2 0</inkml:trace>
  <inkml:trace contextRef="#ctx0" brushRef="#br0" timeOffset="-45390.73">22235 7840 5734,'5'0'0,"1"1"0,3-4 0,0 0 0,12-5 0,-9 3 0,7-2 0,0-1 0,-6 4 0,9-4 0,-13 5 0,0-1 0,-4 1 0,-2 1 0</inkml:trace>
  <inkml:trace contextRef="#ctx0" brushRef="#br0" timeOffset="-33698.73">14198 5704 5734,'-5'-5'0,"-1"0"0,2 1 0,2 0 0,1 2 0,2 1 0,1 0 0,23-2 0,7 0 0,8 0-749,2-1 1,5 0 748,-13 2 0,1-1 0,-1 1 0,6-2 0,8 1 0,-16 0 0,8 1 0,5-1 0,5 0 0,2 0 0,1 0 0,-1 0 0,-3 1 0,-3-1 0,-7 1-580,4 0 1,-6 1 0,-2-1 0,1 1 0,7-1 579,-5 0 0,6 0 0,3 0 0,2 0 0,2-1 0,-1 1 0,-2 0 0,-3 0 0,-5 0 0,-5 2-144,10-1 0,-8 2 1,7 0 143,-6 0 0,6 1 0,5 0 0,3 0 0,-1 0 0,-1 1 0,-4-1 0,-7 0-132,1-1 0,-5 1 1,-1-1-1,6 1 132,-1 0 0,7 1 0,5-1 0,1 1 0,-1 0 0,-5 0 0,-8 0 0,-10-2 0,9 3 0,-9-1 0,-3 0 837,-12-3-837,-6 0 2836,-1 0-2836,-6-2 681,-22-6-681,11 4 0,-14-5 249,18 7 0,0-1 0,2-1 1</inkml:trace>
  <inkml:trace contextRef="#ctx0" brushRef="#br0" timeOffset="-33428.73">16549 5482 5734,'4'-10'0,"7"-2"0,0 6 0,6-2 0,13 5 0,-9 3 0,19 7 0,-23 1 0,3 6 0,-11 10 0,-10 6 0,-4 2 0,-15 11 0,3-16 0,-3-1 0,0-1 0,0 0 0,-3 2 0,0-2 0,4-8-484,-10 10 484,11-19 0,0-4 0,-3-1 0</inkml:trace>
  <inkml:trace contextRef="#ctx0" brushRef="#br0" timeOffset="-20115.73">20959 8537 5734,'-1'3'0,"0"-3"0,3 6 0,-2-4 0,1-2 0,0 2 0,-1-1 0,0 1 0,0 0 0,1 0 0,-1 0 0,3 4 0,-2-1 0,3 7 0,-2-7 0,0 3 0,6 14 0,-1-2 0,2 9 0,-2-10 0,0 2 0,-2-7 0,4 14 0,1 2 0,-3-8 0,1 3 0,0 0 0,-1-3 0,-2-4 0,8 20 0,-5-18 0,11 23 0,-9-24 0,6 8 0,-4-9 0,-2-4 0,2 3 0,-4-6 0,16 22 0,-12-17 0,15 23 0,-18-26 0,2 5 0,0-1 0,-3-5 0,4 4 0,-1-2 0,5 3 0,7 10 0,-7-10 0,0 2 0,-10-14 0,-3-1 0,3 1 0,-4-2 0,1 0 0,-2-3 0,-6-6 0,-3-2 0,-5-4 0,2 1 0</inkml:trace>
  <inkml:trace contextRef="#ctx0" brushRef="#br0" timeOffset="-19128.73">20910 9391 5734,'-4'1'0,"5"1"0,-4 1 0,5 0 0,-6 1 0,5-3 0,3-6 0,5-6 0,1-4 0,3-3 0,14-21 0,-7 11-1217,4-11 0,1-2 1217,-13 21 0,0-2-370,6-11 0,3-9 0,0-1 0,-3 6 370,-2 2 0,-1 0 0,4-5 0,2-4 0,-4 7 0,-6 10 0,-3 6 0,1-2 0,5-13 0,-8 21 0,10-16 0,-9 20 0,6-7 1972,-5 10-1972,-1 0 1942,1 1-1942,1-2 0,-2 4 0,1-2 0,-3 3 0,-2 1 0,0 1 0,-1 1 0,-1 1 0,1 0 0,-1 0 0,0 0 0,1-1 0,-1 0 0,1-1 0,-1 0 0,0 1 0,1-1 0,-2 1 0,-2-1 0,1 0 0,-4-2 0,2 3 0,-16 1 0,4-1 0,-13 2 0</inkml:trace>
  <inkml:trace contextRef="#ctx0" brushRef="#br0" timeOffset="-18635.73">20877 8526 5734,'-4'1'0,"1"-1"0,3 1 0,5 1 0,-1 0 0,14 1 0,-9-2 0,8 0 0,1-2 0,-4 0 0,15-2 0,-14 2 0,13-3 0,-20 4 0,2-2 0,-10 3 0,-1 0 0</inkml:trace>
  <inkml:trace contextRef="#ctx0" brushRef="#br0" timeOffset="-18364.73">21310 8649 5734,'15'2'0,"-1"-3"0,9-7 0,-7 1 0,8-3 0,-7 2 0,-7 2 0,1 1 0,-10 4 0,-3 1 0,-4 1 0</inkml:trace>
  <inkml:trace contextRef="#ctx0" brushRef="#br0" timeOffset="-17966.73">20838 9499 5734,'15'-6'0,"-4"2"0,7 0 0,-5 2 0,2 0 0,2 1 0,10-2 0,-5 1 0,6-1 0</inkml:trace>
  <inkml:trace contextRef="#ctx0" brushRef="#br0" timeOffset="-17716.73">21360 9427 5734,'-1'-4'0,"0"2"0,4 1 0,0 0 0,1 1 0,1-2 0,3 1 0,-3-1 0,3 2 0,-2 0 0,-1 0 0,1 2 0,-2-1 0,0-1 0</inkml:trace>
  <inkml:trace contextRef="#ctx0" brushRef="#br0" timeOffset="-16966.73">21871 8646 5734,'-5'12'0,"-1"3"0,-10 21 0,-1 5 0,-1 3-1093,6-14 1,-2 3 0,2-3 172,-3 15 920,5-2 0,1 1 0,3-16 0,3 1 0,1 10 0,1 6 0,3-5 0,1-14 0,3-1 0,2 14 0,4-2 191,1-12 1,3-3-192,9 11 0,-9-14 0,3-1 0,17 8 0,-8-10 0,3 2 0,-12-14 0,-4-1 0</inkml:trace>
  <inkml:trace contextRef="#ctx0" brushRef="#br0" timeOffset="-15598.73">22060 9109 5734,'4'-1'0,"-1"0"0,-2 1 0,0 0 0,1 0 0,5 2 0,-1-1 0,18 6 0,-12-4 0,11 5 0,-11-3 0,1 0 0,0 3 0,5 6 0,-5-1 0,4 16 0,-1 2 0,-4 0-616,0 1 1,-2 0 615,-7-4 0,-3 1-344,-3-1 1,-2 0 343,-3 9 0,-2-2 0,-2 0 0,-3-3 0,-8 11 0,-5-4 0,7-9 0,-8 7 0,11-17 0,1-1 0,-4 4-434,-9 8 434,18-21 1078,2-2-1078,2-4 740,1-9-740,4-3 0,12-37 0,0 21 0,-1 1 0,0-1 0,7-7 0,-5 8-489,4-8 489,-6 10 0,1 1 0,0-10 0,0 6 0,2-9 0</inkml:trace>
  <inkml:trace contextRef="#ctx0" brushRef="#br0" timeOffset="-15384.73">22107 8828 5734,'-6'-11'0,"2"0"0,3 2 0,3 4 0,1-2 0,17 2 0,-9 4 0,12-1 0,-12 5 0,1 0 0</inkml:trace>
  <inkml:trace contextRef="#ctx0" brushRef="#br0" timeOffset="-12863.73">22423 9056 5734,'4'-5'0,"-1"1"0,-3 3 0,0 1 0,0 2 0,-1 0 0,-2 6 0,0-3 0,-1 4 0,-1 1 0,0-2 0,-4 10 0,5-9 0,-5 17 0,7-15 0,-1 8 0,3-11 0,0-1 0,1 1 0,2 15 0,-1-11 0,6 23 0,-4-24 0,2 9 0,-3-12 0,0-1 0,0-1 0,3 6 0,-2-6 0,2 7 0,-3-7 0,2 0 0,-1 0 0,0-1 0,2 0 0,1 2 0,-3-3 0,5 2 0,-4-3 0,0 0 0,2-2 0,-2 1 0,2 0 0,7-1 0,-6-1 0,8 0 0,-10 0 0,0-1 0,-1 1 0,-2-2 0,0 1 0,3-1 0,-2 0 0,9-4 0,-8 2 0,9-9 0,-9 5 0,7-12 0,-8 10 0,5-14 0,-5 13 0,5-15 0,-4 15 0,3-8 0,2-3 0,-4 10 0,5-9 0,-8 15 0,2-4 0,-3 3 0,0-1 0,-2 2 0,0 3 0,0-2 0,0 2 0,-1 1 0,1-1 0,-1 0 0,1 0 0,-1 1 0,0 2 0,-2 1 0,2 0 0,-4 7 0,2-5 0,-1 4 0,2-4 0,0 1 0,0 2 0,0-2 0,0 2 0,1 2 0,0-2 0,-1 10 0,2-7 0,1 6 0,2-2 0,-1-3 0,2 3 0,0-1 0,-1-2 0,5 7 0,-3-9 0,2 4 0,0-4 0,-1-2 0,1 1 0,11 11 0,-10-10 0,10 10 0,-9-11 0,-1-2 0,2 1 0,2-3 0,-3 0 0,4-1 0,10-2 0,-10 0 0,10 0 0,-14 0 0,4-3 0,-4 1 0,4-2 0,-7 1 0,1-2 0,-1 0 0,2-4 0,-4 4 0,1-3 0,-1 0 0,0 0 0,-1-1 0,0-6 0,-1 6 0,2-11 0,-2 11 0,2-7 0,-2 8 0,0-3 0,3-12 0,-4 11 0,4-11 0,-5 16 0,0-4 0,-1 3 0,0-3 0,-2 3 0,-1-3 0,0 1 0,-6-16 0,5 14 0,-4-11 0,5 13 0,0 0 0,-1 0 0,-3-4 0,2 4 0,-8-9 0,7 10 0,-7-7 0,8 11 0,-5 1 0,5 6 0,-4 2 0,1 6 0,3-3 0,0 3 0</inkml:trace>
  <inkml:trace contextRef="#ctx0" brushRef="#br0" timeOffset="-11667.73">23084 8616 5734,'3'4'0,"1"1"0,0-4 0,2 1 0,-1-1 0,3 1 0,2 0 0,-3-1 0,3 1 0,0-1 0,-3 0 0,3 0 0,-3 1 0,-1-1 0,3 1 0,-3 0 0,2 1 0,5 2 0,-4-1 0,14 8 0,-13-6 0,11 7 0,-10-5 0,2 2 0,2 1 0,-5-2 0,4 4 0,2 4 0,-6-5 0,5 7 0,3 19 0,-9-20 0,5 21 0,-9-20 0,-2-4 0,-1 17 0,0-15 0,-2 10 0,-2 9 0,2-17 0,-2 15 0,2-21 0,0 11 0,1-9 0,0 7 0,0-7 0,0-3 0,0 2 0,-1 1 0,0-5 0,-2 13 0,1-12 0,-3 13 0,3-14 0,-2 5 0,1-4 0,1-3 0,-2 3 0,1 0 0,-2-3 0,-5 7 0,-10 9 0,5-7 0,-7 8 0,3-5 0,6-7 0,-7 6 0,5-4 0,4-5 0,-3 4 0,0 2 0,6-7 0,-4 5 0,7-10 0,1 1 0,1-2 0,0-1 0,0 0 0,-1-3 0,-3-4 0,2-1 0,-1-4 0</inkml:trace>
  <inkml:trace contextRef="#ctx0" brushRef="#br0" timeOffset="-1684.73">16831 9785 5734,'-12'7'0,"1"-1"0,3-1 0,0-1 0,-5 4 0,4-3 0,-3 3 0,-2 3 0,6-5 0,-5 3 0,9-8 0,0 1 0,3-2 0,0 2 0,1 1 0,0-1 0,2 3 0,-1-2 0,11-1 0,-5-1 0,8-1 0,-5-1 0,1 1 0,14-5 0,-9 3 0,9-3 0,11-1 0,-19 3 0,17-3 0,-18 4 0,-3 0 0,3-1 0,11-1 0,-15 2 0,14-1 0,-20 3 0,3 0 0,3-1 0,-1 0 0,4-1 0,8-1 0,-4 0 0,17-3 0,1 4 0,0-1 0,4-1-585,-5 2 1,-2 1 584,-16 1 0,0 1 0,21-1 0,3 0 0,-4 0 0,-7 0 0,6 0 0,-7-1 0,0 0 0,9-1 0,-11 2 0,0-1 0,9 0 0,5 1 0,2 0 0,-4 0-648,-9 1 1,-1-1 647,4 1 0,-1 1 0,1 0 0,-4 2 0,1 1 0,9 1 0,6 1 0,0 0-1332,-4-1 1332,-12-2 0,5-1 0,-1-3 0,3 0 0,-4-1 0,-6 1 0,0 0 0,7 0 0,3-1 0,-2 1 0,1 0 0,-4 0 0,13 1 0,-7-1 0,8 1 0,-7-1 0,8 1 0,-1-1 0,-2 0 0,-11 0 0,-1-1 0,1 0 0,8-1 0,6 0 0,-1 0 0,-7 0 0,7 0 0,0 0 0,-13 1 88,-1 0 1,-3 0-89,-12 1 1102,8 1-1102,-16-1 0,5 1 0,-11-1 1597,2 0-1597,-3 0 920,0 1-920,1 0 0,2 1 0,-1-1 0,6 3 0,-6-2 0,4 2 0,-3-4 0,-3-1 0,-1 0 0,-6 2 0,-3 2 0,-5 5 0,-4 3 0,-3 3 0</inkml:trace>
  <inkml:trace contextRef="#ctx0" brushRef="#br0" timeOffset="20098.27">22736 11355 5734,'-7'23'0,"-2"2"0,1 5-1571,0-5 1,-1 1 1570,-4 18 0,3-15 0,1 0 0,-6 16 0,-1-1 0,1 0 0,-1 0 0,5-14 0,1 0 0,-8 14 0,5-10 0,0 1 0,-2 1 0,-1 9-319,8-16 0,2-2 319,-1-1 238,1 0 1,1-3-239,3-15 0,-2 1 0,4-11 0,0-2 0</inkml:trace>
  <inkml:trace contextRef="#ctx0" brushRef="#br0" timeOffset="20949.27">22816 11509 5734,'-3'10'0,"-2"12"0,3-9 0,-2 19 0,3-13 0,-1 10 0,2 6 0,0-8 0,2 8 0,5 4 0,-2-15 0,10 21 0,-8-31 0,8 8 0,-8-17 0,6 0 0,4-13 0,-2 1 0,3-8 0,-9 3 0,0-1 0,-1-3 0,-1 0 0,-1-1 0,1 0 0,1-12 0,0 3 0,-1 0 0,-2 10 0,-3 10 0,-1 4 0,-1 1 0,0 9 0,0 0 0,2 22 0,0-12 0,2 6 0,2 0 0,1-2 0,2 0 0,2 0 0,-1-5 0,13 11 0,-13-21 0,19-19 0,-21 0 0,9-18 0,-23-5 0,2 13 0,-5-15 0,0 12 0,2 8 0,-4-18 0,7 22 0,-2-7 0,4 15 0,0 2 0,1 0 0,0 0 0,2-1 0</inkml:trace>
  <inkml:trace contextRef="#ctx0" brushRef="#br0" timeOffset="21366.27">23485 11384 5734,'-8'11'0,"1"2"0,-11 27 0,6-10-540,1-5 1,0 2 539,1 1 0,0-1-1589,-5 18 1589,5-15 0,1 1 0,-1 1 0,2-2 0,-5 16 0,5-17 0,1-1 0,-2 8-136,2-3 136,1-3 0,1-5 0,1 9 0,1-15 106,-2 4 0,1-19 1,-1-4-1</inkml:trace>
  <inkml:trace contextRef="#ctx0" brushRef="#br0" timeOffset="22182.27">23626 11695 5734,'7'34'0,"-2"-6"0,-3 2 0,0 8 0,-1-5 0,-1 13-1639,0 2 1,-1-3 1536,-3-14 102,-1-2 726,-3 8-726,2-11 0,-3 4 0,1-8 0,2-8 591,0 2-591,-1-7 0,3-5 0,-2-1 1812,1-11-1812,2 0 250,0-12-250,2 5 0,2-5 0,4-3 0,2 4 0,3-6 0,11-12 0,-8 14 0,1-5 0,-1 1 0,-4 2 0,5-15 0,-9 19 0</inkml:trace>
  <inkml:trace contextRef="#ctx0" brushRef="#br0" timeOffset="22365.27">23641 11519 5734,'4'-5'0,"-1"1"0,1 4 0,0-1 0,0 2 0</inkml:trace>
  <inkml:trace contextRef="#ctx0" brushRef="#br0" timeOffset="23483.27">23859 11590 5734,'-3'6'0,"-1"3"0,1 0 0,-3 12 0,3-5 0,0 7 0,2-9 0,2 0 0,0 15 0,1-11 0,0 10 0,1-7 0,2 5 0,0-5 0,1 0 0,1-7 0,-2-6 0,3 3 0,-1-6 0,-2-3 0,7-5 0,-5-1 0,4-4 0,-2-4 0,-3 1 0,2-4 0,-1-4 0,-3 3 0,3-6 0,-2-2 0,-2 6 0,3-16 0,-3 15 0,0-3 0,-2 11 0,-1 6 0,0 1 0,0 1 0,0 1 0,0 0 0,1 17 0,0-4 0,2 13 0,2-1 0,-1-4 0,3 5 0,4 0 0,-3-8 0,5 6 0,1-7 0,-2-4 0,4-1 0,7-8 0,-9-4 0,13-9 0,-16-1 0,2-5 0,-6-9 0,-3 6 0,-1-10 0,-6-13 0,-1 15 0,-7-12 0,-2 1 0,4 13 0,-2-1 0,-1 4 0,2 12 0,0 5 0,-3-1 0,3 3 0</inkml:trace>
  <inkml:trace contextRef="#ctx0" brushRef="#br0" timeOffset="26842.27">22132 8755 5734,'0'4'0,"0"-1"0,0-2 0,0 1 0,0-1 0,0 1 0,-8 4 0,5-4 0,-8 3 0,1-2 0,1 0 0,-4 0 0</inkml:trace>
  <inkml:trace contextRef="#ctx0" brushRef="#br0" timeOffset="44447.27">20015 16127 5734,'-2'8'0,"1"-2"0,-1 2 0,-1 5 0,2-4 0,-2 16 0,1-13 0,1 27 0,0 5 0,0-11-760,1 1 0,0 8 0,0-7 760,1 1 0,-1-7 0,1 1 0,1 6 0,-1 0 0,-1 7 0,1-5 0,1-7 0,0 0 0,-1 6 0,0 4 0,0 1 0,2 1 0,0-1 0,0-5 0,-1-12 0,0 1 0,1 13 0,0 5 0,-2-13 0,-1-18 0,0 3 0,-3-15 0,-12-16 0,4 5 482,-9-15 0,8 7 0,-1-2 0</inkml:trace>
  <inkml:trace contextRef="#ctx0" brushRef="#br0" timeOffset="47136.27">19950 16077 5734,'-2'4'0,"0"0"0,2-3 0,0 0 0,-1 1 0,1-1 0,1 1 0,0 0 0,0-2 0,2 2 0,1 0 0,1-1 0,3 1 0,3 0 0,-2-1 0,3 1 0,8 1 0,-7-2 0,25 3 0,-18-3 0,8-2 0,1 0 0,2-2 0,-8 0 0,4-1 0,20-6 0,-1-1 0,-23 6 0,1-1-830,24-5 0,-3 0 830,-14 5 0,0 0-934,9 0 934,-9 2 0,10-2 0,0-1 0,-8 1 0,11-1 0,-13 2 0,0-1 0,9-1-551,-8 1 1,-1 0 550,3 0 0,-1 0-132,1 1 132,11-1 0,-11 3 1240,8-2-1240,5 0 0,-18 2 0,1 0 0,-1 1 0,-6 0 936,10 0-936,-12 0 0,-6 0 0,11-1 0,-13 1 0,5-1 0,7 2 0,-13 0 1444,16 1-1444,-18 1 207,6 0-207,-7 0 0,4 0 0,3-2 0,-3 0 0,6-1 0,3-2 0,7 1 0,-5 0 0,2 2 0,-14 1 0,5 1 0,-6 0 0,4 1 0,-4 0 0,-3 0 0,1-1 0,1 1 0,-4 0 0,3 0 0,-1-1 0,-1 0 0,2 0 0,5 0 0,-6-1 0,13 0 0,-13 0 0,9 0 0,-10 0 0,3 0 0,6 2 0,-9-1 0,8 0 0,-9-1 0,-2 0 0,1 0 0,-3 0 0,0 1 0,-2 0 0,2 3 0,-1 1 0,2 2 0,1 10 0,-1-4 0,2 15 0,1 3 0,-2-5 0,0 1 0,0 2 0,0 15 0,-1-14-120,-1-6 0,0 1 120,3 18-1230,-1-9 1230,1 12 0,0-2 0,1-1 0,-3-17 0,0 0-781,4 20 1,-1 0 780,0-4 0,0 0-406,0 1 406,-1-13 0,-1 1 0,2 16 0,-2-17 0,0 1 0,0-1 0,-1 0-818,3 15 818,-3-17 0,0 2 0,0-2 0,0 0 0,2 13 0,-3-14 0,1 0 0,1 8 635,0-1-635,0-3 0,1 8 0,-1-13 1365,3 17-1365,-4-28 0,1 8 477,-3-19-477,0 0 1387,-1-1-1387,0-1 304,0 1-304,0-1 87,0 1-87,-2-4 0,0 1 0,-2-2 0,1 0 0,-1 1 0,-2-3 0,0 1 0,-3-2 0,-2-1 0,1 1 0,-9-5 0,7 3 0,-13-5 0,-2 0 0,3 2 0,-1-1 0,-1 1 0,-4 0 0,7 3 0,-4 0 0,-1-1 0,-1 1 0,-8 0 0,0 0 0,3 3-203,7 2 0,1 0 203,-3 2 0,1 0 0,-10 3 0,10 0 0,-8 1 0,3 2 0,9-2 0,-16 3 0,18-3 0,-7 2 0,0 0 0,6-2 0,-18 6 0,15-4 0,-8 3 0,-5 0 0,1 1 0,-1 0-189,-2 1 1,3-2 188,11-3 0,0 0 0,1-1 0,1-1 0,-12 0 0,10-1 0,0 0 0,1-1 0,0 0 0,-12 0 0,21-1 0,2-1 0,-5 0 0,5 0 783,-3 0-783,2 0 0,4-2 0,-7 2 0,8-1 0,-4 0 0,-2 1 0,3 0 0,-7 0 0,5 1 0,-2 0 0,0 1 0,-10 1 0,7 1 0,-8 0 0,4 0 0,-1-1 0,-10-1 0,12-1 0,-2-1 0,12 0 0,-4 0 0,4 0 0,-1-1 0,3 1 0,4 0 0,-5 0 0,7 0 0,-3-2 0,6 1 0,-3 0 0,2 0 0,0 1 0,1 0 0,0 0 0,0-1 0,-2 1 0,-4-2 0,0 1 0,-10-1 0,6 1 0,-6 1 0,-1-1 0,6 1 0,-20-1 0,22 1 0,-10-1 0,18 1 0,1 0 0,1 0 0,-1-1 0,2-1 0,0 1 0,1-1 0,1 1 0,1-2 0,1 1 0,0-2 0,2-2 0,-2 2 0,1-2 0,-1 0 0,-1 2 0,1-3 0,-1 3 0,0-3 0,0 3 0,1-7 0,-2 5 0,0-4 0,0 4 0,0 1 0,1-2 0,0 2 0,-1-1 0,0 3 0,1-4 0,-1 2 0,1-2 0,0 2 0,1-4 0,-1 3 0,1-3 0,-3 3 0,0-1 0,0 1 0,0-5 0,0 3 0,0-9 0,0 7 0,-1-12 0,0 12 0,-1-16 0,1 15 0,-1-7 0,2 3 0,0 4 0,0-3 0,-3-5 0,2 10 0,-3-7 0,3 12 0,0-1 0,0 0 0,-1-1 0,1-3 0,-1 2 0,-1-2 0,-2-10 0,1 8 0,-2-8 0,3 10 0,-1 0 0,2 1 0,-2-4 0,0 3 0,-2-9 0,2 8 0,-2-4 0,-5-2 0,2 2 0,-2-9 0,4 4 0</inkml:trace>
  <inkml:trace contextRef="#ctx0" brushRef="#br0" timeOffset="55379.27">20445 16399 5734,'-3'3'0,"1"-2"0,6 0 0,-3 0 0,2 18 0,-3-10 0,0 12 0,1-8 0,-1-4 0,2 27 0,-2-23 0,1 18 0,-2-19 0,1-1 0,0 1 0,1 0 0,-1-3 0,1 2 0,2 18 0,-2-15 0,2 16 0,-3-10 0,0-8 0,1 7 0,-1-9 0,2 0 0,-1 0 0,5 15 0,-3-14 0,3 10 0,-5-18 0,1 1 0,-1-2 0,0 0 0,-1-1 0,-1 1 0,0-1 0,-1-4 0,1 1 0,-2-3 0,2 1 0,-1 0 0</inkml:trace>
  <inkml:trace contextRef="#ctx0" brushRef="#br0" timeOffset="56101.27">20456 16670 5734,'-3'-2'0,"0"1"0,2 1 0,0 2 0,0-1 0,0 2 0,1 0 0,0-1 0,3-1 0,0-1 0,1 0 0,3 0 0,-2 1 0,4 0 0,2-1 0,-2 0 0,4 0 0,9-2 0,-9 0 0,18-4 0,-19 3 0,6-1 0,-8 1 0,-4 1 0,0-1 0,-1 3 0,-3-1 0,1 1 0,-2-1 0,-5 3 0,1-1 0,-6 3 0,5-3 0,-3 2 0,3-2 0,0 0 0</inkml:trace>
  <inkml:trace contextRef="#ctx0" brushRef="#br0" timeOffset="56746.27">20634 16356 5734,'-2'10'0,"1"1"0,0-1 0,-1 5 0,2-4 0,-2 8 0,2-11 0,0 2 0,0-7 0,0-1 0,0 0 0,0 0 0,0-1 0,1 1 0,1 5 0,0 0 0,3 16 0,-1-10 0,5 25 0,-4-20 0,4 13 0,-1 0 0,-3-11 0,0 5 0,0 0 0,-1-2 0,1 4 0,-1 1 0,0-4 0,2 13 0,-2-11 0,-2-7 0,3 14 0,-3-20 0,1 5 0,-2-14 0,-1-1 0,-1-2 0,-2-4 0,1 1 0,-5-10 0,3 1 0,-4-4 0,4 6 0,0 3 0,2 3 0</inkml:trace>
  <inkml:trace contextRef="#ctx0" brushRef="#br0" timeOffset="57505.27">20864 16491 5734,'-8'21'0,"1"-3"0,-1 7 0,0 13 0,3-13 0,2 13 0,2 1 0,0-7-1639,2-1 1,0-2 301,3-9 1337,2-1 785,7 11-785,-4-12 0,12 13 0,-12-21 797,6 1-797,-1-10 0,-6-3 0,7-9 629,-10 4 0,2-5 0,-3 5 0</inkml:trace>
  <inkml:trace contextRef="#ctx0" brushRef="#br0" timeOffset="58249.27">20972 16766 5734,'6'19'0,"5"12"0,-7-14 0,6 11 0,-2-1 0,-2-5 0,6 21 0,-6-18 0,0-1 0,2 18-346,2 4 346,-7-23 0,2 12 0,-3-15 0,0 8 0,-2-17 0,-2-4 0,-7-3 0,1-6 0,-11-11 0,8-2 0,-4-9 0</inkml:trace>
  <inkml:trace contextRef="#ctx0" brushRef="#br0" timeOffset="58463.27">20944 16589 5734,'-1'-8'0,"2"1"0,2 3 0,7-3 0,-5 3 0,7-1 0,-9 5 0,2 1 0</inkml:trace>
  <inkml:trace contextRef="#ctx0" brushRef="#br0" timeOffset="59191.27">21118 16717 5734,'3'22'0,"1"20"0,-4-23 0,3 21 0,-1-26 0,4 7 0,-4-11 0,4 2 0,2-6 0,-3-4 0,9-4 0,-8-3 0,9-10 0,-9 7 0,3-6 0,-5 1 0,0 3 0,0-4 0,-1 0 0,-1 5 0,0-3 0,0 3 0,-2 3 0,1 0 0,-1 3 0,0 2 0,6 10 0,-2-2 0,4 8 0,-2-2 0,-2-4 0,3 4 0,-2-6 0,0 0 0,0-3 0,4-3 0,-2-1 0,3-4 0,-1-6 0,-3 1 0,3-5 0,-4-3 0,-1 4 0,-1-6 0,-3 0 0,-2 5 0,-2-4 0,-2 3 0,0 4 0,-2 0 0,-5 2 0,4 4 0,-18-2 0,17 6 0,-8 1 0</inkml:trace>
  <inkml:trace contextRef="#ctx0" brushRef="#br0" timeOffset="59780.27">21464 16493 5734,'11'7'0,"1"0"0,-2 0 0,1 3 0,-1 0 0,6 17 0,-6-8 0,-2 4 0,-2 1 0,-2-2 0,-3 4 0,-2 0 0,-3-3 0,-5 4 0,-1-1 0,-3-4 0,-10 13 0,-8-6 0,12-11 0,-1 0 0,0 0 0,6-4 0,-6 5 0,13-13 0</inkml:trace>
  <inkml:trace contextRef="#ctx0" brushRef="#br0" timeOffset="63349.27">18097 16899 5734,'3'7'0,"5"0"0,-3-2 0,9 0 0,-7-3 0,8 0 0,-8-1 0,4 0 0,0-1 0,-3-1 0,36-7 0,-29 4 0,25-5 0,-29 5 0,-2 1 0,14-4 0,-12 4 0,9-3 0,11-2 0,-16 4 0,17-3 0,-15 3 0,-5 2 0,32-4 0,-28 4 0,20-3 0,-22 3 0,-3 1 0,3-1 0,18 0 0,-16 0 0,17 0 0,-17 0 0,-3 1 0,19-3 0,-17 3 0,10-2 0,-5 1 0,-9 1 0,8 0 0,4 3 0,-10-2 0,24 3 0,-23-2 0,10 2 0,-7-2 0,-4-1 0,4 0 0,0 0 0,-3-1 0,4 1 0,0-2 0,-5 1 0,6-1 0,17 3 0,-17-1-283,18 3 283,-21-3 0,0-1 0,1 0 0,30-5 0,-23 3 0,21-4 0,-14 4 0,-14 1 0,21-1 0,-23 2 0,7-1 0,0-1 0,-5 1 0,5-1 0,0-1 0,-6 2 0,6-1 0,-1 2 0,-5-1 0,5 0 0,5 0 0,-9 1 283,10-2-283,-7 1 0,-4 2 0,5-2 0,2 1 0,-8-1 0,22-1 0,-22 1 0,12 0 0,-15 2 0,0 0 0,1-1 0,5-1 0,-4 0 0,3-1 0,-1 0 0,-5 1 0,2 1 0,-3 0 0,-3 0 0,0 1 0,0-1 0,-3 1 0,1-1 0,-3 1 0,0 0 0,0-1 0,-6 0 0,0-1 0,-4 1 0,2 0 0,0 1 0,0-1 0,-1 0 0,-7-2 0,6 2 0,-6-2 0,7 3 0,1-2 0,-6 0 0,3 0 0,-3-1 0,0-1 0,4 0 0,-4-1 0,-3-3 0,6 2 0,-5-3 0,7 5 0,2 1 0,0 0 0,-2-2 0,4 3 0,-2-1 0,5 3 0,1 3 0,2 1 0,4 4 0,-2-3 0,2 1 0,-2-2 0,-1 1 0,7 7 0,-5-3 0,9 11 0,-10-10 0,3 10 0,-6-8 0,-1 0 0,-2 2 0,-2-6 0,0 2 0,-2-4 0,-3 4 0,0-3 0,-15 8 0,9-8 0,-11 3 0,2-6 0,6-1 0,-5-1 0</inkml:trace>
  <inkml:trace contextRef="#ctx0" brushRef="#br0" timeOffset="64733.27">17940 16043 5734,'-2'3'0,"3"-1"0,1-1 0,1-1 0,-1 0 0,-2 0 0,2-1 0,-1 1 0,1-1 0,-1 0 0,-3-2 0,0 1 0,-2-3 0,-3-1 0,0 1 0,-1-2 0,-1-1 0,2 3 0,-2-3 0,-3-1 0,5 3 0,-10-6 0,11 8 0,-8-5 0,8 5 0,-1-1 0,4 3 0,1 1 0,1 0 0,10 18 0,-3-7 0,15 19 0,3 2 0,-3-4 0,1-1 0,1 2 0,-2-3 0,-1-1-233,6 9 233,-7-8 0,2 4 0,-3-3 0,8 10 0,1 4 0,0-1 0,-4-8 0,2 1 0,-1-1 0,-4-9 0,9 10 0,-4-8 0,-13-14 0,7 6 0,-16-14 0,0-2 0,-1 1 0,-1-1 233,-3-3-233,-4-2 0,-2 0 0,-2-1 0,0 3 0,-1-2 0,-2 0 0,0-2 0</inkml:trace>
  <inkml:trace contextRef="#ctx0" brushRef="#br0" timeOffset="65132.27">17956 16649 5734,'2'-27'0,"1"1"0,6-6 0,-1 5-671,6-14 671,-5 17 0,1 0-1486,5-15 1486,-4 13 0,0 0 0,0 0 0,0 0 0,6-11 0,-6 14 0,0-1-364,9-15 364,-6 10 0,4-4 0,5-8 0,-12 19 0,8-13 0,-14 26 0,-3 0 266,3 0-266,-3 4 1232,0-1-1232,-3 4 1023,-2 2-1023,-2 0 0,2 0 0,-2 0 0,0 0 0</inkml:trace>
  <inkml:trace contextRef="#ctx0" brushRef="#br0" timeOffset="65603.27">18165 16041 5734,'5'4'0,"2"-2"0,4-5 0,-1 0 0,16-5 0,-12 3 0,8-2 0,-10 3 0,-4 0 0,-1 2 0,-7 0 0,-2 1 0,-4 0 0,-1 1 0</inkml:trace>
  <inkml:trace contextRef="#ctx0" brushRef="#br0" timeOffset="65832.27">17653 16016 5734,'14'-3'0,"16"-2"0,-10 2 0,4 1 0,1 1 0,-3 0 0,13 1 0</inkml:trace>
  <inkml:trace contextRef="#ctx0" brushRef="#br0" timeOffset="66149.27">17991 16598 5734,'15'-14'0,"-1"3"0,-4 5 0,1 0 0,1 1 0,1-1 0</inkml:trace>
  <inkml:trace contextRef="#ctx0" brushRef="#br0" timeOffset="66347.27">18292 16593 5734,'6'-2'0,"-1"0"0,-1 1 0,1-2 0,-1 2 0,2-3 0</inkml:trace>
  <inkml:trace contextRef="#ctx0" brushRef="#br0" timeOffset="67414.27">18505 16189 5734,'-3'6'0,"0"1"0,-4 3 0,1 0 0,-2 5 0,-1 3 0,3-4 0,-2 6 0,-1 20 0,4-16-665,-2 20 665,6-22 0,1 1 0,3 20 0,0-16 0,2 13 0,3-17 0,1-8 0,3 1 0,10-13 0,-8-6 0,10-13 0,-13 0 0,1-7 0</inkml:trace>
  <inkml:trace contextRef="#ctx0" brushRef="#br0" timeOffset="67732.27">18586 16341 5734,'2'9'0,"-1"-1"0,3 4 0,3 15 0,-2-6 0,1 6 0,0 1 0,0 0 0,3 17 0,-4-9-1030,-2-8 1030,0 7 0,-4-2 0,0-10 247,-1 7-247,-3-8 0,1-7 0,-3 3 0,-17-11 0,12-6 0,-12-4 0,15-7 0,2-2 0,0-2 0,-1-3 0,0-1 0,-3-11 0,5 4 0,-1-7 0</inkml:trace>
  <inkml:trace contextRef="#ctx0" brushRef="#br0" timeOffset="67906.27">18600 16217 5734,'1'-4'0,"3"9"0,-2 1 0,3 6 0</inkml:trace>
  <inkml:trace contextRef="#ctx0" brushRef="#br0" timeOffset="68391.27">18671 16429 5734,'2'9'0,"3"5"0,-1-4 0,1 4 0,4-1 0,-4-7 0,4 2 0,-4-8 0,0-2 0,4-10 0,-3 5 0,7-17 0,-8 12 0,1-6 0,1 1 0,-5 9 0,2-5 0,-4 10 0,0-2 0,0 4 0,0 7 0,3 11 0,0-1 0,3 5 0,1-3 0,-1-4 0,1 4 0,6 2 0,-5-8 0,6 2 0,-2-10 0,-4-4 0,1-4 0,0-6 0,-4-1 0,2-4 0,-5 1 0,-7-30 0,1 21-331,-6-20 331,6 30 0,-2-1 0,2 5 0,-1-1 0,-2 1 0,2 5 0,-7-1 0,8 4 0,-1 0 0</inkml:trace>
  <inkml:trace contextRef="#ctx0" brushRef="#br0" timeOffset="68729.27">18953 16121 5734,'9'5'0,"1"1"0,0 3 0,16 16 0,-8-7-571,11 13 571,-7 0-798,-6-5 798,3 9 0,-11-8 0,-1-1 0,1 9 0,-5 4 0,-2 0 0,-4-6 0,-3-1 0,-2 0 0,-1-10 0,-6 10-232,1-17 232,1-7 0,-3-1 0,5-6 0,1-2 0</inkml:trace>
  <inkml:trace contextRef="#ctx0" brushRef="#br0" timeOffset="70765.27">22149 16754 5734,'-7'2'0,"1"1"0,-1-3 0,3 0 0,0 0 0,1 0 0,1 0 0,0 0 0,32 0 0,-13 1 0,28 1 0,-13 1 0,-1-1-1890,15 0 1890,-10 0 0,7-2 0,-6-1 0,6-2 0,0 0 0,-5 1-1383,4-1 0,1 0 1383,-3 0 0,6-1 0,0 0 0,-9 1-539,-4-1 0,-4 1 539,1-1 0,2 0 0,10-2 0,1-1 0,-11 1 0,0 1 0,8-3 0,1 0 0,-5 0 0,-2 0 0,-8 2 0,0 0 0,4-2 0,2 0 0,13-7 0,-1 1 0,-5 1 0,-1 0 0,-4 2 0,-18 6 0,-5 3 881,1-1-881,-1 3 2669,-3-1-2669,1 1 2027,4 0-2027,-6-1 157,8-1-157,-9 0 0,3 2 0,-6 0 0,0 2 0,-2-2 0,0-1 0,2 1 0,-3-1 0,2 1 0,-5 1 0,1-1 0,-2 1 0,3-3 0,-4 0 0,2 0 0,-3 0 0,1-1 0,1 0 0,-1 0 0,1 1 0,2-1 0,-4 1 0,0-3 0,1 2 0,-9-4 0,7 4 0,-20-4 0,16 4 0,-10 0 0,10 2 0,3 1 0,-2 0 0,4 0 0,0 0 0,-3-1 0,4 1 0,-3 0 0,6 0 0,0 1 0,7 1 0,1-1 0,5 2 0,6-1 0,-3 0 0,6 1 0,3 2 0,-7-1 0,6 1 0,-3 2 0,-6-1 0,2 1 0,-5 0 0,-4-1 0,1 2 0,-5 4 0,-2-2 0,-2 5 0,-6 4 0,-7 9 0,3-6 0,-5 7 0,11-18 0,-2 2 0,3-3 0,-1-2 0,-6 7 0,3-7 0,-4 4 0,2-7 0,1-5 0,-2-2 0,0-4 0,3-3 0,-2-1 0</inkml:trace>
  <inkml:trace contextRef="#ctx0" brushRef="#br0" timeOffset="72098.27">22453 15841 5734,'11'6'0,"1"0"0,13 7 0,3 1 0,-3 0-895,4 1 1,-1 1 894,-11-5 0,-3 1 407,4 3-407,-7-4 327,6 8-327,-11-11 0,2 3 0,-6-6 925,-1-2-925,1 0 130,-4-3-130,0 0 0,-2 0 0,-16-5 0,11 0 0,-12-3 0</inkml:trace>
  <inkml:trace contextRef="#ctx0" brushRef="#br0" timeOffset="72368.27">22743 15776 5734,'-1'7'0,"-2"11"0,-1-1 0,-2 11 0,1 6 0,-1 2 0,1 6-1552,0-3 1,0-1 1551,3-4 0,-1 0 857,1-1-857,0-7 0,0 1 0,-2 5 0,0-2 0,-1-1 0,1-9 510,-4 6-510,-6-11 0,5-9 0,-7 2 0,9-11 0,2-1 0</inkml:trace>
  <inkml:trace contextRef="#ctx0" brushRef="#br0" timeOffset="72749.27">22897 15923 5734,'-8'8'0,"1"1"0,-2 6 0,3-1 0,-3 7 0,3 6 0,0-4 0,1 8 0,4 15 0,2-17 0,3 5 0,2-1 0,-1-10-230,7 14 230,-7-27 0,1-3 0,0-3 0,1-4 0,-2-4 0,2-4 0,-1-3 0,2-3 0</inkml:trace>
  <inkml:trace contextRef="#ctx0" brushRef="#br0" timeOffset="73065.27">23015 16096 5734,'3'9'0,"4"9"0,-1-3 0,2 9 0,2 4 0,-3-5 0,0 1 0,0 2 0,-2 0-1228,3 15 1228,-7-20 0,-3 9 0,-2-7 0,-3 5 0,-5-4 0,2-7 0,-15 12 0,12-18 392,-8 4-392,2-17 0,7-3 202,-6-6-202,11-1 0,1-4 0,1-1 0</inkml:trace>
  <inkml:trace contextRef="#ctx0" brushRef="#br0" timeOffset="73233.27">22997 16021 5734,'5'-5'0</inkml:trace>
  <inkml:trace contextRef="#ctx0" brushRef="#br0" timeOffset="73749.27">23148 16113 5734,'-7'13'0,"2"0"0,1 11 0,1-9 0,1 21 0,3-22 0,4 14 0,-1-19 0,5 5 0,-4-11 0,2-1 0,1-10 0,-3 1 0,3-6 0,-4 1 0,1-9 0,0 4 0,0-4 0,-2 8 0,-1 0 0,0 2 0,0-1 0,-1 4 0,0-1 0,-1 5 0,0 3 0,1 11 0,0 0 0,2 9 0,1 3 0,1-4 0,2 5 0,2-3 0,-2-6 0,1 1 0,2-6 0,-3-4 0,3-3 0,0-8 0,-3 0 0,2-7 0,-3-13 0,-2 9 0,-5-27 0,-2 25 0,-3-10 0,2 12 0,0 5 0,1-2 0,-3-1 0,4 7 0,-3-4 0,5 8 0,0-1 0,1 0 0</inkml:trace>
  <inkml:trace contextRef="#ctx0" brushRef="#br0" timeOffset="73999.27">23384 15855 5734,'23'10'0,"-3"1"0,8 6 0,-4 6 0,-1 1 0,2 5-1256,-2-2 0,-3 0 1256,-9-2 0,-2 1 0,-8-1 0,-2 0 0,-3 7 0,-7 4 0,-4-1 0,-4-5 0,4-8 0,-3 0-447,-19 8 447,13-12 51,-17 4 0,26-20 0,-3-3 0</inkml:trace>
  <inkml:trace contextRef="#ctx0" brushRef="#br0" timeOffset="96614.27">6764 13619 5734,'-4'0'0,"0"0"0,3 0 0,0 2 0,1-1 0,2 0 0,-1 0 0,12-4 0,-4 2 0,10-3 0,10 0 0,2 0 0,0 0-213,3 0 1,1 0 212,10 0-1298,-10 1 1298,-12 0 0,4 1-941,14-3 1,7-1-1,-6 1 941,-10 1 0,0-1 0,11 0 0,5-1 0,-2-1-595,0 0 1,-4-1 594,-13 4 0,1-1 0,8-1 0,5 0 0,-5 0 0,-7 2 0,-1 0 0,8-2 0,6 0 0,-7 2 0,7-1 0,3 0 0,-2 0 0,-6 1 0,-4 0 0,-5 0 0,5 1 0,4-2 0,5 1 0,2-1 0,-1 0 0,-5 1 0,2 1 0,-4 1 0,-3 0 0,1-1 0,-1 1 0,-1 0 0,1 0 0,4 0 0,-1 0 0,4-1 0,0 1 0,-6 1 0,1-1 0,0 0 0,6 0 0,9 0 0,-2 0 0,-11 0 0,6 0 0,-2 1 0,-4 0 0,-12 0 0,14 1 0,-30 0 1438,4 1-1438,-11-1 2944,1 0-2944,-3 0 1352,0-1-1352,-1 0 0,1-3 0,-2 3 0,0-2 0,-3 1 0,1 1 0,-5 0 0,0 0 0,-2 1 0</inkml:trace>
  <inkml:trace contextRef="#ctx0" brushRef="#br0" timeOffset="112752.27">7386 13569 5734,'-2'-13'0,"2"-30"0,1 14 0,0 3 0,0-3 0,-2-6 0,-1 0 0,1 12 0,-1-3-820,-1-11 1,-2-10 0,0 0 0,2 6 331,-1 5 1,0 1 487,0-8 0,-1-6 0,0 0-353,0 5 1,-1-1 0,0 1 0,1 8 352,2 5 0,-1 0-19,-1-6 1,-1-8 0,0 4 0,3 15 18,2 18 0,0-1 0,1 4 1175,0 5-1175,4 13 2814,-2-6-2814,3 11 1745,-4-16-1745,0 0 0,2-1 0,-2 0 0,2 1 0,-1-2 0,-1 0 0,3 0 0,-2 0 0,8 2 0,-6-1 0,4 1 0,-8-1 0,1-1 0,-1 3 0,0-2 0,0 5 0,1-5 0,-1 3 0,2-6 0,-1 1 0,0-3 0,-1 3 0,0-1 0,1 0 0,0 0 0,0 2 0,1 0 0,-1 0 0,13-3 0,-2-1 0,12-4 0,14-1 0,-5 3 0,-10 2 0,4 0 0,5 1 0,4 0 0,-4 1-631,-3 1 1,0-1 630,5 1 0,3-1 0,-5 1 0,10 1 0,-4 1 0,-8 1 0,0 0 0,4 0 0,-9 1 0,-1-1-187,0 1 187,-9-1 0,4 1 0,-11-3 0,-1 1 0,-6-2 0,-31-5 0,17 3 0,-22-3 0,27 4 0</inkml:trace>
  <inkml:trace contextRef="#ctx0" brushRef="#br0" timeOffset="113028.27">7913 12446 5734,'6'-4'0,"13"-4"0,-8 5 0,19 1 0,-14 4 0,20 13 0,-18-4 0,11 9 0,-14 3 0,-5-4 0,-6 4 0,-2 2 0,-3 4 0,-7 6 0,-2 0 0,-4-2 0,-2 2 0,-1-1 0,3-8 0,-7 11 0,11-20 0,2-7 0,-1-2 0,6-9 0,1-4 0</inkml:trace>
  <inkml:trace contextRef="#ctx0" brushRef="#br0" timeOffset="115887.27">8452 12219 5734,'-4'5'0,"0"2"0,-3 24 0,4-10 0,1 19 0,1 4 0,3-3-1429,2 5 1,0 1 1428,2-5 0,0-12 0,1 5 0,-1-5 0,3 12-362,2 3 0,-1-4 362,-3-17-172,3 11 172,-7-24 0,-11-8 0,3-8 450,-11-9 1,6-2 0,0-1 0</inkml:trace>
  <inkml:trace contextRef="#ctx0" brushRef="#br0" timeOffset="116241.27">8312 12500 5734,'27'-13'0,"-9"4"0,16-5 0,-2 4 0,-7 2 0,20-2 0,-25 6 0,8 0 0,-16 5 0,-6 2 0,-1 21 0,-6-8 0,-7 28 0,0-20 0,-1 8 0,-3 14 0,7-21 0,-3 15 0,11-26 0,3-8 0,4-3 0,0-10 0,3-6 0,0-4 0,6-14 0,-6 4 0,2-9 0,-9-1-695,-2 10 695,-3-6 0,-2 14-44,-9-4 44,3 14 0,-7-2 0,1 21 0,4-2 0,-2 5 0,5-4 0,1 0 0</inkml:trace>
  <inkml:trace contextRef="#ctx0" brushRef="#br0" timeOffset="116505.27">8688 12556 5734,'9'18'0,"-1"1"0,2 9 0,-3-7 0,1 5 0,-2-7 0,-3-6 0,1 1 0,-2-7 0,-1-4 0,-1-3 0,-1-11 0,-1-1 0,-2-8 0,-1-12 0,1 5 0,-2-12 0,3 9 0,1 2 0,-2-5-334,2 6 1,0 3 333,1 8 0,1 3 0,-1-3 0,0 8 0,3-5 0,0 11 0,4 1 0,0 1 0</inkml:trace>
  <inkml:trace contextRef="#ctx0" brushRef="#br0" timeOffset="116966.27">8826 12574 5734,'2'13'0,"0"-1"0,1 3 0,-1-5 0,0 0 0,-1-4 0,0-6 0,2-8 0,0-3 0,-1-7 0,1 2 0,-2-2 0,-1 0 0,2-12 0,-1 7 0,1-6 0,1 4 0,0 8 0,2-9 0,-3 16 0,3-1 0,1 13 0,0 3 0,3 6 0,-2 10 0,0-3 0,3 29 0,-5-22 0,2 15 0,-2-16 0,-2-8 0,1 2 0,-2-8 0,-1-3 0,0-3 0,0-11 0,-1-3 0,3-14 0,-1 5 0,1-8 0,1-3 0,0 8 0,3-12 0,-1 11 0,0 5 0,0 6 0,-2 13 0,0 3 0,6 15 0,-4-4 0,6 25 0,-7-20 0,3 23 0,-5-24 0,-5 19 0,0-25 0,-4 8 0</inkml:trace>
  <inkml:trace contextRef="#ctx0" brushRef="#br0" timeOffset="117137.27">9185 12598 5734,'-5'0'0,"1"-2"0,4 1 0,2-1 0</inkml:trace>
  <inkml:trace contextRef="#ctx0" brushRef="#br0" timeOffset="117812.27">9454 12126 5734,'12'0'0,"2"-1"0,9 0 0,-2 0 0,17-3 0,2 0 0,-5 1-1164,2-1 0,-3 0 1164,-11 1 0,-3 1 710,2-1-710,-8 1 379,5-1-379,-16 3 0,-11 3 0,-2 1 0,-10 3 0</inkml:trace>
  <inkml:trace contextRef="#ctx0" brushRef="#br0" timeOffset="118256.27">9492 12145 5734,'-1'4'0,"1"-1"0,3 1 0,4 0 0,-1 1 0,4 1 0,7 1 0,-3-1 0,8 3 0,3 2 0,-5-1 0,7 2 0,0 3 0,-7-4 0,5 3 0,-4-2 0,-6-3 0,1 2 0,-6-1 0,-5-3 0,-1 4 0,-8 2 0,-3-1 0,-15 18 0,4-8 0,-4 5 0,7-9 0,8-6 0,-3 7 0,5-7 0,1 5 0,12-6 0,9-7 0,15-3 0,-3-6 0,15-7-1039,-17 3 1039,9-2 0,-13 4-267,-1-1 267,-1 2 0,-2 0-10,1 0 1,-6 4 0,1-1 0</inkml:trace>
  <inkml:trace contextRef="#ctx0" brushRef="#br0" timeOffset="119379.27">7518 13211 5734,'5'-2'0,"0"1"0,-1 1 0,13 1 0,21 0 0,-2 0-761,-11-2 1,-1 1 760,8-2 0,3 0 0,1-1 0,10-1 0,-13 1 0,5-1 0,-2 1 0,5 0 0,-1 0 0,-3 0 0,-1 0 179,-2 2 0,-4-1-179,2 2 0,-9 0 0,20 0 0,-22-1 0,20 0 0,-27 0 0,6 0 0,-12 0 0,-3 0 0,0-1 0,-2 2 1163,-1-1-1163,-1 1 0,-13-4 0,4 2 0,-11-3 0,8 3 0,-5 1 0,4-1 0,-4 0 0,2 1 0,4-1 0,-3 0 0,1 1 0,5 1 0,-4-1 0,8 0 0,0 0 0,0 0 0,1 1 0,-1-1 0,2 1 0,0 0 0,3-2 0,2 0 0,9-1 0,-4 2 0,5 0 0,4 0 0,-5 2 0,5-1 0,3 5 0,-9-2 0,8 5 0,-15-3 0,1 5 0,-7-3 0,-7 6 0,0-5 0,-6 2 0,4-2 0,-1 0 0,1-1 0,-2 1 0,5-3 0,-2 0 0,5-4 0,2 0 0,-1-1 0,4 1 0,4-1 0,4-1 0</inkml:trace>
  <inkml:trace contextRef="#ctx0" brushRef="#br0" timeOffset="120508.27">8661 13086 5734,'-8'0'0,"2"1"0,-3 3 0,4 2 0,-1 3 0,2-2 0,-1 3 0,3 0 0,1-3 0,1 5 0,1-6 0,0 2 0,1-5 0,-1-1 0,1-1 0,0-1 0,-1-1 0,5-8 0,-3 3 0,4-7 0,0-2 0,-2 3 0,1-4 0,1-5 0,-4 11 0,2-6 0,-5 15 0,0 4 0,1 1 0,0 6 0,1-2 0,1 4 0,2 2 0,-1-4 0,2 3 0,2 0 0,-1-4 0,3 3 0,2-1 0,-4-5 0,5 5 0,-8-8 0,0 2 0,-3-5 0,0 2 0,0-3 0,-1 0 0,1-1 0,3-8 0,-1 2 0,6-20 0,-6 11 0,2-17 0,-4 15 0,-1-13 0,-3-1 0,0 4-372,-2-2 372,2 14 0,-1 1 0,-4-24 0,3 23 0,-4-14 0,7 32 0,-1 5 0,1 4 0,0 2 0,2 2 0,0 10 0,2-4 0,5 26 0,-2-22 0,0 3 0,1 0 0,-1-5 0,7 21 0,-9-29 372,2 7-372,-4-10 0,-1-5 0,2 0 0,1-5 0,1-2 0</inkml:trace>
  <inkml:trace contextRef="#ctx0" brushRef="#br0" timeOffset="120933.27">8973 13086 5734,'-4'4'0,"-4"5"0,4-2 0,-4 10 0,6-9 0,0 9 0,2-11 0,2 2 0,-1-7 0,2-4 0,-1-7 0,0-1 0,-1-4 0,-1 4 0,-1-2 0,-2-4 0,2 4 0,0-5 0,2 11 0,0 0 0,11 25 0,-5-4 0,8 19 0,-6-9 0,0 2 0,-1 1 0,4 8 0,-1 5 0,-1-1 0,-3-5 0,-3 0 0,-2-2 0,-3-7 0,-5 9 0,-8-17 0,2-6 0,-17-1 0,12-9 0,-17-12 0,20 1 0,-15-24 0,21 18 0,-4-13 0</inkml:trace>
  <inkml:trace contextRef="#ctx0" brushRef="#br0" timeOffset="121070.27">9082 13185 5734,'0'0'0</inkml:trace>
  <inkml:trace contextRef="#ctx0" brushRef="#br0" timeOffset="122601.27">9373 13044 5734,'-12'0'0,"3"2"0,-22 12 0,18-5 0,-13 10 0,19-10 0,-2 11 0,5-8 0,-1 8 0,15-4 0,-3-8 0,9 2 0,-7-13 0,0-1 0,6-8 0,-4 3 0,3-6 0,-2-2 0,-5 3 0,1-4 0,-4 1 0,-2 5 0,0-3 0,-3 3 0,1 5 0,-1-1 0,1 4 0,0 3 0,0 8 0,1 1 0,1 11 0,0-6 0,8 13 0,0-11 0,2 3 0,-1-10 0,-4-4 0,0-1 0,5-4 0,-4-2 0,4-2 0,-4-4 0,-2 1 0,2-8 0,-4 5 0,0-3 0,-2 5 0,-1 1 0,1 0 0,-2 2 0,1 0 0,-1 2 0,0 1 0,-1 3 0,-1 10 0,0-1 0,1 7 0,3 3 0,0-7 0,3 7 0,-2-11 0,1-1 0,-1-2 0,0-3 0,1-1 0,-1-7 0,-2 2 0,0-6 0,-4 4 0,1-1 0,-2-1 0,1 1 0,-2-1 0,1 1 0,-1 0 0,-1-3 0,2 4 0,-1-2 0,2 1 0,1 2 0,2-6 0,1 6 0,1-3 0,2 5 0,-2 1 0,1 2 0,0 0 0,0 3 0,0 0 0,-2 1 0</inkml:trace>
  <inkml:trace contextRef="#ctx0" brushRef="#br0" timeOffset="122946.27">9579 13179 5734,'-6'-11'0,"-1"-8"0,4 8 0,-3-14 0,3 13 0,0-4 0,-1 0 0,3 6 0,1-9 0,3 12 0,13-5 0,-8 10 0,8 0 0,-9 5 0,-2 1 0,0 0 0,0-1 0,0 1 0</inkml:trace>
  <inkml:trace contextRef="#ctx0" brushRef="#br0" timeOffset="123761.27">9725 13064 5734,'-7'3'0,"-3"9"0,4-4 0,-5 16 0,7-11 0,1 14 0,3-18 0,1 6 0,1-13 0,6-6 0,-4-1 0,8-11 0,-6 5 0,2-4 0,-1-4 0,-3 6 0,1-10 0,-5 14 0,1-5 0,-1 9 0,0 0 0,-1 3 0,0 2 0,-1 7 0,2-1 0,6 24 0,-2-17 0,4 13 0,-4-18 0,0 1 0,-1-2 0,4-1 0,-4-6 0,4-3 0,1-9 0,-2 3 0,1-7 0,-4 7 0,0 1 0,-1 0 0,1-1 0,-2 1 0,2-1 0,-2 1 0,0 3 0,0-1 0,-1 5 0,2 6 0,-1-1 0,2 5 0,4 2 0,-3-3 0,7 4 0,-2-5 0,4-3 0,-4-1 0,0-5 0,-6 0 0,-1-1 0,1-3 0,0 1 0,1-3 0,0-1 0,-1 2 0,2-7 0,-2 7 0,2-4 0,-1 6 0,-1 1 0,2 2 0,2 4 0,-1 2 0,3 6 0,9 30 0,-5-9-1105,1 5 1,0 3 1104,-5-16 0,-1-1 0,3 9 0,1 0 0,0 3 0,-1-2 0,-2-7 0,-1 0-178,2 6 1,-1 0 177,-3-4 0,-1-2 0,0 11 0,-3 6 0,-12-17 0,-2-10 0,-9-3 0,-6-19 0,-1-6 0,-4-4 290,2-1 0,2-2-290,5-8 0,2-4 114,3-1-114,9 9 0,2 0 0,0-12 0,3-10-793,11 15 793,3 4 0,4 1 0,11-7 0,-4 10 0,9-6 0</inkml:trace>
  <inkml:trace contextRef="#ctx0" brushRef="#br0" timeOffset="123896.27">10356 13180 5734,'1'-10'0,"1"-4"0,-2 1 0,0-10 0,-2 7 0,-1-4 0</inkml:trace>
  <inkml:trace contextRef="#ctx0" brushRef="#br0" timeOffset="124764.27">9459 13191 5734,'2'11'0,"-1"-3"0,2 0 0,-2-4 0,-1-1 0,1-1 0,-2-1 0,0 0 0,-1-3 0,0-1 0,-3-11 0,2 4 0,-2-7 0,1 2 0,1 3 0,-3-13 0,4 13 0,-1-14 0,4 15 0,0-5 0,2 6 0,-1 2 0,2-1 0,4 4 0,-4 4 0,4 1 0</inkml:trace>
  <inkml:trace contextRef="#ctx0" brushRef="#br0" timeOffset="142350.27">22933 15714 5734,'-5'3'0,"3"0"0,0 0 0,2-2 0,1 1 0,1-5 0,-1 2 0,2-3 0,-9-24 0,3 17 0,-6-20 0,2 12 0,3 8 0,-4-7 0,4 9 0,-6-20 0,7 13 0,-5-15 0,6 7 0,-1-8 0,0 4 0,0-1 0,-2-10 0,2 19 0,-1-21 0,-2 11 0,3 10 0,-6-25 0,5 26 0,0-8 0,0 0 0,3 9 0,-2-17 0,5 24 0,0 3 0,0-1 0,0 4 0,-1-2 0,0 5 0,0-2 0,0 4 0,0 0 0,2 0 0,-1 0 0,1 0 0,-2 0 0,2-2 0,-3 2 0,2-2 0,0 0 0,-1 0 0,3-1 0,-2 1 0,2 0 0,-1-1 0,0 2 0,-1-2 0,-2 2 0,-4 3 0,0 2 0,-3 3 0,-1 0 0,0 0 0,-7 8 0,3-3 0,-9 9 0,9-8 0,-4 4 0,4 1 0,0 1 0,1 0 0,3 0 0,3-10 0,0 2 0,1-2 0,1-3 0,0 0 0,2-2 0,1-2 0,-1 1 0,1-1 0,1-2 0,2-1 0,-1-1 0,9-10 0,-5 4 0,5-6 0,-1 0 0,-2 2 0,2-2 0,9-13 0,-10 14 0,8-13 0,-13 18 0,6-15 0,-5 13 0,3-11 0,-7 13 0,0 3 0,-1-1 0,0 5 0,0-1 0,2 2 0,-1 0 0,2 1 0,1 1 0,1 1 0,4 4 0,-1-1 0,4 4 0,4 8 0,-4-6 0,9 13 0,-10-12 0,3 3 0,-3 0 0,-2-4 0,2 3 0,4 5 0,-8-12 0,4 7 0,-11-13 0,-2-1 0,-1 0 0,-5-2 0,1 0 0,-3-3 0,3 0 0</inkml:trace>
  <inkml:trace contextRef="#ctx0" brushRef="#br0" timeOffset="146247.27">19949 13227 5734,'4'6'0,"6"3"0,-3-4 0,13 7 0,-9-7 0,14 12 0,1 2 0,-6-4 0,1 2 0,3 2 0,-4 3 0,-3-2 0,-2-4 0,3 3 0,-2-1 0,-8-12 0,-4-3 0,2 2 0,-3-4 0,-2-1 0,-13-3 0,6 0 0,-10-2 0</inkml:trace>
  <inkml:trace contextRef="#ctx0" brushRef="#br0" timeOffset="147012.27">20349 13202 5734,'-3'4'0,"1"1"0,-4 5 0,2 0 0,-5 7 0,-6 19 0,3-9-147,3-5 1,-1 1 146,-8 21 0,9-21 0,-2 3 0,-6 13 0,1 0-892,4-11 1,2-2 891,-4 5 0,2-3 0,0 3-545,0-3 545,3-2 0,0-2-174,2-3 174,1-4 219,2-1-219,-1-4 1674,2-2-1674,0-2 668,-1-1-668,2-5 234,-1-1-234,2-6 0,0-1 0,1-3 0,2-3 0,2-3 0</inkml:trace>
  <inkml:trace contextRef="#ctx0" brushRef="#br0" timeOffset="147452.27">20397 13441 5734,'-9'7'0,"2"-1"0,1 2 0,2-1 0,-4 16 0,2-7 0,-2 13 0,2 2 0,1-6 0,1 2 0,1 1 0,0 0 0,4 1 0,1 0 0,2-8 0,5 11 0,3-17 0,-1-6 0,4-1 0,7-11 0,-9 1 0,10-9 0,-14 4 0,1-2 0,-4 2 0</inkml:trace>
  <inkml:trace contextRef="#ctx0" brushRef="#br0" timeOffset="147714.27">20531 13612 5734,'2'19'0,"-1"0"0,2-4 0,0 13 0,0-4 0,0 11 0,-1 7 0,-1-7 0,0 0 0,-1 1 0,-1 1 0,-1 0 0,-1-1 0,-2-10 0,-3 9 0,-2-22 0,2-10 0,-7-8 0,6-6 0,-4-7 0,3-6 0,3 1 0,0-8 0</inkml:trace>
  <inkml:trace contextRef="#ctx0" brushRef="#br0" timeOffset="147881.27">20545 13477 5734,'0'-6'0,"0"1"0,6 3 0,-2 3 0,4 0 0,-4 4 0,2 0 0,0 0 0</inkml:trace>
  <inkml:trace contextRef="#ctx0" brushRef="#br0" timeOffset="148329.27">20675 13670 5734,'-1'8'0,"-1"4"0,1-2 0,0 2 0,1 0 0,0-4 0,2 2 0,1-3 0,-1-2 0,1 0 0,0 0 0,-1-4 0,2 1 0,4-13 0,-3 4 0,4-8 0,-5 5 0,3-8 0,-2 6 0,1-6 0,-2 10 0,-3 2 0,1 1 0,1 5 0,-1 2 0,1 6 0,-2 1 0,1 2 0,-1 2 0,2 1 0,0 1 0,1-1 0,4 5 0,-1-6 0,4 1 0,2-8 0,-2-5 0,4-3 0,4-16 0,-9 5 0,8-20 0,-13 13 0,0-6 0,-5-22 0,0 27 0,-1-20 0,-1 35 0,1 1 0,-1 2 0,0 2 0,2-1 0,-1 0 0</inkml:trace>
  <inkml:trace contextRef="#ctx0" brushRef="#br0" timeOffset="148578.27">20942 13373 5734,'12'46'0,"-2"-4"0,-2-12 0,0 1-2037,1 13 2037,-4-11 0,-2-1 629,-2 0-629,-3-4 0,0-1 0,-2 7 166,0-9 1,-2-1-167,-10 10 0,4-15 0,-6 5 0,8-17 0,0-4 0,1-3 0,2-2 0,1-1 0</inkml:trace>
  <inkml:trace contextRef="#ctx0" brushRef="#br0" timeOffset="149345.27">21186 13554 5734,'7'6'0,"8"2"0,0-2 0,7 0 0,-6-4 0,1 0 0,17-1 0,-13 0 0,11-1 0,-11-1 0,-7 0 0,7-1 0,-11 1 0,0-2 0,-6 2 0,0-1 0,-4 1 0,-4 2 0,0-1 0,-4 1 0</inkml:trace>
  <inkml:trace contextRef="#ctx0" brushRef="#br0" timeOffset="149719.27">21255 13771 5734,'6'-2'0,"2"0"0,-2 1 0,4 0 0,2-1 0,-2 0 0,5 0 0,0-1 0,-1 1 0,24-1 0,-21 2 0,16-1 0,-25 2 0,0 0 0,1 1 0,-3-1 0,-2 3 0,-5-2 0,-2 0 0,-1-1 0</inkml:trace>
  <inkml:trace contextRef="#ctx0" brushRef="#br0" timeOffset="164278.27">21742 13219 5734,'-5'9'0,"0"28"0,2 6 0,1-6-1093,1-4 1,1 6 0,0-7 682,4 1 329,1-6 1,-1-1 80,1 4 799,1 7-799,-1-11 0,-1-1 0,0-3 0,3 19 0,-5-36 0,-2 0 0,-1-6 1798,-2-3-1798,-1-3 0,0-3 0,1 1 0</inkml:trace>
  <inkml:trace contextRef="#ctx0" brushRef="#br0" timeOffset="164517.27">21674 13460 5734,'19'-6'0,"1"0"0,4 0 0,2 0 0,4-1-875,-3 0 1,-1 2 874,-3 1 0,-3 1 254,8 1-254,-13 0 352,6 1-352,-14 2 0,-2 1 0,-6 6 893,-3-3-893,-4 3 62,1-4 1,1-1-1,0-2 1</inkml:trace>
  <inkml:trace contextRef="#ctx0" brushRef="#br0" timeOffset="164770.27">21953 13192 5734,'-1'9'0,"-2"17"0,2-8 0,0 11 0,-1 2 0,1 1-350,0-5 0,0 1 350,0 18 0,0-10 0,2-1 0,-1-1 0,1 0 228,1 14-228,1-22 0,-1-9 0,2 1 116,0-7-116,-2-6 0,2 0 0,-3-8 89,-1-1 0,0-5 0,-1 1 0</inkml:trace>
  <inkml:trace contextRef="#ctx0" brushRef="#br0" timeOffset="165147.27">22223 13321 5734,'-11'3'0,"3"0"0,-2 6 0,4 2 0,-2 11 0,3-3 0,-2 8 0,3 4 0,1-8 0,2 7 0,11 10 0,-4-18 0,7 12 0,-5-23 0,4 3 0,-4-6 0,3 2 0,-6-7 0,1-3 0,-1-1 0</inkml:trace>
  <inkml:trace contextRef="#ctx0" brushRef="#br0" timeOffset="165381.27">22338 13525 5734,'14'22'0,"-3"0"0,-3 12 0,-4-10 0,-1 15 0,-7-4 0,-1-8 0,-3 7 0,0-7 0,-1-2 0,-1 3-330,1-4 0,0-1 330,2-8 0,2-3 0,-2 1 0,2-7 0,0 0 0,-5-13 0,4-2 0,-6-9 0,7-1 0,0-3 0</inkml:trace>
  <inkml:trace contextRef="#ctx0" brushRef="#br0" timeOffset="165919.27">22415 13587 5734,'0'17'0,"0"-5"0,1 3 0,3-2 0,1-2 0,10-3 0,-4-7 0,6-7 0,-8-3 0,9-14 0,-8 7 0,5-8 0,-7 7 0,-2 5 0,0 0 0,-1 5 0,-1 5 0,1 2 0,-2 5 0,3 13 0,-2-6 0,2 10 0,0-3 0,-1-5 0,2 5 0,1-6 0,-1-4 0,3 1 0,2-9 0,-3-2 0,3-5 0,1-6 0,-4 0 0,3-5 0,-4-4 0,-2 4 0,-2-6 0,-4-1 0,-1 7 0,-1-6 0,-3 3 0,1 5 0,-7-5 0,4 10 0,-6-1 0,7 5 0,-1-1 0</inkml:trace>
  <inkml:trace contextRef="#ctx0" brushRef="#br0" timeOffset="166397.27">22200 13395 5734,'-9'-3'0,"1"0"0,6 1 0,3 0 0,2 1 0,5 1 0,3 1 0,0 1 0,7 2 0,-7 0 0,3 0 0</inkml:trace>
  <inkml:trace contextRef="#ctx0" brushRef="#br0" timeOffset="166865.27">22833 13277 5734,'19'18'0,"-1"2"0,2 10 0,-8-3 0,0 2 0,-2-6 0,0 1-795,-1 6 1,-1 0 794,-2 4 0,-5-4 0,0 1 0,-1 7 0,-3 0 0,-2 0 0,-1-10 0,-3 13 183,-9-11-183,7-15 0,-7 5 0,12-18 0,1-3 0</inkml:trace>
  <inkml:trace contextRef="#ctx0" brushRef="#br0" timeOffset="168234.27">23128 13215 5734,'1'4'0,"1"0"0,4 8 0,1 0 0,13 18 0,-5-8 0,10 13 0,-3-6 0,0-2 0,5 5-798,-3-2 0,1-2 798,-1-4 0,10 10 0,-8-10 0,-2-2 0,0-1 0,-2-1 0,9 8 0,-15-15 0,-7-5 0,2 1 0,-12 2 0,0-8 0,-6 5 0</inkml:trace>
  <inkml:trace contextRef="#ctx0" brushRef="#br0" timeOffset="168504.27">23249 13692 5734,'7'-19'0,"4"-14"0,-1 5 0,4-1 0,3-6 0,-1 3 0,-5 10 0,1 0-1047,3-7 1,2-3-1,-2 5 1047,3-4-294,-4 7 0,1-1 294,2-3 54,-1 2 1,-1 2-55,-7 9 0,3-3 0,-10 16 0,0 2 0,-1 1 0</inkml:trace>
  <inkml:trace contextRef="#ctx0" brushRef="#br0" timeOffset="168858.27">23780 13294 5734,'-5'4'0,"-4"5"0,2-2 0,-4 5 0,1 4 0,2-1 0,-3 23 0,6-16 0,0 15 0,6-5 0,1-7 0,2 7 0,3-5 0,-1-8 0,3 4 0,4-9 0,-3-5 0,4 0 0,0-6 0,-3-2 0,4-1 0,-5-5 0,-1-1 0</inkml:trace>
  <inkml:trace contextRef="#ctx0" brushRef="#br0" timeOffset="169119.27">23945 13458 5734,'0'11'0,"0"2"0,2 8 0,-1-3 0,1 8 0,-1 4 0,0-6 0,0 16 0,-4 0 0,0-8 0,-2 1 0,1-20 0,-6 7 0,3-10 0,-4 4 0,1-12 0,2-2 0,-3-1 0,-2-10 0,4 1 0,-5-7 0</inkml:trace>
  <inkml:trace contextRef="#ctx0" brushRef="#br0" timeOffset="169297.27">23924 13364 5734,'-1'-6'0,"1"1"0,1 0 0,1 1 0,1 0 0,0 3 0,0-1 0,1 5 0,1-2 0,0 3 0</inkml:trace>
  <inkml:trace contextRef="#ctx0" brushRef="#br0" timeOffset="169852.27">24044 13483 5734,'1'6'0,"0"1"0,2 2 0,-1-1 0,1 3 0,1 2 0,-1-3 0,1 4 0,1-2 0,0-3 0,0 1 0,2-2 0,-2-3 0,3-1 0,0-3 0,0-2 0,1-1 0,-1-5 0,-2 2 0,2-4 0,-3-2 0,-1 3 0,-1-3 0,0-5 0,-2 9 0,1-5 0,-1 13 0,0 3 0,5 8 0,-2-3 0,9 23 0,-8-20 0,6 11 0,-8-19 0,7-6 0,-4-2 0,6-12 0,-6 4 0,-1-6 0,-7-12 0,1 11 0,-9-21 0,6 25 0,-6-12 0,7 18 0,0-3 0,3 9 0,3 1 0,-1 1 0,3 1 0</inkml:trace>
  <inkml:trace contextRef="#ctx0" brushRef="#br0" timeOffset="170161.27">24420 13171 5734,'26'11'0,"-2"1"0,4 15 0,-11-7 0,0 10 0,-1 1 0,-6 2 0,-2-8 0,-3 4 0,-4 14 0,-3-1 0,0 0 0,1-2 0,-4 1 0,-4-17 0,-1-4 0,-1 4 0,-7 0 0,-1-3 0,2-11 0,-11 4 0,11-12 0</inkml:trace>
  <inkml:trace contextRef="#ctx0" brushRef="#br0" timeOffset="171964.27">19353 12796 5734,'27'0'0,"1"0"0,2 3 0,8-2 0,5 0-1639,-5 2 1,-1 0 1040,-6-1 1,3 0 597,9 0 0,6-1 0,-6-1 0,-10 1 0,1-1 0,5 0 0,6-1 0,0 0 0,-6 1 0,0-1 0,0 1 0,2-1 0,8 0 0,0 0 0,-4 0-55,-7 1 1,-2 0 0,3-1 54,-1 2 0,3-1 0,1 0 0,0 1 0,-5-1-367,4 0 1,-3 1 0,0-1 366,8 1 0,0 1 0,-3-1 0,-6-1 0,-1 1 0,1 0 0,1-1 0,-1 1 0,2-1 0,-1 0 0,2 0 0,-2 0 0,7 1 0,0-1 0,-6 0 0,1 0 0,0 1 0,-1-1 0,0 1 0,2 1 0,-3-1 0,1 1 0,1-1 0,-1 1 0,5 0 0,-2 0 0,2 0 0,4 1 0,0-1 0,-4 1 0,-8-1 0,0 0 0,-3 0 0,3-1 0,-1 0 0,5 1 0,1-1 0,-7 0 0,2 0 0,1 0 0,0 0 0,0-1 0,-1 1 0,7-1 0,1 0 0,-7 0 0,1 1 0,1-1 0,0 0 0,1-1 0,-2 1 0,8-1 0,0 0 0,-7 1 0,1-1 0,1 0 0,0-1 0,0 1 0,-1-1 0,7 1 0,-1-1 0,-6 1 0,0-1 0,1 1 0,-3-1 0,-1 1 0,-2 0 0,6 0 0,-1 1 0,-7-1 0,1 1 0,-1-1 0,10 2 0,-3 0 0,-10 0 0,0 0 0,6 1 0,0-1 0,-4 1 0,-3 0 0,16 0 0,-19 0 0,3-1 0,8-2 0,5-1 0,-5-1 0,-9 2 0,0-1 125,7-1 0,5 0 0,-1-1-125,8-3 0,-5 0 0,-3 1 575,1-1 0,-1 1-575,-6 2 0,-14 1 0,13 0 0,-19 1 2811,-2 1-2811,4 0 1398,-6 1-1398,4 0 0,-10 0 0,1 0 0,-3 0 0,1 0 0,-1 0 0,1 0 0,2 0 0,1 1 0,-1 0 0,2-1 0,-1 1 0,-1 0 0,0-1 0,-1 1 0,1-1 0,1 1 0,1-1 0,1 1 0,-1 1 0,2-2 0,0 1 0,2-1 0,-2 0 0,1 1 0,-4 0 0,-1-1 0,1 1 0,-1-1 0,-1 1 0,0 0 0,-1-1 0,-1 1 0,0-1 0,1 1 0,0 2 0,0-1 0,0 4 0,0-1 0,-1 0 0,1 2 0,-1 0 0,1-1 0,0 2 0,5 18 0,-3-12 0,5 16 0,-6-16 0,1 3 0,1 9 0,-1-4 0,-1 4 0,-1 2 0,0 3-147,-1-6 1,0 2 146,-1 17 0,1-13 0,1 1 0,-2-5 0,1-1-595,1 6 1,-1-2 594,1 5 0,-1-2 0,1 1 0,1 10 0,0-12 0,0 3 0,0-3 0,1 10 0,0-10 0,-1-1 0,2 13 0,-2-12 0,0 7 0,0 8 0,-2-18 0,-1 3 0,-1 0 0,0-5 0,-1 15-604,0-14 604,1-8 0,1 2 0,0-7 240,0-5-240,-1 0 284,-11-10 1,2-1 0,-9-2 0</inkml:trace>
  <inkml:trace contextRef="#ctx0" brushRef="#br0" timeOffset="174169.27">19434 12979 5734,'1'-5'0,"1"3"0,-2 7 0,-1 30 0,1-10-1012,-2 20 1012,2-21 0,1 17 0,0-7-518,0-9 0,0-1 518,2 16 0,-1-7 0,1 0 0,0-6 0,0 0 0,0 7 0,2 4 0,0 3 0,2 2 0,-2-3-1155,0-4 0,0-1 1155,1 6 0,1 3 0,-2-5 0,-1-13 0,-1-1-688,3 20 0,0 1 688,-2-18 0,0 0 0,3 15 0,-1 0 0,-1-14 0,0-1 0,3 15 0,-4-17 0,1 1 0,2 20 0,-1-14 0,-1-4 0,-1-2 0,1-4 512,1 15-512,-4-28 1971,0 3-1971,-2-8 2274,0-3-2274,1 1 684,-1-2-684,2-1 293,0-1-293,1-1 0,12-15 0,-7 9 0,8-10 0,-10 13 0,7-1 0,-4 3 0,5-1 0,3 4 0,-2 0 0,16 1 0,0-1 0,1-1 0,12-1 0,-15-1 0,9 1 0,2 0-989,-10 0 989,9 1 0,0 0 0,-10 0 0,9-1 0,1-1 0,-9 0 0,11-3 0,3-4 0,-10 2 0,12-3 0,-5 1 0,-9 3 0,7-1 0,-5 4 0,-9 2 0,6 1 0,5 4 0,-13 1-451,13 2 451,-16-1 0,0-1 0,2 0 0,8 0 0,-6-1 940,6 2-940,0 0 0,-7-1 0,7 2 0,1-1 0,-7-1 500,9 1-500,4 0 0,-8-3 0,11 1 0,-11-2 0,0 0 0,8 1 0,4 0 0,0 0 0,-6 0 0,-2-1 0,0 0-860,-4 0 860,10 0 0,-14-1 0,-1 1 0,8-1 0,6-1 0,-1 0 0,-1 1 0,6-2 0,1 0 0,-4 0 0,7 0 0,-1 0 0,-5 1 0,6 0 0,-1 0 0,-5 0 0,-2 0 0,8 0 0,-7 0 0,-13 0 0,-1 1-542,6-2 0,5 1 1,-6 0 541,8-1 0,-2 0 0,0 0 0,11 1 0,-11-1 0,0 1 0,0-1-812,-1 1 812,-1 0 0,-1 0 0,-4 0 0,2-1 0,7 1 0,-9 0 0,0 1 0,1 0 0,0-1-121,1 0 121,15-2 0,-9 1 146,-13 0 0,1 0-146,2 0 0,0-1 434,12-1-434,-13 2 0,1-1 0,0 0 0,0 0 0,15-1 0,-15 1 0,2 1 0,0-1 0,-1 0 0,16-1 0,-16 1 0,1 1 0,-1-1 0,-1 1 0,14-2 0,-14 2 0,0 0 0,-1 0 0,-1 1 0,14-2 0,-14 2 0,0-1 219,0 0 0,-2 1-219,15-2 0,-6 0 0,7-2 0,-6 1 0,13-1-611,-1-2 1,-2 1 610,-14 2 0,12-2 316,-10 2-316,11-2 0,2 0 0,-7 0 496,-2 1 0,2 0-496,-9 2 0,-3-1 0,5 1-97,-4 0 1,-1-1 96,-5 2 0,-1-1 1247,9 0-1247,-8 0 0,5 0 0,-3-1 0,-7 2 0,5 0 0,-2 1 0,-4 0 0,4 0 0,-2 1 744,-5 0-744,4 0 369,0 0-369,-5 0 0,10 0 0,-12 0 0,5-1 0,0-1 0,-4 1 0,10-1 0,-13 2 0,6-3 0,-8 3 0,1-2 0,-4 3 0,0-1 0,-8 0 0,-9 3 0,-5 1 0,-9 4 0,3 0 0</inkml:trace>
  <inkml:trace contextRef="#ctx0" brushRef="#br0" timeOffset="-152832.46">5890 5443 5734,'-1'-4'0,"0"2"0,1 2 0,3 3 0,-2-1 0,8 26 0,0-3 0,2 12 0,1-12 0,1-1 0,-1-3 0,11 17 0,2 1 0,-9-14 0,2 2 0,0-1 0,-6-10 0,-4-5 0,3 1 0,-1-1 0,-6-8 0,4 0 0,-8-6 0,-1-4 0,-6 0 0,3-1 0,-3-3 0</inkml:trace>
  <inkml:trace contextRef="#ctx0" brushRef="#br0" timeOffset="-152598.46">5874 5812 5734,'5'-12'0,"5"-10"0,0 2 0,5-8 0,2-5 0,-3 8 0,5-9 0,0 2 0,-5 9 0,0-1 0,1 0 0,-3 4 0,7-13 0,-15 25 0,-1 1 0,-1 3 0,0 2 0,-1 1 0,0 2 0</inkml:trace>
  <inkml:trace contextRef="#ctx0" brushRef="#br0" timeOffset="-152267.46">6224 5530 5734,'-4'9'0,"1"0"0,1 1 0,1 2 0,0 1 0,-1 20 0,1-11 0,2 13 0,0 1 0,1-8 0,1-1 0,1-1 0,5-2 0,-2-10 0,4 4 0,-4-12 0,0-3 0,1-2 0,0-2 0,4-4 0,-3-1 0,3-4 0,-4-1 0,-3 2 0,0-5 0,-3 4 0</inkml:trace>
  <inkml:trace contextRef="#ctx0" brushRef="#br0" timeOffset="-152115.46">6241 5536 5734,'5'-6'0,"4"-3"0,-2 4 0,4-2 0</inkml:trace>
  <inkml:trace contextRef="#ctx0" brushRef="#br0" timeOffset="-151706.46">6524 5665 5734,'5'7'0,"-2"0"0,-1-1 0,0 5 0,-1 1 0,0 0 0,-1-3 0,0-6 0,0-2 0,2-5 0,-1 0 0,2-8 0,-2 5 0,0-5 0,3-8 0,-2 7 0,3-12 0,-2 15 0,1-3 0,1 3 0,0 4 0,0-1 0,2 6 0,-3 2 0,4 2 0,7 23 0,-6-10-289,5 17 289,-8-18 0,-2 1 0,2-1 0,-1 0 0,-1-1 0,0-2 0,1 3 0,-1-5 289,0 1-289,-2-7 0,1-3 0,-1-1 0</inkml:trace>
  <inkml:trace contextRef="#ctx0" brushRef="#br0" timeOffset="-151336.46">6791 5522 5734,'13'-1'0,"-2"0"0,-2-1 0,6-2 0,-5 1 0,7-4 0,-9 4 0,3-2 0,4-3 0,-6 4 0,4-2 0,-7 4 0,-3 3 0,1 1 0,0 2 0,1 4 0,0 0 0,2 5 0,7 13 0,-5-8 0,3 5 0,-1 0 0,-1 0 0,4 20 0,-9-23 0,-1 6 0,-7 2 0,0-11 0,-9 17 0,5-23 0,-18 8 0,14-16 0,-11 0 0,14-7 0</inkml:trace>
  <inkml:trace contextRef="#ctx0" brushRef="#br0" timeOffset="-149896.46">8560 5830 5734,'-5'-1'0,"0"0"0,-3 0 0,2 0 0,-2 1 0,6 0 0,4-2 0,2 1 0,3 0 0,1 0 0,10-1 0,0 1 0,7-1 0,3 1 0,7-1-881,-5 0 0,6 0 0,-4 0 881,-6 0 0,0 0 0,9-1 0,4 0 0,-3 0 0,-6 0 0,-1 0 0,9-2 0,2 0 0,-6 1 0,2 0 0,-3-1 0,-1 2 0,0-1 0,0 0 0,1 0 0,-1 0-686,2 1 1,-3 0 685,16-2-156,-19 2 1,1 1 155,19-3 0,-14 2 0,6-1 0,-7 1 0,-10 0 0,4-1-112,-7 2 112,-6 0 2018,2 0-2018,-6 1 1723,-4 0-1723,1 1 503,-2 0-503,-2 0 193,1 0-193,-2 0 0,-1-1 0,-6 1 0,4-1 0,-5 1 0,5-1 0,-1 0 0,0-2 0,-1 2 0,0 0 0,-1 0 0,-4-1 0,0 0 0,-2 0 0,1 1 0,1 0 0,0-1 0,1-1 0,-1 1 0,-2-2 0,4 1 0,-3 0 0,4 0 0,0 1 0,1-1 0,-1 0 0,1 0 0,-1 0 0,3 1 0,-1 0 0,2 1 0,-1-1 0,5 5 0,-1-2 0,8 6 0,-6-4 0,5 6 0,-6-4 0,1 11 0,-5-8 0,0 6 0,-4-7 0,-7 7 0,4-6 0,-4 5 0,7-7 0,1-2 0,1 0 0,-1 0 0,3-2 0,0 0 0,4 1 0,-1-3 0,2 3 0</inkml:trace>
  <inkml:trace contextRef="#ctx0" brushRef="#br0" timeOffset="-148900.46">10047 5356 5734,'-3'2'0,"2"2"0,4 1 0,2 2 0,2 3 0,16 21 0,-7-8 0,3 1 0,7 7 0,2 1 0,-3-4 0,5 4 0,0-1-761,-5-5 0,1 3 1,1 0-1,-3-5 761,4 0 0,-4-3 0,11 7 0,-2-3 0,1-2 0,-1 0 0,-2-3 0,-2-1 0,-4-3 0,-13-12 0,-9-3 0,-1-3 0,-7-2 0</inkml:trace>
  <inkml:trace contextRef="#ctx0" brushRef="#br0" timeOffset="-148646.46">10284 6022 5734,'11'-28'0,"-1"-1"0,5-8 0,-1 6 0,4-2-1639,2-3 1,0 1 1046,-7 11 0,1 1 592,8-14 0,-1-1-357,-3 6 1,-2 3 356,-4 5 0,1 0 478,2-5 0,0-3-478,3-9 0,-1 1 0,0-2-303,-4 7 0,-2 4 303,-8 16 448,-14 10 1,1 5-1,-9 8 1</inkml:trace>
  <inkml:trace contextRef="#ctx0" brushRef="#br0" timeOffset="-148176.46">10871 5585 5734,'-10'4'0,"3"1"0,-2 7 0,-2 21 0,4-9 0,2 13 0,1 2 0,3-5-707,1-3 0,1-2 707,3-6 0,1-1-201,10 9 201,-5-13 0,7 5 0,-7-16 0,1-4 0,1-5 0,2-2 0</inkml:trace>
  <inkml:trace contextRef="#ctx0" brushRef="#br0" timeOffset="-147931.46">11044 5704 5734,'0'10'0,"2"2"0,-1 14 0,3-1 0,-1 1 0,1 1-2530,4 12 2530,-3-13 0,1 3 0,2 8 0,2 4 0,-2-4 0,-2-8 0,1 0-413,1 7 1,0 5 0,-1-8 412,-3-2 0,-3-2 487,-1-4-487,-2-4 0,-2-2 0,-3-4 1061,-1-3-1061,-4-3 1797,-1-4-1797,-20-11 0,10-2-115,-15-10 1,15-2 0,-1-4 0</inkml:trace>
  <inkml:trace contextRef="#ctx0" brushRef="#br0" timeOffset="-147353.46">11245 5843 5734,'1'18'0,"2"2"0,2-6 0,-1-3 0,7-7 0,-6-8 0,7-9 0,-7 3 0,2-3 0,-3-1 0,-1 4 0,0-2 0,-1 3 0,0 5 0,2 3 0,-2 5 0,5 10 0,-2-4 0,1 5 0,5 5 0,-3-9 0,11 7 0,-9-14 0,21-21 0,-19 4 0,11-17 0,-19 14 0,-2-14 0,-2 10 0,-3-10 0,-1 10 0,0 5 0,-2-4 0,-4 1 0,4 6 0,-4-4 0,6 8 0</inkml:trace>
  <inkml:trace contextRef="#ctx0" brushRef="#br0" timeOffset="-146991.46">11041 5544 5734,'4'1'0,"2"-1"0,-3 0 0,6 4 0,-3 0 0,4 3 0,-1-2 0</inkml:trace>
  <inkml:trace contextRef="#ctx0" brushRef="#br0" timeOffset="-146261.46">11187 5805 5734,'0'13'0,"-1"-2"0,1 3 0,4 23 0,-2-18-271,3 19 271,-2-26 67,1 3-67,-1-4 0,0 1 0,0-5 0,-1-2 0,0-1 51,-1-4 0,1-3 0,1-4 0</inkml:trace>
  <inkml:trace contextRef="#ctx0" brushRef="#br0" timeOffset="-144616.46">11143 5807 5734,'4'1'0,"-2"-1"0,-1 0 0,2 1 0,-1 0 0,2-1 0,-3 1 0,1 0 0,-1-1 0,-2 2 0,1-1 0,-3 4 0,2-3 0,0 1 0,3 2 0,-1-1 0,3 8 0,-3-5 0,7 25 0,-5-21 0,4 16 0,-5-16 0,0-4 0,0 2 0,0-1 0,-1-3 0,3 5 0,-1-3 0,2 0 0,-1-1 0,-1-3 0,-1 0 0,1-1 0,-1-2 0,0 0 0,-1-1 0,2-4 0,-1 2 0,2-2 0,0-3 0,-1 2 0,0-3 0,1-1 0,-1 2 0,0-2 0,1-1 0,-2 2 0,2-4 0,0-1 0,-1 3 0,1-3 0,-3 1 0,-1 1 0,0 0 0,-1 2 0,0 6 0,1-1 0,0 4 0,0-1 0,0 0 0,0 1 0,0-1 0,0 0 0,0 1 0,0-1 0,0 2 0,2 2 0,-1 0 0,1 4 0,-1-1 0,0-1 0,1 2 0,0-2 0,0-1 0,0 1 0,-2 0 0,2 0 0,0 3 0,-1-3 0,3 7 0,-3-6 0,5 18 0,-4-16 0,3 10 0,-4-11 0,1-2 0,2 5 0,-1-4 0,3 7 0,-3-6 0,2 2 0,-2-5 0,-1-1 0,2-2 0,-1 0 0,1-1 0,1-2 0,-1-1 0,2-2 0,1-4 0,-1 1 0,1-3 0,1 0 0,-2 2 0,1-4 0,-2 0 0,-2 3 0,0-12 0,-4 11 0,0-6 0,-3 6 0,2 3 0,-2-2 0,-4-1 0,5 5 0,-4-4 0</inkml:trace>
  <inkml:trace contextRef="#ctx0" brushRef="#br0" timeOffset="-144197.46">11535 5541 5734,'10'-1'0,"15"6"0,-9 0 0,23 12 0,-19-3 0,8 8 0,-2 9-2094,-7-6 2094,5 11 0,-7 4 0,-6-9 0,-1 11 0,-15-4 0,-4 0 0,-1-1-420,-1 0 0,-1-3 420,-3-15 235,-6 3-235,3-7 0,-5 0-58,-2-10 0,7-5 1,-4-3-1</inkml:trace>
  <inkml:trace contextRef="#ctx0" brushRef="#br0" timeOffset="-142646.46">8229 6214 5734,'10'-12'0,"7"-1"0,-4 7 0,5-2 0,-4 4 0,5 2 0,-3 2 0,9 5 0,-10 1 0,10 18 0,-13-7 0,2 13 0,-14 4 0,-3 1 0,0 0-154,-2 1 1,-1 0 153,0-7 0,0-9 0,1 4 76,3-8-76,1-6 0,1-1 0,2-4 0,0-3 0,2-1 231,4-3-231,-1-1 0,8-3 0,-1-7 0,-3 3 0,-2-5 0,-8 7 0,-1-1 0</inkml:trace>
  <inkml:trace contextRef="#ctx0" brushRef="#br0" timeOffset="-142455.46">8443 6747 5734,'0'4'0,"1"0"0,0-4 0,0 0 0,1 0 0,1-3 0,0 1 0,0-2 0,0-6 0,-2 1 0,1-6 0</inkml:trace>
  <inkml:trace contextRef="#ctx0" brushRef="#br0" timeOffset="-141915.46">8616 6215 5734,'21'-15'0,"-7"7"0,23-3 0,-20 11 0,9 1 0,-5 14 0,-9-3-288,4 11 288,-11-6 0,-2 3 0,-1 2 0,-4 13 0,0-7 0,-2-1 0,1 0 0,-1 0 0,-2 12 0,2-18 0,1-7 71,-3 7-71,3-13 0,-4 3 0,2-9 0,1-1 0</inkml:trace>
  <inkml:trace contextRef="#ctx0" brushRef="#br0" timeOffset="-141748.46">8809 6731 5734,'5'3'0,"-1"0"0,-2-4 0,-3-3 0,-4 0 0,-4-5 0,-2-1 0,-1-2 0</inkml:trace>
  <inkml:trace contextRef="#ctx0" brushRef="#br0" timeOffset="-89550.46">2154 8262 5734,'-2'-7'0,"1"-24"0,0 12-1112,0-20 1112,1 16 0,2-21 0,0-3 0,0 22 0,0 0 0,1-19 0,2-7 0,-1 7 178,-1 19 0,1 0-178,2-11 0,1-9 0,0 0 0,-2 8-421,-1 11 0,0 2 421,1-13 0,2-4 0,-3 7-322,-1 7 322,-1 15 493,0-8-493,0 18 0,0 2 0,1 0 1045,-1 2-1045,3 8 382,-3-4-382,2 6 0,-7-3 0,2-6 0,-14-4 0,10-3 0,-8-6 0,10 6 0,-2-6 0,2 3 0,-2-4 0,2-21 0,2 18 0,1-24 0,2 28 0,3-1 0,1 0 0,-1 5 0,2-5 0,-4 9 0,3 9 0,-5 1 0,2 11 0,-3-4 0,-3 13 0,-1-4 0,-2 8 0,-3 3 0,3-9 0,-3 13 0,5-21 0,0 2 0,3-10 0,3-4 0,2-3 0,10-19 0,-4 4 0,7-11 0,6-14 0,-11 19 0,9-15 0,-9 19 0,-4 6 0,4-4 0,-11 11 0,0 0 0</inkml:trace>
  <inkml:trace contextRef="#ctx0" brushRef="#br0" timeOffset="-88457.46">651 10169 5734,'2'-5'0,"-1"1"0,0 1 0,-1 2 0,0 0 0,1-1 0,-1 1 0,0-1 0,1 0 0,-1 1 0,1-1 0,-2 0 0,0 1 0,0-1 0,1-3 0,0 3 0,0-3 0,0 5 0,1 5 0,0 1 0,-1 11 0,1-4 0,-1 6 0,2 6 0,-1-5 0,1 8 0,-1 2 0,1-7-425,0 8 425,-1-10 0,1 9 0,-1-9 0,1 6 0,-1-4 0,0-7 0,0 3 0,-2-5 0,1-5 0,-1 0 0,1-4 0,1-3 425,-1 0-425,-2-7 0,-11-30 0,4 13-550,-6-20 550,9 25 0,0 1-6,2-1 0,-1-1 1,1 1-1</inkml:trace>
  <inkml:trace contextRef="#ctx0" brushRef="#br0" timeOffset="-88077.46">586 10231 5734,'5'-2'0,"0"-1"0,3-3 0,7-2 0,9-2 0,-5 3 0,0 3 0,-8 2 0,7 3 0,-5 0 0,6 1 0,2 4 0,-8 0 0,7 10 0,-1 3 0,-5 0-654,13 21 654,-20-21 0,-1 0 0,0 10 0,-4-6 0,0 5 0,-10 1 0,1-7 0,-6 6 0,-13 4 0,7-13 0,-4-1 0,-1 0 0,2-5 0,-12 4 0,10-6 0,7-4 0,-3 1 0,6-4 0,4-3 0,2-1 0,4-9 0,6 1 0,1-7 0</inkml:trace>
  <inkml:trace contextRef="#ctx0" brushRef="#br0" timeOffset="-87476.46">1094 10186 5734,'6'-2'0,"-1"1"0,1 21 0,-3-5 0,3 13 0,-2 4 0,-1-6 0,0 10 0,1 2 0,-1-9 0,0-1 0,1 0 0,0-1 0,0 12 0,-1-15 0,-2-8 0,1 3 0,-1-9 0,1-4 0,-3-4 0,-1-5 0,-6-7 0,2 1 0,-3-3 0</inkml:trace>
  <inkml:trace contextRef="#ctx0" brushRef="#br0" timeOffset="-87243.46">961 10243 5734,'21'0'0,"0"0"0,-6-1 0,23-3 0,-12 1 0,4 0 0,0-1 0,-4 2 0,12-1 0,-8 7 0,-15 0 0,8 3 0,-17-2 0</inkml:trace>
  <inkml:trace contextRef="#ctx0" brushRef="#br0" timeOffset="-86793.46">1681 10191 5734,'-8'0'0,"0"0"0,-5 2 0,0 2 0,-30 13 0,22-7 0,-1 2 0,0 0 0,8-1 0,-3 4 0,6-1 0,5-2 0,0 3 0,6 2 0,3-4 0,15 17 0,-5-14 0,13 9 0,0-6 0,-5-5 0,1-1 0,-1 0 0,5 3 0,4 4 0,-15-8 0,-9-3 0,-4-1 0,-9 6 0,-2-2 0,-9 4 0,-10 0 0,5-5 0,-7 1 0,-7-9 0,17-4 0,-10-6 0,23-3 0,3-5 0,3-1 0</inkml:trace>
  <inkml:trace contextRef="#ctx0" brushRef="#br0" timeOffset="-86057.46">517 10950 5734,'2'6'0,"1"2"0,2 11 0,-1-4 0,1 12 0,-2-2 0,-1-5 0,1 6 0,-2 16 0,-1-23 0,0 16 0,-1-29 0,-2-2 0,1-3 0,-2-3 0,2-4 0,-1-4 0,1-1 0</inkml:trace>
  <inkml:trace contextRef="#ctx0" brushRef="#br0" timeOffset="-85808.46">473 10921 5734,'14'-2'0,"6"2"0,-8 2 0,6 2 0,2 6 0,-4-1 0,5 5 0,6 14 0,-11-9-574,7 13 574,-14-12 0,-2-1 0,-3 1 0,-4 19 0,-2-15 0,-4 14 0,-4-13 0,1-7 0,-2 4 0,-2-8 0,4-5 574,-6 0-574,5-6 0,-2-2 0,1-6 0,6-1 0,-1-2 0</inkml:trace>
  <inkml:trace contextRef="#ctx0" brushRef="#br0" timeOffset="-85613.46">732 11086 5734,'4'43'0,"-2"-6"0,-1-18 0,0 7 0,0-6 0,1 4 0,-1-10 0,0-2 0,-1-1 0,0-2 0,-1-3 0,-3-2 0,1-4 0,-2-2 0</inkml:trace>
  <inkml:trace contextRef="#ctx0" brushRef="#br0" timeOffset="-85201.46">909 11086 5734,'-5'2'0,"0"0"0,0 4 0,3 0 0,0 3 0,2 2 0,2-2 0,3 4 0,3 1 0,-2-3 0,3 3 0,0-1 0,-3-3 0,1 2 0,-3-2 0,-2-1 0,-1 1 0,-10 8 0,2-6 0,-24 23 0,18-22 0,-12 10 0,19-20 0,0-1 0,0-5 0,3-1 0,2-5 0,4 1 0</inkml:trace>
  <inkml:trace contextRef="#ctx0" brushRef="#br0" timeOffset="-84963.46">1091 11109 5734,'-6'2'0,"-1"5"0,2-2 0,4 31 0,2-18 0,5 20 0,0-22 0,4 7 0,-3-7 0,5 9 0,-1-10 0,-2-6 0,-2-4 0,-7-10 0,0-2 0,-1 0 0</inkml:trace>
  <inkml:trace contextRef="#ctx0" brushRef="#br0" timeOffset="-84660.46">1180 11215 5734,'6'24'0,"0"1"0,3 15 0,-7-29 0,-1-4 0,-1 1 0,-2-10 0,1-1 0,-3-10 0,2-16 0,1 7 0,5-21 0,-1 27 0,3-8 0,3 7 0,-2 5 0,3-3 0,2 2 0,-3 4 0,3-1 0,-4 6 0,-3 1 0,0 3 0,-2 1 0,1 2 0</inkml:trace>
  <inkml:trace contextRef="#ctx0" brushRef="#br0" timeOffset="-84157.46">1455 11234 5734,'12'-23'0,"-2"2"0,-8 9 0,-1 0 0,-5-5 0,-1 4 0,-3-4 0,-3 4 0,2 4 0,-3-1 0,1 5 0,4 2 0,-3 2 0,2 6 0,2 0 0,0 6 0,4 14 0,2-6 0,3 17 0,2-18 0,3 4 0,19 3 0,-13-15 0,15 4 0,-19-17 0,1-3 0,-2-3 0,0-2 0,-1-1 0,-2-2 0,-1-1 0,-2 0 0,0-2 0,-4-7 0,-2-1 0,1-1-324,-2 0 1,1 1 323,-1 7-241,-3-10 241,3 11 0,-4-7 0,7 18 0,-2 1 0,4 7 630,-1 5-630,6 22 0,-1-7 0,1 8 0,1 2 0,0-2 0,2 4 0,0-2 0,-1-5 0,6 15 0,-10-28 258,2 1-258,-12-10 0,2-5 0,-6-2 0</inkml:trace>
  <inkml:trace contextRef="#ctx0" brushRef="#br0" timeOffset="-83735.46">1750 11183 5734,'12'-20'0,"2"-5"0,-6 8 0,2-5 0,-5 0 0,-2 4 0,-2-3 0,-5 3 0,-2 7 0,-4-1 0,-11 11 0,8 5 0,-15 14 0,17-1 0,-3 9 0,13 6 0,4 1 0,1-1-493,1 0 1,4-2 492,5-15 0,24-4 0,-13-9 0,2-10 0,-2-4 0,-8-9 0,5-15 0,-18 10 0</inkml:trace>
  <inkml:trace contextRef="#ctx0" brushRef="#br0" timeOffset="-83408.46">864 10820 5734,'4'2'0,"8"-1"0,-6 0 0,16-1 0,-10 0 0,8-2 0</inkml:trace>
  <inkml:trace contextRef="#ctx0" brushRef="#br0" timeOffset="-82971.46">1400 11062 5734,'9'3'0,"1"-1"0,0-2 0,9-2 0,-1 0 0,7-2-381,-5-1 381,-1 0 0,1-1 0,-3 0 23,1 0 1,-10 1-1,-1 1 1</inkml:trace>
  <inkml:trace contextRef="#ctx0" brushRef="#br0" timeOffset="-82453.46">665 11560 5734,'3'9'0,"0"2"0,3 16 0,-1-6 0,2 14 0,-2 0 0,-1-7 0,2 8 0,-1-1-871,-1-10 871,1 7 0,-2-5 0,0-9 210,1 3-210,-2-6 0,0-6 0,-3 0 0,-5-6 0,0-3 0,-3-3 0,1-3 0</inkml:trace>
  <inkml:trace contextRef="#ctx0" brushRef="#br0" timeOffset="-82241.46">544 11681 5734,'7'3'0,"1"0"0,2 0 0,15-1 0,-8-1 0,29-3 0,-23 1 0,4-1 0,0 0 0,-5 1 0,20-2 0,-27 3 0,5-1 0</inkml:trace>
  <inkml:trace contextRef="#ctx0" brushRef="#br0" timeOffset="-82016.46">867 11837 5734,'5'15'0,"1"9"0,-2-11 0,0 8 0,0-4 0,-2-4 0,0 4 0,0-4 0,-1-4 0,0 1 0,-8-3 0,4-6 0,-6-1 0</inkml:trace>
  <inkml:trace contextRef="#ctx0" brushRef="#br0" timeOffset="-81187.46">1016 11941 5734,'2'6'0,"1"-1"0,-2-4 0,1 0 0,-1-4 0,0-1 0,-1-4 0,0-3 0,0 1 0,0-3 0,4-8 0,-2 7 0,8-20 0,-5 18 0,10-20 0,-10 23 0,5-7 0,-8 16 0,1 2 0,0 2 0,1 6 0,-1 1 0,2 5 0,-2 7 0,0-4 0,0 7 0,4 11 0,-3-17 0,3 12 0,-5-23 0,1 0 0,-2-3 0,1-1 0,-2-6 0,1 0 0,3-16 0,0 9 0,1-10 0,1 3 0,-2 6 0,1-4 0,-1 4 0,-2 4 0,0 0 0,0 5 0,0 3 0,4 5 0,0 3 0,3 4 0,16 22 0,-13-17 0,15 16 0,-16-24 0,-2-3 0,2-1 0,4-9 0,-5-1 0,8-13 0,-1-3 0,-3 2 0,0-1 0,-1 0 0,-6-7 0,-4 11 0,-1-8 0,-5 15 0,-6-1 0,1 5 0,-12 5 0,9 6 0,-12 13 0,15-4 0,-2 7 0,7 3 0,4-4 0,2 7 0,14 6 0,-4-12 0,7-3 0,1-2 0,0-7 0,6-10 0,-2-5 0,-7-5-300,10-15 300,-25 9 0,-2 0 0,-2-1 0</inkml:trace>
  <inkml:trace contextRef="#ctx0" brushRef="#br0" timeOffset="-80986.46">803 11610 5734,'7'-3'0,"6"2"0,-6 2 0,7 3 0,-6-1 0</inkml:trace>
  <inkml:trace contextRef="#ctx0" brushRef="#br0" timeOffset="-80255.46">774 12174 5734,'-9'-2'0,"1"1"0,-3 2 0,-9 8 0,7-1 0,-7 7 0,7 2 0,4-3 0,-1 5 0,5-1 0,2-3 0,3 3 0,2-6 0,3 1 0,1-1 0,3 0 0,7 5 0,-3-4 0,5 3 0,-5-5 0,2-1 0,0 0 0,1 0 0,-1 0 0,4 6 0,-6-5 0,3 14 0,-10-14 0,-2 8 0,-14 2 0,2-8 0,-20 16 0,14-18 0,-18 6 0,20-13 0,-6 0 0,9-7 0,4-1 0,0-3 0,6-7 0,1 3 0,5-8 0,5-4 0,-1 4 0,6-7 0,6-6 0,-9 12 0,1 0 0,-1 1 0,-3 6 0,15-4 0,-18 16 0,8 4 0,-5 15 0,-4-4 0,4 9 0,-6-9 0,0 9 0,-2-5 0,1 5 0,-4 18 0,-1-22 0,-2 15 0,1-27 0,-6-3 0,0-2 0,-2-6 0,2-3 0</inkml:trace>
  <inkml:trace contextRef="#ctx0" brushRef="#br0" timeOffset="-80125.46">852 12260 5734,'4'-4'0,"1"0"0,-1 2 0,2-1 0,1 1 0</inkml:trace>
  <inkml:trace contextRef="#ctx0" brushRef="#br0" timeOffset="-79658.46">1067 12369 5734,'-9'13'0,"0"1"0,3-3 0,0 6 0,1-3 0,2 15 0,2-15 0,10 15 0,-3-24 0,7 4 0,0-26 0,-4 4 0,9-25 0,-12 18 0,3-10 0,-4 10 0,-3 8 0,3-3 0,-3 14 0,7 15 0,-2 3 0,5 16 0,2 11-1575,-3-5 1575,-4-14 0,1 3 0,0 9 0,0 4 0,-1-4 0,-1-8 0,-1-1-529,2 9 0,0 4 0,-2-8 529,-4 1 0,-2-3-401,-4-3 401,-1-4 0,-4-4-191,-5 1 191,1-8 0,-4-1 0,-19-18 0,19 0 0,-15-10 0,24 2 0,-2-8 0,6 3 0,-2-9 0,7 6 0,1-3 0,2 0 0</inkml:trace>
  <inkml:trace contextRef="#ctx0" brushRef="#br0" timeOffset="-79320.46">1193 12411 5734,'4'20'0,"0"-3"0,2 9 0,4 17 0,-4-16 0,3 8 0,0 0 0,-3-13 0,5 18 0,-9-34 0,2-6 0,-1-3 0,1-7 0,1-9 0,-1 2 0,1-8 0,0-5 0,-2 6 0,2-7 0,-1 3 0,-3 8 0,2-3 0,-1 8 0,-1 6 0,2 2 0,-1 9 0,1 2 0,1 5 0,0 1 0,9 27 0,-7-19 0,7 19 0,-10-27 0,0 2 0,-1-5 0,1 0 0,1-7 0,1-4 0,1-3 0</inkml:trace>
  <inkml:trace contextRef="#ctx0" brushRef="#br0" timeOffset="-78883.46">1455 12363 5734,'-4'7'0,"0"-1"0,-1 8 0,1-3 0,1 6 0,1 3 0,1-3 0,1 5 0,1-2 0,1-5 0,0 1 0,3 6 0,-2-14 0,4 4 0,-2-17 0,5-11 0,-3 2 0,4-6 0,1-7 0,-4 11 0,16-18 0,-13 24 0,9-7 0,-11 13 0,4-4 0,-2-1 0,2-3 0,0-9 0,-4 4 0,1-9 0,-4-18 0,-5 15 0,-5-6 0,-3-1 0,-3 5-666,-3 1 1,0 2 665,-3 4 0,-4-5-401,-1 9 401,9 11 0,-6 34 0,15-3 0,2 4 0,2 1 0,6 5 0,3-4 0,2 1 0,4 7 512,-4-9 1,3-1-513,10 1-141,-5-11 141,5 0 0,-4-16 0,-8-4 0,3-6 0</inkml:trace>
  <inkml:trace contextRef="#ctx0" brushRef="#br0" timeOffset="-77101.46">2255 7554 5734,'-1'-12'0,"0"3"0,-2-3 0,2 0 0,0 4 0,0-3 0,2 4 0,-1 1 0,1 0 0,0 0 0,1-1 0</inkml:trace>
  <inkml:trace contextRef="#ctx0" brushRef="#br0" timeOffset="-75476.46">880 5186 5734,'4'-1'0,"-21"3"0,6-1 0,-27 8 0,23-4 0,-8 4 0,7 3 0,4-2 0,-3 4 0,5-2 0,-2 7 0,5-4 0,-2 15 0,8-14 0,10 21 0,0-21 0,8 10 0,13 1 0,-9-11 0,6 2 0,0-2 0,-2-4 0,13 5 0,-11-9 0,-8-3 0,5 0 0,-5-4 0,-6-1 0,2-1 0,-3-4 0,-5 0 0,0-3 0,-4-5 0,-1 1 0,0-5 0</inkml:trace>
  <inkml:trace contextRef="#ctx0" brushRef="#br0" timeOffset="-75240.46">1119 5226 5734,'5'5'0,"-1"1"0,-3 10 0,0 0 0,1 10 0,2 11 0,0-7-1177,2 11 1177,-2-12 0,1-1-262,0 0 262,1-2 0,-1-3 0,3 6 0,-3-10 0,2 3 0,-3-10 0,-1-4 0,0-1 843,-3-1-843,-4-5 149,-3-2 0,-2-7 0,1-1 0</inkml:trace>
  <inkml:trace contextRef="#ctx0" brushRef="#br0" timeOffset="-74792.46">935 5260 5734,'2'-7'0,"3"1"0,4 2 0,4 1 0,13-1 0,1 1 0,6 0-866,-1 0 0,0-1 866,0 2 0,1 1 259,0 0-259,12 2 0,-11 1 0,9 2 0,-5 0 0,-9 0 0,6-1 0,-8-3 0,0-1 0,-2 0 0,21-3 0,-36 2 0,-4 0 0,-2 2 0,-4 1 1307,-5 1-1307,-1-1 0,-18 5 0,10-2 0,-19 7 0,19-5 0,-5 3 166,8 0-166,3-1 0,1 2 0,7 9 0,3-5 0,15 22 0,-5-18 0,5 8 0,0 1 0,-7-10 0,8 18 0,-20-27 0,-4 0 0,-4 2 0,-3 0 0,-23 11 0,12-9 0,-11 1 0,-1-2 0,12-7 0,-21 0 0,39-9 0,1-4 0</inkml:trace>
  <inkml:trace contextRef="#ctx0" brushRef="#br0" timeOffset="-73539.46">718 5789 5734,'-7'1'0,"0"1"0,0 1 0,2 0 0,-6 3 0,2 1 0,-4 3 0,2 0 0,-6 13 0,0 3 0,2 0 0,-2 1 0,2 2 0,6 12-928,5-14 928,1 13 0,11-1 0,-1-14 0,5 1 0,2-2 0,0-5 0,11 7-459,-3-14 459,-4-5 0,5-1 0,2-9 0,-5-1 0,4-4 0,-1-8 0,-2-6 0,-1 0 522,-5-1-522,-7 7 0,-3 1 485,-1 0-485,-1 1 0,-2 2 0,-1 0 0,0 1 0,-3 1 380,1 3-380,-2 1 0,1 3 0,-1 2 0,-7 26 0,6-13 0,-4 20 0,9-18 0,3 12 0,-1-11 0,2 9 0,1-12 0,-1-3 0,3-1 0,2-5 0,-3-3 0,3-2 0,2-13 0,-4 4 0,1-18 0,-8 14 0,-3-17 0,0 20 0,-2-7 0,-6 12 0,8 3 0,-6 1 0</inkml:trace>
  <inkml:trace contextRef="#ctx0" brushRef="#br0" timeOffset="-73220.46">1067 6184 5734,'8'22'0,"2"6"0,-2-8 0,0 3 0,-3-6 0,-2-6 0,3 3 0,-2-11 0,0 0 0,-3-7 0,-1-2 0,2-16 0,0 5 0,2-11 0,0 2 0,0 6 0,5-25 0,-5 28 0,3-12 0,-4 25 0,0 3 0,2 5 0,0 1 0,3 5 0,1 6 0,-2-4 0,2 5 0,-4-2 0,-2-4 0,0 2 0,-3-2 0,-1-5 0,1 0 0,1-5 0</inkml:trace>
  <inkml:trace contextRef="#ctx0" brushRef="#br0" timeOffset="-73026.46">1231 5926 5734,'6'32'0,"-1"-6"0,2 10 0,0 2 0,-1-8 0,1 7 0,-1-4 0,-2-10 0,0 5 0,-2-7 0,-2-7 0,0 2 0,-2-9 0,0-2 0</inkml:trace>
  <inkml:trace contextRef="#ctx0" brushRef="#br0" timeOffset="-72781.46">1323 6111 5734,'17'-6'0,"-7"3"0,14 7 0,-15 3 0,6 7 0,-7-3 0,-2 1 0,5 12 0,-4-8 0,2 7 0,-7-9 0,-2-3 0,-1 3 0,-10 2 0,4-8 0,-6 2 0</inkml:trace>
  <inkml:trace contextRef="#ctx0" brushRef="#br0" timeOffset="-71925.46">1532 6312 5734,'2'-10'0,"2"-10"0,-2 4 0,2-8 0,-1 9 0,3-21 0,-2 17 0,5-25 0,-5 31 0,3-11 0,-5 17 0,2-1 0,-2 9 0,0 1 0,6 11 0,-3-3 0,4 8 0,-1 3 0,-2-5 0,3 5 0,1 0 0,-1-7 0,2 3 0,1-3 0,-3-6 0,3 2 0,0-7 0,-3-3 0,3-1 0,0-6 0,-3 1 0,3-5 0,-4 3 0,2-10 0,-2 4 0,0-6 0,-4 5 0,-2 2 0,-1-1 0,-1-1 0,-1 3 0,-2 0 0,-1 4 0,2 3 0,-3-2 0,2 7 0,0 0 0,2 7 0,1 1 0,0 17 0,1-8 0,3 12 0,1-6 0,0-7 0,5 13 0,-5-17 0,3 5 0,-1-13 0,-2-2 0,2-3 0,1-6 0,-2-1 0,3-5 0,0-4 0,-3 4 0,2-6 0,-2 0 0,-1 5 0,0-3 0,-1 0 0,-1 8 0,0-2 0,-1 11 0,3 6 0,-1 2 0,3 5 0,0 5 0,-2-5 0,3 4 0,-3-1 0,-1-5 0,-1 4 0,-4-10 0,0 0 0</inkml:trace>
  <inkml:trace contextRef="#ctx0" brushRef="#br0" timeOffset="-71472.46">1164 6106 5734,'7'-3'0,"-1"0"0,-4 1 0,1 1 0,1 1 0,1-1 0,0 1 0,2 1 0,5-1 0,-2 0 0,6-2 0,16-8 0,-14 3 0,14-6 0,-20 6 0</inkml:trace>
  <inkml:trace contextRef="#ctx0" brushRef="#br0" timeOffset="-68693.46">2125 6097 5734,'-4'-1'0,"1"0"0,1 2 0,0 1 0,0 0 0,-4 9 0,2-3 0,-2 6 0,3-5 0,0 2 0,0 12 0,1-8 0,1 8 0,3-6 0,0-5 0,0 2 0,3-4 0,-2-3 0,7 2 0,-4-6 0,5 0 0,-4-6 0,20-28 0,-17 16-254,13-22 254,-21 25 0,-2-11 0,0 10 0,-1-8 0,-1 7 0,2 6 0,0-6 0,0 8 0,2-1 254,2 1-254,-2 2 0,9-5 0,-5 5 0,4-3 0,-2 4 0,-2 2 0,1 0 0,-2 3 0,0 2 0,0 2 0,0 3 0,0 3 0,0 3 0,-1 2 0,0 1 0,2 10 0,-2-6 0,2 6 0,1-4 0,-1-6 0,4 6 0,-5-13 0,2 1 0,3-7 0,-4-4 0,5-5 0,-3-10 0,-3 0 0,2-7 0,3-22 0,-4 18 0,2-19 0,-4 19 0,-2 6 0,1-10 0,-2 17 0,0-4 0,-1 13 0,0 3 0,9 34 0,-5-16 0,7 25 0,3-13 0,-5-12 0,16 15 0,-13-24 0,8 2 0,-3-14 0,-3-3 0,18-19 0,-14 8 0,9-12 0,-6 2 0,-7 7 0,9-19 0,-13 14 0,-3-3 0,-7 14 0,-7 8 0,2 5 0,-2 1 0,0 3 0,-17 27 0,15-14 0,-10 21 0,42 4 0,-10-20 0,2-2 0,3 0 0,10-2 0,-11-7 0,7 4 0,-16-8 0,-1-1 0,-4 0 0,-3 1 0,-4 0 0,-4 1 0,-2 3 0,-4-1 0,-8 6 0,5-4 0,-7 2 0,2-3 0,5-3 0,-2 0 0,9-4 0,4-4 0,0-1 0</inkml:trace>
  <inkml:trace contextRef="#ctx0" brushRef="#br0" timeOffset="-68025.46">775 6498 5734,'2'-3'0,"0"2"0,0 3 0,6 22 0,-4-8-618,3 19 618,-3-13 0,0 3 0,1 14 0,-1-9-685,0 11 685,-1-14 0,-1 10 0,0-11 0,1 20 0,-1-25 0,0 8 0,-1-17 0,0-5 0,-1 0 427,-4-5-427,-1-4 219,-4-2 0,2-5 0,-1-2 0</inkml:trace>
  <inkml:trace contextRef="#ctx0" brushRef="#br0" timeOffset="-67769.46">605 6527 5734,'4'-1'0,"0"1"0,7-1 0,-3 1 0,24-3 0,-12 1 0,8-2 0,2 0 0,-1-2 0,7-1 0,0-1 0,-5 1 0,3 0 0,0 0 0,-7 2 0,12-2 0,-18 3 0,-6 2 0,-5 6 0,-8 1 0,-6 5 0</inkml:trace>
  <inkml:trace contextRef="#ctx0" brushRef="#br0" timeOffset="-67524.46">1018 6692 5734,'6'10'0,"5"20"0,-3-13-767,3 17 767,-6-16 0,-2 0 249,3 12-249,-4-12 0,4 11 0,-4-19 127,0 0-127,-3-4 0,-1-4 0,-2-1 0,-1-4 0,0-1 0</inkml:trace>
  <inkml:trace contextRef="#ctx0" brushRef="#br0" timeOffset="-66607.46">1179 6892 5734,'2'17'0,"0"-5"0,-2-5 0,2-3 0,-2-2 0,1 0 0,-1-1 0,2-6 0,-1 0 0,2-9 0,-2 5 0,1-6 0,4-9 0,-1 7 0,3-10 0,2 4 0,-3 4-211,3-5 211,-2 8 0,-1 0 0,-1 3 0,0 1 0,-2 2 0,0 3 0,-1 1 0,1 3 211,-2 2-211,2 4 0,-1 8 0,1 0 0,0 7 0,0-1 0,1 12 0,0-5 0,0 8-414,-2-10 414,0-1 0,0-1 0,1 5 0,-1-9 0,1 3 0,0-5 0,-3-9 0,2 2 0,-2-11 0,1-6 414,1 0-414,2-16 0,-2 10 0,2-8 0,-1 3 0,-2 10 0,1-7 0,-1 14 0,0 1 0,1 3 0,1 3 0,2 7 0,-1 0 0,7 17 0,-6-11 0,4 8 0,0-10 0,-3-4 0,14 3 0,-9-10 0,15-7 0,-14-3 0,5-9 0,-2-4 0,-4 2 0,1-9 0,-1-2 0,-4 4-259,0 0 0,-2 1 259,-6 9 0,-1 2 0,-2 1 0,-1 2 0,-1 3 0,-1 1 0,-4 4 518,1 2-518,-2 4 0,-1 10 0,5 0 0,-3 23 0,8-14 0,-1 14 0,8-6 0,0-8 0,4 6 0,3-4 0,-2-9 0,4 1 0,0-12 0,-3-6 0,3-4 0,-6-7 0,-1-4 0,-1-2 0</inkml:trace>
  <inkml:trace contextRef="#ctx0" brushRef="#br0" timeOffset="-66305.46">997 6570 5734,'-2'5'0,"3"2"0,2-3 0,9 2 0,-4-3 0,7 1 0,0-2 0,-2-3 0,5 1 0</inkml:trace>
  <inkml:trace contextRef="#ctx0" brushRef="#br0" timeOffset="-65592.46">2160 6441 5734,'-6'-1'0,"-1"0"0,-2 1 0,-23 6 0,12-1-565,-17 5 565,20-3 138,1 1-138,-5 4 0,6-3 0,-3 5 0,5-1 0,5-2 0,-1 2 0,5 1 0,3-4 0,2 4 427,5-1-427,2-3 0,4 3 0,8-1 0,-3-2 0,7 2 0,2 0 0,-5-2 0,12 7 0,-6 2 0,-6-3 0,-2 3 0,-15-9 0,0 0 0,-4 5 0,-2-3 0,-3 3 0,-3-3 0,1-2 0,-2 0 0,0-4 0,3-2 0,-2-1 0,5-3 0,0-2 0,1-2 0,0-3 0,1 0 0,1-3 0,3 0 0,2-1 0,2-1 0</inkml:trace>
  <inkml:trace contextRef="#ctx0" brushRef="#br0" timeOffset="-65386.46">2272 6631 5734,'3'21'0,"0"-2"0,0-6 0,-1-1 0,2 6 0,-2-4 0,2 3 0,-1 6 0,-2-12 0,1 6 0,-2-13 0,-1-1 0,-2-1 0,0-3 0,-2-2 0,1-3 0</inkml:trace>
  <inkml:trace contextRef="#ctx0" brushRef="#br0" timeOffset="-64693.46">2407 6692 5734,'-7'7'0,"0"0"0,0 2 0,-1 7 0,3-2 0,0 6 0,3 1 0,2-5 0,1 5 0,5-1 0,-3-10 0,6 5 0,-4-12 0,2-3 0,1-8 0,-2-1 0,3-4 0,0-12 0,-3 9 0,4-13 0,-5 16 0,1-1 0,0 5 0,-1 5 0,3 0 0,13 30 0,-9-9 0,11 24 0,-13-8 0,-2 1 0,0 4 0,0 8 0,-3-1-1052,-5-13 1052,-2 14-384,-17-8 384,7-20 0,-11 11 0,-1-27 0,8-4-152,-10-4 152,11-5 0,1-3 0,0-2 0</inkml:trace>
  <inkml:trace contextRef="#ctx0" brushRef="#br0" timeOffset="-64500.46">2208 6520 5734,'6'-1'0,"0"1"0,0 1 0,5 3 0,-2-1 0,3 1 0</inkml:trace>
  <inkml:trace contextRef="#ctx0" brushRef="#br0" timeOffset="-63944.46">2556 6651 5734,'4'13'0,"-1"0"0,1 4 0,-2-2 0,2 6 0,1 4 0,-2-9 0,3 12 0,-3-19 0,1 4 0,-4-10 0,1 1 0,-2-3 0,2-13 0,0 6 0,1-11 0,0 8 0,0-1 0,7-12 0,-2 7 0,4-8 0,-2 8 0,-1 5 0,6-8 0,-8 11 0,3-3 0,-7 9 0,1 1 0,0 1 0,3 2 0,-1 1 0,7 11 0,-5-5 0,6 17 0,-7-14 0,1 8 0,-3-7 0,-1-5 0,2 7 0,-1-9 0,1 1 0,-1-6 0</inkml:trace>
  <inkml:trace contextRef="#ctx0" brushRef="#br0" timeOffset="-63396.46">2889 6637 5734,'-9'7'0,"-9"10"0,7-6 0,-9 17 0,14-17 0,-2 12 0,7-15 0,-1 3 0,2-9 0,1-2 0,2-2 0,2-2 0,5-7 0,-4 3 0,3-6 0,-2 2 0,-1 3 0,9-11 0,-7 13 0,5-6 0,-7 12 0,0 1 0,4 2 0,-1 1 0,3 0 0,1 2 0,-3-3 0,3 1 0,0-4 0,-2-1 0,4-3 0,1-8 0,-4 1 0,4-5 0,-1-7 0,-4 4 0,3-8 0,-1-2 0,-5 5 0,2-7 0,-5-1 0,-3 8 0,-1-5 0,-12-11 0,4 23 0,-7-13 0,7 29 0,-1 4 0,2 3 0,-2 6 0,1 23 0,4-10 0,3 21 0,2 2 0,1-13 0,1 3 0,0-2 0,2-15 0,-4-8 0,1-2 0,-3-8 0</inkml:trace>
  <inkml:trace contextRef="#ctx0" brushRef="#br0" timeOffset="-62743.46">1020 7130 5734,'33'8'0,"2"1"0,1-2-1639,-4 0 1,2-1 1209,-5-1 0,0 0 429,11 2 0,5-1 0,-10-3 0,4-1 0,1 0 0,-4-1 0,-2 1 0,-2-1 0,7-1 0,-4-1 0,7 0 0,5-1 0,3-1 0,0 0 0,-2 1 0,-4-1 0,-5 0-400,0 0 0,-5 1 0,-1-1 1,5-1 399,6 0 0,5-1 0,3 0 0,-1 0 0,-4 0 0,-7 0 0,9-1 0,-3-2 0,-4 1 0,2-1 0,-2 0 0,5-1 0,-1 0 0,-8 1 0,1 0 0,-1 0 0,-5 0 0,-2 0 0,-1 0 0,3 0 0,0 0 0,7-2 0,1-1 0</inkml:trace>
  <inkml:trace contextRef="#ctx0" brushRef="#br0" timeOffset="-62574.46">3745 7039 5734,'0'7'0,"1"3"0,-4-7 0,0-2 0,-4-5 0</inkml:trace>
  <inkml:trace contextRef="#ctx0" brushRef="#br0" timeOffset="-47425.46">2819 5133 5734,'-3'4'0,"1"-2"0,1-1 0,6 2 0,-2-2 0,4 2 0,-1 0 0,-2-1 0,18 11 0,-13-7 0,18 10 0,-21-11 0,7 3 0,-7-3 0,11 12 0,-9-7 0,8 9 0,-9-7 0,-1-3 0,15 32 0,-13-26 0,11 21 0,-16-30 0,3 2 0,-3-4 0,2 0 0,-5-7 0,-1 0 0,0 1 0,-2-1 0,-1 1 0,-2-1 0,-1-3 0,0-1 0</inkml:trace>
  <inkml:trace contextRef="#ctx0" brushRef="#br0" timeOffset="-47017.46">2910 5358 5734,'1'-6'0,"-1"2"0,14-23 0,-7 11 0,5-7 0,0-2 0,-1 5 0,8-15 0,-12 22 0,-1 2 0,-1 2 0,0-1 0,-2 3 0,-1 0 0,0 2 0,-1 2 0,0-1 0,-1 2 0,-1 1 0,0 1 0</inkml:trace>
  <inkml:trace contextRef="#ctx0" brushRef="#br0" timeOffset="-46422.46">3267 5048 5734,'-4'6'0,"-1"-1"0,1 1 0,-3 5 0,0-1 0,-1 4 0,-2 5 0,1-2 0,-2 6 0,-1 7 0,4-6 0,-3 10 0,3 1-817,2-7 817,0 7 0,4-1 0,1-10 0,1 5 0,2-4 0,2-8 0,1 3 0,4-5 0,-2-5 0,3-1 0,3-6 817,-2-3-817,3-3 0,11-13 0,-12 7 0,9-9 0,-16 10 0</inkml:trace>
  <inkml:trace contextRef="#ctx0" brushRef="#br0" timeOffset="-46057.46">3416 5031 5734,'-2'4'0,"1"11"0,0-4 0,1 9 0,-2 7 0,1-4 0,-1 9 0,1 6-1280,0-7 1280,1 9 0,1-16 0,1 0 0,0 5 0,2 0 0,0-2 0,-1-7 231,4 11-231,-4-21 0,1 1 0,-2-5 0,0-3 0,-1 0 969,-5-6-969,1 0 0,-3-5 0,2 0 0</inkml:trace>
  <inkml:trace contextRef="#ctx0" brushRef="#br0" timeOffset="-45873.46">3311 5333 5734,'18'-4'0,"-4"1"0,8-2 0,2 1 0,-5 0 0,6 0 0,19-8 0,-21 6 0,19-6 0</inkml:trace>
  <inkml:trace contextRef="#ctx0" brushRef="#br0" timeOffset="-45624.46">3621 5093 5734,'13'-2'0,"-1"0"0,12 15 0,-10-3-517,11 12 517,-16-5 0,-2 3 0,-4 4 0,0 0 0,-2 9-636,0-6 1,-1-1 635,-4 3 0,0-1 367,-2-1-367,0-2 0,-1-2 0,-5 12 0,2-15 0,-4 7 0,3-17 0,0-5 0,1-3 0,2-6 0,1-1 0</inkml:trace>
  <inkml:trace contextRef="#ctx0" brushRef="#br0" timeOffset="-44592.46">2785 4408 5734,'-4'10'0,"-3"13"0,5-6 0,-3 31 0,4-25-818,0 15 818,2-20 0,2-2 265,0 0-265,5 2 135,-1-6-135,3 1 0,4-8 0,3-7 0,1-1 0,0-7 0,-5-2 0,-2 0 0,0-9 0,-2 5 0,-2-4 418,-3 6-418,-1 2 0,-1 1 0,0 2 0,1-2 0,-2 7 0,3 0 0,-1 10 0,9 16 0,-5-6 0,2 7 0,0 1 0,-3 0 0,1 13 0,-5-8 0,-4-8 0,-1 6 0,-6-3 0,0-6 0,-20 14 0,12-17 0,-12 6 0,6-13 0,7-3 0,-4-1 0,7-5 0,3-2 0,1-2 0,7-10 0,3 4 0,3-9 0</inkml:trace>
  <inkml:trace contextRef="#ctx0" brushRef="#br0" timeOffset="-44338.46">3160 4415 5734,'-7'14'0,"-2"15"0,0 4 0,1 1-1219,-1 2 1,2-2 1218,6-5 0,3 17 0,1-16 740,2 12-740,2-16 0,0-9 395,2 3-395,12-6 0,-9-10 0,12 0 0,-11-10 0,1-3 0</inkml:trace>
  <inkml:trace contextRef="#ctx0" brushRef="#br0" timeOffset="-44118.46">3362 4406 5734,'-1'13'0,"0"11"0,1 7 0,1 3-1410,0 1 1410,0-10 0,0 1 0,1 18 0,0-17 0,1 12 44,-2-18-44,-1-7 80,-1 2 1,0-9 0,-1-1 0</inkml:trace>
  <inkml:trace contextRef="#ctx0" brushRef="#br0" timeOffset="-43771.46">3611 4511 5734,'7'18'0,"5"10"0,-4-5 0,1 7 0,-3 11 0,-4-14 0,-3 2 0,-2 0 0,-2-6 0,-9 16 0,6-23 0,-4 2 0,-9-5 0,9-7 0,-7 0 0</inkml:trace>
  <inkml:trace contextRef="#ctx0" brushRef="#br0" timeOffset="-43153.46">3248 4652 5734,'4'3'0,"5"0"0,-2-2 0,4 0 0,17-1 0,-13 1 0,15-1 0,-19 0 0,3 0 0,-5 0 0,2 0 0,-5 0 0,-1 0 0,-1 0 0,-3-1 0,-4 0 0,-12-2 0,6 2 0,-6-1 0</inkml:trace>
  <inkml:trace contextRef="#ctx0" brushRef="#br0" timeOffset="-41771.46">3630 4642 5734,'-3'-6'0,"-3"-7"0,4 8 0,-3-4 0,5 4 0,-1 2 0,1-1 0,-1 1 0,1 0 0,-2-6 0,1 5 0,-2-3 0,2 6 0,1-1 0,0 0 0,0 0 0,0 0 0,-1 0 0,1-1 0,-2 0 0,2 1 0,-3 0 0,2-1 0,-1 1 0,1-1 0,-1-1 0,1 1 0,0-2 0,-2-1 0,2 2 0,-3-5 0,0 2 0,0 0 0,1 1 0,2 4 0,-1-1 0,1 1 0,0-1 0,0 2 0,1-1 0,-1 0 0,1 1 0,-3-3 0,2 2 0,-1-1 0,1 2 0,1-1 0,-1 1 0,0 0 0,0-1 0,-1 1 0,1 0 0,-2 0 0,2 1 0,-1 0 0,1-2 0,1 0 0,0-2 0,-1 3 0,1-1 0,-1 1 0,0 0 0,0-1 0,0 0 0,-1 0 0,-1 0 0,-2-2 0,0 0 0,-2-4 0,1-3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01T01:06:16.5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12324 4136 5734,'1'7'0,"0"1"0,1 0 0,-2 3 0,1 3 0,-1 17 0,0 4 0,0 0-874,0 8 1,0-1 873,0-10 0,0 9 0,1-10 0,1-2 0,-1 0-371,1 5 1,0-3 370,-2-17 0,1 5 0,-2-15 0,-2-3 0,-7 0 1594,0-1-1594,-7-1 0,3-3 0,1 0 0</inkml:trace>
  <inkml:trace contextRef="#ctx0" brushRef="#br0" timeOffset="316">12184 4326 5734,'4'0'0,"1"0"0,-2 0 0,6-1 0,1 0 0,8-2 0,1-1 0,18-4 0,-6 1-1014,13-2 1014,-13 3 0,16-1 0,-13 1 0,10 1 0,-17 2-362,-2 2 362,-3-1 0,-2 1 0,-3 0 0,8-1 0,-14 1 0,4-1 0,-17 3 974,-9 3-974,0 0 0,-8 5 0,3-1 0</inkml:trace>
  <inkml:trace contextRef="#ctx0" brushRef="#br0" timeOffset="521">12368 4521 5734,'17'-2'0,"10"-3"0,-7 0 0,9-4 0,2-1 0,0 0 0,1 0-559,-1 0 1,-3 0 558,-12 5 0,-2 0 267,-4 2-267,-2 0 0,-3 1 0,-1 1 0,-1 1 0,-1 0 0</inkml:trace>
  <inkml:trace contextRef="#ctx0" brushRef="#br0" timeOffset="1144">12640 4507 5734,'-13'26'0,"2"-3"0,5-10 0,2 1 0,-1 0 0,2 2 0,3 10 0,1-9 0,4 7 0,8-9 0,-4-9 0,7 0 0,-6-10 0,2-3 0,-1-3 0,0-2 0,-3-2 0,-1-2 0,-2 0 0,-3-1 0,-2-1 0,-2 1 0,-5-5 0,2 5 0,-4-2 0,1 4 0,3 6 0,-1-2 0,3 3 0,1 3 0,2-1 0,0 5 0,3 2 0,-1 1 0,3 2 0,8 1 0,-1-1 0,27 5 0,-22-5 0,14 3 0,-24-5 0,-1 1 0,0 2 0,-2 0 0,1 2 0,-3 4 0,0-3 0,0 5 0,1 8 0,-1-8 0,1 6 0,-2-12 0,1-2 0,1-1 0,-2-1 0,1 0 0,0-1 0,2 0 0,0-3 0,2-1 0,2-4 0,-2-1 0,3-2 0,0-3 0,-3 2 0,1-1 0,-1 1 0,-3 3 0,1 0 0,-1 3 0,-1 4 0,2 3 0,0 4 0,0 2 0,-1 0 0,1 0 0,-1 0 0,0 4 0,-1-4 0,0 2 0,0-4 0,-1-3 0,1 0 0,0-2 0,0-1 0</inkml:trace>
  <inkml:trace contextRef="#ctx0" brushRef="#br0" timeOffset="1422">13016 4668 5734,'1'5'0,"0"1"0,0-4 0,-2-1 0,0-4 0,-1-13 0,1 4 0,-1-21 0,3 17 0,0-10 0,5 3 0,-2 8 0,2-5 0,-3 12 0,0 1 0,1 0 0,2 0 0,-2 2 0,3 0 0,0 2 0,-1 1 0,1 1 0,-2 0 0,0 1 0</inkml:trace>
  <inkml:trace contextRef="#ctx0" brushRef="#br0" timeOffset="1525">13114 4499 5734,'6'16'0,"-2"-2"0,1 5 0,-1-4 0,-1 0 0,1 1 0,-2 15 0,-1-11 0,0 9 0,-2-1 0,-1-14 0,-1 7 0,0-17 0,-1-2 0</inkml:trace>
  <inkml:trace contextRef="#ctx0" brushRef="#br0" timeOffset="2256">13306 4665 5734,'11'-6'0,"0"0"0,-1-2 0,0-2 0,4-6 0,-5 2 0,1-4 0,-4 4 0,-3-5 0,-1 4 0,-2-4 0,-1 8 0,-2 2 0,-1-3 0,0 7 0,-1-1 0,-1 9 0,1 2 0,-2 4 0,1 7 0,1-3 0,-1 6 0,4-5 0,0 0 0,2-1 0,1 1 0,6 17 0,-2-17 0,5 11 0,-4-21 0,2-3 0,0-2 0,2-3 0,2-3 0,6-9 0,-4 2 0,4-7 0,-3-25 0,-8 24-350,3-22 350,-9 33 0,-1 2 0,0 3 0,-1 4 0,1 9 0,0 4 0,0 8 0,-1 9 0,0-6 350,0 9-350,0-3 0,1-8 0,-1 3 0,1-11 0,0-2 0,0-2 0,-1-2 0,0 0 0,-1-4 0,1-2 0,-5-7 0,1-2 0,-3-4 0,-2-6 0,3 4 0,0-6 0,3 6 0,5-6 0,2 4 0,4-4 0,2 7 0,4 0 0,2 2 0,2 1 0,10 0 0,-6 4-257,7-1 257,-10 5 0,-2 0 0,3 0 0,-7 2 0,1-1 0,-9 0 0,-4 0 64,-3-1 0,-6-1 0,-3 0 1</inkml:trace>
  <inkml:trace contextRef="#ctx0" brushRef="#br0" timeOffset="2398">13076 4300 5734,'18'4'0,"0"0"0,-2-2 0,0 2 0</inkml:trace>
  <inkml:trace contextRef="#ctx0" brushRef="#br0" timeOffset="3904">13989 4101 5734,'-9'6'0,"-6"12"0,6 3 0,-3 5 0,9-2 0,3-6 0,2 1 0,2 1-489,1 2 489,2 2 0,2 1-461,0 1 461,2 0 0,-1 0 0,7 10 0,-5-9 0,3 8 0,-7-14 0,-1 0-68,-4-3 68,-1 0 0,-3-2 0,-2-1 0,-3-2 344,-2 0-344,-2-3 598,-2 1-598,-1-3 0,-27 5 0,23-7 76,-19 3-76,31-8 0,2-1 0,2-1 0,6-3 0,0 0 0,5-3 0,6-3 0,11-4 0,-3 2 0,5-3 0,-10 7 0,7-5 0,-5 1-440,5-3 440,-7 2 0,-3 0-181,-1-1 181,-2 1 0,3-13 0,-8 10 0,-1-14 0,-9 17 0,-5-4 0,-6 3 0,1 3 0,-5 0 0,-1 4 0,4 3 0,-3 2 0,3 7 432,3 0-432,-2 6 0,6 12 0,3 3 0,1 1-381,1 2 1,2-1 380,7-4 0,3-1 0,7 8 0,-2-8 0,7 2 0,0-7 0,-3-8 0,24-6 0,-23-8-312,15-8 312,-23 0 0,-1-2 0,-1 0 0,-2-1 918,-2-1-918,-1 0 0,-3 0 0,0 0 344,-1 1-344,-1 1 0,-1 1 0,0 2 0,0 1 0,0 3 0,1 1 0,0 2 0,1 4 0,2 11 0,0 0 0,1 9 0,0 1 0,-1-4 0,2 10 0,-2-13 0,1 4 0,-2-1 0,0-10 0,-1 3 0,-2-11 0,-1-8 0,-1 1 0,-1-16 0,2 10 0,2-8 0,7-5 0,-1 13 0,7-11 0,-5 15 0,6-2 0,-4 3 0,4 0 0,-6 4 0,1 2 0,-1 1 0,0-1 0,8 0 0,-6 1 0,9 0 0,-8 3 0</inkml:trace>
  <inkml:trace contextRef="#ctx0" brushRef="#br0" timeOffset="4043">14568 4502 5734,'1'14'0,"0"2"0,2 8 0,1-5 0,1 7 0,-2-8 0,0 0 0,0 5 0,-2-6 0,1 1 0,-2-8 0,0 0 0,-2-6 0,-1-1 0,-1-4 0</inkml:trace>
  <inkml:trace contextRef="#ctx0" brushRef="#br0" timeOffset="4473">14801 4653 5734,'9'-11'0,"-1"-1"0,2-8 0,-2 5 0,3-16 0,-4 2 0,-1-1-379,-2 2 379,-3 9 0,-1 4 0,-1 1 0,-2 2 0,1 6 0,-1 1 0,-1 8 0,-1 3 379,0 4-379,-3 13 0,3-3 0,2 5 0,0 2 0,2 2-734,2 16 734,4-22-434,6 5 434,-1-9-96,4 3 96,-2-13 0,1-3 0,0-4 693,1-5-693,0-4 0,1-3 0,-1-2 0</inkml:trace>
  <inkml:trace contextRef="#ctx0" brushRef="#br0" timeOffset="4660">14998 4472 5734,'-3'10'0,"3"1"0,3 2 0,2 3 0,14 21 0,-4-13-273,0 0 0,0-1 273,1-2 0,1 6 0,-7 3 0,-9-13 0,-3 10 49,-11-17-49,-4-2 0,-4 0 0,-18-2 0,7-4 0,-12-2 0,-2-10 0,13-2 0,-9-6 0</inkml:trace>
  <inkml:trace contextRef="#ctx0" brushRef="#br0" timeOffset="4798">14681 4242 5734,'4'-11'0,"3"-6"0,-2 8 0,3-3 0</inkml:trace>
  <inkml:trace contextRef="#ctx0" brushRef="#br0" timeOffset="5481">12641 4897 5734,'29'4'0,"1"-1"0,-8-2 0,4 0-1532,14-1 0,3 0 1532,-9 0 0,5 0 0,-5 0 0,5 0 0,4-1 0,-2 1 0,-4 0-817,3 0 0,-4-1 0,4 1 817,4 0 0,4-1 0,2 0 0,-3 1 0,-4 0 0,-1-1 0,-1 1 0,-1-1-73,4 1 0,-2 0 0,2 0 73,-3-1 0,3 1 0,-1 0 0,1 0 0,-1 1 0,1-1 0,-1 1 0,-2 0 0,3 0 0,-2 0 0,1 0 0,-4 0 0,1 0 0,2 1 0,1-1 0,0 1 0,3 0 0,1 0 0,-2 0 0,-4 0 0,0 0 0,-4 0 0,4-1 0,-3 1 0,5 0 0,0 0 0,-2 0 0,-8-1 0,2 0 0,-5-1 0,0 0 0,-2 0 0,-1 0 0,-1 0 0,20-2 0,-5-1 0,-6 0 1360,1-2-1360,-16 1 1380,-2-2-1380,-15 2 0,-8-1 0,-2 1 0</inkml:trace>
  <inkml:trace contextRef="#ctx0" brushRef="#br0" timeOffset="56461">15269 6066 5734,'4'-1'0,"0"0"0,-3 0 0,0-1 0,0 2 0,1 0 0,0-1 0,0 0 0,1 0 0,0 0 0,4-1 0,-3 2 0,3-2 0,-1 2 0,-1 0 0,4 0 0,-3 0 0,10-2 0,-8 0 0,14 0 0,-13 1 0,8-1 0,-9 1 0,5-2 0,-6 2 0,13 0 0,-11 0 0,12 1 0,-15 1 0,3-1 0,-2 1 0,3-1 0,-2 0 0,2 0 0,-2 0 0,2 0 0,-1-1 0,2 0 0,-3 0 0,3-1 0,-3 2 0,3-1 0,-2-3 0,-1 2 0,7 1 0,-7 2 0,9 4 0,-2 0 0,-1-1 0,1 1 0,-6-3 0,6 1 0,-1-2 0,4 2 0,-4-2 0,7 1 0,9 2 0,-5-2-278,5 1 278,-14-3 0,1 0 0,-1 0 0,1 0 0,-1 0 0,-1 0 0,0 1 278,3-1-278,-4 2 0,3-1 0,0-1 0,-3 0 0,3 0 0,-4 1 0,-1-1 0,2 1 0,0 1 0,7-2 0,-4 1 0,4-1 0,-5 0 0,4 0 0,-4 1 0,3 0 0,-5 1 0,0-1 0,0 0 0,-1 0 0,1 0 0,-1-1 0,1 0 0,-1 0 0,1 2 0,0-1 0,0 2 0,-1-1 0,8-1 0,6-1 0,-3 0 0,2-1 0,-12 0 0,-1 1 0,1 0 0,-1 0 0,6 0 0,-5 1 0,3 0 0,-1 1 0,-3-1 0,2 0 0,0-1 0,-4 1 0,4-1 0,-1 0 0,-3 0 0,3 0 0,-1 0 0,-3 0 0,3 0 0,0 0 0,-2 0 0,3 0 0,-1 0 0,-3 0 0,2 0 0,16-1 0,-15 0 0,15 0 0,-18 1 0,0 0 0,1 0 0,-1-1 0,2 0 0,4 0 0,-3 0 0,3 0 0,16 1 0,-15 0 0,16 0 0,-22 1 0,6 1 0,-4-1 0,4-1 0,0-1 0,-3 1 0,3-1 0,-1-1 0,-4 2 0,1-1 0,-3 1 0,-2 0 0,-1 0 0,-1 0 0,-2 0 0,1 0 0,-2 2 0,-1-1 0,1 0 0,-2 1 0,1 0 0,0 0 0,0 1 0,1 1 0,-1-2 0,1 1 0,-1-2 0,-1 1 0,0-1 0,0-1 0,0 1 0,-4-2 0,1-1 0,-3 0 0</inkml:trace>
  <inkml:trace contextRef="#ctx0" brushRef="#br0" timeOffset="114502">13606 6818 5734,'-1'-9'0,"1"0"0,0 0 0,0 2 0,0-2 0,0-7 0,0 4 0,0-4 0,0 7 0,-1 1 0,0 5 0,-1 3 0,2 3 0,-2 9 0,2-3 0,-2 23 0,1-13 0,0 23 0,0-20-289,1 6 289,0-9 0,0-2 0,0 13 0,0-11 0,0 12 0,0-18 0,1 2 0,0-7 0,-1 1 0,2-3 0,0-4 0,1-3 289,-1-6-289,0-8 0,0 5 0,0-8 0</inkml:trace>
  <inkml:trace contextRef="#ctx0" brushRef="#br0" timeOffset="114876">13540 6780 5734,'0'-7'0,"1"2"0,2 2 0,0 1 0,1-1 0,1 1 0,0 1 0,1 0 0,2 4 0,-2 0 0,2 3 0,1 3 0,-3 0 0,4 3 0,-4-3 0,9 14 0,-7-11 0,5 10 0,-8-14 0,-2-2 0,-1 2 0,0-5 0,-1 0 0</inkml:trace>
  <inkml:trace contextRef="#ctx0" brushRef="#br0" timeOffset="115438">13126 6302 5734,'0'34'0,"1"-10"0,0 16-1298,1-16 1298,-1 0 0,0 0 306,1 8-306,0-9 0,0 5 0,0-4 0,-2-8 0,1 3 239,-1-6-239,0-4 0,-1 1 0,1-3 665,-2-3-665,1-1 88,0-1-88,0-2 0,-1-2 0,0-2 0,0-2 0,0-2 0</inkml:trace>
  <inkml:trace contextRef="#ctx0" brushRef="#br0" timeOffset="115763">12864 6372 5734,'-3'-3'0,"1"0"0,2 1 0,1-1 0,2 1 0,3-2 0,2 2 0,3-1 0,3 0 0,11 0 0,-4 1 0,8 0 0,-8 2 0,0 1-213,0 2 213,-1 0 0,7 4 0,-5-2 0,4 2 0,7 1 0,-14-3 0,9 1 0,-19-4 0,0-1 0,0 0 0,-3 0 0,0 0 0,-2 2 53,-2-1 0,0 0 0,-1 0 1</inkml:trace>
  <inkml:trace contextRef="#ctx0" brushRef="#br0" timeOffset="116337">13297 6682 5734,'-5'-8'0,"-2"-18"0,4 13 0,-2-15 0,5 14 0,0-8 0,2 8 0,0-7 0,4 8 0,-1 4 0,1-3 0,2 2 0,-2 3 0,3 0 0,0 1 0,-3 3 0,7 0 0,-7 3 0,4 0 0,-4 5 0,-1-1 0,1 3 0,-2-2 0,-1 0 0</inkml:trace>
  <inkml:trace contextRef="#ctx0" brushRef="#br0" timeOffset="117345">13394 6665 5734,'1'6'0,"0"-2"0,2-2 0,1-3 0,1-2 0,2-3 0,10-11 0,-7 4 0,7-9 0,-9 8 0,-2 0 0,-1 0 0,0-5 0,-3 4 0,1-4 0,-3 8 0,0 1 0,-1 1 0,0 2 0,-1-2 0,1 4 0,-1 0 0,2 2 0,-1 2 0,-1 3 0,0 1 0,1 6 0,0 11 0,0-6 0,1 23 0,1-20 0,0 10 0,2-4 0,0-10 0,1 7 0,-2-14 0,1 1 0,-1-4 0,0-2 0,2-1 0,0-3 0,1-1 0,1-2 0,-1-2 0,2-5 0,3-9 0,-3 4 0,0-6 0,-4 13 0,0 0 0,-2 1 0,2 1 0,-2 0 0,1-4 0,-1 5 0,2-7 0,-2 10 0,2-4 0,-3 8 0,2 1 0,0 3 0,-1 2 0,0 2 0,2 13 0,0-7 0,5 28 0,-4-26 0,2 12 0,-4-21 0,1-1 0,-1 0 0,0-2 0,0-1 0,0-2 0,0-1 0,0-3 0,6-13 0,-3 5 0,4-10 0,-5 9 0,1 2 0,0-2 0,-1 4 0,0-1 0,-3 5 0,0 2 0,0 0 0,-1 3 0,3 6 0,-2 0 0,1 6 0,1 2 0,-1-4 0,2 5 0,0-1 0,0-5 0,1 3 0,-1-6 0,-1 0 0,-1-1 0,0-2 0,9 0 0,-5-3 0,8-3 0,-9-3 0,2-1 0,-2-1 0,0-1 0,1 0 0,0 0 0,-1 2 0,-1 0 0,1 0 0,-1 1 0,-1 3 0,-2 2 0,-2 5 0,1 3 0,0 0 0,0 0 0,1 0 0,-1-1 0,1 1 0,0 0 0,-1-3 0,2 0 0,0-2 0</inkml:trace>
  <inkml:trace contextRef="#ctx0" brushRef="#br0" timeOffset="118206">13449 6508 5734,'-3'4'0,"-1"-1"0,0 3 0,2 0 0,-2 2 0,1 1 0,0-3 0,-3 11 0,3-10 0,0 7 0,1-9 0,1 0 0,0 0 0,0 0 0,1-1 0,1 1 0,0-2 0,0 2 0,1-1 0,0 0 0,2 0 0,-2 0 0,1 0 0,-2-1 0,0-1 0,1 0 0</inkml:trace>
  <inkml:trace contextRef="#ctx0" brushRef="#br0" timeOffset="118987">13882 6507 5734,'-5'4'0,"0"0"0,1-1 0,-3 3 0,3-2 0,-1 2 0,3-1 0,1 0 0,8 13 0,-3-10 0,6 8 0,-5-11 0,0-1 0,0 1 0,-1-2 0,0 1 0,-1 1 0,-1 0 0,-1 0 0,-6 6 0,1-6 0,-4 7 0,3-7 0,-3 3 0,2-4 0,-2 4 0,4-5 0,1 1 0,0-1 0,1-3 0,0-2 0</inkml:trace>
  <inkml:trace contextRef="#ctx0" brushRef="#br0" timeOffset="119272">14022 6240 5734,'-10'17'0,"-1"11"0,6-7 0,1 22 0,2 3 0,1-2-1639,1 1 1,1-1 1617,3-9 21,0 1-73,0 0 73,1-2 0,0-1 0,-2-6 0,1 0 0,0 5 0,1 15 664,-3-21-664,-2-9 0,1 5 0,-1-13 1615,0 1-1615,0-6 1014,-2-4-1014,1-2 19,-2-5 1,0-2-1,0-1 1</inkml:trace>
  <inkml:trace contextRef="#ctx0" brushRef="#br0" timeOffset="119642">14116 6612 5734,'1'14'0,"-1"-1"0,0-3 0,-1 1 0,0-1 0,1 0 0,4 9 0,-1-10 0,6 6 0,-3-13 0,2-1 0,6-4 0,-3-2 0,3-3 0,0-5 0,-5 1 0,1-5 0,-11-15 0,-1 15 0,-6-14 0,0 21 0,-6-1 0,3 4 0,-5 0 0,6 4 0,0 2 0,0 1 0,1 2 0,-2 4 0,3-1 0,0 1 0,5-1 0</inkml:trace>
  <inkml:trace contextRef="#ctx0" brushRef="#br0" timeOffset="119972">14351 6727 5734,'0'6'0,"-1"-1"0,1-4 0,-4-12 0,2 3 0,-5-10 0,3-1 0,0 3 0,0-5 0,1 0 0,1 5 0,1-5 0,3 3 0,1 5 0,2-2 0,13-3 0,-6 9 0,11-6 0,-11 11 0,-1 2 0,-2 1 0,0 0 0,-1 1 0,-1 0 0</inkml:trace>
  <inkml:trace contextRef="#ctx0" brushRef="#br0" timeOffset="120555">14498 6595 5734,'-3'10'0,"0"2"0,0 1 0,-1 0 0,-1 13 0,2-11 0,-2 9 0,4-14 0,0-2 0,0-1 0,0-2 0,-1-1 0,2-2 0,-1 0 0,-1-6 0,0 0 0,-1-10 0,0-8 0,0-3 0,1 0 0,2 7 0,1 5 0,3 2 0,-1-1 0,1 2 0,0-1 0,1 2 0,0 0 0,0 1 0,0 2 0,0 2 0,-1 1 0,2 3 0,-2 2 0,3 7 0,-3 0 0,2 7 0,-2-4 0,1 3 0,0 0 0,0 0 0,0 0 0,1 5 0,-1-7 0,0 4 0,-1-7 0,-2-3 0,3-3 0,-3-5 0,2-5 0,-3-2 0,0-2 0,1-8 0,0 3 0,1-5 0,2-4 0,0 7 0,3-4 0,4 0 0,-4 9 0,5-4 0,-7 14 0,1 2 0,0 3 0,0 2 0,1 4 0,1 2 0,2 8 0,-2-4 0,2 5 0,-1-1 0,-3-7 0,0 4 0,-4-6 0,-4-3 0,-1-3 0,-2-5 0,0-3 0</inkml:trace>
  <inkml:trace contextRef="#ctx0" brushRef="#br0" timeOffset="121055">13873 6391 5734,'-4'2'0,"1"1"0,4 0 0,0 0 0,7-1 0,0 0 0,5 0 0,6-2 0,-3-1 0,5 0 0,18-3 0,-18 2-262,17-2 262,-24 1 0,-1 1 0,-1 0 0,-2-1 0,-2 2 0,-1 0 0,-4 0 0,0-3 0,-2-2 0</inkml:trace>
  <inkml:trace contextRef="#ctx0" brushRef="#br0" timeOffset="131765">15386 7808 5734,'4'-1'0,"1"0"0,-2 2 0,5-1 0,-4 1 0,4-2 0,-4 1 0,0 1 0,4 1 0,-4 0 0,7 1 0,-8-1 0,6 0 0,-4 0 0,7-1 0,-7-1 0,4 0 0,-2 0 0,-3 0 0,5 0 0,-6 0 0,3 1 0,-2-1 0,2 1 0,-1 0 0,1 0 0,-1-1 0,-1 0 0,3 1 0,-3-1 0,5 0 0,-4 0 0,2 0 0,-3 0 0,0 0 0,0 0 0,0 0 0,7 0 0,-5 0 0,7-2 0,-7 1 0,5 1 0,-4 0 0,19 1 0,-14 0 0,11-1 0,-11-1 0,-1 1 0,7-2 0,-7 2 0,3-2 0,-4 1 0,5-1 0,-3 1 0,4-1 0,-5 2 0,4-2 0,-4 2 0,2-1 0,2 1 0,-4 0 0,4 0 0,2 0 0,18 2 0,-12-2 0,12 2 0,-24-1 0,0 0 0,0 1 0,3 0 0,-4-2 0,4 1 0,-5 0 0,2-1 0,17-1 0,-12 1 0,12-2 0,-16 1 0,1-1 0,-1 0 0,1-1 0,5 0 0,-5 0 0,5-1 0,-1 1 0,-3 0 0,4-1 0,1 1 0,-6 0 0,5-1 0,-5 2 0,0-1 0,1 1 0,-1-1 0,7 0 0,-5 1 0,4-1 0,14 0 0,-16 2 0,13-2 0,-20 3 0,-2 0 0,1 0 0,0 0 0,4 1 0,-2 0 0,3 1 0,21-1 0,-17-1 0,20 0 0,-11 1 0,-9 0 0,8 0 0,-7 1 0,-5-1 0,4 1 0,0 1 0,-5-1 0,4 2 0,1-1 0,-5 0 0,16 2 0,-14-2 0,10 0 0,-5-1 0,-4-1 0,4 1 0,3-1 0,-4 0 0,7-1 0,2 0 0,3 0 0,-4 0 0,0-1-868,12 0 1,0-1 867,-13 1 0,-2-1 0,12 0-476,-11 1 476,-1 1 0,-1-1 0,0 1 0,5 0 0,2 1 0,-1 0 0,0 0 0,-2 1 0,-10 0-116,5 1 116,-6 0 0,5 1 0,-7-1 0,-1 0 1614,1-1-1614,-1 1 0,7 1 0,-5-1 564,4 2-564,-1 0 0,-4-1 149,3 0-149,-3 0 0,-3-2 0,1 1 0,0-2 0,-4 1 0,3 0 0,4 0 0,-5 0 0,19 1 0,-19-1 0,11 0 0,-16-1 0,-1 0 0,-3-1 0,-19-1 0,-1 0 0,-20-1 0,5 0 0</inkml:trace>
  <inkml:trace contextRef="#ctx0" brushRef="#br0" timeOffset="138456">19633 6880 5734,'-31'2'0,"0"0"0,2 0 0,-8 1 0,0 1 0,13-2 0,-19 2 0,-2 1 0,6-2-1060,-7 2 0,2-1 1060,19-1 0,-5 0 485,12 0-485,-13 2 0,14-2 0,-18 5 0,24-5 0,-5 1 0,9-1 0,-4 2 1635,4-2-1635,-18 4 0,16-6 0,-11 2 0,13-3 0,-5 0 0,5 1 0,-5 0 0,8-1 0,-4-2 0,6 1 0,-3 0 0,4 1 0,-1 0 0,-1-2 0,0 1 0,0 0 0,0 0 0,-1 1 0,0 0 0,-3-1 0,3 1 0,-1-2 0,0 2 0,1-1 0,-1 1 0,1 0 0,-1 0 0,0 0 0,-2-1 0,2 1 0,-1 0 0,3 0 0,-4 0 0,0 2 0,-4-2 0,4 1 0,-1-2 0,2 1 0,2-2 0,-3 1 0,2-1 0,-1 1 0,1 0 0,0 0 0,-3 1 0,3 0 0,-3 0 0,6 0 0,-1 0 0,2 0 0,-1 0 0,2 3 0,0-2 0,0 1 0,-2 0 0,2 0 0,-2-1 0,2 2 0,0-1 0,0 1 0,0 2 0,0-1 0,0 2 0,0 1 0,0 0 0,0 28 0,0-16-449,0 22 449,0-23 0,0 0 0,1 13 0,0-8 0,1 10 0,0-10 0,0 2 0,1 0 0,1 22 0,-1-21 0,0 1 0,0-1 0,-1 0-730,4 20 730,-4-23 0,1-1-242,-1 0 242,0-1 0,-1-2 0,0-1 404,1-2-404,-1-1 0,0-1 0,0-3 742,1-1-742,-1 0 275,0-3-275,0 1 0,0-3 0,0 1 0,0-3 0,-1 0 0,0-1 0,1 0 0,-1-1 0,0 1 0,0-1 0,0 1 0,1-1 0,0 0 0,2 0 0,-1 1 0,0-1 0,2 1 0,1 0 0,7 0 0,-4 1 0,6 1 0,-7-2 0,1 0 0,-1 1 0,2-2 0,6 2 0,-3-2 0,5 1 0,-3-2 0,-1 1 0,2-2 0,0 1 0,8-2 0,-6 0 0,6-1 0,-1-1 0,-5 0 0,5-1 0,-2-1 0,-4 2 0,4-2 0,-7 2 0,1 0 0,0 0 0,0 0 0,0 1 0,-1-1 0,0 1 0,-1 0 0,25-2 0,-20 2 0,18 0 0,-25 2 0,-1 1 0,0 1 0,8 1 0,-6-1 0,25 5 0,-22-4 0,14 2 0,-17-2 0,0 0 0,0 0 0,-1-1 0,1 0 0,0 0 0,5-1 0,-3-1 0,3-1 0,1 1 0,-4 0 0,3 0 0,-5 1 0,-1 0 0,0 0 0,-1 0 0,3 0 0,-3 0 0,2 0 0,-2 1 0,-1-1 0,1 0 0,0 2 0,-2-2 0,1 1 0,4-2 0,-7 1 0,4-2 0,-7 2 0,-1 0 0,2 2 0,-1-1 0,2 1 0,-1 0 0,2 0 0,-2-2 0,1 2 0,0-1 0,-1-1 0,0 2 0,1 0 0,-1-1 0,0 1 0,1 0 0,-1-2 0,0 1 0,0-1 0,-1 0 0,1 0 0,0 0 0,-1 1 0,0 0 0,1-1 0,-3-2 0,-1-2 0,-1-2 0,1-2 0,-3-8 0,3 7 0,-4-7 0,4 10 0,-1-1 0,0 2 0,0-1 0,0 1 0,1 1 0,-1-2 0,0 1 0,0 0 0,0 2 0,0 0 0,-1 0 0,0 1 0,0-1 0,-1 0 0,1 0 0,-3-3 0,3 2 0,0-1 0,-3-2 0,4 2 0,-2-3 0,2 4 0,1 1 0,0-1 0,0 0 0,0-1 0,-1-2 0,0 1 0,1-2 0,-3-12 0,2 10 0,-2-12 0,2 12 0,1 2 0,-1-4 0,1-1 0,1 3 0,0-14 0,0 11 0,0-8 0,1 4 0,-1 3 0,1-5 0,-1-1 0,-1 4 0,1-5 0,-2-1 0,0 6 0,1-6 0,-2 0 0,2 6 0,-1-6 0,-1 0 0,1 6 0,-1-7 0,0-11 0,0 14 0,0-12 0,2 21 0,0 0 0,0 2 0,0 0 0,0 1 0,1 2 0,-2-2 0,2 3 0,-2 0 0,2 0 0,0 3 0,0-1 0,0 2 0,0-1 0,0 0 0,0 0 0,0-1 0,0 1 0,0-2 0,0 2 0,0-1 0,0 1 0,0 1 0,-2 2 0,-1 0 0,-3 4 0,0 0 0,0-1 0,0 1 0</inkml:trace>
  <inkml:trace contextRef="#ctx0" brushRef="#br0" timeOffset="159167">19431 5167 5734,'-7'-1'0,"-2"-2"0,5 1 0,-9-5 0,6 4 0,-8-3 0,7 3 0,-18-7 0,13 5 0,-13-4 0,15 7 0,-12 1 0,8 1 0,-30 5 0,25-1-263,-15 3 263,20-3 0,-7 0 0,5 1 0,-5-2 0,6 0 0,-17 3 0,12-1-314,-12 2 314,17-3 0,-8 3 0,9-3 0,-7 1 0,14-3 254,-2 0-254,6-2 0,0 0 0,0 0 323,2 0-323,0 0 0,0 0 0,0 0 0,0 0 0,1 0 0,0 0 0,-1 0 0,1 0 0,-1-2 0,1 1 0,1-2 0,2 3 0,-1-1 0,1 1 0,-2 2 0,0-1 0,0 3 0,0-1 0,0 4 0,0 8 0,0 2 0,-1 3 0,0-2 0,-1 13 0,1-5-725,-1 10 725,0-8 0,-1 0 0,1 2-48,-2 14 48,1-14 0,0 1 0,0-6 0,1 0-391,-2 4 1,2-3 390,0-1-452,-1 7 452,2-10 0,-1 4 624,1-10-624,0-3 46,-1-1-46,1-2 800,0-2-800,1 0 532,0-1-532,0-1 4,0 2-4,0-4 0,0 0 0,-1-2 0,1-1 0,3-2 0,-2 1 0,3-2 0,-3 2 0,1 0 0,0 1 0,0-1 0,2 1 0,0-1 0,2 0 0,4-1 0,0 0 0,4 0 0,5-1 0,-2 1 0,5 0 0,4 0 0,-6 0 0,7 1-289,-8-2 289,2 1 0,-1 0 0,1 1 0,1-1 0,0 1 0,1-1 0,2 0 0,-1 1 0,1 0 0,0 1 0,-1 0 0,0 0 0,11 1 0,-9-1-610,9 2 610,-11-2 0,1 0-356,-2 1 356,1-1 0,-1 0 0,-1 0 0,0-1 0,8-2 0,-7 1 0,4-1 0,-4 1 0,-7 0 0,10-1 0,-14 1 260,3 1-260,-8 0 604,-2 0-604,0 0 391,-3 0-391,3 0 0,-3 0 0,2 1 0,-2 0 0,0 0 0,-7-2 0,3-1 0,-4 0 0,4 0 0,1-1 0,-1 2 0,1-2 0,-1 1 0,1-1 0,-1-1 0,-1-4 0,1 1 0,-1-4 0,0-5 0,0 2 0,-2-5 0,0-7 0,1 4 0,-1-11 0,-1-8-1294,2 6 1294,-1-11 0,4 22 0,0 0 0,-1-12 0,0-9 0,0 13 0,1 2 0,0 0 0,-1 2 0,1 3 0,0 12 0,0 2 0,0 1 0,0 1 0,0 1 0,-1-2 1294,1 3-1294,0-2 0,0-4 0,1 7 0,-1-4 0,1 9 0,0-1 0,-1 1 0,0 1 0,0-2 0,0 1 0,0 0 0,0 0 0,-1 1 0,1 0 0,-3-3 0,2 1 0,-3-2 0,3 3 0,-2 0 0,1 0 0,-1-1 0,0 1 0,-1 0 0,-4-2 0,1 0 0,-3-1 0,2 0 0,0 1 0,-3-1 0,0 1 0,-8 0 0,3 1 0,-6 0 0,-8 4 0,3 1 0,-12 4 0,15 1 0,0 1 0,-14 5 0,14-3 0,0 0 0</inkml:trace>
  <inkml:trace contextRef="#ctx0" brushRef="#br0" timeOffset="162694">19020 4425 5734,'7'-4'0,"3"0"0,-1-1 0,3 0 0,13-10 0,1-3 0,0 0-981,6-6 0,-2 0 981,-10 3 0,4-7 0,-11 4 0,-3 0 0,0-3-228,-3-4 0,-3 1 228,-8 8 0,-7-2 0,-2 0 0,-1 8-455,-21-17 455,20 26 0,-14-2 0,13 11 0,-3 1 1274,7 4-1274,5 0 1003,0 3-1003,1 2 0,-3 24 0,3-11-342,-1 20 342,5-16 0,0 4 0,1-9 0,1 2 0,-1 14-608,1-14 0,0 0 608,1 10 0,1 11 0,0-14-609,1 8 609,0-18 0,-1-3 0,1 2 0,-1-9 754,1 4-754,-2-11 1239,0-5-1239,-1-5 770,0-6-770,2-16 0,1 9-255,1-13 255,2 12 0,3-6 0,0 6 0,4-5 0,-2 8 0,10-7 0,2 11 0,-15 37 0,-6 18 0,9-14-410,30-37 0,1 0 1,-32 39-1,-9 12 1,7-16-1,14-40 0,1 0 1</inkml:trace>
  <inkml:trace contextRef="#ctx0" brushRef="#br0" timeOffset="166266">19838 4151 5734,'-2'26'0,"2"-10"0,0 18 0,2-8 0,0 0 0,-1 5 0,2 2 0,-1 0 0,-1-7 0,1 2 0,1 0 0,-2-4 0,0 1 0,1-1 0,-2-13 0,-8 3 0,2-16 0,-8-5 0,3-2 0,0-4 0,-1-1 0</inkml:trace>
  <inkml:trace contextRef="#ctx0" brushRef="#br0" timeOffset="166873">19920 4400 5734,'3'18'0,"0"-2"0,-2-10 0,0-1 0,-2-1 0,1 1 0,-1-2 0,2 0 0,-1-10 0,2-4 0,0-3 0,2-2 0,1-5 0,0 4 0,2-6 0,3 2 0,-4 6 0,2-4 0,-2 7 0,-1 3 0,1 0 0,-2 6 0,0 1 0,0 3 0,10 28 0,-7-12 0,6 21 0,-9-18 0,0 8 0,-2-7 0,2 4 0,-3-10 0,0-1 0,0-2 0,-1-1 0,0-3 0,-5 1 0,3-6 0,-3 0 0</inkml:trace>
  <inkml:trace contextRef="#ctx0" brushRef="#br0" timeOffset="167129">20117 4014 5734,'-3'25'0,"0"2"0,1 4-1772,1 2 1772,0 2 0,2-9 0,0 0 0,1 14 277,-1-16 0,1 2-277,3 14 0,1-3 0,-1 0-272,0-2 1,0-4 271,-2-17 0,-1-3 0,-1-3 845,0-1-845,-1-3 0,-2-1 0,-1-3 0,-1-3 0,-2-2 0</inkml:trace>
  <inkml:trace contextRef="#ctx0" brushRef="#br0" timeOffset="168008">20025 4271 5734,'4'2'0,"20"0"0,-11-2 0,16 0 0,-15 0 0,0 0 0,-2 0 0,0 0 0,-1 1 0,-2-2 0,-1-1 0,0 0 0</inkml:trace>
  <inkml:trace contextRef="#ctx0" brushRef="#br0" timeOffset="168459">20230 4515 5734,'19'-11'0,"-1"0"0,3-4 0,-5 2-479,5-5 479,-8 4 0,4-5 0,-5 3 0,4-10 0,-10 12 157,0-5-157,-5 7 79,-1 2-79,-1 1 0,-2 1 0,-7 1 243,2 4-243,-7 1 0,1 10 0,-7 18 0,5-6-407,-2 12 407,13-15 0,2 2-62,1-1 62,1 0 0,4 6 0,1-7 0,2 4 0,3-4 0,-1-5 0,3 1 0,0-7 0,0-2 0,3-2 405,1-2-405,8-4 0,-6-3 0,7-2 0,-8-1 0,-1-2 0,1-1 0</inkml:trace>
  <inkml:trace contextRef="#ctx0" brushRef="#br0" timeOffset="169385">20554 4306 5734,'-8'-1'0,"0"1"0,0 1 0,0 1 0,0 1 0,-3 4 0,-2 7 0,3-2 0,0 3 0,8-7 0,0 0 0,2-1 0,0-1 0,1-1 0,-1-1 0,0-2 0,1-1 0,1-2 0,2-4 0,0-1 0,0-3 0,0 1 0,0-1 0,0 1 0,0 0 0,1 1 0,-1 2 0,2 0 0,3 9 0,-2 1 0,4 7 0,10 31 0,-9-16-528,-1-1 0,-2 0 528,-1 0 0,-2 1 0,1 11 0,-5-10 0,1 7 0,-4-5 0,-1-9 0,-2 5 0,-15 1 0,9-14 0,-11 7 0,13-19 1056,-3-2-1056,5 0 0,-4-2 0,5-4 0,1 1 0,4-12 0,2 8 0,5-7 0,3 0 0,-1 3 0,4-6 0,1 0 0,-3 4 0,13-14 0,-12 13 0,6-9 0,1-1 0,-4 5-367,-1 0 0,0 1 367,-5 3-434,4-12 434,-7 12 0,3-8 0,-10 11 0,0 5 0,-3-3 0,-9-1 700,6 6-700,-7-4 468,7 10-468,1 1 0,0 1 0,-1 2 0,1 2 0,0 1 0,-4 6 0,3 0 0,-3 16 0,7-11 0,0 9 0,8-6 0,-1-5 0,4 2 0,3-5 0,-1-4 0,3 0 0,3-6 0,-3-3 0,10-7 0,1-13 0,-6 2-397,2-7 397,-13 11 0,0 0-126,1-6 126,-4 6 0,2-3 0,-4 6 0,0 5 0,0-1 392,1 9-392,-1 1 131,2 7-131,-1 1 0,0 3 0,1 3 0,0 0 0,-1 2 0,1 0 0,-1-1 0,0 0 0,0-1 0,-1-1 0,1 2 0,-2-6 0,0 2 0,-2-8 0,0-1 0,-2-3 0,-3-7 0,1-1 0,-2-6 0,1 1 0,0-2 0,1 0 0,1 1 0,0 0 0,1-3 0,3 4 0,11-11 0,7 9 0,19-6 0,-9 11-461,5 2 461,-15 5 0,-1 1 0,-3 0 0,-3 0 0,-4 1 0,-2-1 0,-3 0 0,-1 0 0</inkml:trace>
  <inkml:trace contextRef="#ctx0" brushRef="#br0" timeOffset="169645">19547 3855 5734,'20'7'0,"-9"-3"0,12 5 0,-11-4 0,0 1 0</inkml:trace>
  <inkml:trace contextRef="#ctx0" brushRef="#br0" timeOffset="172678">19557 7894 5734,'-7'-1'0,"-1"2"0,3 1 0,0 2 0,-1 2 0,-1 2 0,-10 32 0,7-14-833,-1 8 1,1 0 832,3 3-947,4 3 0,1 9 0,0-6 947,2-15 0,0 0 0,1 7 0,1 8 0,0-2 0,0-8 0,2 4 0,0 2 0,-1-2 0,-2-16 0,-13 22 0,3-34 0,-9 6 0,6-21 0,-1-3 0</inkml:trace>
  <inkml:trace contextRef="#ctx0" brushRef="#br0" timeOffset="172852">19322 8230 5734,'9'-1'0,"1"0"0,2-1 0,4 0 0,1-1 0,2 0 0,11 0 0,-7-1 0,1 0 0,9-1-310,6-2 310,-29 4 0,-3 1 0,0 0 0</inkml:trace>
  <inkml:trace contextRef="#ctx0" brushRef="#br0" timeOffset="173491">19947 8179 5734,'-7'3'0,"-1"1"0,-12 7 0,7-3 0,-10 7 0,10-5 0,-2 1 0,1 2 0,-1 1 0,2 0 0,0 2 0,2-1 0,-1 9 0,5-6 0,0 5 0,7-7 0,1-1 0,13 8 0,-3-9 0,11 5 0,-7-12 0,3-2 0,0-2 0,1-2 0,-1-1 0,-1-1 0,6-3 0,-8 0 0,3-1 0,-10 2 0,-3-1 0,-3 1 0,-2-1 0,-3 1 0,0-1 0</inkml:trace>
  <inkml:trace contextRef="#ctx0" brushRef="#br0" timeOffset="173908">19711 8345 5734,'6'4'0,"0"-1"0,19 4 0,-1-2 0,9 1-425,-9-3 425,-7-1 105,-1-2-105,1 1 0,-2-2 0,11 0 0,-11-2 0,16-4 0,-23 3 0,3-5 0,-13 4 80,-2-1 0,-2-2 0,1 0 0</inkml:trace>
  <inkml:trace contextRef="#ctx0" brushRef="#br0" timeOffset="175410">20195 8026 5734,'0'3'0,"0"1"0,6 9 0,-3-4 0,4 11 0,-1 1 0,-2-3 0,1 17 0,-2-13-319,1 7 319,0-9 0,0 9 0,0-8 0,0 7 0,1-4 0,-3-7 0,2 3 0,-1-4 0,-1-6 0,-1 3 0,1-7 319,-2 0-319,2-2 0,-2 0 0,0-3 0,-6-5 0,2-1 0,-4-6 0</inkml:trace>
  <inkml:trace contextRef="#ctx0" brushRef="#br0" timeOffset="175803">20256 8033 5734,'0'8'0,"1"2"0,1 5 0,0 0 0,1 6 0,0 6 0,0-5 0,1 9 0,0-4 0,0 0 0,1 3-109,-1-3 0,0-1 109,-1-6 0,-1-2 0,1 5 0,0-8 0,0 2 0,-2-5 0,0-4 0,-1 0 0,0-3 0,0-3 218,0 1-218,0-2 0,-2-5 0,0 1 0,-2-6 0,-2 0 0,2 1 0,-1-4 0,1 3 0</inkml:trace>
  <inkml:trace contextRef="#ctx0" brushRef="#br0" timeOffset="176184">20219 7999 5734,'11'-3'0,"2"2"0,0 0 0,16 5 0,-10-1 0,10 5 0,-10 5 0,-6-1 0,2 4 0,-7 5 0,-4-4 0,-4 7 0,-9 0 0,0-5 0,-11 12 0,1-10 0,0-1 0,2-6 0,7-6 0,2-2 0,1-1 0,1-2 0,2 0 0,1-1 0,0 0 0,3-1 0,0 1 0,3 0 0,23 2 0,-8 0-417,18 1 417,-15-1 0,1 0 0,0 0 0,0-1 0,0 1 0,-2 0 0,5 1 0,-7 0 0,3 0 0,-4 0 0,-6-2 0,1 1 0,-7-2 0,-1 0 104,0-1 0,-1 0 0,0-1 1</inkml:trace>
  <inkml:trace contextRef="#ctx0" brushRef="#br0" timeOffset="176345">20878 8426 5734,'0'-4'0,"1"0"0,-2 1 0,-1-1 0,0 0 0,-2 1 0,-8-1 0,1 3 0,-7-1 0</inkml:trace>
  <inkml:trace contextRef="#ctx0" brushRef="#br0" timeOffset="176811">19502 8690 5734,'14'2'0,"4"0"0,5-1 0,14-1 0,4-1-1639,-12 0 1,1 0 1222,3 0 0,2-1 0,-1 1 416,1-1 0,-1-1 0,2 1 0,0-1 0,1 1 0,1 0 0,0-1 0,0 0 0,0 1 0,0-1 0,-1 1 0,-1-1 137,-2 1 1,2 0-138,8-1 0,0 1 0,-13 0 0,1 0 0,2 0 0,4 0 0,-6 0 0,15-2 0,-15 2 0,-2-1 0,1-1 859,-13 0-859,4-2 0,-14 1 0,-1-1 0</inkml:trace>
  <inkml:trace contextRef="#ctx0" brushRef="#br0" timeOffset="176960">21138 8544 5734,'5'-3'0,"-1"1"0,-2 0 0,-2 0 0,-2-3 0,-3-1 0</inkml:trace>
  <inkml:trace contextRef="#ctx0" brushRef="#br0" timeOffset="196014">5953 7145 5734,'4'1'0,"-1"-1"0,-2 0 0,0 1 0,3-1 0,-2 1 0,1-1 0,-1 0 0,-1 0 0,1 0 0,-1 0 0,2 0 0,-1 0 0,2 0 0,-1 0 0,1 0 0,0 0 0,-1 0 0,3 0 0,0 0 0,1 0 0,-1 0 0,1 0 0,0 0 0,4 1 0,-3 0 0,2 1 0,-3 0 0,10 1 0,-8-1 0,8 1 0,-12-3 0,-1 1 0,0-1 0,1 0 0,-1 0 0,3 0 0,-1 0 0,6 0 0,-7 0 0,6 0 0,-1 1 0,-3 0 0,3-1 0,-5 0 0,3 0 0,0-1 0,2 0 0,-1 0 0,0 0 0,-1 1 0,1 0 0,0 1 0,1 0 0,0 0 0,0 0 0,1-1 0,4 0 0,-2 0 0,8 0 0,-9 0 0,4 0 0,2 0 0,13 3 0,-1-1 0,3 1 0,-14-1 0,-5-1 0,-1 0 0,1 0 0,0 0 0,0-1 0,1 0 0,0 0 0,1 0 0,22 1 0,-17 0-333,17 0 333,-23 0 0,0 0 0,0-1 0,0 0 0,-1 1 0,4 0 0,-4 1 0,4 0 333,-7 0-333,1-1 0,-1 1 0,5 0 0,-4-1 0,4 1 0,1 0 0,-5-1 0,5 2 0,1-2 0,-4 0 0,5-1 0,-5 0 0,27-2 0,-21 1-350,21-2 350,-27 2 0,0 0 0,-1-1 0,0 1 0,4 0 0,-4-1 0,4 0 350,-6 1-350,19-2 0,-14 2 0,15-2 0,-19 3 0,1 0 0,-1 0 0,2 0 0,5 0 0,-4 0 0,5 0 0,-6-1 0,0 0 0,2 0 0,-1-1 0,1 0 0,6-1 0,-5 0 0,6-1 0,-1 0 0,-5 2 0,5-2 0,-8 2 0,-1 1 0,9-1 0,-8 1 0,7 0 0,-9 1 0,0 0 0,0 0 0,1 0 0,-2 0 0,1 0 0,-1 0 0,0-1 0,1 0 0,-1 0 0,0 0 0,0 0 0,0-1 0,9 0 0,-7 1 0,6-2 0,-5 1 0,-3 1 0,5-1 0,-6 0 0,2-1 0,-1 1 0,0-1 0,1 1 0,0-1 0,0 1 0,0-1 0,0 1 0,0-1 0,0-1 0,4 0 0,-4 1 0,4 0 0,-6 2 0,6-1 0,-4 2 0,4-2 0,0 2 0,-4 0 0,4 0 0,-6 0 0,0 0 0,0 0 0,7 1 0,0-1 0,-1 1 0,-3-1 0,-7 0 0,1-1 0,0 1 0,0-1 0,1 0 0,2 1 0,-1-2 0,1 0 0,-2 0 0,12-3 0,-9 3 0,9-3 0,-11 3 0,-1 0 0,0-1 0,1 0 0,0 0 0,0-1 0,-1 1 0,1-1 0,0 0 0,0-1 0,3 0 0,-2 1 0,2-1 0,-2 3 0,-2-1 0,2 0 0,0 0 0,0 1 0,0-1 0,1 1 0,-1-1 0,2 1 0,-1-1 0,0 1 0,4 1 0,-3 0 0,2 1 0,-5 0 0,11-2 0,-9 0 0,7-1 0,-11 0 0,2-1 0,-1 1 0,1-2 0,0 1 0,0-2 0,2 1 0,0-2 0,5-2 0,6-6 0,-4 4 0,3-4 0,-12 8 0,-1 1 0,3-5 0,-3 4 0,3-7 0,-6 5 0,1-3 0,-2 3 0,-1 0 0,-1-2 0,0 1 0,-1-1 0,1-1 0,0 1 0,1-3 0,-1 1 0,1-7 0,1 6 0,0-6 0,-1 8 0,1-1 0,-2 1 0,2-1 0,-2 1 0,1 0 0,-1 0 0,1-5 0,-1-22 0,-1 7 0,-2-10 0,-1 20 0,-1 5 0,1 1 0,-1-9 0,1 5-214,1-6 214,0 7 0,0 0 0,0 1 0,0-17 0,0 14 0,0-12 0,0 17 0,-2 1 0,1 0 0,-2 0 0,1 1 0,-2 0 214,0 0-214,-7-5 0,1 3-234,-5-5 234,4 6 0,-1 0 0,-1 1 0,-2 0 0,-9-5 0,4 5-608,-7-5 608,6 6 0,-14-6 0,6 6-968,-11-5 968,9 6 0,0 1 0,-2 1 0,-1 0 0,-1 0 0,0 0-113,3 2 1,-3-1 112,-4-1 0,0 1 0,1-1 0,0 2-700,1-1 0,3 1 700,-4 2 0,0 0 0,11 3 0,-1 1 0,-13-2-29,14 2 0,1 0 29,-11-1 0,-1 1 0,1 0 0,-7 2 0,-1 0 0,21-1 0,-1 1-235,-20 0 1,2 0 234,7 0 0,-1 0-422,0-1 422,1 0 0,-1 0 0,1-1 0,2 0 0,0 1 0,1-1 608,1 1-608,2-1 0,-1 0 0,-11-2 0,9 2 0,-9-2 0,12 2 0,0 0 0,-1 0 0,1 0 0,0 2 0,0-1 0,1 1 0,-10 1 0,10 1 0,-8 1 0,13 0 0,0 1 153,0 1-153,1 1 0,-1-1 0,-1 3 0,-1 1 0,-4 0 0,-1 1 0,1 1 0,6-1 0,-8 3 0,11-3 0,0 1 0,-8 4 0,7-2 0,-5 4 0,9-5 0,1 0 0,-3 4 0,0 2 0,-3 2 268,3-2 1,0 1-269,2-1 0,0 1 446,1 0-446,-1 0 0,1 2 0,-7 7 0,8-5 702,-5 6-702,6 2 0,6-6 0,-1 10 0,8 3-511,3-7 511,4 12 0,3-13 0,3 1 0,4 1 0,2-1 0,2 0 0,2 0 0,1 1 0,-1-2 0,4 6 0,-3-4 0,-5-6 0,1 0 0,4 8 0,0 0 0,1 0 0</inkml:trace>
  <inkml:trace contextRef="#ctx0" brushRef="#br0" timeOffset="201369">8192 11970 5734,'4'-1'0,"-1"0"0,-1 0 0,-2 0 0,1-1 0,-1 1 0,0-3 0,-1 1 0,1 0 0,-2 1 0,1 2 0,-1 0 0,1 0 0,-1 1 0,0-1 0,0 0 0,-2 0 0,1 0 0,0 0 0,0 0 0,-1 0 0,0 0 0,0-1 0,-1-1 0,1 1 0,-6-4 0,5 3 0,-2-3 0,4 3 0,1 1 0,0 1 0,-1 1 0,0-1 0,0 1 0,1-1 0,-1 0 0,2 0 0,-1 0 0,0 0 0,1 0 0,-1 0 0,1 0 0,-1 0 0,0 0 0,0 0 0,-1 0 0,0 0 0,-1 0 0,0 0 0,-1 0 0,1-1 0,0 1 0,-8-4 0,5 3 0,-5-3 0,7 3 0,1-1 0,0 1 0,-3-1 0,3 1 0,-3-1 0,3 1 0,-7-2 0,5 1 0,-5-1 0,6 2 0,1-1 0,-1 0 0,2 1 0,0 1 0,0-1 0,-2 1 0,0-1 0,0 0 0,0-1 0,1 1 0,1 0 0,0 0 0,2-1 0,-2 1 0,-1 0 0,0-1 0,-2 1 0,1-1 0,0 1 0,-1-1 0,0 1 0,1-1 0,0 0 0,0 0 0,1 0 0,0-1 0,-1 2 0,1-2 0,-10-4 0,7 4 0,-8-5 0,10 6 0,-2-2 0,1 1 0,-3-1 0,3 1 0,-1 1 0,1-1 0,-13-4 0,8 4 0,-9-3 0,11 5 0,1-1 0,-1 2 0,0-1 0,0 1 0,-4 0 0,3 0 0,-4 0 0,4 0 0,2 0 0,-2 0 0,2 0 0,0 0 0,1 0 0,0 0 0,0 0 0,1 0 0,-4 0 0,2 0 0,-5 0 0,5 0 0,-4 0 0,4-1 0,0 1 0,-2-1 0,2-1 0,-1 1 0,-23-3 0,17 2 0,-17 0 0,22 2 0,0 0 0,0 0 0,0 0 0,0 0 0,0 0 0,2 0 0,-6 1 0,-9 1 0,6 0 0,-7 0 0,14-1 0,-7-1 0,4 1 0,-5-1 0,5 0 0,-1 0 0,0 0 0,-6-1 0,5 1 0,-4-1 0,7 1 0,0 0 0,-1-1 0,1 1 0,0 0 0,-4 0 0,3 0 0,-2 0 0,0 1 0,5 0 0,-3 0 0,5 1 0,0-1 0,1 0 0,-4 0 0,4 0 0,-5-1 0,6 0 0,-3 1 0,4-1 0,-1 0 0,0 1 0,0 0 0,1 0 0,-1 0 0,-3 0 0,2 0 0,-2 0 0,-1 1 0,2-1 0,-12-1 0,10 1 0,-7-1 0,8 0 0,0 1 0,0 0 0,0 1 0,-3-1 0,4-1 0,-4 1 0,6-1 0,-1 1 0,1 0 0,-1-1 0,1 1 0,0-1 0,0 1 0,0 0 0,-1 0 0,-2 1 0,2 0 0,-2-1 0,3 1 0,-1-1 0,0 1 0,0 0 0,1 0 0,-1-1 0,1 1 0,-3 0 0,2-1 0,-2 1 0,-10 2 0,9-1 0,-10 2 0,12-2 0,0-1 0,1 1 0,0-1 0,1 1 0,0 0 0,-1 0 0,1 0 0,0-1 0,-7 3 0,4-2 0,-4 2 0,7-3 0,-1 0 0,-1 2 0,1-2 0,-2 1 0,0 0 0,3-1 0,-2 0 0,0 1 0,1-2 0,-2 1 0,3-2 0,0 2 0,-1-2 0,1 0 0,-1 0 0,0 0 0,0 0 0,-1 0 0,1 0 0,-1 0 0,0 0 0,-4 0 0,3 0 0,-4 0 0,6 0 0,0 0 0,-9 1 0,7-1 0,-7 1 0,12-1 0,0 0 0,0 1 0,-1 0 0,1 0 0,-1 0 0,-1-1 0,2 2 0,-1-1 0,0 0 0,-5 2 0,4-2 0,-4 1 0,6 0 0,-4 1 0,3-2 0,-2 3 0,2-2 0,0 0 0,-1 1 0,2-1 0,-1 1 0,0-1 0,-1 2 0,1-1 0,-1 0 0,2 0 0,1-1 0,-1 1 0,1-1 0,0 1 0,0 0 0,-1 0 0,2 1 0,-2-1 0,0 3 0,0-1 0,-2 2 0,3-2 0,-1 0 0,0 0 0,1 0 0,-3 2 0,-1 2 0,1-1 0,-1 2 0,4-5 0,-1 0 0,-1 2 0,1-1 0,-1 0 0,2 1 0,0-3 0,-1 2 0,2-2 0,0-1 0,0 0 0,2-2 0,0 0 0,0 1 0,0 0 0,-1 0 0,1-1 0,-2 1 0,1 1 0,0-1 0,0 1 0,-1 0 0,1 1 0,-1 1 0,1-1 0,-1 0 0,1-1 0,0 1 0,0-1 0,-1 1 0,1-1 0,0 0 0,0 0 0,-1 6 0,2-5 0,-1 4 0,1-5 0,0 0 0,0 1 0,0 0 0,0 2 0,0 0 0,0 0 0,0 0 0,0 15 0,0-11 0,1 12 0,-1-16 0,2 0 0,-1-2 0,-1 1 0,2-1 0,-2 1 0,2 0 0,-1 0 0,0-1 0,0 0 0,1 2 0,-2-2 0,2 1 0,-1-1 0,0 0 0,1 0 0,-1 0 0,0-1 0,0 1 0,1 0 0,0 1 0,-1-1 0,2 2 0,-2-2 0,2 0 0,-1 2 0,1-2 0,1 4 0,0 2 0,1-2 0,-1 2 0,-1-6 0,-1 2 0,1-2 0,-1 1 0,1-1 0,-1 0 0,0-1 0,-1 0 0,0 0 0,3 7 0,-2-4 0,2 5 0,-1-6 0,-1 0 0,1 0 0,-1 1 0,1-1 0,1 2 0,1 3 0,-1-3 0,1 3 0,-1-1 0,0-2 0,0 1 0,-2-2 0,2 1 0,-2-1 0,2 1 0,-2-2 0,1 0 0,1 2 0,-1-2 0,0 1 0,0-3 0,0 1 0,0-1 0,1 0 0,-2 0 0,1 0 0,-1-1 0,0 0 0,2 1 0,-1 1 0,0 0 0,0-1 0,-1 0 0,0-1 0,0 1 0,1-1 0,0 1 0,-1-1 0,3 2 0,-1-1 0,2 1 0,-2 0 0,7 6 0,-4-5 0,5 5 0,-6-6 0,0 1 0,0 0 0,1 0 0,-1 0 0,0 1 0,0 0 0,1-1 0,-1 2 0,0-1 0,4 3 0,-3-2 0,4 3 0,-4-4 0,0 1 0,1 0 0,3 3 0,-2-2 0,4 2 0,-5-4 0,1-1 0,0-1 0,0 1 0,0-1 0,17 12 0,-12-8 0,14 8 0,-18-10 0,0-1 0,0-1 0,0 0 0,5 3 0,-3-3 0,4 2 0,-5-3 0,1 1 0,0 0 0,13 3 0,-9-3 0,9 3 0,-11-4 0,0 0 0,0-1 0,1 1 0,6 0 0,-5-1 0,3 0 0,-6 0 0,4-1 0,-5 1 0,3-1 0,-5 1 0,0-2 0,0 1 0,0-1 0,0 0 0,0 0 0,0 1 0,1-1 0,0-1 0,1 1 0,1-1 0,0-1 0,7 1 0,-5-1 0,6 1 0,0-1 0,-4 0 0,4 1 0,5 0 0,-1 0 0,0 0-339,2 1 0,-1 0 339,-9 0 0,1 0-120,0-1 120,2 1 0,-1-2 0,2 1 0,-3-1 0,1-1 0,-2 1 0,24-4 0,-18 3-440,18-3 440,-24 3 0,0 1 0,9-2 0,-7 1 0,6 0 0,0-1 0,-5 1 638,5 0-638,1-2 0,-8 3 122,7-2-122,-2-1 0,-5 1 0,6-1 0,-8 2 0,-2-1 478,1 1-478,-2 0 0,0 0 0,-1 1 0,1-2 0,-1 1 0,-1 0 0,0 1 0,1-1 0,5-1 0,22-4 0,-15 3-237,12-3 237,-24 6 0,-1-1 0,0 1 0,0 1 0,0-1 0,-1 1 0,0 0 0,3-1 0,11-1 0,-7 1 0,6-2 237,-12 2-237,-2 0 0,2-1 0,-1 0 0,7-4 0,-6 2 0,5-2 0,-6 2 0,0-1 0,0 0 0,0-1 0,0-1 0,0 1 0,0-1 0,0 1 0,-1-2 0,6-4 0,-4 2 0,3-5 0,-4 5 0,0 1 0,-1 0 0,0 0 0,-1 1 0,1-1 0,-1 1 0,4-3 0,6-12 0,-6 9 0,3-6 0,-11 14 0,1 0 0,-1 0 0,3-3 0,-2 3 0,2-4 0,-3 3 0,1-2 0,6-13 0,-5 10 0,6-10 0,-7 13 0,0 0 0,-1 0 0,1-3 0,-1 4 0,0-3 0,-2 4 0,-1 1 0,0-1 0,1 1 0,-2-1 0,1 1 0,-1 0 0,0-1 0,0 1 0,1-1 0,-1 0 0,0 1 0,0 0 0,1-3 0,-1 4 0,2-2 0,-2 3 0,2 0 0,-1 0 0,-1-1 0,0 1 0,-2-5 0,1 4 0,-1-6 0,1 0 0,-1 1 0,1 1 0,0 4 0,0 3 0,1 0 0,0 0 0,-1 0 0,1 0 0,-1-1 0,0 2 0,-1-1 0,0-2 0,0 1 0,0-1 0,1 3 0,-1 1 0,1-1 0,-2 0 0,1 0 0,-2-1 0,1 1 0,0-1 0,1 1 0,-1-1 0,-2-1 0,0 1 0,-3-3 0,2 2 0,1 0 0,1 1 0,2 0 0,0 0 0,-1 0 0,0-1 0,0 1 0,1-1 0,-2 1 0,2-2 0,-8-9 0,6 7 0,-4-7 0,5 8 0,0 1 0,-1-1 0,0 2 0,1 1 0,0-1 0,0 2 0,-2-2 0,1 2 0,-2-1 0,3 2 0,0 0 0,1-1 0,-2 1 0,2 0 0,-2 1 0,2 0 0,-2 0 0,1 0 0,-1 0 0,-2 0 0,0 0 0,-2 0 0,2 0 0,0 0 0,-1 0 0,-2-1 0,1 0 0,-2 0 0,3 0 0,0 0 0,1-1 0,0 1 0,-4-2 0,0 1 0,-10 0 0,3 2 0,-5 1 0</inkml:trace>
  <inkml:trace contextRef="#ctx0" brushRef="#br0" timeOffset="-137263.73">15507 11125 5734,'4'1'0,"-1"-1"0,-2 0 0,0 0 0,1 1 0,-1 0 0,0 1 0,-1-1 0,0 1 0,1 0 0,-1-1 0,5 0 0,-2-1 0,8 2 0,-5-1 0,6 0 0,-6 0 0,7 0 0,-7-1 0,6 0 0,-8 0 0,3 0 0,-2 0 0,8-2 0,4 1 0,-3-1 0,6 1 0,-11 1 0,4 0 0,-7 0 0,1 1 0,-2-1 0,3 1 0,-3-1 0,4 1 0,-5 0 0,0-1 0,0 1 0,0 0 0,0 0 0,2 0 0,-2 0 0,1-1 0,-2 1 0,2 0 0,2 0 0,-2 0 0,2 0 0,-2 0 0,0-1 0,1 1 0,-1 0 0,4 0 0,-1 0 0,7 0 0,-6 0 0,6-1 0,-4-1 0,1 0 0,-1 0 0,7-1 0,-6 1 0,5 0 0,-8 1 0,10 0 0,-9 0 0,7 0 0,-11 0 0,0 0 0,3 0 0,-1 0 0,1 0 0,-1-1 0,19 0 0,-8 0 0,12-1 0,-14 1 0,-6 0 0,5 0 0,-4 0 0,4 0 0,-3 0 0,-2 1 0,1-1 0,-3 1 0,-2 0 0,0 0 0,0 0 0,-1 0 0,-1 0 0,2 0 0,-2 0 0,1 0 0,-2 1 0,1 0 0,0 1 0,1-2 0,-2 1 0,1-1 0,-1 1 0,2 0 0,-2-1 0,11 1 0,-8 0 0,9 1 0,-9-1 0,0 0 0,0-1 0,1 0 0,4 0 0,-2 0 0,3 0 0,0-1 0,4-1 0,-2 2 0,2-2 0,-9 2 0,-1-1 0,3 1 0,-3 0 0,4 0 0,-4-1 0,2 0 0,-2 1 0,2-1 0,5 0 0,-3 1 0,3 1 0,-3-1 0,0 0 0,0 0 0,-1-1 0,1 0 0,-1 0 0,0 0 0,0 1 0,-1-1 0,1 1 0,-2-1 0,5 1 0,-4 0 0,2 0 0,-3 0 0,13 2 0,-9-1 0,9 0 0,-13-1 0,1 0 0,-1 0 0,1 0 0,0 0 0,-1 0 0,0 0 0,5 0 0,4 0 0,1 0 0,1 0 0,-6 0 0,-3 0 0,0 0 0,-1 0 0,0 0 0,-1 0 0,2 0 0,-2 0 0,2 0 0,3 0 0,-2 0 0,4 0 0,-1-1 0,-3 0 0,4-1 0,-5 2 0,0-1 0,0 0 0,1 0 0,-1 0 0,5 1 0,-3 0 0,10 0 0,-9 0 0,5 0 0,1 0 0,11-1 0,-7 0 0,4 0 0,-17 0 0,0-1 0,-2 1 0,1 0 0,-1 0 0,-1 0 0,0-1 0,-2 1 0,1 0 0,-2 0 0,4 1 0,-4-1 0,2 0 0,-5 1 0,1 0 0,-1 0 0,1 0 0,0 0 0,2 0 0,-1 0 0,1 0 0,0 0 0,-1 0 0,1 0 0,0 0 0,0 0 0,0 0 0,-1 0 0,0 0 0,-1 0 0,1 1 0,-1-1 0,-1 1 0,1-1 0,-1 0 0,0-2 0,-1 1 0,-1-1 0,-2 1 0,0 2 0,-4 0 0,-2 2 0,-5 2 0,-3 0 0,-4 2 0</inkml:trace>
  <inkml:trace contextRef="#ctx0" brushRef="#br0" timeOffset="-79976.73">9164 13878 5734,'-6'-1'0,"1"1"0,2-1 0,-1 0 0,-3-1 0,3 1 0,-5-1 0,7 2 0,-1 0 0,8 1 0,-3-1 0,4 1 0,-5-1 0,2 1 0,-1-1 0,2 0 0,-2 0 0,12-2 0,-7 2 0,8-2 0,-8 1 0,1 2 0,4 0 0,-3 0 0,4 0 0,1-1 0,-3-1 0,9 1 0,-10-1 0,5 1 0,-5 0 0,3 0 0,-2 0 0,19 0 0,-16 0 0,13-1 0,-17 1 0,5-2 0,-3 1 0,4-1 0,-6 2 0,5 0 0,-4 0 0,15 0 0,-14 0 0,8 0 0,-11 0 0,0 0 0,2 0 0,-2 0 0,3 0 0,-5 0 0,2 1 0,-2 0 0,1-1 0,1 0 0,3 0 0,-2 0 0,2 0 0,-3 0 0,1 0 0,0 0 0,0 0 0,0 0 0,9-2 0,-6 2 0,8-2 0,-10 2 0,0-1 0,0 1 0,-1 0 0,0 0 0,3 0 0,-4 0 0,5 0 0,-2 0 0,0 0 0,1 0 0,11 1 0,-6 0 0,9 0 0,-12 1 0,-4-1 0,1 1 0,1-1 0,0 0 0,0 1 0,1-2 0,0 1 0,-1-1 0,0 0 0,6-1 0,-6 1 0,5-1 0,-6 0 0,4 0 0,-4-1 0,3 1 0,-5 1 0,0 0 0,0 0 0,1 0 0,-1 0 0,24 1 0,-10 1 0,13-1 0,-18 0 0,-6-1 0,1 0 0,-1 0 0,0 0 0,0 0 0,0 0 0,-1 0 0,1 0 0,19-2 0,-5 0 0,10-1 0,-13-1 0,0-1 0,-6 1 0,6-2 0,-8 3 0,-1-1 0,-1 1 0,0 1 0,-1 0 0,9 0 0,-7 1 0,8 0 0,-7 1 0,0 0 0,1 0 0,0 0 0,1 1 0,8 0 0,-8 1 0,7 0 0,20 5 0,-22-4-449,22 4 449,-29-6-188,7 1 188,-5-2 0,4 1 0,0-1 0,-5 0 0,5-1 0,-8 1 0,13-3 0,-11 0 0,10 0 0,-13 0 0,-1 1 0,5-2 439,-4 1-439,2-1 198,-7 1-198,0 1 0,-1 0 0,2 0 0,-3 1 0,1 1 0,-4 0 0,-1 0 0,1 0 0,0 0 0,1 0 0,-1 0 0,1 0 0,-2 0 0,0 0 0,0 0 0,-1 0 0,0 0 0,-8 1 0,-2-1 0,-11 0 0,0-3 0</inkml:trace>
  <inkml:trace contextRef="#ctx0" brushRef="#br0" timeOffset="-45819.73">12698 12484 5734,'7'-7'0,"-2"2"0,8-7 0,-8 6 0,5-5 0,3-2 0,-6 5 0,11-9 0,-11 11 0,16-10 0,-14 11 0,16-6 0,-16 9 0,8-1 0,-8 1 0,3 1 0,8-2 0,-7 2 0,18 2 0,-17 1 0,12 4 0,-14-3 0,4 1 0,-1 2 0,-4-1 0,8 5 0,-9-5 0,5 5 0,-9-6 0,3 2 0,-7-3 0,-1 0 0,-7-1 0,-4-2 0,-2 0 0,-3-2 0</inkml:trace>
  <inkml:trace contextRef="#ctx0" brushRef="#br0" timeOffset="-44093.73">12055 11740 5734,'2'10'0,"0"-1"0,3 6 0,1 4 0,-1-3 0,4 15 0,-4-12-352,3 7 352,-4-7 0,1-1 87,0 0-87,7 17 0,-6-15 0,5 11 0,-8-22 0,0-1 0,1 0 0,-1-3 0,-1 1 265,0-4-265,-1 0 0,-5-7 0,1 1 0,-5-7 0,1 2 0,-1-3 0,0-1 0,-1-2 0,1-2 0,-2 1 0,-2-11 0,2 7 0,-3-7 0,3 1 0,2 5 0,-1-3 0,4 8 0,1-1 0,1 5 0,1 0 0,1 6 0,9-5 0,-2 6 0,8-4 0,-2 6 0,3 1 0,1 0 0,1 3 0,0 1 0,8 6 0,-6 1-256,4 5 256,-8 0 0,-3 7 0,0 1 0,-2 3-350,0-2 1,-3 0 349,-6-2 0,-2 1 0,-4 10 0,-1-7 0,-4 7-458,1-11 458,-2-1 0,1-1 0,-2-1 0,2-3 0,0-1 226,1-2-226,2-3 681,2-1-681,1-3 506,1-1-506,0-1 0,1-1 0,1-2 0,0-3 0,2-2 0,2-2 0,2-3 0,2-1 0,1-1 0</inkml:trace>
  <inkml:trace contextRef="#ctx0" brushRef="#br0" timeOffset="-43839.73">12332 11825 5734,'0'12'0,"0"0"0,1 3 0,0 0 0,0 1 0,1 1 0,-1 0 0,0 0 0,0 1 0,0-1 0,0 8 0,0-7 0,-1 5 0,2-5 0,-2-5 0,1 1 0,-1-7 0,-1-1 0,0-2 0,0-1 0,1-2 0</inkml:trace>
  <inkml:trace contextRef="#ctx0" brushRef="#br0" timeOffset="-43286.73">12321 11696 5734,'-4'-9'0,"1"1"0,1 2 0,0 0 0,0 2 0,1 0 0,0 0 0,1 1 0,-1 0 0,-2 1 0,0 2 0,2 0 0,0 2 0,2 1 0</inkml:trace>
  <inkml:trace contextRef="#ctx0" brushRef="#br0" timeOffset="-42718.73">12502 11775 5734,'-9'6'0,"0"1"0,1 0 0,1 2 0,-1 1 0,3 0 0,0 0 0,1 1 0,2 0 0,1 5 0,2-3 0,3 3 0,4-2 0,-1-4 0,4 2 0,-3-5 0,1 0 0,-1-1 0,0-1 0,0-1 0,0 1 0,-3-3 0,1 1 0,-4-2 0,0 1 0,-1-1 0,-1 0 0,0 1 0,-8 8 0,-1-1 0,-4 5 0,3-4 0,4-5 0,0 0 0,2-2 0,0 0 0,1-1 0</inkml:trace>
  <inkml:trace contextRef="#ctx0" brushRef="#br0" timeOffset="-42196.73">12684 11787 5734,'0'13'0,"1"3"0,1 0 0,2 9 0,0-11 0,3 6 0,-1-7 0,0-1 0,3 3 0,-1-5 0,0 2 0,-2-6 0,0 0 0,-1-1 0,2-6 0,-4-1 0,2-6 0,-3 1 0,-1-2 0,0-1 0,-1-1 0,-1 0 0,0-1 0,-3-6 0,2 5 0,-2-3 0,3 6 0,-2-2 0,2 5 0,-1-2 0,1 5 0,0 1 0,0 2 0,3 7 0,-2 0 0,3 7 0,1 18 0,-1-17 0,1 15 0,-4-25 0,1 0 0,0-1 0,0 0 0,-1-1 0,0-1 0,-1 0 0,-1-3 0,0-18 0,0 6 0,1-12 0,1 12 0,1 0 0,0 0 0,1 0 0,3-4 0,-1 5 0,0-3 0,1 5 0,-3 4 0,0-1 0,-1 4 0,-1 2 0,0 1 0,0 5 0,0 2 0</inkml:trace>
  <inkml:trace contextRef="#ctx0" brushRef="#br0" timeOffset="-41696.73">12904 11909 5734,'21'-34'0,"-4"5"0,-13 17 0,-2-1 0,-1 1 0,-2 1 0,-1-3 0,-1 6 0,-1-3 0,0 7 0,1 0 0,-1 2 0,0 4 0,-1 0 0,-1 4 0,0 1 0,0 3 0,1 1 0,0 9 0,2-4 0,0 11 0,4-12 0,2 2 0,2-3 0,-1-6 0,3 2 0,-1-7 0,22-24 0,-16 8 0,16-20 0,-22 14 0,-1-2 0,-1-1 0,-3-3 0,0 0 0,-2-8 0,0 7 0,-1-2 0,-4-2 0,-1 1 0,0-2-291,0 4 1,1 3 290,1 11 0,3 2 0,-2 3 0,2 2 0,1 2 0,0 3 0,4 9 581,-1 4-581,4 8 0,3 16 0,-1-5-1137,4 13 1137,-3-10 0,0 1 0,0-1 0,-2-10 0,0 0 0,2 10 0,4 10-682,-5-18 682,-1-2-145,-1-4 145,-1-2 0,-3-4 0,0-2 1033,-2-4-1033,-2-2 0,-1-2 0,-2-3 0</inkml:trace>
  <inkml:trace contextRef="#ctx0" brushRef="#br0" timeOffset="-41300.73">13219 11726 5734,'-2'-16'0,"0"3"0,0 6 0,-2 1 0,2 4 0,-3 2 0,4 7 0,1 4 0,2 3 0,0 1 0,2 1 0,1 0 0,3-1 0,1-2 0,3-1 0,0-1 0,1-3 0,0-2 0,1-3 0,0-4 0,4-7 0,-6-2 0,2-7 0,-6 1 0</inkml:trace>
  <inkml:trace contextRef="#ctx0" brushRef="#br0" timeOffset="-40476.73">13306 11627 5734,'-3'-7'0,"0"-1"0,-11-4 0,4 6 0,-7-3 0,6 8 0,1 3 0,0 1 0,-3 6 0,5-2 0,-3 3 0,5-3 0,0 1 0,1-1 0,1 0 0,1-2 0,-1 0 0</inkml:trace>
  <inkml:trace contextRef="#ctx0" brushRef="#br0" timeOffset="-40136.73">12964 11656 5734,'6'-5'0,"1"-1"0,3-2 0,2-2 0,3-1 0,2 0 0,2 0-420,0-1 420,1 2 0,-1 0 103,2 0-103,6-2 0,-7 4 0,9-1 0,-20 7 0,2 2 0</inkml:trace>
  <inkml:trace contextRef="#ctx0" brushRef="#br0" timeOffset="-39390.73">12743 12054 5734,'6'15'0,"-2"-3"0,7 8 0,-3-4 0,1 1 0,4 10 0,-3-7 0,6 14 0,-8-16 0,3 4 0,-5 4 0,-1-16 0,-1 8 0,-4-16 0,-2-2 0,-2-1 0,-1-1 0,-3-3 0,0-3 0,-3-1 0,1-2 0</inkml:trace>
  <inkml:trace contextRef="#ctx0" brushRef="#br0" timeOffset="-39175.73">12662 12111 5734,'7'-9'0,"0"1"0,0 0 0,6-3 0,-3 3 0,5-3 0,-4 4 0,3-1 0,19-8 0,-13 7-216,13-6 216,-20 10 0,-1 1 0,-1 0 0,-1 0 0,-1 1 0,-2 1 0,-1 0 0,-3 0 216,0 1-216,-2 1 0,-1 0 0</inkml:trace>
  <inkml:trace contextRef="#ctx0" brushRef="#br0" timeOffset="-38952.73">12917 12131 5734,'10'19'0,"1"-2"0,-4-5 0,0 2 0,1 0 0,-1 1 0,0 0 0,0 0 0,1 5 0,-3-5 0,2 2 0,-3-6 0,-2-4 0,1 0 0,-2-4 0,-1-2 0,-7-6 0,1 0 0,-6-7 0,3 2 0</inkml:trace>
  <inkml:trace contextRef="#ctx0" brushRef="#br0" timeOffset="-38074.73">13047 12199 5734,'3'12'0,"-1"-1"0,0-1 0,1-1 0,-2-2 0,1-1 0,-2 3 0,0-4 0,0 1 0,-2-4 0,1-2 0,-1-4 0,1 1 0,-2-4 0,2 1 0,-2 0 0,1-1 0,0-2 0,0-1 0,1-1 0,0-2 0,0-1 0,2-3 0,1-8 0,1 6 0,0-5 0,-1 10 0,0 2 0,-1 3 0,1 1 0,0 3 0,0 0 0,1 5 0,1 3 0,0 2 0,2 2 0,-1 2 0,13 26 0,-9-15-386,10 18 386,-14-24 0,0 0 0,-1-2 0,-2-1 0,1 0 0,-1-4 0,-1 0 0,1-4 386,-1-2-386,0-6 0,1-1 0,-1-6 0,0 3 0,0 1 0,1-1 0,0 0 0,0-1 0,1 2 0,0 1 0,1 0 0,1 1 0,-1 1 0,2 1 0,0 1 0,4 0 0,-1 2 0,3 0 0,-2 2 0,-1 0 0,0 0 0,3 0 0,-4-1 0,4 0 0,-4 0 0,1-2 0,0-1 0,0-3 0,0-1 0,13-27 0,-11 16-448,7-21 448,-15 23 0,-2-1 0,-1 1 0,-1 1 0,-3-3 0,1 7 0,-3-3 0,-11 17 448,8 0-448,-10 11 0,13-1 0,1 3 0,3 1 0,1 1 0,2 0 0,2 1 0,3-2 0,1 0 0,3-3 0,1-2 0,10 0 0,-5-7 0,16-5 0,-14-7 0,5-5 0,-11-1 0,-3-1 0,-1-2 0</inkml:trace>
  <inkml:trace contextRef="#ctx0" brushRef="#br0" timeOffset="-25611.73">15651 13362 5734,'2'4'0,"3"2"0,-2-4 0,5 0 0,-6-1 0,1-1 0,-2 1 0,4 2 0,-2-1 0,7 2 0,-7-3 0,4 2 0,1-2 0,0 1 0,8 0 0,-7-1 0,4 1 0,-7-1 0,2 0 0,3-1 0,2 1 0,1-1 0,-1 0 0,1 0 0,-5 0 0,10 0 0,-10 0 0,7 0 0,-8 0 0,7 0 0,-9 1 0,4-1 0,-3 1 0,3-1 0,-2 1 0,3 0 0,3 1 0,-1-2 0,3 1 0,-3-1 0,-3 0 0,1-1 0,2 0 0,-2-1 0,5 1 0,-6 1 0,19 0 0,-15 0 0,14-1 0,-16 0 0,1 0 0,-1 0 0,2 0 0,1-1 0,0 1 0,-1-1 0,1 0 0,-2 1 0,0-1 0,1 1 0,-3 0 0,1 1 0,0 0 0,4 2 0,-4-1 0,10 2 0,-9 0 0,5-1 0,-6 1 0,-1-2 0,1 0 0,0 0 0,0-1 0,-1 0 0,2 1 0,-1 0 0,0 1 0,1-1 0,-1 0 0,11 0 0,-4-1 0,17 0 0,-16 0 0,9 0 0,-16 0 0,5 0 0,-7-1 0,6 0 0,7 1 0,-5-1 0,3 1 0,-8-1 0,-2 1 0,3-1 0,-4 0 0,1-1 0,1 0 0,1 0 0,1-1 0,0 1 0,0-1 0,0 1 0,-1 0 0,1 0 0,-1 0 0,6 0 0,-4 0 0,4 0 0,-7 1 0,2-1 0,-1-1 0,1 1 0,1-1 0,7 0 0,-5 0 0,4-1 0,24-3 0,-23 4-481,23-4 481,-31 6 0,0-1 0,0 1 0,8-1 0,-5 1 0,6-2 0,-8 1 0,0 0 0,19-4 0,-9 2 0,9-1-335,-13 3 335,-6 0 0,-1 1 464,2 0-464,-1-1 0,1 1 0,1 0 0,0 0 0,2-1 0,-1 1 0,2 0 0,-1 0 0,13-1 0,-8 0-577,9-1 577,-9 1 0,13-1 0,-8 1 0,9-1 0,1 0 0,-10 0 0,9-1 0,-13 2 0,-1 0 0,-1-1 0,9 0 0,-9 1 0,6 1 330,-4-1-330,7 1 0,1 1 0,-3-1-254,-8 1 254,-7-1 0,0-1 0,0 1 0,6-1 0,-6 1 0,3-1 582,-6 2-582,5-1 0,-7 1 0,4 0 271,-8 0-271,-2 1 0,1-1 0,-1 1 0,0-1 0,-1 0 0,0 0 0,0 1 0,-1 0 0,1 0 0,-1 0 0,0 0 0,-2 0 0,-6 0 0,-2 1 0,-4 1 0,0 2 0,-2 0 0,-2 2 0,-1-2 0,1 1 0,-1-2 0</inkml:trace>
  <inkml:trace contextRef="#ctx0" brushRef="#br0" timeOffset="85014.27">17095 13426 5734,'-3'-8'0,"1"3"0,1-1 0,1 4 0,0 0 0,0 1 0,2 0 0,-1 1 0,1-3 0,-3 8 0,0-5 0,1 5 0,0-4 0,0-1 0,-1 2 0,0-1 0,-1 0 0,1-1 0,0-2 0,0 5 0,1-1 0,-1 3 0,2-3 0,0-1 0,-4 0 0,4 0 0,-4 0 0,1 1 0,2-1 0,-2 0 0,2 1 0,-1 5 0,0-6 0,0 4 0,0-6 0,0 3 0,1 0 0,1 1 0,1 1 0,-2-2 0,1 1 0,-2-2 0,-1 2 0,1-2 0,0 2 0,0-2 0,1 0 0,0 0 0,0 1 0,0 0 0,0-1 0,0 1 0,0-1 0,0 1 0,0-1 0,0 1 0,0 0 0,0 0 0,0 1 0,0 0 0,0-1 0,0 1 0,0 1 0,0-2 0,0 2 0,0-1 0,0 2 0,0 0 0,0 0 0,0-3 0,0 0 0,0 0 0,0 0 0,0 0 0,2-1 0,-1 0 0,0 0 0,-1 0 0,0 2 0,1 0 0,-1 2 0,1-1 0,-1 0 0,0 0 0,0 0 0,1-1 0,-1 0 0,0-1 0,0 0 0,0 0 0,0 1 0,1-1 0,0 0 0,0 0 0,0-1 0,-1 0 0,0 1 0,0 0 0,0 4 0,0-3 0,1 2 0,1 2 0,0-3 0,0 4 0,-2-5 0,1 2 0,0-1 0,2 8 0,-3-4 0,2 5 0,-2-8 0,0 0 0,1-1 0,-1 0 0,0 1 0,0 0 0,1 2 0,0-1 0,1 3 0,-1-2 0,2 1 0,-3-2 0,0 2 0,-1-2 0,0 3 0,1-1 0,0-1 0,0 3 0,0-3 0,-1 3 0,0-2 0,-1 3 0,3 0 0,-2-3 0,3 4 0,-2-5 0,1 9 0,0-9 0,0 7 0,-1-11 0,0 1 0,0 0 0,-1 0 0,1 1 0,0-1 0,0 2 0,-1 0 0,0 3 0,0-1 0,0 0 0,1-3 0,0-1 0,0 0 0,0 0 0,0 0 0,0 0 0,0-1 0,0 1 0,1 0 0,-1-1 0,0 1 0,0-1 0,0-1 0,0 0 0,0-1 0,0 2 0,0-2 0,0 2 0,0-1 0,0 1 0,0-1 0,0 2 0,-1 0 0,0 1 0,-1 0 0,3-2 0,0 1 0,0 0 0,0-1 0,0 1 0,-1 0 0,1 0 0,0 0 0,0-1 0,-2 6 0,1-5 0,-1 5 0,2-7 0,0 2 0,1 1 0,-1 0 0,1 1 0,-1-1 0,0 0 0,1 0 0,-1 0 0,0 0 0,-1 1 0,0-1 0,0 1 0,0-1 0,1-1 0,-1 1 0,1 0 0,0-2 0,-1 2 0,0-2 0,0 3 0,1-2 0,0 1 0,0-1 0,1 2 0,-1-2 0,0 1 0,1 7 0,0-5 0,1 5 0,-2-7 0,0 0 0,0 1 0,1-1 0,-1 1 0,0 0 0,0-1 0,-1-1 0,0-1 0,2 2 0,-2-2 0,2 2 0,-2-3 0,0 1 0,0 0 0,0-1 0,0 0 0,0 0 0,0-1 0,2 0 0,-2 0 0,3-1 0,-4 3 0,2-2 0,-4 0 0,5 1 0,-2-1 0,3 2 0,-3-2 0,0 0 0,2 0 0,-2 0 0,1 1 0,-2-1 0,1 1 0,-2-5 0,0 0 0,-1-3 0,2 1 0,-2 2 0,1-2 0,0 1 0,0-1 0,1 1 0,-1 0 0,1 1 0,-1 0 0,1 0 0,-1 0 0,0 0 0,0-1 0,-1 2 0,-3-12 0,3 7 0,-5-12 0,6 11 0,-1-2 0,2 3 0,-1-2 0,1 2 0,-2-2 0,1-8 0,1 9 0,-2-8 0,2 12 0,0 0 0,-1 1 0,1 0 0,0 2 0,1-1 0,0 1 0,-1 0 0,0-1 0,0 1 0,0 0 0,1 0 0,0-1 0,0 1 0,0-1 0,-3 2 0,1-2 0,-2 3 0,2-3 0,1 2 0,0 0 0,-1-1 0,1 0 0,0 0 0,-2 0 0,1-1 0,-5-1 0,4 1 0,-2-1 0,3 2 0,1-1 0,-1 0 0,0 1 0,0-1 0,0 2 0,1-1 0,-1 2 0,1-2 0,0 1 0,-2 0 0,2-1 0,0 1 0,2 4 0,0-1 0,2 5 0,0 1 0,0 0 0,3 6 0,-1-5 0,0 4 0,1 0 0,-2-3 0,1 2 0,1 0 0,1 2 0,-1-2 0,1 0 0,-3-6 0,0-1 0,0 1 0,-1 0 0,0-1 0,1 2 0,-3-3 0,2 0 0,-1-2 0,0 2 0,1-2 0,-1 1 0,0-3 0,-2-1 0,-3-3 0,1 1 0,-3-4 0,0-2 0,0 1 0,-2-3 0,2 2 0,0 0 0,-1-1 0,-5-12 0,3 8 0,-5-13 0,6 15 0,0-4 0,2 7 0,1 0 0,1 2 0,0 1 0,0 0 0,1 0 0,0 2 0,0-2 0,1 3 0,-2-1 0,3 3 0,1 3 0,2 2 0,2 4 0,-1-1 0,1 0 0,1 1 0,-1-1 0,1 1 0,4 4 0,-4-4 0,3 4 0,-3-5 0,0 0 0,0-1 0,1 3 0,-2-3 0,1 1 0,2 3 0,-5-5 0,4 2 0,-6-5 0,1-1 0,-1-1 0,0 0 0,0 1 0,-1-1 0,1 2 0,0 0 0,0-1 0,0 0 0,0-1 0,-1 1 0,0 0 0,0-1 0,1 1 0,-1-1 0,1 0 0,-2-5 0,1-2 0,0-2 0,1 0 0,0 2 0,1 0 0,0-1 0,0-1 0,1 0 0,6-14 0,-3 9 0,4-10 0,-5 13 0,-1 1 0,-1 2 0,1 1 0,-1 1 0,0 1 0,-1 0 0,0 1 0,-2 1 0,1 0 0,0 1 0,-5 5 0,3-2 0,-7 6 0,5-1 0,-4 6 0,3-1 0,-6 10 0,3-9 0,-2 5 0,2-5 0,2-2 0,-1 1 0,2-4 0,1 1 0,2-5 0,0 0 0,0-2 0,2-1 0,0-6 0,1-1 0,2-5 0,0 1 0,3-7 0,-2 3 0,2-5 0,-2 7 0,3-4 0,-3 4 0,2-2 0,-1 4 0,-2 3 0,0-1 0,-2 4 0,1 1 0,-2 0 0,0 0 0,-1 1 0,0 0 0,1 1 0,-8 18 0,4-10 0,-6 14 0,7-15 0,0-1 0,0-1 0,1-1 0,-1 0 0,1-1 0,0 0 0,0-1 0,0 1 0,3-8 0,0 1 0,4-11 0,0 4 0,1-4 0,-1 5 0,0-1 0,1 1 0,0-2 0,-2 4 0,0-1 0,-5 6 0,-1 2 0,-3 0 0,-3 3 0,-5 2 0,-12 8 0,5-1 0,-7 5 0,9-5 0</inkml:trace>
  <inkml:trace contextRef="#ctx0" brushRef="#br0" timeOffset="123269.27">15532 15219 5734,'2'2'0,"0"0"0,-1-2 0,1 0 0,-1-1 0,2 1 0,-2-1 0,1 1 0,0 0 0,1-2 0,-1 1 0,6 0 0,-4 1 0,9 4 0,-1-1 0,1 0 0,-2 0 0,2-1 0,-5-1 0,9 0 0,-8 0 0,4-1 0,-1 0 0,-4 0 0,4 0 0,-1 0 0,-2 0 0,6-1 0,-5 0 0,9-2 0,-5 2 0,19-3 0,-16 2 0,11-2 0,-17 3 0,4-1 0,-6 0 0,16-1 0,-14 2 0,12-2 0,-14 3 0,1 0 0,5 0 0,-4 0 0,3 1 0,-3 0 0,-1-1 0,1 1 0,1-1 0,5 0 0,-2 0 0,11 0 0,-10 0 0,6 0 0,-7 0 0,6 0 0,-5 0 0,4 0 0,-6 0 0,0 0 0,0 0 0,4 0 0,-3 1 0,13 1 0,-6 1 0,4-2 0,-5 2 0,-5-2 0,0-1 0,9-2 0,-6 1 0,7-1 0,-9 2 0,25-1 0,-21 2 0,18-1 0,-29 2 0,5 0 0,-4 0 0,3 0 0,-4 0 0,-1-1 0,1 1 0,5 1 0,-5 0 0,4-1 0,-6 1 0,4 0 0,-3-2 0,3 1 0,-4 0 0,0-1 0,-1 0 0,-1 0 0,4 1 0,-1-1 0,6 2 0,-4-2 0,5 0 0,-3-1 0,26-4 0,-16 3-514,19-3 514,-24 2 0,2 0 0,9 0 0,-6 0 0,9 0 0,-9 0 0,2 0 0,0 0 0,3-2 0,1 1 0,3-1 0,-4 1 0,0-1 0,0 2 0,-8 0 0,2-1 0,-10 2 0,-2-1 0,0 1 0,-3 0 0,-1 1 514,-3 0-514,-1-1 0,-1 1 0,-4-2 0,-3 1 0,-6-1 0,-1 0 0</inkml:trace>
  <inkml:trace contextRef="#ctx0" brushRef="#br0" timeOffset="202171.27">4711 5862 24575,'0'0'0</inkml:trace>
  <inkml:trace contextRef="#ctx0" brushRef="#br0" timeOffset="-169788.46">13465 15017 5734,'-3'0'0,"-2"1"0,5-2 0,-2 1 0,1 0 0,1 2 0,-1-1 0,3 1 0,-2-1 0,1-1 0,-2 2 0,0 0 0,1 0 0,1 0 0,1 3 0,-1-1 0,0 2 0,0 2 0,-1 1 0,0 0 0,1 0 0,0-2 0,0 1 0,0 2 0,-1-1 0,2 1 0,-2-4 0,2 1 0,-1 1 0,0-1 0,-1 0 0,1-3 0,0 0 0,1 0 0,-1 0 0,0 1 0,0 1 0,0-1 0,0 2 0,-1 0 0,1-1 0,0 2 0,-1 0 0,1 4 0,0-2 0,1 3 0,-1-4 0,0 1 0,0-1 0,1 1 0,-1 0 0,0 21 0,0-11 0,0 13 0,2-18 0,-2-6 0,2 1 0,-1 3 0,0-4 0,0 4 0,0-3 0,0 15 0,0-10 0,1 11 0,1-14 0,-2 1 0,0-1 0,0 6 0,-1-5 0,0 4 0,0-1 0,0-5 0,0 4 0,1-2 0,-1-2 0,1 3 0,-1-4 0,0 0 0,1 0 0,-1 4 0,1-2 0,0 3 0,-1-5 0,1 5 0,-1-3 0,1 2 0,-1-4 0,1 4 0,0-4 0,0 2 0,2 7 0,-3-11 0,2 8 0,-3-12 0,1 0 0,-1-1 0,1 1 0,-1-1 0,0 3 0,1-3 0,-1 3 0,0-3 0,3 4 0,-2-3 0,2 3 0,-3-4 0,0 1 0,1-2 0,-1 1 0,1 1 0,-1-2 0,1 0 0,-1-1 0,1 1 0,0-1 0,0-1 0,1 2 0,-1-2 0,0 0 0,-1 2 0,1-1 0,-2 3 0,2-3 0,-1 0 0,-2-4 0,1 3 0,-2-3 0,2 3 0,1-1 0,0-1 0,-2-1 0,0-1 0,-3 0 0,0 1 0,-1-4 0,-4 0 0,4 0 0,-3 0 0,5 5 0,-1-2 0,1 1 0,-1-2 0,1 1 0,1 1 0,-1-1 0,0 0 0,-1-1 0,-2-2 0,1 1 0,-1-2 0,0-1 0,1 1 0,-1-1 0,1 0 0,1 1 0,-1 0 0,0-1 0,-3-3 0,3 3 0,0-2 0,1 4 0,2 1 0,-1 1 0,2 0 0,-6-4 0,5 5 0,-4-3 0,6 6 0,0 1 0,6 1 0,-3 1 0,4 1 0,-4-2 0,0 0 0,1 1 0,1 0 0,7 6 0,-4-2 0,6 4 0,-8-5 0,0 0 0,0 0 0,1 0 0,-1 0 0,0 0 0,1 0 0,-1 0 0,3 2 0,2 5 0,0-1 0,0 2 0,-3-6 0,-2-2 0,0 0 0,-1 0 0,4 3 0,-2-2 0,2 1 0,-2-3 0,-3 2 0,0-1 0,-2 0 0,3 0 0,0-2 0,2 3 0,-3-4 0,1 1 0,-1-2 0,-1 1 0,1 0 0,-1 1 0,0-1 0,-1 0 0,0-1 0,0 1 0,0 0 0,0-1 0,1 1 0,-1 0 0,1 0 0,0 1 0,1 1 0,-1-2 0,0 1 0,-1-2 0,-1 0 0,0 1 0,0 0 0,0-8 0,-1 4 0,0-8 0,0 4 0,-1-2 0,1 0 0,-1-2 0,-1-2 0,1 1 0,0-3 0,2 1 0,0 0 0,0-1 0,2 1 0,1-5 0,-1 5 0,1-4 0,0 7 0,-2 2 0,1 1 0,0-2 0,0 4 0,1-1 0,-2 4 0,0 0 0,-2 0 0,-1 3 0,-1 0 0,-1 3 0,3-1 0,-1 2 0,0 5 0,-1-1 0,-1 3 0,-2 4 0,0-3 0,-1 4 0,1-5 0,-1 9 0,1-6 0,-1 6 0,1-6 0,-2 12 0,3-11 0,-1 7 0,4-14 0,0-2 0,1-1 0,0 0 0,1-3 0,5-7 0,2-8 0,3-3 0,1-4 0,-3 4 0,1-1 0,0-1 0,3-9 0,-3 6-207,3-5 207,-5 9 0,4-13 0,-5 15 0,3-10 0,-7 18 0,0 1 0,-1 1 0,0 1 0,1 1 0,-1 0 207,-2 7-207,-1 0 0,-2 7 0,-1 1 0,-1 1 0,1 3 0,-1 0 0,-4 8 0,3-7 0,-2 5 0,4-9 0,0 1 0,2-5 0,-2 3 0,3-6 0,0-2 0,1-3 0,0-3 0,1-2 0,0-3 0,0-1 0,2-5 0,-1 2 0,1-9 0,-1 10 0,0-3 0,-1 7 0,0 2 0,0 0 0,-1 0 0,0 2 0,-1-1 0,1 2 0,0-1 0,1 0 0</inkml:trace>
  <inkml:trace contextRef="#ctx0" brushRef="#br0" timeOffset="-156281.46">14056 15725 5734,'-1'4'0,"1"8"0,1-7 0,4 38 0,-3-26 0,1 15 0,0 0 0,-2-11 0,1 10 0,-1-1 0,-1-10 0,0 26 0,0-33 0,0 13 0,0-17 0,0 11 0,0-13 0,0 7 0,1-8 0,-1 1 0,1-2 0,-1-2 0,0 1 0,0-1 0,0-2 0,-1-7 0,-1-3 0,-1-5 0,-1 0 0,2 2 0</inkml:trace>
  <inkml:trace contextRef="#ctx0" brushRef="#br0" timeOffset="-155768.46">14049 15726 5734,'-2'3'0,"0"-1"0,2-1 0,0 1 0,3-2 0,-1 0 0,2 0 0,0 0 0,1 0 0,1 0 0,1 0 0,1 0 0,16 0 0,-11 0 0,12-1 0,-13 1 0,-4-1 0,2 1 0,-5 0 0,1 0 0,-1 0 0,-1 0 0,-1 0 0,-2 0 0,1 0 0,0 0 0,-1 0 0,1 1 0,-1 0 0,1 0 0</inkml:trace>
  <inkml:trace contextRef="#ctx0" brushRef="#br0" timeOffset="-155274.46">14096 15881 5734,'0'5'0,"0"-2"0,0-1 0,1-2 0,2 0 0,-2 0 0,2 0 0,-2 0 0,0 0 0,1 1 0,-1-1 0,2 1 0,-1-1 0,1 0 0,0 0 0,3 0 0,-3 0 0,3 0 0,-4 0 0,1 0 0,0 0 0,-1 0 0,1 0 0,-1 0 0,0 0 0,1 0 0,-2 0 0,1 0 0,-1 1 0,1-1 0,-1 1 0,1-1 0,0 0 0,-1-1 0,-1-1 0,-1-1 0</inkml:trace>
  <inkml:trace contextRef="#ctx0" brushRef="#br0" timeOffset="-154419.46">14416 15773 5734,'-1'3'0,"0"0"0,-1-5 0,1 4 0,-1-4 0,2 6 0,0-3 0,1 1 0,-1 1 0,-1-2 0,1 2 0,-1-1 0,1 2 0,-1 0 0,0 3 0,0-1 0,0 5 0,1 2 0,1 10 0,0-7 0,0 5 0,1-3 0,2 11 0,0-5 0,3 15 0,-3-20 0,2 8 0,2 10 0,-4-16 0,4 13 0,-6-23 0,1-1 0,-1-1 0,0-2 0,-1 0 0,0-1 0,0-1 0,1-1 0,-2-1 0,1 0 0,-1-1 0,0-1 0,-3-5 0,-2-2 0,-1-4 0,-1 0 0</inkml:trace>
  <inkml:trace contextRef="#ctx0" brushRef="#br0" timeOffset="-153906.46">14358 15766 5734,'-2'4'0,"1"-1"0,1-3 0,2 1 0,0-2 0,2 1 0,0-2 0,1 1 0,2 0 0,6-1 0,-2 1 0,5-2 0,-4 1 0,6-1 0,-5 0 0,3-1 0,-2 0 0,-4 2 0,6-1 0,-7 2 0,1-1 0,-3 1 0,-3-1 0,1 2 0,-1-1 0,-2 2 0,0-1 0,-1 3 0,-3 1 0,-3 3 0,-1-1 0,-3 1 0,1-2 0</inkml:trace>
  <inkml:trace contextRef="#ctx0" brushRef="#br0" timeOffset="-153515.46">14423 15930 5734,'7'-2'0,"0"1"0,-2 1 0,0 0 0,6-1 0,-3 0 0,3-1 0,-2 1 0,0-2 0,0 2 0,1-2 0,-1 0 0,3-1 0,-3 1 0,1-1 0,-5 2 0,3 0 0,-4 0 0,1 1 0,-3-1 0</inkml:trace>
  <inkml:trace contextRef="#ctx0" brushRef="#br0" timeOffset="-152850.46">14841 15765 5734,'0'5'0,"-1"-2"0,1-1 0,0 0 0,0 0 0,0 1 0,1 2 0,-1 0 0,0 2 0,0-1 0,0 1 0,1 15 0,0-9 0,1 12 0,0-11 0,0 0 0,1 12 0,0-7 0,0 9 0,1-2 0,-1-7 0,1 6 0,0-10 0,0-1 0,-2-1 0,2-1 0,-2-1 0,2 0 0,-2-2 0,1 4 0,0-5 0,-2 3 0,1-5 0,0 0 0,0-1 0,-1 0 0,0-2 0,-1-1 0,-1 0 0,-2-2 0,-1 0 0,-1-3 0,-1-3 0,1-1 0</inkml:trace>
  <inkml:trace contextRef="#ctx0" brushRef="#br0" timeOffset="-151976.46">14678 15735 5734,'2'4'0,"0"-1"0,0-1 0,-3-1 0,1 0 0,-2 1 0,-1-2 0,2 1 0,-2-1 0,1 0 0,1 0 0,5 1 0,-2-1 0,5 0 0,-2 0 0,5 0 0,-2-1 0,4 1 0,-2-1 0,1-1 0,1 1 0,0 0 0,2-1 0,7-2 0,-5 0 0,13-4 0,-13 4 0,6-3 0,-8 3 0,-1 0 0,-1 1 0,-1 0 0,0 1 0,-2 0 0,16-1 0,-13 1 0,11 0 0,-17 1 0,0-1 0,-2 1 0,2 0 0,-2 0 0,-1 1 0,0 0 0,-1-1 0,0 1 0,-1 0 0,-11 1 0,3 3 0,-10 1 0,6 3 0</inkml:trace>
  <inkml:trace contextRef="#ctx0" brushRef="#br0" timeOffset="-150879.46">14033 16403 5734,'6'2'0,"1"-1"0,2-4 0,3 0 0,4-3 0,14-4 0,-2 1-912,1 0 1,1-1 911,12-3 0,0 0 0,1 1 0,-15 4 0,1 1 0,5-1 0,3 0 0,-3 0 0,-1 2 0,0 0-970,11-2 0,0 1 970,-14 3 0,3 0 0,0 2 0,8-1 0,3 1 0,-2 0 0,-6 0-986,11-1 1,-1 0 985,0 1 0,6 0 0,0-1 0,-11 1 0,-11-1 0,-5 1 0,2-1 0,-1 0 0,0 0 0,-1-1 0,0 0 0,-1 0 0,20-4 0,-2-1 0,-6 1 0,-3 0 1306,4-2-1306,-13 3 974,11-3-974,-21 5 1144,3 0-1144,-11 3 1151,-2 1-1151,2-1 765,-3 1-765,0 0 394,-2 1-394,-3 3 0,-6 2 0,0 2 0,-6 2 0,2-1 0,0 0 0,0 0 0,0 0 0,2 0 0</inkml:trace>
  <inkml:trace contextRef="#ctx0" brushRef="#br0" timeOffset="-149809.46">13865 15561 5734,'6'6'0,"13"3"0,3-5-1785,14 1 1785,1-5 0,7-2 0,-8-1 0,10-2 0,2 0 0,-6 1-1592,4 0 0,1-1 1592,-3 1 0,8-2 0,-2 1 0,-7 1-324,-4 0 1,-4 0 323,1 1 0,1-1-59,-2 1 0,2-1 59,-5 1 0,1 0 0,-1 1 0,4-1 0,0 0 0,9-1 0,-2 1 0,-16 1 0,0 1 0,5-1 0,1 1 0,7 0 0,-2 1 0,-10 0 0,-1-1 0,2 2 0,-4 0 0,-12 0 1267,-3 0-1267,-2 2 816,-4-1-816,-9 6 1722,-4-1-1722,-7 3 0,-2-2 0,0-1 0</inkml:trace>
  <inkml:trace contextRef="#ctx0" brushRef="#br0" timeOffset="-134166.46">15635 15902 5734,'-1'5'0,"0"-1"0,1-3 0,1 0 0,1-1 0,1 0 0,0 0 0,5 0 0,-3 1 0,18 3 0,-10-2 0,12 2 0,2 0 0,-2 0 0,13-2 0,3 0 0,-2-2 0,-6-2 0,10-1 0,1 0 0,-7-1-513,-3 1 0,1 0 513,8-1 0,9-1 0,1 0 0,-10 1-617,-8 2 0,-2-1 617,9 0 0,4 0 0,-5-1 0,-10 2 0,1 0 0,9-3 0,9-1 0,0-1 0,-6 2-1322,-3-1 1,0 1 1321,-2 0 0,5-2 0,-1 1 0,-8 1 0,-6 0 0,-3 1-416,10-2 1,0 1 415,-10 1 0,-1 0 41,6 0 1,0 0-42,-6 1 0,-2 1 0,9-1 0,13 0 0,-24 2 676,6 0-676,-15 2 2608,5 1-2608,-8-1 1934,2 2-1934,-6-2 367,1 1-367,-3 0 66,0 0-66,-2 1 0,-1-2 0,-2 2 0,0-1 0,-4 3 0,1-1 0,-2 0 0,1-2 0,1-1 0,-6 1 0,3 0 0,-3-1 0,4 1 0,0-2 0,0 0 0</inkml:trace>
  <inkml:trace contextRef="#ctx0" brushRef="#br0" timeOffset="-133623.46">17304 15696 5734,'-6'0'0,"0"-1"0,1 1 0,-2-1 0,2 1 0,-2-2 0,2 2 0,0 0 0,0 0 0,-1 0 0,0 0 0,-2 0 0,1 0 0,-1 0 0,3 0 0,-1 0 0,3 0 0,-1 0 0,2 0 0,1 0 0,0 0 0,0 2 0,0-1 0,1 1 0,3-1 0,1 0 0,12 3 0,-5-2 0,8 3 0,-5-3 0,1 0 0,1-1 0,7 1 0,-5 0 0,5 2 0,-7-1 0,-2 0 0,0 1 0,3 1 0,-5-1 0,2 1 0,-6-1 0,0 2 0,-2 0 0,-2 1 0,-6 7 0,-2-3 0,-10 14 0,3-7-376,-7 5 376,3-5 0,-6 7 0,5-6 0,-4 5 0,2-3 0,-2 5 0,4-4 0,3 0 0,9-14 0,1-2 0,3-5 0,0-2 0</inkml:trace>
  <inkml:trace contextRef="#ctx0" brushRef="#br0" timeOffset="30779.54">22335 3830 5734,'5'-3'0,"-1"1"0,-3 1 0,1-1 0,-1 0 0,0-2 0,0 2 0,0-2 0,-1 3 0,2 4 0,1 31 0,-1-13 0,1 11 0,-1 1 0,-1-6 0,1 11 0,0 0 0,0-12-220,-1 0 1,1-2 219,-1-13 0,0 2 0,0-3 0,1 4 0,-1-8 0,2 3 0,-1-8 439,0-1-439,-1-2 0,-1-1 0,1-1 0,0-1 0</inkml:trace>
  <inkml:trace contextRef="#ctx0" brushRef="#br0" timeOffset="32386.54">22716 3883 5734,'0'17'0,"0"1"0,0 9 0,1-6 0,1 14 0,0-15 0,1 13 0,-1-15 0,2 12 0,-3-13 0,1 4 0,-1-8 0,2 12 0,-2-10 0,2 7 0,-2-12 0,0-1 0,0-3 0,0 0 0,1-2 0,-1 0 0,0-3 0,-2-10 0,0 2 0,-2-8 0,1 3 0,-1-1 0,0-2 0,-4-12 0,2 5-435,-2-8 435,4 7 0,0-9 0,2 8 0,0-15 0,4-3 0,0 12-254,2-5 254,-1 24 0,1 1 0,1 1 0,1 2 424,2 1-424,0 0 0,0 2 0,1 0 265,1 2-265,11 10 0,-10-3 0,8 7 0,-13-4 0,-2 0 0,-1 1 0,0 0 0,-3 1 0,-1 0 0,-5 7 0,-1-4 0,-9 10 0,3-11 0,-6 5 0,5-6 0,-1-1 0,1-2 0,1 0 0,2-2 0,0-1 0,3-1 0,0-1 0,3-1 0,-3-1 0,5-1 0,-2-1 0,5-1 0,0-2 0</inkml:trace>
  <inkml:trace contextRef="#ctx0" brushRef="#br0" timeOffset="33012.54">23015 3949 5734,'5'-11'0,"0"1"0,-1 0 0,-1 1 0,-2 0 0,-1 1 0,-1 1 0,0 1 0,-1 0 0,0 2 0,-2 0 0,-5 4 0,2 2 0,-4 6 0,5 0 0,0 4 0,0 1 0,1 2 0,-3 8 0,4-4 0,0 5 0,3-9 0,2 0 0,7 10 0,-2-13 0,6 7 0,-3-15 0,0-5 0,2-2 0,1-4 0,1-1 0,-1-1 0,0 0 0,0-2 0,-1 0 0,-1-1 0,0 0 0,-1 0 0,-1 0 0,1-2 0,-4 4 0,1-1 0,-5 5 0,1 0 0,-1 3 0,0-1 0,-1 4 0,-1 4 0,1 1 0,-1 3 0,2 1 0,-1 0 0,4 17 0,-2-13 0,0 10 0,-2-18 0,0-1 0,0-1 0,0-1 0,1-1 0,0-6 0,1-12 0,0 4 0,1-7 0,-2 10 0,0 2 0,1-4 0,0 4 0,1-1 0,1 1 0,0 3 0,3-2 0,2 3 0,-2 2 0,2-1 0,-3 2 0,0 1 0,0 1 0,0 0 0,-2 2 0,0 0 0,-1 2 0,0 0 0,1 0 0,0 0 0</inkml:trace>
  <inkml:trace contextRef="#ctx0" brushRef="#br0" timeOffset="34050.54">23314 3915 5734,'-7'12'0,"3"-4"0,-2 13 0,5-9 0,1 5 0,1-4 0,0 1 0,1 5 0,0 1 0,1 8 0,0-6 0,1-4 0,-1-7 0,-1-6 0,0-2 0,0 0 0,-1-1 0,0-1 0,-3-4 0,-2-1 0,-3-6 0,0 0 0,0-3 0,0-1 0</inkml:trace>
  <inkml:trace contextRef="#ctx0" brushRef="#br0" timeOffset="34198.54">23288 3728 5734,'7'-4'0,"-4"1"0,4 2 0,-4 1 0,2 1 0,-1 2 0</inkml:trace>
  <inkml:trace contextRef="#ctx0" brushRef="#br0" timeOffset="34659.54">23467 4011 5734,'-8'2'0,"2"1"0,0 1 0,1 1 0,-4 6 0,2-2 0,-2 3 0,1 4 0,4-4 0,0 4 0,2-5 0,-1 4 0,2-4 0,-2 2 0,4-6 0,0-1 0,1-1 0,0-1 0,2 0 0,0-2 0,1-2 0,1-2 0,15-12 0,-9 3 0,10-10 0,-13 8 0,-1-2 0,-1 0 0,-1 1 0,-1-5 0,-2 6 0,-1-3 0,-2 8 0,0-1 0,0 2 0,0 1 0,-1 3 0,0 2 0,-1 1 0,0 2 0,1 2 0,1 0 0,1 1 0,2 0 0</inkml:trace>
  <inkml:trace contextRef="#ctx0" brushRef="#br0" timeOffset="35230.54">23613 4053 5734,'-10'4'0,"-12"13"0,10-6 0,-7 8 0,13-9 0,3-3 0,2-1 0,1 0 0,1-1 0,0-1 0,1-1 0,14-10 0,-7 1 0,10-9 0,-11 3 0,0-12 0,-2 4-413,1-10 413,-4 8 0,1-2 0,-2 0 0,1 0 0,-1 0 0,-1 2 0,-1 0 0,0 2-12,-1 2 12,0 2 0,-1 2 0,0 2 0,1 3 0,-1 2 412,1 1-412,0 2 13,-1 2-13,1 2 0,-2 9 0,0 2 0,1 7 0,1 0 0,4 22 0,2 3 0,1-3-590,-1-9 1,1 5 0,0-6 589,3-5 0,4 6 0,-2-13 0,6 1 0,-3-6 0,6-1 0,-6-8 0,22-15 0,-17 2-335,16-11 335,-23 6 0,0-2 0,0-7 0,-3 5 0,-1-5 0,-5 8 0,-2 2 1698,-1 1-1698,-2 3 0,-1 1 0,0 2 405,-2 2-405,-1 3 0,-1 2 0,-2 4 0,1 1 0,-3 12 0,4-2 0,0 8 0,7-5-223,2 1 223,3 1 0,2 0 0,1-1 0,1-1 0,0-2 0,1-3 0,3-1 0,-2-6 0,0-3 0,-3-10 0,-2-3 0</inkml:trace>
  <inkml:trace contextRef="#ctx0" brushRef="#br0" timeOffset="35704.54">22316 4367 5734,'38'2'0,"-1"0"0,-6-1 0,0 0 0,13 0 0,4-1-1093,-13 0 1,2-1 0,-2 1-100,8 0 0,0-1 1192,-5 1 0,2 0 0,-2-1-37,4 1 1,-2-1 36,1 1 0,1 0 0,-1-1 0,0 0 0,0 1 0,-2-1 0,-2 1 0,3-2 0,-1 1 0,6-2 0,0 0 0,-6 1 0,3-1 0,-2 0 0,-4 0 0,5 0 0,-2 0 0,-7-1 0,8-2 0</inkml:trace>
  <inkml:trace contextRef="#ctx0" brushRef="#br0" timeOffset="36488.54">22276 3577 5734,'40'9'0,"-11"-5"0,0 1 0,3-1-2999,13-1 2999,-19-2 0,1-1-611,2 1 1,2-1 610,1 0 0,0 0-404,3 1 1,1-1 403,-1 0 0,4 1 0,-3-1 0,4 1 0,-2 0 0,7-1 0,-1 1 0,-7 0 0,2 0 0,3 0 0,3 0 0,4 0 0,0 0 0,-6 0-236,-7 0 0,-4 0 1,4 0 235,7 0 0,5 1 0,-1-1 0,-7 0 0,-5-1 0,-3 0 0,12 0 0,-2 0 0,-10-1 0,-2 0 0,7 0 0,-1 0 0,4-1 0,-5 1 404,-5-1-404,-6 0 2433,-5 1-2433,-1-1 825,-7 2-825,-1-3 1456,-7 2-1456,-1-3 0,-2 0 0,-1-1 0</inkml:trace>
  <inkml:trace contextRef="#ctx0" brushRef="#br0" timeOffset="63248.54">1557 5497 5734,'3'0'0,"0"0"0,-3 0 0,1-3 0,-1 2 0,0-2 0,0 2 0,-1-1 0,0 0 0,0 0 0,1 1 0,0-2 0,0 0 0,0-1 0,0 1 0,0 0 0,0-2 0,0 3 0,0-1 0,0 1 0,0 0 0,0-2 0,0 2 0,1-1 0,-1-2 0,1 2 0,-1-5 0,0 4 0,-1-4 0,0 5 0,0-2 0,-1 1 0,2 1 0,-1-2 0,1 1 0,-1-1 0,0 0 0,-3-4 0,2 3 0,-2-3 0,2 2 0,-1-3 0,0 1 0,-1-6 0,2 4 0,-2-2 0,1 2 0,-2-7 0,1 5 0,-7-29 0,7 24 0,-6-19 0,7 19 0,0 3 0,0-4 0,1 5 0,0 0 0,-1-1 0,1 0 0,0-1 0,0-16 0,0 12-256,0-12 256,1 16 0,1 0 0,0-1 0,-1 1 0,0-9 0,0 6 0,-1-7 0,1 8 0,-1-1 0,0 0 0,-1-1-226,0 0 226,0-1 0,-1-1 0,1 0 0,-3-10 0,2 7 0,-3-18 0,3 19 250,-1-8-250,1 11 0,0 0-206,1 0 206,0 1 0,0 1 0,-2-11 0,0-1 0,0 1-418,0-1 1,0 1 417,3 11 0,1 0 116,-1 0-116,1 1 0,0 1 0,-1 1 0,2 1 192,0-4-192,0 6 0,0-17 0,0 17 0,-1-10 863,0 8-863,1 4 102,0-3-102,0 4 0,0 0 0,0 0 0,0 0 0,0-4 0,0 2 0,0-2 0,1 4 0,0-1 0,1 1 0,-2-2 0,2 1 0,-2 0 0,1 0 0,0-3 0,0 3 0,0-2 0,-1 5 0,0 0 0,1 0 0,0 1 0,0-1 0,-1-3 0,0 0 0,0 0 0,0-2 0,0 7 0,0-2 0,0 3 0,0 2 0,0-1 0,0 2 0,0-1 0,0 2 0,0-1 0,0 1 0,0-1 0,0 0 0,0 1 0,0-1 0,0 0 0,-1 0 0,0 1 0,2 0 0,1 0 0,1-1 0,0 1 0,-1-1 0,1 1 0,0 0 0,0 0 0,1-1 0,0 1 0,1 0 0,0 0 0,0 0 0,8-1 0,0 0 0,6 0 0,-3-1 0,-2 1 0,1 0 0,2-1 0,-1 2 0,2-1 0,0 0 0,0 2 0,1-1 0,0 1 0,1 1 0,0-1 0,22 3 0,-13 0-772,16 0 772,-20 0 0,1-1 0,0-1 0,0 1-427,0-1 427,-2 0 0,0 1 0,10 0 0,-9 0 0,7 0 0,-10-1 0,-1 0-208,1 0 208,-2-1 0,0 0 0,9 0 0,-9 0 0,13 0 0,-14 0 0,4-1 0,-8 1 0,26 3 0,-21-2 0,20 2 0,-27-2 0,1 0 0,-1 0 0,0 0 719,5 1-719,-5 0 452,3 0-452,-6-1 236,10 3-236,-9-3 0,7 4 0,-11-3 0,0 1 0,2-1 0,-1 0 0,1 0 0,-4-1 0,-1 0 0,0 0 0,-1 0 0,0 0 0,0-1 0,-2 1 0,2-1 0,-2 0 0,0 1 0,0-1 0,0 2 0,-1-1 0,0 1 0,-2-1 0,2 1 0,0-1 0,0 2 0,0-2 0,0 1 0,-2-1 0,1 1 0,-1 1 0,1 2 0,0 0 0,-1 0 0,1 1 0,0 1 0,-1 1 0,1 0 0,-1 2 0,1 4 0,0-2 0,0 4 0,1-5 0,-1 20 0,0-15 0,-1 16 0,2-21 0,0 0 0,0 0 0,0 1 0,1 4 0,-1-4 0,1 4 0,0-1 0,3 12 0,-2-7 0,1 6 0,-2-15 0,0 0 0,0 0 0,-1-1 0,1 0 0,-1 0 0,1 0 0,0-1 0,-1 1 0,1-2 0,-1 2 0,1-1 0,0 1 0,0 4 0,1-3 0,-1 8 0,0-8 0,-1 4 0,0-4 0,0 6 0,0-5 0,1 5 0,0-1 0,-1-3 0,1 4 0,-1-5 0,0 11 0,0-8 0,0 15 0,0-14 0,2 5 0,-1-7 0,0 0 0,-1-1 0,0 4 0,0-4 0,0 3 0,0-6 0,1 4 0,-1 7 0,0-7 0,0 5 0,0-11 0,0-1 0,0 0 0,0 1 0,0-1 0,0 1 0,1 3 0,-1-2 0,1 3 0,-1-3 0,0 0 0,0 0 0,0-1 0,0 1 0,-1 5 0,1-4 0,-1 5 0,1-4 0,-1 5 0,1-3 0,1 33 0,0-26-266,0 21 266,0-28 0,1 5 0,-1-4 0,1 4 0,-1 0 0,-1-4 0,0 4 0,2 7 0,-1-10 0,1 10 266,-1-14-266,-1 0 0,1 3 0,0-3 0,0 2 0,-1-4 0,2 1 0,-2 0 0,1 4 0,-1-2 0,0 3 0,1-3 0,0 0 0,0 0 0,0 1 0,0-2 0,-1 6 0,0-4 0,1 7 0,0-8 0,0 2 0,-1-4 0,1 0 0,0 0 0,-1 0 0,2-1 0,-1 13 0,0-12 0,-1 9 0,0-16 0,0 0 0,0 0 0,0-1 0,0 2 0,0 0 0,0-1 0,0 3 0,0-4 0,-1 1 0,-2-5 0,-9-2 0,-1-3 0,-8-3 0,0-4 0,-1-2 0</inkml:trace>
  <inkml:trace contextRef="#ctx0" brushRef="#br0" timeOffset="64358.54">1389 3152 5734,'4'-6'0,"4"-6"0,7-10 0,-2 2 0,3-4 0,-9 11 0,0 1 0,-1 2 0,1-5 0,-2 5 0,2-4 0,-5 8 0,1-1 0,-2 4 0,1 1 0,0 4 0,0 3 0,1 6 0,2 13 0,0-2-662,2 11 662,-1-6 0,2 14 0,0-10 0,2 7 0,1 0 0,-2-6-376,0-3 0,-1-2 376,-2-13 0,-2-3 0,1-2 610,-3-2-610,2-1 0,-2-4 0,0-1 804,0-4-804,-2-10 0,2 0 0,0-8 0</inkml:trace>
  <inkml:trace contextRef="#ctx0" brushRef="#br0" timeOffset="65026.54">1900 2986 5734,'6'8'0,"-1"0"0,1 3 0,-1 0 0,1 11 0,-1-4-305,1 8 305,-2-6 75,1 11-75,1 4 0,-1-7 0,-1 1 0,3 10-830,1 4 830,-3-23 0,0-2 0,-1-1 0,1-4 210,-2-1-210,0-3 0,-1-1 0,-1-2 850,-1-4-850,-3-8 0,-1-2 0,-4-5 0,1 2 0,-1-5 0,1 0 0</inkml:trace>
  <inkml:trace contextRef="#ctx0" brushRef="#br0" timeOffset="65445.54">1756 3022 5734,'-1'4'0,"0"0"0,1-3 0,0 1 0,0-1 0,0 1 0,2-2 0,-1 1 0,2 0 0,-1 1 0,2-1 0,2 0 0,1 0 0,13 0 0,-2-3-505,11-1 505,-3-2 0,2 0 0,2-2 0,-1 0 0,7-2 0,-5 1 0,13-2-706,3-2 0,-4 1 706,-24 6 0,-2 1 0,-2 0 0,2 0 431,-6 1-431,1-1 0,-6 1 0,1 0 1486,-6-1-1486,-1 2 0,-6-2 0,-3 5 0,-3 0 0,-2-1 0</inkml:trace>
  <inkml:trace contextRef="#ctx0" brushRef="#br0" timeOffset="72285.54">1572 5720 5734,'5'0'0,"-1"0"0,1 5 0,-2-2 0,9 7 0,-5-6 0,6 4 0,6 3 0,5 0 0,1 3 0,-6-5 0,-10-3 0,1-2 0,-5-2 0,10 3 0,-10-4 0,5 2 0,-7-2 0,3 0 0,-2-1 0,6-1 0,-5 0 0,6-3 0,-5 2 0,7-5 0,-7 3 0,9-5 0,-4 2 0,6-4 0,-6 3 0,5-1 0,-9 5 0,5-1 0,-6 3 0,1 1 0,3 1 0,-3 0 0,5 2 0,-3 1 0,0 0 0,7 3 0,-4 0 0,4 1 0,-5-2 0,5 4 0,-3-1 0,7 7 0,-8-6 0,2 5 0,-5-4 0,5 10 0,-6-7 0,7 21 0,-11-23 0,1 10 0,-4-17 0,-1-1 0,-1-1 0,0 0 0,0-1 0,-1-1 0,-1-1 0,0-1 0,-5-8 0,-2-7 0,-1 0 0,1-4 0,4 8 0,2 0 0,-1 0 0,2-2 0,0 4 0,1-1 0,1 6 0,3-2 0,0 3 0,2-1 0,1 2 0,2 1 0,2 1 0,7 0 0,-2 2 0,6 0 0,5 4 0,18 2 0,4 0-207,-23-3 0,0-1 207,2-3 0,-1 0-751,4-2 751,10-3 0,-15 0 0,0-1-274,-3-1 274,-1 0 0,-1-1 0,7-7 0,-11 6 0,5-6 0,-13 2 0,-3 4 370,-1-8-370,-3 9 759,0-2-759,-2 4 310,0 0-310,-1 1 0,-2 1 0,-3 5 0,-1 0 0,-3 3 0</inkml:trace>
  <inkml:trace contextRef="#ctx0" brushRef="#br0" timeOffset="78178.54">1066 7646 5734,'-5'3'0,"0"0"0,-9 0 0,5-2 0,-26 5 0,17-3 0,-15 3 0,-12-1 0,19-2 0,-9 0 0,-2 0 0,-2 0 0,7 0 0,0-1 0,-2 2 0,-6-1 0,28-1 0,-17-4 0,20 1 0,-7-3 0,12 2 0,0 1 0,1 0 0,1 0 0,-3 1 0,2 0 0,-6 0 0,4 0 0,-5 0 0,6 0 0,-2-1 0,3 1 0,0-3 0,2 2 0,1 0 0,4 1 0,2 1 0</inkml:trace>
  <inkml:trace contextRef="#ctx0" brushRef="#br0" timeOffset="78649.54">631 7552 5734,'-3'4'0,"1"-2"0,2 0 0,0-1 0,0 1 0,-1 0 0,0 0 0,-3 3 0,0 1 0,-4 3 0,1-1 0,-15 23 0,11-15-268,-11 16 268,15-20 0,1 1 0,1-1 0,1 1 0,1-1 0,0 6 0,2-4 0,2 4 268,2-6-268,10 14 0,-5-13 0,8 11 0,-1-13 0,-3-3 0,5 0 0,-3-4 0,10-2 0,-5-2 0,6-1 0,-8-1 0,12-5 0,-6-1 0,10-3 0</inkml:trace>
  <inkml:trace contextRef="#ctx0" brushRef="#br0" timeOffset="80022.54">5309 7921 5734,'2'3'0,"1"-1"0,-2-2 0,1-1 0,2 0 0,4-1 0,9-5 0,-2 1 0,5-2 0,-7 3 0,8-2 0,-3 1 0,5-1 0,-4 2 0,0 1 0,1-1 0,0 2 0,2 0 0,10 0 0,-6 1-588,8-1 588,-9 3 0,1-1 0,0 0 0,1-1 0,0 0 0,1-1 0,1-1 0,0-1 0,2 0 0,-3-2 0,0 1 0,-3 0-330,-2 1 330,-3 0 0,9-1 0,-8 2 0,0-1 0,-11 3 0,-7 1 568,-1 0-568,1 0 350,-1 0-350,-1 0 0,0 0 0,-1 0 0,-1-1 0,-3-1 0,-1 0 0,-3-1 0,0 0 0,-2 0 0,-6-1 0,3 1 0,-5-2 0,5 1 0,-1 0 0,1 0 0,1-1 0,0-1 0,-3-3 0,-2-1 0,3 1 0,-1-1 0,8 5 0,0 0 0,4 3 0,1 1 0,0 0 0,2 1 0,5 4 0,3 1 0,3 3 0,20 15 0,-18-10 0,13 11 0,-20-12 0,0-2 0,0 7 0,-3-4 0,0 5 0,-3-5 0,0 0 0,-3-1 0,0 5 0,-11 4 0,4-7 0,-9 0 0,7-12 0,-1-2 0</inkml:trace>
  <inkml:trace contextRef="#ctx0" brushRef="#br0" timeOffset="88836.54">345 8678 5734,'3'3'0,"0"-1"0,0-2 0,0 0 0,1 0 0,6 0 0,-4 1 0,12-1 0,-10 1 0,6-1 0,5 0 0,-9-1 0,17-1 0,-18 1 0,5-1 0,-5-1 0,-4 1 0,5-2 0,-7 2 0,3 0 0,-5 1 0,2 1 0,-2 0 0,2-1 0,-1 0 0</inkml:trace>
  <inkml:trace contextRef="#ctx0" brushRef="#br0" timeOffset="89690.54">675 8786 5734,'-4'-3'0,"1"0"0,1 0 0,1-4 0,-1 1 0,0-3 0,-1 2 0,2-5 0,-2 3 0,2-3 0,-1 3 0,1 0 0,1 0 0,-1 1 0,1 0 0,1-3 0,0 3 0,2-6 0,0 6 0,2-3 0,-2 4 0,9-4 0,-6 7 0,7-2 0,-9 8 0,1 2 0,1 1 0,1 1 0,3 5 0,-2-1 0,2 2 0,-4-3 0,2 0 0,6 9 0,-5-8 0,4 6 0,-7-12 0,-2-2 0,4-1 0,-1-3 0,2-2 0,-1-3 0,0-1 0,1-2 0,-1-1 0,0-1 0,-2 0 0,0 0 0,0-3 0,-2 4 0,1-2 0,-3 6 0,2-2 0,-1 2 0,-1-1 0,-1 3 0,-1-1 0,2 1 0,2-1 0,3 1 0</inkml:trace>
  <inkml:trace contextRef="#ctx0" brushRef="#br0" timeOffset="90642.54">5310 8523 5734,'0'6'0,"0"0"0,1-1 0,0 1 0,6 30 0,-4-19 0,4 22 0,-5-25 0,1 0 0,-1 0 0,1-1 0,0 1 0,-1-1 0,2-1 0,0-1 0,3 8 0,-3-10 0,1 4 0,-5-12 0,1-2 0,-2-1 0,-2-2 0,0-1 0,-4-1 0,1-2 0,-1-1 0,1 0 0</inkml:trace>
  <inkml:trace contextRef="#ctx0" brushRef="#br0" timeOffset="90862.54">5223 8666 5734,'15'2'0,"-5"-1"0,8 0 0,-6-2 0,0 1 0,2-2 0,1 1 0,-2 0 0,1-1 0,4-1 0,-4 1 0,4-1 0,-8 1 0,2-1 0,-5 2 0,4-1 0,-3 0 0</inkml:trace>
  <inkml:trace contextRef="#ctx0" brushRef="#br0" timeOffset="91464.54">5522 8760 5734,'-2'-8'0,"1"0"0,1 2 0,2-4 0,1 3 0,13-21 0,-7 16 0,11-13 0,-12 17 0,-1 0 0,3 0 0,-3 2 0,2 0 0,-3 2 0,-1 1 0,0 2 0,0-1 0,0 2 0,0 0 0,-1 2 0,0 0 0,1 2 0,0 1 0,0 1 0,3 5 0,-1-2 0,2 3 0,-3-3 0,0 0 0,0 0 0,0 0 0,1-1 0,3 2 0,1-3 0,1-2 0,15-11 0,-13-1 0,10-9 0,-15 3 0,-2-1 0,2-10 0,-4 3 0,0-6 0,-4-1 0,-1 7 0,-2-4 0,-4-3 0,2 14 0,-3-9 0,0 17 0,1 1 0,-3 0 0</inkml:trace>
  <inkml:trace contextRef="#ctx0" brushRef="#br0" timeOffset="158306.53">21079 7538 5734,'12'10'0,"-2"-1"0,-5-5 0,1 0 0,-1 0 0,0 0 0</inkml:trace>
  <inkml:trace contextRef="#ctx0" brushRef="#br0" timeOffset="171566.53">21536 1971 5734,'2'4'0,"0"0"0,11-4 0,-5-2 0,14-8 0,2-3 0,-4 0 0,0 0 0,1-3 0,6-20 0,-13 16 0,-4-6 0,-5 0 0,-7 10 0,-23-16 0,10 27 0,-17 9 0,-1 4 0,9 4 0,-2 1 0,1 3 0,3 22 0,9-12 0,7 20 0,4 2 0,6-14-538,2 4 0,3-5 538,6-18 0,2-2-189,1-4 189,2-2 0,19-8 0,-13-3 0,1-5 0,-1-4 0,-5-1 0,-1-2 0,-2-1 0,-6 4 0,4-9 0,-11 15 0,0-2 0</inkml:trace>
  <inkml:trace contextRef="#ctx0" brushRef="#br0" timeOffset="171926.53">21800 1512 5734,'-9'-5'0,"1"0"0,6 3 0,1 0 0,1 2 0,3-1 0,0 1 0,3 0 0,1 0 0,1 0 0,2 0 0,1 0 0,7 0 0,-5 1 0,3 2 0,-8 1 0,1 0 0,-1 1 0,0-1 0</inkml:trace>
  <inkml:trace contextRef="#ctx0" brushRef="#br0" timeOffset="172246.53">22068 1416 5734,'0'-4'0,"1"0"0,0 2 0,1 3 0,1 3 0,1 2 0,1 3 0,1 0 0,1 10 0,-1-2-288,1 8 288,-3-4 0,-2 14 0,-1-7-693,-2 10 693,0-11 0,-3 11 0,0-11 0,-1 7 0,-1-13-154,0-1 154,0-3 0,0-2 0,-19 3 0,14-12 0,-15 2 0,19-12 0,-1-1 264,1-1-264,-1-2 0,4-3 0,0-2 0</inkml:trace>
  <inkml:trace contextRef="#ctx0" brushRef="#br0" timeOffset="172426.53">22080 1312 5734,'0'-11'0,"0"1"0,0 4 0,2-3 0,0 3 0,1-2 0,1 3 0,0 2 0,2-1 0,-2 2 0,0 0 0,-1 3 0,0 0 0,0 1 0,0 1 0</inkml:trace>
  <inkml:trace contextRef="#ctx0" brushRef="#br0" timeOffset="174096.53">22209 1675 5734,'6'-2'0,"-2"1"0,0 0 0,0 1 0,2 0 0,-2 1 0,2 0 0,-3 0 0,-2-2 0,2 0 0,-1-1 0,0 1 0,-1 0 0,1 1 0,-3 3 0,2 0 0,-3 0 0,2 0 0,-1-2 0,-2 3 0,2-1 0,-2 0 0,2-2 0,0 0 0</inkml:trace>
  <inkml:trace contextRef="#ctx0" brushRef="#br0" timeOffset="174386.54">22354 1750 5734,'4'-5'0,"0"1"0,-1 1 0,0 1 0,1-1 0,1 1 0,-1-1 0,2 1 0,-3-1 0,4 0 0,-3 0 0,3 0 0,-4 2 0,0 0 0,-2 0 0,1 0 0,1 0 0,-1 1 0</inkml:trace>
  <inkml:trace contextRef="#ctx0" brushRef="#br0" timeOffset="174566.53">22477 1730 5734,'4'-3'0,"1"-1"0,-1 2 0,-1 0 0,1 1 0,-1 0 0,0-1 0,0 0 0</inkml:trace>
  <inkml:trace contextRef="#ctx0" brushRef="#br0" timeOffset="174736.53">22645 1716 5734,'4'-6'0,"-1"2"0,-1 3 0,0 0 0,1-1 0,0 0 0</inkml:trace>
  <inkml:trace contextRef="#ctx0" brushRef="#br0" timeOffset="208416.54">22469 1437 5734,'1'-6'0,"-1"0"0,0 4 0,0 0 0,0 1 0,0-1 0,0 0 0,0 0 0,0-1 0,-3 4 0,3 0 0,-4 1 0,3-1 0,0 0 0,4-3 0,-1 2 0,4-2 0,-4 1 0,3 0 0,-1-1 0,9-4 0,-7 3 0,7-4 0,-9 6 0,0 0 0,2 2 0,-2 0 0,1 1 0,-1-1 0,0 0 0,-1 0 0,2 1 0,3 0 0,-3-1 0,4 2 0,-6-2 0,1 1 0,-1-1 0,0 0 0,1 2 0,-3 0 0,2 1 0,-2 0 0,0 2 0,0 1 0,0 1 0,-2 3 0,0 0 0,0 2 0,0 1 0,0 1 0,-1 0 0,-1 5 0,0-5 0,-2 9 0,2-10 0,-1 1 0,1-6 0,-3 2 0,2-3 0,-12 9 0,8-10 0,-8 4 0,10-9 0,-1 0 0,1-2 0,0 1 0,0 0 0,0 0 0,0 0 0,1 0 0,-3 0 0,0 3 0,3-2 0,-1 1 0,5-1 0,0 1 0,0 0 0,0 1 0,3 1 0,-1-2 0,1 0 0,1 0 0,1-1 0,1 1 0,1-1 0,2-1 0,0 1 0,6-1 0,-4 1 0,5-1 0,-5 0 0,6 1 0,-4 0 0,4-1 0,-6-1 0,3 0 0,-3 0 0,6-1 0,-8 1 0,2-2 0,-4 2 0,3 0 0,-4 0 0,1 0 0,-6-1 0,0 0 0,-3 2 0,0 1 0,-1 0 0,1 0 0,2-1 0,1 0 0</inkml:trace>
  <inkml:trace contextRef="#ctx0" brushRef="#br0" timeOffset="208886.54">22816 1417 5734,'-4'20'0,"1"-1"0,2-6 0,-1 3 0,1 1 0,-1 10 0,0-6-227,0 6 227,2-9 0,-1 6 0,2-6 0,1 16 0,1-19 0,0 6 0,-2-16 0,0-2 0,0 0 0,-1-1 0,-1-2 0,-1 0 227,-1 0-227,-1-2 0,0-2 0,-1-2 0,-1-3 0,2-3 0,-1-1 0</inkml:trace>
  <inkml:trace contextRef="#ctx0" brushRef="#br0" timeOffset="209306.54">22727 1447 5734,'20'-3'0,"-2"0"0,-1 1 0,-4 1 0,5 0 0,-6 2 0,2 0 0,-2 1 0,1 2 0,-2-1 0,3 3 0,-6-3 0,3 2 0,-7-2 0,2-1 0,-3-1 0,0-1 0,-3-1 0,0-1 0,0 0 0,0 1 0,0 7 0,0-2 0,1 11 0,0-4 0,0 5 0,3 17 0,1-9 0,1 11 0,-1-16 0,-2-7 0,2 2 0,-2-4 0,1 1 0,-1-5 0,0-2 0,0 3 0,-2-2 0,-1 0 0,0-2 0,0-2 0,1-1 0</inkml:trace>
  <inkml:trace contextRef="#ctx0" brushRef="#br0" timeOffset="211286.54">23180 1306 5734,'-2'-4'0,"1"0"0,-1 3 0,0 0 0,0 1 0,1 0 0,-7 2 0,4-1 0,-4 1 0,5-1 0,-1 0 0,-1 2 0,1-1 0,-2 1 0,2 0 0,1-1 0,-3 4 0,2-3 0,-2 3 0,4-3 0,-2 0 0,2 0 0,0-1 0,0 1 0,0 0 0,0-1 0,0 1 0,1-1 0,-1 1 0,0 1 0,1-1 0,-1 0 0,1 0 0,-1 1 0,0 4 0,0-2 0,1 1 0,0-2 0,1 1 0,0-1 0,-1 3 0,0-3 0,-2 1 0,3-2 0,-1 10 0,0-6 0,1 6 0,0-9 0,0 0 0,0 5 0,0-2 0,0 4 0,1-3 0,0-1 0,1 2 0,1 12 0,-2-8 0,3 9 0,-3-12 0,1-1 0,2 7 0,-1-5 0,1 9 0,-1-7 0,1 2 0,-1-3 0,0-1 0,-1 1 0,1-1 0,0 0 0,-1 1 0,1 4 0,-1-3 0,0 4 0,0-6 0,-1 6 0,1-5 0,-1 4 0,-1-6 0,2 5 0,-2-4 0,1 6 0,-1-9 0,-1 2 0,-1-2 0,0-2 0,1 1 0,1-4 0,0-2 0,-1-1 0,-1-4 0,0 0 0,-3-4 0,-5-3 0,3 1 0,-4-3 0</inkml:trace>
  <inkml:trace contextRef="#ctx0" brushRef="#br0" timeOffset="211696.54">23026 1574 5734,'3'-3'0,"0"2"0,1 3 0,0-2 0,3 2 0,-1-2 0,6-1 0,-3 0 0,17-3 0,-17 3 0,9-3 0,-16 3 0,0-1 0,-2 1 0,-3 3 0,1 0 0,-2 2 0,3 1 0,2-2 0</inkml:trace>
  <inkml:trace contextRef="#ctx0" brushRef="#br0" timeOffset="213866.54">23304 1306 5734,'1'-6'0,"0"0"0,-1 4 0,-1 0 0,1 0 0,-1 1 0,1 9 0,-1-2 0,0 11 0,0-6 0,-1 10 0,0-6 0,0 19 0,1-15 0,-1 18 0,2-20 0,1 16 0,0-16 0,1 13 0,0-18 0,-1 4 0,1-7 0,-1 0 0,3 4 0,-2-4 0,5 9 0,-3-10 0,2 6 0,-3-9 0,1 3 0,-2-5 0,0 2 0,0-3 0,1 0 0,3 2 0,-2-3 0,3 2 0,-2 0 0,-2 0 0,0 0 0,-1-2 0,1 2 0,-1-2 0,0 1 0,-1-1 0,1-1 0,-1-1 0,1-1 0,0 0 0,0 0 0,-1 1 0,0-1 0,-1-3 0,1-1 0,-1-2 0</inkml:trace>
  <inkml:trace contextRef="#ctx0" brushRef="#br0" timeOffset="214686.54">23222 1514 5734,'4'-4'0,"-2"0"0,0 3 0,2-2 0,-1 1 0,5-1 0,-4 0 0,4 0 0,-2 0 0,2 1 0,0 1 0,0-1 0,1 1 0,1 0 0,0-1 0,0 0 0,-1 0 0,0 0 0,3 1 0,-4-1 0,18-3 0,-17 4 0,10-4 0,-16 6 0,-2 0 0,1 0 0,-1-1 0,1 0 0,-5 1 0,2-1 0,-4 1 0,4-1 0,0 0 0,-1-1 0,-2 2 0,-2 0 0,-9 3 0,2-2 0,-5 1 0</inkml:trace>
  <inkml:trace contextRef="#ctx0" brushRef="#br0" timeOffset="-181740.19">21533 2399 5734,'8'2'0,"-1"0"0,21 9 0,-14-5 0,15 5 0,12 4 0,-17-7 0,16 4 0,2-1 0,-7-3 0,-4-1 0,3 0 0,-1-4 0,-2 0 0,12-1 0,-4-1 0,8-2 0,-6-1-337,-14 1 1,1-1 336,11-3 0,8-1 0,1-1 0,-8 1-363,-6 0 0,0 0 363,5-2 0,7-1 0,1 0 0,-9 2 0,-5 1 0,-1 0 0,4 0 0,7 0 0,0 0 0,-7 1 0,-5 1 0,-1 1 0,9-1 0,8 0 0,-1 1 0,-8 0 0,-10 2 0,0 0 0,16-1 0,7 1 0,-8 0 0,4 1 0,-12 0 0,5-1 0,-5 1 0,-10-1 0,0 0 0,10-1 0,6 0 0,-6-1 0,11-2 0,-15 1 0,4-2 0,-6 1 0,7-1 0,0-3 0,-1 1 0,-9 1-556,16-7 556,-25 8 0,4-1 0,-2-2 0,-5 2 0,13-9 0,-13 7 0,6-10 0,-1-1 0,-6 2-5,13-19 5,-21 20 0,-1-3 0,-1-13 0,-2 4 0,-4-12 0,-1 15 0,-2 0 0,-5-20-913,-3 1 0,-1-1 913,4 15 0,0 1 0,-5-13 0,-2 1-606,5 10 0,-1 1 606,-1-1 0,0 1 0,0 0 0,-1 0 0,0 1 0,-1 0-258,1 3 0,-1-1 258,-7-7 0,-1 1 0,7 10 0,-2 0 0,-13-9 0,0 2 0,-6 3-110,14 12 0,0 2 110,-6 3 0,-11 8 1426,12 8-1426,7 6 0,2 3 0,1 9 0,-4 12 0</inkml:trace>
  <inkml:trace contextRef="#ctx0" brushRef="#br0" timeOffset="-179280.19">24045 1941 5734,'10'-1'0,"2"1"0,2 2 0,4-1 0,26 4 0,-13-2 0,-1 1 0,2 2 0,-4 2 0,-2 2-1111,19 7 1111,-13-3 0,-3 1 0,-1 1 0,6 7 0,-11-6 0,8 11 0,-8-6 0,-5-2 0,-1 3 0,-1 5 0,-2 1 0,-1-4 0,-2-1-542,2 8 1,-2-1 541,-2 7 0,0 2 0,-2 2 0,-1 3 0,-2-12 0,-1 2 0,-2-8 0,1 1-762,0 8 1,0 1 761,-1-10 0,0 0 0,-1 0 0,1 1 0,0 0 0,0 1 0,0 14 0,1 2 0,-1-11 0,1 1-822,0 11 0,0 0 822,-1-12 0,1-1 0,-1-1 0,1 3 0,0-2 0,0 5 0,0 1 0,1 4 0,-1 5 0,0-5-187,1-2 1,-1-2 186,0-4 0,0 1 0,-1-2 0,1 4 0,0-1 0,-1-2 0,1 2 0,-1 2 0,0-2 0,0 1 0,1 2 0,-1 3 0,1 0 0,0 4 0,1 1 0,0-1 0,-1-2 0,0-1 0,0-2 0,0 0 0,0 1 0,1-2 0,-1 3 0,1-1 0,0-3 0,-1-5 0,1 4 0,-1-3 0,2 13 0,-2-2 0,0-14 0,0-2 0,-1 1 0,1-1 0,-1 0 0,0-1 0,0-1 0,-1 2 208,0 8 0,-1 3-208,0-8 0,0 1 0,-1-1 0,1 8 0,-1 0-144,-1 4 0,0-4 144,0-1 0,1-2 943,-1-3-943,1-1 0,1-4 861,0 0-861,1-3 0,0-1 129,0-2-129,1 0 0,0-1 0,0-1 0,-1-1 0,0 11 0,0-7 0,0 7 0,-1-10 0,1 8 0,0-8 0,0 12 0,1-15 0,0 3 1533,1-8-1533,-1-1 929,0 1-929,0-1 0,-1 2 716,1 0-716,1 8 495,0 11-495,0 10 0,1-8-522,0-3 522,-1-17 0,-1 0-7,2-1 7,-1 2 0,0-1 0,0 8 0,1-6-229,-1 7 229,0-7 0,0 20 0,-1-13-639,2 16 639,-2-18 0,0 2 0,0 0 0,2 15 0,-2-10 0,1 11 0,-1-14 0,0 14 0,1-12 0,0 10 0,0-15 0,0 11 0,0-8 0,-1 6 0,0-9 0,1-1 261,-1 1-261,1 11 0,-1-7-735,0 10 735,-1-11 0,-1 13 0,0-10 0,0-6 0,0 0 0,0 4 0,0 6 202,1 2-202,-1-3 0,0-1 0,-1-10 0,0-13 619,1 0-619,-1 5 216,1-4-216,-2 7 834,2-8-834,0 3 0,-1-4 0,0 10 0,0-9 0,0 9 0,1-12 0,1 0 0,0 1 0,0-3 0,-1 0 0,1-3 0,-1 0 0,0-1 0,1 1 0,-3-1 0,1 0 0,-5 0 0,3 1 0,-3-1 0,0 0 0,-7-1 0,2 0 0,-5 0 0,2-1 0,-12-1 0,4 1 0,-20-1 0,14 2 0,1 0 0,-20 1-714,19-1 0,0 1 714,-3 1 0,-1-2 0,-15 1 0,12-1 0,12 0 0,-1 0-1055,-24-1 1055,12-1 0,-9 0 0,-2-1 0,2 0-696,5 0 1,1 1 695,4 1 0,0 1-178,0 0 178,12 0 0,0 0 0,-12 0 0,7 1 0,0 0 0,-2 1 491,-9 1-491,15-1 0,0 2 588,1-1-588,-1 2 0,0 0 0,-2 2 0,1 0 0,-2 1 0,2 2 0,0-1 0,-8 5 0,9-2 0,-5 1 0,12-3 0,0-2 1559,1 0-1559,1-1 0,1 0 253,0-1-253,1-1 694,-1 1-694,-17 6 0,14-6 0,-13 6 0,18-7 0,1-1 432,0 0-432,0-1 35,0 1-35,0-1 0,-3 1 0,4-2 0,-2 1 0,-3-4 0,8 1 0,-5-3 0,8 1 0,1-1 0,-2-2 0,2 0 0,-3-6 0,3 4 0,-2-5 0,2-3 0,0 2 0,1-7 0,1 4 0,2-11 0,-1 5-517,1-10 517,0 8 0,0 0 0,0-1 0,0-6 0,0-17 0,0 11 0,1 7 0,-1 1 0,0 11 0,0 13 0,0 1 0,0-1 517,-1 3-517,0 0 0,0 1 0,3 4 0,-1-2 0,2 3 0,-4-2 0,1-1 0,-1 0 0,1 1 0,-1-1 0,2-5 0,-2 3 0,2-6 0,-1 5 0,0-1 0,0 1 0,0-1 0,0 1 0,0-1 0,0 1 0,0 0 0,0-1 0,0 1 0,0-1 0,-3 6 0,0 0 0,-3 4 0,2 1 0,-4 5 0,1-2 0,-4 4 0,4-4 0,0-1 0,0 0 0,-2 4 0,2-5 0,-1 3 0,4-5 0,-5 5 0,5-6 0,-3 3 0,6-8 0,1-1 0,0-3 0,0-1 0,4-11 0,-1 6 0,2-7 0,-1 7 0,0 0 0,4-4 0,-2 1 0,2-3 0,-1 4 0,2-5 0,-1 5 0,1-3 0,-3 6 0,0 0 0,-2 2 0,3-1 0,-3 2 0,0-1 0,-2 4 0,-1 0 0,0 1 0,0 0 0,1 0 0,-1 1 0,1 2 0,1-2 0,0 3 0,1 0 0,5 5 0,-1-2 0,2 3 0,-4-3 0,3 3 0,-2-2 0,1 2 0,-2-3 0,-1 0 0,0 0 0,0 0 0,-1 0 0,2 2 0,-2-3 0,1 2 0,-3-4 0,1-1 0,-1 0 0,0-1 0,-2 0 0,-4 0 0,-1-1 0,-4 1 0</inkml:trace>
  <inkml:trace contextRef="#ctx0" brushRef="#br0" timeOffset="-103150.19">18236 1616 5734,'-2'8'0,"0"-2"0,0 1 0,1 0 0,1-4 0,10 6 0,-4-7 0,41-6 0,-28-1 0,26-7 0,-14-9 0,-14 9 0,5-7 0,-2 0 0,-8 4 0,12-24 0,-20 27 0,-2-20 0,-6 22 0,-10-15 0,6 16 0,-16-6 0,13 12 0,-17 9 0,17 3 0,-7 9 0,-1 22 0,9-16 0,1 8 0,1 0 0,4-6 0,3 1 0,1 0 0,3-7 0,10 19 0,-3-26 0,20 4 0,-13-16 0,29-14 0,-25 1 0,0-4 0,0-1 0,-3-3 0,-1-1 0,0-2 0,-2 0 0,9-18 0,-16 25 0,0-2 0,-5 9 0,-1 3 0,0-1 0,-1 3 0,0 1 0,-1 2 0,2 32 0,-1-14-400,3 24 400,-3-22 0,1 9 0,-1-6 0,2 13 0,-2-17 0,1 12 0,0-10 0,-3-4 0,-1-6 0,-3-11 0,-1-3 0,0-3 0,-1-2 0</inkml:trace>
  <inkml:trace contextRef="#ctx0" brushRef="#br0" timeOffset="-102480.19">18829 1513 5734,'-13'19'0,"0"-2"0,-2 7 0,4-5-765,-4 9 765,6-8 0,-1 7 0,4-7 0,-1 5 248,5-10-248,1-2 127,2-1-127,1 0 0,1-5 0,2 0 390,-1-5-390,5-7 0,-2-2 0,7-12 0,-6 2-271,3-7 271,-4 4 0,1-6 0,1-2 0,-2 7 0,7-23 0,-11 43 0,0 4 0,1 3 0,1 5 0,4 15 0,-2-2 0,3 13 0,-4-6 0,-1 6 0,0-4 0,-1-6 0,-1 0-561,2 8 1,0 4 0,-2-6 560,0 5 0,-2-13 0,0 1-731,-1 10 731,-1 8 0,-2-19 0,-2-3-127,-2-3 127,-2-2 0,-10 0 0,2-8 0,-6 0 0,5-9 0,-8-8 0,6-1-270,-6-5 270,9 1 0,-1-3 0,4-4 0,1-3 0</inkml:trace>
  <inkml:trace contextRef="#ctx0" brushRef="#br0" timeOffset="-102280.19">18660 1211 5734,'4'-8'0,"4"-3"0,-1 3 0,2-2 0,-2 4 0,0 3 0,-2 1 0,0 2 0,0 3 0,-1 1 0</inkml:trace>
  <inkml:trace contextRef="#ctx0" brushRef="#br0" timeOffset="-101350.19">19023 1646 5734,'6'-8'0,"-1"0"0,-1-1 0,-2 0 0,0 0 0,-2 1 0,-1 1 0,-2-2 0,-1 2 0,-1 0 0,0 1 0,-1 4 0,0 1 0,-5 3 0,5 2 0,-3 2 0,3 0 0,-2 5 0,3-2 0,-2 15 0,4 1 0,2 4 0,3-4 0,3-5 0,-1-10 0,2 2 0,0-6 0,4-1 0,-2-3 0,19-13 0,-14 2 0,12-10 0,-15 7 0,0 1 0,-2-1 0,1 1 0,0-6 0,-3 5 0,1-4 0,-2 1 0,-2 4 0,2-2 0,-4 5 0,1 2 0,-1 1 0,0-1 0,0 4 0,0-1 0,0 9 0,0-1 0,1 11 0,0-4 0,1 11 0,0-3 0,0 0 0,-2-3 0,1-2 0,-1-5 0,0 4 0,0-7 0,0 0 0,-1-5 0,2 1 0,-1-4 0,1-2 0,1-9 0,1 1 0,1-6 0,-2 5 0,2 0 0,0 0 0,1 0 0,0 0 0,-1 1 0,0 0 0,0 1 0,-1 1 0,1 2 0,-1 1 0,1-1 0,0 5 0,2-1 0,-2 5 0,0 2 0,0 2 0,2 8 0,-3-1 0,2 7 0,-3-4 0,1 8 0,-2-6 0,1 11 0,-2-14 0,1 3 0,-1-8 0,1 4 0,1-10 0,0 3 0</inkml:trace>
  <inkml:trace contextRef="#ctx0" brushRef="#br0" timeOffset="-100830.19">19667 1203 5734,'-6'2'0,"0"0"0,0 2 0,1 2 0,0 3 0,0 3 0,-2 12 0,2-2 0,-1 24-1310,3-14 1310,2 13 0,1-10 0,1 2 0,1 1 0,0 1 0,2 0 0,-1 4 0,0 1 0,0 4 0,1 1 0,-2-2 0,-1-14 0,0 8-514,-1-16 514,-1-3 0,0-2 0,-1 3 0,0-7 0,0 1 0,1-9 1235,-1 1-1235,0-6 589,-1 1-589,-2-6 0,-4-4 0,3 0 0,-3-3 0</inkml:trace>
  <inkml:trace contextRef="#ctx0" brushRef="#br0" timeOffset="-100300.19">19595 1546 5734,'16'-1'0,"-3"-1"0,-4 2 0,-2 0 0,0 0 0,-1 0 0,-1 1 0,-1-1 0,0 1 0,-1 0 0,-1 1 0,0 0 0,0 2 0,-1 0 0,2 4 0,-1 0 0,0 3 0,1-1 0,0 5 0,-1-4 0,1 10 0,-1-10 0,2 4 0,-3-6 0,4 13 0,-3-13 0,2 9 0,-2-17 0,-1 0 0,0-1 0,2-3 0,0-1 0,2-4 0,0 0 0,3-9 0,5-9 0,-3 3 0,1 1 0,-8 12 0,-1 6 0,0-1 0,-1 3 0,1 1 0,-1 2 0,0 1 0,3 4 0,-2 1 0,5 7 0,-3-4 0,2 5 0,-3-4 0,3 5 0,-3-4 0,2 10 0,-3-10 0,-1 2 0,0-6 0,0-3 0,1-2 0</inkml:trace>
  <inkml:trace contextRef="#ctx0" brushRef="#br0" timeOffset="-99950.19">19894 1692 5734,'0'13'0,"-1"-1"0,1-8 0,-2-1 0,1-1 0,0-2 0,-1-2 0,1-1 0,0-1 0,-1-6 0,1-8 0,0 3 0,2-3 0,-1 8 0,2 1 0,0-4 0,-1 4 0,3-4 0,-1 4 0,3 1 0,-1-1 0,5-3 0,2 4 0,-3 3 0,1 5 0,-5 5 0,0 2 0,0 0 0,2 7 0,-1-3 0,1 6 0,-3-6 0,0 1 0,0 0 0,-1 4 0,0-3 0,0 4 0,-1-10 0,0 0 0,0-5 0</inkml:trace>
  <inkml:trace contextRef="#ctx0" brushRef="#br0" timeOffset="-99670.19">20122 1552 5734,'-9'-3'0,"1"2"0,-1 1 0,3 2 0,-5 3 0,5 0 0,0 3 0,2 1 0,-1 6 0,2-2 0,1 5 0,3-5 0,1 1 0,3 0 0,-1 0 0,1 0 0,-1-2 0,1-1 0,1-1 0,6 0 0,-2-5 0,3-1 0,-3-4 0,8-11 0,-7 2 0,8-9 0</inkml:trace>
  <inkml:trace contextRef="#ctx0" brushRef="#br0" timeOffset="-99420.19">20219 1351 5734,'-2'5'0,"1"1"0,0 2 0,2 3 0,0 11 0,0-3-486,1 9 486,-1-5 0,1 13 0,0-7-555,1 9 555,-1-13 0,0-2 0,1-1 0,0 3 0,1-7 0,2 6 0,-3-15 341,1 2-341,-5-9 700,0 0-700,-1-1 0,0 0 0,-1-2 0,-1-3 0,1-1 0,-1-3 0</inkml:trace>
  <inkml:trace contextRef="#ctx0" brushRef="#br0" timeOffset="-99100.19">20220 1578 5734,'16'4'0,"-1"-1"0,2-2 0,-5 0 0,4-1 0,-1-1 0,-5 1 0,2-2 0,0 2 0,-7 0 0,4 1 0,-8 1 0,0 2 0,1 4 0,-1-2 0,0 4 0,-1-2 0,1 3 0,0 2 0,1 1 0,-1 2 0,0-1 0,1 1 0,-1-1 0,0 0 0,2 3 0,-1-5 0,1 3 0,-2-9 0,0 0 0,-2-4 0,-4-5 0,1 0 0,-2-6 0,1 2 0</inkml:trace>
  <inkml:trace contextRef="#ctx0" brushRef="#br0" timeOffset="-98620.19">20510 1593 5734,'-13'14'0,"1"-1"0,5-5 0,-1 3 0,1 0 0,1 2 0,1 0 0,0 8 0,3-5 0,0 11 0,4-12 0,2 2 0,5-3 0,-2-5 0,4 0 0,-3-7 0,8-5 0,-4-2 0,3-6 0,-4 0 0,0-8 0,-3 4 0,1-14 0,-7 12 0,-2-6 0,-2 10 0,-10-13 0,7 16 0,-9-7 0,9 17 0,1 2 0,-1 0 0,2 0 0</inkml:trace>
  <inkml:trace contextRef="#ctx0" brushRef="#br0" timeOffset="-98260.19">20678 1580 5734,'3'12'0,"-1"-1"0,0 4 0,-2-2 0,2 8 0,1 20 0,-2-16 0,2 10 0,-3-28 0,1-2 0,-1-1 0,0-1 0,1-2 0,0-4 0,0-6 0,5-28 0,-3 13 0,4-18 0,-2 18 0,-1 5 0,2 0 0,-2 9 0,3 1 0,0 4 0,2 1 0,-2 6 0,9 8 0,-3 1 0,11 17 0,-8-6-763,3 11 763,-6-7 0,4 11 0,-4-11 0,1 6 0,-5-15 0,-1-5 0,-3-2 0,-1-5 0,-4-5 0,-4-5 0,-2-4 0</inkml:trace>
  <inkml:trace contextRef="#ctx0" brushRef="#br0" timeOffset="-98000.19">20290 1330 5734,'28'8'0,"-2"2"0,-16-5 0,1 2 0,-2 1 0,-2-2 0,-1-2 0</inkml:trace>
  <inkml:trace contextRef="#ctx0" brushRef="#br0" timeOffset="-97180.19">18510 2034 5734,'9'-2'0,"1"1"0,-2 0 0,6-1 0,0 2 0,5-2 0,0 1 0,13 0 0,-4 1 0,7 1 0,4 0-1449,3 0 1,0 1 1448,0-1 0,1 0 0,2 0 0,-3 0-618,-16-1 0,-2 1 618,1-1 0,1 0 0,10 0 0,2 0 0,-9-1 0,0 1 0,7 0 0,4-1 0,-6 0 0,1 1 0,-1-1 0,-1 0 0,2 0 0,6 1 0,9-1 0,0 1 0,-5 1 0,-8-1 0,-4 1 0,1 0 0,13 0 0,3 0 0,-3 1 0,-9 1 0,-2-1 0,-3 1 0,-3 0 0,-1 0 0,9 0 0,-1 1 0,11 1 0,-16-2 0,0 1 0,15 0 0,-17-1 0,-1-1-425,8 0 425,-11-1 0,0 0 0,13-1 0,-7 0 0,0 0 0,4 0-562,11-2 562,-17 0 0,10-2 0,-12 2 0,8-2 1763,-16 1-1763,-1 1 1393,-4 0-1393,-3 0 619,-2 1-619,-2-1 976,-1 1-976,-2 0 92,1 4 0,-3-3 0,1 4 1</inkml:trace>
  <inkml:trace contextRef="#ctx0" brushRef="#br0" timeOffset="-50130.19">16528 17065 5734,'-10'7'0,"2"2"0,1 11 0,5-7 0,17 14 0,-7-19 0,31 11 0,-24-18 0,28-5 0,-30-2 0,18-17 0,-22 13 0,7-22 0,-12 18 0,-2-24 0,-3 22 0,-4-17 0,1 24 0,-1-5 0,-3 8 0,2 3 0,-9 5 0,8 1 0,-14 28 0,14-15 0,-1 8 0,2 1 0,4-4 0,3 20 0,2-21 0,13 19 0,5-10 0,2 0 0,3-5 0,-13-15 0,4 3 0,-8-6 0,1 1 0,-5-3 0,1 2 0,-4-2 0,0 2 0,-1 1 0,-1 0 0,-1 1 0,-2-2 0,-1-3 0,-1-2 0</inkml:trace>
  <inkml:trace contextRef="#ctx0" brushRef="#br0" timeOffset="-49440.19">16784 16604 5734,'-1'-4'0,"0"1"0,4 8 0,0 1 0,4 12 0,-3-5 0,1 7 0,-1-5 0,0 9 0,-2-5 0,1 14 0,-2-15 0,0 6 0,-1-9 0,-2 6 0,0-6 0,-2 4 0,1-6 0,-2-2 0,-1-1 0,-6-1 0,-11-4 0,4-2 0,-6-5 0,11-3 0</inkml:trace>
  <inkml:trace contextRef="#ctx0" brushRef="#br0" timeOffset="-49260.2">16744 16482 5734,'5'8'0,"-1"-1"0,0 1 0,-2-1 0,1-1 0</inkml:trace>
  <inkml:trace contextRef="#ctx0" brushRef="#br0" timeOffset="-48550.2">16923 16555 5734,'-1'10'0,"2"13"0,0-12 0,2 11 0,-2-13 0,1-1 0,-1 0 0,2 0 0,-1-1 0,0 1 0,2 2 0,-2-2 0,2 2 0,-1-4 0,1 0 0,0-2 0,0 1 0,0-2 0,0 1 0,0-2 0,0-1 0,5-1 0,-3-2 0,4-1 0,-2-1 0,3-4 0,-1-3 0,2-13 0,-4 6 0,-3-6 0,-3 8 0,-2-1 0,-2-8 0,0 4 0,-2-4 0,-3 3 0,2 7 0,-2-2 0,2 6 0,-3-2 0,3 5 0,-2-2 0,5 7 0,0 1 0,0 1 0,-2 3 0,0 1 0,-2 3 0,1 0 0,0 0 0,0 0 0</inkml:trace>
  <inkml:trace contextRef="#ctx0" brushRef="#br0" timeOffset="-47990.19">16936 16486 5734,'0'0'0</inkml:trace>
  <inkml:trace contextRef="#ctx0" brushRef="#br0" timeOffset="-47480.19">16957 16655 5734,'3'-5'0,"0"1"0,2 1 0,3-2 0,16-4 0,-8 2 0,10-1 0,-16 7 0,-1-1 0,0 1 0,-2 1 0,-1-1 0,-1 1 0,-2 0 0,0-1 0,-1 0 0,-1 1 0,-6-1 0,0 2 0,-5-1 0,1 0 0,-1-1 0</inkml:trace>
  <inkml:trace contextRef="#ctx0" brushRef="#br0" timeOffset="-44150.19">17398 16982 5734,'3'3'0,"3"0"0,0-3 0,17 0 0,-11 0 0,28 0 0,-25 0 0,20 3 0,-23-1 0,3 1 0,-12-2 0,-4 1 0,-1-1 0,0 2 0,0 1 0</inkml:trace>
  <inkml:trace contextRef="#ctx0" brushRef="#br0" timeOffset="-43870.2">17405 17101 5734,'23'10'0,"-1"-2"0,-9-6 0,1-2 0,0-2 0,1 0 0,-1-1 0,6-1 0,-6 3 0,6-1 0,-9 3 0,1 0 0,-6 0 0,3 0 0,-5 0 0,1 0 0,-5 0 0,-2-2 0</inkml:trace>
  <inkml:trace contextRef="#ctx0" brushRef="#br0" timeOffset="-42390.19">18066 16838 5734,'-7'-4'0,"-7"-1"0,6 3 0,-6 0 0,7 3 0,-1 0 0,0 1 0,0 1 0,0 0 0,-3 3 0,-1 2 0,2-1 0,-3 7 0,9-8 0,-2 4 0,5-7 0,3 4 0,-1-2 0,3 4 0,1-2 0,1 0 0,1 1 0,0-1 0,0-1 0,1 1 0,6 2 0,-4 0 0,3 1 0,-3-2 0,0 2 0,-2-1 0,0 2 0,-3-3 0,1 5 0,-2-3 0,1 6 0,-4-7 0,1 1 0,-2-3 0,-8-1 0,3-2 0,-6 0 0,4-3 0,1 0 0,-1-1 0,0-1 0,2-1 0,-2-1 0,3 1 0,0-1 0,2 0 0,2-5 0,1 2 0,1-5 0,5 0 0,0 1 0,4-3 0,-2 3 0,2 0 0,-2 0 0,2 1 0,-2 1 0,0 0 0,-1 1 0,-1 0 0,-1 1 0,-1 0 0,2-1 0,-2 2 0,1-1 0,-2 2 0,0 0 0,0 1 0,-2 0 0,0 3 0,0-1 0,-1 2 0,0 4 0,0 1 0,0 4 0,0 0 0,-1 6 0,1 12 0,0-2 0,0 1 0,-2-13 0,0-8 0,-1-4 0</inkml:trace>
  <inkml:trace contextRef="#ctx0" brushRef="#br0" timeOffset="-41400.2">18227 17065 5734,'3'0'0,"-1"-1"0,-2-2 0,0-1 0,1-1 0,-1-1 0,2-1 0,0-1 0,2-5 0,0 3 0,3-10 0,-2 8 0,3-4 0,2-5 0,0 4 0,0-2 0,-3 9 0,-4 7 0,-1 2 0,3 4 0,-1 1 0,3 8 0,-3-2 0,0 5 0,-2-3 0,4 18 0,-2-14 0,1 14 0,-3-19 0,-1-2 0,0 1 0,0-4 0,-2 0 0,0-3 0,-6 1 0,3-2 0,-5 1 0</inkml:trace>
  <inkml:trace contextRef="#ctx0" brushRef="#br0" timeOffset="-39890.19">17965 17019 5734,'10'-16'0,"0"1"0,1-1 0,2 1 0,6-5 0,-4 4-488,5-3 488,-7 6 0,9-8 0,-13 12 160,5-4-160,-14 16 81,-3 4-81,-7 12 0,0-1 0,-13 21 0,7-12 0,-5 10 0,8-12 0,0 1 0,-5 15-424,7-15 0,1-2 424,1 5 0,8-13 0,3-3 0,1-6 0,5-5 0,0-8 0,4-5 0,1-4-387,2-3 387,0-3 0,2-1 0,-1 0 0,0 0 0,1-1 0,-2 2 0,2 1 0,2-4 0,-6 8 1049,5-4-1049,-10 12 0,-1 12 0,-4 3 0,-4 10 0,-1-4 433,0 2-433,0 5 0,1-5 0,1 3 0,2-4 0,0-5 0,3 1 0,5-5 0,-3-5 0,7 0 0,-6-4 0,0-2 0,2-1 0,-1-2 0,2 1 0,-1 0 0,2 1 0,4 0 0,-4 4 0,8 0 0,-11 2 0,3 2 0,-6 0 0,0 2 0,-2 1 0,-1 1 0</inkml:trace>
  <inkml:trace contextRef="#ctx0" brushRef="#br0" timeOffset="-39000.2">18033 16529 5734,'-7'7'0,"-7"10"0,6-8 0,-5 8 0,8-7 0,0 0 0,-3 4 0,3-3 0,-2 4 0,4-6 0,0 0 0,2-2 0,1 2 0,1-3 0,1 1 0,1-4 0,1 1 0,1-3 0,1 1 0,1-3 0,1-1 0,1-2 0,0-1 0,7-6 0,-4 2 0,4-6 0,-5 5 0,14-16 0,-14 15 0,8-11 0,-18 18 0,0 0 0,0 0 0,-2 4 0,0 5 0,0 1 0,0 5 0,0-1 0,5 13 0,0-11 0,3 10 0,-2-15 0,0 0 0,1 1 0,0-3 0,0-1 0,-1-3 0,3-4 0,-2-1 0,2-4 0,-2 1 0,-3-1 0,-2-2 0,-2 1 0,-1 0 0,-2 1 0,-1-1 0,-1 2 0,-4-1 0,2 3 0,-2 0 0,4 3 0,-1-1 0,3 2 0,-1 1 0,4 2 0,0 0 0,4 1 0,2-1 0,1-1 0</inkml:trace>
  <inkml:trace contextRef="#ctx0" brushRef="#br0" timeOffset="-38770.2">18284 16564 5734,'-4'13'0,"1"-1"0,4-2 0,5 6 0,0-4 0,5 4 0,-1-6 0,6 1 0,-3-3 0,2-1 0,-6-2 0,-3-2 0,-1 0 0,-1 1 0,-3-2 0,-2 2 0,-3-2 0,-9 3 0,1-1 0,-12 3 0,10-3 0,-4 1 0,8-2 0,-2 0 0,3-1 0,3 0 0,4-3 0</inkml:trace>
  <inkml:trace contextRef="#ctx0" brushRef="#br0" timeOffset="-38270.19">18553 16511 5734,'2'14'0,"1"-2"0,-1 4 0,1-2 0,0 1 0,2 1 0,1 1 0,0 0 0,1 0 0,2 0 0,-1-3 0,5 3 0,-4-6 0,4 1 0,-4-9 0,4-6 0,-3-3 0,7-13 0,-7 4 0,0-9 0,-5 6 0,-2-12 0,-9-13 0,1 18 0,-2 0 0,-6-15 0,-5 7 0,12 22 0,-5-3 0,4 9 0,-3 2 0,1 6 0,0 1 0,2 2 0,1 1 0</inkml:trace>
  <inkml:trace contextRef="#ctx0" brushRef="#br0" timeOffset="-38090.19">18553 16613 5734,'9'0'0,"6"-2"0,-2 0 0,18-6 0,-6 1 0,5-2-369,-7 1 369,-9 4 0,0-1 91,-1 0-91,-4 1 0,-1 2 0,-2 0 0,-2 1 0,-2 0 0</inkml:trace>
  <inkml:trace contextRef="#ctx0" brushRef="#br0" timeOffset="-37690.19">19000 16556 5734,'15'1'0,"5"2"0,-5-2 0,5 1 0,-6-1 0,1-1 0,-2 0 0,0 0 0,-1 1 0,-1-1 0,-1 0 0,-1-1 0,-1 1 0,0-1 0,-4 0 0,0 0 0,-3 1 0,1-1 0</inkml:trace>
  <inkml:trace contextRef="#ctx0" brushRef="#br0" timeOffset="-37250.19">19371 16566 5734,'9'24'0,"-1"0"0,8 21 0,-5-11-1468,-4-9 0,0 1 1468,3 13 0,-4-13 0,-1-1 806,1 8-806,-4 10 0,-2-14 487,-3 6-487,-23 0 0,3-24-405,-11 8 405,9-25 0,8-2 339,-2 2 0,1-4 0,1-1 1</inkml:trace>
  <inkml:trace contextRef="#ctx0" brushRef="#br0" timeOffset="-37040.19">19377 16268 5734,'-1'-11'0,"2"0"0,3 7 0,2 1 0,-2 1 0,1 1 0,-5 4 0,0 1 0,-2 2 0</inkml:trace>
  <inkml:trace contextRef="#ctx0" brushRef="#br0" timeOffset="-36650.2">19089 16463 5734,'2'9'0,"-1"1"0,1 0 0,0 8 0,0-3 0,0 7 0,-1-6 0,0 0 0,1-1 0,1 7 0,0-7 0,1 5 0,-1-6 0,-4 0 0,1-6 0,-5-3 0</inkml:trace>
  <inkml:trace contextRef="#ctx0" brushRef="#br0" timeOffset="-35510.19">19834 16254 5734,'-17'1'0,"1"1"0,3 3 0,0 2 0,-6 5 0,4-1 0,-4 3 0,7-4 0,0 2 0,1 0 0,-3 6 0,5-4 0,-2 10 0,7-10 0,0 3 0,4-4 0,4 4 0,0-4 0,4 3 0,0-5 0,3-1 0,0 0 0,2-1 0,1-1 0,7 4 0,-4-5 0,9 6 0,-11-6 0,6 3 0,-11-5 0,2 0 0,-6-2 0,-1 0 0,-1-1 0,-1 1 0,0-1 0,-2 2 0,-3 0 0,-1 2 0,-2 0 0,-11 7 0,-2-3 0,0 2 0,2-6 0,10-5 0,1-4 0,3 0 0,1-4 0,5-2 0,3 0 0,2-2 0,2-1 0,1 0 0,2 0 0,1 1 0,7-4 0,-5 1 0,4-2 0,-7 5 0,3-2 0,-6 4 0,3-2 0,-7 7 0,0-1 0,-2 3 0,1 0 0,-2 2 0,0 1 0,0 3 0,-1 1 0,5 33 0,-5-19-257,3 23 257,-5-30 0,-1 0 0,1-1 0,-1-1 0,1 2 0,-1-3 0,-2-1 0,-3-4 64,-1-2 0,1-2 0,-1-1 1</inkml:trace>
  <inkml:trace contextRef="#ctx0" brushRef="#br0" timeOffset="-35020.2">20142 16589 5734,'2'9'0,"0"0"0,-1-4 0,-1 1 0,0-3 0,-2 1 0,1-2 0,-1-1 0,0-2 0,0-5 0,0 0 0,2-4 0,1-1 0,1 1 0,1-1 0,3-6 0,5-5 0,1 0 0,0 3 0,-3 7 0,-4 8 0,0-1 0,-1 5 0,2 3 0,-2 1 0,2 3 0,1 15 0,-2-4 0,1 9 0,-2-10 0,-1-6 0,1 1 0,-2-3 0,0 0 0,-1-4 0,-1-1 0,0-1 0,0-1 0</inkml:trace>
  <inkml:trace contextRef="#ctx0" brushRef="#br0" timeOffset="-34670.2">19942 16340 5734,'-3'-3'0,"1"0"0,4 1 0,2 2 0,5-1 0,-3 2 0,5 0 0,-6 1 0,2 0 0,-1 0 0,2 0 0</inkml:trace>
  <inkml:trace contextRef="#ctx0" brushRef="#br0" timeOffset="-34120.19">20535 16295 5734,'-4'14'0,"0"1"0,3-1 0,-1 11 0,1-5 0,0 19 0,0-14-1220,1 21 1220,1-19 0,1 5 0,2-1 0,-1-5 0,7 18 205,-4-33-205,1-3 0,5-6 0,-2-5 0,4-5 0,-3-2 921,0-2-921,0-1 0,4-13 0,-6 4-444,3-8 444,-6 7 0,-3-10 0,-2 8 0,-2-8 0,-2 13-293,-5-6 293,1 8 0,-2-3 0,3 10 0,0 2 0,0 1 0,-3 1 130,-6 7 1,5 0-1,-4 8 1</inkml:trace>
  <inkml:trace contextRef="#ctx0" brushRef="#br0" timeOffset="-33910.19">20511 16528 5734,'25'-11'0,"1"0"0,-7 1 0,13-5 0,-8 3-3277,9-3 2902,-12 5 1002,6-1-627,-9 3 660,6-1-660,-16 7 0,-2-1 0,-8 3 0,-2 0 0</inkml:trace>
  <inkml:trace contextRef="#ctx0" brushRef="#br0" timeOffset="-11410.19">16468 18116 5734,'2'11'0,"1"-1"0,5 3 0,-3-5 0,12 7 0,-8-11 0,17-2 0,-14-3 0,16-7 0,-17 1 0,11-14 0,-12 9 0,8-21 0,-12 16 0,4-13 0,-7 15 0,-1-11 0,-6 10 0,-1-2 0,-6 6 0,3 7 0,-2-1 0,3 3 0,-1 2 0,-7 5 0,5 0 0,-11 12 0,10-4 0,-3 6 0,1 4 0,5-5 0,-4 14 0,7-11 0,1 14 0,3-13 0,5 15 0,3-14 0,8 2 0,3 0 0,1-5 0,-1-2 0,1-3 0,5-9 0,-5-4 0,6-2 0,-9-3 0,19-17 0,-16 8 0,12-10 0,-22 14 0,-3 3 0,-2 2 0,-2 0 0,-2-1 0,-1 0 0</inkml:trace>
  <inkml:trace contextRef="#ctx0" brushRef="#br0" timeOffset="-10780.19">16728 17919 5734,'0'4'0,"0"-1"0,0-1 0,2 0 0,0 1 0,2 1 0,0 0 0,4 3 0,0-2 0,4 0 0,-1-2 0,-1-1 0,2 0 0,-1-1 0,0-1 0,0-1 0,4-1 0,-5-1 0,2 0 0,-6 0 0,3-6 0,-4 3 0,1-3 0,-6 6 0,-1 2 0,-1 1 0,-1-1 0,-1 0 0</inkml:trace>
  <inkml:trace contextRef="#ctx0" brushRef="#br0" timeOffset="-10390.19">16955 17795 5734,'7'-2'0,"1"1"0,3 6 0,-2 0 0,4 4 0,-5 1 0,0 3 0,-2 3 0,-1 2 0,-1 3 0,-1 0 0,-1 3 0,-1 0 0,-1 1 0,-1 0 0,0 0 0,-3 8 0,0-10 0,-2 6 0,-8-1 0,2-9 0,-4 2 0,5-13 0,3-7 0,1-3 0,0-3 0,2-3 0,-1-4 0,2-4 0,1-5 0,1-4 0</inkml:trace>
  <inkml:trace contextRef="#ctx0" brushRef="#br0" timeOffset="-10220.19">16927 17610 5734,'1'-8'0,"0"3"0,2-2 0,0 3 0,1 2 0,2 2 0,1 4 0,0 1 0,-2 2 0</inkml:trace>
  <inkml:trace contextRef="#ctx0" brushRef="#br0" timeOffset="-9810.19">17136 17739 5734,'-10'3'0,"1"1"0,4 4 0,-3 8 0,3-1 0,0 7 0,2-5 0,3 1 0,2 9 0,2-7 0,2 4 0,1-11 0,0-1 0,2-4 0,4-3 0,-2-4 0,4-5 0,-5-5 0,1-2 0,-2-4 0,0-10 0,-3 5 0,-2-7 0,-6 0 0,-1 8 0,-5-5 0,-3 5 0,1 8 0,-3-1 0,-3 12 0,-2 7 0,0 0 0,2 3 0</inkml:trace>
  <inkml:trace contextRef="#ctx0" brushRef="#br0" timeOffset="-9640.19">17122 17842 5734,'12'-3'0,"-1"0"0,3 0 0,-1-2 0,1 1 0,-1-1 0,3 2 0,-5 1 0,0 2 0,-7 3 0,-2-1 0</inkml:trace>
  <inkml:trace contextRef="#ctx0" brushRef="#br0" timeOffset="-8920.2">17542 18105 5734,'11'-3'0,"3"1"0,4 3 0,-4-1 0,4 2 0,-8-1 0,-1-1 0,1 1 0,-2-1 0,-1-1 0,0 1 0,-2 0 0,0 0 0,0 4 0,-3-2 0,0 2 0</inkml:trace>
  <inkml:trace contextRef="#ctx0" brushRef="#br0" timeOffset="-8650.2">17564 18332 5734,'7'-2'0,"6"-1"0,-1 0 0,5 0 0,-4 0 0,0 0 0,7-1 0,-5 0 0,4 1 0,-7 0 0,0 1 0,-3 0 0,-2 1 0,-1 1 0,-5 0 0,-1 0 0</inkml:trace>
  <inkml:trace contextRef="#ctx0" brushRef="#br0" timeOffset="-7570.2">18156 17908 5734,'-14'6'0,"-1"-1"0,-12 14 0,9-6-863,-9 10 863,15-8 279,0 1-279,-1 8 0,5-5 0,-1 5 0,6-8 143,3-2-143,3 0 0,2-1 0,3-1 441,3-1-441,2-1 0,3-1 0,-1-2 0,2 0 0,0-1 0,7 1 0,-7-2 0,3 1 0,-9 1 0,-5 3 0,-11 11 0,-2-5 0,-10 4 0,6-10 0,-1 0 0,2-2 0,0-1 0,-2 1 0,5-4 0,0 0 0,6-15 0,3 1 0,3-11 0,2 3 0,1-3 0,2-1 0,1-1 0,0 0 0,0 3 0,0 1 0,-2 3 0,0 3 0,-1 3 0,1 3 0,-3 5 0,2 4 0,-3 6 0,0 3 0,0 3 0,-1 3 0,1 2 0,-2 2 0,1 0 0,3 19 0,-3-19 0,2 12 0,-5-24 0,-2-3 0,-2-1 0,-2-3 0,1-5 0,-1-3 0</inkml:trace>
  <inkml:trace contextRef="#ctx0" brushRef="#br0" timeOffset="-7100.2">18362 18243 5734,'1'9'0,"0"-1"0,-1-1 0,0 0 0,-1-3 0,0-2 0,-2-8 0,2-1 0,0-6 0,3-9 0,0 4 0,2-7 0,-1 7 0,1 0 0,2-4 0,6 0 0,-3 5 0,3 5 0,-6 12 0,0 4 0,-1 2 0,0 4 0,0 9 0,-1-3 0,0 7 0,-3 6 0,0-10 0,-2 9 0,-1-16 0,-3 0 0,2-4 0,-1-1 0,1-4 0</inkml:trace>
  <inkml:trace contextRef="#ctx0" brushRef="#br0" timeOffset="-6870.2">18262 17939 5734,'6'3'0,"-2"-1"0</inkml:trace>
  <inkml:trace contextRef="#ctx0" brushRef="#br0" timeOffset="-6210.19">18703 17980 5734,'-2'7'0,"-1"3"0,0 5 0,-2 15 0,2-5-982,-1 12 982,4-9 0,0-1 0,2 1 0,2-2-137,1-1 137,2-3 0,1-3 0,13 2 0,-6-12 0,16-6 0,-15-13 0,5-9 0,-10-2 0,-1-4 0,-2-17-471,-4 9 471,-3-11 0,-5 14 354,-4 1-354,0 5 0,-1 2 0,-3-5 0,-6-8 0,9 25 0,-2 6 0,-1 3 0,-6 9 0,6-2 0,-4 4 0</inkml:trace>
  <inkml:trace contextRef="#ctx0" brushRef="#br0" timeOffset="-6020.19">18700 18158 5734,'20'-1'0,"15"-3"0,-13 1-473,9-3 473,-16 3 155,-4 2-155,-2 0 79,-3 1-79,-2 0 0,-1-1 0,1-1 0</inkml:trace>
  <inkml:trace contextRef="#ctx0" brushRef="#br0" timeOffset="-4790.2">19172 18129 5734,'9'-1'0,"-1"-1"0,0 1 0,8-1 0,-3 1 0,7-1 0,-5 0 0,19-3 0,-15 3 0,11-2 0,-21 3 0,1 0 0,-2 1 0,-1-1 0,-2 1 0,-3-1 0,-1 0 0,-6 4 0,0-1 0,-3 1 0</inkml:trace>
  <inkml:trace contextRef="#ctx0" brushRef="#br0" timeOffset="-4520.2">19292 18031 5734,'-2'27'0,"1"0"0,0-5 0,2 1 0,0 1 0,-1-2 0,2 0 0,-2-2 0,2-2 0,-3 4 0,1-2 0,-1-4 0,0-5 0</inkml:trace>
  <inkml:trace contextRef="#ctx0" brushRef="#br0" timeOffset="-980.19">19313 18072 5734,'-4'7'0,"0"1"0,-2 3 0,-9 15 0,3-1 0,-7 11 0,9-15 0,0-1 0,6-11 0,-1 3 0,3-7 0,9-11 0,-2-2 0,8-10 0,-4 2 0,3-3 0,0-1 0,6-13 0,-5 10 0,4-8 0,-7 14 0,-2 1 0,-1 3 0,-3 3 0,-1 3 0,-4 4 0,-8 10 0,-2 2 0,-14 21 0,7-7 0,-7 11 0,3 2 0,3-2 0,1 4 0,8-14 0,5-10 0,5-9 0,3-4 0,1-5 0,3-4 0,2-5 0,1-4 0,3-3 0,0-2 0,0 2 0,-1-1 0,4-4 0,7-12-304,-14 22 304,-2 3 0,0 3 0,-2 2 0,0 1 0,-3 4 0,-2 2 0,-2 5 304,-3 4-304,-2 5 0,-2 3 0,-1 4 0,-1 1 0,0 3 0,-4 9 0,3-8-476,0 6 476,5-14 0,2-2 0,1-4 0,2-2 0,3-2 0,2-4 0,3-3 0,19-20 0,-9 5 0,15-15 0,-17 12 266,0 0-266,-2 1 0,-1 2 0,0-1 0,-3 7 0,-1-1 0,-5 8 0,-4 16 0,-2-2 0,-4 12 0,1-7 0,0 1 0,-1-1 0,1 0 210,0-2-210,2-1 0,0-4 0,1-2 0,1-2 0,1-2 0,0-1 0,0-2 0,1-1 0,3-5 0,2-2 0,3-4 0,1-1 0,1-2 0,2-2 0,-2-1 0,2 1 0,2-4 0,-3 2 0,0 0 0,-8 8 0,-8 7 0,-3 6 0,-5 4 0,-5 8 0,4-3 0,-20 16 0,20-17 0,-8 7 0,18-15 0,1-2 0,2-6 0,3-2 0,4-15 0,2 3 0,3-7 0,-2 5 0,0 1 0,0 1 0,-1 3 0,1-2 0,-3 6 0,1 1 0,-3 4 0,-1 3 0,1 1 0,-1 4 0,-1 3 0,-1 2 0,-1 3 0,-2 2 0,-5 13 0,1-7 0,-4 5 0,5-11 0,1-6 0,2-2 0,-1-2 0,2-3 0,-1-3 0,3-2 0,2-4 0,7-21 0,-3 14 0,5-14 0,-5 21 0,-2 0 0,0 3 0,-1 1 0,-2 2 0,0 3 0,-3 4 0,-1 4 0,-2 6 0,-4 7 0,2-2 0,-3 6 0,4-8 0,1-1 0,-1 3 0,2-7 0,1 2 0,6-15 0,3-11 0,2-4 0,0-7 0,-3 7 0,0-1 0,0 2 0,0-2 0,-1 6 0,0 2 0,-2 9 0,1 3 0,-2 6 0,0 0 0,1 2 0,0 0 0,0-1 0,1 0 0,-1-2 0,0 0 0,-1-3 0,0 0 0,0 0 0,-1-2 0,0 1 0,0-1 0,0 2 0,0 1 0,1-1 0,0 0 0,0-1 0,-3 5 0,1-6 0,-4 2 0</inkml:trace>
  <inkml:trace contextRef="#ctx0" brushRef="#br0" timeOffset="169.81">19186 17921 5734,'11'-2'0,"0"-1"0,-2 0 0,2 0 0,18-6 0,-9 4 0,13-5 0,-15 6 0,-1 0 0,-1 2 0,-2 0 0,-2 1 0,-3 0 0,-1 2 0,-2 0 0,-1 2 0,-3 0 0,-1 1 0,-1 1 0,-1 0 0,-4 2 0,-1-2 0,-3 3 0,1-3 0,-2 0 0,-2 1 0,-3 0 0,0 1 0,-3 0 0,0 0 0,-22 7 0,18-6 0,-14 5 0,25-10 0,2 0 0,2-1 0,2-1 0,2-1 0,3 0 0,19-11 0,-8 6 0,15-9 0,-14 9 0,1 1 0,-1 0 0,0 0 0,0 1 0,-1 1 0,0-1 0,3 0 0,-4 0 0,1 0 0,-4 0 0,-3 2 0,0-1 0,-5 1 0,-1 0 0,-4 1 0,-1 0 0,-1 1 0,-2 0 0,2 1 0,-2 0 0,2 1 0,0-1 0,0 4 0,3-3 0,1 3 0,4-2 0,2-1 0,1 1 0,5 2 0,-1-2 0,4 1 0,10-1 0,-6-1 0,8-1 0,-9-3 0,-1 1 0,0-1 0,-4 2 0,-1 0 0,-6 2 0,-3-2 0,-2 1 0,-2-3 0</inkml:trace>
  <inkml:trace contextRef="#ctx0" brushRef="#br0" timeOffset="779.81">19244 17965 5734,'7'1'0,"2"1"0,0 0 0,17 3 0,-10-2 0,12 2 0,-13-3 0,-1 1 0,-1-1 0,-2 0 0,-1 0 0,-3-1 0,-1 0 0,-2 0 0,-3-1 0,-5-2 0,-4 0 0,-3 0 0,-1 0 0,1 1 0,-7-3 0,6 2 0,-3-1 0,7 2 0,-2-3 0,5 2 0,-3-1 0,9 1 0,0-1 0,4 0 0,4-1 0,11-2 0,-3 2 0,7-1 0,3 4 0,-6 0 0,9 1 0</inkml:trace>
  <inkml:trace contextRef="#ctx0" brushRef="#br0" timeOffset="1079.8">19765 17953 5734,'0'17'0,"1"3"0,1 6 0,0 4 0,2 3 0,1 2 0,0 10-1144,1-9 1,-1 0 1143,1 2 0,-2-13 0,-1 0 310,3 10-310,-2 6 0,-6-8 0,0-11 0,-5 4 0,-5-14 0,1-7 0,-6-6 0,2-5 0,-1-4 0,-3-3 0,-1-5 0,-1-4 0,0-5 0</inkml:trace>
  <inkml:trace contextRef="#ctx0" brushRef="#br0" timeOffset="1239.8">19681 17742 5734,'21'-17'0,"-8"7"0,2 4 0,-9 7 0,1 2 0,0 0 0</inkml:trace>
  <inkml:trace contextRef="#ctx0" brushRef="#br0" timeOffset="1829.81">20060 17728 5734,'-7'-3'0,"0"1"0,-3 4 0,0 1 0,-3 4 0,-6 6 0,4-1 0,-3 5 0,7 5 0,5-5 0,3 6 0,5-6 0,4 1 0,1 0 0,4 0 0,3 7 0,1 1 0,-1 0-387,0 0 0,-2-2 387,-8-7 0,-1 0 0,-5 5 0,-2-5 0,-4 2 0,0-9 0,-2-2 0,0-2 0,-4-3 774,3-3-774,-1-4 0,7-2 0,1-4 0,4-2 0,3-2 0,7-9 0,0 4 0,6-7 0,-3 9 0,0 0 0,6-5 0,-5 7 0,4-2 0,-7 9 0,-1 3 0,-1 3 0,0 4 0,-2 2 0,0 5 0,-1 4 0,0 2 0,2 12 0,-2-6 0,1 8 0,-3-9 0,0-1 0,1 2 0,-3-1 0,0-6 0,-4-7 0,-1-11 0,0-5 0</inkml:trace>
  <inkml:trace contextRef="#ctx0" brushRef="#br0" timeOffset="2279.81">20300 18000 5734,'3'15'0,"-1"1"0,-1 0 0,-1 1 0,-1-2 0,0 0 0,0-2 0,-2-3 0,1-5 0,-2-3 0,2-7 0,0-2 0,2-11 0,2 2 0,0-8 0,3-2 0,0 5 0,3-5 0,-2 8 0,3 1 0,-1 0 0,1 3 0,-1 1 0,2 3 0,-2 3 0,13 14 0,-11 0 0,9 12 0,-14-4 0,0 1 0,-1 1 0,-1 1 0,0-2 0,-1 9 0,0-7 0,0 8 0,0-18 0,1 1 0</inkml:trace>
  <inkml:trace contextRef="#ctx0" brushRef="#br0" timeOffset="2659.81">20700 17732 5734,'-9'34'0,"2"0"0,6-6-455,0 4 455,2-7 0,1 1-1469,0 14 1469,0-13 0,1-1 0,2 9 0,1-3-92,1-3 92,1-4-80,0-6 80,0-6 187,1-6-187,0-7 1189,2-7-1189,0-6 0,0-6 0,0-3 0,-1-5 0,-3-2-212,-1-2 212,-2-1 0,-3 1 0,-2 2 0,-3 2 92,-2 4-92,-8-4 0,-5 7 0,-1 2 0,-2 8 0,6 9 0,1 4 0,0 2 0,1 1 0,0-1 0,1-1 0</inkml:trace>
  <inkml:trace contextRef="#ctx0" brushRef="#br0" timeOffset="3219.81">20611 18019 5734,'8'1'0,"2"0"0,4-5 0,-2 0 0,4-3 0,-3 2 0,-4-1 0,-1 3 0,-6-1 0</inkml:trace>
  <inkml:trace contextRef="#ctx0" brushRef="#br0" timeOffset="3569.81">20109 17788 5734,'4'3'0,"-1"-1"0,11 2 0,-6-2 0,-2 2 0,-2-4 0,-3 1 0</inkml:trace>
  <inkml:trace contextRef="#ctx0" brushRef="#br0" timeOffset="4269.81">17939 18553 4040,'34'-2'0,"0"1"0,0-1 0,1 1 0,1-1 0,1 1-1093,2-1 1,0 1 0,2 0 837,2-1 1,0 0 0,1 0 254,2 0 0,1-1 0,3 1 0,-8-1 0,2 0 0,3 0 0,2 0 0,2 0 0,-10 0 0,2 0 0,1-1 0,1 1 0,2 0 0,-1-1 0,0 1 0,0 0 0,2-1 0,-1 1 0,2-1 0,-1 0 0,0 1 0,0-1 0,0 1 0,0-1 0,0 0 0,0 1 0,0-1 0,0 0 0,-1 0 0,0 1 0,-2-1 0,-2 0 0,4 1 0,-2-1 0,-1 0 0,-1 1 0,-1-1 0,1 0 0,5-1 0,-1 0 0,0 0 0,-2 1 0,-2-1 0,-1 0 0,-2 1 0,0-1 0,1 1 0,-3-1 0,2 0 0,0 0 0,-1 0 0,-4 1 0,2-2 0,-3 1 0,0-1 0,11-1 0,-2-1 0,-6 0 0,-2 1 0,-6 0 0,0 0 0,-1-1 0,-1-1 0,7-3 0,-3-3 0,-21 6 548,-6 1-548,-4 1 2503,-5 3-2503,-3-2 0,-4 2 0,-1-1 0</inkml:trace>
  <inkml:trace contextRef="#ctx0" brushRef="#br0" timeOffset="4939.8">15800 16424 5734,'3'19'0,"0"8"0,3 12-1639,1 1 1,1 4 637,-2-6 0,1 0 1001,0-2 0,0 3 0,0-2 0,2 11 0,0-1 0,-2-13 0,0 0 0,0 1 0,-1 1 0,1 0 0,0 3 0,1 3 0,0 3 0,-1 0 0,1-1-152,-1 2 0,0-1 1,1 1 151,-1-1 0,0 2 0,1-1 0,-2-2 0,0-2 0,-1-2 0,1 0 0,-1-2 0,0 0 0,1 1 0,1 7 0,0 2 0,0 0 0,-1-11 0,0 0 0,-1 0 0,1-2 0,0 5 0,0-2 0,-1-1 0,3 14 0,-2-9 0,-5-20 0,0-8 0</inkml:trace>
  <inkml:trace contextRef="#ctx0" brushRef="#br0" timeOffset="5619.81">16026 16349 5734,'35'-4'0,"0"1"0,0 0 0,6-2 0,4-2 0,1 1 0,-6 0-1093,-5 1 1,-4 0 0,2-1 496,5 0 0,3-1 0,0 0 0,-4 0 559,10-2 1,-1 1 36,-12 1 0,4-1 0,0 1 0,-2 0 0,4-1 0,-2 0 0,3 0 0,-2 0 0,3 0 0,0-1 0,-2 1 0,3 0 0,-2 0 0,0 0 0,4-1 0,-1 1 0,2-1 0,-12 2 0,1 1 0,1 0 0,2-1 0,4-1 0,2 0 0,3-1 0,-1 0 0,-3 2 0,2-1 0,-2 0 0,0 0 0,2 0 0,0 0 0,3 0 0,1-1 0,-1 1 0,-3 0 0,-2 0 0,-3 1 0,0 0 0,4 0 0,-6 1 0,2-1 0,2 1 0,0-1 0,-1 0 0,-2 1 0,9-1 0,-3 0 0,1 0 0,2 0 0,-9 1 0,1 0 0,2 0 0,-1 1 0,0-1 0,-4 1 0,6 0 0,-2 0 0,-1 1 0,0 0 0,0-1 0,0 1 0,0 0 0,-1 1 0,0 0 0,0 0 0,-1 0 0,1 0 0,-2 0 0,0 1 0,0-1 0,0 1 0,9-1 0,0 1 0,3 0 0,-4 0 0,3 1 0,-1 0 0,-2 0 0,-1 0 0,-2 0 0,7 1 0,-8 1 0,6-1 0,4 1 0,0 0 0,0 0 0,-4 0 0,-6 0 0,7 0 0,-7 0 0,5 1 0,-7-1 0,6 0 0,1 1 0,-1-1 0,-3 1 0,-8-1 0,5 0 0,-5 1 0,1-1 0,0 0 0,-2-1 0,1 0 0,11 0 0,-1-1 0,-12 0 0,2 0 0,-1 0 0,3-1 0,-3 1 0,-5 0 0,-2 0 0,6-1 0,1 2 0,3 0 0,-2 1 0,10 4 0,-15-3 0,-4 1 1181,-5 4-1181,-14-4 2816,-3 1-2816,0-1 1686,0 1-1686,-1-3 51,0 2-51,-1-1 0,1 0 0,0 1 0,-1 0 0,0 1 0,1 2 0,1 9 0,0-1 0,0 8 0,-1-1-612,-2 5 612,1 4 0,-1 5 0,0 6 0,1 10 0,0-4-1595,0-8 1,0 0 1594,0-2 0,-1 6 0,1-1 0,0-5-830,1 1 1,-1-4 829,0 5 0,0 0 0,1 3 0,-1 1 0,0 2 0,0 1 0,-1-13 0,1 1 0,-1-1-92,0 3 1,0 1 0,-1 0 91,1 2 0,-1 0 0,0 1 0,0 2 0,0 0 0,0 1 0,-1 0 0,1 0 0,-1 5 0,0-9 0,0 5 0,-1 2 0,1 1 0,0-3 0,0-3 0,0 2 0,0-3 0,0-1 0,0 4 0,-1-3 0,1 3 0,0 2 0,0-1 0,-1-2 0,1-5 0,0 5 0,0-6 0,0 1 0,1-2 0,-1-1 0,0 0 0,0 12 0,0 0 0,0-6 0,-1-1 0,2-4 0,-1-2 0,0-4 0,0-1 0,-1 19 0,0-9 0,0-7 0,0-7 0,1-7 2143,0-8-2143,-6-9 585,1-5 1,-5-9 0,0-1 0</inkml:trace>
  <inkml:trace contextRef="#ctx0" brushRef="#br0" timeOffset="58979.81">14546 3876 5734,'9'0'0,"0"0"0,15-1 0,-10 0 0,13 0 0,0-1 0,-9 1 0,10 0 0,-2 1 0,-12 0 0,10 1 0,1-1 0,-6 1 0,14-2 0,0-1 0,-10 1 0,20-3 0,-11 4 0,-16-1 0,20 1 0,-24 1 0,3-1 0,14-1 0,-15 0 0,16-2 0,-18 2 0,11-1 0,-9 0 0,18-1 0,-19 1 0,9 0 0,-4 0 0,-3 1 0,19-2 0,-15 1 0,23-2 0,-15 3 0,4-2 0,7 3 0,-18 0 0,19 0 0,-19-1 0,6 0 0,4 1 0,-7-1 0,4 1 0,0 0 0,1 0 0,0 0 0,-1 0 0,-1 0 0,8 0-548,-11 0 548,1 1 0,24-1 0,-16 0-485,-7 0 1,1 0 484,2 0 0,1 0 0,14 1 0,-8 0 0,-5 0 0,0 0-331,8 0 331,-6 0 0,0 0 0,7 1-546,-13-1 0,-1-1 546,11 2 0,-10-1 0,1 0 0,14 0 0,-10 1 0,6 0 0,-4 0 0,14 1 0,-4 0 0,-2 0 0,-8 1 0,1 0-271,-2 0 271,0-1 0,0 1 0,0 0 0,-1 0 747,13 2-747,-15-2 0,2-1 0,-6 1 0,-1-1 3,5 0 1,-1 0-4,1-1 0,12 1 0,-9-1 0,-4-1 0,-1-1 0,5 1 405,10 0-405,-14-1 0,12 0 0,-10 0 0,8 0 0,-12 0 420,-3 0-420,1 0 0,8 0 0,-8 0 0,5 0 0,-8 1 0,9 0 0,-5 0 0,17-1 0,-17 0 38,9 0-38,0 0 0,-10 1 0,0 0 0,17 0-533,5 2 533,-22-1 0,2-1 339,-2 1-339,1-1 0,0 0 0,11 1 0,-9 0 369,7 0-369,-8-1 0,1-1 0,13-1-509,-13 1 1,0 0 508,3-2 0,-9 1 380,10-1-380,-7 1 0,6-1 0,-9 0 209,-1 1-209,1 0 0,10-1 0,-7 1-440,8-1 440,-8 1 0,9-1 0,-6 1 0,6 0 0,-9 1 0,9 0 0,-8 0 0,8 0 0,-2 1 0,1 0 0,1 1 59,0 0 1,-2-1-60,-8 1-203,12 0 203,-9-1 0,8 0-253,-10 0 253,-1-1 169,0 1-169,-2-1 0,5-1 0,1 0 0,13-2 0,-12 1 0,1 0 0,18-3-22,-19 3 22,10-1 0,-11 1 586,0 0-586,1 1 0,0-1 0,1-1 0,13 0 0,-10 1 0,-6 0 0,-1 0-175,4 1 175,9-2 0,-14 2 0,0-1-18,-1 0 18,0 1 0,0-1 0,-1 1 0,1-1 0,8 1 0,-6-1 0,16 0 0,-15 1 440,8 0-440,-10 1 0,2 0 0,0 0-218,13 2 218,-9-1 0,11 1-26,-13 0 26,0-1 0,1 1 0,0 0 0,10 0-483,-8 0 0,0-1 483,5 0 0,1 0-449,0 0 449,-1-2-127,-10 1 0,0-1 127,12-1 0,10 0 0,-19-1 0,10 0 0,-12 0 0,7-1 0,-12 2 392,-1-1-392,-1 1 0,0-1 0,0 0 0,0 1 0,0-2 0,0 2 0,0-1 0,0 1 0,1-1 0,0 1 0,1-1 0,-1 1 0,1 0 1202,8 0-1202,-6 0 0,1 1 0,7 0 650,10-2-650,-31 2 0,-1-1 643,0 1-643,0 2 218,1 0-218,0 1 0,1 0 0,6 0 452,-5-1-452,14 0 0,-14-1 0,5 0 0,-10-1 0,-1-1 0,-2 0 0,0-1 0,-4-2 0,-4 1 0,-5-3 0,-7 1 0,-8 0 0,-4 0 0,-4-1 0</inkml:trace>
  <inkml:trace contextRef="#ctx0" brushRef="#br0" timeOffset="82209.81">21692 16898 5734,'-4'6'0,"1"-2"0,2-3 0,-1-1 0,7 0 0,-4 1 0,4-1 0,11-1 0,-7 0 0,28 1 0,-21 1 0,23 2 0,-23 0 0,16 3 0,-11-2 0,0 0 0,-5-2 0,-5-1 0,-6 0 0,3-1 0,-8-1 0,-2-4 0,-4 1 0,-2-3 0,-3 3 0,3 1 0,-2 0 0</inkml:trace>
  <inkml:trace contextRef="#ctx0" brushRef="#br0" timeOffset="82569.81">21782 17140 5734,'1'3'0,"-1"-1"0,9-4 0,-3 0 0,9-5 0,-5 4 0,9-2 0,-6 2 0,9 1 0,-8 2 0,4-1 0,-6 1 0,2 0 0,0 2 0,-2-1 0,-3 1 0,-6-2 0,-2 1 0,-5-3 0,0 1 0,-5 0 0,2 1 0,1 0 0,0 0 0</inkml:trace>
  <inkml:trace contextRef="#ctx0" brushRef="#br0" timeOffset="82809.81">21838 16879 5734,'19'9'0,"-2"-1"0,-5-1 0,0 0 0,1 2 0,-1 0 0,0 2 0,3 10 0,-5-3 0,2 17-722,-9-12 722,-1 9 0,-4-8-137,-4 10 137,1-9 0,-3 9 0,3-12 0,-1 0 0,-1-5 0,0-7 0,1-8 0,2-5 0</inkml:trace>
  <inkml:trace contextRef="#ctx0" brushRef="#br0" timeOffset="90279.81">16121 17082 5734,'4'6'0,"-1"-1"0,-1 1 0,5 21 0,-3-11 0,5 22 0,2 1 0,-5-10 0,5 12 0,-1-2 0,-4-19 0,4 19 0,-8-30 0,2 4 0,-4-12 0,1-2 0,-1-2 0,-1-7 0,-1 5 0,-5-4 0,3 5 0,-6-2 0,5 1 0,-3-2 0</inkml:trace>
  <inkml:trace contextRef="#ctx0" brushRef="#br0" timeOffset="90829.8">16106 17099 5734,'0'-6'0,"-1"1"0,1 4 0,2 5 0,3 2 0,-1 2 0,4 3 0,3 3 0,-1-2 0,3 1 0,-6-7 0,1 0 0,-1 1 0,0-1 0,2 0 0,-2-2 0,4 1 0,-4-4 0,1-1 0,-2-2 0,0-2 0,0-1 0,1-7 0,-2 3 0,1-4 0,-1 2 0,2-6 0,0-8 0,-1 0 0,0 1 0,-4 11 0,-1 4 0,-1 3 0,1-1 0,-1 2 0,0-1 0,0 2 0,0-1 0,0 3 0,0 0 0,1 1 0,1 3 0,1 1 0,1 3 0,-1 1 0,3 10 0,-1-1 0,2 8 0,-1-4 0,1 3 0,0 2 0,2 3 0,-1 2-985,1 2 985,-1 1 0,1 0 0,0 0 0,0-3-602,-1-1 602,0-3 0,-1-2-249,-2-2 249,-2-2 0,-2-4 0,-2-1 0,-1-6 0,-1-1 0</inkml:trace>
  <inkml:trace contextRef="#ctx0" brushRef="#br0" timeOffset="92029.81">16204 18090 5734,'4'23'0,"-2"-2"0,1-5 0,-2 1 0,2 1 0,0 10 0,0-7 0,1 5 0,-2-8 0,2 7 0,-2-10 0,2 6 0,-3-13 0,1-2 0,-1 0 0,0-3 0,0 0 0,-2-9 0,0 1 0,-2-8 0,1 2 0,-1-2 0,1-2 0,-1-3 0,1-1 0,-1-3 0,1 0 0,-1-2 0,0-10 0,0 8-470,-1-7 470,3 13-34,-1 1 34,1 2 0,-1 4 0,0-8 0,2 12 0,-1-4 468,4 15-468,0 4 36,1 2-36,3 9 0,0-2 0,2 7 0,-3-5 0,6 14 0,-4-13 0,4 8 0,-7-16 0,1-2 0,-2-1 0,-1-2 0,0-1 0,-1-2 0,2-2 0,-1-3 0,4-8 0,-3 0 0,2-6 0,-2 3 0,0-1 0,1-5 0,-2 6 0,0-3 0,0 8 0,-2 2 0,0 2 0,0 1 0,0 2 0,1 3 0,0 4 0,1 3 0,0 4 0,3 14 0,-2 1 0,1 2 0,2 11-527,-3-10 1,0-3 526,-1-3 0,-1-3-155,0 0 155,-1-3 0,0-2 0,-3 3 0,-1-5 0,-2-1 0,-1-5 0</inkml:trace>
  <inkml:trace contextRef="#ctx0" brushRef="#br0" timeOffset="93819.81">17565 16686 5734,'-1'-7'0,"-3"-1"0,0 2 0,-1-1 0,0 3 0,1 0 0,1-1 0,1 2 0,1 2 0,4 6 0,-2-1 0,4 4 0,-2-2 0,1 2 0,1 1 0,-2 0 0,4 10 0,-2-7 0,1 7 0,-2-9 0,-1-1 0,0 1 0,1 2 0,-2-4 0,1 3 0,-2-7 0,1 2 0,-1-3 0,1 2 0,-2-4 0,1 1 0,1-4 0,-2 0 0,-1-4 0,0 2 0,-4-1 0,2-2 0,1 1 0,-2-7 0,1 2 0,1-2 0,0 2 0,0 3 0,0 0 0,0-1 0,-1 0 0,-1-6 0,0 3 0,0-4 0,-1-8 0,2 7 0,-1-6 0,3 12 0,0 2 0,0 3 0,0-2 0,1 4 0,0 0 0,0 0 0,0-1 0,0 2 0,0 2 0,3 5 0,-2 1 0,4 5 0,-1-3 0,0 3 0,2 0 0,2 8 0,-1-3 0,5 11 0,-5-9 0,1 5 0,-2-8 0,8 19 0,-8-20 0,7 12 0,-12-24 0,1-1 0,-1-1 0,3-5 0,-1 0 0,0-6 0,0 1 0,0-8 0,3-11 0,-3 4-301,1-4 301,-2 14 0,-1 2 0,2-3 0,-2 7 0,2-2 0,0 8 0,0 1 0,2 4 301,-2 2-301,1 4 0,0 2 0,0 2 0,5 12 0,-3-6-241,2 8 241,-3-7 0,1 10 0,-2-8 0,1 6 0,-5-10 0,-1 3 0,-1-5 0,-1 0 0,1-6 0</inkml:trace>
  <inkml:trace contextRef="#ctx0" brushRef="#br0" timeOffset="94079.81">17815 16411 5734,'-4'13'0,"2"1"0,3 14 0,2-3-1651,1 13 1651,1-8 0,0-6 0,1 0 0,3 13-469,-3-13 1,2 0 468,4 9 0,-3-10 0,3 0 191,6 3 0,2 1-191,6 1 0,1-1 0,-5-6 0,0-3 0,20 5 0,-23-19 0</inkml:trace>
  <inkml:trace contextRef="#ctx0" brushRef="#br0" timeOffset="94769.81">20779 16092 5734,'16'7'0,"-2"0"0,7 3-779,-3 1 779,2 5 0,1 3 0,-2 7 0,0 5 0,0 10 0,-1 2-1562,1-2 0,-2 1 1562,-3 4 0,-5-3 0,-4-17 0,-3-2 177,1 0 1,-2 2-178,-1 10 0,-1 1 0,1-10 0,-2 1-548,-1 8 0,-1-1 548,-5 12 0,-3-2 0,-3-2 0,-3-3 0,-3-4 0,-1-4 0</inkml:trace>
  <inkml:trace contextRef="#ctx0" brushRef="#br0" timeOffset="95849.81">17729 18088 5734,'7'24'0,"0"-4"0,0 8 0,-1-5 0,-1-1 0,0-1 0,0-1 0,0-2 0,1 2 0,-2-6 0,1-1 0,-2-4 0,-2-5 0,1-2 0,-2-7 0,-2-3 0,0-4 0,0-3 0,-1-3 0,0-3 0,0-13 0,1 8 0,-1-20-836,2 20 836,0-7 0,1 15 0,-1 3 0,1 3 0,-1 3 0,2 1 0,0 6 0,6 17 0,-3-3 0,4 13 0,-4-11 0,0-1 836,-1-1-836,0-1 0,1 1 0,-2-5 0,1 0 0,2-9 0,-1-1 0,2-6 0,-1-1 0,-1 1 0,1-1 0,0 1 0,0 2 0,0 2 0,1 3 0,1 2 0,2 5 0,-2 1 0,2 3 0,-4 0 0,0 0 0,-2 2 0,-1 0 0,-2 0 0,-2-1 0,0-3 0,-2-1 0</inkml:trace>
  <inkml:trace contextRef="#ctx0" brushRef="#br0" timeOffset="96079.81">17918 17885 5734,'3'25'0,"-1"3"0,0 5-436,0 6 436,0-8 0,1 1-1047,-1-7 1,1 0 1046,2 8 0,0 0 0,4 11-607,4-3 607,4-2-882,3-4 882,4-5 0,1-4-86,-1-6 0,2-7 1,-2-3-1</inkml:trace>
  <inkml:trace contextRef="#ctx0" brushRef="#br0" timeOffset="96799.81">20871 17301 5734,'12'4'0,"3"3"0,11 15 0,-3 0-2492,8 14 2492,-7-2 0,-2 8 0,-7-7 0,-2 3 0,-3-7 0,-2 1-949,3 11 1,-2 1 948,-5-9 0,-2 0 0,-1 1 0,-1 1 0,-1 1 0,-2 0 0,-2 2 0,0-1 0,-2-1 0,-1 0 0,-1-1 0,0 0 0,-1-3 0,1-1 177,-1-2 0,-1-1-177,-3 5 0,1-2 0,2-10 0,1-2 0,-3 4 0,0 0 0</inkml:trace>
  <inkml:trace contextRef="#ctx0" brushRef="#br0" timeOffset="100679.81">22509 16713 5734,'0'35'0,"2"9"0,-1 0 0,1-14 0,1 1 0,1 6 0,-1-8 0,2-8 0,0 4 0,0-2 0,-3-10 0,-1 6 0,-3-11 0,0-4 0,0 0 0</inkml:trace>
  <inkml:trace contextRef="#ctx0" brushRef="#br0" timeOffset="101279.81">22463 16794 5734,'6'2'0,"4"9"0,-4-1 0,5 7 0,-4-6 0,8 13 0,-6-10 0,8 13 0,-9-16 0,1 2 0,-3-5 0,2 3 0,-3-4 0,5 2 0,-5-5 0,2-2 0,-4-2 0,4-5 0,-2 0 0,4-10 0,-3 4 0,1-6 0,-2 3 0,5-14 0,-4 9 0,6-18 0,-7 20 0,2-5 0,-2 7 0,6-14 0,-6 14 0,4-10 0,-7 16 0,0 6 0,-1-1 0,1 5 0,2 3 0,-1 0 0,9 32 0,-7-14-432,1 1 1,-1 2 431,-2 2 0,0 1 0,0 1 0,0-1-615,1 1 615,0-2 0,1 0 0,-1-2-285,2-2 285,-1-3 0,1-2 0,-2-1 0,-2-6 195,1-2 0,-5-7 0,2-3 1</inkml:trace>
  <inkml:trace contextRef="#ctx0" brushRef="#br0" timeOffset="102059.81">23179 16489 5734,'2'-6'0,"1"2"0,-2 3 0,0 2 0,1 0 0,-1 0 0,1 0 0,-1 1 0,-1 1 0,-1 2 0,-1 2 0,-1 8 0,1 0 0,-1 6 0,0-3 0,-2 13 0,1-6 0,0-1 0,0 0-861,-1 6 861,-2 11 0,1-12 0,-3 12 0,2-9 0,-3 9 0,3-15-87,-4 9 87,0 1 0,2-9 0,0-1 0,-2 9-535,-2 2 535,7-20 0,1-2 0,0-2 0,2-3 803,0-2-803,1-1 90,0-1-90,0-2 590,1 0-590,0-1 0,1 0 0,0-1 0,0 0 0,1-1 0,0 0 0,1-1 0,0 0 0,0 0 0,0 0 0,5-3 0,1 0 0,5-2 0,0 0 0,12-5 0,-2 2 0,3-2 0,5-1 0,2 1 0,1-1-963,-1 1 1,-1 0 962,2 0 0,-2 1 0,2 2-841,0 1 841,-1 0 0,0 2 0,-2 1-478,-1 0 478,-3 1 0,-2 0 0,-2 1 0,4 0 0,-1-1 0,-4 2 0,-6-1 1619,-11 1-1619,-2 1 969,-1 0-969,-2 1 656,-7-2-656,0 1 0,-7-1 0,2 1 0,1-1 0,-2 0 0</inkml:trace>
  <inkml:trace contextRef="#ctx0" brushRef="#br0" timeOffset="103619.81">23417 16650 5734,'-2'-5'0,"0"1"0,1 3 0,0 0 0,0 0 0,-1 0 0,-2 0 0,2 1 0,-2 0 0,2 1 0,1 0 0,-1-1 0,1 1 0,0-1 0,-2-1 0,0 1 0,0-1 0,-1 0 0,2 1 0,-1 0 0,1-1 0,0 0 0,0-1 0,0 1 0,1 1 0,-1-1 0,1 1 0,-1 0 0,1-1 0,-1 1 0,1 0 0,-1 0 0,1 0 0,0 0 0,-1 0 0,-1 0 0,2 0 0,-1-1 0,3-1 0,0 1 0,1 0 0,0 2 0,0 0 0,-1 1 0,0 0 0,-2-1 0,1 0 0,0 4 0,-1-1 0,0 4 0,0-1 0,1-2 0,0 3 0,0-3 0,0 0 0,1 1 0,0 3 0,0-1 0,2 2 0,-1-2 0,1 1 0,1 0 0,2 0 0,-1 2 0,0 0 0,-1 0 0,-1 0 0,0 0 0,0 0 0,0 0 0,1-2 0,0 0 0,-1-1 0,10 11 0,-7-10 0,7 6 0,-8-11 0,1-1 0,-2-1 0,4 0 0,-2-1 0,3 0 0,-3 1 0,2 2 0,4 5 0,-4-4 0,3 0 0,-8-4 0,1-1 0,-1 0 0,1-1 0,-1 0 0,2-2 0,-1-1 0,1 0 0,0-2 0,0 0 0,-1 0 0,0 0 0,0 0 0,-1-1 0,1 0 0,0-1 0,-1 1 0,0-1 0,0 1 0,-2-2 0,1 1 0,-1-2 0,0-4 0,-2 3 0,-1-9 0,-1 7 0,-1-3 0,0 5 0,-6-9 0,-1 3 0,-3-2 0,2 6 0,5 5 0,-6-3 0,4 2 0,-8-6 0,7 7 0,-2-3 0,4 5 0,-10-5 0,7 6 0,-8-3 0,10 8 0,-2 1 0,-5 4 0,4-1 0,-4 3 0,6-2 0,1 1 0,2-1 0,-1 0 0,3-1 0,-1-1 0,1 0 0,0 2 0,1 1 0,-1 0 0,3-1 0</inkml:trace>
  <inkml:trace contextRef="#ctx0" brushRef="#br0" timeOffset="103869.81">23418 16844 5734,'12'-6'0,"0"0"0,-1 1 0,7-5 0,-4 3 0,5-4 0,-5 3 0,9-5 0,-9 4 0,6-3 0,-15 7 0,-2 2 0,-3 1 0,-5 2 0,0-1 0</inkml:trace>
  <inkml:trace contextRef="#ctx0" brushRef="#br0" timeOffset="106889.81">22660 17866 5734,'-4'-6'0,"3"5"0,2 9 0,2 4 0,1 12 0,-1 2 0,1 2 0,-1 2 0,0 0-522,-1-8 522,-1 5-40,1-5 40,-1-9 0,0 6 0,0-13 0,-7-7 0,2-3 387,-9-14-387,6 5 175,-6-27-175,3-7 0,5 24 0,0-1 0,1-12 0,1 1 0,2 5 0,0 4 0,0 1 0,1 7 0,0-5 0,1 15 0,1 0 0,4 10 0,0 3 0,8 12 0,-4-3 0,1 8 0,0 1 0,2 4 0,-2 1 0,0 1 0,-1 0 0,-4-4 0,1-1 0,-1 1 0,4 20 0,-6-28 0,2 7 0,-5-21 0,0-2 0,0-8 0,1-2 0,1-19 0,0 7 0,2-10 0,-1 9 0,1 1 0,-1 1 0,2 1 0,-1 2 0,0 0 0,0 2 0,-1 1 0,3-2 0,-3 5 0,3 1 0,-3 7 0,5 8 0,-2 3 0,3 7 0,0 14 0,-3-4-761,2 11 761,-4-8 0,2 13 0,-2-10 0,0 9 0,-3-14-49,-2 18 1,0-23 0,0 11-1</inkml:trace>
  <inkml:trace contextRef="#ctx0" brushRef="#br0" timeOffset="107379.81">23227 17646 5734,'-2'15'0,"1"1"0,-2 1 0,0 4 0,-2 5 0,-2 3 0,1 6 0,0-7 0,0 1-1693,-3 18 1693,3-16 0,0 2 0,0 1 0,0-2 0,2-7 0,0 0-446,-1 6 1,0-1 445,0 7 0,1-6 94,0-3-94,2-4-108,-1-3 108,3-4 722,-1-2-722,2-3 1140,-1-2-1140,3-2 592,1-2-592,8 1 144,1-4-144,19-1 0,5-8 0,2 0-1159,3-4 1159,-11 1 0,1 0-692,-2 1 692,0 0 0,-5 1-299,-1 1 299,-4 1 0,-2 0 0,-3 2 0,4 0 1032,-10 1-1032,3-1 752,-10 2-752,-3 1 366,-4 1-366,-2 0 0,-2-2 0,-3 0 0,0-3 0</inkml:trace>
  <inkml:trace contextRef="#ctx0" brushRef="#br0" timeOffset="107749.81">23274 18092 5734,'-3'1'0,"5"0"0,2-1 0,5-1 0,-2-1 0,1-2 0,2 0 0,1 0 0,1-2 0,5-2 0,-3 2 0,4-2 0,-7 3 0,3-1 0,-4 2 0,-1 1 0,-5 3 0,-3 1 0,0-2 0,-1 0 0</inkml:trace>
  <inkml:trace contextRef="#ctx0" brushRef="#br0" timeOffset="108199.81">23517 17847 5734,'-5'-2'0,"0"1"0,2 3 0,1-1 0,-1 4 0,0 1 0,-1 4 0,1 5 0,-1 28 0,2-11 0,1-6 0,0 2 0,2-3 0,1-1-1042,1 13 1042,2 10 0,3-6 0,-2-13 0,3 4-112,-3-15 112,0-4 0,0-3 0,1-4 0,1-4 0,0-5 1029,2-6-1029,0-6 0,1-7 0,-1-6-211,-1-4 211,-1-4 0,-5 0 0,-3-2 0,-1 7 0,-1-1 0,-2 0 0,-2-2 0,0 4 0,0 5 0,-2 3 0,-11-19 0,-2 22 0,4 11 0,-11 13 0,16 5 0,-1 12 0,10-9 0,1-1 0</inkml:trace>
  <inkml:trace contextRef="#ctx0" brushRef="#br0" timeOffset="108409.81">23481 18119 5734,'21'-12'0,"1"-1"0,16-9 0,-23 11 0,0-1 0,4-2 0,-7 5 0,0-1 0,-8 7 0,-3-1 0,0 0 0</inkml:trace>
  <inkml:trace contextRef="#ctx0" brushRef="#br0" timeOffset="109099.81">22676 18646 5734,'15'2'0,"5"-3"0,7-3-2667,12-3 2667,-16 2 0,2-1 0,4 0 0,0-1 0,4 0 0,2-1 0,2 0 0,1 0-589,3-1 0,1 1 589,2-1 0,0 1-764,2-1 0,-1 1 764,0 0 0,2 0 0,-6 1 0,2-1 0,0 1-121,-2 0 1,0 1 0,0-1 120,-1 1 0,-1-1 0,-1 1 0,11-1 0,-6 0 0,-16 3 0,-3 1 0,17-4 0,-6 1 0,-7 1 0,-6 1 0,-5 2 1176,-4-2-1176,-6 1 2814,-3 0-2814,-12-3 365,-1 0 1,-10 0 0,4 1-1</inkml:trace>
  <inkml:trace contextRef="#ctx0" brushRef="#br0" timeOffset="110149.81">22172 16786 5056,'9'42'0,"1"0"0,0 2 0,0 2-1093,-3-13 1,0 0 0,0 2 924,0 1 0,0 0 1,0 1 167,0 1 0,0 0 0,0 3 0,-1-1 0,2 3 0,-1 2 0,0 0-256,0-2 1,0 1 0,0 1 0,-1-1 0,1-1 255,0 2 0,0 0 0,-1-2 0,1 1 0,0 3 0,0 0 0,0-2 0,-1-7 0,0-2 0,-1-4 0,0-2 0,0-2 0,-2-4 0,1 0 0,1 16 0,-3-8 0,-2-6 0,0-8 0,-2-5 0</inkml:trace>
  <inkml:trace contextRef="#ctx0" brushRef="#br0" timeOffset="110709.81">22197 16242 5734,'9'-4'0,"2"0"0,3 2 0,23-1 0,-4 0-1570,4-2 0,3-2 1570,-12 3 0,1-2 0,8-2 0,5-1 0,-3 0 0,2 0 0,1-1 0,-5 1 0,5-2 0,1 1 0,-4 0-441,-2 1 1,-3 1 0,4-1 440,-1 0 0,4 0 0,1-1 0,0 0 0,-4 1-425,5 0 1,-3 0 0,2-1 424,-2 2 0,2-1 0,0 0 0,-3 1 0,-1 0 0,-3 1 0,4 1 0,4-1 0,5 0 0,1 0 0,0 1 0,-5 2 0,1 0 0,-1 1 0,1 0 0,0-1 0,1 0 0,-1 0 0,-3 2 0,4 1 0,-3 1 0,-5 1 0,-12 1 0,-2 2 0,4 0 0,0 1 0,9 4 0,-12-3 0,-1 1 0,-4-2 896,2 1-896,-11-5 2675,-1 4-2675,-4 0 1188,-2 3-1188,-3 1 975,-4 6-975,0-2 0,-3 4 0,1-4 0,1 1 0,-1 2 0,0 2 0,-1 13 0,1-5-902,0 12 902,1-6 0,3-6 0,1 2 0,-2 19 0,2-17 0,0 7 0,1 1 0,0 10 0,2 4 0,-1-1 0,0-3-774,1-3 1,-1-3 0,1 1 0,0 4 773,-1-2 0,1 3 0,0 3 0,0 0 0,-1-2 0,1-5-435,1 3 0,0-4 0,0-3 1,-1 0 434,2 3 0,-1-3 0,0 1 0,0-1 0,1 1 0,-1-1 0,1 0 0,-1-1 0,1 0 0,0-2 0,-1 0 0,1-1 0,-1-3 0,0 0 0,1 3 0,-1 6 0,2 5 0,-1-1 0,-1-5 0,1 5 0,-1-2 0,1 4 0,0 3 0,-3-11 0,-3-7 0,-10-10 0,-1-15 0,-7-8 0</inkml:trace>
  <inkml:trace contextRef="#ctx0" brushRef="#br0" timeOffset="112439.8">22502 16105 5734,'-5'-12'0,"0"0"0,1 1 0,0-3 0,-2-10 0,2 3-570,-1-8 570,3 6 0,-2-11 0,2 8 0,-1-1 0,1 0 0,-1 1 0,-3-14 0,2 22 0,0-1 140,0 2-140,-7-15 0,5 11-231,-4-9 231,5 14 0,1 2 0,0 2 0,1 1 421,0 3-421,1-1 0,0 2 0,0 0 240,1 4-240,1 0 0,1 3 0,-1 5 0,-1 0 0,1 4 0,0-1 0,1 22 0,-1-17 0,1 14 0,-1-21 0,-1-1 0,0-1 0,0 0 0,-1-1 0,0-1 0,1 0 0,-3-2 0,1-4 0,-1 0 0,1-3 0,2 0 0,-1 0 0,2-1 0,-1-1 0,2 0 0,-1 0 0,3-4 0,-1 4 0,3-9 0,-2 8 0,0-5 0,0 6 0,0-3 0,-2 3 0,0 0 0,0 4 0,-1 0 0,0 2 0,0 1 0,-1 10 0,0-1 0,-3 13 0,-4 10 0,1-4-577,-2 8 577,3-12 0,-4 13 0,2-7 0,-4 8 0,4-12 0,-7 18 0,8-20 0,-5 10 0,9-24 0,1-3 0,1-2 0,1-9 0,0-3 0,2-6 577,0 1-577,4-12 0,-1 5-456,2-9 456,-3 8 0,0-2 0,0-1 0,0 1 0,0 0 0,-1 2 0,0 1 0,0 2 0,0-2 0,-1 7 0,1-2 0,-2 10 0,2 1 0,-1 5 456,3 8-456,11 30 0,-2-8-416,-5-7 0,0 0 416,1 0 0,-2-8 0,-2-1 0,-1-1 0,2-2 0,-2-1 0,2 1 0,10-7 832,-6-1-832,6-7 0,-10-1 0,0-1 0,-1 1 0,-1 1 0,-2 2 0,-2 1 0,1 0 0,-11 3 0,3-2 0,-9 3 0</inkml:trace>
  <inkml:trace contextRef="#ctx0" brushRef="#br0" timeOffset="113729.8">21965 15330 5734,'0'35'0,"0"-2"0,1 0-1170,0-8 1170,0 7 0,1-14 315,0 4-315,0-9 207,0 4-207,-1-10 0,0-2 0,-2-5 600,1-4-600,-3-9 0,-1-6 0,0-3-193,0-2 193,1 5 0,1 0 0,-1-10 0,1 8-215,1-7 215,1 11 0,0-4 0,0 8 236,0-2-236,1 8 0,0 2 0,1 2 220,1 2-220,4 7 0,-1 1 0,6 11 0,-4-4 0,5 13 0,-5-11 0,3 9 0,-2-3 0,-3-7 0,-1-1 0,-4-11 0,-1-2 0,0-23 0,0 9 0,1-18 0,1 15 0,0-1 0,1 0 0,-1 0 0,1 3 0,-1 1 0,0 2 0,0 3 0,-1 1 0,1 2 0,1 3 0,1 2 0,0 4 0,1 2 0,0 2 0,4 8 0,-2-3 0,3 6 0,-2-6 0,4 6 0,-3-6 0,8 7 0,-8-10 0,2 2 0,-5-6 0,17-2 0,-13-5 0,12-3 0,-16-5 0,0 0 0,1-2 0,1 0 0,0-1 0,0-2 0</inkml:trace>
  <inkml:trace contextRef="#ctx0" brushRef="#br0" timeOffset="113979.8">22316 15204 5734,'-3'7'0,"1"2"0,1 0 0,2 9 0,0 2 0,3 13 0,-1-10 0,2 0 0,-2-13 0,8-2 0,-4-7 0,5-3 0,-6-8 0,0-1 0,-1-3 0,0-1 0,-1-1 0,0-1 0,-1-7 0,-2 7 0,-1-3 0,-2 5 0,0 8 0,-3-1 0,0 8 0,2 3 0,-1 0 0,1 2 0,1 0 0,0 0 0</inkml:trace>
  <inkml:trace contextRef="#ctx0" brushRef="#br0" timeOffset="114589.8">22333 15266 5734,'24'31'0,"-2"-4"0,-12-16 0,-1 0 0,5 6 0,-5-7 0,4 4 0,-4-6 0,-3-4 0,1 1 0</inkml:trace>
  <inkml:trace contextRef="#ctx0" brushRef="#br0" timeOffset="115029.8">22488 15245 5734,'0'-16'0,"-2"-7"0,1 6 0,-1-3 0,1 8 0,1 4 0,0 1 0,3 4 0,1 4 0,5 7 0,8 15 0,-2 1-1069,7 11 1069,-6-4 0,-4-6 0,1 0 0,5 16 0,-3-6 0,0 1 0,1 8-697,-6-17 0,-1 1 697,1 10 0,-1-1-787,-3-1 787,-1-2 0,-3 0 0,-1-4 0,-8 7 0,-3-1 0,1-4 105,-1 1 0,-1-5-105,1-19 1291,0-2-1291,1-2 956,1-3-956,-3-3 0,3-2 0,-1-4 793,2-2-793,0-14 0,4 6 0,-1-11 0</inkml:trace>
  <inkml:trace contextRef="#ctx0" brushRef="#br0" timeOffset="115439.8">22642 15242 5734,'6'17'0,"-1"-2"0,1 3 0,6 18 0,-6-17 0,6 14 0,-9-22 0,1-3 0,-1 0 0,-1-3 0,0 0 0,-1-5 0,2-5 0,0-2 0,1-5 0,-1-2 0,0 0 0,0-3 0,0-8 0,-2 5 0,1-6 0,0 8 0,1-4 0,-1 8 0,0-3 0,-1 9 0,1 2 0,0 2 0,5 5 0,-1 2 0,4 3 0,-2 2 0,14 15 0,-10-9 0,12 13 0,-17-18 0,2 2 0,-6-7 0,0 0 0,-2-1 0,-1-2 0,0-1 0</inkml:trace>
  <inkml:trace contextRef="#ctx0" brushRef="#br0" timeOffset="115729.8">22916 15204 5734,'5'16'0,"-1"0"0,0 0 0,-1-1 0,1-1 0,-2-1 0,0-2 0,-1-1 0,0-4 0,-1 0 0,0-2 0,0-1 0</inkml:trace>
  <inkml:trace contextRef="#ctx0" brushRef="#br0" timeOffset="116499.8">22935 15059 5734,'15'37'0,"-5"-10"0,2 5-693,-6-13 693,-1 1 0,-1-2 226,-1 0-226,3 3 115,-2-5-115,0 1 0,-1-7 0,-1-4 352,0 0-352,-1-6 0,-1-4 0,1-1 0,-1-4 0,1 1 0,-1-3 0,2 1 0,-1-7 0,0 5 0,2-5 0,-1-4 0,1 7 0,1-5 0,-2 9 0,1 5 0,-1 0 0,1 4 0,1 2 0,0 3 0,0 3 0,1 2 0,0 1 0,1 3 0,0 0 0,6 13 0,-4-11 0,4 10 0,-6-15 0,-1-1 0,0-3 0,1 1 0,-1-4 0,0-1 0,-1-4 0,0-3 0,0 0 0,1-7 0,-2 3 0,1-5 0,-3 4 0,1-4 0,-1 4 0,0-5 0,-1 7 0,0 0 0,0 3 0,1 4 0,2 7 0,0 1 0,4 7 0,-3-3 0,9 10 0,-7-9 0,5 6 0,-8-12 0,-1-2 0,0-1 0,-1-1 0,0-2 0,0-4 0,-1-1 0,3-9 0,-1-9 0,-1 5 0,0-5 0,-1 14 0,0 2 0,0-1 0,-1 2 0,0 1 0,-1 2 0,0 1 0,0 0 0,0 1 0</inkml:trace>
  <inkml:trace contextRef="#ctx0" brushRef="#br0" timeOffset="116709.8">22681 15080 5734,'-3'-4'0,"2"0"0,4 1 0,1 0 0,4 1 0,2 2 0,3 0 0,3 1 0</inkml:trace>
  <inkml:trace contextRef="#ctx0" brushRef="#br0" timeOffset="117349.8">23303 15179 5734,'-14'23'0,"2"-1"0,8-7 0,2 1 0,1 0 0,4 6 0,2-6 0,1 3 0,5-7 0,-2-5 0,8-3 0,-6-5 0,2-4 0,-3-2 0,0-10 0,-3 4 0,0-9 0,-5 5 0,-1-11 0,-2 5 0,-1-10 0,-7-14 0,3 17 0,-5-16 0,5 25 0,0 2 0,0 3 0,-2-1 0,3 5 0,0 1 0,1 7 0,1 2 0,0 4 0,2 8 0,2 2 0,2 8 0,7 8 0,0-4-756,7 9 756,-3-9 0,11 10 0,-6-10 0,-1-5 0,-1-2 0,3 1 0,5 1-167,-10-11 167,1-2 0,-2-4 0,0-2 0,4-6 0,-1-11 0,-4 3 0,-6-8 743,-10 10-743,-1 0 180,-5-2-180,2 6 0,-2-3 0,4 7 0,0 1 0,2 3 0,1 5 0,15 21 0,-3-10-351,13 13 351,-6-20 0,1-4 0,10-6 0,-4-2 0,9-6 0</inkml:trace>
  <inkml:trace contextRef="#ctx0" brushRef="#br0" timeOffset="117759.81">21929 15680 5734,'29'0'0,"1"0"0,-2-1 0,1 1 0,4-3 0,0 0-1639,-4 1 1,0 0 1199,13-1 1,0-1 438,-8 1 0,0 0 0,0-1 0,4 1 0,-2-1 0,6 0 0,0 0-527,-4 0 0,1 0 1,-2 1 526,2-1 0,2-1 0,0 1 0,6-1 0,1 0 0,-6 1 0,-7 0 0,-4 0 0,3 0 0,9 0 0,0-1 0,0 0 0,0 0 0</inkml:trace>
  <inkml:trace contextRef="#ctx0" brushRef="#br0" timeOffset="117899.8">24034 15359 5734,'-26'12'0,"4"-3"0</inkml:trace>
  <inkml:trace contextRef="#ctx0" brushRef="#br0" timeOffset="118729.8">23567 16415 5734,'8'-16'0,"9"-10"0,3-3 0,5-4-1639,-1-1 1,0 0 1185,3-4 453,-12 18 0,0-1 0,6-10 0,2-1 0,-6 8 0,1-1 0,5-8 0,0 0 0,-6 10 0,0 1 0,6-10 0,1 0 0,-7 8 0,1 1 0,3-7 0,0 1-182,5-7 182,-4 4 0,-3 4 367,-3 4-367,-2 3-201,0-2 201,-6 8 1650,1-5-1650,-6 11 1173,-2-1-1173,-3 5 615,-3 1-615,-1 2 308,-3 1-308,2 2 0,0 1 0,-1 0 0</inkml:trace>
  <inkml:trace contextRef="#ctx0" brushRef="#br0" timeOffset="118939.8">24105 15510 5734,'12'3'0,"3"7"0,-5 0 0,2 5 0,-7-1 0,1 6 0,-2-4 0,3 10 0,-4-12 0,2 2 0,-1-7 0,0 0 0,1-4 0,2 0 0,-2-5 0</inkml:trace>
  <inkml:trace contextRef="#ctx0" brushRef="#br0" timeOffset="119469.8">24297 15266 5734,'8'36'0,"1"-1"0,-1-2 0,0-2 0,5 11-2312,-2-9 2312,2 9 0,-4-13-50,-1 0 50,1-2 0,0 8 0,-2-11 0,1 5 282,-1-4-282,-3-11 0,1 3 0,-3-13 1114,-2-2-1114,-3-13 0,0 1 659,-2-11-659,2 6 0,-3-3 0,1-2 1,-2-1-1,1-2 0,-1 0 0,0-2-578,2-2 578,0 0 0,1 0 0,1-1 0,2 2 0,2 0 0,1 0 0,2 3 0,1 0 0,1 2 0,6-4 0,-2 9 0,4-3 0,-5 10 0,5 1 0,-4 4 289,2 2-289,-3 7 0,-4 15 0,-2-3 0,-5 9 0,-4-9 0,-1 0 0,0-1 0,-1-1 595,1-1-595,0-2 0,2-1 0,-3 3 0,3-5 0,0 0 0,1-4 0,2-5 0,-1-1 0,3-6 0,1-1 0</inkml:trace>
  <inkml:trace contextRef="#ctx0" brushRef="#br0" timeOffset="119889.81">24506 15019 5734,'4'9'0,"0"2"0,-1 3 0,3 11 0,0 4 0,2 3-873,-1 0 1,0-1 872,0 1 0,1-1-250,-1-2 250,0-1 0,2 16 0,-4-19-273,3 15 273,-5-28 0,0 2 0,-1-8 1199,-2-3-1199,0-2 730,-1-5-730,-2-1 339,0-4-339,1-1 0,-2-8 0,1 4 0,1-7 0,3 5 0,3-7 0,-2 5 0,3-4 0,-2 8 0,1 2 0,0 1 0,1 3 0,8 2 0,-6 6 0,9 6 0,-10 3 0,3 5 0,-3-2 0,1 1 0,4 8 0,-3-6 0,3 5 0,-4-8 0,10 14 0,-9-14 0,7 8 0,-11-17 0,-1-1 0</inkml:trace>
  <inkml:trace contextRef="#ctx0" brushRef="#br0" timeOffset="120239.8">24786 15239 5734,'-4'18'0,"1"0"0,2-4 0,1 7 0,1-4 0,1 3 0,6 2 0,-4-11 0,4 5 0,-6-14 0,1-2 0,-1-2 0,1-3 0,0-1 0,-2-2 0,1-1 0,-1-5 0,-2 2 0,0-4 0,0 6 0,0 0 0,-1 1 0,1 2 0,0 1 0,-1 2 0,2 2 0,0 1 0,3 3 0,0 1 0,3 3 0,-1 0 0,2 0 0,5 6 0,-3-4 0,6 6 0,-10-8 0,3 2 0</inkml:trace>
  <inkml:trace contextRef="#ctx0" brushRef="#br0" timeOffset="120779.8">24938 15131 5734,'-3'7'0,"2"1"0,1 0 0,1 2 0,2 2 0,0 0 0,7 13 0,-1-1 0,6 18 0,-6-19 0,0 8 0,-5-19 0,1 6 0,-3-9 0,1 1 0,-2-5 0,1 0 0,-1 0 0,0-3 0,0 0 0,0-5 0,0 1 0,2-2 0,-1 2 0,1-1 0,3-2 0,-1 0 0,8-6 0,-6 2 0,4-4 0,-3 4 0,2-5 0,-2 2 0,2-3 0,-4 3 0,1-5 0,-2 4 0,0-5 0,-2 6 0,-2 1 0,0 0 0,-8-12 0,4 12 0,-8-8 0,5 16 0,0 2 0,-2 1 0,-2 5 0,3-1 0,-4 8 0,7-4 0,1 4 0,8 11 0,0-9 0,6 11 0,-2-14 0,1 0 0,0-1 0,8 2 0,-5-5 0,5 2 0,-1-6 0,-6-2 0,7-5 0,-8-2 0,4-3 0</inkml:trace>
  <inkml:trace contextRef="#ctx0" brushRef="#br0" timeOffset="121149.8">24586 15730 5734,'28'-7'0,"-7"2"0,12-6-1354,-9 4 1354,4-1 0,1 0 0,1 0 0,10-3 0,-9 3 0,1 0 0,-7 1 0,-2 1 0,13-4 430,8-2-430,-4-1 0,-16 4 0,8-3 0</inkml:trace>
  <inkml:trace contextRef="#ctx0" brushRef="#br0" timeOffset="121269.8">25231 15609 5734,'3'-4'0,"-1"0"0,-1 2 0,6-6 0,-5 4 0,4-4 0,-8 6 0,1-1 0,-2 3 0</inkml:trace>
  <inkml:trace contextRef="#ctx0" brushRef="#br0" timeOffset="156909.8">1574 11336 5734,'-1'4'0,"-1"-4"0,1 3 0,-1-3 0,2 4 0,0-3 0,-2-4 0,1 1 0,-3-11 0,2 4 0,-2-10 0,1 7 0,-6-29 0,5 24 0,1-7 0,0 0 0,3 8 0,2-9 0,-1-2 0,1 6-378,0-21 378,-1 27 0,-1 1 0,1 0 0,-1 1 0,0-11 0,-1 8 0,-2-19 0,0 20 0,-2-22 0,4 21 0,-3-16 0,2 16 0,-2-5 0,1-3 0,0 5 0,-3-21 0,3 18 0,1-1 0,-1-2 0,0-3 0,0-14 0,1 16 0,-1-14 0,0 19 0,-1-19 0,2 22 0,-1-5 0,2 8 0,-2-13 0,0-1 0,1 0 0,1 2 0,1 15 0,0-4 378,0 4-378,0-7 0,0 4 0,2-12 0,-2 11 0,1-5 0,-1 7 0,0-3 0,0 5 0,1-7 0,-1 3 0,2-1 0,-1 0 0,0 6 0,0 2 0,2-3 0,-2 2 0,2-2 0,-3 4 0,1 1 0,-1-3 0,0 3 0,-1-15 0,-1 10 0,0-10 0,-2 7 0,1 3 0,0-3 0,1 1 0,1 3 0,-1-2 0,2 4 0,0 0 0,0 1 0,0-4 0,1 3 0,0-2 0,2 0 0,-2 2 0,0-2 0,-2 3 0,1-2 0,0 3 0,0-5 0,0 7 0,0-1 0,0 3 0,0 0 0,0 1 0,0 0 0,0 0 0,0-1 0,0 1 0,0-1 0,0 2 0,1 0 0,-1-1 0,1 1 0,0-3 0,-1 3 0,1-2 0,-1 1 0,0 1 0,0-1 0,1 0 0,-1 0 0,0 0 0,0 1 0,1-1 0,-1 1 0,1-1 0,-1 1 0,1-1 0,0 2 0,0-1 0,3-3 0,-2 1 0,4-2 0,-3 3 0,1-1 0,0 1 0,0-1 0,-1 1 0,1-3 0,0 1 0,-1-1 0,1 4 0,4-1 0,-3 2 0,4 0 0,-6 0 0,1 0 0,0 0 0,-1 0 0,1 0 0,0 0 0,0 0 0,0 0 0,1 0 0,-1 1 0,2 0 0,-2-1 0,1 1 0,1-1 0,2-1 0,-1 1 0,4-1 0,-5 0 0,2 0 0,-4 1 0,5 0 0,-3 0 0,8 0 0,2 0 0,-2-1 0,6-1 0,-11 1 0,2-1 0,-3 1 0,-1 0 0,1-1 0,2 0 0,-1 1 0,7-2 0,-7 2 0,4 0 0,-5 1 0,-1 0 0,0-1 0,0 1 0,-1-1 0,0 0 0,1 1 0,4 0 0,-2 0 0,3 0 0,-2 0 0,3 0 0,-2-1 0,3 1 0,-3-1 0,1 0 0,-1 1 0,1 0 0,0 0 0,-1 1 0,-1 0 0,1 0 0,5 2 0,-5-1 0,4 2 0,-6-2 0,6 1 0,-5-2 0,8 2 0,-9-2 0,2 1 0,-4-2 0,0 0 0,1 1 0,-1-1 0,0 0 0,0 0 0,3 1 0,-3-1 0,2 1 0,2 0 0,-4 0 0,4 0 0,-4 0 0,-1-1 0,0 0 0,-1 0 0,5 0 0,-4 0 0,3 0 0,0 0 0,-2 0 0,2 1 0,-4 0 0,4 2 0,-3-1 0,5 0 0,-6-1 0,2-1 0,-3 1 0,0-1 0,0 0 0,0 0 0,7-1 0,-1-1 0,1 1 0,-3 0 0,-4 1 0,1 0 0,-2 0 0,1 0 0,0 0 0,7-2 0,-5 2 0,6-1 0,-7 0 0,4-1 0,-1 0 0,1 0 0,-1 0 0,-2 1 0,1-1 0,0 0 0,-2 2 0,0-1 0,-1 1 0,-1 0 0,-1 0 0,0-1 0,0 0 0,-1 0 0,1 1 0,-1 0 0,1 0 0,0 0 0,0 0 0,-1 0 0,1 0 0,-1 0 0,0 0 0,2 0 0,-2 0 0,1 0 0,-1 0 0,1 0 0,-1 0 0,1 1 0,-1-1 0,1 1 0,0 0 0,-1 0 0,0-1 0,0 2 0,0-1 0,0 0 0,-1 0 0,0 1 0,0 0 0,0 0 0,0 0 0,0 3 0,0-2 0,1 3 0,-1-1 0,0 0 0,0 1 0,0 1 0,0 0 0,0 0 0,0 1 0,0-1 0,0 0 0,0-1 0,0 0 0,0-1 0,0 0 0,0-1 0,0 0 0,0-1 0,0 0 0,0-1 0,0 1 0,0-1 0,0 2 0,0-1 0,-1 8 0,1-6 0,0 8 0,0-7 0,0 0 0,0 1 0,0 1 0,0 2 0,0-1 0,0 2 0,0-4 0,0 11 0,0-9 0,0 8 0,0-13 0,0 0 0,1 3 0,1-2 0,-1 3 0,1-3 0,-1 2 0,0-2 0,0 1 0,0 0 0,0 2 0,0 0 0,0 2 0,0-1 0,1 8 0,0-7 0,0 5 0,0-5 0,0 0 0,2 11 0,2 2 0,-1-2 0,0-2 0,-3-11 0,-1 4 0,1-2 0,-1 2 0,1-3 0,-1 6 0,1 8 0,-1-4 0,1 4 0,-1-10 0,1 12 0,-2-8 0,1 8 0,-1-12 0,0 0 0,1 5 0,-1-5 0,1 3 0,-1-6 0,0 0 0,0 0 0,0 0 0,0 1 0,0 3 0,0-3 0,0 9 0,0-8 0,-1 4 0,1 0 0,0 0 0,-1 0 0,0 0 0,0-5 0,1 0 0,0 4 0,0 6 0,0-3 0,-1 1 0,1-9 0,0 0 0,0 4 0,0-3 0,0 4 0,0-5 0,0 4 0,0 9 0,0-6 0,0 4 0,0-10 0,0-3 0,0 2 0,0-1 0,1 1 0,-1-1 0,0 0 0,1 4 0,-1-4 0,1 3 0,-1-3 0,0-2 0,0 1 0,0-1 0,0 1 0,0 3 0,0-4 0,0 6 0,0-6 0,0 2 0,0 7 0,0-5 0,1 6 0,0-6 0,1-3 0,-1 2 0,-1-3 0,-1 4 0,1-4 0,0 3 0,0 3 0,0-2 0,0 3 0,0-6 0,0-3 0,0 0 0,2 0 0,-2 0 0,1 0 0,0-1 0,-1 1 0,0-2 0,0 1 0,0 0 0,0 0 0,0 0 0,1 2 0,0-1 0,1 5 0,-1-4 0,0 3 0,-1-3 0,3 12 0,-2-8 0,2 8 0,-2-13 0,1 0 0,-1-2 0,0 0 0,0 0 0,-1 0 0,0-1 0,1 0 0,-1 1 0,1-2 0,-1 2 0,1-2 0,0 0 0,0 1 0,1 0 0,-1 0 0,0 1 0,0-1 0,0 1 0,-1-2 0,-2 0 0,0-1 0,-4-2 0,-2-1 0,-2-1 0</inkml:trace>
  <inkml:trace contextRef="#ctx0" brushRef="#br0" timeOffset="160509.8">1947 9190 5734,'-2'6'0,"-1"3"0,1-3 0,0 10 0,1-8 0,0 17 0,1-13 0,1 29 0,0-25 0,2 25 0,-1-28 0,1 14 0,1-12 0,-1 2 0,0-7 0,-2-5 0,-1-4 0,0 0 0,-1-4 0,0 0 0,0-1 0,-1 2 0,2-1 0,-2 1 0,2-1 0,0 2 0,0-1 0,-1 0 0,0 0 0,-1-3 0,1 4 0,-1-3 0,2 0 0,0 2 0,0-3 0,0 2 0,0-4 0,0 2 0,0-1 0,1 1 0,0 1 0,1-1 0,-2 1 0,2-2 0,-2 1 0,2-2 0,-1 3 0,0-2 0,0 2 0,-1-3 0,0 0 0,0 1 0,0-5 0,-1 6 0,0-6 0,0 7 0,-1 0 0,0-1 0,-1-1 0,1 2 0,-2-2 0,1 2 0,0-2 0,0-3 0,0 1 0,1 0 0,1 4 0,-1-3 0,0 2 0,0-2 0,1 3 0,0 0 0,0-1 0,0 2 0,0-1 0,0 2 0,1-1 0,-1 1 0,1-1 0,0 0 0,0 1 0,0-1 0,0 1 0,0 0 0,0 0 0,2 6 0,-2-2 0,3 4 0,0-3 0,-1-1 0,1 0 0,-2-2 0,1 0 0,-1 0 0,1 0 0,-1-1 0,1 1 0,-4-3 0,2 2 0,-5-2 0,2 1 0,-1 1 0,0 0 0,0-1 0,0 1 0,0 0 0,-2-1 0,0 1 0,0 0 0,-2 0 0,0-1 0,-7 1 0,3-1 0,-5 0 0,-10 1 0,12 0 0,-10 0 0,15 2 0,-1 1 0,1-1 0,-5 2 0,5-2 0,-6 2 0,9 0 0,-1 0 0,4-1 0,0-1 0,1 1 0,1-1 0,1 1 0,0-1 0,5 0 0,-1 0 0,4 1 0,6-2 0,26 0 0,-12-1-763,18-1 763,-21 1 0,0 0 0,2-1 0,11 0 0,-9-1-608,9 0 608,-14 1 0,8 0 0,5-3 0,-7 3 0,-1-2 0,-16 2 714,-2 2-714,0-1 0,-2 1 0,0-1 657,-2 0-657,-2 0 0,-1 1 0,-1 0 0,0 0 0,0 0 0,-2-2 0,-1 0 0,0 0 0,-3 0 0,2 1 0,-3-1 0,0 1 0,-2 0 0,-6-1 0,1 0 0,-5 0 0,3 0 0,-24 2 0,15 0-415,-17 2 415,23-1 0,0 0-1,1 0 1,-1 1 0,2-1 0,-1 0 0,1 0 0,1 1 414,0-1-414,1 0 2,-2 1-2,5-1 0,-6 2 0,9-2 0,-1 1 0,5-2 0,1 0 0,0 0 0,5 2 0,0-1 0,3 2 0,-1-2 0,1 1 0,2 0 0,6-1 0,-3 2 0,11-2 0,-8 0 0,4-1 0,-6 0 0,4-1 0,-5 1 0,6-1 0,-4-2 0,-1 0 0,-2 0 0,-6 2 0,0 0 0,0-1 0,0 0 0,-1 1 0,-1 0 0,-2-1 0,-2 0 0,-1 0 0,0 0 0</inkml:trace>
  <inkml:trace contextRef="#ctx0" brushRef="#br0" timeOffset="174589.81">1554 11595 5734,'-3'12'0,"3"-7"0,8 19 0,-2-16 0,12 18 0,-12-18 0,10 7 0,-10-12 0,3 1 0,-1-4 0,-2 0 0,17 1 0,-12-1 0,24 3 0,-22-1 0,20 0 0,-6-6 0,-4 0 0,1-4 0,-12 2 0,12-9 0,-8 5 0,9-6 0,-5 2 0,-2 5 0,1-3 0,-7 6 0,-5 4 0,5 2 0,-3 1 0,11 13 0,-10-2 0,10 16 0,-10-12 0,5 12 0,-6-13 0,0 4 0,-2-9 0,-2-3 0,7-3 0,-3-4 0,11-10 0,-5-2 0,12-16 0,2-4 0,-2 4-670,0-2 0,-1 2 670,-9 13-630,15-7 630,-11 12 0,22 0 0,-20 13 0,8 7 0,2 0 0,-2-1 0,-3 1 0,1-3 0,3-6 0,-10-1-157,8-11 157,-21 0 0,-3-8 0,-9 1 0</inkml:trace>
  <inkml:trace contextRef="#ctx0" brushRef="#br0" timeOffset="175719.81">1750 11915 5734,'0'10'0,"0"-1"0,-1 8 0,0-3 0,1 14 0,0-2 0,1 0 0,-1 6 0,0-6 0,0-2 0,0-3 0,0-6 0,0 2 0,1-8 0,-1-1 0,0-2 0,0 1 0,-2-4 0,0 0 0,-1-5 0,0 0 0,1-2 0,-1 0 0</inkml:trace>
  <inkml:trace contextRef="#ctx0" brushRef="#br0" timeOffset="176129.8">1721 11887 5734,'2'-4'0,"-1"1"0,2 0 0,-1 1 0,2 0 0,0 3 0,2 1 0,9 6 0,-4 1 0,6 5 0,-4-1 0,1 4 0,1 0 0,8 10 0,-5-6-569,5 5 569,-7-10 0,3 6 0,-5-7-8,2 3 8,-7-8 0,1 0 0,-4-4 0,1 0 0,-3-4 568,-2-1-568,0-1 9,-1-4-9,0-3 0,0-4 0,-2-3 0,-3-29 0,1 18-611,-1-21 611,1 26 0,1 1-36,-1 1 36,1 1 0,0 1 0,0 3 0,1 1 0,0 3 609,0-3-609,0 5 38,0-1-38,0 3 0,3 1 0,0 0 0</inkml:trace>
  <inkml:trace contextRef="#ctx0" brushRef="#br0" timeOffset="176779.8">2269 11989 5734,'-8'5'0,"0"0"0,1 1 0,0 0 0,2 1 0,-1-1 0,1-1 0,0 3 0,2-4 0,-1 2 0,2-2 0,1 2 0,1-2 0,2 2 0,0-1 0,2 1 0,1 0 0,5 4 0,-1-2 0,3 2 0,-3-3 0,-1 0 0,0-1 0,0 0 0,3 6 0,-6-7 0,3 5 0,-8-7 0,-1-2 0,-1 2 0,-1 0 0,-1 1 0,-1-1 0,0 1 0,-4-1 0,-5 3 0,4-3 0,-3 1 0,10-4 0,1 0 0,0 0 0</inkml:trace>
  <inkml:trace contextRef="#ctx0" brushRef="#br0" timeOffset="178169.8">2427 12091 5734,'-6'14'0,"2"0"0,2-4 0,0-1 0,1 0 0,1-1 0,0 0 0,0-1 0,1-1 0,1-1 0,0-2 0,0 1 0,1-3 0,0 1 0,0-2 0,1-2 0,7-8 0,-4 2 0,5-7 0,-6 5 0,-1 0 0,-1 0 0,1 1 0,-2 0 0,0 1 0,-1 1 0,1-1 0,-3 3 0,2-1 0,-2 5 0,0-1 0,0 8 0,0-1 0,0 3 0,0 2 0,0-2 0,1 3 0,0-4 0,1-1 0,1 0 0,0 1 0,-1-3 0,2 1 0,-3-3 0,2 0 0,-2-2 0,1 0 0,-1-1 0,1-1 0,0-1 0,3-2 0,-1-5 0,2-7 0,-2 4 0,-2-1 0,-2 7 0,2 0 0,-1 1 0,1 1 0,-1 2 0,-1 1 0,0-1 0,2 0 0,-2 1 0,1-1 0,0 2 0,0 1 0,1 1 0,-1 1 0,2 3 0,-1 0 0,1 0 0,-1 2 0,0 0 0,1 1 0,0 1 0,-1 0 0,1 0 0,-1-1 0,1 0 0,-1-1 0,-1-1 0,1 2 0,-1-3 0,2 0 0,-2-2 0,0-2 0,-1 0 0,2-4 0,0 0 0,0-4 0,-1 1 0,0-1 0,-1 0 0,0 0 0,0-1 0,0-4 0,0 3 0,0-1 0,0 6 0,0 2 0,0 2 0,0 3 0,1 1 0,1 8 0,0-2 0,1 3 0,-2-3 0,3 3 0,-2-3 0,2 0 0,-1-3 0,-1-2 0,0-1 0,-1-1 0,1-1 0,0-1 0,-1-1 0,1-3 0,0-1 0,1-1 0,0 0 0,-1-5 0,0 6 0,-1-3 0,-1 5 0,0 2 0,1 3 0,1 0 0,0 2 0,5 3 0,-3-4 0,3 3 0,-5-5 0,0-1 0,1 0 0,-2 0 0,1-1 0,-1 2 0,1-1 0,-2 2 0,1 0 0,1 1 0,1 3 0,2 10 0,1 0-405,1 10 405,0-4 0,0 14 0,0-7 0,1 9 0,-4-13 0,1-3 0,-2-1 0,3 9 0,-4-20 0,0 1 0,-6-28 0,-4-12 0,2 1-646,-1-5 646,4 7 0,1-8 0,0-2 0,2 10 0,0 0 0,-1-10 0,2 1 0,3 0 0,1 16 377,0 2-377,1 3 0,4 1 0,-2 5 0,2 1 0,-3 4 674,1 3-674,-1 1 0,-1 2 0,-2-1 0,-2 1 0,-2 0 0,0 1 0,-3 1 0,-1 2 0,0 0 0,-4 0 0,-17 10 0,13-11 0,-13 5 0,20-13 0,0-2 0,0-1 0,2-3 0,1-1 0,0-2 0</inkml:trace>
  <inkml:trace contextRef="#ctx0" brushRef="#br0" timeOffset="178539.8">2862 11861 5734,'-1'8'0,"0"0"0,1 4 0,0 1 0,-1 2 0,0 20 0,1-11 0,2 22-680,2-24 680,2 5 0,-1-10 0,1-2 0,0-2 0,4 2 0,-2-5 0,7-1 0,-5-7 680,3-4-680,15-21 0,-15 9 0,11-16 0,-21 15 0,-2-1 0,-2 1 0,-1 0 0,-2 1 0,0 3 0,0 3 0,-1 1 0,-1 4 0,0 1 0,-1 4 0,-1 3 0,2 2 0,-1 3 0,3 1 0,0 1 0,3 1 0,1 0 0,4 4 0,1-4 0,10 5 0,-4-11 0,16-2 0,-13-8 0,6-6 0,-11-3 0</inkml:trace>
  <inkml:trace contextRef="#ctx0" brushRef="#br0" timeOffset="178919.8">1420 12501 5734,'33'-2'0,"3"-1"0,8 1-1639,-20 0 1,1 1 1517,3-1 1,1 1 120,3-2 0,0 1 0,3 0 0,-1 0-781,4-1 1,-1 0 780,2 0 0,0 0 0,1 0 0,1-1 0,-1 0 0,0 1 0,0 0 0,0-1 0,-1 1 0,-1 0 0,0 0 0,-2 0 136,-1 0 0,1 0-136,10-1 0,-1-1 0,-11 1 0,0-1 0,8-1 0,-1 0 0</inkml:trace>
  <inkml:trace contextRef="#ctx0" brushRef="#br0" timeOffset="179089.81">3459 12308 5734,'-3'11'0,"0"1"0,1-8 0,2 0 0,1-3 0,2-2 0,-1-1 0,3-4 0,-2 0 0</inkml:trace>
  <inkml:trace contextRef="#ctx0" brushRef="#br0" timeOffset="188079.81">6794 9359 5734,'-4'-5'0,"1"2"0,2 0 0,17 1 0,-5 0 0,24 3 0,5 0 0,-9 0 0,4 2 0,9 0 0,-8 1 0,1 0 0,-2 0 0,7 0 0,-6-1 0,4 1 0,1-2 0,8 0 0,-7 0 0,5 0 0,-2-1 0,8 1 0,-9-1 0,-1 2-768,-8-1 1,4 0-1,-6 0 768,2 0 0,2 1 0,9-1 0,-7 0 0,8-1 0,-15 0 0,4 0 0,-6 0 0,2-2 0,0 1 0,0 0 0,10 0-677,-10-1 1,5 0 0,-4 0 676,15 0 0,-10 0 0,0-1-817,5 1 817,1 0 0,-1 0 0,1 0 0,-15 0 0,0 1 0,8 0 0,4 0 0,-4 0 0,-9 1 0,1 0 0,12 1 0,4 0 0,-3 0 0,-7-1 0,1 1 0,2 0 0,5 0 0,2 0 0,-1-1-147,-1 0 1,0 0 0,0 0 0,-1 0 146,-5 0 0,-1 0 0,0 0 0,3 0 0,5 0 0,4 0 0,0 0 0,-2 0 0,-7 0 0,7 0 0,-3 1 0,-3-1 0,6 1 0,-1-1 0,-6 1 0,2 0 0,1 0 0,0 1 0,7 0 0,4 0 0,-1 1 0,-9-1 0,-5-1 0,-4 0 0,3 1 0,2 0 0,5 0 0,2 0 0,-3 0 0,-8-1 0,5 0 0,-5-1 0,1 0 0,1 0 0,-4 0 0,1-1 0,-1 1 0,3 0 0,1 0 0,1-1 0,3 1 0,-4 0 0,-6 0 0,-1 0 0,9 0 0,-1 1 0,8-1 0,-17-1 0,-1-1 0,13 0 581,-13 0 1,-1-1-582,-2 0 0,0 1 789,-16 1-789,-8 0 0,-2-1 0</inkml:trace>
  <inkml:trace contextRef="#ctx0" brushRef="#br0" timeOffset="188999.8">11050 9697 5734,'6'39'0,"-1"-3"0,-4-16-598,-2 1 598,0 2 0,0 1 196,-1 0-196,-1 9 0,0-9-246,0 7 246,0-12-108,-1 5 108,2-9 0,-1 2 289,2-8-289,0-2 0,-1-2 0,1-2 352,0-2-352,-1-1 115,0-2-115,-1-1 0,-2-6 0,1 0 0,-2-10 0,2 5 0,1-6 0,1 3 0,0-9 0,0-5 0,1 7 0,1-2 0,-1-7-494,1-5 494,0 22 0,0 2 0,0 2 0,0 3 0,1 1 0,0 2 0,0 2 0,1 4 0,10 16 0,-3-3 184,9 13-184,-6-9 0,2 0 0,8 11 0,-3-6 0,6 6 0,-6-8 0,7 4 0,-6-6 0,6 2 0,-9-8 0,8-2 0,-7-4 0,5-2 0,-9-6 0,1-3 0,0-3 0,-1-2 0,-2-4 0,-2-3-216,-3-2 216,-1-3 0,-3-3-172,-1 0 172,-2-1 0,-2 1 0,0 1 0,-1 1 0,-1 2 0,0 3 0,-3-16 0,3 19 0,-5-11 0,3 19 0,-1 1 0</inkml:trace>
  <inkml:trace contextRef="#ctx0" brushRef="#br0" timeOffset="190179.81">6957 9426 5734,'2'13'0,"1"4"0,-2-4 0,1 3 0,-2-6 0,1 2 0,0-5 0,-1 3 0,1-7 0,1-2 0,2-11 0,0 1 0,2-9 0,-3 5 0,1-2 0,-1-6 0,0 5 0,-1-5 0,-1 9 0,-1-1 0,-2 2 0,-1 7 0,1 4 0,-3 8 0,3 1 0,-1 7 0,1-5 0,1 5 0,0-1 0,0-5 0,0 3 0,1-5 0,2-2 0</inkml:trace>
  <inkml:trace contextRef="#ctx0" brushRef="#br0" timeOffset="190769.8">6934 9876 5734,'-3'-2'0,"0"0"0,2 3 0,-1 0 0,0 2 0,-2 6 0,0 0 0,-2 5 0,2 0 0,0 0 0,1 2 0,2 4 0,1-4 0,3 8 0,1-10 0,3 1 0,-2-6 0,6-1 0,-2-3 0,4-1 0,3-8 0,-3-2 0,9-10 0,-10 3 0,3-5 0,-7-5 0,-3 6 0,-6-14 0,-9 7 0,-3 2-219,-4 4 219,3 8 0,-5 0 0,7 4 0,-6-1 0,9 5 0,1 0 0,6 4 0,4 0 0,4 1 0</inkml:trace>
  <inkml:trace contextRef="#ctx0" brushRef="#br0" timeOffset="193889.81">11485 9540 5734,'-4'-4'0,"1"3"0,0 1 0,2 1 0,0 2 0,13-2 0,-3-1 0,12 0 0,5 0 0,-4 0 0,4 0 0,2 0 0,4 0 0,5 0 0,2 0 0,-4 0 0,3 1 0,0 0 0,-8-1 0,-1 1 0,-2 0 0,-9-1 0,13 1 0,-23 0 0,3-1 0,-10 1 0,-8 3 0,1-3 0,-8 3 0</inkml:trace>
  <inkml:trace contextRef="#ctx0" brushRef="#br0" timeOffset="194899.8">11481 9562 5734,'0'12'0,"-1"-1"0,1 0 0,0 0 0,1 1 0,0-2 0,0 0 0,0-1 0,0-1 0,0-2 0,0-1 0,-1-1 0,0-2 0,0-6 0,0-6 0,0-2 0,1-2 0,0 2 0,0-9 0,1 5 0,0-6 0,1-12 0,-2 16 0,2-12 0,-2 23 0,1 3 0,-1 1 0,2 2 0,-4 0 0,-1 9 0,-3 7 0,0 1 0,0 3 0,4-9 0,0 1 0,0-2 0,1 0 0,0-4 0,0 0 0,0-3 0,0 1 0,0-2 0,0-6 0,1-1 0,0-4 0,2 1 0</inkml:trace>
  <inkml:trace contextRef="#ctx0" brushRef="#br0" timeOffset="195549.81">11520 9939 5734,'24'-4'0,"-5"1"0,0 0 0,-8 0 0,2-2 0,-4 1 0,-1 0 0,-1 3 0,4 2 0,-4 1 0,2 0 0,-6 0 0,0-2 0,2 1 0,-1-1 0,0 0 0,-3 1 0,-2 0 0,1 1 0,-2-1 0,1-1 0</inkml:trace>
  <inkml:trace contextRef="#ctx0" brushRef="#br0" timeOffset="195809.81">11771 9834 5734,'5'34'0,"0"1"0,0-1 0,1 8 0,-1-1 0</inkml:trace>
  <inkml:trace contextRef="#ctx0" brushRef="#br0" timeOffset="196989.81">11775 9876 5734,'4'-2'0,"-2"-1"0,-1 1 0,0-1 0,-1 1 0,1 7 0,0-2 0,2 6 0,-1 11 0,1-7 0,1 23 0,-1-20 0,1 13 0,-2-17 0,1 12 0,-1-15 0,1 6 0,-2-12 0,-1 2 0,1-3 0,-1 1 0,-1-9 0,0 2 0,-1-11 0,0 6 0,-2-10 0,2 7 0,-2-4 0,1 4 0,-1 1 0,1 0 0,-1-4 0,4-4 0,-2 3 0,2 1 0,-1 9 0,-1 1 0,0 1 0,1 1 0,0 1 0,0 2 0,-1 13 0,1-5 0,-1 11 0,2-10 0,1 2 0,-1-1 0,0 0 0,0 1 0,1-2 0,0 0 0,0 1 0,0-3 0,0 0 0,-1-4 0,1 0 0,-1-3 0,-3 2 0,1-3 0,-4 2 0,1-2 0,-1-2 0,1-1 0</inkml:trace>
  <inkml:trace contextRef="#ctx0" brushRef="#br0" timeOffset="197559.81">11022 9651 5734,'-12'15'0,"-4"6"0,5-6 0,-3 8 0,-3 9 0,5-5 0,0 11 0,2 2 0,3-1-885,2-4 0,1 0 885,6-6 0,2-2-25,4-4 0,2 0 25,4 5 0,11 14 0,5-17 0,-5-8 0,0-5 0,1-1 0,8 0-243,13-1 0,-12-8 0,3-2 0</inkml:trace>
  <inkml:trace contextRef="#ctx0" brushRef="#br0" timeOffset="197939.81">12132 9734 5734,'5'20'0,"0"1"0,2-5 0,2 13 0,-1-5-1249,0 10 1249,-3-8 0,0 11 0,-4-7 0,0 6 0,-13 8 0,1-16-671,-10 12 671,2-20 0,-6 0 0,2-8 0,-2-1 0,-17 6 0,13-8 0,-1 1 0</inkml:trace>
  <inkml:trace contextRef="#ctx0" brushRef="#br0" timeOffset="198779.8">7565 9346 5734,'4'6'0,"3"11"0,-5-6 0,3 10 0,-4-10 0,0 5 0,0-4 0,0 4 0,-1-6 0,-1-1 0,1 0 0,0-1 0,0-1 0,0-1 0,-1-1 0,0 1 0,-1-3 0,2 0 0,0-3 0</inkml:trace>
  <inkml:trace contextRef="#ctx0" brushRef="#br0" timeOffset="199099.8">8037 9371 5734,'2'7'0,"0"1"0,0 5 0,0-1 0,-1 5 0,1-4 0,-2 1 0,0-1 0,0 17 0,0-13 0,0 13 0,0-21 0,0 2 0,-1-5 0,0-1 0,1-2 0,4-2 0,1-1 0</inkml:trace>
  <inkml:trace contextRef="#ctx0" brushRef="#br0" timeOffset="199389.8">8496 9356 5734,'5'4'0,"0"2"0,-2 1 0,0 1 0,0 1 0,-1 6 0,0-4 0,-1 6 0,-2-6 0,0 8 0,-1-5 0,-1 3 0,1-4 0,-1-2 0,1 0 0,-3 3 0,3-4 0,-3 1 0,4-4 0,1-3 0,2-1 0</inkml:trace>
  <inkml:trace contextRef="#ctx0" brushRef="#br0" timeOffset="199629.81">8985 9386 5734,'2'21'0,"-1"-2"0,1-5 0,-2 1 0,1 0 0,-1 6 0,0-5 0,0 9 0,-1-11 0,1 4 0,-2-7 0,1 0 0,0-1 0,0-2 0,-1 0 0</inkml:trace>
  <inkml:trace contextRef="#ctx0" brushRef="#br0" timeOffset="199869.81">9425 9384 5734,'0'18'0,"1"-2"0,0-1 0,1 5 0,0-4 0,0 4 0,4 6 0,-3-11 0,3 9 0,-3-17 0</inkml:trace>
  <inkml:trace contextRef="#ctx0" brushRef="#br0" timeOffset="200089.81">9901 9426 5734,'3'8'0,"4"17"0,-3-10 0,4 12 0,-5-16 0,0 0 0,0-2 0,2 0 0,-1-3 0</inkml:trace>
  <inkml:trace contextRef="#ctx0" brushRef="#br0" timeOffset="200519.81">10774 9470 5734,'5'18'0,"3"3"0,-3-9 0,3 3 0,-3-7 0,0 0 0,-1-2 0,1-2 0</inkml:trace>
  <inkml:trace contextRef="#ctx0" brushRef="#br0" timeOffset="201159.81">10270 9478 5734,'-1'6'0,"1"0"0,1 1 0,4 24 0,-1-16 0,5 18 0,-3-23 0,1 0 0,1-1 0,-1 1 0,2-1 0,0 2 0,3-3 0,-1 0 0</inkml:trace>
  <inkml:trace contextRef="#ctx0" brushRef="#br0" timeOffset="203059.81">7030 9141 5734,'-1'-13'0,"0"0"0,0-2 0,1-10 0,1 5-551,0-10 551,1 8 0,-2-2 0,1-13 0,0 8 0,0-9 0,1 12 0,4-17 0,-2 18 0,3-12 0,-4 23 134,1 1-134,0-1 0,-1 6 0,0-1 0,-1 5 0,0 0 417,6-1-417,3 2 0,4 0 0,1 3 0,9 0 0,-5 1-422,9-1 422,-6 1 0,1-1 0,1 0 0,1 1 0,2 0 0,1 1-744,0 0 744,2-2 0,2 1 0,0-1 0,1 0 0,-1 0 0,1 0 0,-10 0 0,0 0 0,13 0 0,-13 0 0,1 1-48,-1-1 1,1 1 47,8 0 0,2 0 0,1 0 0,1 0-998,7 0 1,-1-1 997,-14 0 0,0 0 0,0-1 0,-2 0-569,15-2 569,-1 1 0,2 0 0,-1-1 0,1 2 0,-13 1 0,5 0 0,-3 1 0,-4-1 0,0 1-259,3 0 0,4 0 0,-4 0 259,10 2 0,2 1-784,1 0 784,0-1 0,2 0 0,0 0 0,1-1 0,-22-2 0,-1 1 0,0 0 0,0-1 0,1 0 0,0 0 0,-2 0 0,2 0 0,9 0 0,1 0 0,-9 0 0,0 0 0,17 1 0,-1 0 0,-17-1 0,-2 1 0,8-1 0,0 1 0,11 1 389,-13-2 0,1 1-389,15 1 0,-16-1 0,1-1 0,0 1 0,-1-1 0,17 1 0,-6 0 0,0 0 0,8 1 0,-18-1 0,2 0 0,-2 1 0,2 0 0,7 0 0,1 1 0,-6-1 0,-2 0 0,5 1 0,-3 0 0,0 1 0,-10-1 0,1 0 0,11 1 0,11 2 0,-16-2 0,15 3 0,-12-2 763,12 3-763,-8-3 0,-1 1 0,6 0 136,-4-1 0,-2 0-136,-4-2 0,2-1 338,-1-1-338,1 1 0,1-2 0,-11 1 0,1-1 0,13 1 0,-14 0 0,0-1 0,9 1 0,12-1 0,-11 1 0,10 1 0,-2 1 0,-10-1 0,-6-2 0,0 1 0,4-1 0,9 0 730,-14 0-730,10 0 0,1 0 0,-1 1 0,-5-1-217,-11 1 217,-1 0 0,-1 0 1361,-2 0-1361,0 1 0,4 2 0,-6-2 1040,4 2-1040,-8 0 34,5 1-34,-5-1 287,10 5-287,-10-5 0,4 3 0,-6-3 0,0 0 0,0 0 0,-1-1 0,0 1 0,0-1 0,-2-1 0,1 1 0,-1-1 0,-2 1 0,0-1 0,-1 0 0,-1-1 0,0 1 0,-1 0 0,0-1 0,-1 0 0,1 2 0,-2 1 0,-1 6 0,0-2 0,-3 15 0,-1 7 0,-1 9 0,2-1 0,-1 1-747,3-15 747,-2 6 0,2-9-369,-1 7 369,1-8 0,-6 16 0,3-21 0,-4 5 0,2-16 0,-1-4 0,0-1 0</inkml:trace>
  <inkml:trace contextRef="#ctx0" brushRef="#br0" timeOffset="204029.8">9000 8197 5734,'2'21'0,"-1"-1"0,0-1 0,-1 11 0,0 2 0,0-4-659,0 3 0,0-3 659,0-14 419,1 2-419,0-5 217,-1 1-217,1-6 0,-1-1 0,0-2 682,0-1-682,-1-6 0,1-1 0,-1-11 0,0 5 0,-1-6 0,0 3 0,0-7 0,-1 4 0,0-6 0,1 6 0,-1-9 0,1 6 0,0-5 0,2 9 0,-1 2 0,1 2 0,1-2 0,-1 5 0,1-1 0,0 5 0,1 1 0,1 2 0,4 3 0,-1 3 0,4 4 0,16 30 0,-11-16-451,-1 1 1,0 1 450,-3-2 0,1 0 0,0 1 0,7 8 0,-5-9 0,6 7-396,-6-13 396,0 0 0,17 6 0,-9-11 0,8 3 0,-16-14 862,-5-4-862,2-7 0,-5 1 0,1-8 0,-4-4 0,-2 3 0,-2-18 0,0 13-104,-2-9 104,2 10 0,-3-8 0,2 10 0,-2-5 0,2 12 0,0-1 0,0 5 0,-2 1 0,1 8 0,-2 5 0,4 2 0,2 1 0</inkml:trace>
  <inkml:trace contextRef="#ctx0" brushRef="#br0" timeOffset="204699.8">9895 8299 5734,'-25'0'0,"2"1"0,-20 5 0,19-1-847,-17 4 847,26-5 0,2 1 274,3-1-274,1 1 140,2 0-140,2 1 0,2-1 0,0 1 433,2 4-433,3-2 0,1 4 0,2-3 0,6 5 0,-2-3 0,6 3 0,-4-5 0,6 3 0,-2-3 0,2 2 0,-7-4 0,0-1 0,-3-1 0,0 3 0,-5-3 0,-4 2 0,-4-4 0,-9 0 0,4-1 0,-5 0 0,3 1 0,4-2 0,-1 1 0,4-1 0,1 0 0,2-1 0,1 0 0,6-1 0,3-1 0</inkml:trace>
  <inkml:trace contextRef="#ctx0" brushRef="#br0" timeOffset="205689.81">9981 8410 5734,'-16'6'0,"1"1"0,4 1 0,-14 16 0,13-9 0,-10 11 0,17-15 0,1 0 0,2 0 0,1-2 0,1 0 0,0-2 0,3-1 0,0 0 0,1-2 0,1-1 0,1-2 0,4-3 0,-3 0 0,5-4 0,-4 0 0,3-4 0,-3 2 0,2-3 0,-5 1 0,0 1 0,-1-6 0,-3 5 0,1-13 0,-4 8 0,1-3 0,-1 7 0,1 4 0,0 3 0,0-1 0,0 2 0,1 1 0,-2 11 0,2 2 0,0 7 0,1-3 0,0-4 0,1 1 0,1 0 0,1-1 0,0-1 0,2 4 0,-2-4 0,3 4 0,-4-7 0,2 1 0,-2-5 0,3-1 0,-1-2 0,2-1 0,4-4 0,-2 0 0,5-5 0,-5 1 0,1-2 0,-5 3 0,1-6 0,-2 3 0,0-3 0,-2 4 0,-2-10 0,0 9 0,-2-6 0,1 12 0,1 2 0,-2 0 0,1 1 0,0 1 0,-1 1 0,1 1 0,-1 2 0,0 3 0,1 13 0,1-6 0,1 8 0,1-11 0,0 0 0,0-1 0,1-1 0,0 0 0,2 2 0,-1-2 0,2 0 0,-2-4 0,-1-2 0,1-1 0,3-1 0,-2-2 0,2-1 0,-3-1 0,0 0 0,-1-1 0,1-1 0,-3 0 0,1-1 0,-1-5 0,-1 4 0,-2-6 0,2 8 0,-2-1 0,2 4 0,0 2 0,1 5 0,0 1 0,5 16 0,-3-9 0,4 9 0,-3-13 0,0-1 0,1 2 0,-1-3 0,1 1 0,1-4 0,-2-2 0,2-1 0,-1-2 0,0-1 0,0-1 0,-1-1 0,1 0 0,-2-1 0,1 0 0,-1-3 0,-1 2 0,1-2 0,-2 4 0,1-2 0,0 6 0,0 1 0,-1 4 0,1 3 0,-1 0 0,0 0 0,0 0 0,2 3 0,-1-4 0,2 1 0,-1-3 0,6-4 0,-2-1 0,5-3 0,-6-2 0,0-2 0</inkml:trace>
  <inkml:trace contextRef="#ctx0" brushRef="#br0" timeOffset="206099.8">10350 8515 5734,'0'20'0,"1"2"0,1 13 0,0-4 0,0 0 0,1 14-726,-1-14 1,1-4 725,-1-6 0,0-2 342,0-4-342,-1-2 0,-1-3 0,0-3 0,1-2 0,-1-5 1109,0-12-1109,-2 2 0,0-11 0,-2 4 0,0-13 0,-1 5-747,1-11 747,1 8 0,3-10 0,0 9 0,5-13 0,0 20 0,3-3 0,4 8 0,-1 5 0,4 1 0,-4 7 0,5 6 0,-5 1 747,13 28-747,-18-17 0,4 18 0,-17-22 0,-1 0 0,-3-1 0,-3 0 0,0-2 0,-1 0 0,0-2 0,1-2 0,-3-1 0,0-5 0,3-1 0,5-4 0,8-2 0,2 0 0</inkml:trace>
  <inkml:trace contextRef="#ctx0" brushRef="#br0" timeOffset="206469.8">10550 8317 5734,'1'17'0,"0"2"0,1 2-659,-1 1 659,0 1 0,2 0 0,-1 0 0,8 20 0,-2-16-632,6 14 632,-4-22 0,1-2 216,2-2-216,1-4 0,0-2 0,3-3 0,0-2 0,2-4 0,0-2 0,2-3 0,-2-2 0,1-2 0,-2-1 0,5-7 0,-9 4 0,4-11 0,-12 11 0,-1-5 0,-5 7 0,-6-2 310,0 4-310,-4 1 0,-22 19 0,16-2 349,-17 13-349,24-6 0,1 10 0,4-7 0,2 7 0,4-10 96,2-1-96,2-2 0,23 0 0,-13-11 0,18-2 0</inkml:trace>
  <inkml:trace contextRef="#ctx0" brushRef="#br0" timeOffset="-171056.92">21066 5951 5734,'14'0'0,"0"0"0,20-1 0,-10 0 0,11 1 0,10 2 0,-6-1 0,6 3-444,-11-2 0,4 0 1,-6 2 443,6 5 423,-9-2-423,7 1 0,-1 1 0,-9-2 0,2 2 0,-4-3 0,-19-7 0,-1 1 0</inkml:trace>
  <inkml:trace contextRef="#ctx0" brushRef="#br0" timeOffset="-170396.93">21131 7816 5734,'17'-7'0,"-2"2"0,4 0 0,-4 1 0,10-2 0,-6 2 0,18-2 0,-14 4-673,9 0 673,-7 2 0,6 1 0,2 0 0,-3 1 82,0 0 0,-3-1-82,-18 0 0,-5-1 0,-3-1 0</inkml:trace>
  <inkml:trace contextRef="#ctx0" brushRef="#br0" timeOffset="-168316.93">3611 3401 5734,'-3'0'0,"0"0"0,1 0 0,1 0 0,-1 1 0,0-1 0,-1 0 0,2-1 0,-4-1 0,2 1 0,-5 1 0,5 1 0,-3 0 0,2 1 0,-12 2 0,8-3 0,-8 3 0,10-3 0,0 0 0,-1 2 0,2-1 0,-2 0 0,2 0 0,1 0 0,2-1 0,-2 0 0,2 1 0,0 0 0,1-1 0,1 0 0,2 0 0,0 1 0,6 0 0,-2 1 0,3 1 0,0 0 0,27 14 0,-18-9-263,18 11 263,-25-14 0,-2 0 0,0-1 0,-1 0 0,-2 0 0,-1-1 0,0-1 0,-2 0 263,0-1-263,-4 3 0,0-3 0,-4 3 0,0-2 0,-3 0 0,-2 1 0,-1 1 0,1-1 0,-1 1 0,-2-1 0,3 0 0,-4 0 0,8-2 0,-1-1 0,4-1 0,-1-1 0,2-2 0,0 0 0,0 0 0,1-1 0,2-5 0,2 2 0,1-5 0</inkml:trace>
  <inkml:trace contextRef="#ctx0" brushRef="#br0" timeOffset="-167686.92">3837 3285 5734,'-4'0'0,"1"0"0,1 0 0,1 1 0,0 0 0,0 1 0,-1 0 0,-1 2 0,-3 4 0,0 0 0,-2 4 0,1-2 0,-3 7 0,1-2 0,-1 6 0,3-4 0,1-1 0,1 2 0,2 0 0,1 0 0,1 0 0,0-2 0,2 0 0,2 7 0,0-6 0,1 4 0,0-8 0,3 2 0,0-5 0,2 2 0,0-7 0,0-2 0,7-3 0,-3-3 0,13-11 0,-14 3 0,5-8 0,-10 7 0,-1-2 0</inkml:trace>
  <inkml:trace contextRef="#ctx0" brushRef="#br0" timeOffset="-167376.92">3982 3220 5734,'0'9'0,"0"13"0,1-4 0,1 21 0,0-15 0,-1 9 0,1-8-848,-1-1 848,0 0 0,5 24 0,-3-22 0,3 16 0,-4-29 275,-1-1-275,0-4 140,-1-1-140,0-3 0,1-2 0,-1 1 433,1-1-433,-1 1 0,-2-1 0,0-1 0,-3-5 0,0 0 0,-1-3 0</inkml:trace>
  <inkml:trace contextRef="#ctx0" brushRef="#br0" timeOffset="-167206.92">3926 3453 5734,'35'-8'0,"-2"0"0,-14 2 0,0 0 0,1-1 0,-2 0 0,1-1 0,-1 0 0,-1-1 0</inkml:trace>
  <inkml:trace contextRef="#ctx0" brushRef="#br0" timeOffset="-166976.92">4201 3270 5734,'25'36'0,"-1"0"0,-1-4 0,-5 0 0,-11-3 0,-4-2-2385,0 11 2385,-1-9 0,-2 1 0,-8 15 0,-2-16 0,-1 0 0,3-6 0,-1 1 0,-4 1 0,0-1 0,-1-2 164,-2-1-164,0-2 0,-10 2 0,6-7 0,-8 3 0</inkml:trace>
  <inkml:trace contextRef="#ctx0" brushRef="#br0" timeOffset="-164286.93">3853 9363 5734,'-4'0'0,"0"0"0,2 0 0,1 0 0,-1 0 0,0 0 0,1 0 0,-4 3 0,2-2 0,-5 3 0,3-2 0,-1 1 0,-1 0 0,2-1 0,-3 1 0,4-1 0,-6 2 0,7-2 0,-2 1 0,4-2 0,0 0 0,3 2 0,0-3 0,3 2 0,-2 0 0,1 0 0,1 1 0,8 4 0,-4-2 0,8 5 0,-8-5 0,4 4 0,-5-4 0,0 1 0,-2-2 0,1 1 0,-1-1 0,3 2 0,-4-2 0,-6 4 0,1-2 0,-6-1 0,3-2 0,-6 2 0,1 0 0,-6 4 0,4-4 0,-10 5 0,10-5 0,-5 3 0,7-5 0,1 1 0,1-1 0,1 0 0,1-1 0,0-1 0,1 0 0,-1-2 0,3 0 0,-1-1 0,1 0 0,-2 0 0,0 1 0,0-1 0,1-1 0,0-2 0</inkml:trace>
  <inkml:trace contextRef="#ctx0" brushRef="#br0" timeOffset="-163656.92">4002 9352 5734,'-3'5'0,"0"0"0,0-1 0,0 1 0,0 0 0,-5 13 0,4-7 0,-4 10 0,6-10 0,-2 6 0,2-3 0,1 4 0,0-6 0,2 4 0,1-4 0,6 13 0,-4-16 0,5 7 0,-5-14 0,1 0 0,-1-1 0,2 0 0,-2-1 0,2-2 0,0-4 0,1-2 0</inkml:trace>
  <inkml:trace contextRef="#ctx0" brushRef="#br0" timeOffset="-162776.92">4069 9423 5734,'1'5'0,"0"0"0,0 4 0,0-2 0,1 6 0,-1-5 0,0 0 0,1 1 0,-1-1 0,2 0 0,-2 0 0,1 0 0,0-1 0,2 2 0,-2-2 0,0 0 0,-1-2 0,1-2 0,-1 0 0,0 0 0,1-1 0,-2 0 0,1 0 0,-4-6 0,2 2 0,0-4 0,0 3 0,1-2 0,0 1 0,0-4 0,0 1 0,0-2 0,0 3 0,2-6 0,0 4 0,1-4 0,-1 6 0,1 0 0,-1 0 0,3-3 0,-2 2 0,3-2 0,-3 4 0,1 0 0,-1 0 0,0 1 0,0 1 0,1 0 0,0 0 0,-1 1 0,1 0 0,-1 0 0,0 1 0,1-1 0,-2 2 0,1-1 0,-1 1 0,-1 1 0,0-1 0,0 2 0,0-1 0,0 0 0,-1 0 0,0 1 0,5 6 0,-4-3 0,4 5 0,-3-6 0,-1 1 0,2 1 0,0 3 0,-1-2 0,0 4 0,0-3 0,-1 1 0,0 1 0,2 9 0,-2-6 0,2 7 0,-3-10 0,3 6 0,-3-7 0,2 4 0,-1-8 0,-1-3 0,0 1 0,-1-1 0,0-1 0,-1-1 0,-1-1 0,1-2 0,-2-1 0</inkml:trace>
  <inkml:trace contextRef="#ctx0" brushRef="#br0" timeOffset="-161766.92">4284 9385 5734,'6'0'0,"0"0"0,-4 0 0,0 0 0,1 2 0,1-1 0,0 0 0,0 1 0,1 1 0,0 0 0,4 7 0,-3-4 0,4 4 0,-5-3 0,2 5 0,-1-3 0,0 5 0,-3-7 0,0 1 0,-2 0 0,0 0 0,0 8 0,-1-3 0,-1 4 0,0-5 0,0 0 0,0-1 0,-1 0 0,1 0 0,0-2 0,0 0 0,0-2 0,-1 0 0,1-1 0,-1-1 0,1-1 0,0-1 0,-2 0 0,1-1 0,-1-2 0,0-1 0,1-1 0</inkml:trace>
  <inkml:trace contextRef="#ctx0" brushRef="#br0" timeOffset="-157866.92">4821 9436 5734,'-4'-1'0,"-5"-2"0,5 2 0,-9 0 0,9 1 0,-14 2 0,12-1 0,-13 4 0,12-4 0,-9 4 0,10-3 0,-4 3 0,7-3 0,-4 5 0,4-4 0,-3 2 0,5-3 0,-1 1 0,2-2 0,0 2 0,3-2 0,-2 0 0,1 2 0,0-1 0,0 2 0,2 0 0,1 1 0,3-2 0,0 1 0,8 1 0,-7-2 0,9 3 0,-10-3 0,8 5 0,-9-5 0,7 6 0,-9-6 0,1 2 0,-4-3 0,-1 1 0,-1-1 0,-2 1 0,-1-2 0,-4 3 0,1-1 0,-4 1 0,1 0 0,-7 2 0,4-3 0,-6 3 0,1-1 0,4-1 0,-2 1 0,6-3 0,-3 0 0,6-1 0,-5 0 0,9-2 0,-2-1 0,5-1 0,0 0 0</inkml:trace>
  <inkml:trace contextRef="#ctx0" brushRef="#br0" timeOffset="-156966.93">4866 9430 5734,'5'-3'0,"-1"1"0,-3 1 0,0 1 0,1 3 0,-1-1 0,1 4 0,-1-2 0,2-1 0,-1 2 0,1 2 0,-1-1 0,2 6 0,-3-5 0,0 15 0,0-11 0,-1 8 0,0-9 0,-1 4 0,0-3 0,-1 2 0,0-5 0,1 1 0,-2-1 0,2 0 0,-1 0 0,1-3 0,1 1 0,0-4 0,0 0 0,0-1 0,0 0 0,1 1 0,0-2 0,1 1 0,1-1 0,1-1 0,1-1 0,2 0 0,2-2 0,-2 2 0,5-4 0,-6 3 0,2-1 0,-3 1 0,0 0 0,-1 0 0,-1 0 0,0 0 0,-1 0 0,-2 1 0,0-1 0,-2 1 0,1-2 0,-1-1 0,-1 1 0</inkml:trace>
  <inkml:trace contextRef="#ctx0" brushRef="#br0" timeOffset="-155996.93">5034 9464 5734,'2'4'0,"1"-1"0,-1 8 0,0-4 0,1 7 0,-2-7 0,1 0 0,-1 1 0,0-1 0,1 1 0,-1 2 0,1-2 0,-1 1 0,2-1 0,-2-4 0,0 1 0,-1-3 0,0-1 0,-2-1 0,0-2 0,-2 0 0,2-1 0,0-1 0,1 0 0,-1-2 0,1 1 0,-1 1 0,0-1 0,1 2 0,1-4 0,0 1 0,0-3 0,3-5 0,-1 5 0,2-6 0,-1 8 0,-1 1 0,2 0 0,-1-1 0,1 2 0,0-1 0,0 2 0,1 0 0,-1 1 0,6-4 0,0 5 0,0-2 0,-1 5 0,-5 2 0,1 4 0,-1-1 0,0 3 0,-1 0 0,0 2 0,0 1 0,-1 1 0,0-1 0,0 2 0,0 0 0,-1 1 0,1 0 0,-2 0 0,1 0 0,0 4 0,-1-6 0,1 3 0,0-7 0,-6 4 0,2-9 0,-5 2 0,4-10 0</inkml:trace>
  <inkml:trace contextRef="#ctx0" brushRef="#br0" timeOffset="-155436.92">4878 9420 5734,'8'2'0,"-2"0"0,1 0 0,-2-1 0,3-1 0,-1 0 0,2 1 0,-2-1 0,2 0 0,-2 0 0,1 0 0,-2 0 0,-1 0 0,-2 0 0,1 0 0,-2 0 0,-1 0 0,-4 3 0,1-2 0,-3 2 0,3-2 0</inkml:trace>
  <inkml:trace contextRef="#ctx0" brushRef="#br0" timeOffset="-154216.93">5315 9403 5734,'-5'0'0,"2"0"0,2 2 0,1-1 0,0 0 0,0 1 0,0 0 0,0 0 0,0-1 0,0 1 0,0 0 0,0 0 0,0 0 0,0 2 0,0-2 0,0 3 0,0-2 0,0 2 0,0-2 0,0 2 0,0-1 0,0 1 0,1 1 0,0 3 0,1-3 0,0 4 0,-1-6 0,0 1 0,0 2 0,1-1 0,0 0 0,-1 3 0,1-3 0,-1 4 0,1-3 0,-1 0 0,2 6 0,-2-4 0,2 3 0,-2-8 0,0 1 0,0 0 0,-1-2 0,0 1 0,0-1 0,0-1 0,0-1 0,0 1 0,0-1 0,0 1 0,0 0 0,0 0 0,-1 0 0,1-1 0,-1 1 0,1-1 0,0 1 0,-2-1 0,-4-3 0,-5 1 0,1-1 0,2 1 0,6 1 0,0 0 0,0 0 0,-1 0 0,-8-1 0,5 1 0,-5 0 0,7 0 0,-1 0 0,2 0 0,-1-1 0,2 0 0,1-1 0,0 1 0,-2-2 0,0 1 0,-1-2 0,-1-1 0,2-1 0</inkml:trace>
  <inkml:trace contextRef="#ctx0" brushRef="#br0" timeOffset="-153616.92">5270 9432 5734,'-5'0'0,"0"0"0,2 1 0,-1-1 0,0 2 0,-2-1 0,2 0 0,-4 1 0,3-1 0,-2 1 0,3 0 0,0-2 0,2 1 0,-4-1 0,3 0 0,-3-1 0,4-1 0,1-2 0</inkml:trace>
  <inkml:trace contextRef="#ctx0" brushRef="#br0" timeOffset="-113676.92">24267 9387 5734,'27'-38'0,"1"0"0,1-3 0,-4 6 0,-8 9 0,9-13 0,-13 21 0,9-17 0,-14 24 0,4-10 0,-11 19 0,0 0 0,-3 2 0</inkml:trace>
  <inkml:trace contextRef="#ctx0" brushRef="#br0" timeOffset="-112126.93">24300 9364 5734,'-18'17'0,"8"-6"0,-8 5 0,10-7 0,0 0 0,1 0 0,0 0 0,-1-1 0,-1 4 0,2-4 0,-6 9 0,7-8 0,-3 3 0,5-6 0,1 0 0,-1-1 0,0 1 0,1-2 0,-1 3 0,1-3 0,-1 2 0,2-4 0,0 0 0,9-9 0,-4 3 0,7-7 0,-6 5 0,1 0 0,1-1 0,0 1 0,0-1 0,15-15 0,-9 9-344,12-13 344,-13 12 0,2-1 0,6-7 0,-4 5 0,5-6 0,-6 7 0,0-1 0,1-1 0,4-7 0,1-1 0,1-2-568,-1 1 0,-2 0 568,-4 6 0,-1 0-380,0 0 380,-1 0 0,-1 2 0,-1 0-66,-1 2 66,-1 2 289,-2 1-289,-1 0 1116,0 2-1116,2-4 440,-3 5-440,3-8 81,-4 9-81,2-4 0,-2 5 0,1-3 0,-1 4 0,0-2 0,0 4 0,0-1 0,-2 3 0,1 0 0,-2 2 0,0 1 0,-1 0 0,-1 3 0,0-1 0,-1 5 0,2-1 0,-5 15 0,1-9 0,-4 12 0,2-12 0</inkml:trace>
  <inkml:trace contextRef="#ctx0" brushRef="#br0" timeOffset="-111196.92">24078 9356 5734,'-1'7'0,"0"1"0,0-1 0,-1 6 0,0-1 0,1 5 0,-1-3 0,1 32 0,0-22-303,1 1 0,0-1 303,0-6 0,0 0-27,0-1 27,0 0 0,0 11 0,0-10 0,1 6 0,0-15 0,0 3 605,-1-6-605,0 2 28,0-7-28,1 1 0,0-1 0,1-2 0,0-1 0,2-2 0,-2 0 0,0 0 0,1 0 0,0 0 0,2-2 0,-1 0 0,4-4 0,-2 2 0,2-3 0,-2 3 0,0-1 0,1 2 0,-1 0 0,0 2 0,1-1 0,0 1 0,1 0 0,7-2 0,-2 1 0,5-2 0,-2 2 0,9-5 0,2 1 0,-3 0 0,1 0 0,0-1 0,-9 4 0,-4 2 0,2-1 0,-5 2 0,-4 2 0,1 0 0,-2 1 0,0-1 0,4 0 0,-3 0 0,3 1 0,-4 0 0,-1 1 0,0 0 0,0 0 0,-1 0 0,-1-1 0,1 0 0,-1 1 0,0-1 0,1-1 0</inkml:trace>
  <inkml:trace contextRef="#ctx0" brushRef="#br0" timeOffset="-66376.92">22982 12163 5734,'4'-8'0,"-1"-3"0,-2 6 0,1-9 0,-1 10 0,4-9 0,-3 10 0,10-10 0,-6 8 0,9-9 0,-9 9 0,6-5 0,-8 5 0,7-5 0,-7 6 0,5-3 0,-6 5 0,1-1 0,0 2 0,-2-1 0,5-1 0,-2 2 0,3-1 0,3-1 0,-5 2 0,14-4 0,-12 3 0,8-1 0,-10 2 0,5 0 0,-5 1 0,12 0 0,-9 0 0,6 0 0,-8 1 0,2 0 0,-1 1 0,1 0 0,1-1 0,-2 0 0,1 0 0,-2 0 0,5 1 0,-3 0 0,6 0 0,-8-1 0,6 2 0,-4-2 0,2 0 0,-3 1 0,3 1 0,-2-1 0,1 2 0,8-1 0,-9-1 0,9 0 0,-13-1 0,1 1 0,-2-1 0,0 0 0,0 1 0,-2 0 0,2 0 0,1 2 0,-2-2 0,2 3 0,-3-3 0,1 1 0,1 0 0,-1 0 0,1 1 0,-1-2 0,0 1 0,3 0 0,-2 0 0,2 1 0,-2-2 0,0 1 0,-1 0 0,2 1 0,-3 0 0,1 0 0,-2 0 0,0 0 0,1 0 0,0 1 0,-1-2 0,0-1 0,0 1 0,4 1 0,-5-2 0,3 0 0,-6-9 0,0-2 0</inkml:trace>
  <inkml:trace contextRef="#ctx0" brushRef="#br0" timeOffset="-54636.92">23504 7590 5734,'4'7'0,"0"0"0,6 10 0,-4-7 0,20 26 0,-17-24 0,22 24 0,-23-27 0,18 16 0,-17-16 0,24 16 0,-20-17 0,24 11 0,-24-14 0,22 4 0,-20-7 0,22 2 0,-24-4 0,8-1 0,-1 0 0,-8 1 0,18-2 0,-17 2 0,18-4 0,-19 1 0,14-4 0,-15 4 0,6-3 0,-3 0 0,-5 2 0,14-5 0,-13 4 0,14-5 0,-15 6 0,9-4 0,-9 3 0,2 0 0,-2 1 0,8-5 0,-7 3 0,12-7 0,-13 6 0,4-3 0,-4 4 0,-1-1 0,1 0 0,3-4 0,-3 1 0,3-2 0,-4 2 0,5-8 0,-5 6 0,4-7 0,-4 5 0,-3 3 0,4-9 0,-5 9 0,2-9 0,-4 10 0,-1-3 0,2-12 0,-1 10 0,0-22 0,-1 21 0,-2-11 0,0 13 0,-1-12 0,-1 11 0,0-6 0,0 6 0,1-1 0,0 1 0,-1 0 0,1 0 0,0 0 0,1 0 0,-2 1 0,1 1 0,-2-5 0,1 4 0,-6-14 0,4 14 0,-3-7 0,4 13 0,1 1 0,-1 0 0,-1-2 0,1 2 0,-4-5 0,3 4 0,-2-2 0,-7-4 0,4 3 0,-6-3 0,6 5 0,3 4 0,-2-4 0,1 3 0,0-2 0,-2 0 0,5 3 0,-4-3 0,4 3 0,-1 0 0,1 1 0,0-2 0,-2 0 0,1 1 0,-3-3 0,3 4 0,-1-1 0,3 1 0,-8-4 0,6 5 0,-6-3 0,6 4 0,1 1 0,-2 1 0,0 0 0,-1 0 0,0 0 0,-1 0 0,0 1 0,0-1 0,1 1 0,-8 1 0,5 0 0,-6 1 0,7-1 0,0 0 0,0 0 0,1 0 0,-1 0 0,1 1 0,-1-1 0,1 0 0,0 1 0,0-1 0,0 1 0,0-1 0,0 1 0,1 0 0,-4 3 0,3-1 0,-6 4 0,6-3 0,-1 1 0,2-2 0,-2 3 0,2-2 0,-3 2 0,4-1 0,-2 3 0,2-3 0,-5 6 0,5-5 0,-1 1 0,-8 13 0,5-4 0,-6 8 0,5-1 0,6-11 0,-1 6 0,3-7 0,0 4 0,0-4 0,-3 24 0,4-21 0,-3 15 0,4-20 0,-2 1 0,-1 6 0,0-3 0,-2 3 0,-3 3 0,1-4 0,-5 6 0,2-6 0,0 0 0,-1 0 0</inkml:trace>
  <inkml:trace contextRef="#ctx0" brushRef="#br0" timeOffset="-8226.92">23746 10968 5734,'-11'-5'0,"2"1"0,-1 5 0,3 2 0,-4 3 0,-10 26 0,1 7 0,4-5 0,0 7 0,-1 9 0,4-8 0,6 4 0,2-7 0,0 8 0,2-8-1693,0 6 1693,1-7 0,0 0 0,2 9-740,-1-18 740,0 9-196,0-17 196,0-10 0,-1 2 0,-4-14 1507,0-2-1507,-14-18 0,9 5 0,-8-11 0</inkml:trace>
  <inkml:trace contextRef="#ctx0" brushRef="#br0" timeOffset="-8016.92">23493 11244 5734,'15'-5'0,"12"-2"0,-13 3 0,11-1 0,-10 2 0,15 1 0,-11 1 0,15 1 0,-19 1 0,8 3 0,-13-2 0,3 3 0,-9-4 0,1 0 0</inkml:trace>
  <inkml:trace contextRef="#ctx0" brushRef="#br0" timeOffset="-7826.92">23893 11344 5734,'25'-4'0,"-4"1"0,-14 3 0,0-1 0,-3 1 0,0 0 0</inkml:trace>
  <inkml:trace contextRef="#ctx0" brushRef="#br0" timeOffset="-7656.92">23855 11456 5734,'17'1'0,"-2"-1"0,-3-1 0,-1 0 0,0-1 0,3 0 0,-4-1 0,2-1 0,-8 2 0,1-1 0</inkml:trace>
  <inkml:trace contextRef="#ctx0" brushRef="#br0" timeOffset="-5686.92">24313 11171 5734,'10'-7'0,"6"-4"0,-5 1 0,11-13 0,-13 10 0,9-25 0,-13 23 0,2-13 0,-8 17 0,0 0 0,-1-1 0,-3-4 0,1 4 0,-4-8 0,3 10 0,-2-4 0,2 5 0,-1-2 0,2 2 0,-1-2 0,2 5 0,0 1 0,0 0 0,0 2 0,-1-1 0,2 2 0,-1 1 0,1 1 0,1 0 0,-1 0 0,1 0 0,-1 2 0,0 0 0,-3 5 0,1 1 0,-8 23 0,6-4 0,-3 10-565,6-9 565,1-8 0,-1 10 0,2-8 0,-1 7-256,2-9 256,0-1 0,0-2 0,0-1 0,1-2 0,0-2 550,0-2-550,0 0 271,0-3-271,0 1 0,0-2 0,-1 0 0,-1-3 0,1 1 0,0-3 0,0 0 0,1-4 0,1-1 0,4-10 0,5-8 0,0 4 0,3-6 0,-5 12 0,1 0 0,0 1 0,0 0 0,4-2 0,-2 4 0,4-2 0,3 2 0,-6 3 0,5-1 0,-11 6 0,0 0 0,-1 1 0,-1 1 0,-1 0 0,-1 0 0,0 1 0,-2 0 0,-1 1 0,-1 1 0,-3 1 0,0 0 0,-2 2 0,-2 0 0,-2 1 0,-2-1 0,-5 3 0,5-2 0,-7 2 0,9-4 0,-1 1 0,5-4 0,1 2 0,1-2 0,1 0 0,7 6 0,-1-3 0,10 9 0,-4-8 0,6 3 0,-4-3 0,1-1 0,0 0 0,0 0 0,1 0 0,0-2 0,18 1 0,-10-4 0,8 1 0,-16-4 0,-7 0 0,0 1 0,-2-1 0,-1 0 0</inkml:trace>
  <inkml:trace contextRef="#ctx0" brushRef="#br0" timeOffset="-5246.92">24217 11360 5734,'16'-4'0,"0"1"0,-2 1 0,12 0 0,-3 1-673,9-1 673,-7 1 0,12 1 0,-9 1 164,7 1-164,4 0 0,-16 0 0,9 1 0,-20-2 0,-2 0 0,-1 1 0,-3-1 0,-1 0 509,-2 0-509,-2 1 0,-6-1 0,-1 2 0</inkml:trace>
  <inkml:trace contextRef="#ctx0" brushRef="#br0" timeOffset="-4436.92">24322 11459 5734,'-6'6'0,"2"1"0,2 0 0,0 2 0,1 1 0,-2 8 0,1-3 0,-1 22 0,2-18 0,1 10 0,0-18 0,1-2 0,0 1 0,-1-3 0,0 1 0,0-3 0,0-3 0,0 1 0,0-2 0,0 1 0,0 0 0,-1-6 0,1-1 0,0-5 0,0 1 0,0 0 0,4-20 0,-2 12 0,3-14 0,-4 18 0,0 1 0,0 1 0,1 0 0,-1 2 0,0 0 0,0 1 0,-1 2 0,0 0 0,1 2 0,0 0 0,1 0 0,-1 2 0,1-1 0,-1 2 0,1 1 0,3 3 0,0 1 0,5 7 0,-3-2 0,2 4 0,0-1 0,-1 0 0,1 1 0,0 1 0,-1-1 0,1 0 0,5 4 0,-4-4 0,3 2 0,-5-5 0,-1-2 0,-1-1 0,-1-3 0,0-1 0,-2-2 0,1-1 0,3-4 0,1-12 0,0 2 0,-1-8 0,-5 7 0,0-1 0,-2-1 0,-1-7 0,0 7 0,-3-4 0,1 8 0,0 2 0,-1 2 0,-2-10 0,2 11 0,-2-6 0,3 11 0,0 3 0,1 1 0,1 2 0</inkml:trace>
  <inkml:trace contextRef="#ctx0" brushRef="#br0" timeOffset="2493.08">24409 10815 5734,'-36'-10'0,"11"4"0,-4 1 0,-7 1 0,4 1 0,-11-1-820,3 3 1,-11 0 0,-1 2 0,10-1-373,11 1 0,2 1 1192,-13-1 0,-7 1 0,5 3-37,2 4 1,6 2 36,-9 2 325,8-2 0,-3 4-325,3 6 0,3 0 0,-6 5 0,10 0 0,-4 6 0,7-3-650,0 8 650,5-4 0,3 2 0,11-2 0,4-1 0,-1 10 0,5-10 0,3 4 0,1-3 0,7 13 0,7-7 0,6 7 0,-1-7 0,-5-12 0,2-3 0,6 4 0,7 3 0,1 0 0,-4-7 0,0-4 0,1-3 0,5-1 0,8 1 0,0-1 0,-6-4 0,2-2 0,1-3 0,-3-2 0,5-1 0,0 0 0,-5-3 0,3-1 0,0-4 0,-2-3 0,6-2 0,0-1 0,-5 0 0,3-1 0,-1-5 0,-7-1 0,6-5 0,1-3 0,-3 1 0,-7 2 0,3-4 0,-5-4 0,-6 0 0,3-6 0,-1-4 0,-3 2 0,-6 6 0,-5-2 0,-5 0 0,-2-3 0,-1-6 0,-2 0 0,-2 7 0,-5 9 0,-2 1 0,-7-20 0,-3 2 0,-1 11 461,-6 7 0,-2 4-461,2 8 0,-18-4 0,25 20 0</inkml:trace>
  <inkml:trace contextRef="#ctx0" brushRef="#br0" timeOffset="4103.08">24244 11852 5734,'21'9'0,"-5"-3"0,8 2 0,-7-2 0,0 0 0,-1 2 0,9 5 0,-7-2-744,6 5 744,-6-4 0,1 4 0,0 0 0,3 2-411,-2-1 1,-2-1 410,-2-1 0,-1 1 67,1 1-67,-2 0 0,0 1 0,4 9 0,-4-4-570,3 7 570,-5-8 0,3 13 0,-4-8 0,3 8 0,-6-10 0,3 11 0,-3-7 0,-1-6 0,0 1 0,1 5 0,2 8 0,-3-11 0,-2-1 0,0 0-56,-1 0 56,0-2 0,0 20 0,-2-15 0,-2-1 0,0-1 0,-3-1 735,-2 9-735,-3 0 0,2-9 0,-1 1 0,0 1 0,0 0 28,0-1 0,0 0-28,-1-1 0,2-2 61,-2 4-61,-3 7 0,4-13 0,-4 6 0,3-7 0,-6 1 0,-1 0 0,1-2 0,-14 13 0,14-19 0,1-2 346,-1 1-346,0-1 0,0 0 0,1 1 0,0 0 0,0 1 0,2-2 0,-1 2 0,0-2 0,1 1 0,-4 4 0,4-3 0,-4 3 0,5-5 0,-5 6 0,4-6 0,-9 9 0,8-8 0,-3 2 0,3-3 260,-4 6-260,-1 0 0,0 1 0,-1 3 0,8-9 0,-1 3 597,4-7-597,2 0 69,2-2-69,-1 0 0,1-2 0,-1 2 0,2-3 0,-1 2 0,-3 4 0,4-5 0,-4 5 0,5-6 0,0 1 0,0-1 0,1-1 0,0-1 0,-1 1 0,0-1 0,2-5 0,-2 3 0,3-4 0,-2 3 0,0 1 0,-1-2 0,0 2 0,0-3 0,0-5 0,1-1 0,0-3 0,1 3 0,0 3 0,3-5 0,-1 2 0,2-5 0,-1 3 0,3-6 0,-2 3 0,3-4 0,-4 7 0,3-4 0,-2 4 0,2-6 0,-4 9 0,1-1 0,-1 2 0,-1 4 0,0-2 0,-1 3 0,-1 1 0,0 0 0,-4 9 0,1-3 0,-3 7 0,3-4 0,-1 1 0,0 0 0,0 0 0,0 0 0,0 1 0,-6 11 0,1-6 0,-1 6 0,4-10 0,2-4 0,1 1 0,0 0 0,1 1 0,0-1 0,-1-1 0,2-1 0,0-1 0,0-1 0,0-1 0,0 1 0,0-1 0,1 0 0,2-2 0,0 1 0,1-1 0,4 1 0,-1 0 0,22-1 0,-12 0 0,14-2 0,-7-2 0,-4-1 0,9-3 0,3-3 0,-7 1-581,8-3 581,-10 4 0,-1 0 0,-1 1 0,4-3 0,-6 4 0,1-1 0,-8 3 0,0 1 0,-4 1 0,0 0 581,-3 3-581,1-1 0,-2 1 0,1 0 0,-2 0 0,0 0 0,0 0 0,-1 0 0,1 0 0,0 0 0,-1-2 0,-5-1 0,1-2 0,-4 2 0,1 1 0,0 2 0</inkml:trace>
  <inkml:trace contextRef="#ctx0" brushRef="#br0" timeOffset="54203.08">20899 13319 5734,'-5'0'0,"1"1"0,3 0 0,0 0 0,-1-3 0,0-1 0</inkml:trace>
  <inkml:trace contextRef="#ctx0" brushRef="#br0" timeOffset="54823.08">20747 12024 5734,'-13'1'0,"0"0"0,3 0 0,-1 0 0,4 0 0,-1-1 0,6 0 0,0 0 0,6 2 0,-1 0 0,3 3 0,-1 3 0,-3-2 0,1 4 0</inkml:trace>
  <inkml:trace contextRef="#ctx0" brushRef="#br0" timeOffset="60493.08">20354 13715 5734,'-4'-1'0,"2"0"0,3 0 0,0-2 0,0 2 0,2 0 0,-1 1 0,11 1 0,-7-1 0,9 1 0,-3-1 0,-3 0 0,4 0 0,5-1 0,-7 1 0,9 0 0,-10 0 0,1 1 0,12 4 0,-8-1 0,23 4 0,-21-4 0,24 2 0,-23-5 0,22-2 0,-23 0 0,8-1 0,-7 0 0,-4 1 0,13-1 0,-14 2 0,8 0 0,-9 0 0,-3 0 0,8 0 0,-6 0 0,3 0 0,2-1 0,-4 0 0,15-1 0,-14 2 0,7 0 0,-12 0 0,3 0 0,-3 0 0,3 0 0,-3 0 0,3 0 0,-2 0 0,3 0 0,-2 0 0,-1-1 0,1 0 0,0 0 0,2-1 0,5-1 0,-3 0 0,8-1 0,-4 1 0,-1 0 0,3 1 0,-8 0 0,6 1 0,-8 1 0,7 0 0,-6 0 0,3 0 0,-3 0 0,21-3 0,-13 2-313,16-3 313,-18 1 0,1 1 0,6-1 0,-4 1 0,3-1 0,-7 2 0,-1 0 0,1 0 0,7 0 0,-5 1 0,6-1 0,-8 0 0,0 0 0,0 1 0,1-1 313,-2 1-313,1-1 0,-1 0 0,-2 0 0,10-2 0,-15 3 0,5-2 0,-29 5 0,-3-1 0,-9 1 0</inkml:trace>
  <inkml:trace contextRef="#ctx0" brushRef="#br0" timeOffset="61963.08">20258 13725 5734,'-10'-1'0,"-1"0"0,2 0 0,-6 0 0,4-1 0,-5 0 0,4 1 0,-32-2 0,19 2-403,0-1 0,1 1 403,2 1 0,0 0-309,0 1 309,0 0 0,-10 1 0,8-1 0,-7 1 0,11-1 0,0 1 0,-20-2 0,17 0 0,-15-2 0,23 2 0,-6-1 0,6 2 0,-4-1 0,6 1 779,2-1-779,-2 1 336,-5-1-336,2 0 0,-6 0 0,5 0 0,-12 0 0,6 0 0,-9 0 0,-4 0 0,7 0 0,-18 1-930,19-1 930,-7 2 0,12-2-271,-5 1 0,-1-1 271,2 1 0,0-1 0,1 0-58,7 0 58,6 0 0,-2 0 0,7 0 870,0-1-870,3 1 592,-1 0-592,1 0 68,2 0-68,-1 0 0,2 0 0,-4 0 0,4 0 0,-3 0 0,2 0 0,-4 0 0,1 1 0,-6-2 0,6 1 0,-3 0 0,5 0 0,0 0 0,1 0 0,1 0 0,0 0 0,1 0 0,0 0 0,-1 0 0,1 1 0,0-1 0,0 12 0,0-3 0,-1 10 0,2-1 0,-1 3 0,1 17 0,0-5-864,1-2 0,-1 1 864,0 11 0,1-14 0,-1 0 0,1 17 0,-1-10 0,1 1 0,0-9 0,0 1-790,-1 10 1,1-1 789,0-11 0,0-1 0,1 11 0,0 0 0,0-9 0,1 0 0,0 9 0,0-2 0,-1-10 0,1-1-494,0 0 0,0 1 494,0-2 0,-1 2 0,2 10 0,0 0 0,-1-9 0,0 1 0,2 17 0,0 0 0,-2-19 0,0-1 0,1 7 0,-1 0 0,2 9 0,-2-6 0,0 6 0,0-4 0,-1-10 0,0-1 0,1 9 0,-1 3 0,0-5 0,-3 7-662,0 1 662,-1-2 575,0 3-575,0-21 1335,1 4-1335,0-11 1196,0-4-1196,1 4 1050,0-6-1050,0 0 801,0-8-801,-2-2 0,0-19 0,2 3 0,1-15 0</inkml:trace>
  <inkml:trace contextRef="#ctx0" brushRef="#br0" timeOffset="63203.08">22016 13520 5734,'16'-3'0,"2"0"0,27-2 0,-5-1 0,7-2 0,-2 1-1639,-3 1 1,2-1 1424,-9 1 1,4 0 0,-2 0 0,-5 0 213,-3 1 0,-4 0-215,3-1 0,1 1 215,0-1 0,0 1 0,2-1 0,0 0-587,0 1 0,1-1 587,1 1 0,1-1 0,-2 1 0,4 0 0,-3 1 0,7-1 0,1 0 0,-7 2 0,2-1 0,1 1 0,11 0 0,1 1 0,-3 0 0,0 0 0,0 0 0,-1 1 0,5-1 0,-6 1 0,-8 0 0,-3 1 0,0-1 0,1 0 0,-2 0 0,1 0 0,12-1 0,0 0 0,-11 0 0,-1 0 0,9 0 0,0 0 0,-15 0 0,0 0 0,8-1 0,0 1 0,-9 0 0,-1 0 0,6-1 0,-2 1 1092,8 0-1092,-6 0 0,-1 2 335,-4-1-335,-3 1 0,-1 0 1408,2 0-1408,-6 0 0,8 0 0,-11 0 0,3 0 1346,7 3-1346,-11-1 826,7 1-826,-16-1 495,-3 0-495,0-2 232,-1 1-232,1 0 0,0 0 0,0 3 0,-1-3 0,1 3 0,-1-3 0,0 1 0,0 1 0,-1 0 0,0 0 0,-1 2 0,0 1 0,-2 4 0,2-2 0,-1 2 0,1-2 0,2 3 0,-1-1 0,1 2 0,-1-4 0,0 2 0,0-3 0,0 7 0,1-6 0,0 5 0,0-3 0,2 9 0,-1-2 0,2 7 0,-1 13 0,0 4 0,-1-11 0,0 0-477,1 17 0,0 1 477,-3-8 0,0-3-833,-1-12 0,0-1 833,0 9 0,-1 0 0,1-8 0,-1 0 0,-1 13 0,0 1 0,1-8 0,-1 0 0,0 8 0,1 3 0,-1 1 0,1 3 0,0-3 0,1 3 0,1-1-666,-1-3 0,0 2 1,1-5 665,1-7 0,0-4 0,0 5-420,0 6 420,-1-15 0,0 3 0,1-15 0</inkml:trace>
  <inkml:trace contextRef="#ctx0" brushRef="#br0" timeOffset="64653.08">20029 15575 5734,'31'-1'0,"1"0"0,2-1 0,8 1 0,3-1 0,-1 0 0,-5 1-1093,-1-1 1,-4 1 0,4 0 615,2-1 0,6 0 1,2 1-1,-2-1 0,-8 1 440,8 0 1,-6 0 36,3 0 0,0 1 0,0-1 0,0 1 0,-1-1 0,0 1 0,-1 0 0,0 0 0,-1 0 0,0 0 0,-2 0 0,1 0 0,-5 0 0,1 0 0,-1 0 0,3-1 0,1 1 0,8 0 0,-1-1 0,-16 1 0,-2-1 0,-2 1 0,-1-1 401,20 1-401,-18-1 0,-1 2 0,10-2 1447,3 1-1447,-17-1 746,11 0-746,-17 1 1914,9-1-1914,-21 1 230,1 1-230,-2-1 642,0 0-642,1 0 354,-1-2-354,1 0 0,-1-4 0,1 0 0,6-15 0,-3 8 0,3-11 0,-4 10 0,0-1 0,4-10 0,-1 4-464,4-7 464,-2 8 0,1-2 0,1 0 0,7-12 0,-4 8 0,7-9 0,-6 10 0,9-12 0,-6 10-880,7-8 880,-9 13 0,0 2 0,0 1 0,8-7 0,-6 8 0,14-11 0,-13 15 0,17-9 0,7 3 0,-7 4-611,-9 6 1,0 1 610,2 2 0,11-2 122,-10 5-122,-7 1 0,0 1 0,15-1 0,6 1 0,1 1 0,-21 1 0,0 0-375,16 0 0,-1 0 375,5 2 0,0 1 0,2 0 0,0 1 0,-12-2 0,1 0 0,-8 0 0,0 0 0,9-1 0,0 1 0,-10-1 0,0 1 0,0-1 0,0 0 0,0 0 0,1 1 0,12-1 0,-1 0 0,-8-1 0,-1 1 0,9-1 0,0-1 0,-13 1 0,0-1 0,10-1 0,0 1 0,-10-1 0,1 0 0,7 0 0,-1 0 0,10-2 0,-14 2 0,1-1 0,12-1-463,-15 1 0,0 0 463,6-2 351,0 0-351,-2 0 0,10-2 0,-11 2-3,-2-1 1,0 0 2,8-2 0,-7 2 0,0 0 0,2 0 0,7 1 0,-22 4 0,2-1 1396,-6 2-1396,-1 1 1190,-3 0-1190,4 0 870,-8 0-870,2-1 317,-5 1-317,1-1 0,-6-2 0,0 1 0,-7-3 0,-3 2 0,-3-4 0,-3 1 0</inkml:trace>
  <inkml:trace contextRef="#ctx0" brushRef="#br0" timeOffset="-180933.65">14527 9525 24575,'-17'0'0,"-9"0"0,23 0 0,-24 0 0,24 0 0,-24 0 0,10 0 0,1 0 0,-11 0 0,24 0 0,-24 0 0,24 0 0,-24 0 0,11 13 0,-1-9 0,-10 9 0,11 0 0,-14-9 0,0 9 0,13 0 0,-10-9 0,11 9 0,-14 0 0,13-10 0,-9 11 0,9-1 0,0-10 0,-9 11 0,9-1 0,-13-10 0,13 11 0,-9-1 0,9-10 0,-13 11 0,14-1 0,-11-10 0,10 11 0,1-1 0,-11-10 0,24 11 0,-24-1 0,24-10 0,-24 11 0,24-14 0,-11 13 0,1-10 0,10 10 0,-24 1 0,24-11 0,-10 10 0,-1-13 0,11 14 0,-24-11 0,24 10 0,-24-13 0,24 14 0,-10-11 0,-1 10 0,11 1 0,-24-11 0,24 24 0,-23-24 0,22 10 0,-9 1 0,13-11 0,-13 10 0,9 1 0,-9-11 0,13 23 0,0-22 0,0 9 0,0-13 0,0 13 0,-13-9 0,9 22 0,-9-22 0,13 9 0,0 0 0,0-9 0,0 22 0,0-22 0,0 22 0,0-22 0,0 22 0,13-22 0,-9 22 0,9-23 0,0 24 0,-9-24 0,9 11 0,0-1 0,-9-10 0,22 24 0,-9-24 0,13 11 0,-14-1 0,11-10 0,-10 11 0,-1-1 0,11-10 0,-10 11 0,12-14 0,1 0 0,0 13 0,0-10 0,0 10 0,0-13 0,0 0 0,13 0-535,-9 0 535,9-13 0,-13 10 0,0-10-14,0 13 14,0 0 0,0 0 0,-14 0 0,11 0 0,-10-14 0,13 11 0,0-10 0,0 13 0,0-14 0,-1 11 535,-12-10-535,10-1 14,-11 11-14,14-10 0,0-1 0,0 11 0,0-24 0,0 24 0,-13-24 0,9 24 0,-9-10 0,0 0 0,23-4 0,-34 0 0,34-9 0,-36 9 0,22-13 0,-9 13 0,-1-9 0,11 9 0,-10-13 0,-1 0 0,11 0 0,-24 14 0,24-11 0,-24 10 0,11 1 0,-14-11 0,0 10 0,0 1 0,0-11 0,0 11 0,0-14 0,0 13 0,-14-10 0,11 11 0,-10-1 0,-1-10 0,11 24 0,-24-24 0,11 24 0,-1-10 0,-10 13 0,-3 0 0,-3 0 0,-10 0 0,13 0 0</inkml:trace>
  <inkml:trace contextRef="#ctx0" brushRef="#br0" timeOffset="-179423.65">14617 13599 24575,'-17'0'0,"-9"0"0,22 0 0,-22 0 0,22 0 0,-22 13 0,9-10 0,1 11 0,-11-14 0,24 0 0,-24 0 0,24 0 0,-24 0 0,24 13 0,-24-10 0,24 10 0,-24-13 0,24 0 0,-24 14 0,24-11 0,-24 10 0,24 1 0,-10-11 0,-1 10 0,11 1 0,-24-11 0,24 10 0,-24 1 0,24-11 0,-10 10 0,-1-13 0,11 14 0,-10-11 0,-1 10 0,11-13 0,-10 14 0,-1-11 0,11 10 0,-10 1 0,13-11 0,0 10 0,0-13 0,-13 13 0,9-9 0,-9 9 0,13 0 0,0-9 0,0 9 0,0 0 0,0-9 0,0 9 0,0-13 0,-13 13 0,9-9 0,-9 9 0,13 0 0,0-9 0,0 22 0,0-22 0,0 22 0,0-22 0,0 22 0,0-23 0,0 11 0,0-1 0,0-10 0,0 11 0,0-1 0,0-10 0,13 11 0,-9-1 0,22 4 0,-22-1 0,22-2 0,-23-1 0,11-10 0,-1 11 0,-10-1 0,24-10 0,-24 11 0,24-1 0,-24-10 0,24 10 0,-10-13 0,-1 0 0,11 14 0,-24-11 0,24 10 0,-11-13 0,1 0 0,10 0 0,-11 0 0,1 0 0,23 0 0,-33 0 0,33-13 0,-37 10 0,23-11 0,-9 14 0,0 0 0,9 0 0,-9 0 0,0-13 0,9 10 0,-9-10 0,0 13 0,23-14 0,-21 11 0,25-24 0,-14 24 0,-14-24 0,11 24 0,-10-10 0,-1-1 0,11 11 0,-24-10 0,24-1 0,-24 11 0,24-10 0,-24-1 0,24 11 0,-24-10 0,24-1 0,-24 11 0,10-10 0,1 0 0,-11 9 0,10-22 0,-13 22 0,0-22 0,14 22 0,-11-22 0,10 9 0,-13 0 0,0-9 0,0 22 0,0-22 0,0 9 0,0 1 0,-13-11 0,10 24 0,-11-24 0,1 24 0,10-24 0,-11 10 0,1 1 0,-4-11 0,1 24 0,-11-11 0,24 1 0,-24 10 0,11-11 0,-14 1 0,0 10 0,13-10 0,-10 13 0,11 0 0,-14 0 0,0 0 0,0 0 0,0 13 0,0-10 0,0 10 0</inkml:trace>
  <inkml:trace contextRef="#ctx0" brushRef="#br0" timeOffset="154742.51">17680 4776 5734,'-7'-8'0,"3"4"0,1 0 0,3 3 0,2 6 0,-1 1 0,4 11 0,-1-2 0,2 6 0,0-1 0,1 1 0,1 1 0,7 12 0,-3-7-774,5 6 774,-4-10 0,8 8 0,-4-8 0,5 5 0,-6-10-532,7 4 532,-6-7-167,4 3 167,-8-9 0,3 2 0,-5-4 716,2 1-716,-6-4 565,3-3-565,-5-2 192,2-2-192,-7 0 0,-2-1 0,-5-2 0,1 0 0,-3-3 0,2 1 0</inkml:trace>
  <inkml:trace contextRef="#ctx0" brushRef="#br0" timeOffset="154992.51">17652 5161 5734,'17'-29'0,"1"1"0,-1 3 0,13-11 0,2-1 0,-16 18 0,1 0-976,3-5 0,4-3 0,-4 5 976,2-2 0,-1 3 869,0 0-869,5-3 0,-7 6 0,8-4 0,-15 12 0,1 0 118,-8 8 0,-2 2 0,-1 1 0</inkml:trace>
  <inkml:trace contextRef="#ctx0" brushRef="#br0" timeOffset="155322.51">18125 4785 5734,'-11'21'0,"-1"-1"0,4-1 0,-1 0 0,-1 15 0,3-8-938,-2 11 938,4-11 0,0 12 0,4-9 0,2 17 0,3-22 0,2 6 0,1-14 226,2-2-226,1-3 0,-1-2 0,0-2 0,3-2 0,-5-4 0,4-1 0</inkml:trace>
  <inkml:trace contextRef="#ctx0" brushRef="#br0" timeOffset="157562.51">18055 4781 5734,'0'6'0,"0"3"0,0-3 0,0 2 0,0-2 0,-1 5 0,0-1 0,-2 7 0,1-5 0,0 3 0,-1-4 0,1 6 0,0-3 0,0 5 0,1-4 0,-2 12 0,2-10 0,-1 15 0,3-17 0,1 10 0,0-11 0,0 3 0,-1-7 0,-2 2 0,1-4 0,0 0 0,0-3 0,0-1 0,0 3 0,1-3 0,1 4 0,0-6 0,2 2 0,-1-3 0,-1 0 0,1-1 0,-1 0 0,1 0 0,0-1 0,3 0 0,-2 1 0,1 0 0,-1 1 0,1 1 0,-1-1 0,0 1 0,-1-1 0,0 1 0,1-1 0,0 1 0,-2-1 0,2 1 0,-1-1 0,0-1 0,0 0 0,0-2 0,-2 1 0,2-1 0,-2-1 0,0-2 0,0 0 0,0-2 0,0-2 0,-1 0 0,1-3 0</inkml:trace>
  <inkml:trace contextRef="#ctx0" brushRef="#br0" timeOffset="157772.51">18032 4712 5734,'34'17'0,"-4"-3"0,-18-9 0,4 3 0,-4-2 0,0 2 0,-4-2 0,-2 0 0</inkml:trace>
  <inkml:trace contextRef="#ctx0" brushRef="#br0" timeOffset="158482.51">18220 5055 5734,'11'-3'0,"-1"0"0,-2-1 0,1-1 0,4-5 0,9-14 0,-6 6 0,3-9 0,-11 8 0,-2 5 0,0-6 0,-3 6 0,0-7 0,-1 5 0,1-5 0,-3 7 0,1 1 0,-1 0 0,1 1 0,-1 1 0,1 1 0,-2 1 0,0 1 0,-2 1 0,0 2 0,0-1 0,0 4 0,0 2 0,-2 0 0,0 3 0,-3 3 0,1 1 0,-4 8 0,4-4 0,-1 6 0,4-3 0,-1 1 0,-1 11 0,2 3 0,-2 11-686,2-8 1,0-1 685,1 4 0,3-10-596,0 10 596,0-9 0,1 7-229,1-14 229,0-1 0,1-2 0,1 7 0,-1-12 1244,0 5-1244,-2-13 669,0-2-669,1-1 283,1-7-283,-1 1 0,2-7 0,0 3 0,1-2 0,0-1 0,5-5 0,-3 4 0,4-3 0,-3 5 0,2-3 0,-2 4 0,2-2 0,-5 5 0,-2 2 0,0 1 0,-1 0 0,-2 4 0,-1 4 0,-2 2 0,0 4 0,1-2 0,3 7 0,0-5 0,4 7 0,0-9 0,6 1 0,-3-4 0,2-1 0,-2-4 0,3-4 0,-2-1 0,1-5 0,-3 1 0,1-2 0</inkml:trace>
  <inkml:trace contextRef="#ctx0" brushRef="#br0" timeOffset="158992.51">18551 4666 5734,'9'2'0,"6"0"0,9 1 0,-7-1 0,8 2 0,-19-3 0,4 2 0,-7-1 0,1 2 0,-5 0 0,2 1 0,-5 5 0,1-1 0,-4 10 0,4-7 0,-2 6 0,3-4 0,1 6 0,0-5 0,1 6 0,1 4 0,0-7 0,2 17 0,-2-15-215,1 6 215,-1-8 0,1 8 0,-1-7 0,0 6 0,-1-4 0,-1-6 0,-8 28 0,3-26 0,-7 20 0,6-28 0,-1 1 0,0-2 0,0 0 0,-3 2 0,3-3 215,-1 1-215,4-4 0,-5 2 0,4-3 0,-7 0 0,4-6 0,-1-1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08T01:00:31.6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6334 12840 7982,'-21'-16'3276,"8"7"0,-20-9-2542,26 13-464,-6-4 90,15 6 90,1 1-1,-1-1 1350,3-2-1529,-3 2 2159,1-4-2159,-3 5 179,4-1-359,-1 3 270,20-3-270,-10 1 0,14-3 180,10 5-270,-16 0 90,7 1 0,-1 1-90,-4 0 0,15-1 45,-10 0 0,0-2-1390,6 0 1345,-2 0 0,0 0 0,1-2-93,3-1 93,0 0 0,1-1 0,-13 1 0,0 0-147,13-1 0,1-1 147,-9 1 0,-2 0 0,14-3 0,0 1 0,0 1 0,0-2-826,-1 2 0,-1 1 826,-1-1 45,-13 2 0,2 0 162,0 0 1,-1-1-208,17-3 0,-15 4 0,-1 0 77,13-2-77,-2 1 0,0 1-559,10-1 559,-12 2 0,1 0 0,-6 0 0,-2 1 0,8 0 0,-1 0 0,0 2 0,-10 1 940,20 3-940,-26-2 0,22 3 0,-20-3 0,14-1 576,-16-2-576,-1-2 0,7-1 0,-8 2 90,5-2-90,-10 2 0,5 0 0,-9 1 994,4 1-994,-10 1 747,0 2-747,-2-1 104,0 1-104,-1-2 0,0 0 0,0 1 0,0 0 0,0 1 0,2-1-90,-1 1 0,0-1-450,-1 3-989,-1-1 270,-2 1-1,0-4-988,-2-2-181,-5-1 0,-2-1 361,-3 2 269,-1 0 449,3-1 1350,-1 3 0,2-2 0,0 1 0</inkml:trace>
  <inkml:trace contextRef="#ctx0" brushRef="#br0" timeOffset="21026">6279 13628 8162,'4'3'1529,"0"1"-989,1 0-540,-3-3 540,0 3-360,-2-4 989,-2 4-989,2-3 1619,0 3-1529,-1-9-180,1 3 180,-1-3-180,1 4 989,0 1-1079,0 3 0,0-1 0,0 2 0,0-2 0,0-2 0,3 0 0,-2 0 0,2-1 0,-3 4 0,0 0 0,0 4 0,-1-6 0,1 0 0,-1-5 0,1 2 0,0-2 0,0 2 90,0 0-90,-1 1 0,5 1 90,-2 0-90,3 0 0,-1 0 0,-3 0 90,3 1-90,-3 1 90,1-1-90,0 0 0,-1-1 0,1 0 0,0 0 0,0 0 0,-1 0 90,1 1-180,-1 2 90,-1-2 90,0 2-90,0-2 0,0 0 629,0 2-988,-2-9-181,0 6 0,-2-7-359,4 7-2070,-2-1 1350,1 1 90,-5-1-1079,-8 4 2608,2-1 0,-5 4 0,4-2 0</inkml:trace>
  <inkml:trace contextRef="#ctx0" brushRef="#br0" timeOffset="25099">6344 13695 8072,'8'3'1799,"-3"-1"-1349,-3-2 90,-2 0-270,2 1-90,-2 1 449,-2 1-449,1-1 450,-5-1-540,5-1 0,-3-1 269,3 1-359,5 0 180,-4-2 810,6 2-541,-12 0-269,5 0 450,-5 2-360,5-2 719,-5-2-719,3 2 180,-4-3-180,4 1 90,-2-3-91,3 3-89,-2-2-90,-1 0 90,1 2-90,-1-2 0,0 2 180,-1-3-180,1 2 90,-4-3 90,5 3-91,-2-2-89,4 4 0,-2-3 0,1 3-90,1 0 90,-1-2-90,1 3 90,-2-1-90,2 1 0,-2 0 90,1 0-90,1 0 0,-2 0 0,2 0 0,-2 0 90,1 1-90,1 1 0,-1 0 0,1 1 90,-1-2-90,0 2 0,-1-1 90,-5 6-90,2-7 90,-4 4 0,6-7-90,-1 3 90,4 2-90,-1 2 90,1 0 0,-1-1-90,1 0 0,-1-2 0,1 2 0,1 0-90,-2 3 0,2-2 90,0 4 0,-2-3 0,1 5 0,-1-4 0,1 2 0,0-3 0,2-1 0,-1 0 0,3 6 0,-3 0 0,3 2 0,-5-5 0,2-4 0,-2-1 0,3 0 0,0 0 0,3 1 0,-1-2 0,3 5 0,-2-2 0,2 2 0,-3-3 0,2-2 0,0 1 0,1 0 0,0 0 0,0 1 0,-1-2 0,1 2 0,-2-2 0,2 3 0,0-1 0,0 0 0,2 0 0,-1-2 0,1 1 0,4 0 0,-2 0 0,1 1 0,-2-2 0,-1 1 0,1-1 0,-1 1 0,1-1 0,-2 1 0,0-1 0,-1 1 0,0-1 0,2 1 0,-2-1 0,1 1 0,-1-1 90,-1 1-90,-1-1 0,0-1 0,-1 2 0,0-3 0,0 2 0,-2 0 0,3-1 0,-2 1 0,1-2 0,1 3 0,-1-2 0,2 3 0,-1-3-90,0 3 90,-1-4 0,-1 2 0,-1 0 0,0-1 0,0 1 90,0 0-90,-1 0 0,-1 1 90,-2 0 0,1 1-90,-2 1 90,1 0-90,2-1 180,-3 1-91,2-3 1,-1 2 0,1-1 90,-3 0-90,0-1-90,-1 0 0,2-2 0,0 0 0,0 0 0,-3 1 90,1-1-90,-6 2 0,4-1 0,-2 0 0,4 2 0,1-1 0,-1-1 0,2 1 0,0-2 0,0 0-90,2 0 90,-1 0-90,1 0-90,1 0-89,-1 0-1,1 0-1799,-3 2 1349,1-1-719,-2 3-270,2-1-270,-2-1-90,0 1 180,-4-1 270,-3 2 180,3 0 1439,0 1 0,4 0 0,1 0 0</inkml:trace>
  <inkml:trace contextRef="#ctx0" brushRef="#br0" timeOffset="26744">6447 14133 6903,'3'5'2519,"-1"-2"-1890,1 1-179,-2-1-90,0-1-90,0-1-90,1 1 1798,-1-2-1888,-3-4 90,1 3-90,-2-2 630,3 3-450,-3 0-180,2 1 0,-2-1-1,2 2 541,0-2-630,1 2 0,-1 1 0,-1 2 0,2 0 90,-2 0-90,2 0 0,-1 3-90,1-2 90,0 2 0,0-1 0,0-1 0,0 1 0,0-2 90,0 2-90,0-1 0,-2 1 0,2-2 0,-4 6 0,3-6 90,-2 4-90,3-8 540,0 1-360,0-7-180,0 4 90,0-5-90,0 5 0,0-3 90,0 1-90,0-4 0,-2 1 0,1-3 0,-1 1 0,-1-2-90,2-4 90,0 4 0,1 0 0,0 2 0,0 2 0,0-1 0,0-1 0,0 2 0,0 0 0,0 1 0,1-2 0,0 1 0,4-7 0,-1 3 0,1-2 0,-1 5 0,-2 2 0,-1 1 0,1 0 0,-2 2 0,1-1 0,-1 1 0,2 0 0,0 0 0,0 1 0,2-3 0,-2 1 0,2 1 0,-1 1 0,-1-1 0,1 2 0,-1-2 0,-1 2-90,2-1 90,-2 2 0,0-1 0,3 1 0,-3-1 0,3 0 0,-1 0 0,-1 0 0,1 0 0,-1 1 0,2 2 0,-2-1 0,2 1 0,-3-2 0,1-1 0,0 0 0,1 1 0,0 1 0,1 0 0,-1 1 0,-1-1 0,-1 1 0,1 0 0,-1 1 0,3 3 0,0-1 0,3 3 90,-3-3-90,1 1 0,-2-2 90,1 4-1,-3-1-89,1 3 90,-1-4 0,0 1-90,2-1 90,-1 1-90,1-1 180,-1 1-180,-1-2 0,2 0 90,-3-1-90,1 0 0,0 0 0,-1 0 0,2 0 0,-2-1 0,0 0 0,0-2 0,1 3 0,-1 3 0,1-3 0,1 2 0,-1-7-2159,1 0 900,-2-4-360,-2-1 0,-1-5 0,-3 0 180,-3 0 89,1-2 1350,-3 1 0,0-1 0,-1 1 0</inkml:trace>
  <inkml:trace contextRef="#ctx0" brushRef="#br0" timeOffset="29485">7262 13720 7803,'8'0'2158,"-2"0"-1528,-1 0-360,-4 0 359,2 1-539,-3 1 630,-3 4-540,2-2 539,-5 0-539,3-5 360,-4-4-360,4 4 719,-4-1-719,4 2 0,-5 0 0,3 0 0,-6 0-90,5 0 0,-7 0 0,5 0 0,-11 4 0,7-1 90,-17 9-90,16-5 0,-13 7-90,14-5 0,-3 2 90,5-4-90,1 1 0,-8 9 89,9-7-89,-7 11 0,11-14 0,-1 4 0,4-4 0,0 0 0,1-1 0,1 0 0,0-2 0,4 5 0,-2-3 0,9 9 0,-6-7 0,11 8 0,-8-8 0,12 5 0,-8-5-89,6 3 89,-7-4 0,-1 1 0,3 0 0,-4-1 0,3 0 0,-6-2 0,-1 0 89,-1 0-89,-1 0 0,-2 1 0,-2 1 0,-1 0 0,-1 1 0,1-1 0,0 1 0,-1-2 0,-2 0 90,-2-1-90,0 0-90,-4 0 90,2-1-89,-2 0-271,-2-1-180,-2-1-270,-3 0 361,3-2-91,3-1-90,5 0-269,2-2-270,1-1-91,0 1 1,-1-2 0,-2 0 179,1-2 1080,1 1 0,3-3 0,2 1 0</inkml:trace>
  <inkml:trace contextRef="#ctx0" brushRef="#br0" timeOffset="30144">7375 13810 8792,'1'-4'2878,"-3"-2"-2698,1 3 0,-2 0-90,3 2 270,-1-1-180,-1 2 0,0-1 90,-1 0-91,1 1 1,-1-1 270,2 1 90,-1-3-360,0 3 0,0-2 89,0 3-89,0 0 180,2 3-180,-1-2 0,2 4 0,0-2-90,2 3 90,-1-1 0,1 0-91,-1 3 91,1 0 90,-1 1 90,2 5-180,-1-2 0,-1 4-90,-1-5 0,-1 1 90,0-1-180,-1 1 90,1 7-90,0-5 0,1 7 0,2-3 0,-2-5 89,5 13-89,-4-13 0,3 4 0,-4-11 0,0-3 0,0-2 0,2 1 0,-1-1 0,2 1 0,-1-2-89,1 0-1,-1-1-270,2 1-270,-2-1-899,-2 2 809,-2-6 91,-1 1-361,2-4-89,3 1-270,1-2-1350,-5-3 1530,-2 3 1169,-6-7 0,2 6 0,0-3 0</inkml:trace>
  <inkml:trace contextRef="#ctx0" brushRef="#br0" timeOffset="30516">7332 13800 7443,'4'-4'3276,"-1"2"-1965,-2-2-861,0 3-90,-1-2-180,2 2 89,0 1-179,0 0 0,1 1-90,-1 1 90,2-9-90,-1 3 90,1-11-90,-1 9 0,1-5 0,-4 8-90,-1 1-90,3 2 0,1 0-89,5 0-181,1 0-90,0-2-359,1-2-271,-3-1 1,0-3 90,-5 5-1,-3 0 1080,0 3 0,-4 2 0,1 1 0</inkml:trace>
  <inkml:trace contextRef="#ctx0" brushRef="#br0" timeOffset="31504">7517 13808 7803,'3'-3'3276,"-5"-1"-2235,1 3-861,-4-1 270,5 2-180,-1 2-180,1-1 89,-1 3-89,1-1 90,0-1 90,0 3-180,0-1 90,0 2-90,-1-1 180,-1 1-180,1 1 90,0 0-90,1 2-1,0 0-89,1 2 90,0 0-90,3 7 0,-2-5 90,0 4-90,-2-9 0,0 1 0,0-1 90,0 1-90,0-2 90,0 1-90,0-4 0,-1 0 0,-1-1 90,0-2-90,-1 0 90,2-1 0,0 1-90,1 1 90,0 0 0,0 2-90,0-4 0,3 0 0,-1-3 0,2 0 0,-3-1 0,-1 3 0,0-2 0,0 3 0,0-6 0,0 0 0,0-4 0,0 0 0,0-2 0,0 1 0,2-5-90,-1 4 90,1-2 0,-2 4-90,0 0 90,1 0 0,1 0 0,2 0-90,1 1 0,0-1 90,-1 3 0,0 0-90,-2 2 90,4-2-90,3-4 90,0 2 0,1-1 0,-4 6 0,-1 1 0,-1 1 0,0 2 0,-2-1 0,2 1 0,-2 0 0,1 0 0,-3 0 0,6 5 0,-4-1 0,4 4 0,-4-3 0,2 4 90,-1 0-90,2 9 0,-1-6 0,0 5 0,-2-4 90,-1-1-90,0 2 0,0-1 0,2 3 0,0 5 0,0-4 0,2 11-90,-2-11 90,0 3-90,0-7-90,-1-3 1,0-3-91,-1 0-90,-1-4-180,0 0-89,2-2-541,0-3-89,-1-2-90,-2-4-1260,-10-8 2609,6 0 0,-7-4 0,8 4 0</inkml:trace>
  <inkml:trace contextRef="#ctx0" brushRef="#br0" timeOffset="32555">7772 13713 12210,'-4'0'810,"1"2"-631,3 1 91,0 3-180,0-4 90,0 0-90,0-7-90,0 3 0,0-1 90,1 3-90,0 0 0,2 0 0,-1-2 0,2 2 90,0-2-90,1 2 0,1-1 0,1-1 90,8-2-90,-3-1 0,5-2 0,-5 2 0,2-1 0,-4 2 0,1-1 0,-5 3 0,-2-1 0,-1 1 0,0 0 0,-1 1 0,1 2 0,-1 1 0,0 0 0,-1 1 0,-1-2 0,-4 0 0,3-1 0,-3 0 180,3 0 0,1 1-180,-1 1 90,-1 0-90,0 2 0,0 0 0,1 1 0,0 1 90,1 0-90,-1 2 0,1-1 0,0 1 0,0 6 90,0-4-90,0 12 0,1-9 0,0 6 0,2-5 0,-1 1 0,0 0 0,0 0 0,-2 0 0,1 0 90,0 1-90,1-1 89,1 8-89,0-6 0,1 4 0,-2-5 0,1-1 0,-1 0 0,1-2 0,-1 1 0,1-3 90,0 4-90,2 2 0,-1-4 0,-1 1 0,-3-9 0,0 0 0,0-1 0,0 0 0,0-2 0,0 1 630,0-2 449,0 1-989,-1-2 90,-1 2-90,0-2 0,-3 0 0,0-2-180,-3 1 90,1 0-90,-2 0-90,1 1 0,-1 0-269,1-2-1,-1 1-1529,0-5 360,-1 2 90,-1-6-90,1 2 180,-1 0 1439,0-7 0,2 4 0,0-4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01T01:41:06.1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12041 5212 24575,'0'16'0,"0"-2"0,0-14 0,-13 0 0,9 0 0,-9 0 0,13 0 0,0 0 0,13 0 0,-9 0 0,9 0 0,-13 0 0,0 0 0,13 0 0,-9 0 0,9 0 0,0 0 0,-9 0 0,9 0 0,0 0 0,-9 0 0,9 0 0,0 0 0,-9 0 0,9 0 0,0 0 0,-10 0 0,24 0 0,-24 0 0,11 0 0,-14 0 0,13 0 0,-10 0 0,11 0 0,-1 0 0,-10 0 0,11 0 0,-14 0 0,0 0 0,13 0 0,-10 0 0,11 0 0,-14 0 0,0 0 0,13 0 0,-10 0 0,11 0 0,-14 0 0,0 0 0,13 0 0,-10 0 0,11 0 0,-1 0 0,-10 0 0,10 0 0,1 0 0,-11 0 0,10 0 0,1 0 0,-11 0 0,24 0 0,-24 13 0,24-10 0,-24 11 0,24-14 0,-11 0 0,1 0 0,10 0 0,-24 0 0,23 0 0,-22 0 0,22 0 0,-22 0 0,22 0 0,-22 0 0,22 0 0,-22 0 0,22 0 0,-22 0 0,9 0 0,0 0 0,-9 0 0,9 0 0,0 0 0,-9 0 0,22 0 0,-23 0 0,24 0 0,-10 0 0,-1 0 0,-2 0 0,-1 0 0,-10 0 0,24 0 0,-24-14 0,11 11 0,-14-10 0,0 13 0,0 0 0,13 0 0,-10 0 0,11 0 0,-14 0 0,0 0 0,13 0 0,-10 0 0,10 0 0,-13 0 0,0 0 0,14 0 0,-11 0 0,10 0 0,-13 0 0,0 0 0,14 0 0,-11 0 0,10 0 0,-13 0 0,0 0 0,14 0 0,-11 0 0,10 0 0,-13 0 0,0 0 0,14 0 0,-11 0 0,10 0 0,-13 0 0,0 0 0,14 0 0,-11 0 0,10 0 0,-13 0 0,0 0 0,-13 0 0,10-14 0,-24 11 0,10-10 0</inkml:trace>
  <inkml:trace contextRef="#ctx0" brushRef="#br0" timeOffset="3209">21326 7638 24575,'-16'0'0,"2"0"0,14 0 0,0 0 0,0 13 0,0-9 0,0 9 0,0 0 0,0-9 0,0 22 0,0-9 0,0-1 0,0 11 0,0 3 0,0 3 0,0 11-770,0-1 770,0-10 0,0 24-1181,0-11 1181,0 1 0,0 9 0,0-9-1606,14 13 1606,-11 0 0,10-14 0,-13 11 0,0-10 0,0 13 0,0-1 0,0 1 0,0 0 0,-13 0 0,10 0-1976,-11 13 1976,14-9 0,0-5-678,0-2 678,0-10 0,0 13 0,0-1 0,0-12 0,0 10 358,0-24-358,0 10 0,0 0 0,0-9 0,0 9 1388,0-13-1388,0-13 2118,0 9-2118,0-9 1603,0 13-1603,0-14 744,0 11-744,0-24 0,0 24 0,0-24 0,0 11 0,0-1 0,0-10 0,0 11 0,0-14 0,0 0 0,0 13 0,0-10 0,0 11 0,14-14 0,-11 0 0,10 0 0,-13 0 0,-13 0 0,10 0 0,-11 0 0,14 0 0,0 0 0,0-14 0,0 11 0,14-10 0,-11 13 0,10 0 0,-13 0 0,0 0 0,14 0 0,-11-14 0,10 11 0,-13-10 0,14 13 0,-11 0 0,24 0 0,-11 0 0,1 0 0,10 0 0,-11 0 0,14 0 0,0 0 0,0 0 0,0 0 0,0 0 0,0 0 0,13 0-1045,-10 0 1045,24 0 0,-10 0 0,-1 13 0,11-10-2071,3 11 2071,3-14-1143,-20 0 0,0 0 1143,21 0 0,-22 6 0,2 1 0,1-5 0,0-1 0,1 6 0,1 0 0,11-6 0,1-2-1435,-13 1 0,1 0 1435,11 0 0,0 0 0,-11 0 0,0 0 0,11-1 0,0 2 0,-11 5 0,-1 1-710,6-6 0,-1 1 710,-5 5 0,-2-1 0,1-5 0,0-2 0,0 1 0,0 0 0,0 7 0,0 0-15,31-4 15,-2 10 0,-14-13 0,-14 14 1007,-3-11-1007,1 10 2706,-24-13-2706,20 14 2788,-24-11-2788,1 10 2088,-4-13-2088,-13 14 1028,0-11-1028,-13 10 22,10-13 1,-24 14-1,10 2 1</inkml:trace>
  <inkml:trace contextRef="#ctx0" brushRef="#br0" timeOffset="5012">21356 9795 24575,'-16'0'0,"2"0"0,14 0 0,0 0 0,-13 0 0,10 0 0,-11 13 0,14-10 0,-13 11 0,10-14 0,-10 0 0,-1 0 0,11 13 0,-24-10 0,11 24 0,-14-11 0,0 14 0,0 0 0,-14 0-1883,11 14 1883,-23-11 0,22 23 0,-22-22 0,22 22-2571,-22-9 2571,9 13 0,-13 0 0,14 0 0,-11-1 0,24 1 0,-10 0-734,-1-13 734,11 9 0,-10-9-1914,0 13 1914,9 0 0,-9 0 0,13 0 0,-13-14-32,10 11 32,-11-24 0,14 24 0,0-24 1592,14 10-1592,-11-13 0,10 0 717,1 0-717,-11-13 2240,24 9-2240,-24-9 1858,24 0-1858,-10 9 727,-1-22-727,11 22 0,-10-22 0,-1 9 0,11 0 0,-10-9 0,13 9 0,0-13 0,0 0 0,-14 13 0,11-10 0,-10 11 0,13-14 0,0 0 0,0 13 0,0-10 0,-14 11 0,11-14 0,-10 0 0,13 0 0,0 0 0,0 13 0,-13-10 0,9 11 0,-9-14 0,13 0 0,0 0 0,0 13 0,-13-10 0,9 11 0,-9-14 0,13 0 0,0 0 0,0-14 0,13 11 0,-9-10 0,9 13 0,-13 0 0,0 0 0,0-14 0,0 11 0,0-10 0,0 13 0,0 0 0,0-14 0,13 11 0,-9-10 0,9-1 0,-13 11 0,0-10 0,0 0 0,13 9 0,-10-22 0,11 22 0,-14-22 0,0 22 0,13-22 0,-10 9 0,11 0 0,-14-9 0,0 22 0,0-9 0,0 0 0,13 9 0,-10-22 0,11 23 0,-14-11 0,0 14 0,0 0 0,0-13 0,0 10 0,0-11 0,0 14 0,0 0 0,0 14 0,0-11 0,0 10 0,0 1 0,0-11 0,0 23 0,0-22 0,0 22 0,0-22 0,0 22 0,0-9 0,0 0 0,0 9 0,0-22 0,0 22 0,0-22 0,0 22 0,0-22 0,0 22 0,0-23 0,0 11 0,0-1 0,0-10 0,0 24 0,0-24 0,0 11 0,0-14 0,-14 13 0,11-10 0,-10 11 0,13-14 0,0 0 0,0 13 0,0-10 0,0 11 0,0-14 0,0-14 0,0 11 0,0-10 0,0 13 0,0 0 0,13 0 0,-10 0 0,11-14 0,-14 11 0,13-10 0,-10-1 0,24 11 0,-24-10 0,24-1 0,-10 11 0,-1-24 0,11 11 0,-11-1 0,1-9 0,10 22 0,-24-9 0,24 0 0,-24 9 0,10-9 0,1 13 0,-11 0 0,10 0 0,-13 0 0,0 0 0,0 0 0</inkml:trace>
  <inkml:trace contextRef="#ctx0" brushRef="#br0" timeOffset="6048">23813 9705 24575,'-17'0'0,"4"0"0,13 0 0,0 0 0,0 13 0,13-10 0,-10 11 0,11-14 0,-1 0 0,-10 13 0,24-10 0,-24 11 0,24-14 0,-24 13 0,24-10 0,-24 11 0,24-1 0,-24-10 0,24 24 0,-24-24 0,24 10 0,-24-13 0,10 14 0,0-11 0,-9 10 0,9 1 0,-13-11 0,13 10 0,-9 1 0,9-11 0,-26 10 0,9 1 0,-9-11 0,13 10 0,-13 1 0,9-11 0,-22 10 0,23 1 0,-24-11 0,24 10 0,-24-13 0,24 0 0,-24 0 0,24 14 0,-11-11 0,1 10 0,10-13 0,-11 0 0,14 0 0,0 0 0,0-13 0,0 10 0,0-24 0,0 24 0,0-24 0,0 24 0,0-24 0,0 10 0</inkml:trace>
  <inkml:trace contextRef="#ctx0" brushRef="#br0" timeOffset="7572">21177 7818 24575,'-17'0'0,"4"-14"0,13 11 0,0-10 0,0 13 0,0 0 0,0-14 0,0 11 0,0-10 0,13-1 0,-10 11 0,11-23 0,-14 22 0,0-22 0,13 22 0,-10-22 0,11 9 0,-1 0 0,-10-9 0,11 22 0,-14-9 0,0 0 0,13 9 0,-10-9 0,11 13 0,-14 0 0,0 0 0,0-13 0,0 9 0,0-9 0,0 13 0,0 0 0,0 13 0,0-9 0,0 9 0,0-13 0,13 0 0,-10 13 0,10-9 0,-13 22 0,14-22 0,-11 9 0,24 0 0,-24-9 0,10 22 0,1-22 0,-11 22 0,10-22 0,1 22 0,-11-22 0,10 9 0,-13 0 0,14-10 0,-11 11 0,10-14 0,-13 0 0,0 13 0,0-10 0,0 11 0,0-14 0,0 0 0,14 0 0,-11 0 0,10 0 0,-13 0 0,0 0 0,0 0 0</inkml:trace>
  <inkml:trace contextRef="#ctx0" brushRef="#br0" timeOffset="14478">18990 11472 24575,'0'17'0,"0"-4"0,13 0 0,-9-9 0,9 22 0,-13-23 0,13 24 0,-9-24 0,9 24 0,0-10 0,-9-1 0,22 11 0,-22-10 0,22-1 0,-22 11 0,22-10 0,-22-1 0,22 11 0,-23-24 0,11 10 0,-1 1 0,-10-11 0,11 10 0,-1 1 0,-10-11 0,11 10 0,-14-13 0,0 0 0,13 0 0,-10 0 0,11 0 0,-14 0 0,0 0 0,-14 14 0,11-11 0,-24 10 0,24-13 0,-10 0 0</inkml:trace>
  <inkml:trace contextRef="#ctx0" brushRef="#br0" timeOffset="14772">18990 11981 24575,'17'-17'0,"-4"-9"0,0 9 0,-9 1 0,22-11 0,-22 10 0,22-13 0,-9 0 0,13 0 0,-13 1-490,9-1 490,-9 0 0,13 0 0,-14 0 0,11 13 0,-24-10 0,11 24 0,-1-24 0,-10 24 0,11-23 0,-14 22 490,-14-9-490,11 13 0,-24 13 0,24-9 0,-24 22 0,11-9 0</inkml:trace>
  <inkml:trace contextRef="#ctx0" brushRef="#br0" timeOffset="16275">24382 9914 24575,'0'17'0,"0"10"0,0-11 0,0 14 0,0-13 0,0 10 0,0-11 0,0 1 0,0 9 0,0-22 0,13 22 0,-10-22 0,11 9 0,-1-13 0,-10 0 0,24 0 0,-24 0 0,24 0 0,-24-13 0,24 9 0,-11-9 0,1 0 0,10 9 0,-24-22 0,24 22 0,-24-22 0,24 9 0,-24 1 0,23-11 0,-22 24 0,9-11 0,-13 1 0,0 10 0,13-11 0,-9 14 0,9 0 0,-13 0 0,0-13 0,0 10 0,0-11 0,0 28 0,0-11 0,0 10 0,0 1 0,13-11 0,-9 24 0,9-11 0,0 1 0,-9 10 0,9-11 0,0 14 0,-9 0 0,9 0 0,-13 0 0,13 0 0,-9 0 0,9 0 0,-26 0 0,9 0 0,-9-14 0,0 11 0,9-10 0,-22-1 0,9 11 0,-13-24 0,0 11 0,0-1 0,14-10 0,-24 10 0,20-13 0,-24 0 0,14-13 0,0 10 0,1-24 0,-1 11 0</inkml:trace>
  <inkml:trace contextRef="#ctx0" brushRef="#br0" timeOffset="17700">20997 6919 24575,'17'0'0,"-4"0"0,-13 0 0,0 0 0,13 0 0,-9 0 0,9 0 0,0 0 0,-10 0 0,24 0 0,-24 0 0,11 0 0,-14 0 0,13 0 0,-10 0 0,11 0 0,-14 0 0,0 0 0,0 13 0,0-9 0,0 9 0,-14-13 0,11 13 0,-10-9 0,-1 22 0,11-22 0,-24 22 0,24-22 0,-23 22 0,22-9 0,-9 0 0,0 9 0,9-23 0,-9 24 0,13-24 0,0 11 0,0-1 0,0-10 0,0 11 0,0-1 0,0-10 0,0 11 0,13-14 0,-9 0 0,9 0 0,0 0 0,-9 0 0,22 0 0,-9 0 0,-1 0 0,11 0 0,-10-14 0,-1 11 0,-2-10 0,-1 13 0,-10 0 0,11 0 0,-14 0 0,0 0 0</inkml:trace>
  <inkml:trace contextRef="#ctx0" brushRef="#br0" timeOffset="19428">20997 7099 24575,'17'-13'0,"-4"9"0,0-9 0,-9 13 0,9 0 0,0 0 0,-10 0 0,11 0 0,-1 0 0,-10 0 0,11 0 0,-14 0 0,0 0 0,0 0 0</inkml:trace>
  <inkml:trace contextRef="#ctx0" brushRef="#br0" timeOffset="27792">20638 10034 24575,'0'17'0,"0"-4"0,0-13 0,0 0 0,0 13 0,0-9 0,0 9 0,0 0 0,0-9 0,0 22 0,0-9 0,0 0 0,0 9 0,0-22 0,0 9 0,0 0 0,0-9 0,13 9 0,-10 0 0,10-9 0,-13 9 0,0 0 0,0-10 0,0 11 0,0-14 0,0 13 0,0-10 0,0 11 0,0-14 0,0 0 0,0 13 0,0-10 0,0 11 0,0-14 0,0 0 0,0 13 0,0-10 0,0 11 0,0-14 0,0 0 0,0 13 0,0-10 0,0 11 0,0-14 0,0 0 0,14 0 0,-11 0 0,10 0 0,-13 0 0,0 0 0,14 0 0,-11 0 0,10 0 0,-13 0 0,14 0 0,-11 0 0,10 0 0,-13 0 0,14 0 0,-11-14 0,10 11 0,1-10 0,-11 13 0,10 0 0,-13 0 0,14 0 0,-11 0 0,10 0 0,0 0 0,-9-14 0,22 11 0,-22-10 0,22 13 0,-22 0 0,22 0 0,-22-14 0,22 11 0,-22-10 0,22 13 0,-22 0 0,9 0 0,-13 0 0,0 0 0,13 0 0,-9 0 0,9-14 0,-13 11 0,0-10 0,0 13 0,0 0 0,0 0 0</inkml:trace>
  <inkml:trace contextRef="#ctx0" brushRef="#br0" timeOffset="29416">20218 9765 24575,'0'16'0,"0"-2"0,0-14 0,0 13 0,0-10 0,0 11 0,0-1 0,0-10 0,0 10 0,0-13 0,0 0 0,0 14 0,0-11 0,0 10 0,0-13 0,0 14 0,0-11 0,0 10 0,0-13 0,0 0 0,0-13 0,-13 10 0,10-11 0,-11 14 0,14-13 0,0 10 0,0-11 0,0 1 0,0 10 0,0-10 0,0-1 0,0 11 0,0-10 0,0-1 0,0 11 0,0-10 0,0-1 0,0 11 0,0-10 0,0 13 0,0 0 0,0-14 0,0 11 0,0-10 0,0 13 0,0 0 0,0 13 0,0-10 0,0 11 0,0-14 0,0 13 0,0-10 0,0 11 0,0-1 0,0-10 0,0 24 0,0-24 0,0 24 0,0-24 0,0 24 0,0-24 0,0 10 0,0 1 0,0-11 0,0 10 0,0-13 0,0 14 0,0-11 0,0 10 0,0-13 0,0 0 0,14 0 0,-11 0 0,10 0 0,-13 0 0,0 0 0,0-13 0,0 10 0,0-11 0,0 1 0,0 10 0,0-24 0,0 24 0,0-24 0,0 24 0,0-24 0,0 24 0,0-10 0,0-1 0,0 11 0,0-10 0,0 13 0,0 0 0,0-14 0,0 11 0,0-10 0,0 13 0,0 0 0,-13 0 0,10 13 0,-11-10 0,14 11 0,0-1 0,0-10 0,0 24 0,0-10 0,0-1 0,0 11 0,0-11 0,0 1 0,0 10 0,0-11 0,0 1 0,0-4 0,0 1 0,0-11 0,0 10 0,0 1 0,0-11 0,0 10 0,0-13 0,0 0 0,0-13 0,-13 10 0,-4-11 0</inkml:trace>
  <inkml:trace contextRef="#ctx0" brushRef="#br0" timeOffset="30315">20158 9555 24575,'0'-17'0,"0"4"0,0 13 0,0 0 0,0-13 0,0 9 0,0-9 0,0 13 0,0 0 0,0 13 0,0-9 0,0 9 0,0-13 0,-13 0 0,10 0 0,-11 0 0,14 0 0,0 0 0,-13 0 0,10 0 0,-11-13 0,14 9 0,0-9 0,0 13 0,0 0 0,0-13 0,0 9 0,0-9 0,0 13 0,0 0 0,14 0 0,-11 0 0,10 0 0,-13 0 0,-13 0 0,10 0 0,-11 0 0,14 0 0,0 0 0,0 0 0</inkml:trace>
  <inkml:trace contextRef="#ctx0" brushRef="#br0" timeOffset="35186">22255 9645 24575,'0'-17'0,"0"4"0,0 13 0,-13 0 0,9 0 0,-9 0 0,13 0 0,0 0 0,13 0 0,-9 0 0,9 0 0,-13 0 0,0 0 0,0 13 0,0-10 0,0 11 0,0-14 0,0 0 0,13 0 0,-9 0 0,9 0 0,-13 0 0,0 0 0,0 13 0,13-10 0,-9 11 0,9-14 0,-13 0 0,13 0 0,-10 0 0,11 13 0,-14-10 0,13 11 0,-10-14 0,11 0 0,-14 0 0,13 13 0,-10-10 0,11 11 0,-1-14 0,-10 0 0,11 0 0,-14 13 0,13-10 0,-10 11 0,11-14 0,-14 0 0,0 0 0,0 13 0,0-10 0,0 11 0,0-14 0,0 0 0,-14 0 0,11 0 0,-10 0 0,13 0 0,0 0 0,-14 0 0,11 13 0,-10-10 0,13 11 0,0-14 0,0 0 0,-14 0 0,11 0 0,-10 0 0,13 0 0,0 0 0,-14 0 0,11 13 0,-10-10 0,13 10 0,-13-13 0,9 0 0,-22 14 0,22-11 0,-9 24 0,0-24 0,9 10 0,-22 1 0,22-11 0,-22 10 0,22 1 0,-9-11 0,0 10 0,9 1 0,-9-11 0,13 10 0,0-13 0,0 0 0,-13 0 0,9 14 0,-9-11 0,13 10 0,0-13 0,13 0 0,-9 0 0,9-13 0,-13 10 0,0-11 0,0 14 0,0 0 0,-13 0 0,9 0 0,-9 0 0,13 0 0</inkml:trace>
  <inkml:trace contextRef="#ctx0" brushRef="#br0" timeOffset="39735">19979 9345 24575,'-17'0'0,"4"0"0,13 0 0,0 0 0,0-13 0,0 10 0,13-11 0,-10 14 0,11 0 0,-14 0 0,0 0 0,13-13 0,-10 10 0,10-11 0,-13 14 0,14-13 0,-11 10 0,10-11 0,-13 1 0,14 10 0,-11-11 0,10 14 0,-13 0 0,0 0 0,0-13 0,0 10 0,14-10 0,-11 13 0,10 0 0,-13 0 0,0-14 0,0 11 0,0-10 0,0 13 0,0 0 0,14 0 0,-11 0 0,10 0 0,-13 0 0,0 0 0,0-14 0,0 11 0,0-10 0,0 13 0,0 13 0,0-10 0,0 11 0,0-14 0,0 0 0,14 0 0,-11 0 0,10 13 0,-13-10 0,0 11 0,14-14 0,-11 13 0,10-10 0,1 10 0,-11 1 0,10-11 0,0 10 0,-9 1 0,9-11 0,0 24 0,-9-24 0,9 24 0,0-24 0,-9 10 0,9 1 0,0-11 0,-9 10 0,9-13 0,-13 14 0,0-11 0,0 10 0,0-13 0,0 0 0,13 0 0,4 0 0</inkml:trace>
  <inkml:trace contextRef="#ctx0" brushRef="#br0" timeOffset="44628">22794 9016 24575,'0'16'0,"0"-2"0,0-14 0,0 0 0,0 13 0,0-10 0,0 11 0,0-1 0,0-10 0,0 24 0,0-24 0,0 24 0,0-24 0,0 24 0,0-24 0,0 24 0,0-24 0,0 10 0,0 1 0,0-11 0,0 24 0,0-24 0,0 24 0,0-24 0,0 24 0,0-24 0,-13 10 0,9 1 0,-9-11 0,13 24 0,0-24 0,0 10 0,0 1 0,-13-11 0,10 10 0,-11-13 0,14 0 0,0 13 0,-13-9 0,10 9 0,-11-13 0,14 13 0,-13-9 0,10 9 0,-11-13 0,14 0 0,0 0 0,0-13 0,0 9 0,0-9 0,0 0 0,0 9 0,14-22 0,-11 23 0,10-24 0,1 24 0,-11-24 0,10 24 0,1-24 0,-11 24 0,10-11 0,-13 14 0,13 0 0,-9 0 0,9 0 0,-13 0 0,0 0 0,13 0 0,-9 0 0,22 0 0,-22 0 0,9 0 0,-13 0 0,-13 0 0,9 0 0,-9 0 0,13 0 0</inkml:trace>
  <inkml:trace contextRef="#ctx0" brushRef="#br0" timeOffset="45306">22824 8716 24575,'0'17'0,"0"-4"0,0-13 0,0 0 0,0 14 0,0-11 0,13 10 0,-9-13 0,9 0 0,-26 0 0,9 0 0,-9 13 0,13 4 0</inkml:trace>
  <inkml:trace contextRef="#ctx0" brushRef="#br0" timeOffset="46155">22674 8716 24575,'0'-16'0,"14"2"0,-11 14 0,10-13 0,-13 10 0,14-11 0,-11 14 0,10-13 0,-13 10 0,0-11 0,14 1 0,-11 10 0,10-11 0,-13 14 0,0 0 0,13-13 0,-9 10 0,9-10 0,0 13 0,-9 0 0,9-14 0,-13 11 0,13-10 0,-9 13 0,9 0 0,-13 0 0,0 0 0,13 0 0,-9 0 0,9 0 0,0 0 0,-9 0 0,22 0 0,-22 13 0,9-10 0,0 11 0,-9-14 0,9 13 0,0-10 0,-10 10 0,24-13 0,-24 14 0,11-11 0,-1 10 0,-10 1 0,11-11 0,-1 10 0,-10-13 0,11 14 0,-14-11 0,0 10 0</inkml:trace>
  <inkml:trace contextRef="#ctx0" brushRef="#br0" timeOffset="49316">21267 8656 24575,'0'-16'0,"0"2"0,13 14 0,-10-13 0,10 10 0,-13-11 0,0 14 0,0-13 0,0 10 0,0-10 0,0 13 0,0 0 0,0-14 0,0 11 0,0-10 0,0 13 0,0 0 0,0-14 0,0 11 0,0-10 0,0 13 0,0 0 0,0 13 0,0-10 0,0 11 0,14-14 0,-11 13 0,10-10 0,-13 11 0,0-1 0,14-10 0,-11 24 0,10-24 0,-13 24 0,14-24 0,-11 10 0,10 1 0,-13-11 0,0 10 0,0-13 0,0 14 0,0-11 0,14 10 0,-11-13 0,10 0 0,-13 0 0,0 0 0,0-13 0,0 10 0,0-11 0,0 14 0,0 0 0,-13 0 0,10 0 0,-11-13 0,14 10 0,0-11 0,0 14 0,0-13 0,0 10 0,-13-11 0,10 1 0,-11 10 0,14-11 0,0 1 0,0 10 0,-13-10 0,10-1 0,-11 11 0,14-10 0,0 13 0,-13 0 0,10 0 0,-11 0 0,14 0 0,0 0 0,-13 0 0,10 0 0,-10 0 0,13 0 0,-14 0 0,11 0 0,-10 0 0,13 0 0,-14 13 0,11-10 0,-10 11 0,13-14 0,-14 13 0,11-10 0,-10 10 0,13-13 0,0 14 0,0-11 0,0 10 0,0-13 0,0 0 0,0 14 0,0-11 0,0 10 0,0-13 0,0 0 0,13 0 0,-10-13 0,11 10 0,-1-11 0,-10 1 0,11 10 0,-1-11 0,-10 14 0,11-13 0,-1 10 0,-10-10 0,24 13 0,-24 0 0,10 0 0,-13 0 0,14-14 0,-11 11 0,10-10 0,-13 13 0,-13 0 0,10 0 0,-11 0 0</inkml:trace>
  <inkml:trace contextRef="#ctx0" brushRef="#br0" timeOffset="51123">21925 8147 24575,'17'-13'0,"-4"10"0,-13-24 0,0 24 0,0-24 0,0 24 0,0-24 0,0 24 0,0-24 0,0 24 0,0-24 0,0 24 0,0-24 0,0 24 0,-13-24 0,10 24 0,-11-10 0,14 13 0,0-14 0,0 11 0,0-10 0,-13-1 0,10 11 0,-10-10 0,13 13 0,0 0 0,0 13 0,-14-10 0,11 11 0,-10-1 0,13-10 0,0 11 0,0-1 0,0 4 0,0-1 0,0 11 0,0-24 0,0 24 0,0-11 0,-14 1 0,11 10 0,-10-11 0,13 14 0,13 0 0,-10 0 0,11 0 0,-14 0 0,0-13 0,0 9 0,0-9 0,0 13 0,0-13 0,0 9 0,0-23 0,0 24 0,0-24 0,0 24 0,0-24 0,0 11 0,0-1 0,0-10 0,0 11 0,0-14 0,0 13 0,0-10 0,-14 11 0,11-1 0,-10-10 0,13 11 0,0-14 0,0 0 0,0-14 0,0 11 0,0-24 0,0 24 0,0-24 0,0 24 0,0-24 0,13 24 0,-10-24 0,11 11 0,-1-1 0,-10-9 0,24 22 0,-11-22 0,1 9 0,10 0 0,-24-9 0,24 22 0,-24-9 0,24 0 0,-24 9 0,24-9 0,-24 13 0,10 0 0,-13 0 0,0 0 0,0 13 0,0-9 0,0 9 0,0 0 0,0-9 0,-13 9 0,10 0 0,-11-9 0,1 9 0,10 0 0,-11-9 0,1 9 0,10 0 0,-11-9 0,1 9 0,10 0 0,-11-10 0,1 11 0,10-1 0,-11-10 0,14 11 0,0-1 0,0-10 0,0 11 0,0-1 0,0-10 0,0 11 0,0-14 0,14 0 0,-11 0 0,24 13 0,-24-10 0,24 11 0,-24-28 0,24 11 0,-24-10 0,24 13 0,-11 0 0,1-14 0,-4 11 0,1-10 0,-11 13 0,10 0 0,-13 0 0</inkml:trace>
  <inkml:trace contextRef="#ctx0" brushRef="#br0" timeOffset="51952">21806 7698 24575,'-17'0'0,"4"0"0,13 0 0,0 0 0,-14 0 0,11 0 0,-10 0 0,13 0 0,0 0 0,13-13 0,-10 9 0,11-9 0,-14 13 0,0 0 0,13-13 0,-10 9 0,11-9 0,-1 0 0,-10 9 0,24-9 0,-24 13 0,24-13 0,-24 9 0,11-9 0,-14 13 0,13 0 0,-10-13 0,10 9 0,-13-9 0,0 13 0,14 0 0,-11 0 0,10 0 0,-13 0 0,0 0 0,0 13 0,14-9 0,-11 22 0,10-22 0,1 22 0,-11-22 0,10 22 0,-13-22 0,14 22 0,-11-22 0,10 22 0,1-22 0,-11 9 0,10 0 0,-13-10 0,0 11 0,0-14 0,0 13 0,0-10 0,0 11 0,0-14 0</inkml:trace>
  <inkml:trace contextRef="#ctx0" brushRef="#br0" timeOffset="65569">21326 9884 24575,'-16'0'0,"2"0"0,14 0 0,-13 0 0,10 0 0,-10 0 0,13 0 0,-14 0 0,11 0 0,-10 0 0,13 0 0,0 0 0,-14 0 0,11 0 0,-10-13 0,13 10 0,0-11 0,0 14 0,0 0 0,0-13 0,0 10 0,0-10 0,0 13 0,0 0 0,13-14 0,-10 11 0,11-10 0,-14 13 0,0 0 0,0-14 0,0 11 0,13-10 0,-10 13 0,11 0 0,-14 0 0,13 0 0,-10 0 0,10-14 0,-13 11 0,0-10 0,0 13 0,0 0 0,14 0 0,-11 13 0,10-10 0,-13 11 0,0-14 0,0 0 0,14 0 0,-11 13 0,10-10 0,-13 11 0,0-14 0,14 13 0,-11-10 0,10 11 0,-13-14 0,0 0 0,0 13 0,0-10 0,0 10 0,0-13 0,-13 0 0,10 0 0,-11 0 0,14 0 0,-13 0 0,10 14 0,-11-11 0,1 10 0,10-13 0,-11 0 0,1 0 0,10 0 0,-10 0 0,-1-13 0,11 10 0,-10-11 0,-1 14 0,11 0 0,-10-13 0,13 10 0,0-10 0,0-1 0,0 11 0,0-10 0,0 13 0,0-14 0,0 11 0,0-10 0,0 13 0,0 0 0,13 0 0,-10-14 0,11 11 0,-1-10 0,-10 13 0,11 0 0,-1-14 0,-10 11 0,10-10 0,-13 13 0,14 0 0,-11 0 0,10 0 0,-13 13 0,14-10 0,-11 11 0,10-14 0,-13 13 0,14-10 0,-11 11 0,10-1 0,-13-10 0,0 11 0,0-14 0,0 13 0,0-10 0,0 11 0,0-1 0,0-10 0,-13 10 0,10-13 0,-11 14 0,14-11 0,-13 10 0,10-13 0,-11 0 0,1 0 0,10 0 0,-11 14 0,1-11 0,10-3 0,-10-3 0,13-11 0,-14 14 0,11 0 0,-10-13 0,13 10 0,0-11 0,-14 1 0,11 10 0,-10-10 0,13-1 0,13-2 0,-10-1 0,11-10 0,-14 24 0,0-10 0,13-1 0,-10 11 0,11-10 0,-1-1 0,-10 11 0,10-10 0,1 13 0,-11 0 0,10 0 0,1 0 0,-11 0 0,10 0 0,1 13 0,-11-10 0,10 11 0,1-14 0,-11 13 0,10-10 0,-13 11 0,0-1 0,0-10 0,0 11 0,0-14 0,0 13 0,0-10 0,0 11 0,0-14 0,0 13 0,-13-10 0,10 11 0,-11-14 0,14 0 0,-13 0 0,10 0 0,-11 0 0,14 0 0,0-14 0,-13 11 0,10-10 0,-11 13 0,14 0 0,0 0 0,-13 0 0,10 0 0,-11 0 0,14 0 0,0 0 0,0-14 0,0 11 0,0-10 0,0 13 0,0 0 0,-13 0 0,10 0 0,-10 0 0,13 0 0,0 0 0,0-14 0,0 11 0,0-10 0,0 13 0,0 0 0,13 0 0,-10 0 0,10 0 0,-26 0 0,10 0 0,-10 13 0,13-10 0,13 11 0,-10-14 0,10 0 0,-26 0 0,10-14 0,-10 11 0,13-10 0,0 13 0,0 0 0,0 13 0,0-10 0,0 11 0,0-14 0,0 0 0,0-14 0,0 11 0,0-10 0,0 13 0,0 0 0,0 13 0,0-10 0,0 11 0,0-14 0,0 0 0,0-14 0,0 11 0,0-10 0,0 13 0,0 0 0,-14 0 0,11 0 0,-10 0 0,13-14 0,0 11 0,0-10 0,-14 13 0,11 0 0,-10 0 0,13-14 0,-14 11 0,11-10 0,-10-1 0,13 11 0,-14-10 0,11-1 0,-10 11 0,13-10 0,-14 0 0,11 9 0,-24-9 0,24 0 0,-24-4 0,24 0 0,-10-9 0,0 9 0,-4 0 0,0-9 0,-9 9 0,22-13 0,-22 0-791,22-13 791,-22 10 0,9-11 0,0 14 0,-9 1-332,22-1 332,-22 0 0,9 0 0,1 0 0,-11 0 0,24 0 0,-11 0 0,1 0 0,10 0 0,-24 13 0,24-9 0,-24 9 0,24-13 0,-11 0 0,1 0 777,10 14-777,-10-11 346,-1 10-346,11-13 0,-24 14 0,24-11 0,-10 10 0,-1 1 0,11-11 0,-24 11 0,24-14 0,-24 0 0,24 13 0,-24-10 0,24 11 0,-24-14 0,24 13 0,-23-10 0,22 24 0,-22-23 0,22 9 0,-9 0 0,0-9 0,9 22 0,-9-22 0,13 22 0,-13-9 0,9 0 0,-9 9 0,0-9 0,9 13 0,-9-13 0,13 9 0,0-9 0,0 13 0,-13 0 0,9 0 0,-9-13 0,13 9 0,0-9 0,0 13 0,-13 0 0,9 0 0,-9 0 0,13-13 0,0 10 0,0-11 0,0 14 0,0 0 0,-13 0 0,10 0 0,-11-13 0,14 10 0,0-11 0,0 14 0,0 0 0,-13 0 0,10-13 0,-11 10 0,28-11 0,-11 14 0,10 0 0,-13 0 0,0 0 0,0 14 0,0-11 0,0 10 0,0-13 0,0 0 0,14 14 0,-11-11 0,10 10 0,0 1 0,-9 2 0,9 1 0,0 9 0,-9-22 0,22 22 0,-9-9 0,0 13 0,-4-13 0,0 9 0,4-9 0,0 13 0,9 0 0,-22-14 0,22 11 0,-23-10 0,24 13 0,-24 0 0,24 0 0,-24 0 0,24 26 0,-10-19-907,-1 19 907,11-26-355,-24 0 355,24 0 0,-24 0 0,24 0 0,-24-13 0,10 9 0,1-9 0,-11 13 890,10-13-890,1 9 372,-11-9-372,10 13 0,-13-14 0,14 11 0,-11-10 0,10 13 0,-13-14 0,14 11 0,-11-10 0,10 12 0,1-12 0,-11 10 0,10-11 0,1 1 0,-11 10 0,23-11 0,-22 14 0,9-13 0,0 10 0,-9-24 0,9 23 0,0-9 0,-9 0 0,9 9 0,0-22 0,-9 22 0,9-22 0,-13 22 0,0-22 0,13 22 0,-9-22 0,9 22 0,0-23 0,-9 24 0,9-24 0,0 11 0,-9-1 0,9-10 0,0 24 0,-10-24 0,11 24 0,-1-24 0,-10 11 0,11-1 0,-1-10 0,-10 11 0,11-1 0,-14-10 0,13 11 0,-10-14 0,11 13 0,-14-10 0,0 10 0,0-13 0,0 0 0,13 0 0,-10 14 0,11-11 0,-14 10 0,0-13 0,0 0 0,0-13 0,0 10 0,0-11 0,0 14 0,0 0 0,0-13 0,0 10 0,0-10 0,0 13 0,0 0 0,0-14 0,0 11 0,-14-10 0,11 13 0,-10-14 0,13 11 0,0-10 0,0-1 0,0 11 0,0-10 0,0-1 0,-14 11 0,11-24 0,-10 24 0,13-24 0,0 24 0,-14-24 0,11 24 0,-10-23 0,13 9 0,-14 0 0,11-9 0,-10 9 0,-1-13 0,11 13 0,-23-9 0,9 9 0,0-13 0,-9 0 0,22 0 0,-22 0 0,9 0 0,-13-13-924,13 10 924,-9-10 0,9 13 0,1 0-482,-11 0 482,10 0 0,1 0 0,-11 0 0,24 0 0,-24 0 0,24 0 0,-11 13 0,1-9 0,10 9 0,-11 0 901,1-9-901,10 9 505,-10 1-505,-1-11 0,11 24 0,-10-24 0,-1 24 0,11-24 0,-10 24 0,-1-24 0,11 24 0,-10-24 0,-1 24 0,11-24 0,-10 11 0,-1-1 0,11-10 0,-10 11 0,-1-14 0,11 13 0,-24-10 0,24 11 0,-23-14 0,22 0 0,-9 0 0,0 13 0,9-9 0,-22 9 0,22 0 0,-9-9 0,13 22 0,-13-9 0,9 0 0,-9 9 0,13-9 0,-13 0 0,9 9 0,-9-9 0,13 13 0,0 0 0,0 13 0,0-9 0,0 9 0,0 0 0,13 4 0,-9 0 0,9 9 0,-13-9 0,13 13 0,-9 0 0,9-13 0,0 9 0,-9-9 0,22 13 0,-22 0 0,22 0 0,-22 0 0,22 0-1040,-9 13 1040,13-10 0,0 10 0,0 1 0,0-11 0,0 23 0,0-22-1365,-1 22 1365,1-22 0,0 22 0,0-23 0,0 24 0,0-24 0,0 11 0,0-1 0,0-10 0,0 10 0,-13-13 0,9 14-903,-9-11 903,13 10 0,-13-13 0,9 0 0,-9 0 0,13 0-451,-14 0 451,11 0 0,-10 0 0,-1 0 0,11 0 0,-24 0 0,24 0 894,-24 0-894,24-14 1331,-24 11-1331,10-10 996,1-1-996,-11 11 538,10-24-538,-13 10 0,0 1 0,0-11 0,0 10 0,0-13 0,0 0 0,-13-13 0,10 10 0,-11-11 0</inkml:trace>
  <inkml:trace contextRef="#ctx0" brushRef="#br0" timeOffset="67652">20218 8027 24575,'0'-16'0,"0"2"0,0 14 0,0 0 0,0 14 0,0-11 0,0 10 0,0-13 0,0 14 0,0-11 0,0 24 0,0-24 0,0 24 0,0-11 0,0 1 0,0 9 0,0-9 0,0 13 0,-13 0 0,10-13 0,-11 9 0,14-9 0,0 13 0,0-13 0,-13 9 0,10-23 0,-11 24 0,14-24 0,0 11 0,0-1 0,0-10 0,0 11 0,0-14 0,0 0 0,-13 0 0,10 0 0,-11 0 0,14 0 0,0 13 0,0-10 0,-13-16 0,10 6 0,-11-19 0,14 26 0,0 0 0,0-14 0,0 11 0,0-10 0,0 13 0,0 0 0,0 13 0,0-10 0,0 11 0,0-14 0,-13 13 0,10-10 0,-11 11 0,14-14 0,0 13 0,0-10 0,0 11 0,0-14 0,0 13 0,0-10 0,0 11 0,0-14 0,0 0 0,0-14 0,0 11 0,0-10 0,0 13 0,0-14 0,14 11 0,-11-24 0,10 24 0,-13-24 0,14 11 0,-11-14 0,10 0 0,1 0 0,-11 0 0,10 13 0,-13-9 0,14 9 0,-11 0 0,10-9 0,-13 22 0,0-22 0,0 23 0,0-11 0,0 1 0,0 10 0,0-11 0,0 14 0,0 0 0,0-13 0,0 10 0,0-11 0,0 14 0,0 0 0,0-13 0,0 10 0,0-11 0,0 14 0,0 0 0,0-13 0,14 23 0,-11-20 0,10 23 0,-13-13 0,0 0 0,0 14 0,13-11 0,-9 10 0,22 1 0,-22-11 0,22 24 0,-9-24 0,0 24 0,9-24 0,-9 23 0,0-9 0,9 0 0,-22 9 0,22-22 0,-23 22 0,24-22 0,-24 9 0,24 0 0,-24-9 0,24 9 0,-24-13 0,11 0 0,-1 13 0,-10-9 0,11 9 0,-14-13 0,0 0 0,13 0 0,-10 0 0,11 0 0,-14 0 0,0 0 0,0-13 0,0 9 0,-14-9 0,11 13 0,-10-13 0,13 9 0,0-9 0,0 0 0,0 9 0,-14-22 0,11 22 0,-10-22 0,-1 22 0,11-22 0,-10 22 0,-1-22 0,11 23 0,-24-24 0,11 10 0,-1 1 0,-9-11 0,22 24 0,-22-11 0,22 1 0,-22 10 0,22-24 0,-22 24 0,22-11 0,-9 14 0,0 0 0,9-13 0,-9 10 0,13-10 0,0 13 0,0 0 0,-13 0 0,36 13 0,-30-10 0,47 10 0,-36 1 0,22-11 0,-9 24 0,13-24 0,-13 24 0,9-24 0,-9 10 0,13 1 0,-14-11 0,11 24 0,-10-24 0,-1 10 0,11-13 0,-24 14 0,11-11 0,-14 10 0,13-13 0,-10 0 0,11 0 0,-14 0 0,0 0 0,-14 0 0,11 0 0,-10 0 0,-1 0 0,11 0 0,-24 0 0,11-13 0,-1 10 0,-10-11 0,11 14 0,-14-13 0,0 10 0,13-11 0,-9 14 0,9-13 0,0 10 0,-9-11 0,22 14 0,-22 0 0,22-13 0,-9 10 0,13-11 0,0 14 0,-13 0 0,9 0 0,-9 0 0,13 0 0,13 0 0,-9 0 0,9 0 0,-13 0 0,13 0 0,-9 0 0,22 0 0,-22 0 0,9 14 0,-13-11 0,0 24 0,0-11 0,0 14 0</inkml:trace>
  <inkml:trace contextRef="#ctx0" brushRef="#br0" timeOffset="70904">19859 7039 24575,'16'0'0,"-2"0"0,-14 0 0,0 0 0,0 13 0,0-9 0,0 9 0,0-13 0,-14 13 0,11-9 0,-10 9 0,13 0 0,0-10 0,0 24 0,0-24 0,0 24 0,0-10 0,0-1 0,0 11 0,0-10 0,0-1 0,0 11 0,0-24 0,0 24 0,0-24 0,0 24 0,0-24 0,0 24 0,0-24 0,0 10 0,0 1 0,0-11 0,0 10 0,0-13 0,0 14 0,0-11 0,0 10 0,0-13 0,0 14 0,0-11 0,0 10 0,13-13 0,-10 0 0,11 14 0,-14-11 0,0 10 0,0-13 0,0 0 0,0-13 0,0 10 0,0-11 0,0 14 0,0 0 0,0-13 0,0 10 0,0-11 0,0 14 0,0 0 0,0 0 0</inkml:trace>
  <inkml:trace contextRef="#ctx0" brushRef="#br0" timeOffset="71618">19859 6889 24575,'16'0'0,"-2"0"0,-14 0 0,13 0 0,-10 0 0,24 0 0,-24-13 0,24 10 0,-24-11 0,24 14 0,-11 0 0,1-13 0,10 10 0,-24-11 0,24 14 0,-24 0 0,24 0 0,-24 0 0,24 0 0,-24 0 0,10 14 0,-13-11 0,14 10 0,-11-13 0,10 0 0,1 14 0,-11-11 0,10 10 0,-13-13 0,13 13 0,-9-9 0,9 9 0,-13 0 0,0-9 0,0 22 0,0-22 0,0 22 0,0-9 0,0 0 0,-13 9 0,9-22 0,-9 22 0,0-22 0,10 22 0,-11-23 0,1 24 0,10-24 0,-24 11 0,24-14 0,-11 13 0,1-10 0,10 11 0,-24-14 0,24 0 0,-24 0 0,24 0 0,-24 13 0,24-10 0,-24 11 0,24-14 0,-10 0 0,-1 0 0,11 0 0,-10 0 0,13 0 0,0 0 0,0 13 0,0 4 0</inkml:trace>
  <inkml:trace contextRef="#ctx0" brushRef="#br0" timeOffset="75623">20608 6769 24575,'-17'0'0,"-10"14"0,24-11 0,-24 24 0,24-11 0,-24 1 0,11 10 0,-1-11 0,-10 14 0,24 0 0,-10 0 0,0 0 0,9 0 0,-9 0 0,13 0 0,0 0 0,0 0 0,0-14 0,0 11 0,0-24 0,13 24 0,-9-24 0,9 11 0,0-14 0,-10 0 0,11 0 0,-1 0 0,-10 0 0,24-14 0,-24 11 0,11-10 0</inkml:trace>
  <inkml:trace contextRef="#ctx0" brushRef="#br0" timeOffset="76111">20667 6889 24575,'0'30'0,"-13"-13"0,10 9 0,-10-22 0,13 22 0,0-22 0,0 9 0,0 0 0,0-9 0,0 9 0,0-13 0,0 0 0,13 0 0,-10 0 0,10 0 0,-13 0 0,14-13 0,-11 9 0,10-9 0,-13 0 0,0 9 0,14-22 0,-11 9 0,10 0 0,-13 4 0,0 0 0,0 9 0,0-22 0,0 23 0,0-11 0,0 14 0,0 0 0,0-13 0,0 10 0,0 16 0,14-6 0,-11 32 0,10-35 0,-13 9 0,0-13 0,0 13 0,0-9 0,0 9 0,0-13 0</inkml:trace>
  <inkml:trace contextRef="#ctx0" brushRef="#br0" timeOffset="77337">21207 6500 24575,'0'63'0,"0"-6"0,0-27 0,0-1 0,0 1 0,0-13 0,0 10 0,0-24 0,0 24 0,0-24 0,0 10 0,0-13 0,0 0 0,0-13 0,-14 10 0,11-24 0,-10 10 0,13-13 0,-14-53 0,11 40 0,-10-40 0,26 53 0,30 13 0,-19 4 0,42 26 0,-46 30 0,10 34 0,-57 3-2318,4-7 2318,-33-30-381,26-26 0,13-4 0,4-13 0</inkml:trace>
  <inkml:trace contextRef="#ctx0" brushRef="#br0" timeOffset="77842">21896 6500 24575,'-14'30'0,"11"-14"0,-10 11 0,13-24 0,-14 24 0,11-10 0,-10 13 0,13-14 0,0 11 0,0-11 0,0 1 0,0 10 0,0-24 0,13 24 0,-10-24 0,24 10 0,-24 1 0,24-11 0,-24 10 0,24-13 0,-11-13 0,1 10 0,10-11 0,-11 14 0</inkml:trace>
  <inkml:trace contextRef="#ctx0" brushRef="#br0" timeOffset="78703">22225 6140 24575,'17'17'0,"9"10"0,-9-11 0,13 1 0,0 23 0,0-20-1742,0 23 1742,0-13 0,-14 13 0,11-9 0,-10 9 0,-1 0 0,-2-10 0,-1 11 0,-23-14 0,20 13 0,-37-10 0,11 10 0,-14-13 0,0 14 0,0-11 0,0 10 0,0-13 0,0 0 0</inkml:trace>
  <inkml:trace contextRef="#ctx0" brushRef="#br0" timeOffset="79883">19799 12490 24575,'13'47'0,"-10"-4"0,11-13-1999,-14 13 1999,0 4 0,0 0 0,0 9-1470,0-9 1470,0 13 0,0 0 0,-14-1 0,11 1 0,-10 0 0,13-13 0,0 9 132,-13-22-132,9 9-204,-9-13 204,13 0 0,0 0 892,0-13-892,0-4 1637,0-13-1637,0 0 767,-13-13-767,9-4 245,-9 0-245,13-9 0,-13 9 0,9-26 0,-9 9 0,13-9 0</inkml:trace>
  <inkml:trace contextRef="#ctx0" brushRef="#br0" timeOffset="80133">19769 12400 24575,'63'-16'0,"-6"3"0,-27 13 0,0 0 0,0 0 0,-1 13 0,-12-10 0,10 37 0,-24-20 0,10 23-979,-13 1 979,0-11 0,-13 10 0,-4-13 0,1 13 0,-11-9 0,11 9 0,-14-13 0,13-13 129,-10 9-129,11-9 0,-1-1 0,-10-2 0,24-1 0,-10-10 734,-1 11-734,11-14 116,-10 0-116,13 0 0,0 0 0,0 0 0</inkml:trace>
  <inkml:trace contextRef="#ctx0" brushRef="#br0" timeOffset="80494">20458 12580 24575,'-30'30'0,"-13"13"0,9-9-3673,-9 22 3673,13-9 0,0 13 0,13 0 0,-9-14 0,9 11 0,1-11 0,2 14-566,14-13 566,0 10 317,0-24-317,14 10 0,-11-13 0,24 0 0,-11 0 0,1-13 0,9 9 1720,-9-22-1720,13 9 356,-13-13 0,9 0 1,-9 0-1</inkml:trace>
  <inkml:trace contextRef="#ctx0" brushRef="#br0" timeOffset="81101">20697 12940 24575,'-13'16'0,"-4"-2"0,-12-1 0,-1-10 0,0 24 0,13-24 0,-10 10 0,11 1 0,-1 2 0,4 1 0,-1 10 0,11-11 0,-10 14 0,13 0 0,0-13 0,0 10 0,0-11 0,0 14 0,0-13 0,13 9 0,-10-22 0,11 22 0,-14-22 0,13 9 0,4-13 0,-1-13 0,11 9 0,-10-9 0,-1 0 0,11-4 0,-24-13 0,24 13 0,-11-9 0,1 9 0,-4-13 0,1 0 0,-11 0 0,10 0 0,-13 14 0,0-11 0,0 10 0,0 1 0,0-11 0,0 24 0,0-10 0,0-1 0,0 11 0,0-10 0,0 26 0,0-10 0,0 11 0,0-1 0,0 4 0,0 12 0,0 1 0,0-13 0,0 10 0,0-11 0,14 14 0,-11 0 0,10-13 0,-13 10 0,0-11 0,14 14 0,-11-13 0,10 9 0,-13-22 0,0 9 0,0-13 0,0 13 0,0 4 0</inkml:trace>
  <inkml:trace contextRef="#ctx0" brushRef="#br0" timeOffset="81293">20997 13389 24575,'-17'30'0,"4"0"0,13 0 0,-13-14 0,9 11 0,-9-24 0,13 11 0,0-1 0,0-10 0,0 11 0</inkml:trace>
  <inkml:trace contextRef="#ctx0" brushRef="#br0" timeOffset="81609">21296 12670 24575,'0'30'0,"0"0"0,0 13-2049,0-9 2049,0 22 0,0-23 0,0 24 0,0-24 0,0 24 0,0-24 0,14 10 301,-11-13-301,10 0 0,-13 0 0,0 0 423,0-13-423,0 9 0,0-22 0,0 9 1036,0 0-1036,0-9 289,0 9-289,0-26 0,0 9 0,0-9 0,0 0 0,0-4 0</inkml:trace>
  <inkml:trace contextRef="#ctx0" brushRef="#br0" timeOffset="81863">21386 12940 24575,'17'-14'0,"10"11"0,-24-10 0,24 13 0,-24 13 0,10-10 0,0 11 0,-9-14 0,9 13 0,-13 4 0,13-1 0,-9 11 0,9-24 0,-13 24 0,0-11 0,-13 14 0,9-13 0,-9 10 0,13-11 0,-13 14 0,9-13 0,-22 10 0,23-24 0,-24 23 0,10-22 0,1 22 0,2-22 0,1 22 0,10-22 0,-11 9 0,1-13 0,10 13 0,-11-9 0,14 9 0,0-13 0,0 0 0,14 0 0,2 0 0</inkml:trace>
  <inkml:trace contextRef="#ctx0" brushRef="#br0" timeOffset="82167">21776 13359 24575,'-17'33'0,"-10"7"0,24-23 0,-10-1 0,-1 11 0,11-24 0,-10 24 0,13-24 0,0 11 0,0-1 0,0-10 0,0 11 0,0-14 0</inkml:trace>
  <inkml:trace contextRef="#ctx0" brushRef="#br0" timeOffset="82646">22225 12970 24575,'-17'13'0,"4"-10"0,0 24 0,9-24 0,-9 10 0,13 1 0,-13 2 0,9 1 0,-9 10 0,13-11 0,0 14 0,0 0 0,0 0 0,0-13 0,13 9 0,-9-9 0,9 0 0,0 9 0,4-22 0,0 22 0,9-22 0,-9 9 0,0-13 0,9 0 0,-9-13 0,13 9 0,0-9 0,-14 0 0,11 9 0,-10-22 0,-1 22 0,11-22 0,-10 9 0</inkml:trace>
  <inkml:trace contextRef="#ctx0" brushRef="#br0" timeOffset="82973">22674 12520 24575,'30'14'0,"0"-11"0,-13 24 0,9-11 0,-9 14 0,13 0-2571,0 13 2571,-13 4 0,9 0 0,-22 9 0,9-9 0,-13 13 0,0-14 0,0 11 0,0-11 0,-13 14 0,-4-13 0,0 9 0,-9-22 0,9 22 0,0-22 0,-9 9 699,22-13-699,-22-14 451,23 11-451,-11-24 0,1 24 0,10-24 330,-11 11 1,14-14-1,0 0 1</inkml:trace>
  <inkml:trace contextRef="#ctx0" brushRef="#br0" timeOffset="84089">19469 14347 24575,'0'17'0,"0"10"0,0-11 0,0 14 0,0 0 0,0 0 0,0 0 0,0 0 0,0 0 0,0 0 0,0 0 0,0 0 0,0 13 0,0-10 0,14 11 0,-11-14 0,10 0 0,-26-14 0,10 11 0,-11-10 0,28-1 0,-11 11 0,10-24 0,-13 10 0,0 1 0,0-11 0,0 10 0,0 1 0,0-11 0,0 10 0,0-13 0,-13 0 0,10 0 0,-11 0 0,14 0 0,0-13 0,0 10 0,0-11 0,0 14 0,0-13 0,0 10 0,-13-11 0,10 1 0,-11-4 0</inkml:trace>
  <inkml:trace contextRef="#ctx0" brushRef="#br0" timeOffset="84455">19499 14288 24575,'17'0'0,"10"0"0,-24 0 0,24 13 0,-24-10 0,10 24 0,0-24 0,-9 24 0,9-24 0,-13 24 0,13-11 0,-9 14 0,9-13 0,-13 10 0,0-11 0,0 14 0,0 0 0,0-13 0,0 9 0,0-9 0,-13 0 0,9 9 0,-22-22 0,22 9 0,-22 0 0,9-9 0,1 9 0,-11 0 0,24-10 0,-24 11 0,24-14 0,-24 0 0,24 0 0,-11 0 0,1 0 0,10 0 0,-11-14 0,14-2 0</inkml:trace>
  <inkml:trace contextRef="#ctx0" brushRef="#br0" timeOffset="85107">19230 13988 24575,'16'13'0,"11"-9"0,-24 9 0,24-13 0,-10 0 0,13 0 0,-1 0 0,1 0 0,0 0 0,0 0 0,0 0 0,0 0 0,0 0 0,0 0 0,0 0 0,0-13 0,0 9 0,-13-9 0,9 13 0,-22 0 0,22 0 0,-22 0 0,9 0 0,-13 0 0,13 0 0,-9 0 0,9 0 0,-13 0 0,0 0 0,-13 0 0,9 0 0,-9 0 0,0 0 0,9 0 0,-22 0 0,9 0 0,-13 0 0,0 0 0,0 0 0,0 0 0,0 13 0,14-9 0,-11 9 0,10-13 0,1 0 0,-11 0 0,24 0 0,-11 0 0,1 0 0,10 0 0,-11 0 0,14 0 0,0 0 0,0 13 0,14-9 0,-11 9 0,10-13 0</inkml:trace>
  <inkml:trace contextRef="#ctx0" brushRef="#br0" timeOffset="86009">19559 13748 24575,'17'14'0,"-4"-11"0,-13 10 0,13-13 0,-9 14 0,9-11 0,0 10 0,-9 1 0,22-11 0,-9 24 0,0-24 0,9 23 0,-22-22 0,22 22 0,-22-22 0,9 22 0,0-22 0,-9 9 0,9 0 0,-13-9 0,0 22 0,0-22 0,0 9 0,0-13 0,0 13 0,0-9 0,0 9 0,0-13 0,0 0 0,0 0 0</inkml:trace>
  <inkml:trace contextRef="#ctx0" brushRef="#br0" timeOffset="86521">20128 14557 24575,'17'0'0,"-4"0"0,1 0 0,-11 0 0,24 0 0,-24 0 0,23 0 0,-22 0 0,22 0 0,-9 0 0,0 0 0,9 13 0,-22-9 0,22 9 0,-22-13 0,22 0 0,-22 0 0,9 0 0,-13 0 0,-13 13 0,9-9 0,-9 9 0</inkml:trace>
  <inkml:trace contextRef="#ctx0" brushRef="#br0" timeOffset="86733">20158 14767 24575,'30'0'0,"-13"0"0,9 0 0,-22 0 0,22 0 0,-22 0 0,22 0 0,-22 0 0,22 0 0,-22 13 0,22-10 0,-22 11 0,22-14 0,-9 0 0</inkml:trace>
  <inkml:trace contextRef="#ctx0" brushRef="#br0" timeOffset="87297">20907 14497 24575,'0'17'0,"-13"-4"0,9-13 0,-9 13 0,13-9 0,-13 9 0,9 0 0,-9-9 0,13 22 0,-13-9 0,10 0 0,-11 9 0,14-9 0,0 0 0,0 9 0,0-9 0,0-1 0,0 11 0,14-10 0,-11 13 0,10-14 0,0 11 0,-9-24 0,22 24 0,-22-24 0,22 11 0,-22-14 0,22 0 0,-9 0 0,0-14 0,9 11 0,-9-24 0,13 24 0,0-24 0,0 24 0,0-24 0,-14 11 0,11-14 0,-24 13 0,11-10 0,-14 11 0,0-14 0,0 13 0,0-9 0,0 9 0,-14-13 0,11 13 0,-10-9 0,-1 22 0,11-22 0,-10 22 0,-1-22 0,11 23 0,-24-11 0,24 14 0,-24 0 0,24 0 0,-10 0 0,0 0 0,9 14 0,-9-11 0,0 23 0,9-22 0,-9 22 0,13-9 0</inkml:trace>
  <inkml:trace contextRef="#ctx0" brushRef="#br0" timeOffset="87623">21506 14617 24575,'0'30'0,"0"0"0,0 0 0,0 0 0,0 0 0,0-14 0,0 11 0,0-10 0,0 13 0,13-14 0,-9 11 0,9-24 0,-13 11 0,0-14 0,0 13 0,0-10 0,0 10 0,0-13 0,0 0 0,-13 0 0,-4 0 0</inkml:trace>
  <inkml:trace contextRef="#ctx0" brushRef="#br0" timeOffset="87999">21446 14407 24575,'30'0'0,"-13"0"0,9 14 0,-22-11 0,9 10 0,0-13 0,-9 14 0,9-11 0,0 10 0,-9 1 0,9-11 0,-13 23 0,0-22 0,-13 22 0,9-22 0,-9 22 0,13-22 0,-13 22 0,9-22 0,-22 9 0,22 0 0,-22-9 0,22 9 0,-22-13 0,23 13 0,-24-9 0,24 9 0,-11-13 0,1 0 0,10 0 0,-11 0 0,1 0 0,10 0 0,-11 0 0,1 0 0,10 0 0,-11 0 0</inkml:trace>
  <inkml:trace contextRef="#ctx0" brushRef="#br0" timeOffset="89939">21446 14527 24575,'0'-17'0,"0"-9"0,0 23 0,0-24 0,0 24 0,0-24 0,0 24 0,-13-11 0,10 1 0,-11 10 0,14-11 0,0 14 0,0-13 0,0 10 0,0-11 0,0 14 0,0 0 0,0-13 0,0 10 0,0-11 0,-13 14 0,10 0 0,-11 0 0,14 0 0,-13 0 0,10 0 0,-11 0 0,14 0 0</inkml:trace>
  <inkml:trace contextRef="#ctx0" brushRef="#br0" timeOffset="90990">20787 14048 24575,'14'-17'0,"-11"4"0,24 13 0,-11 0 0,14 0 0,0 0 0,0 0 0,0-13 0,13 9 0,-9-9-794,9 13 794,0 0 0,-10 0 0,11 0 0,-1 0 0,-10 0 0,24 0 0,-24 0 0,10 0 0,-13 0 0,13 0 0,-9 0 0,-4 0 0,-4 0 0,-22 0 0,22 0 0,-22 0 0,9 0 794,0 0-794,-9 0 0,9 0 0,-13 0 0,0 0 0,-13-13 0,9 9 0,-9-9 0,13 13 0,0 0 0,-13 0 0,9 0 0,-9 0 0,13 0 0,0 0 0,-13 0 0,9 0 0,-9-13 0,13 9 0,0-9 0,0 13 0,-13 0 0,9 0 0,-9 0 0,13 0 0,-13 0 0,9 0 0,-9 0 0,13 0 0,-13 0 0,9 0 0,-9 0 0,13-13 0,-13 9 0,10-9 0,-11 13 0,14 0 0,-13 0 0,10 0 0,-11 0 0,14 0 0,0-13 0,-13 9 0,10-9 0,-11 13 0,14 0 0,0 0 0,0-13 0,0 10 0,0-11 0,0 14 0,0 0 0,14 0 0,-11 0 0,10 0 0,1 0 0,-11 0 0,10 0 0,1 14 0,-11-11 0,10 10 0,0-13 0,-9 13 0,22-9 0,-22 9 0,9-13 0,0 13 0,-9-9 0,9 9 0,-13-13 0,13 13 0,-9-9 0,9 9 0,-13-13 0,0 0 0,0 13 0,0-9 0,0 9 0,-13-13 0,-4 0 0</inkml:trace>
  <inkml:trace contextRef="#ctx0" brushRef="#br0" timeOffset="98217">20160 15539 5734,'2'6'0,"0"0"0,-2-4 0,1 2 0,-1-1 0,2-1 0,-2-1 0,2-1 0,0-1 0,0 1 0,-1-1 0,1 1 0,0 0 0,0 0 0,5 2 0,-4-1 0,19 2 0,-15-2 0,11 1 0,-14-1 0,-1-1 0,0 1 0,-1-1 0,0 1 0,0-1 0,2-2 0,0 0 0,2-2 0,-3 2 0,2-1 0,-19 10 0,8-3 0,-12 6 0</inkml:trace>
  <inkml:trace contextRef="#ctx0" brushRef="#br0" timeOffset="98927">20150 15681 5734,'10'0'0,"-1"-1"0,-1-3 0,-2 1 0,2-1 0,2-1 0,-4 2 0,8-4 0,-8 5 0,7-2 0,-7 3 0,6 3 0,-5-1 0,0 3 0,-4-2 0,-1 0 0,0 0 0,0 0 0,-1 0 0,0 0 0,2 0 0,-1-1 0,1 1 0,-2-1 0,-1 1 0,-1 0 0,-1-2 0,0 0 0,0 0 0,1 0 0,0 1 0,-2-1 0,1 2 0</inkml:trace>
  <inkml:trace contextRef="#ctx0" brushRef="#br0" timeOffset="101345">20954 15492 5734,'-5'-6'0,"1"2"0,2 2 0,-3 0 0,2 0 0,-5-1 0,5 1 0,-7 0 0,5 1 0,-25 17 0,18-8 0,-17 14 0,22-13 0,-1 6 0,2-3 0,-3 22 0,6-18 0,0 13 0,9-5 0,-2-12 0,18 9 0,-11-21 0,10-2 0,-5-10 0,-4 1 0,3-4 0,-1-3 0,-3 4 0,2-5 0,1-22 0,-8 23 0,-1-7 0,-1 3 0,-4 14 0,0-6 0,-1 12 0,1 1 0,0 8 0,0 3 0,1 13 0,0-4 0,0 4 0,3 4 0,0 0 0,1-1 0,0 1 0,1-1 0,2-4 0,-2-9 0,5 10 0,-8-16 0,2 2 0,-5-7 0,0-2 0,-3 1 0,0-2 0,0 0 0,-1-1 0</inkml:trace>
  <inkml:trace contextRef="#ctx0" brushRef="#br0" timeOffset="101756">21132 15517 5734,'-2'6'0,"0"0"0,3 2 0,0-1 0,0 3 0,0 4 0,-2 9 0,1 7 0,1-5 0,2 2 0,-2-16 0,6 9 0,-4-13 0,2 6 0,-6-12 0,1 0 0,-5-5 0,1 2 0,-2-2 0</inkml:trace>
  <inkml:trace contextRef="#ctx0" brushRef="#br0" timeOffset="102028">21113 15395 5734,'1'-3'0,"0"0"0,5-2 0,-2 1 0,-1 0 0,-1-4 0,0 1 0,0-3 0</inkml:trace>
  <inkml:trace contextRef="#ctx0" brushRef="#br0" timeOffset="102611">21044 15211 5734,'16'-20'0,"-3"5"0,0-1 0,-4 5 0,5-6 0,-5 7 0,3-3 0,-6 10 0,-1 3 0,4 5 0,5 22 0,2 8 0,-1 1 0,-3-7 0,-7-16 0,-1-5 0,2 1 0,-2-4 0,-1-2 0,0 0 0,0-1 0,0-2 0</inkml:trace>
  <inkml:trace contextRef="#ctx0" brushRef="#br0" timeOffset="103379">21433 15536 5734,'7'-2'0,"26"-4"0,-16 3 0,21-4 0,-10-2 0,-10 5 0,9-5 0,-8 3 0,-5 2 0,2-1 0,-3 2 0,-5 1 0,2 0 0,-2 2 0,-3 0 0,-3 0 0,-8 0 0,-4 1 0</inkml:trace>
  <inkml:trace contextRef="#ctx0" brushRef="#br0" timeOffset="103617">21591 15409 5734,'5'13'0,"1"2"0,2 8 0,-2-4 0,3 12 0,2 12 0,-5-15 0,2 6 0,-8-27 0,1-8 0</inkml:trace>
  <inkml:trace contextRef="#ctx0" brushRef="#br0" timeOffset="104169">21884 15165 5734,'7'28'0,"0"11"0,-3-12 0,-1 3 0,0 2-2716,0 14 2716,-2-18 0,0 0 0,-1 11 198,0-15-198,0 0 565,0-4-565,1 5 0,1-9 0,0 2 0,2-8 0,0-5 1380,1-1-1380,2-8 573,-2-1-573,1-4 0,-3-4 0,-1 2 0,0-3 0,0-4 0,-2 5 0,0-14 0,-1 15 0,-3-15 0,3 15 0,-1-13 0,3 16 0,1-4 0,3 6 0,-2 3 0,3 0 0,7 6 0,0 4 0,2 2 0,0 9 0,-9-8 0,1 6 0,-4-5 0,-2 0 0,-2 1 0,-6 14 0,0-8 0,-5 11 0,-7 1 0,4-5 0,-3 5 0,8-12 0,5-7 0,-2 1 0,4-6 0,-1-1 0,5-6 0</inkml:trace>
  <inkml:trace contextRef="#ctx0" brushRef="#br0" timeOffset="104600">22277 15420 5734,'7'14'0,"3"11"0,-2-2 0,1 7 0,-2 2 0,1 6-622,-3-8 1,0 2 621,-3-2 0,0-2-1262,0 17 1262,-1-17 0,-1 2 0,0 5 0,0-2 0,-1 8 0,-2-2 0,0-3 0,-2-11 254,-9 14-254,7-29 0,-13-3 0,10-11 534,-6-7-534,2-9 0,3 3 0,-2-8 0,5 7 0</inkml:trace>
  <inkml:trace contextRef="#ctx0" brushRef="#br0" timeOffset="104785">22238 15320 5734,'6'-4'0,"-1"2"0,-2 1 0</inkml:trace>
  <inkml:trace contextRef="#ctx0" brushRef="#br0" timeOffset="105301">22216 15106 5734,'21'-19'0,"-3"2"0,-8 12 0,-4 2 0,6 1 0,-7 3 0,3 1 0,0 4 0,-1-1 0,2 3 0,2 0 0,-1-2 0,1 2 0,-4 0 0,-2-2 0,-4 4 0,-3-3 0</inkml:trace>
  <inkml:trace contextRef="#ctx0" brushRef="#br0" timeOffset="105945">22579 15476 5734,'8'1'0,"0"1"0,5-2 0,-1 0 0,5-2 0,8 0 0,-8 1 0,11 0 0,-5 0 0,-4-1 0,3 1 0,-1-2 0,-7 2 0,4-2 0,-1-3 0,-9 2 0,3-4 0,-11 3 0,0 1 0,-2-1 0,0 0 0</inkml:trace>
  <inkml:trace contextRef="#ctx0" brushRef="#br0" timeOffset="106144">22707 15296 5734,'-1'47'0,"0"-5"0,3-16 0,-1 0 0,3 9 0,1-1 0,-2-3-442,2 1 1,-1-3 441,-3-18 53,1-4 0,0-2 1,2-3-1</inkml:trace>
  <inkml:trace contextRef="#ctx0" brushRef="#br0" timeOffset="106829">23324 15269 5734,'-7'4'0,"-1"1"0,-13 11 0,8-5 0,-9 8 0,12-8 0,-7 12 0,7-7 0,-4 9 0,10-5 0,1-4 0,3 4 0,5-1 0,1-5 0,4 2 0,14 0 0,-8-8 0,12 2 0,-5-9 0,-5-3 0,3-1 0,-8-3 0,-1 0 0,0-1 0</inkml:trace>
  <inkml:trace contextRef="#ctx0" brushRef="#br0" timeOffset="107795">23600 15424 5734,'13'-11'0,"0"0"0,1-1 0,-3 3 0,5-5 0,-2-2 0,-3-2 0,0-1 0,-3-4 0,-4 9 0,0-4 0,-3 5 0,0 1 0,-1-1 0,-2-6 0,1 4 0,-3-3 0,-4-1 0,3 7 0,-13-12 0,11 17 0,-7-5 0,9 11 0,-2-1 0,2 2 0,-2 0 0,-2 5 0,3-1 0,-6 5 0,6-4 0,-1 3 0,0 2 0,2-2 0,-3 3 0,2 2 0,2-3 0,0 4 0,2 2 0,1-3 0,1 6 0,2 2 0,0-3 0,2 7 0,3 15 0,-2-13 0,1 4 0,1-1 0,0-3 0,3 13 0,4 4 0,-9-25 0,7 16 0,-11-29 0,1-2 0,-2-1 0,0-3 0,0-4 0,0-5 0,0 0 0,1-3 0,0-3 0,3-12 0,-2 5 0,2-6 0,0 13 0,6-12 0,-2 11 0,11-18 0,-10 21 0,11-10 0,-11 15 0,3-1 0,-4 6 0,-2 2 0,2 6 0,-6-1 0,1 5 0,-6 1 0,1-1 0,-3 2 0,-2 2 0,0-2 0,-3 2 0,-3 1 0,-3 1 0,-5 7 0,7-8 0,6 18 0,10-23 0,6 11 0,4-16 0,0-3 0,2 1 0,2-3 0,-4 0 0,2-2 0,1 0 0,-3 0 0,-2 1 0,-5 0 0,-5 1 0</inkml:trace>
  <inkml:trace contextRef="#ctx0" brushRef="#br0" timeOffset="108652">23518 14927 5734,'4'-2'0,"0"0"0,0 0 0,2-1 0,1-1 0,1 0 0,2-2 0,-2 1 0,3-1 0,0-2 0,-2 1 0,2-1 0,-1 1 0,-3 1 0,2-2 0,8-7 0,-7 6 0,7-6 0,-11 10 0,0-2 0,-2 3 0,1-2 0,-2 4 0,-1 0 0,1 3 0,0 3 0,1 1 0,0 2 0,2 3 0,5 4 0,-1-2 0,1 2 0,-4-7 0,2 4 0,-2-4 0,2 3 0,-2-2 0,-1-2 0,-1 2 0,0 0 0,-3-1 0,0 0 0,-1-2 0</inkml:trace>
  <inkml:trace contextRef="#ctx0" brushRef="#br0" timeOffset="188328">8895 8331 5734,'5'5'0,"-1"-2"0,0 1 0,-1-1 0,0 1 0,0 0 0,0-1 0,0 0 0,-2-1 0,1-2 0,0 0 0,0-1 0,-1 0 0,3-2 0,-2 2 0,3 0 0,0 1 0,-1-1 0,1 1 0,3-2 0,-2 1 0,4 0 0,-4 0 0,0 1 0,1 0 0,-2 0 0,2 0 0,14 0 0,-11 0 0,13 0 0,11 1 0,-18-1 0,27 1 0,-29-1 0,6 0 0,0 0 0,1 1 0,1 0 0,-2 1 0,-7-1 0,0 1 0,11 3 0,-10-2 0,9 2 0,-7-1 0,-3-1 0,5 2 0,-1-1 0,-2 0 0,13 0 0,-12-2 0,20 2 0,-21-3 0,11 2 0,-7-1 0,-4 0 0,18 1 0,-15-1-219,12 0 219,-14-1 0,2 0 0,0 1 0,0-2 0,10 1 0,9 1 0,-6 0-454,3 0 454,-17 0 0,-2 0 0,0 0 0,16 4 0,-14-2 209,12 3-209,-11-2 0,-3-2 0,3 1 0,14 0 0,-15-1 0,14 0 0,-20-2 464,7 1-464,-8-1 0,4 0 0,-7 0 0,-3-1 0,1 0 0,-3 0 0,1 0 0,-2 0 0,1 0 0,-1 0 0,1 0 0,0-1 0,1-2 0,1 1 0,-1-3 0,0 3 0</inkml:trace>
  <inkml:trace contextRef="#ctx0" brushRef="#br0" timeOffset="192506">11074 7269 5734,'8'0'0,"1"-1"0,24-3 0,5-1 0,-2-1-855,6 0 0,0-1 855,-7 0 0,-8 2 0,-1 1 0,15-4 0,-1 1 0,1 1 0,1 1 0,-10 1 0,6 1 0,-6 0 0,9 2-591,-5-1 0,-1 1 591,-4 1 0,1 0 0,0 0 0,1 0 0,10 0 0,-10 0 0,4-1 0,-3 1 0,14 0 0,-12 0 0,5 0 0,-5 0 0,-11 0 0,0 1 0,12 0 0,5 0 0,-6 0 0,-11 0 0,0-1 0,12 2 0,5 0 0,-5-1 0,-11 0 0,0 1 0,12 0 0,7 0 0,-6 0 0,-12 0 0,0 0 0,5-1 0,5 1 0,-3 0-119,-1-1 1,-1 0 118,1 0 0,-1 0 0,-3 0 0,-1 1 0,9 0 0,0 0 0,-6 0 0,1 0 0,10 1 0,-12-1 0,2 1 0,15-1 0,-9 1 0,2-2 0,0 1 0,4 0 0,-10-1 0,1 0 0,-6-1 0,-2 0 0,18 0 0,-16 0 0,1 1 0,1-1 0,-1 1 0,17 0 0,-18 0 0,2 0 0,0 0 0,-1 1 0,15 0 0,-16 0 0,0 0 0,0-1 0,-2 0 0,16 1 0,-16-1 0,1 0 0,0 0 0,0 0 0,16 0 0,-16 0 0,1 0 0,0 0 0,-1 0 0,15 0-485,-15 0 1,0 0 484,8 0 0,0 1 358,-1 0-358,-2 0 0,14 1 0,-12 0 0,10-1 0,-15-1 0,-1 1 0,-2 0 0,-1 0 16,6 0 0,-1 0-16,17 2 0,-23-2 0,-1 0 0,16 1 0,-15-1 0,2 0 0,10 0 0,0 1 0,-12-1 0,-1-1 0,14 1 0,-1 1 0,3-1 0,-1 1 700,0-1-700,-3 0 0,1 0 0,9 1 411,-10-1 1,0 1-412,-7-1 0,-3 0-819,18 2 819,-17-2 0,2 0 0,10 0 0,-1 1 0,-14-2 0,2 1 0,9 0 0,6 1 0,-5-1 0,-11-1 0,-1 0 0,11 1 0,5 0 0,-5-1 0,12 1 0,-14-1 0,4 0 0,-4 0 0,9 1 0,6 0 0,-1-1 0,-8 1 0,-9-1 0,1 0 0,11 1 341,-10-1-341,8 1 0,-1 0 0,-10-1 0,5-1 0,7 1 0,-5-1 0,9 1 0,-12-1 0,3 0 0,-4 0 0,9 0 0,-9 0 0,10 0 0,0-2 0,-8 1 0,9-1 0,1 0 0,4-2 0,0 1 0,-4 0 0,-15 1-192,-2 1 0,1-1 192,6 0 0,-8 1 0,1-1 0,11 0 0,-8 0 0,10 1 0,0-1 0,-7 1 0,8-2 0,4 1 0,-12-1 0,13 1 0,1 0 0,-10 2 0,-12-1 0,0 0 0,-1 0 0,0 1 0,13-2 0,10 1 0,-3-1 0,-12 1 284,10 0-284,-18 1 0,1 1 0,16 0 0,-6 0 0,0 0 0,3 0 404,5-2-404,-19 1 0,-1-2 523,0 1-523,2-1 0,0 1 0,2 0 0,1-1 287,-3 1 0,-1-1-287,-2 0 0,-6 1 0,13-2 0,-15 2 0,7-2 0,0 1 0,-8 0 0,14-1 0,-15 2 0,5-1 0,-2 1 838,-4-1-838,2 0 424,0 1-424,-5 0 0,5-1 0,-8 1 0,1 1 0,-3-2 0,-1 2 0,0-1 0,-1 1 0,1 1 0,-1-1 0,1 2 0,-1-1 0,-1 1 0,0 0 0,1 0 0,2 10 0,-1-5 0,4 10 0,-1 0 0,-1-4 0,0 4 0,-3-8 0,1 4 0,-2-4 0,1 4 0,-1 0 0,0-3 0,0 11 0,1-11 0,-1 6 0,2-4 0,-1-4 0,1 2 0,0 0 0,0-3 0,1 11 0,-2-7 0,1 5 0,-1-1 0,0-3 0,0 4 0,1 2 0,-2-4 0,2 4 0,-4 27 0,2-23 0,-2 24 0,-2-18 0,0-1 0,0 0 0,0 2 0,0 0 0,-1 9 0,2-2-903,0 6 903,1-11 0,2-10-486,-1 9 486,1-7 0,0 5-231,-1-8 231,0 0 0,0-1 0,1 1 0,1 9 0,-2-7 0,0 6 0,0 0 0,-1-9 0,1 6 0,0 2 0,0-10 0,-1 12 0,1-17 0,-1 3 0,-5 4 833,3-9-833,-3 6 519,4-12-519,-5 0 268,2-2-268,-5 0 0,-5-3 0,2 0 0,-33-4 0,22 2-708,-21-2 708,24 1 0,-1 0 0,0 0 0,-11-3 0,6 0 0,-9-2 0,-4-2-1246,7 2 1246,-11-5 0,18 8 0,1-1 0,-17-5 0,14 5 0,-2-1 0,-4 1 0,0-1 0,7 3 0,0 0 0,-7-2 0,-5 1 0,-5 0 0,-4 0 0,4 2-1155,10-1 0,0 1 1155,-6 0 0,-5-1 0,2 1 0,7 0 0,1 0 0,4 1 0,5 0 0,0 1 0,-6-2 0,-3 1 0,6-1 444,-3 1-444,4 1 0,-1 0 0,-8 0 0,-5 0 0,1 0-860,6 0 860,9 1 0,-2 0 0,-1-1 0,2 1 0,-9-1 0,7 0 0,1 0 0,-2 0 836,0-1-836,1 0 0,0-1 0,-9 0 1015,9 0 0,-1 0-1015,5 1 0,2 0-995,-14-2 995,13 3 0,-1-1 0,-1 1 0,1-1 0,-15-1 0,14 2 0,-1-1 0,-2 1 0,1 1 0,-17-2 0,15 1 0,-1 1 0,-2 0 0,1 0 0,7 0 0,-1 0 0,-7 0 0,-1 0 0,-1 1 0,2-1 0,7 1 0,1-1 0,-9 1 0,0 0 0,0 0 0,1 1 0,8-1 0,0 1 0,-6 0 0,-4 0 0,2-1 0,-3 1 0,2-1 0,-4 2 0,0 0-280,3-1 0,-2-1 0,3 2 280,5 0 0,-2 0 0,-2 1 0,-6 0 0,0 0 0,6 0 0,1-1 0,-1 1 0,-1-1 0,-7 1 0,-2 0 0,3-1 0,9 0 0,6-1 0,2 0 0,-19 0 0,1-1-790,6-1 790,0-1 0,1 0 0,0 0 0,-10 0-367,9 0 0,2 0 367,-4 0 0,1 0 457,-1 0-457,11 0 0,0 1 0,-15-1 0,16 1 0,-2 0 0,-7 0 0,1 0 0,-11-1 0,13 2 0,-4-1 0,3 1 0,-11-1 555,10 1 0,0 1-555,-2-1 139,0 2-139,0 0 0,10 0 0,-1 0 0,-14 2 694,17-2 0,-5 1-694,-5 0 0,-6 2 0,0 0 0,5-1-605,1 0 1,0 0 604,-2 0 0,-6 1 0,1 0 0,8-1 0,-11 3 0,0-1 400,1 0-400,4 0 0,0 0 0,14-3 0,1 0 0,-21 4 0,-3-1 0,10-3 0,1 0-497,-2 1 0,0-1 497,2-1 0,0 0 0,-6 0 0,2-1 0,-3 1 0,12-1 0,-4 0 0,5 0 0,-12 1 0,10-1 0,0 0-775,-13 1 775,12-1 0,-9 1 706,15-1-706,1 1 0,0-1 159,1 0-159,-12 2 0,8-1 0,-9 3 0,-1-1 1022,10 1-1022,-10 1 0,0 0 0,10-1 0,-11 0 0,2-1 0,8-1 0,-9 0 0,5 0 0,-1 1 0,-7 0-225,5 0 1,0-1 224,0 1 0,1-1-7,10-1 0,0 0 7,-14 0 0,15 0 0,1-1 0,-9 0 0,1-1 0,2-1 0,1-1 0,-3-1 0,-1 1 0,-3 0-422,4 0 0,2 1 422,5 1 0,1 0 169,-9 0-169,8 1 0,-5 0 951,2 1-951,11-1 625,-5 0-625,9-1 1082,4 0-1082,-1 0 731,3-2-731,4 0 519,-2-1-519,4 2 0,0-1 0,0 0 0,2 1 0,-2-1 0,4-2 0,-2 1 0,8-20 0,-4 11 0,4-14 0,0-3 0,-3 9 0,3-7 0,-1-1 0,1-1 0,-1 1 0,1-4 0,-1 0 0,0-2-1183,0-2 0,-1-1 1183,0 0 0,0 0 0,-2 9 0,-1 0-579,0-1 0,0 2 579,1-15-155,-2 16 0,0 0 155,-2 0 0,1 1 0,0-14 0,-1 0 0,-1 0 0,0 0 0,-1-3 0,-1 0 0,0 7 0,-1-2 0,0 1 0,0 7 0,1 2 0,-1 2-165,1 4 165,0-3 0,0 1 0,1 11 1876,0-9-1876,2 16 1400,-6 3-1400,0 5 0,-6 6 0,1-3 0</inkml:trace>
  <inkml:trace contextRef="#ctx0" brushRef="#br0" timeOffset="195002">12196 6832 5734,'22'-33'0,"-8"10"0,0-4 0,-1-1 0,-4 2 0,0-5 0,-1 0 0,-2 5 0,-3-2 0,-1 1 0,-1 6 0,-5-10 0,-1 15 0,0 4 0,-2-1 0,-11-4 0,8 10 0,-8-7 0,12 11 0,-2 0 0,3 2 0,-4 2 0,-3 6 0,2 2 0,-5 7 0,2 9 0,2 3 0,-1 4-654,1-1 1,2-1 653,7 0 0,3 0 0,6 12 0,0-11 0,6 8 0,4-7 0,-2-10 0,4 4 0,2-8 0,-4-7 0,3 0 0,6-8 0,-11-4 0,17-9 0,-20 1 0,7-12 0,-12 7 1307,2-6-1307,-2-10 0,-3 12 0,2-19 0,-4 25 0,0-4 0,-1 16 0,-1 16 0,0-2 0,0 13 0,2 8 0,0-11 0,2 10 0,2-1 0,-1-8-431,5 21 431,-8-33 0,-5 4 0,0-8 0,-5 2 0,3-10 0</inkml:trace>
  <inkml:trace contextRef="#ctx0" brushRef="#br0" timeOffset="195183">12429 6541 5734,'3'-4'0,"4"4"0,1 5 0,2 2 0,-1 2 0</inkml:trace>
  <inkml:trace contextRef="#ctx0" brushRef="#br0" timeOffset="195949">12529 6750 5734,'1'12'0,"1"2"0,1 7 0,0-3 0,2 17 0,0 6 0,-1 0 0,-1-1 0,-1-8 0,-1-20 0,0 5 0,-1-14 0,0-2 0,1-6 0,1-9 0,1-2 0,0-4 0,2-6 0,-2 5 0,3-5 0,1 1 0,0 6 0,1-3 0,2 3 0,-2 6 0,3-2 0,0 5 0,-2 3 0,1 1 0,-1 6 0,-3 2 0,1 3 0,2 39 0,-5-22 0,-1 4 0,0 0 0,0 2 0,0-8 0,1 4 0,-1-11 0,1-2 0,1-3 0,1-3 0,6-1 0,-3-4 0,17-9 0,-12 2 0,8-7 0,-5 0 0,-6 4 0,7-13 0,-11 11 0,3-5 0,-7 4 0,-1 4 0,0-3 0,-1-1 0,-1 5 0,0-6 0,0 8 0,0-2 0,1 1 0,0 2 0,0-2 0,-1 2 0,0 1 0,-1-2 0,-2 1 0,2 1 0,-3-1 0,-1-1 0,0 1 0,-2 2 0,2 1 0,0 4 0,-3 3 0,2 1 0,-9 12 0,7-5 0,-5 16 0,10-13 0,1 7 0,8 9 0,1-12 0,5 11 0,5-10 0,-3-8 0,13 6 0,-9-12 0,6 0 0,5-9 0,-11 0 0,20-14 0,-22 5 0,7-7 0</inkml:trace>
  <inkml:trace contextRef="#ctx0" brushRef="#br0" timeOffset="196601">13153 6734 5734,'-12'1'0,"-1"0"0,-4 4 0,4 1 0,-4 3 0,6 0 0,0 3 0,0 1 0,2 1 0,-5 25 0,9-18 0,-3 17 0,13-20 0,-2-9 0,5 3 0,-2-12 0,1-3 0,5-10 0,-5 4 0,7-19 0,-10 15 0,3-10 0,-4 6 0,-1 4 0,3-7 0,-3 11 0,1-2 0,-1 10 0,-1 1 0,6 27 0,-4-12 0,5 18 0,-3-19 0,4 7 0,-2-7 0,2 4 0,3-7 0,-2-5 0,3-3 0,11-18 0,-10 5-233,9-13 233,-13 10 0,4-17 0,-5 11 0,4-11 0,-6 12 0,-2 4 0,0 0 0,-3 7 0,-1 4 0,0 4 233,-2 6-233,1 2 0,0 5 0,0 5 0,1-4 0,0 6 0,3 6 0,-1-11 0,1 10 0,-2-17 0,0 0 0,-2-6 0,0-2 0,-2-18 0,-1 0 0,0-9 0,1 8 0,2 0 0,0 4 0,1-2 0,1 1 0,1 4 0,1-2 0,1 5 0,2 1 0,-1 1 0,3 0 0,9-2 0,-6 4 0,6-2 0,-11 5 0,0 1 0,0-1 0,0 1 0</inkml:trace>
  <inkml:trace contextRef="#ctx0" brushRef="#br0" timeOffset="197461">14037 6676 5734,'-28'15'0,"7"-1"0,2 0 0,1 3 0,0 5 0,2 1 0,4-1 0,-2 13 0,12-6 0,3-7 0,11 21 0,-1-23 0,7 8 0,2-15 0,-4-6 0,16-2 0,2-15 0,-4 2-557,3-9 557,-18 6 0,-1-2-307,2-6 307,-6 3 0,2-5 0,-3-2 0,-3 5 0,0-5 0,-1-3 0,-4 13 0,2-7 0,-4 16 0,0 3 0,-3 7 540,2 1-540,-2 8 324,0-1-324,1 2 0,0 3 0,1 8 0,2-7 0,1 7 0,8-5 0,-2-8 0,21 3 0,-12-14 0,12-2 0,-6-12 0,-6 0 0,1-5 0,-10-9 0,-7 9 0,-8-14 0,-3 18 0,-6-2 0,-13 5 0,15 6 0,-11-1 0,19 5 0</inkml:trace>
  <inkml:trace contextRef="#ctx0" brushRef="#br0" timeOffset="198046">14438 6871 5734,'0'19'0,"1"9"0,0-6 0,3 20 0,-1-23 0,4 8 0,-3-14 0,0-4 0,0-9 0,-2-3 0,-1-9 0,-1 1 0,0-1 0,0-9 0,0 3 0,1-6 0,0-5 0,2 7 0,1-8 0,5-3 0,-3 12 0,3-8 0,-3 14 0,-1 6 0,5 3 0,-5 8 0,4 14 0,-6-1 0,1 8 0,-3-4-211,1 2 211,0-1 0,0 1 0,2 5 0,0-7 0,1 3 0,0-8 0,-2-6 0,1 0 0,2-8 211,-1-2-211,2-5 0,3-12 0,-3 6 0,5-11 0,-6 10 0,0-1 0,1 0 0,7-15 0,-6 15 0,5-10 0,-10 19 0,0 3 0,0 1 0,1 6 0,-1 2 0,2 5 0,0 8 0,-1-2 0,10 28 0,-6-23-292,6 15 292,-7-25 0,-1-3 0,-1-1 0,-1-2 0,0-5 0,-1-1 0,-2-3 0,-1-3 292,-1-1-292,-2-2 0,-1-3 0,1 0 0</inkml:trace>
  <inkml:trace contextRef="#ctx0" brushRef="#br0" timeOffset="198663">14874 6484 5734,'1'10'0,"1"1"0,2 9 0,-1-2 0,1 10 0,0 9 0,-2-5 0,0 11 0,-3-5 0,0-1 0,0 4-677,-1-5 1,1-1 676,0-11 0,-1-3-64,1 2 64,-1-9 0,1 1 0,-2-9 0,1-3 0,-1-4 1343,-5-13-1343,3 5 74,-4-10-74,5 8 0,0 0 0,0-6 0,2 4 0,1-5 0,4-1 0,0 4 0,11-14 0,-5 15 0,7-5 0,1 8 0,-3 5 0,3-1 0,0 5 0,-5 2 0,2 2 0,-1 6 0,-5 0 0,7 13 0,-10-9 0,1 13 0,-12 0 0,-1-5 0,-7 5 0,3-12 0,-1-1 0,-5 2 0,3-4 0,-3 1 0,2-5 0,5-2 0,-3-1 0,7-4 0,1-1 0,1-1 0</inkml:trace>
  <inkml:trace contextRef="#ctx0" brushRef="#br0" timeOffset="198931">15125 6723 5734,'1'11'0,"-1"0"0,0 0 0,1 16 0,1-8 0,1 22 0,0-20 0,1 7 0,-2-9 0,4 18 0,-4-18 0,3 13 0,-4-24 0,-3-2 0,-1-3 0,-8-6 0,5-5 0,-2-5 0</inkml:trace>
  <inkml:trace contextRef="#ctx0" brushRef="#br0" timeOffset="199485">15256 6821 5734,'0'23'0,"0"-2"0,0 0 0,0-5 0,-1 3 0,1-4 0,-1-6 0,0 1 0,-3-6 0,3-3 0,-3-4 0,3-2 0,-1-7 0,2 1 0,0-4 0,7-11 0,-3 9 0,6-8 0,1 1 0,0 3-345,9-13 345,-10 21 0,7 0 0,-7 6 0,4-1 0,-2 15 0,-5 2 0,6 19 0,-7-6 345,1 9-345,-1 4 0,-2-10 0,3 8 0,-1-6 0,-1-8 0,-2 3 0,-10-8 0,0-9 0,-6-1 0</inkml:trace>
  <inkml:trace contextRef="#ctx0" brushRef="#br0" timeOffset="199718">15060 6497 5734,'9'-2'0,"8"2"0,-5 1 0,7 1 0,-4 1 0</inkml:trace>
  <inkml:trace contextRef="#ctx0" brushRef="#br0" timeOffset="200537">15442 6904 5734,'15'10'0,"0"-2"0,-2-10 0,-4-1 0,5-2 0,-3-5 0,-2 1 0,1-4 0,-2-2 0,-2 3 0,4-13 0,-6 13 0,2-11 0,-4 15 0,-1-2 0,-1 7 0,0 2 0,2 10 0,1 1 0,9 25 0,-3-13 0,4 13 0,2-7 0,-3-7 0,8 10 0,2-11 0,-4-4 0,2-7 0,-10-10 0,-1-4 0,1-8 0,-2 1 0,0-7 0,-4-5 0,-2 3 0,-2-8 0,-1-5 0,0 7 0,-1-9 0</inkml:trace>
  <inkml:trace contextRef="#ctx0" brushRef="#br0" timeOffset="200774">15754 6571 5734,'0'-16'0,"0"1"0,0-3 0,0 6 0,0-1 0,0 5 0,0 2 0,0 1 0,0 1 0,0 3 0,0 9 0,-1 0 0,1 10 0,1 10 0,0-3 0,0 12 0,2 11-1581,-1-9 1581,0-14 0,1 4 0,3 8 0,1 4 0,0-5 0,-2-10 0,0 0 0,2 9 0,1 4 0,-2-9 0,-1-11 0,0-3 0,-2-5 0,-1-4 0,-2-5 0,-3-5 0,-2-4 0,-2-3 0,1-2 0</inkml:trace>
  <inkml:trace contextRef="#ctx0" brushRef="#br0" timeOffset="201246">15445 6793 5734,'20'-17'0,"-4"4"0,-1 1 0,-5 4 0,2 0 0,3-2 0,-2 2 0,2 0 0,5 0 0,-7 3 0,14-1 0,-17 6 0,4 0 0,-10 1 0,-2 1 0</inkml:trace>
  <inkml:trace contextRef="#ctx0" brushRef="#br0" timeOffset="201653">15700 6746 5734,'5'5'0,"0"0"0,8-2 0,-3-1 0,8 0 0,3-2 0,-4-1 0,13-1 0,-13 1 0,6-1 0,-1-1 0,-8 2 0,3-3 0,-9 2 0</inkml:trace>
  <inkml:trace contextRef="#ctx0" brushRef="#br0" timeOffset="201940">16053 6731 5734,'2'6'0,"1"9"0,-2-4 0,1 25 0,-1-15 0,1 12 0,-1 3 0,0-10-405,1 2 0,0-3 405,0-11 196,-1-1-196,0-2 0,0-5 0,-1-1 0,-5-6 0,0-3 153,-2-4 1,-1-2-1,2-3 1</inkml:trace>
  <inkml:trace contextRef="#ctx0" brushRef="#br0" timeOffset="202088">16041 6495 5734,'10'-6'0,"-2"3"0,6 0 0,-3 3 0,2 2 0,0 1 0,0 2 0,0 2 0</inkml:trace>
  <inkml:trace contextRef="#ctx0" brushRef="#br0" timeOffset="202462">16262 6847 5734,'-11'8'0,"1"0"0,-6 12 0,5-6 0,-1 12 0,2 2 0,4-6-637,-3 21 637,12-31 0,2-3 208,6 0-208,-1-5 105,7-3-105,4-9 0,-4-1 0,5-5 0,5-24 0,-13 15-299,6-19 299,-17 21 0,-6-13 0,1 14 0,-4-9 0,1 15 0,0 5 0,-2 1 0,0 5 0,3 2 0,1 1 0,2 1 0</inkml:trace>
  <inkml:trace contextRef="#ctx0" brushRef="#br0" timeOffset="202797">16475 6797 5734,'5'17'0,"-1"-2"0,1 6 0,5 22 0,-5-19-734,5 17 734,-8-28 0,0-1 239,0 0-239,-1-4 121,1 0-121,-2-5 0,0-3 0,2-10 374,-1 2-374,4-8 0,2-4 0,0 2 0,4-6 0,1-1 0,-1 6 0,3-4 0,0 4 0,-4 7 0,3-2 0,-2 9 0,-3 5 0,3 4 0,0 14 0,-2-2 0,5 18 0,1 1 0,-4-9-287,2 5 0,-1-4 287,-8-20 0,-1-5 0,0-1 0</inkml:trace>
  <inkml:trace contextRef="#ctx0" brushRef="#br0" timeOffset="-202419.73">11067 9196 5734,'-4'-4'0,"0"1"0,-1 2 0,1 1 0,-2-1 0,3 0 0,1 0 0,-1-1 0,1 1 0,0-1 0,0 2 0,0 0 0,0 0 0,7 2 0,-1-1 0,4 1 0,1 0 0,-1-1 0,4 1 0,4-1 0,-2 0 0,6 1 0,6-2 0,-4-1 0,8 0 0,14-1 0,-14 0 0,17 1 0,2 0 0,-13 0-603,2 1 0,-3 0 603,-12 1 0,-1 0-587,10 0 587,-7-1 0,8 0 0,-1-2 0,-7 0-379,7-1 379,-10 0 0,-1 1 883,-1-1-883,-1 0 0,14-1 0,-12 1 0,9 0 0,-15 2 622,-1 1-622,1 0 0,26 0 0,-20 0 0,20 0 0,-19 0 0,-6 1 0,5 0 449,-1 1-449,-5 0 0,18 2 0,-16 0 218,8 0-218,-4 0 0,-4-1 0,19 1 0,-18-1 0,13 0 0,-6-2 0,-5 0 0,23 1 0,-19-2 0,3 0 0,0 0 0,-3 0-582,15 0 582,-18 1 0,9 0 0,1 1 0,2-1 0,9 1 0,0 0 0,-13-1 0,15 0 0,-11 0 0,-8 1 0,7-1 0,-3 2 0,-3-1 0,-1 1 0,12 1 0,-12-2 0,0 1 0,7 0-684,-6 0 684,6 1 0,2-1 0,-8 0 0,8 1 0,1 0 0,-7 0 0,7 0 0,3 0 0,-10-2 0,10 2 0,1-1 0,-9-1 0,9 1 0,-12-2 0,0 0 0,7-1 0,-4 1 0,6 0 0,-5 0 0,9-1-443,-3 1 1,-1 0 442,-5-1 0,4 1 0,1-1 0,3 0 0,-6 0 0,1 0-533,-5-2 0,-2 1 533,0-1 220,21-1-220,-37 1 0,2 1 0,-5 0 1276,2-1-1276,-5 2 1294,-2-1-1294,-2 0 427,-4 0-427,-12-4 0,-2 1 0,-9-5 0</inkml:trace>
  <inkml:trace contextRef="#ctx0" brushRef="#br0" timeOffset="-199938.73">12869 5497 5734,'-43'-5'0,"-1"0"0,12 1 0,-3 0 0,-1 0 0,-4-1 0,-1-1-820,3 0 1,-1-1 0,-1 1 0,3 0 24,-1 0 1,2 0-1,-2 0 793,1-1 0,-2 0 0,1 1 0,6 0 2,1 0 0,0 0 0,-4 0 0,-4-1 0,3 0 0,2 1 0,-1-1 0,0 1 0,-5-1 0,0 0 0,6 1 0,4 1 0,-1 0 0,-12-1 0,-9-1 0,0 1 0,8 1-33,9 2 1,0-1 32,-11 0 0,-6-1 0,9 2 0,0 2 0,1 0 0,-2 0 0,1 0 4,11 0 0,-1 0-4,7 0 0,1 0 0,-7 0 0,-2 0 0,-8-2 0,1-1 0,15 2 0,0 0 0,-11-2 0,-4 0 0,5 0 0,-12-1 0,12 1 0,0 0 0,10 1 0,2 0 0,-13 0 0,1-1 0,1 0 0,0 1 0,8 0 0,1 0 0,1 0 771,0 1-771,0-1 0,1 1 0,-10 0 0,9 1 2143,-7 1-2143,4-1 0,8 1 0,-8 1 0,0 0 0,7 1 1243,-23 1-1243,29-1 0,4-1 1120,-2 1-1120,3 0 449,4-1-449,0 1 0,2 0 0,1-1 0,-1 2 0,-3 4 0,1-1 0,-4 6 0,3-2 0,0 1 0,-7 17 0,4-9 0,-5 15 0,3 0-1061,1-6 1061,-2 11 0,-2 7 0,3-10 0,4-12 0,-1 1 0,1 1 0,1-1 0,-5 14 0,4-15 0,1 2 0,2-1 0,0-1 0,-2 13 0,4-14 0,1 2 0,1 22 0,1-11 0,2 11 0,1-1 0,1-10 0,1 9 0,-1-2 0,0-11 0,1 9 0,-3-3 0,0-10 0,0 7-324,-2-5 1,0-2 323,0 0 0,-1 0 0,1-3 0,-3-10 0,2 4 0,-1-5 0,0 3 0,0-3 985,1-4-985,-1 2 723,1-3-723,1 0 0,2-2 0,-1-1 0,1-4 0,1 0 0,-2-1 0,3 1 0,-3-2 0,2 2 0,-2-1 0,2 0 0,-1-1 0,2 1 0,2 1 0,0 0 0,4-1 0,11 0 0,-6 0 0,31-1 0,-23-1 0,16 0 0,-16 0-474,2-1 474,2-1 0,2 0 0,17 0 0,-9-1 0,-15 2 0,5 1 0,9 0 0,10 0 0,0 1 0,-7 0-1594,-2-1 0,1 1 1594,3 0 0,7 0 0,0 0 0,-11 0 0,-10 0 0,-5 1-207,2 0 1,2 0 206,10 0 0,1 1 0,-10-1 0,1 1 0,9 0 0,4 0 0,-4 0 0,-7 0 0,-1 0-464,16 1 1,-1 0 463,1 1 0,-3-1-674,-1 1 674,-1 0 0,-8-1 0,5 1 0,-4-1 0,-7 0 0,0-1 0,11 2 0,4-1 0,-6 0 0,3-2 0,-3-1 0,7-1 0,-4-1 0,-4 1 0,-1-1 267,2 1 0,2-1 1,-4 0-268,-6 1 0,-4-1 0,11 1-166,-1 0 166,-1 0 0,14 1 0,-11 0 509,11 0-509,-15 0 0,2 0 700,0 0-700,-9 1 0,0-1 0,14 1 842,-14-1 0,4 0-842,16 0 0,7 0 0,-5 0-941,-11 0 1,0 0 940,0-1 0,5 1 0,0 0 0,-5 0 0,4-1 0,-3-1 196,-8 2 0,2-2-196,8 1 0,5-1 0,-5 1 0,-8 0 0,1 0 0,10 0 0,5 1 0,-4-1-710,-6 1 0,-3 1 710,9-1 0,-2 0 0,-11 0 0,-4-1-137,10 0 137,-2 1 0,13 0 0,-12 1 1553,8-1-1553,-14-1 0,5-1 0,1 1 0,0-1 0,1 0 0,0 0 0,-3 0 0,-5 0 333,-1 0-333,-16 1 2098,-1 0-2098,6-2 245,-6 2-245,6-2 899,-10 1-899,1 1 65,-5 0-65,0 0 0,-2-2 0,-2-2 0,-1-1 0,-2-1 0,-9-11 0,5 5 0,-4-7 0,-1-1 0,-1-4-867,-1-3 0,-1-2 867,-1-6 0,6 11 0,-2-3 0,-1-2 0,-1-2 0,2 2 0,-1 0 0,-1-2 0,-4-7 0,-4-6 0,3 6 0,5 8 0,1 2-911,-7-9 0,1 1 911,8 12 0,0 1 0,-9-13 0,0-2 0,7 10 0,0 2 0,-5-7 0,2 3-401,-1-1 401,6 18 0,0 3 0,-2 6 0,0 2 0</inkml:trace>
  <inkml:trace contextRef="#ctx0" brushRef="#br0" timeOffset="-199037.73">10138 7444 5734,'-24'5'0,"0"1"0,-6 3 0,2 0 0,-9 3 0,15-3 0,-2 1 0,2 2 0,0 1-2219,-11 9 2219,12-8 0,0 3 0,2 3 0,1 1 0,-8 13 0,10-10 0,1 1 0,3 2 0,2 3 0,2 2 0,1 1 0,2 11 0,2 0 0,3-9 0,2-1 0,2-1 0,3-2 0,7-1 0,1-1 0,-2-8 0,2 0-574,6 5 1,2-1 573,-4-10 0,1-2 0,3-1 0,0-1 0,2-1 0,0-1 0,2-2 0,1-2 0,-1-1 0,3-2 0,14-2 0,0-4 0,-10 1 0,1-2 0,3-3 0,3-2 0,-1-2 0,-8 0 0,-1-2 0,0-1-458,0 1 1,0-1 0,-1-1 457,11-9 0,-4-1 0,-13 5 0,-2 0-234,-2 0 1,-1-2 233,1-12 0,-2-2 0,-6 9 0,-2-1-238,0-9 1,-3-1 237,-6 11 0,-3 1 0,-6-12 0,-4 1 294,3 10 1,-3 0-295,-7-4 0,-6-3 0,2 5 0,4 8 0,-3 1 0,-9-4 0,-6-1 0,4 6 0,10 8 0,1 4 0,-20-7 0,1 4 0,6 6 0,-6 2 0</inkml:trace>
  <inkml:trace contextRef="#ctx0" brushRef="#br0" timeOffset="-191676.73">14840 9076 5734,'0'-10'0,"1"3"0,-1-3 0,3-1 0,0 1 0,3-5 0,0 2 0,13-16 0,-1 0 0,4-5 0,-3 8 0,-3 2 0,-2 6 0,8-12 0,-12 16 0,7-9 0,-12 16 0,6-4 0,-6 8 0,2-2 0,4 3 0,-3 0 0,4 0 0,2 2 0,-4 2 0,13 4 0,-12-1 0,6 4 0,-4 3 0,-4-1 0,4 6 0,2 2 0,2 3 0,6-3 0,2-1 0,4 2-387,-6-7 0,-1-3 387,-3-8-364,8-4 364,-6-2 0,6-4-73,-2-8 73,-7 1 0,-1-3 0,0-3 0,-6-2 0,-1 1 0,11-17 738,-10 2-738,-11 23 0,0 5 390,-3-1-390,-2 3 83,-1 3-83,-4 1 0,-4 2 0,4 2 0,-2-1 0</inkml:trace>
  <inkml:trace contextRef="#ctx0" brushRef="#br0" timeOffset="-189608.73">16237 8626 5734,'-7'1'0,"2"1"0,-1-1 0,-1 1 0,1 0 0,-3 1 0,-3 2 0,2-1 0,-14 7 0,11-5 0,-13 11 0,5 5 0,4-3 0,-4 14 0,14-15 0,-2 15 0,7-14 0,1 7 0,5-3 0,1-5 0,4 2 0,27 2 0,-19-14 0,21 7 0,-21-15 0,-4-1 0,3 0 0,1-2 0,-7 0 0,8-3 0,-11 3 0,3-3 0</inkml:trace>
  <inkml:trace contextRef="#ctx0" brushRef="#br0" timeOffset="-189293.73">16348 8774 5734,'-9'10'0,"-8"9"0,4-2 0,-8 12 0,13-12 0,-3 14 0,8-12 0,1 5 0,7-6 0,7-3 0,2-5 0,5-5 0,-3-6 0,2-4 0,17-15 0,-15 5 0,-1-1 0,-3-2-322,-5-1 322,1-5 0,-10-1 0,-3 6 0,-3-4 0,-11 1 0,4 11-56,-15-4 56,14 14 0,-5 2 0,4 6 0,6-2 0,-1 4 0</inkml:trace>
  <inkml:trace contextRef="#ctx0" brushRef="#br0" timeOffset="-188923.73">16573 8774 5734,'-8'9'0,"2"-1"0,-3 5 0,-4 14 0,5-7 0,-4 21 0,10-21 0,1 6 0,15 7 0,-5-19 0,13 9 0,-9-24 0,2-4 0,0-3 0,-1-2 0,0-4 0,-1-1 0,-3-2 0,-1-1 0,-3-1 0,-4-17 0,-2 15 0,-16-20 0,6 30 0,-10-3 0,10 15 0,-1 2 0,-6 10 0,7-4 0,-3 6 0</inkml:trace>
  <inkml:trace contextRef="#ctx0" brushRef="#br0" timeOffset="-188577.73">16747 8936 5734,'1'18'0,"0"-1"0,1 12 0,-1-11 0,0 6 0,-1-16 0,0-2 0,0-2 0,1-3 0,0-28 0,1 10-484,-2-24 484,-1 20 0,1-2 0,-1 1 0,2-10 0,1 7 0,1-5 0,2 4 0,0 8 0,2-3 0,4 3 0,-4 9 0,13-3 0,-10 11 0,9 4 0,-11 2 484,3 2-484,-3 4 0,-1-3 0,1 3 0</inkml:trace>
  <inkml:trace contextRef="#ctx0" brushRef="#br0" timeOffset="-187928.73">16993 8792 5734,'-22'12'0,"9"-4"0,-9 8 0,11-5 0,1 1 0,1 2 0,0 15 0,4-10 0,1 12 0,7-10 0,2-5 0,7 6 0,-4-15 0,6 2 0,9-11 0,-8-2 0,20-19 0,-21 7 0,6-14 0,-13 9 0,-1-2 0,-3-1 0,-2 0 0,-2-2 0,0 3 0,-1-3 0,-1-6 0,-2-4 0,1 4-805,0 4 0,0 2 805,-3-11 0,1 4 0,1 10-153,-1-4 153,2 14 0,-1-1 0,0 21 0,0 4 0,-1 8 1582,1 13-1582,2-6 0,2 3 0,0 2 0,0 0-183,1 0 0,2 0 183,1 1 0,1-2 0,2 5 0,2-2 0,1-1 0,2-3 0,7 10 0,-1-21 0,-3-9 0,5-1 0,3-12 0,-3-3 0,20-19 0,-19 8 0,10-11 0,-13 4 0,-6 7 547,2-3-547,-5 1 0,-3 9 0,-2-2 0,-3 12 0,-3 3 0,-1 10 0,0 0 0,-1 8 0,1 9 0,0-5 0,2 9 0,2 2 0,2 1 0,0 0-422,2-8 422,-2-11 0,0-4 0,1 1 0,-2-7 0,2 0 0,-2-8 0,1-4 0,1-3 0</inkml:trace>
  <inkml:trace contextRef="#ctx0" brushRef="#br0" timeOffset="-187356.73">17369 8973 5734,'0'17'0,"0"4"0,0-5 0,0 10 0,0-15 0,0 3 0,1-12 0,1-3 0,3-12 0,-1 2 0,2-9 0,-1-1 0,0 3 0,2-6 0,1 0 0,-1 5 0,3-6 0,2 1 0,-4 5 0,9-16 0,-12 31 0,-2 2 0,1 3 0,0 1 0,-1 3 0,1 7 0,-1 0 0,1 5 0,-1 5 0,-1 17 0,1-12 0,-2 9 0,2-18 0,-2-6 0,1 3 0,2-5 0,1-3 0,3-3 0,-1-3 0</inkml:trace>
  <inkml:trace contextRef="#ctx0" brushRef="#br0" timeOffset="-186711.73">17721 8807 5734,'-17'5'0,"4"1"0,-4 4 0,0 8 0,5-3 0,-3 8 0,0 18 0,8-17-392,-1 17 392,8-26 0,3-2 0,4 3 0,0-7 0,5 0 0,-3-7 0,3-2 0,1-5 392,0-3-392,6-9 0,-4 4 0,3-5 0,-3-1 0,-5 3 0,2-5 0,-4 0 0,-3 4 0,0-3 0,-3 5 0,1 4 0,-2 1 0,0 7 0,-1 2 0,1 5 0,0 5 0,2 1 0,-1 5 0,4 6 0,7 9 0,1 0 0,2-5 0,5-15 0,-9-9 0,14-11 0,-14 0 0,5-9 0,-10 2 0,0-1-281,-2-3 281,-1-2 0,-2-1 0,-1-3 0,-1 2 0,-1-4 0,-1 1 0,0-1 0,0 0 0,0 0 0,-2-5 0,1 5 0,0 11 0,0-5 0,3 33 281,2 4-281,0 23 0,0-8-408,0 15 408,-1-15 0,0-1-1479,1 17 1479,-2-15 0,2 1 0,0 7 0,2-2 0,-1 10 0,2-3 0,0-1 0,-1-13-344,3 13 344,-6-30 0,-1-2 0,-7-14 83,2-1 0,-3-8 0,3 0 0</inkml:trace>
  <inkml:trace contextRef="#ctx0" brushRef="#br0" timeOffset="-186277.73">17273 8469 5734,'24'5'0,"-1"0"0,-3-1 0,2 1 0,1 1 0,1-1 0</inkml:trace>
  <inkml:trace contextRef="#ctx0" brushRef="#br0" timeOffset="-185543.73">17848 8780 5734,'13'1'0,"9"1"0,-4 0 0,10 0 0,5 1 0,10 0 0,-8 0 0,2-1 0</inkml:trace>
  <inkml:trace contextRef="#ctx0" brushRef="#br0" timeOffset="-185112.73">18219 8992 5734,'22'-15'0,"-1"-2"0,-1-1 0,-5 1 0,-6 4 0,-3 1 0,-1-8 0,-3 6 0,-1-5 0,-3 8 0,-2 2 0,-2 2 0,-2 1 0,-8 3 0,2 2 0,-6 3 0,-4 7 0,5 1 0,-4 6 0,3 8 0,7-4 0,-2 9 0,10 3 0,5-7 0,4 6 0,19 2 0,-4-13 0,9-6 0,3-2 0,-1-7 0,0-6 0,-1-2 0,-4-5 0,5-7 0,-13-1 0</inkml:trace>
  <inkml:trace contextRef="#ctx0" brushRef="#br0" timeOffset="-184529.73">16307 9212 5734,'47'8'0,"-11"-3"0,-1-3 0,9 1 0,-5-1-1616,-4 0 1,-1-1 1615,3 0 0,3 0 0,-3 0-832,1 1 1,-3-1 831,3 0 0,1 0 0,0 0 0,3 1 0,-4-1 0,5 1 0,1 0 0,-4-1 0,-4 1 0,-2-1 0,5 0 0,-4 1 0,6-1 0,4 1 0,1 0 0,-1 0 0,-3 0 0,-6-1-280,6 1 0,-6-1 0,3 0 280,0 1 0,4-1 0,1 1 0,-2-1 0,-7 0 0,5 0 0,-5-1 0,-1 1 0,1-2 0,-1 0 0,2 0 0,-3-1 0,-3 1 0,-1-2 0,13 1 0,-2-3 0,-1-4 0,-15 2 0,3-3 78,-13 0 1,-6 2-1,0-2 1</inkml:trace>
  <inkml:trace contextRef="#ctx0" brushRef="#br0" timeOffset="-160292.73">12383 10231 5734,'2'-2'0,"2"1"0,-4-2 0,2 2 0,-1-2 0,1 2 0,-1 0 0,1 1 0,-1 0 0,1 0 0,0 0 0,1 0 0,5-1 0,-1 1 0,10-3 0,-6 1 0,5-1 0,-4 0 0,28-4 0,-20 4 0,20-3 0,-21 3 0,-1 2 0,3 0 0,-7 1 0,-2 0 0,1 3 0,-5-2 0,4 2 0,-6-3 0,1 1 0,0-1 0,3 0 0,-1 1 0,1 0 0,-3 0 0,11 2 0,-11-2 0,12 3 0,-15-3 0,4 0 0,4 0 0,-4 0 0,11-1 0,-9 0 0,7 0 0,-8 0 0,2 0 0,11 1 0,-11 0 0,11 0 0,-15 1 0,5 0 0,-3-1 0,3 0 0,-3 0 0,0-1 0,0 0 0,8-1 0,1 1 0,26 1 0,-22-1 0,14 2 0,-22 0 0,-3-1 0,10 2 0,-10-2 0,6 1 0,-4 0 0,-2 0 0,3 0 0,1 1 0,-4-1 0,12 3 0,-11-3 0,7 1 0,-4-1 0,-3-1 0,4 1 0,-1-1 0,-3 1 0,3-1 0,-1-1 0,-2 0 0,2 0 0,13-1 0,-7 0 0,8 0 0,-12 1 0,2 0 0,-5 0 0,5 0 0,0 0 0,-4 0 0,4 0 0,-1 1 0,-4-1 0,3 1 0,-5 0 0,12 0 0,-10 0 0,7 0 0,-3 0 0,-8-1 0,8 1 0,1-1 0,-6 0 0,17-1 0,-15 1 0,14 0 0,-14 0 0,4 0 0,0 0 0,-6 0 0,4 0 0,4 0 0,-9 0 0,14 0 0,-13 1 0,5-1 0,1-1 0,14-1 0,-9 1 0,8 0 0,-13 1 0,-5 0 0,4 0 0,-6 0 0,7 0 0,-5 0 0,6 0 0,-6 0 0,2 0 0,20-3 0,-16 1 0,15 0 0,-15 2 0,-4 0 0,2 0 0,0 0 0,-5 1 0,16 0 0,-14 0 0,21 0 0,-19-1 0,24 0 0,-20 0 0,23-2 0,-25 1 0,21-1 0,-23 1 0,20 1 0,-21 0 0,8 0 0,-5 0 0,-4 0 0,16-1 0,-8-1 0,16-2 0,-16 2 0,3 0 0,-13 1 0,0 0 0,1 1 0,5-1 0,-4 0 0,4 0 0,-5 0 0,-1 0 0,1 0 0,-2 1 0,8-1 0,9-2 0,-7 1 0,7 0 0,-11 0 0,-3 1 0,4-1 0,-2 2 0,-3 0 0,4 0 0,0 0 0,-3 0 0,4 0 0,1-1 0,-4 1 0,5 0 0,0 0 0,-6 0 0,6 0 0,18-2 0,-18 2-266,19-2 266,-25 1 0,-1 0 0,1 1 0,-1-1 0,1 1 0,-1 0 0,27-2 266,-9 0-266,-4 0 0,0-1 0,0 0 0,5-1 0,-17 1 0,17-1 0,-16 1 0,8 0 0,-5 2 0,-5-1 0,5 1 0,-5-1 0,23-3 0,-15 2-469,17-1 469,-21 2 0,-1 1-15,1 0 15,-1 0 0,0-1 0,8 0 0,1 0 0,-2 0 0,9-1 0,-1 1 0,-13 1 0,25-3 0,-24 3 0,22-3 0,-24 3 0,22-3 0,-23 3 0,21 0 0,-21 0 0,9 1 0,-6-2 0,-4 0 0,5 1 0,-1 0 0,-3 0 0,10-1 0,2 0 0,-7 0 0,2-1 0,0 1 0,-6 1 0,-4 0 468,3 0-468,0 2 16,-4 0-16,3 1 0,-1 0 0,-3-1 0,20 5 0,-18-4 0,13 2 0,-17-3 0,0 0 0,4-1 0,-2 0 0,3 0 0,2 0 0,-3 0 0,3 0 0,1 0 0,-5 0 0,5 0 0,-1 0 0,-3-1 0,3 1 0,0-1 0,-5 1 0,5 0 0,-3 0 0,-2 0 0,2 0 0,8 1 0,-8 0 0,13 1 0,-14 0 0,3 0 0,2 0 0,-4-1 0,18 2 0,1 1 0,-1 0 0,-1 1 0,-15-3 0,8 1 0,-6-1 0,5 0 0,-6 0 0,6 1 0,-5 0 0,13 1 0,16-1 0,-6-1 0,1-1 0,-11 0 0,1 0-178,5 0 0,-1 0 178,2 1 0,-9-1 0,2 0 0,0-1 0,1 1 0,-2-1 0,0 1 0,-1 0 0,5 1 0,0-1 0,-2-1 0,5 1 0,-1-2 0,-11 1 0,3 0 0,0 0 0,-5 0 0,5-1 0,-1 1 0,-3 0 0,2-2 0,1 1 0,-5 0 0,12-2 0,-9 1 0,-7 0 0,12-1 0,-7 2 0,0-2 0,-3 2 356,-8-1-356,0 1 0,-1 1 0,2-1 0,-5 1 0,1 0 0,-5 0 0,-3-1 0,-37 2 0,12-1 0,-2 0 0,-1 0 0</inkml:trace>
  <inkml:trace contextRef="#ctx0" brushRef="#br0" timeOffset="-147941.73">13486 10303 5734,'-12'-4'0,"4"1"0,-3-1 0,3 2 0,2 0 0,-1 0 0,1 0 0,2 1 0,-7-3 0,6 2 0,-4-1 0,6 2 0,0 0 0,-1 0 0,0-1 0,0 1 0,-2-1 0,2 0 0,-2 0 0,-6-1 0,5 2 0,-5-2 0,6 2 0,-5-2 0,2 2 0,-3-2 0,2 2 0,3-1 0,-2 1 0,0-1 0,2 1 0,-6 0 0,7 1 0,-4 0 0,3 0 0,1 0 0,-1 0 0,0-1 0,2 1 0,-5-1 0,4 1 0,-2 0 0,-1 1 0,3 0 0,-3 0 0,-1 0 0,4 0 0,-3 0 0,-2-1 0,5 0 0,-4 0 0,8 0 0,-1 0 0,1 0 0,-1 0 0,1 1 0,-2 0 0,1 1 0,-1 0 0,-3 1 0,-1 4 0,-2 0 0,1 0 0,-2 1 0,5-4 0,-3 2 0,-1 0 0,3-2 0,-3 1 0,0-1 0,4-1 0,-2 1 0,2-1 0,-5 6 0,5-4 0,-4 5 0,4-4 0,2 0 0,-2 2 0,-3 4 0,3-4 0,-7 6 0,7-7 0,-2 0 0,1 4 0,1-5 0,-7 24 0,8-18 0,-5 14 0,6-14 0,0-3 0,1 2 0,-2 3 0,2-5 0,-4 10 0,4-10 0,-2 4 0,2 1 0,1-4 0,-1 9 0,2-8 0,0 2 0,0 1 0,1-2 0,0 2 0,0 2 0,0-3 0,0 3 0,0-1 0,0-4 0,0 10 0,0-11 0,1 4 0,0-4 0,0-2 0,2 10 0,-2-9 0,3 13 0,-1-13 0,3 14 0,-3-13 0,2 4 0,-1-2 0,2-1 0,1 6 0,-2-6 0,2 1 0,-3-7 0,1 1 0,1-1 0,-2 0 0,1 0 0,4 3 0,-4-4 0,13 6 0,-7-4 0,5 0 0,-5-2 0,0-2 0,-2-1 0,3 2 0,0-1 0,-2 0 0,13 1 0,-11-3 0,7 2 0,-5-2 0,-2 0 0,2-1 0,3 0 0,-6-1 0,10 1 0,-12 0 0,3 1 0,-1 0 0,-2 0 0,4-1 0,1-2 0,-3 0 0,3 0 0,4-2 0,-6 3 0,17-6 0,-16 5 0,8-2 0,-6-1 0,-7 3 0,9-5 0,-8 3 0,3-1 0,1-2 0,-3 2 0,13-11 0,-11 9 0,7-7 0,-7 5 0,-4 2 0,2-2 0,-4 4 0,0 0 0,-1 0 0,-1-1 0,3-2 0,-3 3 0,4-9 0,-4 7 0,4-11 0,-6 9 0,5-6 0,-5 8 0,2-2 0,-1-4 0,0 5 0,1-12 0,-1 12 0,0-5 0,-2 6 0,2 1 0,-1-1 0,1-6 0,-2-2 0,1 0 0,-1 3 0,-1 6 0,1-14 0,0 11 0,0-10 0,-1 13 0,0 2 0,1-6 0,-1 5 0,1-3 0,-1 5 0,1 0 0,0-4 0,-1 4 0,0-3 0,0 1 0,-1 1 0,0-2 0,-1 0 0,0 1 0,1-1 0,-1 1 0,1 1 0,-2-4 0,1 4 0,-1-4 0,-1 2 0,0 2 0,0-3 0,1 1 0,1 1 0,-1-2 0,-1 0 0,1 2 0,-2-1 0,1 0 0,0 2 0,0-2 0,-1 0 0,1 2 0,0 0 0,2 2 0,1 1 0,-1-2 0,0 1 0,-1-1 0,-1-1 0,-1 1 0,-1-1 0,-1-1 0,-7-6 0,5 4 0,-5-4 0,8 7 0,-2 0 0,1 0 0,0 0 0,0 0 0,-14-10 0,10 8 0,-18-8 0,12 10-158,-11-1 1,-3-1 0,-3 0 0</inkml:trace>
  <inkml:trace contextRef="#ctx0" brushRef="#br0" timeOffset="-135103.73">15094 11084 5734,'-11'0'0,"0"0"0,5 2 0,1-2 0,-1 1 0,4 0 0,3 0 0,0 2 0,3-1 0,-1 0 0,0 0 0,2 0 0,0 2 0,1-1 0,1 2 0,9 2 0,-3-1 0,7 1 0,-3-1 0,3 0 0,21 4 0,-1-1-172,-17-4 0,2-1 172,0 1 0,-1-2 0,5 1 0,1 0 0,0 0 0,1-1 0,4 0 0,0 0 0,-6-1 0,3 0 0,-1 0 0,-4 0 0,3-1 0,-1 1 0,-2 0 0,13 0 0,-9-1 0,-7 0 0,2-1 0,0 1 0,2-1 0,3 2 0,1 1 0,-4 0 0,15 2 0,-12 0 0,-7-2 0,5 3 0,8 0 0,0 0 0,-3 0-595,4 0 0,-1-1 595,-16-1 0,0-1 303,1 2-303,9 0 0,-8 0 0,8-1 0,-1 1 0,-6-2 0,6 2 0,9-1 0,-4 1 275,7 0-275,-9-2 0,-10-2-648,11 1 648,-8 0 0,8-1 0,-8 1 0,0-1 0,0 0 0,1 1 0,10-1 0,-8 1 0,7 0 0,-1 2 0,-8-2 0,9 1 0,0 1 0,-8-3 0,9 2 0,1-1 0,-7 0 0,8 0 0,-9-1 0,-1-1 0,10 0-435,0 0 0,1 0 435,-1 0 0,-13 0 0,1 0 0,1-1 0,0 1 0,16-1 0,-17 1 0,3 0 0,6 1 0,5-1 0,-5 1 0,-7-1 0,0 1-311,8-1 1,4 1-1,-7-1 311,4 0 0,-2 0-136,-2-1 136,-2 1 0,-1-2-392,-3 1 392,-3 0 0,-2 0 707,-4-1-707,5 1 0,-9 0 1776,6 0-1776,-5 3 852,-2-1-852,1 2 0,10 2 0,-14-2 599,14 1-599,-23-4 0,-10-7 0,-6 1 0,-11-6 0,2 1 0</inkml:trace>
  <inkml:trace contextRef="#ctx0" brushRef="#br0" timeOffset="-130607.73">4815 11811 5734,'6'1'0,"-1"0"0,0-2 0,6-2 0,0 0 0,15-5 0,16-1 0,-7 1-1057,11-1 1057,-17 4 0,2 1 0,1-1 0,2 0 0,9-1 0,-11 2 0,4-1 0,-5 2 0,11-2 0,6 1 0,-3-1 0,-12 2 0,-7 0 0,-1 1-251,2 4 251,-13-1 0,6 2 0,-13 0 0,-4-2 0,3 1 1027,-5-1-1027,1-1 281,-1 0-281,0-2 0,-1 0 0,2 0 0,-1 0 0</inkml:trace>
  <inkml:trace contextRef="#ctx0" brushRef="#br0" timeOffset="-127049.73">11757 11802 5734,'4'5'0,"9"1"0,-4-3 0,26 7 0,-13-6 0,9 2 0,1 0 0,3 1 0,7 0 0,1 0-383,-2-1 383,-10-1 0,5-1 0,-5 0 0,14 1 0,-12-2 0,4 1 0,-3-2 0,-4 0 0,-1-1-682,7 1 0,-1 0 682,12-1 0,-19-1 0,-3 0 0,4 0 0,-10 0 0,1 1 0,-7-1 0,-5 0 246,1 0-246,-6 0 1501,-3-2-1501,-26-1 0,7 0 0,-22 1 0,0 3-555,6 0 555,-12 2 0,21-2 0,0 0 0,-14 1 0,0 0 0,-1-1 0,0 0 0,10-1 0,0 0 0,-10-1 0,11 0 0,-7-1 0,5 0 0,10 2 0,-16-1 0,22 1 0,-6-1 0,14 1 0,2 0 0,0 0 555,4 1-555,2-1 0,18 0 0,7 0 0,11 0-1012,2 0 1012,-7 1 0,-7-1 0,1 1 0,15 0 0,-5-1 0,0 1 0,8-1 0,-16 0 0,1 0 0,5 0 0,-2 0 0,7-1 0,-11 1 0,-1 0 0,-8 0 0,-2 0 0</inkml:trace>
  <inkml:trace contextRef="#ctx0" brushRef="#br0" timeOffset="-126498.73">13113 11747 5734,'-5'4'0,"1"-1"0,0 0 0,-1 1 0,-8 7 0,1-1 0,-6 6 0,-13 13 0,11-8 0,-5 5 0,-1 1 0,4-1 0,-7 7 0,1 0 0,7-7-450,2-3 0,2-2 450,4-5 0,1-1-390,-8 9 390,8-11 0,-4 7 0,9-11 0,2-2 0,0-1 862,4-4-862,0-2 428,6-7-428,0 2 0,5-7 0,-1 4 0</inkml:trace>
  <inkml:trace contextRef="#ctx0" brushRef="#br0" timeOffset="-126206.73">13274 11799 5734,'-26'30'0,"0"2"0,3-7 0,-4 4 0,2-2-1639,3-4 1,0 0 1242,-3 4 0,-3 2 0,3-3 396,8-9 0,0 0-330,-11 13 1,0 0 329,12-12 0,-1 0 407,-7 8 0,0 0-407,0 3 0,7-9 0,0 1 0,6-11 0,5-5 0,-1-4 0</inkml:trace>
  <inkml:trace contextRef="#ctx0" brushRef="#br0" timeOffset="-122953.73">2418 9415 5734,'-18'-10'0,"-16"-6"0,12 8 0,-13-5 0,-3 1-3277,-6 1 3052,9 2 1,-7-1 224,7 3 0,-6 1 0,-2-1 0,1 0 0,6 2-1004,-11-3 0,0 0 1004,10 2 0,-5 0 0,-2-1 0,1 0 0,4 1 0,-2 0 0,3 1 0,3 0 258,-1 0 0,-1 0-258,1 1 0,-5-1 0,-1 0 0,7 1-258,3 1 0,1 0 258,-14-2 0,-3 3 0,10 7 0,0 3 0,4 0 0,9-4 0,0 3 0,-12 5 0,-4 4 0,9-1 0,10 4 0,-10 12 0,15-2 0,6-6 0,-2 10 0,7 1 0,2 11 0,0 2 0,0-7 0,0-5 0,1 1 0,-1 3 0,0 7 0,0 2 0,0 1 0,0-8 0,-1 3 0,1-1 0,0-2 0,1-5 0,-1 10 0,1-1 0,-1-8 0,0 5 0,0 2 0,0 0 0,1-3 0,2-1 0,1-2 0,0-2 0,0-3 0,-2 5 0,1 1 0,1-4 0,-1 5 0,0 0 0,1-7 0,-2-5 0,0-1 0,-1 6 0,0 4 0,0-3 0,-1-1 0,1 1 0,-1-1 0,0 2 0,0-2 0,-1 5 0,1-3 0,0-8 0,1 0 0,-1 7 0,0 0 0,2-3 0,-1-1 0,0 15 0,2-17 0,-1 0 0,2-2 0,-1-1 0,1 14 0,-1-15 0,1 1 0,1 5 0,0-2 0,0 7 0,2-1 0,0-1 0,1-10 1283,5 12-1283,3-18 0,0-4 0,5-4 523,-3-6-523,2-1 0,3-2 0,13-1 0,9-1 0,-3 0 0,-9 1 0,1-1-47,12-1 1,9 0 0,2 0 0,-9 0 46,-7 0 0,2-1 0,-5 1 0,7-1 0,3 0 0,1 0 0,-2-1 0,-6 2-403,2-2 1,-4 2-1,3-2 403,0 1 0,5-1 0,1 0 0,-2-1 0,-6 2 0,13-3 0,-6 1 0,0-1 0,2-1 0,-10 2 0,3-1 0,0 0 0,-4 0 0,9-2 0,1 0 0,-6 1 0,4-2 0,0 0 0,-9 2 0,-8 2 0,-2-1 0,10-1 0,-6-1 0,-22 1 0,-9 3 0,-11-1 0</inkml:trace>
  <inkml:trace contextRef="#ctx0" brushRef="#br0" timeOffset="-99655.73">3587 14020 5734,'10'-3'0,"1"0"0,8-3 0,-2 0-821,9-4 821,-1 2 0,0 0 0,2-1 0</inkml:trace>
  <inkml:trace contextRef="#ctx0" brushRef="#br0" timeOffset="-96727.73">7098 13255 5734,'-1'-3'0,"-1"0"0,1 3 0,-1 0 0,0-2 0,1 2 0,-1-3 0,-1 3 0,-5-4 0,4 2 0,-4-3 0,0 1 0,5 2 0,-4-3 0,4 4 0,0-2 0,1 2 0,-6-4 0,4 3 0,-4-2 0,4 3 0,-1 0 0,0 1 0,-6 0 0,3 0 0,-13 0 0,11 0 0,-6 1 0,8-1 0,-7 0 0,-8 4 0,6-2 0,-8 6 0,18-5 0,-3 1 0,3 0 0,2-2 0,-14 12 0,11-8 0,-10 7 0,12-9 0,1-1 0,-1 2 0,-1 1 0,1 1 0,-2 0 0,-7 8 0,7-7 0,-7 6 0,9-7 0,1-1 0,-1 1 0,-1 2 0,1-2 0,-6 11 0,6-7 0,-3 5 0,0 4 0,3-7 0,-2 8 0,4-10 0,0 0 0,1 1 0,-3 4 0,3-4 0,-2 3 0,1 21 0,1-19 0,-1 20 0,1-13 0,1-9 0,2 33 0,0-31 0,3 18 0,-1-26 0,0-1 0,5 9 0,-4-7 0,3 7 0,3 13 0,-6-16 0,6 17 0,-7-18 0,0-3 0,2 9 0,-1-9 0,1 4 0,-2-5 0,2 4 0,-2-4 0,0 3 0,0-2 0,0-3 0,1 2 0,0-2 0,-1-2 0,1 2 0,-2-4 0,1 0 0,0-2 0,0-2 0,2-1 0,4-1 0,-1 0 0,7 1 0,-5 0 0,9 1 0,-7 0 0,21 1 0,-17 2 0,20 1 0,1 7 0,-12-5-228,10 4 228,-24-6 0,19 0 0,-13-3 0,15-1 0,0-10 0,-9 2 0,1-1 0,0 0 0,0-1 0,7-4 0,-1 0 0,-8 4 0,7-3 0,-3 1 0,-7 4 0,5-4 0,-4 1 0,-5 4 0,3-3 228,-6 4-228,3-3 0,-3 1 0,2-3 0,1-11 0,0-2 0,3-6-547,-3 3 0,-1 0 547,-2 2 0,-5 5 0,0 1 0,3-12 0,-1-2 0,1 0 0,2-11 0,-1 1 0,-5 14 0,-3-6 0,-1-1 0,-3 9-335,0 3 1,-2 1 334,-2 4 0,-2 0 0,-11-18 0,6 14 0,-10-14 0,-3 7 0,-1 3 0,-1 0 0,2 6 0,-5-3 0,5 6 0,-5 4 0,-8 2 0,-1 2 0,3 3 0,8 4 0,-1 0 0,-13 3 0,10 2 0,3 2 0,0 1 0,4 1 0,-11 2 0,23-3 0</inkml:trace>
  <inkml:trace contextRef="#ctx0" brushRef="#br0" timeOffset="-93877.73">7993 13364 5734,'-2'-22'0,"1"-3"0,2 13 0,0-5 0,8-7 0,-3 8 0,7-9 0,-3 11 0,1-2 0,2 0 0,6-9 0,-4 6 0,5-6 0,-1 4 0,0 1 0,-1 1 0,5-3 0,-1 3 0,-9 10 0,6-3 0,-3 3 0,-4 3 0,4-2 0,5 2 0,-8 3 0,12 1 0,-13 3 0,4 1 0,28 8 0,-22-5 0,0 1 0,3-1 0,16 4 0,-17-4-616,18 4 616,-22-6 0,0 0 0,14-1 0,1-1 0,-2 1-561,3-1 0,-2-1 561,-10 0 0,2 0 0,1-1 0,1-1 0,10 0 0,-7 0 0,-1 0 0,6 0 0,0-1 0,-2 1 0,8-1 0,-5 1 0,-10 0 0,0 0 0,9 0 0,4 0 0,-5 0 0,12 1 0,-11 0 0,-5 0 0,0 0 0,5-1 0,10 0 0,-14 1 0,14 0 0,-8-1-705,-5 0 1,8-1 0,2 1 0,-7-1 704,-1 0 0,0 0 0,-1 1 0,4-1 0,2 0 0,-3 0-393,-1-1 0,-2 1 0,-2 0 393,1 0 0,1-1 0,2 1 0,5-1 0,1 0 0,-6 0 0,-1 1 0,0-1 0,-1 1 0,7-1 0,2-1 0,-2 1 0,-6 1 0,7-1 0,-1 0 0,0-1 0,6 1 0,-1-1 0,-7 1 0,-3 0 0,-3 1 0,8-2 0,4 0 0,-6 0 0,6-1 0,-1 0 0,-6 0 0,2 1 0,0-1 0,-3 1 0,5-1 0,0 1 0,-5-1 0,6-1 0,-5 1 0,-2 1 0,-1 0 0,8-2 0,-2 1 138,-9 1 0,-3 0-138,12-1 0,-4 0 0,8 0 0,-6 0 0,-11 2 0,0 0 0,17-1 0,6-2 0,-10 2 0,-9 2 0,-7 0 0,-1 1 597,9 0-597,-8 0 0,7 0 0,-2 0 0,-7 1 0,6-1 0,0 1 0,-8 0 1740,6 0-1740,0 1 0,-6-1 892,6 1-892,0 0 0,-6 0 1233,7-1-1233,-8 1 0,11-2 0,2 0 0,-3 1-98,2 0 0,-1-1 98,-12 2 0,-1 0-125,1 1 125,0 0 0,8 0 0,3 0 0,0 1 0,0-1 0,-1 0 0,7-1 0,-10-1 0,1 1 0,2-1 0,0 1 0,-1-2 0,0 1 0,8 1 0,-2-1 0,2 0-480,-8 2 0,-1-1 480,1 1 0,0 0 257,0 1-257,-3-1 0,2 2 0,6-2 0,5 2 0,0 0 0,-4-2 0,6 1 0,-1-1 0,-2-3 0,5 1 0,1-1 0,-4-1 0,5 0 0,1 0 0,-5 3 0,4-2 0,1 0-467,-7 1 467,-9 0 0,0 0 0,12 0 108,-11 1-108,14 1 0,2 0 0,-8 0-105,2 0 1,-3 0 104,-13-1 0,13 0 0,2 0 0,-2 1 0,1-1 0,-1 1 0,-7 1 0,-7 0 0,4 1 0,0 0 0,-1 1 708,19 2-708,-25-3 0,2 0 0,21 1 0,-15-1 0,16 3 0,-11-1 0,-10 1 0,7 1 0,-7 2 0,-5-2 0,2 3 0,-2 2 0,-6-2 0,4 5 0,-6 5 0,-2-3 1264,0 7-1264,-3 3 0,-1-6 0,0 5 0,1-1 0,-1-9 616,1 4-616,0-4 0,-1-7 0,2 3 0,-10-5 0,-1-6 0,-8 0 0</inkml:trace>
  <inkml:trace contextRef="#ctx0" brushRef="#br0" timeOffset="-79754.73">16786 14144 5734,'-2'-7'0,"0"2"0,3 1 0,0 1 0,2 2 0,5-2 0,1 2 0,3 0 0,0 1 0,-2 0 0,8 0 0,-1 0 0,6 0 0,-4-1 0,0 0 0,2 0 0,-1 0 0,17 0 0,-15-1 0,5 2 0,0 0 0,-3-1 0,7 1 0,2 0 0,-2 0 0,8 0 0,0 1 0,-3-1 0,4 1 0,1 1-1244,-6-1 1244,-9 1 0,1-1 0,11 2-749,-9 0 749,6 1 0,-10-1 0,22 3 0,-16-3 0,-6 0 0,-1-1 0,6-1 0,1-1 0,0 0 0,1 0 0,5 0 0,0 1 0,4 0 0,-4 0 0,-1 0 0,4 1 0,-10 0 0,4 1 0,1 1 0,-2 0 0,-5 0 0,-1 0 0,-3-1 0,0 0 0,-1 0 0,9-1 0,-8 0 0,6 0 0,-3 0 0,-6-1 1140,3 1-1140,-4 0 0,-5-1 853,2 0-853,-3 0 0,-4-1 0,1 0 0,-2 0 0,-4 0 0,2 1 0,-3-2 0,-1 1 0,0-1 0,-3-1 0,-4-4 0,1 0 0,-3-3 0</inkml:trace>
  <inkml:trace contextRef="#ctx0" brushRef="#br0" timeOffset="-71464.73">20995 7566 5734,'-10'-1'0,"1"-1"0,-4 1 0,5-1 0,-7 1 0,10 2 0,1 14 0,8-6 0,4 11 0</inkml:trace>
  <inkml:trace contextRef="#ctx0" brushRef="#br0" timeOffset="-70627.73">21115 10877 5734,'-8'6'0,"1"-1"0,1 1 0,4-2 0,1 1 0,8 3 0,-1-4 0,3 5 0,-2-2 0,-3-2 0,3 1 0,-2-6 0,1-1 0</inkml:trace>
  <inkml:trace contextRef="#ctx0" brushRef="#br0" timeOffset="-70294.73">22349 10676 5734,'11'5'0,"-2"-1"0,-4-3 0,-2-1 0,3 0 0,-3 0 0,3 0 0,-4 0 0,2 0 0,-3 0 0,0 0 0,1-2 0,-1 0 0,0-1 0,-6-1 0,0 0 0,-4-2 0,1-5 0,2-3 0</inkml:trace>
  <inkml:trace contextRef="#ctx0" brushRef="#br0" timeOffset="-69860.73">22172 9120 5734,'-3'13'0,"1"-1"0,2-4 0,0-2 0,1 2 0,-1-4 0,1 3 0,-1-5 0,-1 0 0</inkml:trace>
  <inkml:trace contextRef="#ctx0" brushRef="#br0" timeOffset="-69498.73">21604 10205 5734,'-8'7'0,"1"-2"0,2-5 0,3-1 0,-2 0 0,3-1 0,1 1 0,-1-1 0,0 2 0,-2-2 0,-1 1 0</inkml:trace>
  <inkml:trace contextRef="#ctx0" brushRef="#br0" timeOffset="-69056.73">20385 9570 5734,'-3'-3'0,"0"1"0,3 1 0,4 7 0,-1-6 0,2 4 0</inkml:trace>
  <inkml:trace contextRef="#ctx0" brushRef="#br0" timeOffset="-68593.73">22014 9128 5734,'-15'22'0,"1"-3"0,6-8 0,3-3 0,-1 2 0,2-2 0,3-2 0,0 1 0,0-1 0,0-2 0,-1 1 0,0-4 0,-1-1 0</inkml:trace>
  <inkml:trace contextRef="#ctx0" brushRef="#br0" timeOffset="-68156.73">23106 7962 5734,'-16'6'0,"1"-1"0,1 2 0,-3 1 0,6-3 0,-1 2 0,6-2 0,2 0 0,0 3 0,4-2 0,3 7 0,-1-2 0,2 0 0,-3-4 0,0-5 0,0-1 0</inkml:trace>
  <inkml:trace contextRef="#ctx0" brushRef="#br0" timeOffset="-67825.73">22576 7691 5734,'-22'15'0,"-1"2"0,12-9 0,-1 2 0,5-5 0,4-1 0,3 2 0,3-3 0,2 2 0,3 2 0,1-3 0,4 1 0</inkml:trace>
  <inkml:trace contextRef="#ctx0" brushRef="#br0" timeOffset="-67476.73">23866 8619 5734,'-7'1'0,"1"2"0,5-2 0</inkml:trace>
  <inkml:trace contextRef="#ctx0" brushRef="#br0" timeOffset="-67074.73">23427 9519 5734,'-1'-3'0,"3"3"0,0 4 0,1 2 0,-4 0 0</inkml:trace>
  <inkml:trace contextRef="#ctx0" brushRef="#br0" timeOffset="-62388.73">23019 7907 5734,'4'-1'0,"-1"-1"0,-2-1 0,-1-1 0,0 2 0,0 0 0,2 4 0,-1-1 0,2 1 0,-7-3 0,-1 1 0,-4-1 0,2 1 0</inkml:trace>
  <inkml:trace contextRef="#ctx0" brushRef="#br0" timeOffset="-61960.73">23394 7136 5734,'-9'4'0,"-11"7"0,3 0 0,-8 7 0,-2 7 0,6-3 0,-5 9 0,13-9 0,2 0 0,-2 7 0,-4 16 0,12-13 0,3-8 0,5 12 0,2-16 0,2 2 0,3-6 0,-1-6 0,3 1 0,-2-7 0,4-4 0,0-3 0</inkml:trace>
  <inkml:trace contextRef="#ctx0" brushRef="#br0" timeOffset="-61540.73">23518 7291 5734,'-8'-6'0,"0"2"0,-1 1 0,-1 2 0,0 2 0,-14 12 0,10-3 0,-14 16 0,18-11 0,-2 5 0,6-5 0,2 0 0,2-2 0,3 4 0,1-5 0,2 1 0,8-5 0,-3-5 0,18-9 0,-14-3 0,15-14 0,-15 7 0,5-6 0,3-13 0,-8 14 0,-2-2 0,0 1 0,-4 6 0,4-8 0,-9 19 0,1 1 0,-2 32 0,0-12-343,0 23 343,0-22 0,1 7 0,0-6 0,2 13 0,-1-16 0,1 6 0,-3-14 0,2 0 0</inkml:trace>
  <inkml:trace contextRef="#ctx0" brushRef="#br0" timeOffset="-61359.73">23718 7451 5734,'-1'15'0,"1"-5"0,-1 7 0,2-4 0,0-2 0,0 5 0,0-8 0,-2 1 0,1-4 0,-1-1 0,1-2 0</inkml:trace>
  <inkml:trace contextRef="#ctx0" brushRef="#br0" timeOffset="-60879.73">23973 7137 5734,'-6'13'0,"0"2"0,0 11 0,3-2 0,-2 11 0,3 6 0,0-7 0,2 0 0,1-1 0,1 2 0,0-2 0,1-1 0,0-8 0,3 12 0,-4-26 0,1 0 0,-2-14 0,-2-2 0,1-4 0,-2-2 0,1-1 0</inkml:trace>
  <inkml:trace contextRef="#ctx0" brushRef="#br0" timeOffset="-60694.73">24042 7301 5734,'18'4'0,"-3"1"0,-6 0 0,1 5 0,-5-2 0,-2 15 0,-6-10 0,-18 22 0,7-19 0,-12 10 0,3-8 0,6-5 0,-5 2 0,9-7 0,3-1 0,3-2 0,4-2 0,2-1 0</inkml:trace>
  <inkml:trace contextRef="#ctx0" brushRef="#br0" timeOffset="-60109.73">23855 7525 5734,'-33'34'0,"6"-5"0,18-17 0,0-2 0,-2 5 0,4-5 0,-2 2 0,7-7 0,0 0 0</inkml:trace>
  <inkml:trace contextRef="#ctx0" brushRef="#br0" timeOffset="-58443.73">24191 7466 5734,'10'0'0,"-2"0"0,20 1 0,-17 0 0,13 1 0,-18 0 0,-2-1 0,1 1 0,-3-1 0,0 0 0,-2 1 0,1 0 0,-1 1 0,0-1 0,-5 0 0,3-1 0,-3 0 0,4-1 0,-2 0 0,1 0 0,-2 0 0,-1 0 0,1 0 0,0 0 0,1 0 0,2-1 0,0 0 0,-1 0 0,1-1 0,-1 0 0,1 1 0,-1 0 0,1 0 0,0 0 0,1-1 0,-1 0 0,1 0 0,0 0 0,0 0 0,0 1 0,-1-1 0,0 0 0,-1-1 0,0 1 0,0 0 0,1 1 0,0-1 0,1 8 0,-1-4 0,1 5 0,-2-3 0,1 17 0,0-11 0,1 13 0,0-13 0,0-5 0,0 4 0,0-7 0,0 0 0,-2-7 0,1 1 0,-2-4 0,1 2 0,1 2 0,0 1 0,-1-1 0,2-2 0,-1 2 0,1-1 0,0 0 0,0 2 0,0-2 0,0 2 0,1-3 0,4-2 0,-2 1 0,2 1 0,0 3 0,-1 0 0,1-1 0,0 0 0,-2 0 0,1 0 0,-1 1 0,-1 1 0,0 1 0,-2-1 0,1 2 0,-1 3 0,1-2 0,-2 4 0,1 0 0,0-1 0,-2 10 0,1-6 0,-2 15 0,1-11 0,-1 15 0,1-16 0,-1 9 0,1-13 0,0 0 0,1-4 0,1-1 0,-1 0 0,1-1 0,-2 1 0,0 0 0,-4 2 0,1 0 0,-5 3 0,5-6 0,-1-3 0,7-2 0,-2-5 0,3 2 0</inkml:trace>
  <inkml:trace contextRef="#ctx0" brushRef="#br0" timeOffset="-58187.73">24433 7515 5734,'8'17'0,"-1"6"0,-5-10 0,-17 31 0,5-27-674,-13 19 674,12-27 0,0-1 219,1-2-219,1-1 112,1-1-112,1-1 0,0-1 0,2-3 0,2-3 0,1-2 0</inkml:trace>
  <inkml:trace contextRef="#ctx0" brushRef="#br0" timeOffset="-57658.73">24629 7284 5734,'-30'17'0,"-3"8"0,11-7-639,1 4 639,12-10 0,3 1 208,1 3-208,3-3 106,1 2-106,12 3 0,-1-8 0,15 5 0,8-10 0,-8-3 0,0-1 0,11 0 0,0-4 0</inkml:trace>
  <inkml:trace contextRef="#ctx0" brushRef="#br0" timeOffset="-57460.73">24753 7498 5734,'-2'11'0,"1"0"0,-1 7 0,2-3 0,-1 4 0,1 4 0,0-9 0,0 10 0,1-14 0,0-2 0,1-3 0</inkml:trace>
  <inkml:trace contextRef="#ctx0" brushRef="#br0" timeOffset="-57175.73">25045 7076 5734,'18'39'0,"-7"-12"0,-2-4 0,-2 1-2311,-1 21 2311,-3-10 0,-2 11 0,-6-2 0,-1-11 0,-7 1 0,-3 0 0,-3-5 0,-3-2 0,-1-3 0,0-11 0,-6 1 0,9-9 0</inkml:trace>
  <inkml:trace contextRef="#ctx0" brushRef="#br0" timeOffset="-54855.73">21483 9539 5734,'21'-20'0,"0"1"0,9-9 0,7 0-2140,-11 9 2140,2 0 0,-4 2 0,0 0 0,14-10 0,-10 6 0,5-4 0,-4 2 0,-4 3 0,-1 1 0,0-1 0,3-1 0,0-2 0,7-7 0,0-3 0,-2 4-794,-3 2 1,-1 0 793,5-4 0,4-3 0,-5 4 0,-10 9 0,0 0 0,5-5 0,3-3 0,-2 3 0,-1-1 0,1 1 0,0 0 0,1-2 0,0 1 0,6-5 0,-2 3 0,-8 6 0,2-1 0,7-5 0,5-4 0,-5 3-556,-6 6 1,-2 1 555,1 1 0,1-2 0,-1 2 0,1-2 0,-3 2-69,-5 6 0,0-1 69,15-15 0,0 1 0,-2 1 0,1-2 0,-1 0 0,-7 7 0,3-1 0,-1 1 0,-4 5 0,15-8 0,-11 11 0,-6 4 0,8-2 0,-6 3 0,0-1 0,-2 2 654,19-10-654,-33 16 0,-2 2 1473,-1 0-1473,-1 1 2586,-2 1-2586,2-1 263,-4 1-263,-6 4 0,3-1 0,-6 2 0,5-2 0,0-1 0,-3 2 0,2-2 0,-7 1 0,6-2 0,-2 0 0,4 0 0,0 0 0,0 0 0,-6 0 0,3 0 0,-14 0 0,10 0 0,-12 2 0,12-1 0,-3 1 0,6-1 0,-3 0 0,1 2 0,0-1 0,3 0 0,-2 2 0,4-1 0,-7 4 0,7-2 0,-2 1 0,2-1 0,-4 5 0,1 1 0,-4 5 0,-9 10 0,3-3 0,-9 9 0,-3 3-724,12-15 1,0 1 723,-13 13 0,-2 2 0,0-1 0,-1-2 0,8-6 0,-3 3 0,-1 0 0,-5 4 0,-1 2 0,5-5-971,6-5 0,2-4 0,-2 3 971,-2 3 0,-2 1 0,-1 2 0,2-2 0,-2 3 0,2 0 0,1-2-384,5-6 0,1-1 1,-1 3 383,-3 3 0,-3 3 0,0 0 0,3-3-112,-6 6 1,2-1 111,5-6 0,-1 2 0,-1-1 0,-2 3 0,0 1 0,1-4 0,3 0 0,-1-2 0,1 1 0,0-1 0,0 0 0</inkml:trace>
  <inkml:trace contextRef="#ctx0" brushRef="#br0" timeOffset="-54280.73">23085 7901 5734,'25'-7'0,"-1"1"0,3 1 0,-4 1 0,8-1 0,2 0 0,-9 1 0,8 1 0,-6 1 0,-8 2 0,3 0 0,-7 5 0,-5-1 0,0 4 0,-6 9 0,-3-1 0,-9 31 0,2-19 0,-6 18 0,4-11 0,3-9 0,1-2 0,2-1 0,0-2 0,0 9 0,3-15 0,2-7 0,0 1 0</inkml:trace>
  <inkml:trace contextRef="#ctx0" brushRef="#br0" timeOffset="-43159.73">21334 9845 5734,'3'-6'0,"2"-3"0,-4 6 0,3-3 0,-2 2 0,1 2 0,1-3 0,-1 2 0,3-3 0,-3 3 0,8-5 0,-7 6 0,6-1 0,-6 3 0,1 0 0,2 0 0,-1 0 0,1 1 0,3 0 0,-1 1 0,16 2 0,-9 0 0,9 3 0,0 3 0,-5-2 0,6 4 0,0 1 0,5 1-279,-6-1 1,2 0 278,-2-1 0,0-1-1425,16 7 1425,-14-6 0,3 0 0,12 4 0,-1 0 0,-13-5 0,0-1 0,8 3 0,4 1 0,-3-1 0,-7-4 0,-2 0 0,10 2 0,3 1 0,-5-3 0,2 0 0,0 1-912,2-1 0,1 1 0,0 0 912,0 0 0,0-1 0,-1 1 0,-5-1 0,-1-1 0,-1 1-396,10 6 0,-4 0 396,-14-5 0,0 0 0,18 10 0,-2 1 0,-8-1 0,6 7 0,-6 0 0,-8-7 223,6 5-223,-1-1 0,-8-10 0,0 1 0,14 9 284,5 0-284,-21-12 2074,10 7-2074,-12-7 938,13 10-938,-21-13 82,3 2-82,-8-3 908,-2-3-908,1 0 656,-2-2-656,0-1 345,0 0-345,-2 0 0,1-1 0,0 0 0,1-1 0,-1-2 0,0 0 0,-1-3 0,0 3 0,-1-5 0,1 5 0,-2-2 0,2 1 0,0 1 0,0 0 0,-1 0 0,0 1 0,0-1 0,0 1 0,0 1 0,-2-2 0,1 0 0,0 0 0,-2-1 0,2 1 0,-3-2 0,1 0 0,-1 1 0,-5-7 0,4 4 0,-3-6 0,-16-21 0,14 18 0,-4-5 0,0 1 0,6 8 0,-4-4 0,1-1 0,2 4 0,-3-4 0,1 0 0,3 5 0,-2-4 0,1 3 0,4 4 0,-2-2 0,6 5 0,-1 2 0,1 0 0,0 1 0,0 0 0,0 0 0,1 1 0,2 4 0,2 4 0,1 0 0,4 6 0,-3-5 0,4 7 0,-5-7 0,2 4 0,4 6 0,-4-6 0,5 11 0,1 1 0,-3-6 0,10 20 0,-13-27 0,-2 0 0,0 1 0,-2-1 0,0 0 0,-2 0 0,-2 1 0,-1-1 0,-3 1 0,-5 4 0,-10 10 0,0-9 0,-1 0 0,-5 8 0,-14-2 0,31-20 0,-2 0 0,9-1 0,3-2 0,3 0 0</inkml:trace>
  <inkml:trace contextRef="#ctx0" brushRef="#br0" timeOffset="-40795.73">22671 6972 5734,'0'-3'0,"-2"5"0,0 4 0,-3 7 0,1 0 0,0 2 0,0 4 0,-2 14 0,2-8 0,-2 11 0,2 10 0,2-18 0,1 1 0,2-1 0,1-7 0,0 8 0,1-18 0,-2-1 0,0-3 0,1-1 0,0-4 0,0-8 0,-1-1 0,-3-7 0,-2 3 0,-1-2 0,-2-2 0,0-2 0,-2-3 0,-1-2 0</inkml:trace>
  <inkml:trace contextRef="#ctx0" brushRef="#br0" timeOffset="-40589.73">22596 6859 5734,'25'2'0,"-1"0"0,-6 2 0,-1 1 0,9 9 0,-12-4 0,5 14 0,-17-12 0,-3 6 0,-12 8 0,3-10 0,-6 9 0,6-12 0,1-1 0,1-1 0,-3 2 0,3-3 0,-2 1 0,2-4 0,0 2 0,3-5 0,0 1 0</inkml:trace>
  <inkml:trace contextRef="#ctx0" brushRef="#br0" timeOffset="-40402.73">22811 7209 5734,'-4'28'0,"0"8"0,4-11 0,1 2 0,1 0 0,2 1 0,3 16 0,0-17 0,-1-9 0,-1 10 0,-6-18 0,-4 2 0,-4-10 0</inkml:trace>
  <inkml:trace contextRef="#ctx0" brushRef="#br0" timeOffset="-39119.73">22986 10791 5734,'-1'41'0,"1"-16"0,1 0 0,0 0 0,2 0 0,1-1 0,0 1 0,0 4 0,0 3 0,1-1 0,-2-7 0,1 11 0,-2-16 0,-1-6 0,1 2 0,-1-7 0,-1-3 0,0 0 0,0-2 0,0-2 0,-3-4 0,-1-6 0,0-2 0,-1-4 0,0-6 0,2 3 0,-7-27 0,6 21 0,1-1 0,-3-11 0,0-1-696,2 9 1,0 2 695,1-1 0,0 3 0,1-2-1002,1-21 1002,1 17 0,1-14-468,5 19 468,-1 9 0,5-2 0,12 9 0,-10 7 1160,10 2-1160,-15 8 1089,-1 1-1089,-1 10 0,-2-3 0,-3 6 0,-3 2 0,-1-5 0,-1 5 0,0-8 0,-15 25 0,9-21 612,-11 18-612,6-21 0,4-6 0,-4 4 0,3-5 0,4-3 0,1 0 0,6-4 0</inkml:trace>
  <inkml:trace contextRef="#ctx0" brushRef="#br0" timeOffset="-38675.73">23052 11119 5734,'8'-3'0,"6"-2"0,-6 2 0,7-1 0,-1 0 0,-3 2 0,4-1 0,-3 3 0,-3 0 0,3 5 0,-8-1 0,-3 14 0,-8-2 0,-1 3 0,0-2 0,4-6 0,-1-1 0,1 6 0,3-7 0,2 4 0,3-9 0,3 0 0,0-3 0,20-9 0,-12 1 0,14-7 0,-17 4 0,0 0 0</inkml:trace>
  <inkml:trace contextRef="#ctx0" brushRef="#br0" timeOffset="-38406.73">23471 10690 5734,'-20'29'0,"3"4"0,1 2 0,0 1-1639,2 5 1,2 0 1525,6-7 113,3-6 0,1 0 195,2 4-195,3 6 0,4-6 0,0-10 691,3 4-691,5-11 0,-3-7 0,6 0 0</inkml:trace>
  <inkml:trace contextRef="#ctx0" brushRef="#br0" timeOffset="-37651.73">23579 10906 5734,'-9'8'0,"-2"0"0,2 2 0,0 3 0,-3 11 0,6-5 0,-2 8 0,7-1 0,1-6 0,8 15 0,-2-20 0,11 9 0,-8-19 0,11-4 0,-11-6 0,7-11 0,-9 5 0,1-6 0,0-10 0,-5 9 0,1-24 0,-5 24 0,0-12 0,0 20 0,1-1 0,-1 8 0,1 3 0,0 5 0,1 4 0,2 13 0,0-7 0,4 26 0,-3-22 0,1 4 0,1 1 0,2 2 0,1 4 0,-4-14 0,-5-9 0,-1-4 0,-1 0 0</inkml:trace>
  <inkml:trace contextRef="#ctx0" brushRef="#br0" timeOffset="-36914.73">23762 11079 5734,'9'-8'0,"-1"2"0,6 0 0,2-1 0,-2 1 0,4-1 0,1 1 0,-6 2 0,2 1 0,-5 2 0,-4 2 0,-2 1 0,-8 3 0,-1 0 0,-9 11 0,6-3 0,-7 15 0,6 11 0,3-13 0,4 7 0,5-24 0,0 0 0,3-2 0,0-2 0,6-1 0,-2-2 0,4-1 0,3-3 0,-4-1 0,4-1 0,-1-10 0,-7 6 0,3-7 0</inkml:trace>
  <inkml:trace contextRef="#ctx0" brushRef="#br0" timeOffset="-36675.73">24092 11103 5734,'-8'20'0,"-1"7"0,4-10 0,-2 5 0,3-8 0,-1 15 0,1-11 0,-1 8 0,2-17 0,3-5 0,0-2 0</inkml:trace>
  <inkml:trace contextRef="#ctx0" brushRef="#br0" timeOffset="-36217.73">24165 10753 5734,'3'28'0,"1"10"0,-1-13 0,1 9 0,-1 0 0,0-8 0,0-1 0,1 1 0,-1-2-306,2 11 306,-4-23 75,0-1-75,0-3 0,1 0 0,-1-3 0,0-1 0,-2-5 231,-2-2-231,2-2 0,-2-1 0,2-2 0,-1 0 0,1-2 0,-1-2 0,0 2 0,1-8 0,2 10 0,1-3 0,5 6 0,-1 2 0,3 1 0,2 3 0,-3 1 0,6 11 0,-9-4 0,1 7 0,-17 19 0,5-17 0,-9 16 0,9-23 0,-3 4 0,1-5 0,-3 2 0,1-3 0,3-2 0,-1 0 0,5-4 0,0-2 0</inkml:trace>
  <inkml:trace contextRef="#ctx0" brushRef="#br0" timeOffset="-35955.73">24385 11085 5734,'10'-1'0,"-3"0"0,-1 4 0,-1 3 0,0 0 0,-1 3 0,-2 3 0,-2-2 0,0 9 0,0-7 0,1 14 0,0-13 0,1 7 0,2-8 0,-1-5 0,1 2 0,-1-5 0,0-3 0,0-1 0,1-3 0,2-4 0,0 0 0,3-3 0</inkml:trace>
  <inkml:trace contextRef="#ctx0" brushRef="#br0" timeOffset="-35731.73">24607 11166 5734,'-5'14'0,"-1"-1"0,0 8 0,3-6 0,-3 7 0,2-7 0,2-4 0,-2 1 0,-1 0 0,3-5 0,-2 1 0</inkml:trace>
  <inkml:trace contextRef="#ctx0" brushRef="#br0" timeOffset="-35358.73">24750 10887 5734,'-15'18'0,"4"-4"0,-3 8 0,3 3 0,3-4 0,0 6 0,5 6 0,3-12 0,3 9 0,2-16 0,2-3 0,2-2 0,1-2 0,6-1 0,-3-3 0,4 0 0,-6-4 0,-1-1 0,0-1 0</inkml:trace>
  <inkml:trace contextRef="#ctx0" brushRef="#br0" timeOffset="-35053.73">24909 11086 5734,'3'9'0,"0"0"0,-3 3 0,0-3 0,-1 3 0,0 12 0,1-13 0,1 10 0,1-16 0,1-1 0,4-2 0,1-2 0,4-1 0,5-6 0,-4 0 0,5-6 0,-4 3 0</inkml:trace>
  <inkml:trace contextRef="#ctx0" brushRef="#br0" timeOffset="-34775.73">25086 10684 5734,'10'28'0,"1"2"0,5 11 0,1 2 0,-1 2-1639,1 1 1,-2-1 1258,-7-11 380,-3-1-159,-6 14 159,-2-12 0,-7 9 0,-10-6 0,2-9 0,-8 5 0,-7-8 0,-3-3 0,4-3 0,-3 0 0,2-4 0,17-14 0,0-2 0</inkml:trace>
  <inkml:trace contextRef="#ctx0" brushRef="#br0" timeOffset="126365.27">6652 17365 5734,'-6'0'0,"0"2"0,2-1 0,-2 3 0,1 4 0,1 0 0,-2 10 0,2-5 0,-2 7 0,1 4 0,2-4 0,1 7 0,4 7 0,0-9 0,0-1 0,0 1 0,0 4 0,0-4 0,0 1 0,1 16-1081,-2-1 1081,1-5 0,-1-14-466,-1 12 466,1-14 0,0 8 0,1-16 0,-1-2 0,1-2 0,-2 2 1026,1-2-1026,-1-1 521,1-3-521,-1-4 0,-1-6 0,-1 2 0,-1-5 0,0-4 0,2 3 0,-1-6 0,4-3 0,-1 3 0,1-13 0,0 11 0,0-5 0,1-1 0,0 8 0,4-8 0,-3 12 0,3-2 0,1 4 0,-1 3 0,2-1 0,0 4 0,0 2 0,4 3 0,-3 3 0,0 2 0,-3 2 0,0 1 0,-2 16 0,-2 2 0,-1-2 0,-1 8 0,-2-2 0,-4-11 0,-4 11 0,3-15 0,-1 2 0,3-7 0,-1-1 0,2-3 0,-2-1 0,3-5 0,0-2 0,0-5 0,2 1 0,4-6 0,1 4 0,4-4 0</inkml:trace>
  <inkml:trace contextRef="#ctx0" brushRef="#br0" timeOffset="126597.27">6889 17769 5734,'5'5'0,"0"2"0,0 7 0,0-1 0,2 13 0,-3-9 0,0 7 0,0 15 0,-2-18 0,0 16 0,-1-19 0,-2-7 0,-1 3 0,1-14 0,-1-4 0,2-7 0</inkml:trace>
  <inkml:trace contextRef="#ctx0" brushRef="#br0" timeOffset="127229.27">7343 17641 5734,'-4'4'0,"0"0"0,4-2 0,1 0 0,2-1 0,3 0 0,2 1 0,3 0 0,16 5 0,-10-2 0,18 4 0,-18-5 0,3 1 0,-4-2 0,-6-1 0,2 3 0,-8-2 0,-1 1 0,-3-4 0,-1 0 0</inkml:trace>
  <inkml:trace contextRef="#ctx0" brushRef="#br0" timeOffset="127430.27">7463 17750 5734,'21'7'0,"-2"-1"0,7-1 0,-11-2 0,8 3 0,-16-3 0,-2-3 0,-4-5 0,-2-3 0</inkml:trace>
  <inkml:trace contextRef="#ctx0" brushRef="#br0" timeOffset="127766.27">6975 17407 5734,'-5'0'0,"0"0"0,4 1 0,0 0 0,2 1 0,2 4 0,-1 2 0,4 4 0,-4 1 0,3 0 0,-1 3 0</inkml:trace>
  <inkml:trace contextRef="#ctx0" brushRef="#br0" timeOffset="129596.27">6851 17841 5734,'7'-23'0,"-1"7"0,2-7 0,0 0 0,-1 3 0,3-16 0,-7 23 0,-1-1 0,-1 5 0,0-1 0,-1 6 0,0 1 0,0 2 0,-3 13 0,1-2 0,-3 21 0,1-11 0,-1 9 0,0 9 0,1-7 0,0 1 0,1 1 0,1 10 0,1-10 0,0-1 0,3-3 0,0-4 0,-1-21 0,9-27 0,-5 8 0,2-11 0,0-5 0,1-16 0,-1 1 0,0 2 0,-4 30 0,0-2 0,-1 11 0,0 4 0,2 5 0,1 11 0,-1 0 0,3 15 0,-3-9 0,3 5 0,-2-2 0,-1-7 0,-1 8 0,-2-15 0,0 2 0</inkml:trace>
  <inkml:trace contextRef="#ctx0" brushRef="#br0" timeOffset="130846.27">8034 17528 5734,'-6'2'0,"-5"2"0,3-1 0,-20 12 0,15-6 0,-13 9 0,15-7 0,0 1 0,-2 6 0,4-2 0,-2 11 0,8-9 0,0 6 0,6 0 0,0-6 0,8 8 0,-2-13 0,18-1 0,-10-12 0,19-13 0,-17-1 0,5-8 0,-5-4 0,-6 7 0,1-6 0,-7 8 0,-3 2 0,-1 2 0,-2-8 0,-1 14 0,-2-3 0,-2 17 0,0 3 0,0 4 0,1 2 0,0 12 0,3-7 0,2 7 0,2-11 0,1-3 0,3-2 0,13-6 0,-6-7 0,9-7 0,-11-6 0,-3-2 0,-5-12 0,-4-2 0,0 2 0,-1-1 0,-3 1 0,-7 8 0,4 7 0,-3-3 0,6 9 0,1 2 0,5 5 0,0 2 0,3 3 0,3 4 0,1-2 0,10 2 0,-6-6 0,5 0 0,-4-7 0,-3 1 0,2-6 0,-12 2 0,-9 4 0,-2 2 0,-8 7 0,7 1 0,0 7 0,5-2 0,1 5 0,10 3 0,1-4 0,7 5 0,-1-7 0,2-1 0,8 9 0,-7-6 0,1 3 0,-14-8 0,-5-4 0,-4 0 0,-27 14 0,16-10 0,-22 11 0,29-15 0,-1 3 0,12-8 0,2-1 0</inkml:trace>
  <inkml:trace contextRef="#ctx0" brushRef="#br0" timeOffset="131359.27">8602 17485 5734,'2'7'0,"0"1"0,-1 14 0,0-2 0,0 9 0,0 6 0,0-8 0,5 19-924,-3-22 924,5 5 0,-2-13 222,1-4-222,1-4 0,4-4 0,-1-5 0,12-19 0,-12 4 0,10-20 0,-14 17 0,2-3 0,-3 8 702,-2 7-702,-3 6 0,0 7 0,-2 8 0,4 13 0,2 2 0,1-5-259,-1 5 0,3-4 259,3-16 0,0-2 0,2-5 0,6-9 0,-4-2 0,8-16 0,-11 5 0,0-9 0,-7-15 0,-4 17-7,-1-15 7,-2 23 0,1 3 0,-1-2 0,1 8 0,0 0 0,0 9 0,0 3 0,1 2 0,2 0 0,0 0 0</inkml:trace>
  <inkml:trace contextRef="#ctx0" brushRef="#br0" timeOffset="131610.27">9136 17745 5734,'2'14'0,"-1"0"0,-1-1 0,-1 2 0,0 8 0,-1 11 0,2-7 0,-1 4 0,5-14 0,-1-5 0,5 1 0,-5-11 0,5-8 0,-5-6 0,2-6 0</inkml:trace>
  <inkml:trace contextRef="#ctx0" brushRef="#br0" timeOffset="131958.27">9376 17405 5734,'-7'13'0,"1"0"0,-1 7 0,3-1 0,1 2 0,2 2 0,2 16 0,2-9 0,4 4 0,1 0 0,1 1 0,2-3 0,1-1 0,1-5 0,3 4 0,2-11 0,-5-7 0,7-2 0,-11-9 0,2-6 0,-7-6 0,-1-3 0</inkml:trace>
  <inkml:trace contextRef="#ctx0" brushRef="#br0" timeOffset="132125.27">9324 17638 5734,'17'-1'0,"-2"0"0,9-1 0,3 1 0,-4 0 0,3 1 0,-8-2 0</inkml:trace>
  <inkml:trace contextRef="#ctx0" brushRef="#br0" timeOffset="134094.27">11273 17307 5734,'2'9'0,"1"3"0,3 16 0,-1-4 0,0 1 0,1 2 0,0 7 0,0-4 0,0 3-1570,-2-6 0,-1 0 1570,2 0 0,-1-1 0,-1 0 0,-1-2 157,2 8-157,-3-2 0,2 8 0,-2-13 0,0 3 652,-4-9-652,0-14 0,-3-2 0,1-15 1589,-1-3-1589,-3-12 0,2 5 0,-1-8 0,1 1 0,3 7 742,1-5-742,3 10 0,2 1 0,2-1 0,6-4 0,0 6 0,5-2 0,17 15 0,-16 4 0,19 16 0,-27-2 0,2 8 0,-8 4 0,-1-5 0,-7 15 0,-14 1 0,1-8 0,-8 2 0,10-19 0,-5 1 0,7-6 0,-4 0 0,9-5 0,1-2 0,2-1 0,2-2 0,3-4 0,4-3 0,3-4 0</inkml:trace>
  <inkml:trace contextRef="#ctx0" brushRef="#br0" timeOffset="134525.27">11563 17791 5734,'10'-1'0,"4"-1"0,-7 1 0,4-1 0,-2 1 0,0 0 0,-1 0 0,3 2 0,-3 0 0,2 2 0,-5 1 0,-2 1 0,-2 2 0,-4 8 0,-1-2 0,-8 16 0,6-13 0,-4 7 0,8-13 0,0-1 0,2-1 0,3 2 0,6-5 0,5 0 0,1-5 0,-1-2 0,-3-1 0,2-2 0,1-2 0</inkml:trace>
  <inkml:trace contextRef="#ctx0" brushRef="#br0" timeOffset="135008.27">12045 17726 5734,'-3'4'0,"1"-2"0,1 0 0,2-1 0,1 1 0,0-1 0,3 1 0,0 0 0,5 0 0,-3 0 0,4-1 0,1 1 0,-2 0 0,2 0 0,1 0 0,-4 1 0,4 1 0,-6-2 0,1 0 0,-1 0 0,-3-1 0,5 1 0,-4-2 0,4 0 0,-4 0 0,3 2 0,-5-2 0,0-2 0,-3-2 0</inkml:trace>
  <inkml:trace contextRef="#ctx0" brushRef="#br0" timeOffset="135485.27">12054 17813 5734,'5'1'0,"2"0"0,-3 1 0,2 0 0,3-1 0,-2 0 0,8-1 0,-6 0 0,4 0 0,-4 0 0,0 0 0,-1 0 0,1 0 0,2 0 0,-3 0 0,4-2 0,-6 4 0,-2 0 0,-5 1 0,-3 0 0</inkml:trace>
  <inkml:trace contextRef="#ctx0" brushRef="#br0" timeOffset="137124.27">12543 17500 5734,'-9'3'0,"1"0"0,-14 22 0,10-11 0,-11 17 0,14-15 0,-3 8 0,5-6 0,-1 6 0,6-3 0,1-7 0,1 3 0,2-7 0,2-3 0,1-1 0,5-2 0,-1-3 0,4-2 0,-1-3 0,-1-1 0,1-2 0,3-5 0,1 0 0,1-4 0,-6 6 0,-2 2 0,-7 6 0,0 3 0,-2 2 0,1 1 0,-1 3 0,3 0 0,-2 2 0,8 13 0,-3-9 0,5 8 0,-5-14 0,8-2 0,-4-5 0,11-6 0,-11-2 0,2-10 0,-8 4 0,-2-3 0,-6-1 0,-1 6 0,-2-3 0,-4 5 0,3 3 0,-1 0 0,-1 4 0,7 1 0,0 2 0,8 1 0,3-1 0</inkml:trace>
  <inkml:trace contextRef="#ctx0" brushRef="#br0" timeOffset="137372.27">12775 17578 5734,'-11'2'0,"1"1"0,2 3 0,0 1 0,-2 6 0,3-2 0,2 10 0,4-7 0,3 5 0,6-1 0,-1-4 0,4 3 0,-2-2 0,-2-5 0,-1 1 0,-3-4 0,-3-3 0,0 1 0,-6 0 0,0-2 0,-6 2 0,3-4 0,-1 2 0,-2-3 0,6-2 0,-2-2 0</inkml:trace>
  <inkml:trace contextRef="#ctx0" brushRef="#br0" timeOffset="138071.27">13022 17499 5734,'-1'6'0,"0"6"0,2 0 0,2 11 0,-1-7 0,2 6 0,-1-1 0,1-5 0,4 10 0,-2-15 0,7 4 0,-5-12 0,15-14 0,-13 2 0,9-11 0,-13 10 0,-1-5 0,-1 6 0,-1-3 0,0 5 0,-1 2 0,1 9 0,-2 1 0,2 9 0,-2-3 0,1 1 0,1 0 0,1 1 0,4 3 0,-1-4 0,6 2 0,-5-10 0,3-1 0,0-10 0,-3 0 0,3-13 0,-6 4 0,-1-6 0,-3-2 0,-2 7 0,-2-12 0,0 15 0,-1-2 0,0 8 0,2 4 0,-1 1 0,3 1 0,0-2 0</inkml:trace>
  <inkml:trace contextRef="#ctx0" brushRef="#br0" timeOffset="139009.27">13391 17670 5734,'-1'-4'0,"0"1"0,1 2 0,5-1 0,-1 1 0,3-2 0,2 0 0,-3 1 0,4 0 0,0 1 0,-4 2 0,4 1 0,-5 0 0,-1 2 0,-6 9 0,-1-3 0,-5 7 0,-1-5 0,-1-1 0,-5 5 0,3-4 0,-2 3 0,3-5 0,5-3 0,-1 2 0,4-5 0,2 0 0,3-2 0,1-1 0,2 0 0,6 0 0,-1-1 0,4 0 0,2-2 0,-4 0 0,5-1 0,-7 0 0,1 1 0,-3 2 0,2-2 0,-3-1 0,2-3 0</inkml:trace>
  <inkml:trace contextRef="#ctx0" brushRef="#br0" timeOffset="139554.27">13706 17314 5734,'-3'19'0,"0"-2"0,-1 10 0,-1 10 0,0-5 0,3-3 0,-1 0-1866,1 7 1866,2 9 0,5-6 0,1-11 581,13 16-581,-1-25 0,15 7 0,-14-18 305,2-3-305,-12-6 0,-3-4 0,-1-2 0</inkml:trace>
  <inkml:trace contextRef="#ctx0" brushRef="#br0" timeOffset="139731.27">13670 17554 5734,'15'-2'0,"8"2"0,1 0 0,0-1 0,-4 1 0</inkml:trace>
  <inkml:trace contextRef="#ctx0" brushRef="#br0" timeOffset="173623.27">15829 17431 5734,'10'37'0,"0"-2"0,-4-8 0,1 15 0,-2-8-590,1 12 590,-4 0 0,0-10 0,-1-8 0,0-1-608,0 2 608,-1 6-101,1-10 101,0-8 0,-1 8 0,0-16 269,0 3-269,-2-12 605,1-2-605,-3-9 425,-1-14-425,0-2 0,0-4 0,2 8 0,0 7 0,3-8 0,0 4 0,3-6 0,3-1 0,1 7 0,2-5 0,12-1 0,-8 13 0,11-5 0,-1 20 0,-9 2 0,7 5 0,-11-1 0,-3 1 0,0 1 0,-4 6 0,-1-3 0,-7 23 0,0-15 0,-11 21 0,5-22 0,-13 20 0,11-21 0,-14 16 0,13-21 0,-4 2 0,7-8 0,1-3 0,3-3 0</inkml:trace>
  <inkml:trace contextRef="#ctx0" brushRef="#br0" timeOffset="173872.27">16069 17754 5734,'3'8'0,"2"10"0,0-4 0,4 25 0,-3-16 0,4 20 0,-4-22 0,1 5 0,-3-4 0,-2-5 0,-10 11 0,1-18 0,-7 3 0,5-14 0</inkml:trace>
  <inkml:trace contextRef="#ctx0" brushRef="#br0" timeOffset="174022.27">16047 17613 5734,'-2'-5'0,"0"2"0,3 2 0,2 3 0,1 0 0,2 0 0,1-1 0</inkml:trace>
  <inkml:trace contextRef="#ctx0" brushRef="#br0" timeOffset="174422.27">16473 17625 5734,'8'5'0,"0"-1"0,5 0 0,5-2 0,-2 0 0,13-1 0,-11 0 0,15 2 0,-22 0 0,5 4 0,-20-3 0,-2-1 0,-1-2 0</inkml:trace>
  <inkml:trace contextRef="#ctx0" brushRef="#br0" timeOffset="174596.27">16431 17824 5734,'10'9'0,"-1"-3"0,3 2 0,6-3 0,-4-2 0,9 1 0,-7-7 0,-2 1 0,-4-6 0</inkml:trace>
  <inkml:trace contextRef="#ctx0" brushRef="#br0" timeOffset="175273.27">16964 17697 5734,'7'6'0,"7"0"0,-2-5 0,16-5 0,-7-1 0,8-5 0,1-9 0,0-2 0,-2 0-527,1-2 1,-3 1 526,-16 5 0,-3 0 0,-3 2 0,-3 1 0,-7-3 0,-1 7 0,-13 0 1053,4 8-1053,-22 16 0,18-3 0,-15 19-727,21-11 727,0 7 0,9 2 0,5-5 0,17 21 0,-2-22 0,5-3 0,2-2 0,5-4 0,10 2-462,4-7 462,-11-5-265,18-1 265,-24-4 0,4-1 0,-12-1 0,-2-2 0,0-3 0</inkml:trace>
  <inkml:trace contextRef="#ctx0" brushRef="#br0" timeOffset="175785.27">17583 17186 5734,'5'5'0,"2"3"0,-1 3 0,0 1 0,-1 2 0,-2-1 0,0 3 0,1 1 0,0 2 0,1 10 0,-1-5-491,0 7 491,-3-9-257,-1 0 257,-1-2 0,-1-1-22,-3-1 22,-1-2 0,-1-2 0,-6 3 0,3-6 0,-10-1 0,7-8 477,-5-3-477,0-6 0,4-2 0,-1-6 0,6 0 0</inkml:trace>
  <inkml:trace contextRef="#ctx0" brushRef="#br0" timeOffset="176288.27">17350 17229 5734,'0'5'0,"12"2"0,-5-6 0,12 2 0,-11-3 0,0 0 0,0 0 0,0 0 0,2 1 0,-2-1 0,0 1 0,-2 0 0,2 3 0,-4-1 0,2 0 0,-8-4 0,0-2 0</inkml:trace>
  <inkml:trace contextRef="#ctx0" brushRef="#br0" timeOffset="176555.27">17543 17055 5734,'2'5'0,"1"3"0,-1-6 0,1 3 0</inkml:trace>
  <inkml:trace contextRef="#ctx0" brushRef="#br0" timeOffset="177329.27">17722 17069 5734,'-2'6'0,"0"1"0,1-1 0,1 2 0,0 5 0,1 5 0,1-1 0,4 5 0,-2-9 0,3 1 0,1-2 0,-1-5 0,4 0 0,-3-6 0,1-3 0,6-12 0,-6 4 0,9-14 0,-10 11 0,1-4 0,-2 4 0,-3 3 0,1 0 0,-4 4 0,-1 4 0,-3 10 0,0 0 0,-1 9 0,3 1 0,0-4 0,2 6 0,17 8 0,-10-17 0,13 8 0,-13-23 0,-1-2 0,-1-2 0,0-10 0,-3 3 0,-2-21 0,-3 16 0,-2-9 0,0 11 0,-1 3 0,1 3 0,1 4 0,0 6 0,0 0 0,-7 4 0,5 2 0,-3 2 0,6-1 0</inkml:trace>
  <inkml:trace contextRef="#ctx0" brushRef="#br0" timeOffset="177604.27">18001 17161 5734,'2'6'0,"0"1"0,-1 1 0,0 0 0,0-1 0,1 2 0,-1-1 0,1 1 0,3 6 0,2 2 0,0-1 0,2-1 0,-3-8 0,0-2 0,2-1 0,-1-1 0,2-3 0,-5-2 0,-3-4 0,-1-3 0,-2-4 0</inkml:trace>
  <inkml:trace contextRef="#ctx0" brushRef="#br0" timeOffset="178121.27">18169 16980 5734,'4'8'0,"-1"-1"0,-3 0 0,1-3 0,-1 2 0,1-2 0,0-1 0,1 0 0,-1 0 0,0-1 0,-1 0 0,0 0 0,0-1 0,-1 1 0,0 0 0,-1 1 0,2 1 0,0 1 0,0 3 0,0 0 0,0 7 0,0-3 0,3 17 0,0-13 0,3 9 0,2-8 0,1-4 0,2 1 0,4-5 0,-3-5 0,9-3 0,-9-4 0,3-4 0,-5-7 0,-5 3 0,-1-5 0,-5 7 0,-2 0 0,0 1 0</inkml:trace>
  <inkml:trace contextRef="#ctx0" brushRef="#br0" timeOffset="178271.27">18143 17082 5734,'12'5'0,"7"-1"0,-4-4 0,3 0 0,-6 1 0,-2 0 0,-1 2 0,0-2 0</inkml:trace>
  <inkml:trace contextRef="#ctx0" brushRef="#br0" timeOffset="179765.27">19404 17106 5734,'-7'4'0,"2"2"0,-2 18 0,4-1-607,1 15 607,4-4-1379,3 3 1379,1 5 0,0-10 0,0 0 0,-1-7 0,-1 0 0,3 6 0,0 3 0,-2 0 0,1 3 0,-2-5 0,0-7 0,0-1 228,2 23 1,-1-5-229,-5-18 0,0-10 0,-4-9 0,1-10 0,-5-19 0,4 4 0,-2-22 0,4 16-255,2-10 255,2 13 0,2 0 959,1 3-959,1 2 0,6-3 0,-1 9-9,11 2 9,-7 12 0,3 6 0,0 14 0,-7-1 0,2 8 0,-8 6 0,-4-8 0,-7 20 0,0-19 0,-6-2 0,-2 0 0,-1-1 0,-1-4 0,1-2 0,1-5 0,-3-1 585,3-9-585,4-4 59,-2-7 1,10-2 0,0-7 0</inkml:trace>
  <inkml:trace contextRef="#ctx0" brushRef="#br0" timeOffset="180056.27">19666 17765 5734,'16'-5'0,"-3"1"0,34 1 0,-29 6 0,18 5 0,-31 9 0,-4-2 0,-2 15 0,-2-10 0,2 18 0,5-18 0,9 2 0,2-17 0,10-14 0,-9-1 0,5-8 0,-8 1 0,-1-3 0,1-4 0</inkml:trace>
  <inkml:trace contextRef="#ctx0" brushRef="#br0" timeOffset="180295.27">20092 17528 5734,'4'3'0,"1"-1"0,3 0 0,8 0 0,-4 0 0,4 2 0,-8 3 0,-2-3 0,-1 0 0,-2-4 0</inkml:trace>
  <inkml:trace contextRef="#ctx0" brushRef="#br0" timeOffset="180462.27">20143 17700 5734,'13'4'0,"1"1"0,-1-1 0</inkml:trace>
  <inkml:trace contextRef="#ctx0" brushRef="#br0" timeOffset="181238.27">20452 17771 5734,'9'3'0,"5"0"0,-1-2 0,23-7 0,-18-1 0,14-7-439,-18 3 439,0-2 0,4-8 0,-6 4 108,1-6-108,-6 0 0,-4 4 0,-6-11 0,-2 14 0,-6-5 0,1 9 0,-3 3 0,0 3 0,-9 2 0,5 3 0,-6 3 0,0 8 0,6 0 0,-8 12 0,12-4 0,1 7 0,8 7 0,5-7 0,11 19 124,1-20-124,2-4 0,4-3 0,7-4 0,2-4 0,-5-1 0,1-1-562,6-2 1,-1-4 561,4-6 0,12-8 0,-12 1 0,6-7 0,-15 1 0,-2-3 0</inkml:trace>
  <inkml:trace contextRef="#ctx0" brushRef="#br0" timeOffset="181543.27">20830 17257 5734,'0'8'0,"2"-1"0,2 1 0,2-1 0,7 3 0,-2-3 0,21 3 0,-14-7 0,19 0 0,-21-3 0,5-2 0,-10 2 0,0-2 0,-2-2 0,0-2 0</inkml:trace>
  <inkml:trace contextRef="#ctx0" brushRef="#br0" timeOffset="181855.27">21160 17099 5734,'1'7'0,"0"2"0,9 28 0,-5-13-1678,7 22 1678,-7-20 0,-1 2 0,2 14 0,-3-11 0,0 9 199,-4-5-199,0-11 348,-5 11-348,0-19 0,-8 5 0,4-14 853,-6-1-853,4-10 0,-1-6 0,1-3 0</inkml:trace>
  <inkml:trace contextRef="#ctx0" brushRef="#br0" timeOffset="182010.27">21114 16845 5734,'9'-6'0,"4"2"0,-4 4 0,2 2 0,-3 2 0,0 1 0</inkml:trace>
  <inkml:trace contextRef="#ctx0" brushRef="#br0" timeOffset="182623.27">21306 16979 5734,'-5'13'0,"1"0"0,1 5 0,2 16 0,0-12 0,4 21 0,2-25 0,1 5 0,6-7 0,-3-6 0,11 1 0,-9-10 0,10-8 0,-13-1 0,6-38 0,-11 29 0,2-22 0,-5 32 0,0 4 0,1 10 0,-1 1 0,3 16 0,0-9 0,2 5 0,9 4 0,-3-10 0,6 6 0,-7-12 0,1-3 0,4-5 0,-4-3 0,4-4 0,-1-13 0,-6 5 0,-1-25 0,-8 22 0,-8-21 0,4 25 0,-8-13 0,8 19 0,-2-4 0,5 9 0,1 0 0,1 2 0</inkml:trace>
  <inkml:trace contextRef="#ctx0" brushRef="#br0" timeOffset="183055.27">21678 17216 5734,'3'-8'0,"4"-1"0,6 3 0,-2 1 0,5 1 0,-7 4 0,-1 1 0,3 1 0,-5 0 0,2 2 0,-6 2 0,-1 0 0,-2 3 0,-4 5 0,-4 10 0,1-3 0,1 14 0,7-22 0,4 8 0,1-14 0,4-3 0,5-7 0,-4 0 0,5-4 0,-2-2 0,-4 1 0,4-5 0,-5 0 0</inkml:trace>
  <inkml:trace contextRef="#ctx0" brushRef="#br0" timeOffset="183471.27">21968 16836 5734,'-14'17'0,"2"0"0,6-1 0,-1 12 0,3-6-582,-2 11 582,5 3 0,1-8 0,2 10 0,3-12 190,2-2-190,6-1 0,2-1 0,2 0 0,2-2 0,1-4 0,-3-8 0,11-4 0,-15-7 0,4-4 0,-10-2 0</inkml:trace>
  <inkml:trace contextRef="#ctx0" brushRef="#br0" timeOffset="183626.27">21917 17047 5734,'13'-3'0,"2"0"0,3-1 0,8 0 0,-5 1 0,5-1 0,-7 3 0</inkml:trace>
  <inkml:trace contextRef="#ctx0" brushRef="#br0" timeOffset="185674.27">21528 18061 2660,'37'-11'0,"0"-1"0,0 0 0,1 1 0,-1-1 0,5-2 0,2 0 0,0-1 0,-2 1 0,-4 1-887,1-1 0,-4 1 1,1 0 886,8-4 0,1 0 0,-1-1 0,-8 0 0,-1 1 0,-2-1 0,3-2 0,-1-1 93,-7 4 1,0-1 0,-2-1-94,5-9 0,-4-1 0,-8 7 0,-1-2 0,7-17 0,-3-2 0,-12 18 0,-2-2 0,-2-5 0,-1-6 0,-1-2 0,-2 4 0,-1-12 0,-2 1-94,0 3 0,0-3 1,-1 5 93,-4 1 0,0 5 0,0 10 0,-1 2 0,-1-1 0,0 0 0,-1 2 0,0 0 0,-2 1 0,0-1 0,-1 2 0,0 0 0,-1 1 0,-2 0 0,-8-6 0,-2 0 0,5 7 0,0 0 0,-8-4 0,-1 1 0,-2 2 0,-5 0 0,5 7 0,-6-1 0,0 0 0,2 2 0,0-2 0,2 1 0,-2 1 0,-1 0 0,-2 0 0,-1 1 0,1 2 0,0 3 0,0 1 0,1 1 0,3 1 0,0 0 0,4 0 0,-4 0 0,-2 0 0,-3 0 0,-1 1 0,2 1 0,-6 2 0,1 2 0,3 0 0,6-1 0,2 1 0,-2 0 0,-9 2 0,-2 0 0,0 1 0,-3 2 0,0 2 0,2 0 0,9-2 0,2 0 0,-3 1 0,4-1 0,-3 1 0,0 1 0,1 0 0,-1 2 0,0 1 0,0 0 0,2 0 0,-2 1 0,1 0 0,-1 1 0,3-1 0,-1 0 0,-1 2 0,0 2 0,3 2 0,-1 2 0,0 1 0,1 0 0,3-1 0,-5 4 0,3-1 0,-2 4 0,7-4 0,-3 5 0,-1 1 0,1 1 0,2-1 0,5-2 0,-2 5 0,6-1 0,1 5 0,2-2 0,0 5 0,1 2 0,1-1 0,3-3 0,2 5 0,3-3 0,2 3 0,0-3 0,0 2 0,3 1 0,4-2 0,6 0 0,3 0 0,3-2 0,-1-2 0,3 2 0,1-2 0,3 0 0,-2-3 0,3 2 0,2-2 0,2-3 0,5-3 0,3-3 0,2-3 0,-2-1 0,3 2 0,0-4 0,2 1 0,-2-3 0,1 1 0,3-3 0,2-2 0,1-4 0,3-4 0,2-1 0,-2-1 0,-3-1 0,-5 0 0,-3-1 0,1 0 0,2-1 0,6 0 0,3-1 0,2 0 0,-2-1 0,-6-1 0,0-3 0,-5 0 0,2-3 0,-3 1 0,2-3 0,0 1 0,-3-1 0,0 0 0,-1 0 0,0-1 0,7-4 0,0-1 0,0 1 0</inkml:trace>
  <inkml:trace contextRef="#ctx0" brushRef="#br0" timeOffset="186655.27">18551 16563 5734,'-35'-32'0,"8"13"0,-2 2 0,-14-3-1093,4 7 1,-9 0 0,5 1-100,2 1 0,-1 2 1224,-1-1 1,-4 0-1,-3 2-32,6 2 0,-1 0 0,-1 2 0,-2 1 0,4 1 0,-2 1 0,0 1 0,0 0 0,0 0-34,0-1 0,1-1 0,-1 1 0,1 1 0,0 0 34,0 2 0,-1 1 0,0 0 0,3 1 0,3 1 0,-1 0 0,4 2 0,-3 1 0,-3 2 0,-2 3 0,0 0 0,1-1 0,-2 3 0,2-1 0,-2 2 0,3-1 0,-2 1 0,-1 1 0,2 2 0,8-2 0,1 2 0,0 0 0,2 0 0,1 0 0,-1-1 0,3 0 0,0 1 0,-3 5 0,4 0 0,-4 4 0,-1 3 0,0 2 0,1-1 0,2-1 0,4-2 0,0 1 0,3-2 0,2 1 0,0 6 0,4-2 0,-1 4 0,-1 4 0,1 2 0,1 0 0,2-1 0,2-3 0,3-4 0,3 5 0,4-5 0,2 0 0,0 4 0,0 5 0,1 5 0,1 1 0,2-3 0,4-5 0,7 2 0,5-5 0,2 0 0,3 1 0,2-1 0,2-1 0,-5-10 0,0-1 0,3 1 0,4-1 0,4 1 0,5 1 0,2-1 0,0 0 0,-1-3 0,2 1 0,-2-3 0,1 0 0,6 0 0,-10-7 0,3 1 0,3 0 0,2 0 0,0-1 0,-1-1 0,-1-1 0,-3-2 0,6 1 0,-4-2 0,0-2 0,1-1 0,5 0 0,-8-3 0,4 1 0,1-1 0,2 0 0,1-1 0,0-1 0,-2 0 0,-2 0 0,-3-2 0,4 0 0,-4-2 0,-1 0 0,0-1 0,0-1 0,3 0 0,1 0 0,2-1 0,1 1 0,0-2 0,1-1 0,-1-1 0,-1-1 0,1-3 0,0-2 0,0-2 0,0 0 0,-2-1 0,0 0 0,-2 1 0,-2 0 0,-2 1 0,-1 0 0,0-1 0,2-2 0,2-3 0,-6 1 0,2-1 0,2-3 0,2-1 0,0-2 0,1 0 0,-1 0 0,-2 1 0,-1-1 0,-3 2 0,-4 2 0,12-9 0,-6 1 0,-2 1 0,-1-1 0,3-3 0,-5 6 0,2-3 0,1 0 0,0-1 0,-1-1 0,-2 0 0,-2 0 0,-5 1 0,1-8 0,-4 0 0,-4 0 0,-2 1 0,0 1 0,0 0 0,-3 2 0,0 0 0,-2-2 0,4-6 0,1-1 0,-5-2 0,-13-2 0,-9 11 0,-10-2 0,-5-2 0,-5-1 0,-2 1 0,0 2 0,3 2 0,5 5 0,-2-4 0,4 6 0,-1 0 0,-6-3 0,2 2 0,-4-3 0,-3-3 0,-2-1 0,-1 2 0,1 3 0,1 4 0,3 8 0,-7 3 0,1 7 0,1 4 0,2 0 0,-4-3 0,3 0 0,-2 1 0,3 1 0,-1-1 0,0 1 0,2 1 0,-11-3 0,-1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01T01:52:58.9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9863 9130 5734,'-4'0'0,"2"0"0,-1 0 0,2 0 0,-1 0 0,-1-1 0,2 0 0,-1 1 0,1-1 0,-1 1 0,0 0 0,-2-1 0,1 0 0,-2-1 0,2 1 0,-2-1 0,1 1 0,-1-1 0,1 1 0,-4-2 0,3 1 0,-3-1 0,1 1 0,2 0 0,-5-1 0,6 2 0,-5 1 0,6 0 0,-1 2 0,-4 0 0,3 1 0,-15 9 0,10-5 0,-6 6 0,11-9 0,0 2 0,-1 0 0,-1 3 0,1-3 0,-1 2 0,1-1 0,2-2 0,0 1 0,1-2 0,1 4 0,1-3 0,-1 3 0,2-6 0,0 1 0,1 0 0,-1 0 0,2 0 0,-1-1 0,1 1 0,4 0 0,-2 0 0,3 0 0,2-1 0,-1 0 0,10 2 0,-7-2 0,5 2 0,-3-1 0,-5 0 0,4 0 0,-2 1 0,-3-2 0,1 3 0,0-3 0,-2 1 0,0-1 0,0 1 0,-2-1 0,1 2 0,2 5 0,-4-5 0,1 5 0,-4-5 0,0-1 0,0 2 0,1-1 0,-1 3 0,-1 0 0,-2 0 0,-6 4 0,4-4 0,-9 7 0,3-4 0,0-1 0,0-2 0,-1-4 0,4-1 0,-9-1 0,11-1 0,-7-1 0,9 0 0,-2 1 0,0-3 0,3 2 0,-6-4 0,6 3 0,-7-2 0,4 3 0,-3 1 0,4 0 0,-1 1 0,1-1 0</inkml:trace>
  <inkml:trace contextRef="#ctx0" brushRef="#br0" timeOffset="850">9957 9053 5734,'-3'7'0,"1"-2"0,-1 3 0,2-3 0,-1 6 0,2-6 0,0 7 0,1-6 0,0 3 0,-1 0 0,-1-2 0,-2 10 0,2-6 0,-1 14 0,1-13 0,1 8 0,0-2 0,0-5 0,2 28 0,-1-24 0,1 17 0,-1-26 0,-1 3 0,0-4 0,0 3 0,1-4 0,0-1 0,1 0 0,-2-1 0,1 0 0,0 0 0,0 0 0,1-1 0,2 0 0,-2-1 0,1-1 0,0 0 0,2 1 0,-1-1 0,1 0 0,0 0 0,2 2 0,-2-2 0,3 1 0,-1-1 0,-1-1 0,1 1 0,-3 0 0,-1 1 0,1 0 0,0-1 0,3-1 0,-1 0 0,1-1 0,0-2 0,-3 2 0,2-1 0,-1-1 0,-2 2 0,3-2 0,-4 3 0,0-1 0,-1 0 0,1-1 0</inkml:trace>
  <inkml:trace contextRef="#ctx0" brushRef="#br0" timeOffset="1185">9932 8985 5734,'8'6'0,"-1"-1"0,11 3 0,-9-4 0,10 4 0,-12-6 0,1 0 0,0 0 0,-1-1 0,0 1 0,1 0 0,-2 0 0,-1-1 0,-2 0 0</inkml:trace>
  <inkml:trace contextRef="#ctx0" brushRef="#br0" timeOffset="1946">10132 9151 5734,'4'16'0,"0"8"0,-1-5 0,1 4 0,-3-7 0,1-1 0,-1-1 0,0-2 0,1 2 0,-2-6 0,0 4 0,0-8 0,0 0 0,-2-9 0,0-3 0,0-3 0,1 0 0,2-9 0,0 7 0,3-13 0,-2 13 0,7-22 0,-5 19 0,4-13 0,-3 13 0,-1 5 0,5-8 0,-4 11 0,5-5 0,-6 8 0,5-1 0,-5 5 0,8 6 0,-7 1 0,5 5 0,-4 0 0,0-2 0,1 4 0,-1 2 0,-1-3 0,3 16 0,-4-13 0,3 23 0,-5-21 0,-1 12 0,-1-8 0,1-1 0,2 8 0,-1-12 0,0-1 0,-1-12 0,-2 1 0,0-2 0,0-1 0</inkml:trace>
  <inkml:trace contextRef="#ctx0" brushRef="#br0" timeOffset="2749">10421 8976 5734,'15'-2'0,"-4"0"0,6-1 0,1 2 0,-4 0 0,3 1 0,-2 0 0,-5 1 0,3 0 0,0 2 0,-8-1 0,5 1 0,-10-2 0,0 2 0,0-1 0,-2 1 0,1 1 0,-1-2 0,1 1 0,-2-1 0,2 1 0,-4 2 0,2-1 0,-2 3 0,3-3 0,-1 1 0,1-1 0,-1 3 0,1-2 0,-1 3 0,2-2 0,0 2 0,-1 0 0,1 13 0,0-7 0,1 12 0,1 0 0,0-5 0,2 7 0,0 2 0,0-7 0,3 8 0,0 0 0,1-8 0,0 6 0,0-6 0,-2-6 0,1 1 0,-2-4 0,-2-5 0,-1 0 0,-5-2 0,-2-3 0,-12 4 0,-21 1 0,12-1-492,-14 2 492,26-5 0,-5 2 0,8-2 0,-1 1 0,10-6 0,2-2 0</inkml:trace>
  <inkml:trace contextRef="#ctx0" brushRef="#br0" timeOffset="7019">8402 8495 5734,'-7'0'0,"1"0"0,-2 0 0,2 1 0,-4 0 0,0 2 0,1-1 0,-6 3 0,7-2 0,-3 2 0,5-2 0,1 1 0,-5 4 0,5-3 0,-4 3 0,2 2 0,2-3 0,-3 5 0,6-6 0,-1 0 0,2 1 0,1-2 0,1 1 0,2 4 0,0-3 0,7 9 0,-3-8 0,9 5 0,-7-7 0,6 0 0,22 3 0,-19-4 0,18 4 0,-26-6 0,-2 2 0,-1-2 0,0 1 0,0 1 0,-2 0 0,1 0 0,-4 0 0,0 0 0,-2 1 0,-10 9 0,2-6 0,-8 7 0,5-7 0,-1 0 0,-13 7 0,9-6 0,-16 10 0,21-13 0,-6 2 0,12-7 0,-1-1 0,3-1 0,1 1 0,0 0 0,-4 0 0,3-3 0,-3 1 0</inkml:trace>
  <inkml:trace contextRef="#ctx0" brushRef="#br0" timeOffset="7684">8579 8486 5734,'-4'3'0,"-1"2"0,1-2 0,-3 4 0,3-3 0,-1 2 0,-4 3 0,3-3 0,-7 9 0,7-8 0,-5 9 0,5-8 0,0 4 0,0 7 0,2-7 0,-2 18 0,5-16 0,0 8 0,2-10 0,0 0 0,1 0 0,3 12 0,0-10 0,3 10 0,8 2 0,-6-11 0,9 8 0,-10-16 0,-1-1 0,5-1 0,-3-3 0,3-1 0,-3-3 0,-2-1 0,0-1 0,-5-4 0,-1 1 0,-2-3 0,-1 3 0</inkml:trace>
  <inkml:trace contextRef="#ctx0" brushRef="#br0" timeOffset="8522">8657 8576 5734,'0'12'0,"0"-1"0,0 0 0,0-1 0,0 3 0,2 2 0,-1-4 0,1 3 0,0 0 0,-1-3 0,1 2 0,0-1 0,-1-3 0,0 3 0,0-2 0,-1-3 0,2 9 0,-2-10 0,2 3 0,-2-7 0,0-2 0,0-5 0,0 3 0,0-6 0,1 4 0,0-2 0,1-4 0,0 2 0,0-4 0,2-3 0,0 4 0,1-5 0,3-6 0,-2 9 0,4-14 0,-4 16 0,1-3 0,1 3 0,-3 3 0,2-1 0,2-1 0,-5 6 0,5-1 0,-7 6 0,2 4 0,0-1 0,0 4 0,2 3 0,-2-1 0,1 3 0,2 8 0,0 3 0,-1 2 0,0-2 0,-2 3 0,-1-10 0,2 20 0,-3-22 0,0 5 0,0-10 0,-1-3 0,-1 0 0,-2-2 0,0-2 0,0 0 0,0-3 0</inkml:trace>
  <inkml:trace contextRef="#ctx0" brushRef="#br0" timeOffset="9205">8911 8472 5734,'5'6'0,"0"-1"0,0 0 0,-1-1 0,2 1 0,0 0 0,-1-1 0,1 0 0,0 2 0,-1 0 0,1 3 0,1 3 0,-2-3 0,3 4 0,0 0 0,-2-2 0,2 5 0,-1 2 0,-2-3 0,2 6 0,-4 27 0,-1-23 0,-2 0 0,0-1 0,-1-5 0,-4 12 0,2-12 0,-2 10 0,3-16 0,-1-2 0,0-1 0,0-1 0,-4 1 0,-3-1 0,-1-1 0,-1-2 0</inkml:trace>
  <inkml:trace contextRef="#ctx0" brushRef="#br0" timeOffset="32411">9303 7275 5734,'2'4'0,"0"-1"0,1 0 0,0-1 0,1-1 0,6 2 0,-3-2 0,26 4 0,-20-4 0,14 2 0,-16-3 0,-3 0 0,3 0 0,3 0 0,-6 1 0,11 1 0,-3-1 0,-2 0 0,7 1 0,-12 0 0,7 1 0,-7-2 0,2 0 0,-3-1 0,6 1 0,-3-1 0,4 0 0,0 1 0,-3 0 0,4 1 0,0 0 0,-4-1 0,4 1 0,-1-1 0,-4 1 0,4 0 0,0-1 0,-3 1 0,4 0 0,2-1 0,-5 1 0,6 0 0,0 0 0,-2-2 0,5 2 0,7-2 0,1 0 0,-1 0 0,2 1 0,-1-1 0,-1 0 0,-7 0 0,24 1 0,-22 0 0,13 0 0,-10 0 0,-6 0 0,5 1 0,8-2 0,-12 0-463,13 0 463,-15-1 0,1-1 0,0 1 0,18-1 0,-13 0-571,13 0 571,-18 1 0,0 0 0,0-1 0,9 2 0,-6-1 435,7 1-435,2-2 0,-7 2 0,8-1 0,0 0 0,-7 0 599,7 0-599,-2 0 0,-6 0 0,6-1 0,0 0 0,-7 1 0,8 0 0,0 1 0,-8 0 0,7 0 0,1 0 0,-9 0 0,18 1 0,2 1 0,-7 0-906,5 1 906,-19-2 0,1 0 0,23 2 0,-17-2 0,-5 0 0,0-1 0,1 0-565,2 0 565,0 0 0,8 1 0,1 0 0,1-1-538,-2 1 1,-1 0 537,-10 0 0,21 2 0,-16-2 0,17 0-544,-23-1 544,1 0 694,-2-1-694,22-3 0,-17 2 0,4-1 0,-2 1 0,-4 1 64,13-1-64,-19 2 0,-1 0 1106,-1 0-1106,14 1 0,-12 0 0,22 0 0,-25 1 0,15 1 0,-20-2 0,5 2 685,-9-1-685,-2-1 0,1 1 0,-2 0 541,-2 0-541,-2-1 0,0-1 0,-6-2 0,-2 0 0,-18-3 0,2 1 0,-12-2 0</inkml:trace>
  <inkml:trace contextRef="#ctx0" brushRef="#br0" timeOffset="33641">10587 6279 5734,'-2'-6'0,"0"2"0,2 1 0,0 2 0,0 0 0,1 4 0,-1-2 0,1 4 0,-1-2 0,1 2 0,-1 0 0,0 7 0,0-3 0,1 14 0,0-10 0,1 9 0,1-1 0,-1-5 0,2 7 0,-1 1 0,0-5 0,1 23 0,-2-20 0,-1 14 0,-1-9 0,0-5 0,-1 2 0,0 1 0,0 3 0,-1 2 0,1 6 0,-1-5 0,1 5-634,-1 3 0,1-2 634,1-16-352,-1 7 352,1-7 0,-2 6 0,1-4 0,-1-5 0,0 4 0,1-3 0,-2 7 0,1-5 0,0 2 0,0-10 0,1 5 0,0-3 1218,-1 3-1218,1-2 402,1-4-402,-2 2 0,2-1 0,0-4 0,0 3 0,0-5 0,-1 0 0,1-1 0,-1 0 0,0 4 0,-1-2 0,1 2 0,-1 1 0,1-3 0,-2 2 0,1 1 0,1-4 0,-1 2 0,2-6 0,0 0 0,0-1 0,0 1 0,1-7 0,0 2 0,-1-6 0,-2 3 0,-2-4 0,-3-2 0,-1-5 0,-3-4 0</inkml:trace>
  <inkml:trace contextRef="#ctx0" brushRef="#br0" timeOffset="34874">10503 6348 5734,'-4'-1'0,"0"-1"0,4 0 0,0 1 0,0-1 0,0 1 0,0-1 0,0 0 0,2 1 0,-1 0 0,2 1 0,0 1 0,2 1 0,-2 0 0,2 4 0,-3-2 0,2 4 0,-4-3 0,2-1 0,-2-3 0,-2-1 0,2-11 0,0 7 0,0-10 0,2 9 0,-1 0 0,1-1 0,0 1 0,1 0 0,1-1 0,-1 2 0,2-2 0,1 2 0,-2 0 0,0 2 0,1 1 0,-3 0 0,2 2 0,-2 0 0,0 2 0,-1 0 0,0 1 0,0 4 0,0-2 0,0 2 0,-3 0 0,2-2 0,-3 1 0,0-1 0,0-1 0,-1 2 0,-1-4 0,-3-2 0,2-2 0,0-4 0,2 1 0,2-2 0,-1 1 0,1-6 0,0 4 0,1-4 0,2 2 0,-1 1 0,2-3 0,0 4 0,4-5 0,-4 6 0,4-3 0,-6 9 0,1 0 0,-2 4 0,-1 1 0,-2 2 0,0 0 0,-2 1 0,2-3 0,-1 2 0,2-3 0,0-1 0,1-1 0,0-1 0,1-2 0,3-3 0,2 1 0,6-7 0,-1 3 0,4-3 0,2-1 0,-4 3 0,3-1 0,3 0 0,-9 7 0,5-1 0,-11 6 0,-3 3 0,-1-2 0</inkml:trace>
  <inkml:trace contextRef="#ctx0" brushRef="#br0" timeOffset="35908">10956 6413 5734,'0'11'0,"0"5"0,0-4 0,0 5 0,1 0 0,-1-3 0,0 3 0,1 1 0,0-4 0,0 5 0,1 0 0,-1-4 0,2 11 0,-1 4 0,-1-6-274,0 5 274,-1-13 0,0 0 0,0 7 0,1-7 0,-1 5-60,1-1 60,0-6 0,0 4 0,1 15 0,-1-18 0,0 17 0,-1-21 0,1 6 0,0-5 272,0 5-272,1-1 62,-1-2-62,1 2 0,0 2 0,-1-4 0,1 4 0,0 0 0,0-4 0,-1 3 0,0-2 0,1-3 0,-2 3 0,2 0 0,-1-4 0,1 5 0,-1-6 0,0 0 0,1-1 0,-1 0 0,0 1 0,0-3 0,0 2 0,-1-3 0,1-1 0,-1 0 0,2 3 0,-1-6 0,0 4 0,1-8 0,0 0 0,0-9 0,0 2 0,-2-7 0,-1 3 0,-1-1 0</inkml:trace>
  <inkml:trace contextRef="#ctx0" brushRef="#br0" timeOffset="36615">10918 6455 5734,'6'-14'0,"-1"2"0,-2 8 0,0 0 0,1 0 0,-1 1 0,6-1 0,-4 2 0,6 0 0,-2 5 0,-1-1 0,0 4 0,-4-2 0,-5 9 0,0-5 0,-7 10 0,4-11 0,-3 4 0,3-5 0,1-3 0,-2-1 0,2-2 0,-2-10 0,3 3 0,0-17 0,3 11 0,3-15 0,-1 16 0,8-10 0,-5 14 0,6-5 0,-6 10 0,1-1 0,-2 12 0,-3-4 0,1 8 0,-2-6 0,-1 1 0</inkml:trace>
  <inkml:trace contextRef="#ctx0" brushRef="#br0" timeOffset="37276">11395 6468 5734,'5'9'0,"2"11"0,-5-9 0,4 24 0,-2-16 0,-2 7 0,0 1 0,0 0 0,1 18 0,-2-8 0,0-8 0,-1 8 0,1-9 0,0 0 0,-1 2-382,2-3 0,-1-2 382,0-5 0,1-2-265,-1 8 265,1-8 0,0 6 0,1-2 0,-1-7 0,0 5 0,-2-4 0,4 7 0,-3-6 742,3 1-742,-2-9 287,-1-2-287,0 0 0,-1-1 0,1-2 0,0 1 0,1 0 0,-1-2 0,1 0 0,-2-1 0,1-2 0,-4-6 0,0 3 0,-3-5 0,3 4 0,-2 0 0,2 0 0</inkml:trace>
  <inkml:trace contextRef="#ctx0" brushRef="#br0" timeOffset="37941">11370 6468 5734,'2'-5'0,"0"1"0,4-4 0,-3 4 0,7-6 0,-4 6 0,4-1 0,0 1 0,-2 3 0,2 0 0,-2 4 0,-2 0 0,1 5 0,-5-3 0,-1 3 0,-5 2 0,-1-2 0,-3 4 0,-5 0 0,2-2 0,-15 7 0,14-10 0,-7 2 0,4-13 0,7 0 0,-3-5 0,10 2 0,1-3 0,1 1 0,2-3 0,4-1 0,-1 4 0,4-3 0,-1 5 0,0 0 0,7 0 0,-2 2 0,2 2 0,-3 6 0,-8 0 0,2 3 0,-3-2 0,0 0 0</inkml:trace>
  <inkml:trace contextRef="#ctx0" brushRef="#br0" timeOffset="38566">11836 6482 5734,'4'30'0,"0"-2"0,-3-9 0,2 26 0,-2-15 0,0-5 0,0 1 0,-1 15 0,0-8 0,-1-5 0,2 2 0,-1 5 0,1 0 0,0-10 0,-1 0-439,1 7 0,0-3 439,1-7-445,-1 8 445,1-9 0,-1 6 0,0-3 0,0-7 0,-1 6 0,1-6 0,-1-6 0,2 3 836,-2-5-836,1-1 487,-1 1-487,0 0 0,1-4 0,-1 2 0,2-3 0,-2-1 0,1 0 0,1-2 0,-1-1 0,-7-13 0,1 5 0,-7-11 0,6 8 0</inkml:trace>
  <inkml:trace contextRef="#ctx0" brushRef="#br0" timeOffset="39067">11799 6526 5734,'8'6'0,"3"9"0,-6-6 0,3 17 0,-5-13 0,0 7 0,-4-5 0,0-6 0,-1 6 0,1-9 0,-1-2 0,1-6 0,-2-2 0,1-6 0,1 2 0,2-14 0,2 10 0,12-16 0,-6 16 0,7-5 0,-4 10 0,-5 4 0,2-2 0</inkml:trace>
  <inkml:trace contextRef="#ctx0" brushRef="#br0" timeOffset="39930">10124 6513 5734,'2'10'0,"0"6"0,-1-2 0,1 6 0,0 7 0,0-5 0,0 9 0,0 6 0,-2-7 0,1 10 0,-1 2-1146,0-9 1146,-1 10 0,0-1 0,-1-1 0,-1 1-665,1 0 0,-1-2 665,1-13 0,-1 10-570,1-11 570,0 8 0,0-12 0,0 8 0,1-7 684,0 5-684,1-10 0,2 16 0,-1-17 0,2 10 1350,-1-16-1350,-1-5 731,2 0-731,-4-7 0,-2-8 0,-1 0 0,-3-8 0,0 3 0</inkml:trace>
  <inkml:trace contextRef="#ctx0" brushRef="#br0" timeOffset="40624">10113 6571 5734,'4'10'0,"0"0"0,-3 1 0,-1 9 0,-2-8 0,-1 9 0,1-14 0,-1 1 0,1-6 0,0-2 0,0-3 0,1-2 0,0-3 0,-1-12 0,1 6 0,-1-9 0,2 12 0,-1 1 0,1 1 0,1-2 0,1 5 0,5-2 0,-2 8 0,7 2 0,-5 1 0,3 0 0,0 1 0,-5-2 0,3 0 0,-8-1 0,1-2 0,-7-5 0,3 2 0,-2-4 0,1 4 0,3 1 0,-1 0 0,1 1 0,0 0 0,0 1 0,1 0 0,-1 0 0</inkml:trace>
  <inkml:trace contextRef="#ctx0" brushRef="#br0" timeOffset="40842">10143 6521 5734,'-1'-3'0,"0"1"0,0 1 0,-1 1 0,1-2 0,-1 0 0,0 1 0,-4-2 0,3 0 0,-5-3 0,4 2 0,0-3 0,1 1 0,2 1 0,-1 0 0,1-1 0,0 3 0,1-2 0,1 4 0,4-1 0,-2 1 0,1 0 0,-3 1 0</inkml:trace>
  <inkml:trace contextRef="#ctx0" brushRef="#br0" timeOffset="41526">9757 6590 5734,'-2'20'0,"1"-6"0,0 33 0,2-22-1311,1 15 1311,1-15 0,-1 0-74,0 1 0,1 1 74,1 20 0,-2-18 0,1 0-364,-1 11 364,0-13 0,-2-2-105,0 9 105,0-9 0,0 5 0,0 1 0,0-12 0,-2 20 0,2-26 0,-1 9 589,1-14-589,1-1 427,-1 0-427,1 0 784,-1-1-784,1 1 128,-1-3-128,0 2 0,0-1 0,2 0 0,-2 0 0,2-1 0,-2-3 0,1-7 0,-1 0 0,1-6 0,0-3 0,0 1 0,0-7 0,1 1 0,-1-2 0</inkml:trace>
  <inkml:trace contextRef="#ctx0" brushRef="#br0" timeOffset="42040">9726 6548 5734,'15'-3'0,"2"0"0,-2 0 0,9 1 0,-8 2 0,5 2 0,-4 3 0,-5-1 0,0 4 0,-8 11 0,-3-7 0,-5 11 0,-4-12 0,-11 7 0,5-8 0,-9 5 0,6-10 0,4-2 0,-11-7 0,13 0 0,-3-6 0,9-4 0,3 2 0,2-5 0,7-1 0,2 4 0,4-4 0,5 3 0,-4 5 0,4-1 0,-1 6 0,-5 3 0,7 0 0,-9 8 0,-1-1 0,-6 6 0,-5-4 0,-2 0 0,0-1 0</inkml:trace>
  <inkml:trace contextRef="#ctx0" brushRef="#br0" timeOffset="44700">6873 11056 5734,'18'5'0,"-2"-1"0,-8-2 0,6 0 0,-3 0 0,3 0 0,2-1 0,-4 0 0,4 0 0,15-1 0,-14 0 0,15 0 0,-20 0 0,8 0 0,-5 0 0,7 0 0,2 0 0,-4 0 0,6 0 0,2-2 0,-5 1 0,7-2 0,1-1 0,-8 1 0,8-2 0,0 2 0,-8 1 0,8 0 0,-2 3 0,-6 0 0,5 0 0,-2 1 0,-6-1 0,5 2 0,7 1 0,-11-2 0,25 4 0,-19-2 0,-3-1 0,1 0 0,2 0-414,5 1 414,-15-3 0,1 0 0,8 0 0,-5 0 0,6-1 0,8 0 0,-12 1 0,9-1 0,1 1 0,-6 0-382,-2-1 1,0 0 381,-4 0 0,0-1 0,19-3 0,-14 3-179,2-2 1,0 0 178,-4 2 0,20-3 0,-24 3 0,5-1 0,8 0 0,-12 0 0,3 1 0,0-1 0,-2 0-121,21-1 121,-22 2 0,7-1 0,9 0 0,-14 1 0,4 0 0,-1 0 0,-2 2 0,19 0 0,2 0 0,-12 0-469,10 1 1,-2-1 468,-16 0 0,8-1 645,-11 1-645,9-2 0,-8 1 339,6 0-339,-2 0 0,8 0 0,1 0 122,-3 0-122,-1 0 0,-13-1 1486,8 0-1486,2-1 0,-6 0 0,7-1 0,1 0 0,-8 1 0,23-2 0,-23 3 0,13-1 0,-11 0 0,-5 0 0,6 0 0,2 1 0,-7-1 0,8 0 0,-1 0 0,-6 1 0,25-2 0,-23 1 0,13 1 0,-10 0 0,-6 1 0,11-2 0,2 0 0,-4 0-531,0-1 1,-1 1 530,-5-1 0,0 0-699,12-1 699,-9 0 0,7 1 0,9-2 0,-16 2 0,11-1 0,0 0 0,-9 1 0,0 0 0,-2 1 0,-7 1 0,0 0-114,0-1 114,-1 1 0,-2 0 0,14 1 0,-11-2 0,18 1 0,-21-1 966,5 0-966,6 0 0,-10 0 0,26-4 0,-25 3 770,19-5-770,-20 5 0,5-1 0,-1 0 0,-5 1 0,4 0 0,23-4 0,-24 4-155,22-2 155,-31 3 0,0 0 0,-1 1 0,0-1 0,5 0 0,-6 1 0,6-1 293,-10 1-293,3 1 0,-5 0 0,1 0 0,-3 0 0,0-2 0,-3 1 0,-10 1 0,-4 1 0,-7 2 0,2 0 0</inkml:trace>
  <inkml:trace contextRef="#ctx0" brushRef="#br0" timeOffset="46568">3531 10097 5734,'-3'-5'0,"-3"-2"0,1 1 0,-3-2 0,-5-1 0,1 2 0,-6-3 0,-7-1 0,4 3 0,-9-4 0,-5 0 0,7 2 0,-11-3 0,1 2 0,-2 0 0,-5-3-1009,3 3 1,0 0 1008,2 2 0,-2 1 0,11 4 0,0 1 0,7 1 0,-1 1-117,-6-1 1,-2 2 116,-9 4 0,1 1 0,15-2 0,-3 2 0,-10 5 0,-10 3 0,0 1 0,8-1-1200,7-2 0,1 0 1200,0 1 0,-4 1 0,0 0 0,5 0 0,-2 2 0,5-1-492,6-3 1,-1 0 491,-6 4 0,-2 0 170,-5 5 0,1 0-170,12-8 0,1 2 0,-19 10 0,2 1 0,6-2 0,13-8 0,1 0 0,-2 5 0,3 0 0,-5 5 0,2 5 0,1 0 0,8-4 0,2-1 0,3 0-135,3-1 135,2 7 2066,4 12-2066,1-20 0,1 2 0,2 9 0,1 0 248,-2-9 0,1-2-248,6 20 0,-3-20 594,6 9-594,-3-9 0,5 6 0,9 4 0,-8-13 0,11 6 0,2-1 0,-6-7 0,0-1 0,0-2 0,-3-5 0,22 4 0,-13-4 0,-7-3 0,2 0 0,16 4 0,-8-3 0,11 3 0,2-1 0,-10-2 0,-13-3 0,2 0 0,-1-1 0,0 0 0,13 2 0,3-1 0,1-1 0,4 0 0,-13-3 0,5 1 0,-4 0 0,14-2 0,-11 0 0,1 0 0,-7-1 0,-2-1 0,16-1 0,-16 1 0,0-1 0,0 0 0,-1 1 0,14-3 0,-8 1 0,3 0 49,-2-2 1,1-1-50,8-1 0,0-1 0,-7 1 0,-1-1-544,-3 1 1,-3-1 543,4-2 0,-1 0 0,-3-1 0,2 1 0,7-5 0,-9 5 0,1-1 0,-6 2 0,-2 1 0,12-6 0,-13 6 0,2-1 24,11-7 0,-1 0-24,5-2 0,-5 1 0,-1 1 0,-7 2 0,0 1-150,8-5 150,-9 4 0,4-3-114,-5-1 114,-7 6 1053,3-5-1053,0-5 970,-8 7-970,6-16 0,-10 15 848,1-8-848,-3-2 0,-2 6 605,-1-8-605,-1-2 0,-1 7 0,-1-8 0,-1 0 0,-1 8 0,-1-7 0,-3 0 0,-1 8 0,-2-7 0,-15-8 0,-3-1 0,0 4-644,9 9 0,-4-3 1,3 6 643,-6 1 0,-3 1-354,-2 0 354,5 8 0,-1 0 0,-16-6-248,14 8 1,-4 0 247,0 6 0,-3 1 0,2 1 0,0-1 0,-2 2 0,1 3 0,-7 2 0,-3 0 0,3 2 0,6-1 0,-6 3 0,3 1 0,2 1 0,1-1 0,0 0 0,0 1 0</inkml:trace>
  <inkml:trace contextRef="#ctx0" brushRef="#br0" timeOffset="65409">7746 11331 5734,'1'3'0,"0"-1"0,1-2 0,0-1 0,0-1 0,-1 0 0,-3 1 0,1 0 0,-3 1 0,3-2 0,0 1 0,1-1 0,0 1 0,0-1 0,-1 13 0,1-4 0,-1 13 0,1 15 0,1-10 0,-1 17 0,2-6 0,-1-6 0,0 1 0,-1 0 0,0 3 0,2 10 0,-1 0 0,0-15-237,1 0 0,0-4 237,-1-16 0,1-2 0,-1-2 0,2-2 0,-1-3 0,1-1 0,3-4 474,-3 1-474,1-1 0,-3 3 0,-2 0 0,1 0 0,-1 2 0,-1-1 0</inkml:trace>
  <inkml:trace contextRef="#ctx0" brushRef="#br0" timeOffset="66075">7883 11534 5734,'5'13'0,"-1"-1"0,-1 3 0,-1-1 0,-2 0 0,1 14 0,-2-10 0,1 23 0,-1-23 0,1 14 0,0-19 0,0 2 0,-1-4 0,0-6 0,1-2 0,0-23 0,1 6 0,1-29 0,-1 24 0,5-25 0,-3 26 0,4-11 0,6 3 0,-6 14 0,7-8 0,-9 18 0,2 4 0,-1 2 0,1 3 0,0 6 0,-2 0 0,0 4 0,-1 7 0,-3-4 0,0 15 0,-2-16 0,-1 5 0,0-12 0,0 2 0,1-6 0,0 2 0,1-7 0,0-2 0,3-11 0,1 0 0,1-9 0,3-5 0,-2 3 0,3-6 0,0 0 0,-2 8 0,2-4 0,0 6 0,-3 6 0,3-1 0,-1 6 0,0 4 0,0 2 0,1 8 0,-2 1 0,1 6 0,2 24 0,-5 0 0,2 7 0,-5-4 0,-4-23 0,0 4 0,-3-5 0,2-6 0,-3 1 0,4-9 0,0-2 0</inkml:trace>
  <inkml:trace contextRef="#ctx0" brushRef="#br0" timeOffset="66913">8222 11585 5734,'6'16'0,"2"7"0,-3-4 0,1 7 0,-1 9 0,-2 1 0,1 2-1316,1 0 1,-2-1 1315,-1-9-516,1 20 516,-2-18 16,1-3 1,-1-2-17,1-5 0,-1 4 0,-1-4 1141,-1-11-1141,0 3 1118,-1-12-1118,0-2 855,-6-13-855,2 3 0,-5-20 0,6 10 0,-1-9 0,2-8 0,3 8 0,0-10 0,3 15 0,1 0 0,2-7-454,-1 8 1,1 1 453,2 0-368,1 1 368,0 3 0,9-12 0,-6 13 0,14-9 0,-15 22 0,10 1 0,-7 10 0,-2 2 0,-1 5 872,-4 3-872,-4-2 403,-2 4-403,-3-3 0,-4 1 0,-2 1 0,-8 7 0,3-5 0,-5 6 0,-1-4 0,5-5 0,-14 7 0,17-15 0,-6 1 0,14-10 0,2-3 0,1-1 0,4-9 0,2 3 0,3-7 0,3-3 0,-2 4 0,3-6 0,2 1 0,-4 8 0,5-2 0,-2 7 0,-4 4 0,3-1 0,-1 3 0,-3 3 0,2 0 0,-3 4 0,-1 2 0,1 2 0,-1 3 0,2 11 0,-2-3 0,0 9 0,-2 3 0,-1-8 0,1 7 0,1 6 0,-1-19 0,3 10 0,-3-25 0,3-7 0,-1-1 0,3-6 0,0-17 0,-4 9 0,0-5 0,-1-1 0,0-5-569,0-5 569,-1 13 0,-3 12 0,3 1 0,-2 8 0,5 16 0,-3 1 0,4 24 0,-4-15 0,1 9 0,2-1 0,-2-8 569,1 4-569,-1-5 0,-1-9 0,0 1 0,-1-9 0,-1-5 0,0-4 0,0-12 0,-1 1 0,1-8 0,-1 3 0</inkml:trace>
  <inkml:trace contextRef="#ctx0" brushRef="#br0" timeOffset="67141">8583 11379 5734,'1'-7'0,"4"16"0,-2 1 0,3 14 0,-3-3 0,-1 3 0,2 17 0,-1-7-327,2 11 327,2 1-1156,-2-11 1156,2 9 0,0 1 0,-2-17-273,0-4 0,1-1 273,0-9 0,5 4 0,-6-16 271,1-2-271,-1-8 1120,-1-1-1120,2-3 159,-1 0 1,1 0-1,1 0 1</inkml:trace>
  <inkml:trace contextRef="#ctx0" brushRef="#br0" timeOffset="67681">8804 11550 5734,'-6'-1'0,"-2"0"0,-16 11 0,10-4 0,-12 9 0,14 1 0,3-2 0,1 4 0,8 9 0,1-11 0,9 16 0,-2-18 0,6 4 0,1-3 0,-4-4 0,5 3 0,-2 0 0,-6-5 0,-1 6 0,-10-7 0,-4 4 0,-11 2 0,3-3 0,-6 3 0,-19 3 0,23-11 0,-16 4 0,30-13 0,6-3 0,1-1 0,15-8 0,-6 6 0,13-4 0,2 0 0,-7 2 0,1 1 0,1-1 0,3-9 0,-10 7 0,2-3 0,0-2 0,-4 3 0,13-21 0,-20 20 0,3-7 0,-10 8 0,-1 3 0,-10-6 0,4 10 0,-17 0 0,12 10 0,-7 5 0,8 3 0,-5 21 0,7 12 0,-1 0-848,9 0 848,4-22 0,3-1 0,1-2 0,8 2 0,-2-6 0,6 0 0,5-10 0,-6-6 0,7-3 0,-8-5 0,2-3 0,1-2 0</inkml:trace>
  <inkml:trace contextRef="#ctx0" brushRef="#br0" timeOffset="68675">9186 11331 5734,'-6'12'0,"1"3"0,0 24 0,3-11-962,1-4 1,0 1 961,2 5 0,2 3 0,-1 0 0,2 0 0,-1-1 0,1-3 597,-1 0-597,1 6 0,-1-11 314,0 3-314,-1-8 0,-1-12 0,-1-7 1012,-1-12-1012,-3-19 0,2 6 0,-1-12 0,2-7-1205,2 9 1205,1-10 0,2 18 0,0 1 0,2-6 0,1 5 0,1 1-268,1 6 268,4-2 0,1 8 0,-2 6 0,14 3 0,-8 19 0,-1-1 0,-8 11 0,-10-5 0,-6 10 0,-1-6 0,-4 7 0,-5-1 0,3-7 1169,-6 4-1169,-12 3 0,16-16 304,-12 8-304,21-20 0,0-1 0,3 1 0,1 4 0,6-1 0,13 17 0,-5-8 0,23 20 0,-17-18 0,3-1 0,2-1 0,-4-4 0,25-1 0,-23-12-332,11-5 332,-15-2 0,2-2 0,-1-1 0,11-16 0,-12 10 0,-1-3 0,-2-1 0,-6 2 0,0-7 0,-10 17 0,-3 6 0,-6 0 0,1 4 0,-11 7 332,11 1-332,-11 30 0,17-19-204,-3 19 204,10-21 0,7 6 0,-1-8 0,16 6 0,-10-15 0,25-6 0,-19-3 0,12-7 0,-8-2 0,-6 2 0,4-4 0,-2-2 0,-5 4 0,3-6 0,-5-3 0,-5 5 0,-1-4 204,-7 8-204,-3 4 0,-4 4 0,-7 8 0,2 4 0,-4 13 0,1 4 0,6-4-310,-8 25 310,22-31 0,9 8 0,-4-8-63,10 8 63,-11-13 0,2 1 0,-4 1 0,-5-5 0,-1 4 308,-6-5-308,-1 1 65,-6 3-65,4-4 0,-5 3 0,9-6 0,-1-1 0,4-2 0,1-1 0,0-1 0</inkml:trace>
  <inkml:trace contextRef="#ctx0" brushRef="#br0" timeOffset="69101">9775 11595 5734,'15'25'0,"-2"1"0,-6-4 0,-1 6 0,-1 3-610,1 1 610,-2-5 0,-1 0-1494,2 14 1494,-2-14 0,1 2 0,0 6 0,0-1 0,2 8-117,0 1 0,1-3 117,-1-15 0,2 10 0,-5-32 246,-1-6-246,0-13 0,-1 0 0,-1-11 0,-1 2 0,-2-20-118,1 6 118,0 14 0,1-3 0,2-2 0,0 1 601,1-16-601,2 1 0,3 2 0,1 1 0,4 2 0,1 3 0,0 11 0,7-9 0,-7 20 0,-4 8 0,3 0 0,-6 12 1461,-2 0-1461,-8 19 0,-1-8 148,-7 11-148,0-1 0,2-7 0,-6 13 0,4-8 0,2-5 0,1-2 0,7-14 0,1-1 0,10-12 0,-4 3 0,9-9 0,3-5 0,-5 6 0,7-9 0</inkml:trace>
  <inkml:trace contextRef="#ctx0" brushRef="#br0" timeOffset="70074">10073 11589 5734,'1'-4'0,"1"7"0,-2 4 0,3 18 0,-1-10 0,6 22 0,-3-21 0,26 13 0,-17-25 0,16 0 0,-19-14 0,-1-6 0,-5 3 0,0-5 0,-6 7 0,-3-1 0,-1 1 0,-2 0 0,-5-3 0,4 6 0,-7-5 0,8 7 0,0-1 0,3 3 0,4-1 0,2 0 0,3-1 0,7-2 0,0 1 0,5-2 0,2 0 0,-5 2 0,4-1 0,-3 2 0,-4 3 0,1 2 0,-6 8 0,-3 2 0,-1 5 0,0 9 0,0-5 0,1 10 0,2 1 0,-2-6 0,2 5 0,1-6 0,-2-7 0,3 2 0,-1-7 0,-1-5 0,2-1 0,9-24 0,-8 9 0,9-16 0,-13 15 0,2-6 0,-3 4 0,1-3 0,-1 3 0,-1 6 0,1-1 0,3 14 0,-1-2 0,4 9 0,-4-5 0,6 7 0,-4-6 0,10 6 0,-9-11 0,11 1 0,-10-6 0,10-6 0,-9-1 0,4-4 0,4-15 0,-8 9 0,1-3 0,-1-1 0,-5 4 0,1-16 0,-6 21 0,-2-1 0,-9 11 0,3 4 0,-4 22 0,2 8 0,5-5 0,0 6 0,2 0 0,11-3 0,0-8 0,3 4 0,2-4 0,-2-7 0,2 3 0,-4-5 0,-4-2 0,-2-2 0,-12-5 0,2-3 0,-6-2 0,7 1 0,1 1 0,2-1 0,1 2 0,2-1 0,2 0 0,10-5 0,-1 0 0,6-4 0,4-2 0,-5 2 0,4-3 0,0 0 0,-5 2 0,3-3 0,-3-1 0,-5 3 0,1-3 0,-4-3 0,-2 5 0,1-5 0,-1 0 0,-4 6 0,-6-6 0,-12 18 0,1-1 0,-4 13 0,9-1 0,-1 10 0,5-5 0,2 8 0,8 1 0,3-5 0,5 4 0,19 4 0,-12-15 0,14 6 0,-17-18 0,-1-3 0,5-8 0,-6 0 0,4-5 0,-11 3 0,1 0 0</inkml:trace>
  <inkml:trace contextRef="#ctx0" brushRef="#br0" timeOffset="70516">8609 12130 5734,'10'1'0,"34"0"0,-7 0-720,-6-1 1,7-1 719,0 1 0,6-1 0,2 0 0,-6 0-1093,-5 0 1,-2 0 0,3 0 1069,0 0 1,5 0 0,1 0 0,-1 0 0,-5 0-281,-1 0 1,-3-1 0,0 1 302,2 0 0,1 0 0,0-1 0,0 1 0,0-1 0,0 1 0,1 0 0,-1-1 0,1 1 0,-2 0 0,0-1 0,3 1 0,7 0 0,5 0 0,0 0 0,-5-1 0,-5 1 0,-2 0 0,3 0 0,4-1 0,6 1 0,1-1 0,-2 0 0,-8 1 0,4-1 0,-3-1 0,-3 0 0,5-1 0,-1 0 0,-8 0 0,-8 0 0,-2 0 0,11-3 0,0 0 0</inkml:trace>
  <inkml:trace contextRef="#ctx0" brushRef="#br0" timeOffset="70665">11153 11950 5734,'-13'-4'0,"-1"-2"0,9 2 0,-5-5 0,6 2 0,-2-1 0,3 2 0</inkml:trace>
  <inkml:trace contextRef="#ctx0" brushRef="#br0" timeOffset="92240">14011 11070 5734,'-5'2'0,"-1"0"0,1-1 0,2 0 0,0-1 0,3 0 0,4 2 0,2-1 0,3 0 0,17-1 0,2-1 0,3 1-744,4-2 1,-1 1 743,1 0 0,-6 0 0,0 1 0,17 0 0,-12 0 0,4 0 0,-3 1 0,-6 0 0,0-1 0,17 2 0,-1-1 0,2 1 0,-15-1 0,5 0 0,-3 0 0,-5 0 0,-1 0 0,4 0 0,2 0 0,-3 0 0,0-1 0,-4 0 0,7 1-572,13 0 572,-30 0 0,0-4 0,-1-1 0</inkml:trace>
  <inkml:trace contextRef="#ctx0" brushRef="#br0" timeOffset="94273">16314 11152 5734,'16'-1'0,"-4"-1"0,3 1 0,-5 0 0,1 1 0,1 0 0,7-1 0,-5 0 0,18-1 0,-16 1 0,30 0 0,-30 1 0,15 0 0,-21 0 0,8 0 0,-7-1 0,11 1 0,-12 0 0,10 0 0,-11 0 0,11 0 0,-11 1 0,10 0 0,-10-1 0,3 1 0,-7-1 0,0 0 0,0 0 0,3 0 0,0 0 0,2 0 0,-2 0 0,-2 0 0,0-1 0,-1 1 0,2-1 0,4 1 0,-2 0 0,3 1 0,-3-1 0,5 1 0,-3-1 0,4 0 0,-5 0 0,11-2 0,-7 1 0,9-2 0,-11 2 0,0 0 0,1 0 0,-1 1 0,1-2 0,0 0 0,23-5 0,-15 4 0,17-2 0,-13 3 0,-6 1 0,6-1 0,-1-1 0,-4 2 0,5-1 0,7 2 0,-11 0 0,19 0 0,-21 1 0,7-1 0,0 0 0,-5 0 0,7-1 0,11 0 0,6-1 0,-18 1 0,1-1-907,18 0 907,-13 0 0,-8-1 0,-1 1 0,24-3 0,-19 2-188,18-1 188,-23 3 0,0 0 0,-1 0 0,0 0 0,11 0 0,11 0 0,-7 0 655,5 0-655,-21 1 0,11-2 0,-8 0 0,17 0 0,-17 1 0,7-1 0,9 0 0,-15 1 0,-1 0 0,-1 0-256,0 1 256,7 0 0,0 0 0,-8 0 0,8 0 0,9-1 0,-15 1 0,21-2 0,-26 1 0,5-1-248,-3 0 248,-5 0 221,2 1-221,-1-1 0,-6 0 0,4 1 0,17 2 0,-16 0 0,18 1 0,-24-1 0,16-1 0,-15 0 0,12 0 456,-17 0-456,1 0 267,-2 0-267,-1 0 0,-3 1 0,1 0 0,-2 0 0,2-1 0,-2 0 0,1 1 0,0 0 0,-1 0 0,-1 0 0,1 0 0,1-1 0,0 0 0,-1-1 0,0 0 0,0 1 0,1-2 0,3 2 0,-1-1 0,5 0 0,-5 1 0,3 0 0,-3 0 0,0 0 0,-1-1 0,0 1 0,0-1 0,-2 1 0,1-1 0,-1-1 0,-5 0 0,-2 0 0</inkml:trace>
  <inkml:trace contextRef="#ctx0" brushRef="#br0" timeOffset="102396">20545 10903 5734,'1'5'0,"1"0"0,2-2 0,4 1 0,0-1 0,4 1 0,10 1 0,-6-2 0,19 0 0,-16-4 0,7-2 0,1-3 0,-4-1-444,6-2 444,-8 1 0,2-5 0,-4 0 0,7-17 0,-14 14 0,1-17 0,-12 22 0,-2-7 0,-2 9 0,0 1 0,-1-1 0,1 1 444,-2 1-444,-3-1 0,1 2 0,-18-1 0,6 7 0,-7 1 0,0 10 0,10-1 0,-6 5 0,0 14 0,9-8 0,3 5 0,3 1 0,6-2 0,8 3 0,4 0 0,6-7 0,13 12 0,5-16 0,-7-6 0,6-4 0,0-2 0,2-4 0,5-2 0,-1-2-971,-9-2 971,14-4 0,-29 3 0,-5-1 0,-2-1 0</inkml:trace>
  <inkml:trace contextRef="#ctx0" brushRef="#br0" timeOffset="103616">20959 10228 5734,'-4'-1'0,"3"0"0,7-2 0,1 1 0,14-3 0,-11 3 0,13-4 0,-12 4 0,3-1 0,4 0 0,-8 2 0,11-2 0,-13 2 0,3-1 0,-4 2 0,-3 0 0,2 0 0,-3 0 0,-1 0 0,0 1 0,-1-1 0,0 0 0,4 1 0,-2-1 0,5 2 0,-5-2 0,3 0 0,-2-1 0,0 0 0</inkml:trace>
  <inkml:trace contextRef="#ctx0" brushRef="#br0" timeOffset="104000">21340 10097 5734,'5'14'0,"0"1"0,2 11 0,-3-4 0,1 7 0,-4 3 0,-2 0 0,0 1-236,0-1 0,-2-1 236,-2-10 0,0-1 0,-1-1 0,-2-1 116,-1-1-116,-5 6 0,3-7 0,-4 2 0,0-4 0,2-5 0,-3 1 0,1-4 356,3-3-356,-2 0 0,-1-6 0,4 0 0,-3-4 0,5-2 0,1-3 0</inkml:trace>
  <inkml:trace contextRef="#ctx0" brushRef="#br0" timeOffset="104218">21293 9898 5734,'6'-10'0,"0"2"0,2-2 0,2 2 0,-2 3 0,3-2 0,0 3 0,-3 3 0,2 1 0,-4 9 0,-2-1 0,1 5 0</inkml:trace>
  <inkml:trace contextRef="#ctx0" brushRef="#br0" timeOffset="106338">21509 10020 5734,'-4'0'0,"-2"2"0,3-1 0,-4 7 0,3-3 0,-2 4 0,2-2 0,0 0 0,-5 14 0,3-9 0,-3 11 0,4-4 0,2-7 0,-1 7 0,3-9 0,1 14 0,0-12 0,1 9 0,2-14 0,-1-2 0,2 0 0,0-1 0,8-1 0,-5-3 0,14-2 0,-11-2 0,5-4 0,-6 3 0,-1-1 0,1-1 0,-1 0 0,4-5 0,-5 2 0,4-3 0,-6 4 0,6-14 0,-6 9 0,4-9 0,-6 10 0,-1 5 0,0-2 0,-1 1 0,0 5 0,0-3 0,-1 6 0,0 1 0,-2 2 0,0 8 0,0 7 0,0 0 0,1 10 0,2-12 0,8 24 0,-2-20-210,6 12 210,-4-20 0,25 8 0,-18-11 0,20 4 0,-12-20 0,-8 1 0,14-21 0,-20 12-237,4-12 237,-12 11 0,-1-1-11,-3 1 11,-1 0 204,-5-7-204,1 7 0,-13-12 0,10 16 0,-16-8 0,14 15 0,-6 0 0,6 6 0,3-1 0,-1 1 0</inkml:trace>
  <inkml:trace contextRef="#ctx0" brushRef="#br0" timeOffset="106957">22005 9780 5734,'-2'3'0,"0"-1"0,-1 1 0,2-1 0,-2 1 0,3 0 0,0-2 0,0 1 0,0 0 0,-1-1 0,0 1 0,0 0 0,1 1 0,-1 1 0,1 4 0,-1-1 0,0 4 0,-1 3 0,1-2 0,-1 5 0,0 4 0,1-4 0,0 7 0,1 3 0,1-6 0,1 7 0,4-2 0,-1-7 0,2 5 0,2-3 0,0-6 0,3 2 0,27 5 0,-19-12 0,21 8 0,-23-14 0,-5-1 0,3-1 0,-3-2 0,-4-1 0,0 0 0,-5-2 0,-3 0 0,-8-4 0,1 2 0,-6-3 0</inkml:trace>
  <inkml:trace contextRef="#ctx0" brushRef="#br0" timeOffset="107201">21927 9996 5734,'5'-6'0,"1"0"0,18-6 0,-6 4 0,14-3 0,-1 6 0,-7 2 0,6 1 0,-6 4 0,-7 1 0,5 2 0</inkml:trace>
  <inkml:trace contextRef="#ctx0" brushRef="#br0" timeOffset="108403">20454 11200 5734,'20'4'0,"1"1"0,3 0 0,2 0 0,19 2-1504,-7-1 1504,-11-3 0,1 0 0,6 0 0,-1-2 0,-5 1 0,0-1-428,9-1 1,3 1 427,5-2 0,-1 0-907,-7 1 0,1-1 907,-6 0 0,2 1 0,-1-1 0,5 0 0,0 0 0,0 1 0,0-1-773,1 0 0,-1 0 773,1 1 0,0-1-5,-3 0 0,2 0 0,-2 1 5,6-1 0,0 0 0,-9 0 0,2 1 0,3-1 0,5-1 0,5 1 0,-1-1 0,-5 1 0,3 0 0,0-1 0,-4 1 0,5-1 0,-1 0 0,-9 0 0,-10 1 0,-4-1 0,23-2 0,-19 2 0,0 0 0,11-1 0,-12 1 0,-1 0 0,-3 0 0,2 0 760,-10 2-760,-1-2 1401,-6 3-1401,-3-2 819,-10 2 0,0-1 0,-2 0 0</inkml:trace>
  <inkml:trace contextRef="#ctx0" brushRef="#br0" timeOffset="108653">22878 11059 5734,'-12'13'0,"2"-1"0,2 2 0,3-2 0,-1 9 0,-1 3 0,1-3 0,-2 3 0,2-9 0,-5 7 0,2-5 0,-3 5 0</inkml:trace>
  <inkml:trace contextRef="#ctx0" brushRef="#br0" timeOffset="109285">22965 10994 5734,'-25'39'0,"9"-13"0,1-2 0,-4 8 0,-5 9 0,3 1-2343,5-11 2343,-4 9 0,4-4 0,4-11 80,-3 3 1,7-14-1,0-3 1</inkml:trace>
  <inkml:trace contextRef="#ctx0" brushRef="#br0" timeOffset="110218">23062 10904 5734,'-20'31'0,"6"-8"0,-1 1 0,-6 14 0,8-14 0,-1 2 0,-1 5 0,1 0-811,-3 7 811,3-3 0,0-1-827,3-5 827,-3 5 0,4-13 0,1-4 0,0-2 0</inkml:trace>
  <inkml:trace contextRef="#ctx0" brushRef="#br0" timeOffset="117937">4528 9223 5734,'-7'-2'0,"-2"-1"0,-12-4 0,-6-3 0,-4 0 0,-1-1 0,-13-4-1040,15 5 0,1-1 1040,-7-1 0,-1-2 0,4 3 0,0 0 0,-8-3 0,11 3 0,0 2 315,-4-4-315,11 5 0,-15-7 0,26 10 0,-6-3 0,18 6 0,6 2 0,-2 1 0,9 3 1573,-6 0-1573,14 10 192,-11-7-192,11 12 0,-14-12 0,4 4 0,-7-7 0,2 0 0</inkml:trace>
  <inkml:trace contextRef="#ctx0" brushRef="#br0" timeOffset="118301">4042 9047 5734,'-1'-6'0,"1"0"0,1 2 0,2-3 0,-1 5 0,1-3 0,-1 4 0,1 1 0,9 0 0,-4 2 0,17 3 0,-12 0 0,18 9 0,-16-6 0,8 7 0,-5-2 0,-4-3 0,9 7 0,-9-9 0,3 3 0,5 1 0,-8-6 0,5 4 0,-10-6 0,-3-1 0,-1 2 0,-6 2 0,-1 1 0,-23 24 0,13-17-273,-14 17 273,18-21 0,0-1 0,-2 3 0,3-3 0,-2 2 0,-1-1 0,4-4 0,-5 0 0,6-7 0,-1-2 0</inkml:trace>
  <inkml:trace contextRef="#ctx0" brushRef="#br0" timeOffset="120920">8080 9407 5734,'-8'-1'0,"0"1"0,-3-2 0,-2 0 0,-12-5 0,4 1 0,-10-3 0,8 2-695,-2-1 695,0-1 0,-1-1 0,-8-3 0,8 3 169,-5-2-169,3 3 0,9 2 0,-4 0 0,6 1 0,6 3 0,0-1 526,5 3-526,4 3 0,-2 3 0,7 2 0,0 0 0</inkml:trace>
  <inkml:trace contextRef="#ctx0" brushRef="#br0" timeOffset="122373">16508 8862 5734,'-35'-12'0,"2"0"0,12 7 0,-23-4 0,14 4 0,-16-4 0,8 5-1892,8 0 1892,-9 1 0,0 3 0,9 1 0,-8 2 0,1 2 0,7 0 0,-8 2 0,13-1 0,0 1 0,-7 3 0,-3 3 0,-1 1 0,5 0 0,3 1 0,-1 1 0,3 1 0,-7 7 0,2 3 0,9-5 255,2 0 1,-1 2-256,5-3 0,1-1 0,0 1 0,0-1 327,-6 16-327,4-4 0,8-11 0,-5 12 0,5 0 0,5-12 0,1 12 0,2 0 0,2-7 158,1 0 0,1-1-158,2-7 0,8 16 0,-3-12 0,3 1 0,2 0 0,-1-3-186,4 2 0,2-1 186,-1-3 0,4 1 0,1 0 0,0-4 0,2 1 0,0-1 0,-1-4 0,3-1 0,1-2 0,-1-5 0,8-2 0,0-2 0,0-3 0,8-4 0,1-1 0,-3-2 0,-11 2 0,5-3 0,-4 0 0,-2 0 0,0-3 0,6-7 0,5-4 0,-5 2 0,-5 2 0,-2 0-641,-4 0 1,1-1-1,-4 1 641,9-15 0,-4 1 0,-1-1 0,-10 13 0,0 0 0,8-13 0,0 0 0,-10 11 0,-2 2-748,5-12 748,2-8 457,-10 8-457,-8 3 0,-2 1 329,-8 6-329,-10 4 0,2 6 1490,-9-1-1490,4 6 0,0 2 0,-1 0 0,1 1 0,-1 0 0</inkml:trace>
  <inkml:trace contextRef="#ctx0" brushRef="#br0" timeOffset="154263">3362 13967 5734,'-4'0'0,"1"0"0,1 0 0,-1-1 0,-19-7 0,8 4 0,-16-5-379,11 6 379,-2 0 0,-16 1 0,7 2 0,-13-1 0,18 2 0,1-1 0,-15 1 0,15 0 0,-4 0 0,-16 0 0,-1-1 0,20 0 0,-1 0-805,-20 0 1,2-1 804,4-1 0,5 0 0,-1 0 0,-10-2 0,12 2 0,-1-1-568,9 1 1,3 0 567,-16 0 0,0 0 0,0 1 0,-3 1 0,-6 3 0,0 2 0,5 2 0,11 0 0,-4 1 0,5-1 0,-13 5 0,14-4 0,-4 2 0,5-1 0,-8 3 0,-1 0 0,2 0 0,8-2 0,5 0 0,0-1-26,-1 3 26,2-1 0,5 0 0,7-3 0,1-1 1383,0 1-1383,-1 2 1350,2-3-1350,-1 2 416,-2 1-416,4-2 0,-4 3 0,-4 2 0,5-4 0,-5 4 0,6-6 0,3-1 0,-1 1 0,5-3 0,-2 0 0,2 1 0,0 1 0,0 0 0,1 2 0,0 2 0,1 1 0,0 2 0,1 1 0,0 1 0,2 1 0,-1 0 0,1 1 0,0 1 0,0 1-362,1 2 362,0 3 0,-1 4-904,1 2 904,0 5 0,0 3 0,-1 4 0,1 4 0,-1-14 0,1 3 0,-1 1 0,0-3 0,1 0 0,0 1-957,0 7 1,0 1 0,0-2 956,0-7 0,0 0 0,0-1 0,1 3 0,-1-1 0,1 0-800,0 5 1,1 0 799,-2-6 0,1 1 0,1 1 0,1 7 0,2 2 0,-1-3 0,0-1 0,0 1 0,0-2 0,1 4 0,0-3 0,3 5 0,-1-3 0,-2-9 0,0 1 0,2 10 0,3 5 0,-2-3 0,-2-13 0,-2-2 0,1 1 0,2 6 0,0 2 0,0-2 0,-1-2 0,0-1 0,-1-3 0,0-2 0,0-1 0,1 8 0,1 0 0,-1-2 0,0-2 0,-3-7 0,0-1 0,2 7 0,-1 1 0,0-2 0,-1-2 0,4 16 0,-4-17 0,0 0 0,-2-3 0,1-1 0,2 12 0,2 9 0,-2-3 0,-3-10 986,1 10-986,-3 3 0,-1-8 837,0-13 0,-1 2-837,-1 2 0,0 1 1972,2 15-1972,-1-6 0,0 7 0,0-6 0,0-13 0,0 0-334,0 7 0,0 3 0,1-7 334,1 2 0,1 1 0,2 0 0,-1 0-450,2 5 1,1-4 449,-4-17 382,4 9-382,-5-16 0,1 7 0,-1-6 1490,3 9-1490,-3-10 1131,0 2-1131,-1 0 0,-1-3 0,2 1 0,-2-1 0,1-3 0,-1 4 0,0-4 0,0 5 0,-1-2 0,0 3 0,0 5 0,0-3 0,0 6 0,0 27 0,1-25 0,1 5 0,0-2 0,1-11 0,4 9 0,-1-10 0,2 3 0,5-2 0,14-2 0,-1-5 0,9-6 0,7-19 0,-6 1-371,-12 4 0,2-2 371,2-3 0,-1 0 0,-5 3 0,-1 0 0,6-5 0,1-1 0</inkml:trace>
  <inkml:trace contextRef="#ctx0" brushRef="#br0" timeOffset="155639">3903 15954 5734,'1'4'0,"-1"1"0,-2 0 0,-1 0 0,-1 1 0,-4 3 0,2-1 0,-4 2 0,-7 5 0,8-7 0,-7 5 0,11-9 0,-1-1 0,-3 1 0,3-2 0,-5 2 0,8-3 0,-2 1 0,5-1 0,3 0 0,2-1 0,10 1 0,-2-1 0,22 0 0,-4 0 0,7 0-680,-7-1 680,-8 1 0,0-1-379,1-1 379,0 0 0,12-2 0,-8 1-636,8-1 636,-11 1-187,2 0 1,2-1 186,15-2 0,-13 2 0,-2 0-142,9-2 142,-11 2 0,1-1 0,0 0 0,0 1 0,9-3 0,5-1 0,1 0 0,-5 0 0,-8 1 0,5-1 0,-5 1 0,8-2 0,5 1 0,0 0 0,-13 4 0,-2 2 0,0-1 0,10 2 0,-1-1 0,10-1 0,-17 1 0,8-2 0,4-1 0,-10 2 0,11-2 0,0 2 0,-9 1 332,9 0-332,-15 3 0,0 1 0,-3-1 0,0 0-254,5 1 0,-1 0 254,16 2 0,-14-2 359,2 0-359,-2-1 0,6 0 0,-3-1 0,-10 0 0,1 0 182,7 0 1,4 0-1,-3 0-182,-2-1 0,-4 0-1451,-2 1 0,0-1 1451,5 1 0,-1 0 0,12 1 843,-13 0-843,-3 1 0,2 0 0,7 2 0,7 0 0,-1 1 0,-3-1 0,7 1 0,1 0-1064,-4-2 1064,-8 0 0,0-1 0,-5-2 0,-1 0 0,16 0 0,-15-1 0,1 0 0,0 0 0,1 0 0,15-1 0,-16 0 0,3 1 0,8 0 0,0-1 0,-15 2 0,1-1 0,11 1 0,5 0 0,-6 0 0,-12 1 0,1-1 0,19 2 0,7-1 0,-7 1 0,-18-1 0,-1-1 0,7 1 0,4 0 0,-7 0 0,2-2-252,-2 1 252,-2-2 0,8 1 0,-9-1 0,3 1 2668,-11 0-2668,1 1 0,-6 0 0,1-1 1521,-3 3-1521,-6 0 166,-6 7 1,-8-6-1,-7 4 1</inkml:trace>
  <inkml:trace contextRef="#ctx0" brushRef="#br0" timeOffset="156761">2284 15384 5734,'-8'3'0,"0"1"0,-8 4 0,2 0 0,-6 4 0,-2 4 0,6-2 0,-6 5 0,-5 12 0,11-9 0,-8 12 0,11-5 0,6-6 0,-1 6 0,8 0 0,2-8 0,5 5 0,6-4 0,1-7 0,4 2 0,18-5 0,-3-8-893,8 0 893,-10-7 0,-10-2 0,0 1 0,4-4 0,-5 3 0,9-5 0,-18 5 0,2-1 0,-10 3 0,-3-1 0,0 0 0</inkml:trace>
  <inkml:trace contextRef="#ctx0" brushRef="#br0" timeOffset="157040">2569 15389 5734,'-1'7'0,"2"7"0,1-2 0,4 14 0,-1-9 0,2 7 0,2 13 0,-3-13 0,0 4 0,0-1 0,0-5 0,4 23 0,-6-28 0,2 7 0,-5-12 0,0-5 0,0 0 0,-5-4 0,1-3 0,-4-1 0,1-2 0,-1-2 0,0-2 0</inkml:trace>
  <inkml:trace contextRef="#ctx0" brushRef="#br0" timeOffset="157272">2307 15535 5734,'7'-6'0,"7"-2"0,0 2 0,18-7 0,-8 5 0,2 0 0,17-6-1002,-14 4 1,-1 1 1001,5-1 0,0-1 0,-6 4 0,0-1 0,5-1-215,-2 1 0,-2 2 215,-10 2 0,8 0 0,-15 3 0,-3 0 0,1-1 346,-4 1 0,1 0 0,0 0 0</inkml:trace>
  <inkml:trace contextRef="#ctx0" brushRef="#br0" timeOffset="157564">2927 15263 5734,'-14'0'0,"2"1"0,5 2 0,-4 5 0,2 0 0,-3 5 0,1 5 0,3-3 0,0 5 0,7 18 0,2-17-364,6 17 364,1-23 0,3 0 0,14 8 0,-8-9 0,20 12 0,-24-16 0,9 10 0,-17-12 0,0 4 0,-16 5 0,3-6 0,-22 18 0,13-15 0,-2 1 0,-1-1 0,3-3 364,-9 6-364,12-9 0,6-1 0,-2-1 0</inkml:trace>
  <inkml:trace contextRef="#ctx0" brushRef="#br0" timeOffset="159550">2232 16431 5734,'-3'-2'0,"1"1"0,1 7 0,1 0 0,4 16 0,-1-7 0,4 11 0,-2 0 0,-1-4 0,1 6 0,1 19 0,-3-21-541,3 18 541,-5-28-60,-1 7 60,0-10 0,0 4 0,1-9 0,0-5 0,-4-11 538,2 0-538,-4-9 63,3 5-63,0 0 0,0-5 0,1 3 0,-1-4 0,2 5 0,-2 0 0,2-1 0,-2 0 0,1-6 0,-1 4 0,1-4 0,-4-3 0,3 8 0,-4-15 0,3 19 0,-1-11 0,3 15 0,8-20 0,0 16 0,8-13 0,-6 14 0,11-6 0,-6 7 0,7-3 0,-6 9 0,-3 2 0,2 2 0,7 16 0,-10-6 0,9 20 0,-16-16 0,1 7 0,-5 2 0,-2-5 0,-2 7 0,-4 0 0,0-5-338,-4 5 338,3-8 0,-1-2-8,0-1 8,0-1 0,2-2 0,0-3 0,1-1 0,2-3 337,1 0-337,0 0 9,2-2-9,0 0 0,2-3 0,0 0 0</inkml:trace>
  <inkml:trace contextRef="#ctx0" brushRef="#br0" timeOffset="159906">2664 16314 5734,'-2'11'0,"1"-2"0,2 7 0,2 5 0,-1-3 0,2 8 0,1 16 0,-1-15 0,1 13 0,1 1 0,-2-11-383,1-1 1,-1-3 382,-1-10 0,0-1 0,-1 1 0,0-6 0,0 1 0,-1-5 0,-1-2 0,1-2 765,-4-10-765,0 1 0,-3-5 0,-1 1 0,0 0 0</inkml:trace>
  <inkml:trace contextRef="#ctx0" brushRef="#br0" timeOffset="160145">2477 16353 5734,'7'1'0,"1"1"0,6 0 0,-1-1 0,7-1 0,13-3 0,0 0 0,7-1 0,-8 0 0,6-1 0,-15 1-315,11-1 315,-20 2 0,-2 0 0,-2 1 0,-1 0 0,-1 1 0</inkml:trace>
  <inkml:trace contextRef="#ctx0" brushRef="#br0" timeOffset="160523">3030 16278 5734,'-20'20'0,"6"-7"0,-7 10 0,10-11 0,-7 13 0,8-9 0,-6 19 0,13-20 0,1 8 0,8-8 0,1-2 0,4 1 0,6-1 0,-3-3 0,6 2 0,1 0 0,-5-2 0,3 2 0,3 2 0,-10-5 0,6 10 0,-15-11 0,-19 16 0,0-11 0,-17 10 0,-8-1 0,-1 0 0,5-3 0,-4 3 0,5-4 0,25-12 0,8-8 0,8-4 0,11-10 0,4-3 0</inkml:trace>
  <inkml:trace contextRef="#ctx0" brushRef="#br0" timeOffset="182199">15445 15217 5734,'4'-1'0,"0"-2"0,0-2 0,2-2 0,9-13 0,-4 5 0,13-22 0,-3 4-573,1-4 573,-7 11 0,-2 0 0,4-8 0,0-2 0,-1 0 0,2-2 0,1-4 0,1 0 0,-3 7 0,-4 9 0,1 0 0,3-7 0,-5 9 0,4-5 0,-6 11 53,0 2-53,-2 1 0,0 1 0,-1 1 0,0 0 0,-1 3 429,1-4-429,-3 7 91,0 0-91,-1 1 0,-2 4 0,0-2 0,-2 4 0,0-1 0,-3 2 0,-6 2 0,1 1 0,-8 4 0,7-4 0,-3 1 0</inkml:trace>
  <inkml:trace contextRef="#ctx0" brushRef="#br0" timeOffset="182466">15734 14467 5734,'19'-17'0,"-5"5"0,3 0 0,-5 5 0,0 1 0,0 1 0,3-1 0,-4 2 0,2 2 0,-6 2 0,0 2 0,-1 4 0,0 16 0,-1-5-344,-1 14 344,-3-10 0,1 1 0,-1 0 0,0 0 0,-1 9 0,-2-9 0,-1 7 0,-3-11 0,0-2 0,-2 1 0</inkml:trace>
  <inkml:trace contextRef="#ctx0" brushRef="#br0" timeOffset="183520">18272 16174 5734,'5'-9'0,"-1"0"0,1 1 0,1-2 0,9-15 0,-4 7 0,5-11 0,2-3 0,-4 6 0,3-5 0,0-1-1490,3-3 1490,-5 7 0,1 0 0,-3 5 0,-1 1 0,7-12-155,-8 13 0,1-1 155,8-20 0,-6 12 0,2-9 0,-3 3 0,-3 9 0,0-7 0,-1 5 0,-2 9 0,0-5 0,0 5 0,-3 8 1437,0-3-1437,-1 8 363,-2 2-363,0 0 0,1 2 0,-1 2 0,1 1 0,-4 3 0,-1 2 0,-2 0 0,-6 2 0,3-1 0,-4 1 0</inkml:trace>
  <inkml:trace contextRef="#ctx0" brushRef="#br0" timeOffset="183733">18558 15356 5734,'21'-4'0,"1"0"0,-12 4 0,13 11 0,-14-4 0,6 9 0,-12-7 0,-1 1 0,2 4 0,-2-5 0,0 3 0,-4-6 0,-1-2 0,-1-1 0</inkml:trace>
  <inkml:trace contextRef="#ctx0" brushRef="#br0" timeOffset="184899">16300 14156 5734,'2'5'0,"0"1"0,-1-2 0,1 6 0,-1-2 0,-1 21 0,-1-11 0,-1 14 0,1-3 0,-1-6 0,1 8 0,0 1 0,1-8 0,1 6 0,1-4 0,1-9 0,1 3 0,-2-7 0,-1-5 0,-1 0 0,-3-7 0,0-3 0</inkml:trace>
  <inkml:trace contextRef="#ctx0" brushRef="#br0" timeOffset="185150">16277 13987 5734,'2'-7'0,"0"1"0,0 0 0,4 2 0,-3 2 0,5 2 0,-5 1 0,1 3 0,-3-2 0,1 2 0</inkml:trace>
  <inkml:trace contextRef="#ctx0" brushRef="#br0" timeOffset="186215">16420 14180 5734,'0'9'0,"1"0"0,-1 6 0,1-2 0,0 14 0,-1-8 0,1 6 0,-1 11 0,0-15 0,0 22 0,0-30 0,0 11 0,0-20 0,0 2 0,0-7 0,0-7 0,0 2 0,0-5 0,0 2 0,1-1 0,-1-1 0,6-25 0,-3 16-260,5-17 260,-4 24 0,6-11 0,-5 9 0,9-12 0,-9 19 0,7-4 0,-7 11 0,2 1 0,-2 7 260,-1 2-260,0 4 0,0 7 0,-1-5 0,4 21 0,-3-17 0,2 11 0,1 6 0,-4-17 0,4 15 0,-5-24 0,0-1 0,3-2 0,-2-5 0,4-3 0,3-15 0,-4 4 0,4-10 0,-4 6 0,-1-1 0,0-1 0,1-7 0,-2 6 0,2-17 0,-4 20 0,1-6 0,-3 12 0,0 4 0,0-1 0,0 5 0,0 7 0,0 2 0,2 22 0,-1-10 0,3 10 0,0 2 0,0-5-573,4 21 573,-3-30 0,0-4 0,6 4 0,-4-10 0,5 0 0,-1-16 0,-3-2 0,9-24 0,-10 12 573,4-14-573,-7 9 0,-2 5 0,-1-2 0,-1 8 0,0-2 0,0 6 0,0 0 0,-1 7 0,0 3 0,-1 1 0,0 1 0,0 2 0,1-1 0</inkml:trace>
  <inkml:trace contextRef="#ctx0" brushRef="#br0" timeOffset="187316">16906 14356 5734,'8'-16'0,"0"-5"0,-5 8 0,-2-14 0,-2 13 0,-6-14 0,2 19 0,-3-5 0,1 8 0,0 3 0,-11 4 0,8 2 0,-14 16 0,13-6 0,-5 19 0,12 5 0,1-6-619,7 7 619,3-19 0,14 14 0,-7-13 0,10 8-398,-4-15 398,-4-6 0,3 0 0,8-12 0,-11 0 0,13-13 0,-16 6 0,2-7 0,-4-3 0,-3 5 0,1-5 593,-5 4-593,-1 7 424,-1 0-424,-2 4 0,1 6 0,-3 8 0,1 1 0,-1 14 0,2-8 0,0 6 0,0 0 0,0-4 0,0 2 0,2-3 0,-2-6 0,2 2 0,-2-5 0,0-2 0,3-11 0,-1 0 0,2-10 0,-2 4 0,1-2 0,1 0 0,4-9 0,-1 6 0,2-5 0,-2 6 0,1 1 0,1 0 0,8-10 0,-5 10 0,5-5 0,-6 12 0,-4 3 0,2 1 0,-4 2 0,8 1 0,-6 1 0,8 2 0,-11 0 0,1 1 0,-1 2 0,-2-1 0,0 4 0,-3-3 0,-4 8 0,2-5 0,-5 8 0,4-8 0,-3 12 0,5-9 0,-1 23 0,3-17 0,2 13 0,-1-16 0,1 0 0,-2 5 0,1-5 0,0 3 0,-1-7 0,2 3 0,-3-5 0,0 5 0,-1-7 0,0 1 0,-1-2 0,1-2 0,0 1 0,2-1 0,1-1 0,2-2 0,1 0 0,6-4 0,0 0 0,3-3 0,5-1 0,-4 2 0,19-9 0,-15 6 0,10-6 0,-7 2 0,-6 2 0,5-4 0,-2-3 0,-5 5 0,-5-12 0,-3-2 0,-4 10 0,-4-25 0,-19 40 0,7 3 0,-9 3 0,11 3 0,1 3 0,1-1 0,0 10 0,6 11 0,2-5-313,8 8 313,1-15-3,10 12 3,-6-12 0,10 12 0,-11-19 0,1 0 0,-5-8 0,-2-4 0,-2-3 0</inkml:trace>
  <inkml:trace contextRef="#ctx0" brushRef="#br0" timeOffset="187771">16524 14705 5734,'39'5'0,"-12"-1"0,3-1 0,13-2 0,4 0-1093,-13 0 1,1-1 0,0 0 297,2 0 1,-1 0-1,-1-1 795,9 0 0,-1-1-37,0-1 1,-1 0 36,-11 1 0,0-1 0,15 0 0,-1 0 0,0 0 0,-19 2 0,-2 1 0,5 0 0</inkml:trace>
  <inkml:trace contextRef="#ctx0" brushRef="#br0" timeOffset="194018">19373 13494 5734,'2'28'0,"-1"-1"0,-1-10 0,2 23 0,-1-12 0,1 18 0,0-9-1529,-1-10 1529,1 7 92,1 7-92,-1-19 0,1 15 0,-1-28 339,-1 0-339,0-6 0,0-1 0,-2-2 770,-1-3-770,-2-1 0,-1-4 0,1-2 0</inkml:trace>
  <inkml:trace contextRef="#ctx0" brushRef="#br0" timeOffset="194238">19235 13467 5734,'10'-17'0,"2"0"0,1 8 0,2-1 0,12-4 0,-5 4 0,9-1 0,0 0 0,-7 5 0,5-1 0,-6 8 0,-8 1 0,3 4 0,-8 0 0,-1-1 0</inkml:trace>
  <inkml:trace contextRef="#ctx0" brushRef="#br0" timeOffset="194578">19540 13655 5734,'1'7'0,"-1"3"0,3 7 0,-1-1 0,0 7 0,2 5 0,-3-6 0,2 9 0,0 6 0,-2-14 0,2 17 0,-1-25 0,0 2 0,0-6 0,-2-5 0,0 0 0,2-13 0,-2-7 0,2-5 0,-2-3 0,-1-11 0,1 2 0,0-6 0,0 10 0</inkml:trace>
  <inkml:trace contextRef="#ctx0" brushRef="#br0" timeOffset="194905">19593 13524 5734,'-1'-8'0,"0"1"0,2 4 0,1 4 0,1-1 0,3 13 0,-2-4 0,-1 22 0,-3-14 0,-1 12 0,0-14 0,-1-1 0</inkml:trace>
  <inkml:trace contextRef="#ctx0" brushRef="#br0" timeOffset="195626">19733 13770 5734,'1'14'0,"-1"3"0,1-3 0,-1-2 0,0-6 0,0-4 0,0-1 0,-2-13 0,1 4 0,-1-14 0,3 9 0,1-4 0,4-8 0,-2 9 0,9-21 0,-6 23 0,7-15 0,-8 19 0,5-3 0,-6 10 0,16 26 0,-12-1 0,9 15 0,-11-6 0,-5-14 0,2 4 0,-1-6 0,-2-4 0,4 6 0,-4-12 0,3 2 0,-3-9 0,0-1 0,5-6 0,-2 0 0,3-4 0,0-2 0,-2 3 0,1-1 0,-2 3 0,-1 4 0,-1-1 0,-1 5 0,0 1 0,3 5 0,0 0 0,4 4 0,1 4 0,-1-3 0,4 4 0,7 0 0,-6-5 0,13 3 0,-14-10 0,3-1 0,9-20 0,-13 7 0,10-20 0,-18 17 0,0-4 0,-3 6 0,-1 2 0,-1 0 0,-1 2 0,-2-1 0,0 4 0,-9 1 0,3 11 0,-5 2 0,3 8 0,4-1 0,1 3 0,0 2 0,1 12 0,5-7-472,0 9 472,7-12 0,1-2-139,3-2 139,3-2 0,3-3 0,22-2 0,-10-7 0,14-3 0</inkml:trace>
  <inkml:trace contextRef="#ctx0" brushRef="#br0" timeOffset="196514">20838 13811 5734,'-11'-1'0,"-2"0"0,5 0 0,0-1 0,9 0 0,3 1 0,3-1 0,15-3 0,-1 1 0,12-2 0,-9 2 0,0 1 0,18-2-408,-14 1 0,3 1 408,4 0 0,0 1 0,-7 1 0,2 0 0,11 1 0,7-1 0,-5 1-1319,-6 0 1,-2 0 1318,2 0 0,3 0 0,-3-1 0,8 0 0,-4 0-426,-8 0 0,-1 0 426,8-1 0,0-1 0,-3 0 0,-2 0 0,-11 0 0,2-1 0,8-1 0,4 0 0,-5-1 0,5-1 0,-2 1 0,-5 0 0,-17 2 0,-3 2 514,0-1-514,-4 2 2506,3-1-2506,-6 2 1285,2 2-1285,-3-1 0,-1 1 0,-4 1 0,-1-1 0,-4 0 0,3-3 0,-1-1 0</inkml:trace>
  <inkml:trace contextRef="#ctx0" brushRef="#br0" timeOffset="196667">22120 13626 5734,'11'9'0,"-1"0"0,-1 13 0,-6-8 0,1 11 0,-7-12 0,-2 1 0,-8 7 0,2-4 0,-4 4 0,5-7 0</inkml:trace>
  <inkml:trace contextRef="#ctx0" brushRef="#br0" timeOffset="197543">22669 13319 5734,'0'-7'0,"0"2"0,1 1 0,-1 2 0,3 4 0,2 11 0,1 1 0,-1 10 0,1 2 0,1 6-185,-2-6 1,0 2 184,3 17-1200,-1-10 1200,0 9 0,1-7 0,-3-12 0,5 16 0,-7-29 0,1 4 0,-6-21 0,-1-5 0,1-1 0</inkml:trace>
  <inkml:trace contextRef="#ctx0" brushRef="#br0" timeOffset="197740">22637 13279 5734,'22'-2'0,"17"-1"0,-5 0-533,-10 1 1,1 0 532,5-1 0,0 0-1580,16-1 1580,-15 0 0,1 1 0,5-2 0,-2 0 283,9-1-283,-7 0 0,-4 0 0,-10 2 0,-2 0 0,-20 7 0,-7 1 0,-9 5 0,-2-2 0</inkml:trace>
  <inkml:trace contextRef="#ctx0" brushRef="#br0" timeOffset="197882">22852 13430 5734,'35'-8'0,"-3"1"0,0 4 0,-9 1 0,3 1 0,-9 1 0</inkml:trace>
  <inkml:trace contextRef="#ctx0" brushRef="#br0" timeOffset="198160">23087 13669 5734,'-3'4'0,"1"-3"0,1-2 0,4-23 0,1 9 0,6-24 0,-1 19 0,3-6 0,3 0 0,-4 8 0,6-6 0,-4 5 0,-2 7 0,1-1 0,-4 9 0,-5 4 0,0 3 0,-3 1 0,0 2 0</inkml:trace>
  <inkml:trace contextRef="#ctx0" brushRef="#br0" timeOffset="198693">23311 13658 5734,'22'-13'0,"-2"1"0,-5 1 0,-1-2 0,10-13 0,-9 10 0,7-14 0,-17 19 0,-1-2 0,-8 6 0,-1 4 0,-6 2 0,-5 8 0,3 0 0,-4 6 0,2 4 0,5-4 0,0 6 0,7 3 0,4-8 0,12 12 0,-1-18 0,9 2 0,-4-10 0,1-3 0,2-2 0,7-7 0,-6 1 0,5-5 0,-4-5 0,-1-6 0,-1-1 0,-7 3 0,-8 11 0,-4 6 0,0 2 0,-2 1 0,0 2 0,-2 3 0,-1 4 0,-3 9 0,2 0 0,-2 17 0,4-9 0,1 8 0,2-8 0,2 14 0,1-14 0,0 8 0,-1-17 0,-1-5 0,1-1 0,0-6 0,0-3 0,2-2 0,2-4 0,7-6 0,-3 3 0,6-4 0,-4 5 0,0 2 0,-1 2 0,-1 4 0,-2 5 0,-2 21 0,-7 4-340,-3 20 340,-3-13 0,-2 5 0,1-3-1550,0 1 1,1 1 1549,-2 3 0,0 3 0,2-3 0,2-6 0,1-1-665,3 3 1,-1 2 0,2-3 664,-1-4 0,1-1-61,0 18 1,2-9-1,-1-26 1,-1-6 0</inkml:trace>
  <inkml:trace contextRef="#ctx0" brushRef="#br0" timeOffset="199925">20953 13201 5734,'-4'-1'0,"0"2"0,3 2 0,0 3 0,1 6 0,0-1 0,-1 6 0,0 6 0,0-3 0,-1 9 0,2 4 0,1-8 0,1 9 0,2-3 0,-1-9 0,2 6 0,-1-7 0,-1-7 0,-1 11 0,-2-17 0,-2 4 0,0-12 0</inkml:trace>
  <inkml:trace contextRef="#ctx0" brushRef="#br0" timeOffset="200178">20927 13124 5734,'13'-3'0,"2"1"0,22-2 0,9 1 0,0 1-1059,-4 1 1059,-23 1 0,-3 0 254,-2 0-254,0 0 0,-7 0 0,-3 2 0,-7 1 0,-5 1 0,-2-1 0</inkml:trace>
  <inkml:trace contextRef="#ctx0" brushRef="#br0" timeOffset="200340">20953 13328 5734,'12'-1'0,"10"-2"0,-4 0 0,24-3 0,-20 3-715,13-3 715,-19 4 0,0 0 0,-2 0 0</inkml:trace>
  <inkml:trace contextRef="#ctx0" brushRef="#br0" timeOffset="200596">21289 13189 5734,'-5'26'0,"2"-8"0,0 29 0,4-24 0,0 15 0,3-10 0,-1-8 0,4 19 0,-3-25 0,0 10 0,-3-20 0,-1-1 0,0-3 0,1-2 0</inkml:trace>
  <inkml:trace contextRef="#ctx0" brushRef="#br0" timeOffset="200795">21212 13183 5734,'23'-8'0,"-2"3"0,25-3 0,3 1 0,-10 1-1087,5 1 0,-5 1 1087,-25 3 167,-5 2 0,-4-1 0,-3 0 0</inkml:trace>
  <inkml:trace contextRef="#ctx0" brushRef="#br0" timeOffset="201248">20550 13154 5734,'-2'13'0,"0"0"0,2 7 0,2 4 0,1 18 0,0-12-629,0 5 629,-2-16 0,1-2 153,-1-1-153,1 8 0,0-11 0,1 6 0,-2-14 0,1-1 119,0-5 0,0-5 0,1-4 0</inkml:trace>
  <inkml:trace contextRef="#ctx0" brushRef="#br0" timeOffset="201510">20645 13111 5734,'37'13'0,"-17"-4"0,15 10-580,-23-6 580,-2 1 0,-1 9 0,-5-4 0,-4 7 0,-16 12 0,3-13 0,-5 5 0,-2-2 0,1-4-735,-11 12 735,17-21 0,2-1 312,2 0-312,0 4 0,3-5 0,-1 4 0,4-9 0,2 0 0</inkml:trace>
  <inkml:trace contextRef="#ctx0" brushRef="#br0" timeOffset="203810">22976 14530 5734,'5'20'0,"1"2"0,-3 12 0,-1 2 0,1 6-1639,0-2 1,-1 0 1589,0-1 49,1-1-283,0-12 0,0 0 283,2 13 315,-2-15 0,1 0-315,3 16 0,-2-12 0,2 4 0,-3-10 0,-2-7 0,0 0 0,-7-6 1513,-1-6-1513,-10-3 0,5-6 0,-5-3 0</inkml:trace>
  <inkml:trace contextRef="#ctx0" brushRef="#br0" timeOffset="204016">22874 14616 5734,'10'-1'0,"2"0"0,16-1 0,-3 0-458,13-1 458,-13 2 0,-1-1-1510,16-1 1510,-13 1 0,0 0 0,10-1-442,1 0 442,-4-1 0,13 1 0,-21 0 0,-1 5 0,-27-1 0,-13 5 0,-3-1 0</inkml:trace>
  <inkml:trace contextRef="#ctx0" brushRef="#br0" timeOffset="204163">23044 14875 5734,'40'-6'0,"0"0"0,-3 0 0,-7 2 0,-10 0 0</inkml:trace>
  <inkml:trace contextRef="#ctx0" brushRef="#br0" timeOffset="204427">23272 15024 5734,'1'21'0,"-1"-3"0,0-8 0,-1 1 0,0-4 0,1-1 0,1-5 0,1-7 0,-1-1 0,4-17 0,-1 10 0,9-25 0,-5 22 0,6-12 0,1 9 0,-3 5 0,5-5 0,-1 6 0,-5 4 0,1 0 0,-6 8 0,-1 1 0,0 2 0</inkml:trace>
  <inkml:trace contextRef="#ctx0" brushRef="#br0" timeOffset="204994">23520 15086 5734,'23'-15'0,"-2"0"0,-7 3 0,2-6 0,-5 3 0,-3-26 0,-9 23 0,-6-16 0,-2 26 0,-1 2 0,-4 2 0,3 4 0,-2 3 0,-1 7 0,6 1 0,-2 7 0,5 8 0,4-5 0,2 7 0,6-2 0,0-7 0,5 4 0,3-8 0,-2-7 0,19-5 0,-14-7 0,23-19 0,-23 7 0,8-11 0,-14 3 0,-2-1 0,-1 2-214,0-1 0,-2 2 214,-6 11 0,-1 0 0,-1 4 0,-2 2 0,-4 12 0,1 1 0,-10 34 0,9-18-227,-4 21 227,10-24 0,1-3 0,1-2 0,3 2 0,0-7 0,1 0 0,3-10 0,-1-2 655,3-7-655,2-8 0,-2 1 0,3-5 0,-2 0 0,-3 5 0,1-2 0,-3 8 0,-1 5 0,1 3 0,1 15 0,-2 2 0,3 11 0,-2 19-1507,-1-8 1507,-3-12 0,1 1 0,0 2 0,0 0 0,1 8 0,1 0 0,-1-6 0,-1-1 0,2 2 0,-1-2 0,0 2-224,-1-11 224,-2 2 0,-3-15 0,-6-4 0,-2-5 0,-3-4 0</inkml:trace>
  <inkml:trace contextRef="#ctx0" brushRef="#br0" timeOffset="205861">20902 15196 5734,'-4'1'0,"0"0"0,4-1 0,13 3 0,0-2 0,12 1 0,4 0 0,8-3-472,-6 1 1,3-2 471,4 0 0,0-1-1141,-7 0 1,1 1 1140,12-1 0,1 0 0,-11 1 0,0-1 0,0 2 0,1-1 0,0 0 0,0 1-401,-1-1 0,1 0 401,12 1 0,0-1 0,-12 1 0,-1 0 0,8 0 0,0 0 0,-5 0 0,-3 0 0,-9 0 0,0 1 0,8-1 0,5 0 0,-7 1 0,2-1 0,0 0 0,-8 2 0,-23-1 0,-5 2 630,-3-1-630,-9 1 0,2-1 0,-5-1 0</inkml:trace>
  <inkml:trace contextRef="#ctx0" brushRef="#br0" timeOffset="206734">21051 14913 5734,'-5'2'0,"0"1"0,3-1 0,-1 0 0,-3 3 0,2-2 0,-8 5 0,7-4 0,-4 1 0,4-1 0,1-1 0,-1 0 0,1 1 0,1-1 0,-2 2 0,2-3 0,-4 4 0,-7 4 0,3-1 0,-6 2 0,9-4 0,-5 3 0,4-2 0,-4 4 0,-8 6 0,7-5 0,-4 2 0,0 2 0,1-2 0,-10 10 0,8-5 0,4-6 0,-1 4 0,6-8 0,3 0 0,1-2 0,-1 2 0,4-4 0,1 6 0,4-7 0,11 8 0,-3-7 0,28 9 0,-15-9 0,8 1 0,0 0 0,0 0 0,4-1 0,-1 0 0,-4 0 0,9 0 0,-1-1 0,-16-2 0,21 2 0,-40-6 0</inkml:trace>
  <inkml:trace contextRef="#ctx0" brushRef="#br0" timeOffset="209984">19496 14864 5734,'3'-5'0,"-2"2"0,1 2 0,-1 1 0,1 5 0,-1 1 0,4 30 0,-2-14 0,2 21 0,-1 5 0,-1-16-415,0-8 0,-1 0 415,1 0 0,-1-2-551,2 13 551,-2-14 0,1 8 0,-2-17 0,1 1 0,-1-5 0,0 1 781,-1-6-781,-5-3 150,1-4 0,-4-5 0,4 0 0</inkml:trace>
  <inkml:trace contextRef="#ctx0" brushRef="#br0" timeOffset="210210">19332 14829 5734,'5'-3'0,"1"-1"0,10-2 0,0 0 0,9-1 0,2 1 0,6-1 0,1 1 0,8 0 0,-6 1 0,9 1-902,-1 0 1,-4 1 901,-20 5 0,-4 3 104,-4 0 1,-5 2 0,-2 1-1</inkml:trace>
  <inkml:trace contextRef="#ctx0" brushRef="#br0" timeOffset="210495">19798 15063 5734,'-2'15'0,"1"-4"0,-2 5 0,3-5 0,-1 0 0,1 1 0,0 8 0,-1-5 0,1 6 0,-1 1 0,2 4 0,0-6 0,0-1 0,0-13 0,0-1 0,-1-5 0,0-4 0,1-5 0</inkml:trace>
  <inkml:trace contextRef="#ctx0" brushRef="#br0" timeOffset="211526">19917 15041 5734,'0'5'0,"-2"11"0,0-6 0,-2 12 0,2-8 0,-2 18 0,1-11 0,-1 11 0,3-5 0,1-12 0,-1 10 0,1-19 0,-1 3 0,1-8 0,-1-1 0,1-7 0,0 0 0,1-6 0,1-3 0,1 2 0,2-6 0,4-7 0,-2 9 0,11-24 0,-12 29 0,6-9 0,-10 19 0,3 5 0,-2 2 0,3 10 0,-3-4 0,2 6 0,1 6 0,-3-9 0,3 7 0,-3-10 0,0-3 0,3 1 0,-1-5 0,2-2 0,-1-4 0,1-1 0,0-2 0,1-1 0,2-3 0,-2 2 0,0-3 0,-3 4 0,0 0 0,-1 0 0,-1 2 0,0 1 0,0 1 0,-1 0 0,0 2 0,-1 0 0,0 2 0,1 1 0,-1 3 0,0 1 0,3 7 0,-2-1 0,5 13 0,2-4 0,0-1 0,7-2 0,-7-12 0,13-2 0,-11-5 0,7-2 0,-4-6 0,-3 2 0,6-10 0,-7 5 0,2-4 0,-5 2 0,-1-1 0,-2-7 0,-2 6 0,-3-4 0,-4 5 0,-1 7 0,-3-1 0,0 8 0,-3 3 0,1 3 0,-1 3 0,0 5 0,4-1 0,0 5 0,6-4 0,2 1 0,2-1 0,3 0 0,2-1 0,6 2 0,-1-6 0,4 0 0,10-15 0,-14 0 0,10-8 0</inkml:trace>
  <inkml:trace contextRef="#ctx0" brushRef="#br0" timeOffset="211697">19641 14898 5734,'7'-9'0,"0"2"0,9-1 0,9 0 0,-1 3 0,9-1 0</inkml:trace>
  <inkml:trace contextRef="#ctx0" brushRef="#br0" timeOffset="212699">21278 14767 5734,'6'27'0,"0"5"0,-3-18 0,1 6 0,-2-2 0,1-6 0,-1 4 0,0-3 0,0-5 0,0 2 0,-2-7 0,-2-5 0,0-2 0,-3-5 0,3-1 0</inkml:trace>
  <inkml:trace contextRef="#ctx0" brushRef="#br0" timeOffset="212845">21287 14551 5734,'-5'-9'0,"2"4"0,1-3 0,2 5 0,0 3 0,0 0 0</inkml:trace>
  <inkml:trace contextRef="#ctx0" brushRef="#br0" timeOffset="213698">21426 14511 5734,'-2'6'0,"2"3"0,1 0 0,0 3 0,2 33 0,-1-20-572,-1 2 0,0 0 572,0-3 0,1 12 0,0-8 0,1-1 0,1 0 0,-1-1 0,3 11 273,-3-22-273,-1 5 0,1-9 0,-1 3 0,-1-11 0,0 0 871,-1-1-871,0-2 0,2-2 0,0-2 0,1-4 0,-1 0 0,1-2 0,-1-2 0,1-2 0</inkml:trace>
  <inkml:trace contextRef="#ctx0" brushRef="#br0" timeOffset="214045">21473 14499 5734,'22'3'0,"-4"-1"0,7 4 0,2 3 0,-6 1 0,5 4 0,-2 6 0,-8-2 0,2 6 0,-8 6 0,-5-7 0,-3 8 0,-8-1 0,-1-7 0,-3 6 0,-6-3 0,4-7 0,-5 3 0,-1-2 0,4-6 0,-4 3 0,0-5 0,4-4 0,-5 1 0,-3-5 0,10-1 0,-5-2 0</inkml:trace>
  <inkml:trace contextRef="#ctx0" brushRef="#br0" timeOffset="214411">21820 14551 5734,'-3'4'0,"0"2"0,1 1 0,-1 2 0,1 2 0,1 9 0,0-2 0,0 6 0,1 1 0,-1 0 0,0 4-395,0-3 0,1 0 395,-1-5 0,1-1-277,0 6 277,0-7 0,0 4 0,1-10 0,0 4 0,0-6 0,1 3 767,-1-7-767,1-1 300,-2-3-300,-2-3 0,0-1 0,-1-3 0,-1-3 0,0-2 0</inkml:trace>
  <inkml:trace contextRef="#ctx0" brushRef="#br0" timeOffset="214644">21783 14545 5734,'17'-6'0,"1"1"0,-2 1 0,2 0 0,2 0 0,10-2 0,-7 2 0,7-1 0,1-3 0,-13 5 0,8-3 0,-22 6 0,-6 5 0,-5 0 0,-6 1 0</inkml:trace>
  <inkml:trace contextRef="#ctx0" brushRef="#br0" timeOffset="-214685.73">21830 14699 5734,'29'-4'0,"8"0"0,-14 1 0,7-2 0,-4 1 0,-8 1 0,5-2 0</inkml:trace>
  <inkml:trace contextRef="#ctx0" brushRef="#br0" timeOffset="-214435.73">22168 14574 5734,'5'25'0,"-1"-1"0,0 7 0,-2-6 0,0 8 0,-1 8 0,-1-17 0,0 19 0,-1-26 0,0 2 0,-1-6 0,-1-5 0,0 1 0,-2-7 0,2 0 0,-2-3 0</inkml:trace>
  <inkml:trace contextRef="#ctx0" brushRef="#br0" timeOffset="-214190.73">22081 14511 5734,'7'0'0,"1"-1"0,3 1 0,2-1 0,13-1 0,-4 0 0,9 0 0,15-3 0,-16 2 0,15-3 0,-20 3 0,-10 1 0,1 0 0,-15 2 0,-3-1 0</inkml:trace>
  <inkml:trace contextRef="#ctx0" brushRef="#br0" timeOffset="-188435.73">5306 18050 5734,'0'4'0,"-1"0"0,1-2 0,-1-1 0,1 2 0,-1-1 0,1 0 0,0 0 0,0-1 0,1 0 0,0 2 0,5 3 0,-3-1 0,5 1 0,-2 0 0,0-2 0,1 1 0,0-2 0,-3 0 0,2-1 0,-3-1 0,1-1 0,-1 0 0,-1 0 0,1 1 0,-1-1 0,0 1 0,2 0 0,-2 0 0,4-1 0,-1 0 0,1 0 0,1 0 0,-1 0 0,26-2 0,-17 1 0,19-2 0,-23 2 0,1 0 0,5 0 0,-3 0 0,4 0 0,1 0 0,5 0 0,-3 1 0,14-1 0,-20 0 0,14-1 0,-14 1 0,4 0 0,0-1 0,-4 1 0,4 0 0,-6 0 0,-1 0 0,0 0 0,4 1 0,-2 0 0,9 0 0,-7 0 0,5 0 0,15-1 0,-14 0 0,7-1 0,0 0 0,-7 1 0,15-2-241,-21 1 241,-2 2 0,1-1 0,4 1 0,-2 1 0,3-1 0,2 2 0,-5-1 0,21-1 0,-17-1 0,20-1 0,-19 0 0,4 1 0,0-1 0,-6 1 0,13 0 0,-13 1 0,5 0 0,1-1 0,-5 1 0,5-1 0,0 0 0,0 0-378,18 0 378,-25 2 0,1-1 0,0 2 0,12 1 0,-7-1 0,8 0 0,-8-1 0,12 1 0,-5 0 0,2-1 0,14 1 0,-16 0 0,0-1 0,10 1-475,-8 0 475,10 0 0,-12 0 0,0 0 0,9 0 0,-9 0 0,1 1 0,15 0 0,-11 0 0,11 1 0,-17-1 0,0 1 0,10 0 0,-10-1 0,1 0 0,2 0 0,-9 0 0,1-1 0,13 3-619,-13-1 1,0-1 618,9 2 0,2 0-439,0 0 439,1-1 0,1 1 0,1-1 0,-1-1 0,-1 0-287,-11-1 0,-1 1 287,13 0 0,-14-1 0,-1 0 0,6-1 0,-1 0-4,-3-1 4,-2 0 878,-2 0-878,-3 0 0,-1 0 986,-3 0-986,-2 0 729,-1 0-729,-3 0 499,-2 2-499,-6 2 64,-2 2 0,-3-2 0,0-1 0</inkml:trace>
  <inkml:trace contextRef="#ctx0" brushRef="#br0" timeOffset="-186617.73">18568 17130 5734,'-27'-19'0,"9"7"0,-16-7-1403,12 9 1403,-3-1 0,-18-8 0,6 4 0,11 4 0,-1 0 0,-5-1 0,0 1-1032,6 1 0,-1 0 1032,-7-3 0,-4 0 0,-4-2 0,-5-1 0,5 2-799,5 1 1,0 1 798,-6-2 0,-5-1 0,7 2 0,12 5 0,4 1-109,-1 0 1,-2 0 108,-3 1 0,-3 0 0,1 1 0,3 0 0,-2 1 0,-11 1 0,-7 1 0,8 2 0,13 1 0,1 2 0,-12 4 0,-4 4 0,6 0 0,12-2 0,1 3 0,-10 9 0,-5 5 0,6 0 3,10-6 1,2 4-4,-1 5 0,-3 7 0,1 1 0,4-3 231,2 3 1,2 1-232,3 0 0,-2 5 0,1 0 0,4-4 422,2 6 0,2-1-422,2-6 0,0 2 0,3 0 0,4 2 0,3-1 0,0-1 0,3 6 0,3 1 0,0-10 0,4 3 0,1 0 0,-1-5 0,8 7 0,4-2 0,-3-10 0,2 2 0,4-1 0,3-4-442,4-4 0,5-4 0,0-3 1,-1 1 441,-5-2 0,-1 0 0,0-2 0,1-1 0,9-1 0,2-2 0,-1-2 0,-3-4 0,-5-3 0,-3-4 0,1-1 0,1 0 0,0-2 0,3-2 0,0-1 0,2-3 0,1-1 0,-3 1 0,3-2 0,-2-1 0,1-1 0,-3 2 0,2-2 0,-1-1 0,-1-2 0,-3-1 0,0-2 0,-1-1 0,-3 1 0,2-1 0,-2 0 0,1-4 0,-5 3 0,3-4 0,-1-1 0,-1 0 0,-3 3 0,-1-3 0,-2 2 0,-1-3 0,1-4 0,2-4 0,-2-1 0,-3 5 0,0-8 0,-3 1 0,-2 9 0,-2-2 0,-6-2 0,-9 1 0,-8-4 0,-1 1 0,0 4 0,0-2 0,-4 1 0,1 3 0,-3-4 0,-1 2 0,-1 8 0,-3 6 0,-2 6 0,0-2 0,-1 1 0,-1 2 0,-1 0 0,0 1 0,-1 2 0,0-1 0,-1 1 0,0 1 0,0 0 0,-1-1 0,0 1 0,-1 0 0,1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01T01:57:37.7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18601 7129 24575,'0'0'0</inkml:trace>
  <inkml:trace contextRef="#ctx0" brushRef="#br0" timeOffset="10786">2710 3905 5734,'-2'3'0,"-1"-1"0,4-2 0,1-2 0,0 1 0,2-2 0,-2 3 0,0-1 0,-1 1 0,1-1 0,-1-1 0,1 1 0,16-8 0,-11 8 0,13-6 0,-11 6 0,-2 2 0,6-1 0,-7 1 0,2-1 0,-2 0 0,4 0 0,0-1 0,1 0 0,5-2 0,-5 1 0,6-2 0,-2 2 0,-5 0 0,4 0 0,-2 0 0,-2 1 0,3 0 0,0 0 0,-4 1 0,3-1 0,1-1 0,-3 2 0,4-1 0,-1 0 0,-2 0 0,2 1 0,3 1 0,-6 0 0,8 1 0,-9-1 0,1 1 0,7 1 0,0-1 0,1 1 0,-2-2 0,-7-1 0,1-1 0,0 0 0,3 0 0,-2 0 0,2-1 0,0 1 0,-4 0 0,3 1 0,-1-2 0,-3 2 0,3-1 0,-3 1 0,0 0 0,1 0 0,0 1 0,7-1 0,-6 1 0,13-1 0,-14-1 0,12-1 0,-12 1 0,9 0 0,-9 1 0,3 0 0,9 0 0,-8-1 0,22-1 0,-19 0 0,15-1 0,-16 2 0,2-1 0,5-1 0,-9 2 0,26-3 0,-25 2 0,14 0 0,-18 1 0,0 1 0,5 0 0,-4-1 0,3 1 0,1 1 0,-4-1 0,3 0 0,14 1 0,-13-1 0,13 1 0,-9-1 0,-7 0 0,6 0 0,-3-1 0,-4 0 0,16-2 0,-15 2 0,9-1 0,-6 2 0,-4 0 0,3 0 0,0 0 0,-3 0 0,10 0 0,-9 0 0,4 0 0,-1 0 0,-4 0 0,5 0 0,-1 0 0,-3 0 0,14 0 0,-4 1 0,12-1 0,-11 2 0,0-1 0,-10 0 0,1 0 0,8-2 0,-5 1 0,7-2 0,0 0 0,-5 0 0,4 1 0,8-2 0,-15 1 0,11 0 0,-18 1 0,0 1 0,3 1 0,-3-1 0,3 1 0,-5-1 0,9 2 0,-7-1 0,8 1 0,-11-1 0,1 1 0,0 0 0,-3-1 0,4 1 0,-4-1 0,2 0 0,-2 0 0,-1-1 0,3 1 0,-4 0 0,5 0 0,-4 0 0,5-1 0,-6-1 0,2 0 0,-10 1 0,-9 1 0,-1 1 0,-6 0 0</inkml:trace>
  <inkml:trace contextRef="#ctx0" brushRef="#br0" timeOffset="15179">5601 4003 5734,'2'4'0,"1"-2"0,-2 0 0,1-2 0,-1 1 0,2 0 0,0 0 0,2 0 0,0 1 0,3-1 0,2 1 0,-3 0 0,11 1 0,-8-1 0,7 2 0,-2-1 0,-3-1 0,6 0 0,2 0 0,-4 0 0,6 0 0,1 1 0,-5-1 0,5 1 0,1-2 0,-5 0 0,7 0 0,2-2 0,-8 1 0,7-1 0,-1 2 0,-7 0 0,7 0 0,2 2 0,-5-1 0,8 2 0,12-1 0,-13 0 0,16-1 0,-7-1 0,-1-1 0,1-1-210,-1 1 1,0-1 209,0 1-780,-10 0 780,7 2-405,8 0 405,-16 0 0,4 0 0,0 0 0,4 3 0,-9-3 0,0 0 0,7 1 0,-9-2 0,0 0 0,2 0 0,3-1 0,1-1 0,-3 0 0,16-1 0,-10 1 0,-8-1 0,7 0 0,-2 1 0,-6 0 0,6 1 0,1 0 0,-7 0 0,7 0 0,-1 2 0,-6-1 0,1-1 0,1 1 0,0-1 0,16 1 0,-9-1 0,-8 0 0,6 0 0,4-1 0,1 0 0,-1 1 0,1-1 0,0 2 0,-2 1 0,-7 1 0,8 0 0,1-1 0,-9-1 0,9 0 0,1-1 0,-8-1 0,2 0 0,2 0 0,2 0 11,-8 0 1,1-1-12,19 1-437,-11 0 437,11-1 0,0 0 0,-11 2 0,10-1 0,0 1 0,-11 0 0,10 0 0,0 0 0,-12 0 0,12 0 0,-16 0 0,0 0 0,9 0 0,-2 0 0,0 0 0,-1 1 0,11-1 0,1 3 0,-9-1 0,-14 0 0,1-1 0,11-1 0,0 0 0,10 0 0,-13-1 0,6 0 0,-6 0 0,12 0 0,-11 0 0,6 0 0,-7 1 0,7 0 0,-5 0 0,-2 0 0,-9 1 385,-3 0-385,9 0 0,-12 0 0,6 0 0,-12 0 344,-4 0-344,5-1 1289,-13-2-1289,-1 0 0,-10 1 0,-2 0 0</inkml:trace>
  <inkml:trace contextRef="#ctx0" brushRef="#br0" timeOffset="31302">4695 4926 5734,'6'-1'0,"1"-1"0,-2 1 0,2 1 0,5 1 0,-1 0 0,4 1 0,4-2 0,-3 1 0,5-1 0,1 0 0,-6-1 0,6 0 0,-1-3 0,-4 2 0,4 0 0,4 0 0,0 0 0,-2-1-291,3 0 1,-2 1 290,-8-1 0,1 0-12,-1 0 12,1 0 0,9-2 0,-6 1 0,7-2 0,2 0 0,-6 1 0,2-1 0,0 0 0,0 1 0,15-4 0,-14 5 0,-7 1 580,5 0-580,-1 0 0,-5 1 13,7-2-13,12 3 0,-14-1-404,14 2 404,-19-1 0,2 1 0,-1 0 0,11-1 0,-7 0 0,8 0 0,7-2 0,-13 2 0,12-2 0,-10 2 0,-5 0 404,5 0-404,-7 0 0,1 1 0,-1-1 0,21 0 0,-15 0 0,-1-1 0,1 1 0,17-2 0,-6 1-771,3-1 771,-19 2 0,21-2 0,-15 2 0,15-1-167,-6 2 1,1 0 166,-8 0 0,1 1 0,10-1 0,0 0 0,6 2 0,-3 0 0,-16 0 0,2 0 0,0-1 0,-5 1 0,15 0 0,-11 0 0,-5-1 743,6 0-743,-1-1 0,-7 0 361,6 0-361,-2 1 0,-7-1 0,4 0 0,-3 0 0,-5 1 0,4-1 0,-3 0 0,-4 0 0,2 0 0,-1 0 0,-3 0 0,2 0 0,2 0 0,-4 0 0,3 1 0,7 0 0,-10 0 0,8-1 0,-12-1 0,2 1 0,-1 1 0,1 0 0,0 1 0,-1-1 0,1 1 0,7 2 0,-7-2 0,6 2 0,-9-2 0,-1-1 0,1 0 0,-1-1 0,-1 0 0,1 0 0,-2 0 0,0-1 0,0 0 0,-1-1 0,-2 0 0,-2 3 0,-2 0 0,-2 2 0,-1-1 0</inkml:trace>
  <inkml:trace contextRef="#ctx0" brushRef="#br0" timeOffset="106156">1832 6418 5734,'-5'-3'0,"2"1"0,1-1 0,2 2 0,-1 0 0,0 0 0,-1 2 0,-4 1 0,2-1 0,-13 4 0,10-3 0,-7 1 0,9-2 0,-1 1 0,3-1 0,-3 2 0,4-1 0,-1 0 0,2-1 0,0 1 0,0-1 0,1 1 0,4-1 0,-1 1 0,6 1 0,-3 0 0,2 0 0,12-1 0,-5-2 0,10 0 0,1-2 0,-7 0 0,8-1 0,1 0 0,-6 1 0,3-1 0,0 0 0,4 0 0,18-2 0,-6 1-1136,-9 2 1136,11-1 0,2 1 0,-12 2 0,-7-1 0,2 0 0,-2 2 0,-1 0 0,16 0 0,3 1-436,-24-2 436,-1 0-178,5 0 178,-6 0 0,3 0 0,0-2 0,-6 1 0,6-2 0,9-3 0,-14 3 1059,12-3-1059,-19 4 480,0 0-480,9-2 211,-10 3-211,7-1 0,-11 2 0,0 0 0,-1 0 0,1 0 0,-2 1 0,1-1 0,-2 0 0,0 0 0,-3-2 0,-4 0 0,2 0 0,-2 0 0,5 1 0,0-1 0,0 1 0,0 0 0,-2 0 0,1 1 0,-1 0 0,-1-1 0,0 0 0</inkml:trace>
  <inkml:trace contextRef="#ctx0" brushRef="#br0" timeOffset="106472">2627 6275 5734,'-5'-7'0,"1"1"0,0 2 0,1 0 0,-1 1 0,3-2 0,2 3 0,2-1 0,2 3 0,1 2 0,2 0 0,1 1 0,1 1 0,5 3 0,-2 0 0,2 3 0,-1 2 0,3 8 0,-6-5 0,0 2 0,-8-6 0,-3-2 0,-1 2 0,-10 10 0,2-6 0,-16 23 0,12-20 0,-9 14 0,15-19 0,-1 1 0,3-2 0,2-6 0,1 0 0,4-5 0</inkml:trace>
  <inkml:trace contextRef="#ctx0" brushRef="#br0" timeOffset="107682">3669 5755 5734,'-4'-1'0,"0"0"0,3 1 0,0-1 0,2 4 0,0-2 0,0 2 0,1-1 0,1 0 0,1 1 0,7 7 0,-3-3 0,6 5 0,9 8 0,-9-8 0,10 8 0,-13-11 0,0 0 0,5 3 0,-4-2 0,4 3 0,-2-2 0,-3-2 0,3 1 0,-3-2 0,-3-2 0,2 0 0,-3 0 0,-2-3 0,1 0 0,-2-3 0,-2 0 0,1-1 0,-2-1 0,1 1 0,0-1 0,-1 0 0,-1 1 0,-5-1 0,3 2 0,-5 0 0</inkml:trace>
  <inkml:trace contextRef="#ctx0" brushRef="#br0" timeOffset="108095">3735 6014 5734,'-4'-3'0,"1"0"0,3 2 0,2-2 0,1 1 0,3-6 0,-2 1 0,4-4 0,5-5 0,-2 3 0,17-20 0,-13 15 0,9-13 0,-4 7 0,-5 5 0,3-5 0,-3 4 0,-5 6 0,2-1 0,-5 4 0,-3 6 0,-1-4 0,-5 8 0,-4-2 0,1 6 0,-2 1 0,5 1 0</inkml:trace>
  <inkml:trace contextRef="#ctx0" brushRef="#br0" timeOffset="108889">4566 5812 5734,'4'-1'0,"1"1"0,0 0 0,2 0 0,0 1 0,7 2 0,-3-1 0,16 3 0,-12-1 0,10 1 0,-13-2 0,0 0 0,0 0 0,5 2 0,-8-1 0,5 3 0,-12-3 0,0 0 0,-2-2 0</inkml:trace>
  <inkml:trace contextRef="#ctx0" brushRef="#br0" timeOffset="109072">4607 6018 5734,'34'-3'0,"-5"1"0,-1 1 0,3-1-390,-5 0 1,-1 1 0,3 2-1,0 0 1</inkml:trace>
  <inkml:trace contextRef="#ctx0" brushRef="#br0" timeOffset="109657">5641 5690 5734,'-23'4'0,"7"0"0,-28 13 0,22-5 0,-12 9 0,16-6 0,2 2 0,-8 17 0,8 0 0,0 1 0,10-9 0,6-17 0,4 1 0,2-5 0,3-1 0,13-14 0,-7 1 0,7-15 0,-1-2 0,-6 2-355,0-1 1,-3 1 354,-7 7-126,0-8 126,-2 12 0,1-8 0,-3 16 0,1 3 0,-2 9 699,0 2-699,1 20 0,1-10 0,5 24 0,-2-24 0,7 20 0,-7-24 136,4 6-136,-6-12 0,1-3 0,0-1 0</inkml:trace>
  <inkml:trace contextRef="#ctx0" brushRef="#br0" timeOffset="109824">5757 5852 5734,'-4'16'0,"-1"8"0,1-4 0,-1 22 0,3-20 0,0 17 0,2-23 0,-1 4 0</inkml:trace>
  <inkml:trace contextRef="#ctx0" brushRef="#br0" timeOffset="110523">6186 5614 5734,'2'40'0,"0"-1"0,0-7 0,-1-1 0,0 4-933,0-4 0,1-2 933,-2-8 432,0 2-432,0-7 339,0 0-339,0-6 0,0-5 0,0 0 967,-1-5-967,0-7 128,-1-5-128,1-1 0,1-4 0,1-1 0,2 4 0,2-3 0,4 1 0,-2 5 0,3-4 0,5 2 0,-5 5 0,10-1 0,-11 7 0,1 1 0,-3 3 0,-3 0 0,2 3 0,-5 1 0,-11 24 0,3-13 0,-10 17-254,7-20 254,1-2 0,-1 1 0,2-1 0,-4 6 0,6-7 0,-2 4 0,8-11 0,0-2 0</inkml:trace>
  <inkml:trace contextRef="#ctx0" brushRef="#br0" timeOffset="110723">6491 5847 5734,'-6'15'0,"1"1"0,-2 16 0,3-10 0,-3 20 0,4-22 0,1 4 0,1-4 0,0-5 0,1 3 0,-1-4 0,3-8 0,0-1 0</inkml:trace>
  <inkml:trace contextRef="#ctx0" brushRef="#br0" timeOffset="111440">8507 5748 5734,'-3'6'0,"-1"8"0,1-3 0,-5 24 0,3-15 0,-2 23 0,4-22 0,0 6 0,2 2 0,0-11 0,2 12 0,-1-20 0,0 4 0,-1-11 0,-1 0 0,0-4 0,0-1 0</inkml:trace>
  <inkml:trace contextRef="#ctx0" brushRef="#br0" timeOffset="111590">8405 5883 5734,'18'0'0,"0"-1"0,10-1 0,-4 0 0,23-2 0,-18 3 0,10 0 0,-4 4 0,-9-2 0,8 3 0</inkml:trace>
  <inkml:trace contextRef="#ctx0" brushRef="#br0" timeOffset="112094">9232 5823 5734,'-14'2'0,"-13"3"0,10-1 0,-14 8 0,19-4 0,-4 3 0,3 4 0,5-4 0,-3 5 0,3 1 0,3-7 0,-1 6 0,5-12 0,7-5 0,0-4 0,12-15 0,-8 7 0,8-17 0,-10 14 0,2-3 0,-5 7 0,2 4 0,-3 4 0,1 6 0,-3 4 0,0 3 0,0 1 0,-1 2 0,3 9 0,-1-5 0,3 5 0,1 0 0,0-6 0,1 4 0,0-4 0,-1-4 0,4-2 0,-1-5 0</inkml:trace>
  <inkml:trace contextRef="#ctx0" brushRef="#br0" timeOffset="112422">9367 5904 5734,'5'-2'0,"-1"1"0,0 1 0,3 0 0,-2 1 0,4 4 0,-6-2 0,1 8 0,-3 2 0,-1-1 0,1 1 0,0-5 0,2 1 0,1-2 0,12 5 0,-3-6 0,31-2 0,-18-6-975,20-5 975,-18 0 0,4-3 0,1 1 0</inkml:trace>
  <inkml:trace contextRef="#ctx0" brushRef="#br0" timeOffset="113214">10225 5634 5734,'-2'14'0,"0"0"0,-2 12 0,1-4 0,-1 9 0,0 5 0,2-8 0,-1 7 0,1-2 0,1-10 0,0 5 0,1-7 0,0-6 0,0 1 0,0-9 0,0 0 0,-1-7 0,0-5 0,-1-6 0,0-3 0,2-10 0,0 8 0,3-14 0,0 16 0,3-3 0,22-11 0,-14 16 0,20-12 0,-13 22 0,-7 2 0,6 2 0,-12 2 0,-1 1 0,-2 1 0,-3 7 0,-3-3 0,-12 16 0,3-13 0,-7 8 0,7-11 0,1 0 0,1-1 0,-4 5 0,6-5 0,-3 4 0,8-7 0</inkml:trace>
  <inkml:trace contextRef="#ctx0" brushRef="#br0" timeOffset="113527">10510 5867 5734,'11'-2'0,"-2"1"0,6 0 0,-6 2 0,2 2 0,-8 4 0,-3 0 0,-1 5 0,-3-2 0,0 1 0,-2 2 0,-4 11 0,5-9 0,-1 18 0,6-20 0,13 10 0,-1-16 0,34-2 0,-19-6-250,21-5 250,-4-1 0,-8-1 0,-11 3 0,0 0 0</inkml:trace>
  <inkml:trace contextRef="#ctx0" brushRef="#br0" timeOffset="114257">12254 5908 5734,'7'0'0,"10"0"0,-5 0 0,18 1 0,-11-1 0,7 0 0,0 0 0,-6 0 0,5 0 0,-11 0 0,8-1 0,-12 1 0,3-2 0,-12 2 0,-3-2 0,0-2 0,-1-1 0</inkml:trace>
  <inkml:trace contextRef="#ctx0" brushRef="#br0" timeOffset="114424">12379 5839 5734,'-2'21'0,"1"1"0,1 0 0,1 0 0,3 15 0,-3-14-503,2 12 503,-2-21 0,1-2 0,2-2 0</inkml:trace>
  <inkml:trace contextRef="#ctx0" brushRef="#br0" timeOffset="135827">7336 6845 5734,'4'0'0,"-2"3"0,-3-1 0,-2 8 0,0-3 0,-3 8 0,4-6 0,-2 2 0,3-2 0,0-3 0,1 2 0,0-4 0,0-1 0,2 4 0,-1-4 0,3 4 0,-3-5 0,2 1 0,-2-2 0,0-2 0,1-1 0,-1 0 0,2 1 0,1-1 0,0 0 0,4-5 0,-4 4 0,1-4 0,-2 2 0,-1 2 0,1-2 0,-2 0 0,1 4 0,-1-2 0,1 5 0,-1 1 0,2 3 0,5 11 0,-3-6 0,9 18 0,-8-18 0,5 11 0,-6-14 0,1 2 0,-2-4 0,-1-1 0,1-2 0,2-5 0,-2 0 0,5-7 0,-4 1 0,1-3 0,-1 2 0,1-7 0,-2 4 0,3-16 0,-4 14 0,1-11 0,-3 12 0,0 3 0,-1 1 0,0 6 0,-1 1 0,-1 2 0,-1 0 0,2 0 0,1 1 0</inkml:trace>
  <inkml:trace contextRef="#ctx0" brushRef="#br0" timeOffset="136098">7579 6961 5734,'4'14'0,"-2"0"0,0 0 0,-1 8 0,0-4 0,1 19 0,-2-17 0,2 23 0,-4-28 0,0 8 0,2-21 0,-1-3 0</inkml:trace>
  <inkml:trace contextRef="#ctx0" brushRef="#br0" timeOffset="137273">11180 7066 5734,'5'7'0,"4"1"0,3-2 0,0-1 0,0-3 0,-5-3 0,0-2 0,5-5 0,-5 2 0,8-10 0,-8 5 0,1-4 0,0-3 0,3-12 0,-4 9 0,2-6 0,-7 15 0,0 5 0,-1-2 0,1 5 0,-2 1 0,0 2 0,1 7 0,0 0 0,2 14 0,-2-6 0,1 8 0,0 3 0,0-7 0,1 4 0,3 0 0,-1-11 0,3 4 0,-3-12 0,1-2 0,2-9 0,-2 1 0,1-6 0,-2-10 0,-2 8 0,-1-12 0,-1-1 0,-1 10 0,0-21 0,-1 33 0,0 3 0,-1 1 0,1 1 0,1 0 0</inkml:trace>
  <inkml:trace contextRef="#ctx0" brushRef="#br0" timeOffset="137656">11534 7031 5734,'7'-7'0,"1"0"0,9-5 0,0 3 0,4-3 0,-6 5 0,-6 3 0,3 4 0,-5 0 0,1 3 0,-5 1 0,-2 3 0,-2 2 0,-2 2 0,-9 17 0,5-10 0,-5 17 0,8-19 0,2 4 0,10 0 0,1-8 0,23 6 0,-11-14 0,11-2 0,-14-6 0,-2-3 0,-1-4 0,-2-2 0,1-2 0</inkml:trace>
  <inkml:trace contextRef="#ctx0" brushRef="#br0" timeOffset="138157">11186 6813 5734,'-2'23'0,"0"-8"0,-3 29 0,2-22 0,1 4 0,1 0 0,2-2 0,6 22 0,-2-29 0,5 7 0,0-11 0,-3-4 0,3-1 0,-2-6 0,1-2 0</inkml:trace>
  <inkml:trace contextRef="#ctx0" brushRef="#br0" timeOffset="139426">19576 6452 5734,'-8'7'0,"1"2"0,2 12 0,1 0 0,-1 9 0,3 7 0,2-9 0,3 9 0,3-3 0,0-10 0,13 16 0,-4-19 0,5 2 0,-5-14 0,-3-8 0,13-12 0,-8 1 0,8-11 0,-7-3 0,-5 4 0,3-8 0,-1-15 0,-7 20 0,4-15 0,-9 28 0,-1 4 0,-1 3 0,-2 10 0,0 14 0,-1 3 0,2 9 0,2-8 0,1 1 0,3 6 0,0-3 0,2-1 0,2-6 0,4 2 0,0-10 0,-2-7 0,3-2 0,2-22 0,-6 3 0,3-14 0,-11-3 0,-3 5 0,-3-10 0,-2-1 0,1 6-331,-1 1 1,0 2 330,2 16 0,0 2 0,0 3 0,2 3 0,0 1 0</inkml:trace>
  <inkml:trace contextRef="#ctx0" brushRef="#br0" timeOffset="139764">20060 6820 5734,'7'-8'0,"1"1"0,0 3 0,1 1 0,0 0 0,1 1 0,-1 0 0,4 2 0,-6 2 0,1 2 0,-13 16 0,1-4 0,-5 11 0,3-10 0,0 1 0,0 6 0,3-7 0,0 5 0,4-10 0,5 3 0,0-5 0,4 1 0,5-8 0,-2-3 0,4-3 0,0-7 0,-4 0 0,3-6 0,-5 2 0</inkml:trace>
  <inkml:trace contextRef="#ctx0" brushRef="#br0" timeOffset="140026">20391 6586 5734,'6'2'0,"0"0"0,0 0 0,2 1 0,5 2 0,0-1 0,15 5 0,-12-6 0,9 2 0,-8-4 0,-6 0 0,2 0 0,-10-1 0,-2 1 0</inkml:trace>
  <inkml:trace contextRef="#ctx0" brushRef="#br0" timeOffset="140194">20376 6783 5734,'23'2'0,"0"-1"0,13-2 0,-13 0 0,13-1 0</inkml:trace>
  <inkml:trace contextRef="#ctx0" brushRef="#br0" timeOffset="140744">20766 6548 5734,'-1'-5'0,"0"-1"0,4-1 0,0 1 0,15-5 0,-6 5 0,26-7 0,-18 9 0,12-2 0,-7 4 0,-7 2 0,5 1 0,-5 3 0,-5 1 0,4 11 0,-12-4 0,-14 16 0,-6 2 0,-1-5-553,-4 3 0,0-1 553,3-10-454,-5 6 454,8-7 0,-3 2 0,7-4 0,5-4 0,2 0 0,8-2 1051,2-4-1051,22 2 0,-10-5 509,14 0-509,-3-2 0,-1 0 0,1 0 0,-6 0 0,-10 1 0,-3-1 0,-1 0 0</inkml:trace>
  <inkml:trace contextRef="#ctx0" brushRef="#br0" timeOffset="141327">21255 6498 5734,'-3'-2'0,"0"0"0,-2 5 0,1 1 0,-7 9 0,4-3 0,-3 5 0,1-1 0,2 1 0,-1 1 0,3 1 0,0 21 0,3-13 0,2 13 0,5-13 0,1-7 0,3 3 0,0-11 0,3-2 0,1-4 0,17-6 0,-10-1 0,24-18 0,-26 9 0,5-10 0,-11 1 0,-5 6 0,0-6 0,-4 8 0,0 1 0,-1 1 0,-1 5 0,0 6 0,-2 6 0,0 14 0,0-3 0,0 9 0,4 2 0,1-8 0,10 15 0,-3-20 0,17 2 0,-12-17 0,8-4 0,-9-5 0,-2-4 0,0-3 0,-2-2 0,-3-12 0,-4 5 0,-3-7 0,-8-2 0,-1 8 0,-2-7 0,-2 5 0,3 8 0,-3-3 0,2 4 0,4 7 0,-1-3 0</inkml:trace>
  <inkml:trace contextRef="#ctx0" brushRef="#br0" timeOffset="141924">21902 6607 5734,'0'-3'0,"0"0"0,3 2 0,0 1 0,2-2 0,13 1 0,-6 1 0,24-2 0,-19 1 0,11 0 0,-12 1 0,-5-1 0,1 1 0,-9 1 0,-3 2 0,-4 0 0,-2 0 0</inkml:trace>
  <inkml:trace contextRef="#ctx0" brushRef="#br0" timeOffset="142080">21907 6743 5734,'10'2'0,"1"-1"0,2 0 0,20 0 0,-10-1 0,14 1 0,-11 1 0,-6-1 0,4 0 0,-8-2 0</inkml:trace>
  <inkml:trace contextRef="#ctx0" brushRef="#br0" timeOffset="142573">22273 6483 5734,'3'-4'0,"0"0"0,2 1 0,1-1 0,4-1 0,8-3 0,-2 2 0,6-3 0,4 2 0,-5 2 0,21 1 0,-21 3 0,10 3 0,-14 5 0,-6-1 0,1 4 0,-9 5 0,-3-1 0,-19 19 0,4-14 0,-12 11 0,2-6-714,5-6 714,-4 5 0,8-2 0,2 0 0,2-1 0,-6 18-50,27-26 50,2-3 0,6-1 0,9-2 0,-4-5 0,10-1 0,4-4 0,-9-1 0,18-9 0,-26 6 177,4-6 1,-17 6-1,-2-1 1</inkml:trace>
  <inkml:trace contextRef="#ctx0" brushRef="#br0" timeOffset="143148">22710 6448 5734,'-6'13'0,"1"-3"0,-1 9 0,3-5 0,-3 5 0,3 12 0,1-13 0,3 18 0,3-20 0,2 4 0,2-3 0,-1-5 0,2 1 0,0-4 0,-2-5 0,3 0 0,1-5 0,-2-1 0,3-3 0,0-3 0,-2 0 0,3-3 0,4-7 0,-7 7 0,9-11 0,-13 13 0,1-1 0,-3 5 0,2 4 0,-3 4 0,1 5 0,-1 6 0,-1-2 0,7 11 0,-3-12 0,14 7 0,-8-14 0,21-15 0,-19-1 0,12-23 0,-18 13-468,0-9 468,-6 8 0,-1-2 0,-1 2 0,0-1 0,-2-6 0,0 8 0,-3-12 0,3 20 0,-1-3 0,-2 17 0,1 2 0,-3 4 0,3 0 0</inkml:trace>
  <inkml:trace contextRef="#ctx0" brushRef="#br0" timeOffset="143518">23223 6641 5734,'-2'8'0,"-1"7"0,0-3 0,-4 36 0,5-26-505,-2 22 505,5-31 124,0 4-124,-1-8 0,-2 1 0,0-9 0</inkml:trace>
  <inkml:trace contextRef="#ctx0" brushRef="#br0" timeOffset="148529">15372 6880 5734,'2'4'0,"-2"3"0,0-3 0,0 2 0,0 4 0,0 0 0,0 3 0,0 10 0,0-7 0,1 21 0,-1-21 0,4 29 0,-3-31 0,5 16 0,-5-27 0,2 0 0,-1-3 0,-1 0 0,2-2 0,11-12 0,-7 5 0,10-10 0,-7 6 0,-2 2 0,3-1 0,-2-2 0,-1 4 0,5-10 0,-6 11 0,4-10 0,-8 14 0,1-3 0,-3 8 0,-1 0 0,2 4 0,0 0 0,1 3 0,2 5 0,-1 0 0,2 4 0,11 18 0,-9-20 0,9 15 0,-10-24 0,-2-3 0,2-1 0,0-6 0,-1-1 0,0-4 0,0-8 0,-2 3 0,-2-27 0,-2 22 0,-1-14 0,-1 22 0,1 1 0,0 2 0,0-1 0,0 4 0,0 0 0,-3 4 0,1 2 0,0 0 0,2 0 0</inkml:trace>
  <inkml:trace contextRef="#ctx0" brushRef="#br0" timeOffset="149356">15739 7072 5734,'5'-6'0,"4"-5"0,-4 6 0,4-4 0,-2 5 0,0 0 0,1-1 0,2 2 0,-1-1 0,1 1 0,4 0 0,-3 0 0,3 1 0,-4 0 0,-2 2 0,0 0 0,-3 3 0,-3-1 0,-1 2 0,-5 4 0,1-1 0,-5 5 0,-4 3 0,2-3 0,-4 4 0,2-2 0,3-5 0,-2 3 0,1-1 0,6-6 0,-2 3 0,11-7 0,-1 0 0,9 1 0,-3-1 0,4 2 0,17 5 0,-16-4 0,13 6 0,-21-5 0,-2 4 0,-2 0 0,-2 2 0,-7 1 0,-1-1 0,-4 2 0,-13 1 0,8-6 0,-23 6 0,21-11 0,-15 2 0,16-5 0,-3 0 0,7-1 0,3-3 0,2 0 0</inkml:trace>
  <inkml:trace contextRef="#ctx0" brushRef="#br0" timeOffset="152507">19561 7204 5734,'-3'4'0,"0"1"0,1 1 0,1 0 0,-2 4 0,-1 36 0,1-26-254,1 6 1,1-2 253,1-9 0,1 1 0,0-1 0,4 8 0,-2-9 0,6 10 0,-4-17 0,9 4 0,-5-10 507,11-2-507,-7-3 0,4-4 0,1-6 0,-6 3 0,4-7 0,0-8 0,-6 7 0,4-17 0,-9 19 0,1-5 0,-2 4 0,-1 5 0,0-2 0,-2 4 0,-1 6 0,0 2 0,-2 19 0,0 0 0,1 10 0,4 13 0,0-14 0,6 11 0,2-1 0,-2-11-245,1 1 1,1-4 244,-1-12-19,10-1 19,-6-5 0,19-11 0,-19 0 0,2-14 0,-1-4 0,-7 4-559,5-24 559,-13 28-285,-3-10 285,1 11 0,-1-6 446,0 13-446,1 5 4,-2 0 1,3 4 0,-1 0-1</inkml:trace>
  <inkml:trace contextRef="#ctx0" brushRef="#br0" timeOffset="153023">20091 7367 5734,'9'-7'0,"-1"2"0,-2 2 0,1 1 0,0 0 0,1 1 0,7-2 0,-4 2 0,8-1 0,-10 2 0,1 2 0,-2 1 0,-3 1 0,1 1 0,-4 3 0,-3-1 0,-3 4 0,-7 4 0,-1-2 0,-4 3 0,-2-1 0,5-4 0,-2 3 0,6-5 0,3-2 0,1 0 0,11 1 0,0-5 0,7 3 0,-1-5 0,7 2 0,-3 0 0,5 1 0,-2 2 0,-5-1 0,2 3 0,-6 1 0,-4-3 0,-18 18 0,0-13 0,-10 6 0,-3 0 0,1-4-638,-15 8 638,22-12 0,1-2 0,5-1 0,1-1 0,2-1 0,2-1 0,4-3 0,0 0 0</inkml:trace>
  <inkml:trace contextRef="#ctx0" brushRef="#br0" timeOffset="153540">20460 7344 5734,'-5'0'0,"3"0"0,0-1 0,7 2 0,1-1 0,4 0 0,0-1 0,0-1 0,20-6 0,-14 5 0,13-4 0,-18 6 0,5 0 0,-5 0 0,7 0 0,-12 1 0,3 1 0,-7 0 0,0 1 0,-3-2 0</inkml:trace>
  <inkml:trace contextRef="#ctx0" brushRef="#br0" timeOffset="153758">20423 7504 5734,'28'10'0,"-2"-2"0,-15-6 0,2 0 0,6-1 0,-4-1 0,7 0 0,-6-1 0,2 1 0</inkml:trace>
  <inkml:trace contextRef="#ctx0" brushRef="#br0" timeOffset="154639">20920 7244 5734,'15'-2'0,"0"0"0,0 0 0,25 2 0,-24 0 0,18 2 0,-30 1 0,-2 0 0,-2 2 0,-2 2 0,-4 4 0,0-2 0,-4 4 0,-1 1 0,3-4 0,-7 8 0,8-9 0,-2 2 0,6-6 0,1-1 0,1 0 0,1-1 0,3 3 0,2-3 0,3 2 0,7 1 0,-1-2 0,8 2 0,4 1 0,-6-2 0,5 4 0,-4 0 0,-8-2 0,2 2 0,-9 0 0,-5-1 0,-4 3 0,-13 1 0,0-3 0,-9 4 0,-3-1 0,6-4 0,-5 2 0,7-4 0,7-3 0,-2 0 0,7-2 0,4-3 0,1-1 0</inkml:trace>
  <inkml:trace contextRef="#ctx0" brushRef="#br0" timeOffset="155289">21368 7230 5734,'-5'3'0,"-1"0"0,-4 7 0,3-2 0,-11 16 0,10-10 0,-2 9 0,7 3 0,3-9 0,2 11 0,1-14 0,1 0 0,8 6 0,-3-8 0,12 5 0,-9-13 0,5-1 0,0-5 0,-3-3 0,5-1 0,-2-7 0,-3 1 0,4-4 0,-3-3 0,-5 5 0,2-6 0,-4 4 0,-3 5 0,0-2 0,-2 5 0,-1 2 0,-1 1 0,0 3 0,-1 2 0,2 10 0,0 12 0,5 6 0,-1 0-215,2-6 215,0-9 0,0-1 0,1-1 0,12 1 0,-5-7 0,22-3 0,-19-6 0,8-6 0,-8-13 0,-9 7 0,0-11 0,-9 10 0,-4-1 0,-8-14 0,2 12 215,-6-10-215,0 12 0,3 5 0,-4 0 0,5 7 0,2 2 0,0 1 0</inkml:trace>
  <inkml:trace contextRef="#ctx0" brushRef="#br0" timeOffset="155840">22133 7355 5734,'6'-2'0,"2"-1"0,1 1 0,3-2 0,13-4 0,-4 1 0,3 0 0,0 1 0,1 1 0,1 0 0,-1 0 0,-6 2 0,9 0 0,-13 3 0,-6 0 0,-1 2 0,-8 0 0,-2 2 0,-2-2 0</inkml:trace>
  <inkml:trace contextRef="#ctx0" brushRef="#br0" timeOffset="156873">22142 7456 5734,'9'1'0,"1"0"0,12-4 0,-6 0 0,26-4 0,-21 4 0,24-4 0,-19 4 0,7-2 0,-16 3 0,-6-1 0,-9 3 0,-4-1 0,0 1 0,-1-2 0,1 0 0</inkml:trace>
  <inkml:trace contextRef="#ctx0" brushRef="#br0" timeOffset="157577">22522 7241 5734,'14'-2'0,"-4"1"0,11-2 0,-11 2 0,6-1 0,7 1 0,-8 1 0,22 2 0,-22 0 0,12 3 0,-17-3 0,2 2 0,-5 2 0,-4-1 0,-12 18 0,3-13 0,-11 11 0,10-14 0,-3 3 0,3-3 0,-2 1 0,3-3 0,2-2 0,1 1 0,2-3 0,8-2 0,8-1 0,1-1 0,18 1 0,-19 2 0,11 1 0,-10 3 0,-4 0 0,1 3 0,-4 2 0,-5-1 0,-1 7 0,-5-7 0,-11 11 0,1-10 0,-6 4 0,-1-5 0,5-3 0,-5 1 0,3-2 0,4-2 0,-7-1 0,10-2 0,-1-2 0</inkml:trace>
  <inkml:trace contextRef="#ctx0" brushRef="#br0" timeOffset="158157">22939 7222 5734,'-1'7'0,"-2"5"0,-3 9 0,1 5 0,-2 1 0,4-5 0,2-7 0,1 0 0,1-1 0,4 4 0,0-5 0,2 2 0,4-6 0,-2-3 0,4 0 0,12-8 0,-12 0 0,12-6 0,-14 1 0,-1-2 0,8-11 0,-6 6 0,4-8 0,-5 6 0,-4 5 0,3-6 0,-6 9 0,1 0 0,-3 3 0,0 2 0,0-1 0,-1 5 0,0 0 0,0 3 0,-2 12 0,1-4 0,1 15 0,1-12 0,2 4 0,3-2 0,-1-6 0,3 3 0,25-14 0,-18-4-205,20-8 205,-26-1 0,-2-2 0,-1-2 0,2-17 0,-5 12 0,2-24 0,-6 28 0,0-11 0,-3 19 0,0 0 0,-1 6 0,2 4 0,0 0 0</inkml:trace>
  <inkml:trace contextRef="#ctx0" brushRef="#br0" timeOffset="158535">23487 7366 5734,'0'12'0,"-1"-2"0,-1 16 0,0-10 0,-1 9 0,1-3 0,0-5 0,0 4 0,2-1 0,0-6 0,0 2 0,-1-5 0,1-5 0,0-3 0,1-7 0</inkml:trace>
  <inkml:trace contextRef="#ctx0" brushRef="#br0" timeOffset="172392">11009 7131 5734,'-8'1'0,"-2"0"0,7-1 0,-3 1 0,6-1 0,5-2 0,2-2 0,6-3 0</inkml:trace>
  <inkml:trace contextRef="#ctx0" brushRef="#br0" timeOffset="-208007.73">16921 1731 5734,'-2'-9'0,"1"3"0,0 1 0,-2 0 0,2 2 0,-3-5 0,3 4 0,-8-10 0,4 9 0,-5-5 0,2 6 0,1 2 0,-4-2 0,0 2 0,2 0 0,-4 1 0,-4 2 0,-5 3 0,0-1 0,1 3 0,10-2 0,-5 2 0,6-1 0,-4 2 0,2-2 0,4 1 0,-2 0 0,2 2 0,2-2 0,-2 3 0,2 2 0,2-3 0,0 3 0,2 0 0,2-3 0,1 2 0,7 6 0,1-5 0,6 6 0,7-3 0,-5-2-318,7 2 318,-7-4 0,8 3 0,1 1 0,-3-2 0,2 1 0,-2-1 0,-9-4 0,-4-3 0,1 1 0,-5 0 0,-3-2 318,0 2-318,-4-1 0,-1-1 0,-14 8 0,4-4 0,-9 5 0,-3 3 0,9-6 0,-12 9 0,17-12 0,-3 3 0,7-6 0,2-1 0,0-2 0,3-5 0,1 1 0,5-8 0,0 5 0,15-13 0,-6 8-288,8-8 288,-6 7 0,0-2 0,0 1 0</inkml:trace>
  <inkml:trace contextRef="#ctx0" brushRef="#br0" timeOffset="-207821.73">17041 1807 5734,'10'13'0,"-1"0"0,-5 5 0,-2-2 0,0 7 0,-1 3 0,0 9 0,-1-6-397,0 3 397,0-19 98,0-1-98,0-1 0,0-2 0,0-2 0,3 1 0,-1-2 74,2-5 1,-2-5 0,0-5 0</inkml:trace>
  <inkml:trace contextRef="#ctx0" brushRef="#br0" timeOffset="-207307.73">17289 1776 5734,'-6'34'0,"-2"7"0,4-19 0,-3 7 0,2-4 0,0-6 0,0 3 0,1-6 0,1-6 0,0 1 0,1-5 0,2-2 0,0 0 0,2-9 0,0 1 0,19-36 0,-11 21-524,15-22 524,-15 28 0,0 1 0,1 2 0,-1 2 0,1 1 0,-1 3 0,5 4 0,-4 1 524,3 6-524,5 22 0,-10-11-419,7 18 419,-11-18 0,2 13 0,-2-12 0,2 7 0,-5-10 0,-2-7 0,-3 3 0,-3-8 0,-1-2 0</inkml:trace>
  <inkml:trace contextRef="#ctx0" brushRef="#br0" timeOffset="-207120.73">17098 1503 5734,'-3'-1'0,"0"-1"0,22 15 0,-6-5 0,18 11 0,-11-8 0</inkml:trace>
  <inkml:trace contextRef="#ctx0" brushRef="#br0" timeOffset="-205824.73">19982 1361 5734,'-4'2'0,"0"1"0,2 7 0,-3 23 0,1-1 0,-1 4-1481,1-5 1,-1 2 1480,0 8 0,0 0 0,1-13 0,1-1-477,0 3 1,0 0 476,0 1 0,-1 1 0,1 1 0,0 1 0,-1 0 0,1 6 0,-1 0 0,0-5 0,1 1 0,-1 1 0,2 1 0,-1 0 0,1-1-910,-1 5 0,1 1 910,0-8 0,1 2 0,0 0 0,0 5 0,0 1 0,0-4 0,1-1 0,0 0 0,-1-2 0,1 3 0,0-5 0,0 14 0,0-5 0,0-12 0,-1 0 0,1 5 0,-1 12 343,0-29-343,0-7 1227,-2-1-1227,-1-7 0,-3-6 0,0-3 0</inkml:trace>
  <inkml:trace contextRef="#ctx0" brushRef="#br0" timeOffset="-205269.73">18625 2315 5734,'23'8'0,"0"0"0,0 0 0,3-2 0,14 0 0,2-1-1639,-5-1 1,2 0 910,-4-1 1,3 0 0,2 0 727,-3-1 0,1 1 0,1-1 0,-1 0-92,4 1 0,-2-1 1,4 0 91,-3 1 0,4 0 0,0 0 0,1 0 0,-7 0 0,2-1 0,0 1 0,-1 0 0,-1 0 0,1 0 0,-1 0 0,-1 0 0,3 0 0,0 0 0,2 1 0,0-1 0,0 0 0,-3 1 0,-2-1 0,-2 0 0,-1 0 0,4 0 0,0 0 0,4 1 0,0-1 0,0 1 0,-3-1 0,0 0 0,-2 0 0,1 0 0,2 0 0,-1 1 0,3-1 0,1 1 0,1-1 0,-3 0 0,-4 0 0,10 1 0,-4-1 0,1 0 0,-4 0 0,2 0 0,-1 1 0,-1-2 0,6 1 0,-1-1 0,-4 1 0,5-1 0,-2 0 0,-10-1 0,1 1 0,-2-1 0,8-1 0,-6 1 0,3-1 0,4-5 0,-45 1 0,-12-6 0,-4 0 0</inkml:trace>
  <inkml:trace contextRef="#ctx0" brushRef="#br0" timeOffset="-203241.73">19892 2376 5734,'2'-7'0,"2"-4"0,-2 5 0,6-13 0,-3 9 0,4-8 0,1 1 0,-1 3 0,2-4 0,2-3 0,0-1 0,1 0-401,-1-2 1,1 2 400,-3 2 0,10-16 0,-7 12 0,1-2 0,-1 0 0,-1 4 0,6-10 0,-3 5 0,-6 11-43,5-7 43,-8 13 0,0 0 0,-1 2 0,1 0 0,15-15 0,-12 12 0,15-13 0,-19 18 0,2-1 0,-2 3 797,-2 2-797,1-2 47,1 1-47,-2 2 0,1 0 0,1 1 0,-1 0 0,1 0 0,-1 1 0,10 5 0,-7-2 0,7 4 0,-9-3 0,3 3 0,-2-1 0,1 3 0,1 3 0,-3-3 0,3 5 0,-2 1 0,3 8 0,0 2 0,-1-1 0,-2-9 0,-3-5 0,6 22 0,-4-16-253,4 18 253,-6-20 0,1 6 0,-1-4 0,3 15 0,-3-14 0,5 20 0,-6-21 0,4 20 0,-4-20 0,1 9 0,-2-4 0,0-4 0,0 6 0,0 0 0,-1-5 0,1 6 0,0 1 0,2 12 0,-1-14 0,0 0 0,2 17 0,2 3 0,-3-26 0,5 20 0,-4-19 0,4 10 0,-2-7 0,-1-4 0,2 5 0,0 1 0,0-3-59,6 18 59,-9-27 0,0 1 0,16 23 0,-10-20 0,5 5 0,0-2 0,-5-9 0,17 9 0,-16-10 0,22 7 0,-19-10 0,24 5 0,-22-7 0,9 1 0,-6-4 0,-4-1 0,20-5 0,-17 0 0,6-4 0,0-2 0,-2-1 0,0-3 0,1-1 0,8-14-465,1-1 465,-13 8 0,-1 0-1126,2-7 1126,-6 10 0,-1 0 0,-2-3 0,0 1 0,7-14 0,-8 13 0,1-2 0,-1-2 0,0 0 0,7-15 0,-7 16 0,1-3 0,4-13 0,0-1 0,-4 12 0,0 0 0,4-10 0,0-2 0,1 0 0,-1 3 0,0 1 0,-4 8 0,3-3 0,-3 4 0,2-6 0,-2-1 0,-2 1 0,-8 10 0,-4-12 0,-10 25 0,-3 1 0</inkml:trace>
  <inkml:trace contextRef="#ctx0" brushRef="#br0" timeOffset="-201590.73">19888 2306 5734,'-7'7'0,"2"0"0,-2 2 0,-1 1 0,3-1 0,-3 2 0,-3 6 0,3-7 0,-7 10 0,-1 2 0,6-7 0,-6 8 0,1-2 0,7-9 0,-8 16 0,9-15 0,-7 14 0,8-14 0,-9 14 0,8-14 0,-3 5 0,2-3 0,2-5 0,-1 4 0,-1-2 0,3-3 0,-8 9 0,7-8 0,-12 11 0,10-12 0,-13 12 0,11-11 0,-12 11 0,12-12 0,-11 8 0,12-11 0,-5 2 0,2-4 0,2-2 0,-11-1 0,8-1 0,-5-2 0,-12-1 0,17 1 0,-13-1 0,20 0 0,-2 1 0,1 0 0,0-1 0,0 0 0,1 0 0,-8-11 0,5 3 0,-3-6 0,5 4 0,4 2 0,-2-9 0,1 5 0,0-8 0,1-1 0,2 3 0,0-4 0,1-1 0,1 6 0,0-5 0,0 1 0,-2 6 0,1-5 0,-1 0 0,1 5 0,0-4 0,0-5 0,0 10 0,0-10 0,0 8 0,0 3 0,0-3 0,0-2 0,0 5 0,1-4 0,-1-2 0,0-6 0,-1-11 0,0 8-273,1 3 273,-1 15 0,0 0 0,-1 2 0,1 1 0,-2-10 0,1 9 0,-2-6 273,1 10-273,1 1 0,-3-7 0,1 7 0,-1-6 0,1-1 0,1 5 0,-2-5 0,2 3 0,0 1 0,-1-14 0,2 12 0,-4-16 0,4 17 0,-5-14 0,4 12 0,-2-6 0,0 2 0,1 4 0,-1-3 0,0 1 0,2 3 0,-1-2 0,-3 1 0,3 4 0,-8-4 0,6 6 0,-26-6 0,19 8 0,-16-4 0,18 8 0,-13 6 0,-1 1 0,1 1 0,-1 1 0,-1 2 0,-5 16 0,12-4 0,-1 2 0,2-4 0,1-1-184,-2 6 0,2 0 184,-4 14-1271,5-8 1271,-3 11 0,10-19 0,1 0 0,-4 15 0,4-15 0,1 2 0,0 8 0,1 0 0,-2 9 0,2 3 0,0-2 0,3-8 0,-1 0 0,2-2 0,2-9-483,1 20 483,2-30 0,3 3 0,1-11 0,3-2 0</inkml:trace>
  <inkml:trace contextRef="#ctx0" brushRef="#br0" timeOffset="-199555.73">22322 1195 5734,'-5'-5'0,"0"1"0,-1 2 0,-12 1 0,5 1 0,-9 1 0,9 1 0,1 2 0,0-1 0,-9 9 0,5 2 0,-3 5-295,7 0 295,6-1 0,-3 27 0,5-13 0,1-6 0,1 2 0,2-3 0,0-1-2895,2 15 2895,-1-14 0,0 2 0,3 6 0,-1-1-22,3 8 22,-1 2 0,1-2 0,-1-9 0,1 14 0,-3-18 0,-1-8 208,0 4-208,-3-5 0,-1-5 2972,-2 1-2972,-5-3 32,2-5-32,-6 1 0,6-7 0,-8-12 0,3-1 0,-1-5 0,2 1 0,4 1 0,2-2 0</inkml:trace>
  <inkml:trace contextRef="#ctx0" brushRef="#br0" timeOffset="-199039.73">22102 1439 5734,'13'-2'0,"0"-2"0,8-2 0,-6 0 0,5-1 0,-1-3 0,-5 3 0,3-1 0,-6 1 0,-4 2 0,2 0 0,-7 4 0,2 1 0,-4 3 0,0 2 0,1 13 0,0-5 0,2 25 0,-2-18 0,2 12 0,2 12 0,-1-21-278,3 17 278,-3-29 0,0-2 0,2 0 0,-1-4 0,2 1 0,1-6 0,-2 0 0,8-10 278,-7 3-278,4-7 0,-5-2 0,-1 2 0,0-5 0,0-2 0,-2 6 0,0-4 0,0 1 0,-1 8 0,-1-5 0,0 12 0,0 3 0,0 4 0,10 36 0,-7-25 0,6 24 0,-7-33 0,-1-1 0,0 0 0,2 1 0,-1-5 0,3-1 0,0-7 0,1-1 0</inkml:trace>
  <inkml:trace contextRef="#ctx0" brushRef="#br0" timeOffset="-198673.73">22509 1539 5734,'0'8'0,"0"-2"0,0-1 0,0-4 0,3-15 0,-3 6 0,3-11 0,-2 10 0,1-1 0,0-1 0,6-11 0,-2 8 0,11-12 0,-9 16 0,4-2 0,-2 8 0,-4 4 0,2 2 0,-6 4 0,1 1 0,-1 7 0,0-2 0,0 5 0,-1-4 0,1 1 0,-1-1 0,2 1 0,2 8 0,-2-9 0,2 15 0,-2-20 0,5 2 0,-1-11 0,4-3 0</inkml:trace>
  <inkml:trace contextRef="#ctx0" brushRef="#br0" timeOffset="-198238.73">22736 1489 5734,'5'-23'0,"2"-4"0,-3 13 0,0-3 0,-2 7 0,0 4 0,0 2 0,4 15 0,-1 0 0,12 32 0,-7-17 0,1 7 0,1 1 0,-2-3 0,-1 3 0,0-1 0,-2-7 0,0 13 0,-8-16 0,-1-8 0,-3 2 0,-26-5 0,14-8 0,-18-1 0,22-6 0,0-4 0,5 2 0,-2-6 0,8 5 0,0-3 0,4 1 0,2 1 0,12-17 0,-5 8 0,10-14 0</inkml:trace>
  <inkml:trace contextRef="#ctx0" brushRef="#br0" timeOffset="-197800.73">22986 1307 5734,'-4'-1'0,"-2"0"0,2 2 0,-2 2 0,0 9 0,2 11 0,3 14 0,2-5-552,5 2 552,-1-15 0,0-1-206,2 6 206,-3-7 0,3 4 0,-2-4 0,-3-7 0,1 4 0,-2-9 541,-1-1-541,0-3 217,0-10-217,0 2 0,5-18 0,-2 11 0,6-11 0,2 2 0,0 5 0,4-7 0,4-1 0,-5 8 0,6-5 0,-1 5 0,-8 8 0,7 2 0,-13 10 0,4 20 0,-5-5 0,4 27 0,1 4 0,-3-17-408,2 10 0,-1-6 408,-3-27 0,-2-2 0,0-1 0,-2-1 0,-1-3 0,-1-1 0</inkml:trace>
  <inkml:trace contextRef="#ctx0" brushRef="#br0" timeOffset="-197656.73">23172 1142 5734,'9'-6'0,"5"0"0,-5 4 0,7-1 0,-2 3 0,1 1 0</inkml:trace>
  <inkml:trace contextRef="#ctx0" brushRef="#br0" timeOffset="-195757.73">23655 1380 5734,'-27'-3'0,"2"2"0,2 13 0,8-1 0,-6 7 0,9 2 0,3-6 0,2 19 0,6-16 0,9 16 0,-1-22 0,7 3 0,1-11 0,-2-3 0,4-2 0,1-6 0,-5 0 0,4-4 0,-3-8 0,-5 6 0,3-16 0,-8 18 0,1-12 0,-3 21 0,1 1 0,3 23 0,0-1 0,3 8 0,1 2 0,2 5 0,2 10 0,1 1-1744,-1-4 1744,-4-9 0,0 0 0,-4-8 0,-1-2-680,2 10 680,1 9 0,-11-3 0,-1-16 0,-22 14 0,8-28 0,-14 2-446,4-15 446,6-1 0,-19-19 0,22 8 0,2-6 0,2-2 0,8 2 0,-1-15 0,17 12 0,0 6 0,8-5 0,8 3 0,-5 5 0,8-4 0,-7 6 0,0-2 0,1 0 0,-1 0 0</inkml:trace>
  <inkml:trace contextRef="#ctx0" brushRef="#br0" timeOffset="-194549.73">23925 1467 5734,'0'-15'0,"0"3"0,-2-1 0,-1 3 0,0 3 0,-2 0 0,-6 2 0,5 4 0,-6 1 0,7 5 0,-3 9 0,2-3 0,-2 8 0,1 0 0,2-4 0,-1 5 0,3-1 0,1-5 0,2 4 0,3 0 0,0-7 0,9 6 0,-5-12 0,5 0 0,-2-6 0,-2-2 0,3-2 0,4-31 0,-9 19-226,7-23 226,-11 29 0,-1 1 0,0 1 0,-1-2 0,0 5 0,0-3 0,1 20 0,1 3 0,1 10 0,3 17 0,-2-18 226,3 13-226,-1-13 0,-2-7 0,1 2 0,-1-7 0,-1-4 0,1 0 0,1-7 0,-1-3 0,5-15 0,-5 4 0,5-23 0,-6 19 0,2-9 0,-1 1 0,-1 12 0,1-9 0,-3 17 0,-1 0 0,0 4 0,2 7 0,0-2 0,0 6 0,0-2 0,-1 5 0,0-1 0,2 3 0,-2 1 0,1-4 0,-1 3 0,1-6 0,-1-1 0,0-1 0,1 1 0,-1-3 0,2 0 0,-2-3 0,0-2 0,0 0 0,2-4 0,-1 1 0,1-2 0,3-4 0,-2 1 0,4-5 0,0-1 0,-1 2 0,2-3 0,3-6 0,-5 10 0,6-12 0,-8 17 0,1-2 0,-5 9 0,0 12 0,-1-1 0,1 7 0,-1 1 0,2-4 0,0 14 0,-1-15 0,2 9 0,-1-16 0,-1 1 0,0-5 0,0-1 0,-1-1 0,3-7 0,-1 1 0,2-6 0,7-18 0,-6 13 0,7-16 0,-5 9 0,-4 11 0,7-14 0,-6 18 0,3-4 0,-1 4 0,-1 2 0,3-2 0,0 2 0,-1 3 0,-1 0 0,2 9 0,-3 0 0,6 22 0,-6-10 0,0 10 0,-1 2 0,0 0 0,-2 4 0,0 9 0,0-7 0,-2 7-777,1 3 1,-1-3 776,-4-21-411,-3 11 411,2-15 0,-4 8 0,0-15 0,1-4 0,-3 0 0,-14-22 0,14 5 1479,-10-14-1479,20 0 0,2 3 485,4-9-485,8-7 0,-1 6 0,6-10 0,-4 16 0,0 1-987,5-7 987,-6 10 0,2 1 0,5-2-218,-6 9 218,4-1 0,-1 7 0,-6 5 0,4 1 0,-5 8 963,-3 0-963,2 4 242,-2 5-242,-2-2 0,2 5 0,-4-6 0,0 6 0,-1-5 0,0 9 0,-2-10 0,-4-5 0,2-10 0,-3-9 0</inkml:trace>
  <inkml:trace contextRef="#ctx0" brushRef="#br0" timeOffset="-194251.73">24601 1180 5734,'-4'37'0,"1"-6"0,1-4 0,1 4 0,2 10 0,1 0-1639,-1-11 1,0 0 1570,2 9 1,1-3 67,0-9-41,1-1 1,-1-1 0,-1 1 0,1 18 0</inkml:trace>
  <inkml:trace contextRef="#ctx0" brushRef="#br0" timeOffset="-193691.73">22161 1962 5734,'30'5'0,"-2"-2"0,4-1 0,-6 0 0,3-1-820,7 0 1,8-1 0,2 0 0,-5 0 24,-6 0 1,-3-1-1,6 1 795,-2-1 0,5 0 0,3 0 0,3 0 0,-1 0 0,-3 0 0,-5 0-19,2 0 1,-5 0 0,0 0 0,6 1 18,-2-1 0,4 1 0,3-1 0,2 1 0,1-1 0,0 1 0,-2 0 0,-3 1 0,3-1 0,-1 1 0,-2 0 0,0 0 0,0 0 0,1 1 0,0-1 0,1-1 0,0 1 0,-1 0 0,-1 0 0,0 1 0,3-1 0,-1 1 0,0 0 0,-4 0 0,-4 0 0,-2 0 0,-4-1 0,-1 1 0,13 1 0,1 0 0,-10-1 0,2-1 0,-3 1 0,3 0 0,-2 0 0,7 0 0,-2-1 0,-5-1 0,-4-1 0,5 0 0,11-2 0,-33-2 0,-20-9 0,2 2 0,-17-5 0</inkml:trace>
  <inkml:trace contextRef="#ctx0" brushRef="#br0" timeOffset="-193407.73">24371 1326 5734,'4'-5'0,"-2"3"0,2 2 0,-1 4 0,-1-1 0,2 2 0,-1 0 0</inkml:trace>
  <inkml:trace contextRef="#ctx0" brushRef="#br0" timeOffset="-179940.73">18372 1126 5734,'-4'-3'0,"-1"0"0,4 1 0,-2 1 0,1 3 0,0 0 0,-1 4 0,-1 4 0,0 1 0,-1 4 0,-1 8 0,2-3 0,0 7 0,0 7 0,1-6 0,0 11 0,1-3 0,0 1 0,0 5-943,0 2 1,1-1 942,0-10 0,0 8-726,1-7 726,0-9 0,-1 3 0,1-6 0,0-8 0,0 2 0,0-7 1721,0-4-1721,0-1 890,0-4-890,-6-13 0,2 4 0,-5-12 0,5 8 0</inkml:trace>
  <inkml:trace contextRef="#ctx0" brushRef="#br0" timeOffset="-179736.73">18211 1341 5734,'16'-8'0,"8"-1"0,-8 5 0,25-3 0,-19 4-633,13-1 633,-18 3 0,-2 1 206,-3 1-206,-2 1 26,-1 0 0,-3-1 1,1 0-1</inkml:trace>
  <inkml:trace contextRef="#ctx0" brushRef="#br0" timeOffset="-179470.73">18532 1171 5734,'-2'4'0,"-5"21"0,4-11-473,-3 17 473,4-13 0,2 21 0,0-13 0,0 3 0,2 0 0,1-6 0,5 23 0,-3-30 38,9 5 1,-7-18 0,7-3 0</inkml:trace>
  <inkml:trace contextRef="#ctx0" brushRef="#br0" timeOffset="-179224.73">18667 1162 5734,'-4'25'0,"0"18"0,1-18 0,1 16 0,2 1 0,0-15-641,2 13 641,0-21 0,0-2 156,0-1-156,2 1 0,-2-6 0,-1 2 0,-1-4 0,-2-5 121,0 2 0,-1-7 0,1-1 1</inkml:trace>
  <inkml:trace contextRef="#ctx0" brushRef="#br0" timeOffset="-178830.73">18853 1118 5734,'15'13'0,"-3"-1"0,3 4 0,-3 21 0,-6-11 0,-3 9 0,-4 1 0,-4 0 0,-4 4 0,-1 0-2279,-3-7 2279,3-8 0,0 0 697,-9 11-697,0-8 0,-1 0 0,6-16 0,7-11 0</inkml:trace>
  <inkml:trace contextRef="#ctx0" brushRef="#br0" timeOffset="-178190.73">18611 1257 5734,'3'-2'0,"-1"-1"0,0 1 0,0 1 0,5-2 0,2 0 0,12-3 0,-5 2 0,6-1 0,-4 1 0,-4 2 0,7-1 0,-11 2 0,3 0 0,-10 1 0,-4 0 0,-4 1 0,-2-1 0,-1 2 0,0 0 0,-1 1 0,-4 3 0,3-1 0,-10 8 0,10-6 0,-6 5 0,10-7 0,-1 0 0,1 1 0</inkml:trace>
  <inkml:trace contextRef="#ctx0" brushRef="#br0" timeOffset="-170782.73">21513 2528 5734,'-4'-2'0,"1"-1"0,1 2 0,1 0 0,5 0 0,5 1 0,4-1 0,4 1 0,18-2 0,-10 2 0,4 0 0,0 0 0,-4 1 0,13 2 0,-12 0 0,-7 1 0,17 0 0,-20 0 0,8 1 0,-17-1 0,-1 0 0,-3-1 0</inkml:trace>
  <inkml:trace contextRef="#ctx0" brushRef="#br0" timeOffset="-170310.73">21875 2707 5734,'-1'-4'0,"-1"2"0,2 1 0,-3 1 0,2 1 0,-3 5 0,1-1 0,-6 15 0,3-7 0,-3 9 0,0 1 0,2-4 0,-1 7 0,1 2 0,3-5 0,-1 20 0,4-22 0,1 9 0,4-12 0,0-7 0,10 6 0,-4-10 0,17-2 0,-12-5 0,9-5 0,-4-2 0,-7 0 0,8-9 0,-13 6 0,3-7 0</inkml:trace>
  <inkml:trace contextRef="#ctx0" brushRef="#br0" timeOffset="-170107.73">21779 2836 5734,'6'0'0,"2"0"0,6 0 0,-1 0 0,5-1 0,3 0 0,-5-1 0,5 0 0,-3-1 0,-8 1 0,2 1 0,-9-1 0,0 1 0</inkml:trace>
  <inkml:trace contextRef="#ctx0" brushRef="#br0" timeOffset="-165769.73">22682 2177 5734,'-6'0'0,"0"0"0,-1 0 0,3 0 0,-6-1 0,5-1 0,-3 0 0,-3-2 0,5 2 0,-5-2 0,-1 1 0,6 1 0,-7-2 0,5 1 0,1 2 0,-1-2 0,-9 3 0,10 0 0,-13 4 0,16-1 0,-1 3 0,1 3 0,1-1 0,-1 5 0,3-1 0,-1 12 0,1 2 0,0 2 0,1 0 0,-1 3 0,3-5 0,1 0 0,1 8 0,0 5 0,0 1 0,0-6 0,-1-1 0,1 5 0,-1-6 0,0 1 0,0 7 0,-1-4 0,-2-25 0,0 4 0,0-8 0,0-4 0,0-1 0,-14-9 0,10 0 0,-10-6 0</inkml:trace>
  <inkml:trace contextRef="#ctx0" brushRef="#br0" timeOffset="-165581.73">22458 2420 5734,'25'-6'0,"7"-1"0,-13 3 0,25-4 0,-21 5 0,11-1 0,-14 3 0,-6 1 0,2-1 0</inkml:trace>
  <inkml:trace contextRef="#ctx0" brushRef="#br0" timeOffset="-165273.73">22794 2282 5734,'-10'7'0,"0"0"0,2 5 0,2 0 0,-2 6 0,1 4 0,1-3 0,0 7 0,1 12 0,3-13 0,1 2 0,0-1 0,3-4 0,3 3 0,2-1 0,0-9 0,7 11 0,-6-24 0,-3-2 0,2-1 0,-2-4 0,1 0 0</inkml:trace>
  <inkml:trace contextRef="#ctx0" brushRef="#br0" timeOffset="-164924.73">22878 2475 5734,'3'-4'0,"1"1"0,-1 3 0,1 0 0,0 0 0,0 0 0,7 1 0,-4 0 0,6 1 0,-1 0 0,-1-1 0,2 0 0,1-1 0,-4 0 0,3 0 0,-4-1 0,-3 0 0,0-1 0,-7 3 0,-1 1 0,-4 2 0,0-1 0,1 0 0</inkml:trace>
  <inkml:trace contextRef="#ctx0" brushRef="#br0" timeOffset="-164537.73">23215 2186 5734,'-5'9'0,"1"1"0,1 4 0,2-1 0,-2 5 0,-1 5 0,-1-4-344,-1 8 344,0-6 0,1 2 0,0 0 0,1 1 0,-1 11 0,2-10 0,0 9 0,6 2 0,0-15 0,2 9 0,1-17 0,8 2 0,5-5 0,-1 0 0,4-8 0,-14-2 344,2-3-344,-5-2 0,-1-1 0,0-3 0</inkml:trace>
  <inkml:trace contextRef="#ctx0" brushRef="#br0" timeOffset="-164310.73">23114 2445 5734,'9'0'0,"14"2"0,-7-1 0,27 0 0,-22-1 0,11-2 0,-5 2 0,-13-2 0,7 0 0</inkml:trace>
  <inkml:trace contextRef="#ctx0" brushRef="#br0" timeOffset="-163973.73">23415 2166 5734,'9'-3'0,"1"0"0,1 3 0,-1 2 0,12 8 0,-9-1 0,5 7 0,-5 5 0,-2 3 0,0 1-608,0 1 1,-2-1 607,-4-2 0,-1 0-315,-2 10 315,-1-7 0,-2 6-107,-4-1 107,0-9 0,-5 13 0,-1-5 0,2-7 854,1 0-854,5-15 0,2-5 0,1 1 0</inkml:trace>
  <inkml:trace contextRef="#ctx0" brushRef="#br0" timeOffset="-163656.73">23765 2466 5734,'5'-2'0,"3"1"0,-2 1 0,3 0 0,-1 0 0,-1 0 0,1 1 0,10 1 0,-9-1 0,9 0 0,-13-1 0,1 0 0,-1 0 0,-1 0 0,1-1 0,-1 1 0,5-3 0,-5 1 0,1 2 0,-4 0 0,-2 3 0,-1-2 0,-1-1 0</inkml:trace>
  <inkml:trace contextRef="#ctx0" brushRef="#br0" timeOffset="-163440.73">23775 2611 5734,'19'-5'0,"-2"1"0,-6 2 0,1-1 0,5-2 0,-4 2 0,5-3 0,-8 3 0,3-1 0,-4 1 0,2-2 0,-4 0 0</inkml:trace>
  <inkml:trace contextRef="#ctx0" brushRef="#br0" timeOffset="-162954.73">24071 2496 5734,'7'-3'0,"0"2"0,3 1 0,1 1 0,1 0 0,2-1 0,7 1 0,-3-2 0,4 0 0,5 0 0,-11-1 0,16-3 0,-24 3 0,4-3 0,-13 5 0,-1-2 0,-4-1 0,0-2 0</inkml:trace>
  <inkml:trace contextRef="#ctx0" brushRef="#br0" timeOffset="-162269.73">24586 2157 5734,'-9'-2'0,"-1"0"0,4 1 0,-9 3 0,6 1 0,-8 3 0,5 3 0,1 1 0,0 2 0,3 5 0,1-2 0,0 5 0,2 6 0,2-5-470,0 9 470,3-6 0,1 16 0,2-8 0,0 4 0,0 1 0,2 2 0,-3-9 0,2 1 0,-1-2 0,1-1 0,1 7-445,-1-8 1,0-2 444,2-1 0,-1-3-75,0-2 75,-1-2 0,2 1 0,-2-5 0,0 0 0,0-5 423,-2-3-423,1 0 924,-3-4-924,-8-6 21,3-2 1,-7-5 0,6 1 0</inkml:trace>
  <inkml:trace contextRef="#ctx0" brushRef="#br0" timeOffset="-162073.73">24347 2510 5734,'7'-5'0,"2"0"0,11 0 0,-5 2 0,21-3 0,-19 4 0,9-2 0,-9 4 0,-4 1 0,2 2 0,-5-2 0,1-2 0,0-1 0</inkml:trace>
  <inkml:trace contextRef="#ctx0" brushRef="#br0" timeOffset="-161690.73">24745 2261 5734,'-3'0'0,"-2"0"0,3 0 0,-2 0 0,-1 3 0,1 1 0,-2 2 0,-5 10 0,4-5 0,-11 24 0,11-16 0,-4 12 0,5-2 0,2-7-427,0 8 427,4-9 0,6 21 0,-2-18 0,5 13 0,-3-24 0,0-2 0,4 0 0,-1-5 0,4-1 0,1-7 0,-1-2 106,4-2 1,-4-1 0,0-2 0</inkml:trace>
  <inkml:trace contextRef="#ctx0" brushRef="#br0" timeOffset="-161356.73">24913 2286 5734,'-5'0'0,"1"1"0,2 3 0,0 12 0,1-4 0,-2 9 0,2 9 0,0-10 0,0 17 0,1 1 0,0-10-354,0 3 1,0-2 353,-1-14 0,2 2 0,0-5 0,0 1 0,2-5 0,-2-5 0,4-2 0,-2-3 707,1-4-707,-3 2 0,1-1 0,-3 2 0,1-2 0</inkml:trace>
  <inkml:trace contextRef="#ctx0" brushRef="#br0" timeOffset="-161139.73">24819 2472 5734,'6'-4'0,"1"1"0,-1 0 0,5 1 0,-1 0 0,4 0 0,12-2 0,-9 1 0,21-3 0,-22 4 0,6-2 0,-9 0 0,-4 0 0,2-3 0</inkml:trace>
  <inkml:trace contextRef="#ctx0" brushRef="#br0" timeOffset="-160889.73">25036 2251 5734,'10'6'0,"-1"-1"0,-1 1 0,4 4 0,5 18 0,-5-7-744,0 14 744,-10-14 0,-3 14 0,0-7 0,-2 1 0,-1 0 0,-1 1 0,-3 15 0,-1-17 0,0-7 0,-3 2 11,-5-8 0,5-7 1,-4 0-1</inkml:trace>
  <inkml:trace contextRef="#ctx0" brushRef="#br0" timeOffset="-160302.73">22603 2929 5734,'10'2'0,"3"0"0,11 1 0,5 0 0,14 1-1374,-5-1 1,4 1 1373,-8-3 0,1 1 0,-1 0-1316,10-1 1,2 1 1315,-6-1 0,3 1 0,2 0 0,-7-1 0,2 0 0,0 0 0,-2 1 0,2-1 0,-1 0 0,5 1-60,-4-1 1,5 0 0,3 0-1,1 0 1,-3 0 0,-5 0 59,7 0 0,-5 0 0,5 0 0,-10 0 0,4-1 0,4 0 0,0 0 0,-1 1 0,-4-1 0,-5 0 0,5-1 0,-6 1 0,3-1 0,2 1 0,3-1 0,0 0 0,-5 0 0,9-1 0,-5-2 0,-12 2 0,0-1 0,4-1 0,-2-1 0,-8-4 0,-3-1 0,1-5 0,3-8 0</inkml:trace>
  <inkml:trace contextRef="#ctx0" brushRef="#br0" timeOffset="-155761.73">10866 8740 5734,'3'2'0,"1"0"0,0-2 0,8 2 0,-3-1 0,17 3 0,-12-3 0,9 2 0,-1-2 0,2 1 0,3 0-365,-2-1 365,-5 0 0,0-1 0,12 2 0,-7-1 0,9 1 0,0 1 0,-7-1 0,0 1 0,1 1 0,1 0 0,3 0 0,1 1 0,-5-1 0,5 0 0,0 0 0,-3-2 0,-6 0 0,1 0 0,12 0-266,-7-1 266,7 1 0,3-1 0,-9 0 0,2 0 0,2 0 0,0-1 0,0-1 0,6-1 0,-5 0 0,7 1-716,0-2 1,-2 0 715,-14 2 0,-1 0-349,9 1 349,-9 0 0,6 1-452,-4 1 452,-6-1 0,5 1 0,2-1 0,0-1 0,3 0-349,0-1 1,-1 0 348,-4-1 0,14-1 416,-10 0-416,8 1 0,-3 0 0,-10 0 590,5 1-590,-4 1 0,-8 0 471,5 1-471,0 0 0,-7 0 0,5 0 0,1 0 0,-3-1 1100,8 0-1100,13-2 0,-14 2 0,-2-1 0,0 1 527,-1 0-527,6 0 0,-1 0 0,1 1 0,-3-1 0,0 0 0,2 0 0,-2 1 0,-2-1 0,1 0 0,1 0 0,0 0 0,-1-1 0,2 0 0,17-3 0,-14 1-20,3 0 20,-17 1 0,1 1 0,-1 0 0,1 0 0,0 0 0,1 0 0,0-1 0,19-2 0,-14 1 0,5 0 0,-1-1 0,-2 1 0,2 0 0,0 1 0,-4-2 0,3 1 0,-2 0 0,-2 0 0,3-1 0,0 1 0,-3 1 0,18-3 0,1 0 0,-12 2-392,3-1 0,-2 0 392,-14 3 0,-2-2 0,1 1 0,12-3 0,-11 2 437,9-1-437,-10 1 0,-5 1 0,3-1 0,4 0 823,-8 2-823,7-2 0,-10 2 0,-1-1 0,4 0 0,-4 1 0,3-1 0,2-1 0,-3 1 0,12-4 0,-8 2 0,7-2 0,-3 0 0,-4 2 0,4-3 0,0 0 0,-5 0 0,2-2 0,-1-3 0,-3 1 0,9-17 0,-9 11 0,5-11 0,-5 2 0,-1 6 0,0-7 0,-1-1 0,-2 0 0,0-13 0,-3 13-274,-2-1 274,-3 14 0,-1 0 0,-1 1 0,-9-12 0,3 9 0,-16-22 0,13 22 0,-6-8 0,-1 0 0,5 6-523,-15-17 523,21 25-260,-12-8 260,9 8 0,-8-6 0,10 10 253,1 1-253,0 0 0,0 1 0,-1 0 522,0 0-522,0-1 282,-1-1-282,-32-8 0,22 8 0,-5-1 0,1 1 0,8 3 0,-6-1 0,-9 0 0,10 2 0,-2 0 0,-1 0 0,3 1 0,-2 0 0,0 1 0,-5 0 0,4 1 0,-1 0 0,-3-2-511,-6 1 511,17-2 0,0 1 0,-19-1 0,13 1 0,-15 0 0,19 0 0,-1 1 0,0-1 0,0 1 0,-6 1 0,-1 0 0,-1-1 0,4 1 0,-3 0 0,-8 0 0,3 0 0,2-1-116,-5 1 0,2-1 116,3 1-113,7-1 113,-7 1 0,-3 0 0,9 0 0,-8-1 0,-1 1 0,9-1 0,-8 1 0,0 0 0,7 0 0,-7 0 0,-1 0 0,9 0 0,-9 0 0,-2-1 0,-1 0 0,2 0 0,-1 1 0,0-1 0,5 0 0,8 1 0,-9 0 0,1 1 0,5-1 0,-6 2 0,-3 1 0,10-1 0,-10 0 0,8-1 0,-1-1 0,-3 1-479,3-1 0,0 0 479,5 0 0,0 0 0,-19-1 0,15 0 0,-14-1-438,20 0 438,2 1 194,0 0-194,-8-1 0,8 1 534,-7-1-534,0 0 0,6 0 992,-6-2-992,-13-1 0,13 1 0,1 1 0,0-1-92,0 1 92,-7-1 0,-1 1 0,7 2 0,-6-1 0,-11 4 0,16-1 0,-1 1 0,1-1 0,5-1 0,-4 0 0,2 1 0,8-1 0,-13 0 0,20 1 0,-6-1 0,4 1 0,-14 0 0,13 1 0,-18 1 0,5 0 0,-5 1 0,5-1 0,2 1 0,9-1 0,-3 1 624,1 1-624,4-2 0,-14 6 0,14-5 0,-16 7 0,17-6 0,-6 3 0,5-1 0,3-2 0,-2 3 0,4-3 0,0 1 0,0 0 0,1 0 0,-3 2 0,2-3 0,0 2 0,0 1 0,2-3 0,0 3 0,1 0 0,1-1 0,0 3 0,0 0 0,1-1 0,-5 15 0,4-7 0,-1 5 0,3 5 0,1-14 0,1 9 0,0-8 0,0-3 0,0 5 0,0 0 0,0-4 0,0 4 0,0 9 0,1-10 0,0 10 0,0-15 0,0 1 0,0 8 0,-1-6 0,0 12 0,0-13 0,0 3 0,0-5 0,1 5 0,0-5 0,1 8 0,-1-9 0,1 3 0,0-1 0,0-3 0,-1 3 0,3 3 0,-1-5 0,1 6 0,-1-8 0,-1-1 0,1 1 0,-1-1 0,1 0 0,-1 0 0,0 1 0,0-1 0,0 0 0,0 0 0,0 1 0,1-1 0,1 8 0,-2-7 0,2 5 0,-3-7 0,0-2 0,0 2 0,-1-3 0,1 0 0,1 0 0,-2-1 0,5 2 0,-4-1 0,3 0 0,-3-1 0,0 2 0,-1-2 0,0 1 0,2 3 0,-2-2 0,3 4 0,-1-4 0,1 2 0,-1-3 0,0 1 0,0 1 0,-1-1 0,2 6 0,-2-3 0,-2 25 0,0-21 0,-2 17 0,1-21 0,1 0 0,0-1 0,0 0 0,-1 2 0,2-3 0,-1 2 0,0 0 0,1-1 0,0 3 0,1-2 0,1 0 0</inkml:trace>
  <inkml:trace contextRef="#ctx0" brushRef="#br0" timeOffset="-116222.73">8876 1700 5734,'2'-9'0,"-1"0"0,2 4 0,-2-1 0,3-6 0,-2 6 0,2-4 0,-3 4 0,1 2 0,-2 0 0,-1 3 0,0 0 0,-2 1 0,2 0 0,-2 1 0,1 0 0,-2 1 0,-1 1 0,-1 0 0,-1 1 0,-3 3 0,2-1 0,-3 3 0,0 1 0,3 0 0,-2 2 0,1 0 0,3-3 0,-2 3 0,-2 5 0,2-7 0,-2 7 0,3-3 0,3-4 0,-1 5 0,2 0 0,1-4 0,0 18 0,4-9 0,-1 2 0,3-8 0,0-9 0,1-2 0,2 0 0,6-5 0,-2 0 0,6-4 0,2-5 0,-4 2 0,6-4 0,-4-6 0,-2 0 0,0 1 0,13-21 0,-22 18 0,-3 10 0,1-7 0,-4 14 0,-5 9 0,-1 3 0,-3 8 0,-1 5 0,3-6 0,0 6 0,1 2 0,4-9 0,0 6 0,2-11 0,2-4 0,0 0 0,3-6 0,-2-1 0,3-8 0,-4 2 0,-1-5 0,-1 4 0,-4-16 0,1 13 0,-2-11 0,4 18 0,1 1 0,0 1 0,0 0 0,4 6 0,0 0 0,9 2 0,-2-4 0,4-1 0</inkml:trace>
  <inkml:trace contextRef="#ctx0" brushRef="#br0" timeOffset="-115967.73">9138 1688 5734,'-4'-6'0,"-1"1"0,1 3 0,-1 1 0,-2 10 0,3-2 0,-1 20 0,6-11 0,2 11 0,4-5 0,0-5 0,3 4 0,-1-1 0,-4-6 0,2 4 0,-7-1 0,-11 3 0,-11 3 0,0-6 0,-3-6 0,13-6 0,-5-2 0,6-1 0,-2 1 0,6-1 0,5 0 0,0 0 0,5-3 0</inkml:trace>
  <inkml:trace contextRef="#ctx0" brushRef="#br0" timeOffset="-114903.73">11125 1162 5734,'-5'-5'0,"-1"-1"0,2 2 0,2 3 0,3 5 0,5 14 0,-3-4 0,3 9 0,0 10 0,-4-11 0,1 6 0,-1 1 0,0 0 0,0 7 0,0 1-1339,0-2 1339,0-7 0,0 0 0,2 18 0,0-11 0,0 4 0,1 1 0,0 1 0,-2-9 0,1 2 0,-1-8 0,0 0 0,1 15 0,-1-14 0,1 1 0,1 11 0,1-2 0,-2-12 0,-1 1 0,3 11 0,1 6 0,-1-5 0,-2-11 0,1 0 0,1 13 0,1 6 0,-1-7 0,-2-11 0,0-1 0,1 6 0,0 4 0,0-5 0,1 13 0,-2-17 0,0 1 0,2 10 0,-1-1 0,0 3 0,1 3 0,0-2 0,-2-16 0,2 17 0,-2-27 0,2 9 0,-3-15 0,2 5 0,-4-12 0,-3 0 0,-2-4 0,-2-2 0</inkml:trace>
  <inkml:trace contextRef="#ctx0" brushRef="#br0" timeOffset="-113739.73">9632 2228 5734,'44'10'0,"-20"-6"0,1 1 0,2 0 0,-1-3 0,-1 0-2074,9 0 2074,-7 0 0,2 0 0,17 0 0,-9-1 0,11 0 0,-24-2 0,0 0 0,14 0 0,10-2 0,-16 0 0,-1 1 0,9-2 0,-8 2 0,-1-1 0,15-3 0,-11 2 0,10-1 0,0-1 0,-10 2 0,0 0 0,1-1 0,2 2 0,4-3 0,0 1 0,-5 0 0,-9 1 0,1 0 0,16-1 0,-11 1 0,10 0 0,-1-1 0,-11 2 0,9-2 0,6 0 0,-17 1-1508,2 0 0,0 0 1508,-3 1 0,14-1 160,1-2-160,-16 2 0,-1 0 0,1 0 0,19-2 0,-16 3 0,1-1-42,-7 2 1,1-1 41,21-1 0,-22 2 2169,1 0-2169,0 1 0,15-1 0,-9 0 0,12-1 0,3 1 0,-10-1 561,-14 3 0,4-1-561,14-2 0,6 0 0,-4 1-1193,-11 0 0,1 0 1193,10-1 0,6 0 0,-3 0 0,4 0 0,-4 1 0,-16 1 0,3 0 0,12-1 0,7 1 0,-6 0 0,-14 1 0,-2 1 0,16-1 0,1 1-248,-15 1 1,-2-1 247,16 1 0,-17-1 0,-1 0 0,9 1-237,-13 0 1,0 1 236,12 0-61,7 3 61,-7-2 0,-11-1 1985,4 0-1985,-6 0 0,-8-1 1683,2 1-1683,-5 0 1347,-4 0-1347,1-1 122,-5-2-122,0 0 0,-2-1 0,-1 0 0,-8 3 0,-1 0 0,-6 1 0</inkml:trace>
  <inkml:trace contextRef="#ctx0" brushRef="#br0" timeOffset="-109355.73">10768 2192 5734,'-1'-5'0,"1"1"0,0 1 0,0 1 0,0 1 0,0-2 0,1-1 0,1 0 0,1-4 0,-2 3 0,1-2 0,1-7 0,-1 7 0,2-9 0,-2 8 0,0 1 0,1-2 0,2-2 0,-2-1 0,1 1 0,-1 1 0,-1 3 0,1 1 0,-1-1 0,1 0 0,-1 1 0,0-1 0,2-4 0,-1 6 0,3-9 0,-3 9 0,1-3 0,-2 2 0,0 2 0,-1-2 0,2-1 0,-1 2 0,2-2 0,-1 0 0,0 2 0,-1-2 0,5-13 0,-3 11 0,5-18 0,-6 19 0,4-13 0,-3 12 0,3-13 0,-3 13 0,3-11 0,-5 13 0,4-14 0,-5 14 0,3-8 0,-4 12 0,2-4 0,-2 2 0,3-4 0,-2 4 0,1-2 0,-1 2 0,1 0 0,0 0 0,-1 0 0,4-7 0,-3 5 0,4-7 0,-4 10 0,2-3 0,-1 2 0,-1 1 0,1-1 0,-2-1 0,2 2 0,-1-2 0,0 0 0,2-1 0,-1 2 0,2-2 0,-1-1 0,0 3 0,0-3 0,1 1 0,-3 2 0,3-3 0,-2 2 0,0 1 0,0 0 0,0 1 0,1-1 0,-2 1 0,2-1 0,0-1 0,-2 2 0,2-2 0,4-5 0,-5 7 0,5-6 0,-7 9 0,0 0 0,0 0 0,0-2 0,1 2 0,2-4 0,-1 2 0,2-3 0,4-2 0,-5 4 0,5-3 0,-7 6 0,2-1 0,-2 1 0,1-1 0,6-1 0,-5 2 0,5-2 0,-5 1 0,-1 0 0,1 1 0,-1 1 0,0-1 0,0 0 0,3 0 0,-3 1 0,3-1 0,-1 1 0,-1 0 0,4 0 0,-4 0 0,3 0 0,-3 1 0,-1 0 0,3 2 0,0 3 0,0-1 0,-1 1 0,-1-2 0,4 4 0,-2-3 0,3 3 0,12 12 0,-13-12 0,12 12 0,-13-13 0,-2-2 0,2 3 0,-1-1 0,-2-1 0,6 8 0,-4-6 0,2 4 0,0-1 0,-3-4 0,3 2 0,-2-2 0,-1 0 0,0 2 0,2 0 0,-2-2 0,1 2 0,1 2 0,-2-3 0,2 2 0,1 4 0,-1-3 0,1 4 0,-4-6 0,-1 1 0,0-2 0,1 3 0,1 1 0,-3-3 0,5 10 0,-6-10 0,3 7 0,-1-4 0,0-2 0,0 4 0,-1-6 0,1 3 0,-2-1 0,0-1 0,2 2 0,-2-4 0,1 5 0,-1-3 0,2 3 0,-1 0 0,-1-2 0,1 3 0,0 5 0,0-7 0,2 14 0,-1-14 0,1 5 0,-1-4 0,-1-4 0,1 10 0,0-9 0,1 5 0,0-3 0,-1-1 0,0 2 0,1 0 0,1 7 0,1 4 0,0-3 0,-2-4 0,-1-8 0,0 0 0,3 6 0,-3-4 0,5 11 0,-4-11 0,2 4 0,5 9 0,-6-12 0,6 13 0,-7-17 0,1 3 0,-1-2 0,2 2 0,-1 0 0,-1-2 0,1 1 0,-1 0 0,0-2 0,1 2 0,4 5 0,-4-5 0,6 8 0,-5-9 0,0 2 0,1 0 0,-3-4 0,2 2 0,1 2 0,-2-4 0,16 17 0,-13-15 0,10 10 0,-11-11 0,-2-2 0,8 5 0,-8-4 0,6 1 0,-3-1 0,-2-2 0,4 2 0,1-3 0,-2 1 0,0-3 0,-4 0 0,4-1 0,-3-1 0,9-1 0,-9-1 0,12-6 0,-8 4 0,12-10 0,-10 7 0,4-5 0,-2 2 0,-4 2 0,2-3 0,0-2 0,-4 4 0,3-4 0,0-3 0,-4 7 0,10-22 0,-12 21 0,5-13 0,-7 15 0,-2 1 0,4-24 0,-3 17 0,2-17 0,-1 17 0,-1-13 0,-1 9 0,1-10 0,-2 16 0,0-8 0,0 4 0,-2-18 0,1 17 0,-2-23 0,2 24 0,-1-19 0,2 21 0,-2-7 0,2 2 0,-1 7 0,1-17 0,0 17 0,1-19 0,-1 17 0,1-8 0,-1 4 0,0 3 0,1-5 0,0-7 0,0 8 0,1-10 0,1-3 0,-2 3 0,1 5 0,0 1 0,0 0 0,-2 13 0,2-4 0,-1 3 0,0 2 0,1-3 0,0 1 0,-1 2 0,1-2 0,3-9 0,-3 10 0,3-11 0,-4 13 0,1 1 0,0-2 0,1 1 0,1-2 0,-2 2 0,1 1 0,-2 0 0,5-2 0,-3 5 0,6-5 0,-6 7 0,2-1 0,-1 0 0,-1 2 0,3-2 0,2 0 0,-1 0 0,4 0 0,0-2 0,-1 3 0,2-2 0,1 2 0,-3 1 0,3-1 0,-2 1 0,-2 2 0,2-2 0,8 4 0,-2-1 0,4 2 0,-7-1 0,15 13 0,-16-8 0,17 12 0,-17-8 0,-2-2 0,7 6 0,-3 0 0,0 0 0,-2 0 0,-4-3 0,-1 0 0,-1 2 0,4 14 0,-4-9 0,8 26 0,-10-26 0,4 18 0,-5-21 0,0 7 0,-2-8 0,-1 7 0,1-4 0,0 5 0,-1 1 0,1-5 0,0 6 0,0 9 0,-1-13 0,1 11 0,-1-10 0,1-5 0,1 5 0,0-2 0,-1-4 0,2 3 0,0 6 0,0 0 0,1-4 0,-1 5 0,1-1 0,-1-7 0,0-4 0,5 14 0,-5-14 0,5 17 0,-5-17 0,2 8 0,1-1 0,-2-8 0,2 8 0,-3-12 0,-1 1 0,-1 0 0,3 5 0,-1-4 0,1 3 0,-1-4 0,3 4 0,-2-5 0,1 5 0,2-2 0,-4-1 0,8 10 0,-7-11 0,4 7 0,-2-7 0,-2-2 0,1 1 0,0-1 0,-1-3 0,2 2 0,0 1 0,-2-3 0,1 2 0,1 2 0,-3-3 0,3 2 0,-2-4 0,2 4 0,3-1 0,-1 1 0,9 0 0,-12-5 0,8 1 0,-7-4 0,-2 0 0,2 0 0,1-2 0,-2 0 0,2-1 0,10-6 0,-8 3 0,9-5 0,-12 6 0,0-1 0,7-7 0,-7 5 0,5-5 0,-7 5 0,0 1 0,0 0 0,2-4 0,-2 3 0,1-2 0,-3 2 0,3-3 0,-2 3 0,1-3 0,10-19 0,-8 14 0,9-17 0,-5 7 0,-5 9 0,9-21 0,-9 22 0,2-9 0,0 0 0,-2 5-371,4-19 371,-6 24 0,0 0-109,0-7 109,-1 5 0,1-5 0,1-11 0,-3 10 0,4-25 0,-2 15 0,0 0 0,0-11 0,0 1 0,-1 2-808,-3 14 808,-2-13 0,-18 14 0,2 14 0,-16-3 0,8 14 0</inkml:trace>
  <inkml:trace contextRef="#ctx0" brushRef="#br0" timeOffset="-107239.73">10732 2177 5734,'2'-3'0,"0"0"0,-1 2 0,0-1 0,-2 1 0,0-2 0,0 2 0,0 0 0,0 3 0,1 1 0,-2 2 0,1 0 0,-1 0 0,0 5 0,2 3 0,-2-2 0,1 7 0,0-8 0,0 10 0,0-8 0,0 5 0,0-2 0,-1-4 0,1 4 0,-2 1 0,1-4 0,-1 4 0,0-1 0,-1-3 0,1 4 0,0-4 0,0 0 0,1 1 0,-1 0 0,1 1 0,-6 27 0,4-21 0,-4 23 0,5-33 0,2 1 0,-1-3 0,-1 0 0,-1-2 0,-1 0 0,-2-3 0,2-1 0,-2 1 0,-7 0 0,4 0 0,-6 0 0,5-2 0,2 1 0,-1-1 0,-8-1 0,9-1 0,-9-2 0,-8-7 0,14 5 0,-16-6 0,16 4 0,3 3 0,-3-3 0,-1-1 0,4 1 0,-3-3 0,-1-2 0,3 3 0,-2-3 0,-1-3 0,3 3 0,-3-5 0,2-1 0,1 4 0,-1-5 0,1 0 0,2 4 0,-3-4 0,3 1 0,2 4 0,-1-4 0,-6-22 0,6 21-335,-6-20 335,8 27 0,-6-13 0,5 9 0,-10-23 0,10 21 0,-12-23 0,11 23 0,-10-26 0,11 26 0,-8-22 0,10 26-6,-4-12 6,5 15 0,-2-3 0,2 4 0,-1-6 0,1 4 0,-2-14 0,3 12 0,-7-17 0,4 17 0,-4-7 0,1 4 0,2 4 335,-3-5-335,4 5 6,-2 1-6,1 0 0,0 1 0,-4-8 0,4 8 0,-3-5 0,2 6 0,2 3 0,0-2 0,-10-6 0,7 7 0,-8-7 0,4 5 0,6 5 0,-7-4 0,3 5 0,1 1 0,-2-1 0,-1 1 0,3 2 0,-3-1 0,-6 4 0,9-1 0,-8 3 0,11-1 0,-1 0 0,-2 3 0,2 0 0,-3 3 0,4-2 0,-2 6 0,2-2 0,-2 4 0,1 12 0,1 3 0,0-2 0,-1 2 0,1 2 0,1 8 0,3-13 0,-1-2 0,2 0-526,0-1 526,1 8 0,1-11 0,1 10 0,-1-8 0,1 8 0,0 0 0,-1-8 0,1 7 0,0 0 0,-1-7 0,0 6 0,-2 2 0,1-7 0,-3 22 0,1 2 0,0-10-634,0 6 1,-1-3 633,2-19 0,-1 5 0,-1 0 0,0-2-285,0 5 0,0-3 285,0-15 0,0 6 0,-5 0 425,3-8-425,-3 6 1246,4-10-1246,0-1 692,-2 2-692,0-2 0,0 2 0,-2-3 0,5-1 0,-3 0 0,4-3 0,0 1 0,0-2 0,-1 2 0,1 0 0,-2 1 0,1 1 0,0-1 0,0 2 0</inkml:trace>
  <inkml:trace contextRef="#ctx0" brushRef="#br0" timeOffset="-104119.73">8873 1785 5734,'0'5'0,"0"-1"0,-1-1 0,0 1 0,-1-1 0,1 0 0,0-1 0,2-1 0,-1 1 0,1 1 0,0-2 0,2 7 0,-2-4 0,2 4 0,-1-4 0,-1-1 0,1 1 0,1 0 0,-1-2 0,2 1 0,-1-1 0,0 0 0,1 1 0,1 2 0,-1-1 0,1 1 0,0-1 0,-1-2 0,-1 0 0,2 1 0,-2-2 0,2 0 0,-2-1 0,0 0 0,1-2 0,-1 1 0,0-1 0,0 1 0,1-2 0,-2 1 0,1-1 0,1-1 0,-2 2 0,1-2 0,4-1 0,-4 2 0,3-3 0,-7-1 0,0-1 0,0 1 0,-1 0 0,1 4 0,0-2 0,0 1 0,1-1 0,0-12 0,0 10 0,0-9 0,-1 10 0,-1 3 0,-1-3 0,1 4 0,-1 0 0,1 0 0,-1 0 0,-1-1 0,0 0 0,0 2 0,-1-1 0,-5 0 0,4 1 0,-13 4 0,9-1 0,-8 4 0,10-4 0,-2 0 0,2 0 0,4-1 0,-5 2 0,5-3 0,-1 1 0</inkml:trace>
  <inkml:trace contextRef="#ctx0" brushRef="#br0" timeOffset="-101520.73">13669 1256 5734,'-7'-6'0,"0"1"0,2 1 0,-2-1 0,2 1 0,-1 0 0,-11 0 0,9 2 0,-10-2 0,11 4 0,-1 1 0,2 0 0,-3 1 0,1 1 0,1 0 0,-2 1 0,-1 5 0,-3 13 0,4-6 0,0 14 0,8-19 0,2 5 0,5 0 0,-1-7 0,3 4 0,1-7 0,-2-4 0,3 1 0,1-6 0,-2 0 0,3-3 0,3-4 0,-5 1 0,4-4 0,-3-2 0,-3 2 0,0-3 0,-4-5 0,-2 8 0,-2-12 0,-1 16 0,-2-7 0,3 12 0,-2-2 0,2 6 0,-1-1 0,2 5 0,0 0 0,1 2 0,5 14 0,-3-5 0,5 11 0,0 0 0,-2-5 0,2 7 0,5 17 0,-8-19-687,5 19 687,-10-24 0,-1-2 0,-2 2 0,-3 6 0,0-6 0,-14 17 0,7-20 0,-19 13 0,16-22 0,-7 3 0,7-10 0,4-2 0,-2-2 687,0-1-687,5-1 0,-2-1 0,6-1 0,2 1 0,3-6 0,2 5 0,12-10 0,1 5 0,2-2 0,1 5 0,-10 4 0,3-1 0,-4 1 0</inkml:trace>
  <inkml:trace contextRef="#ctx0" brushRef="#br0" timeOffset="-100329.73">13816 1339 5734,'15'-11'0,"-2"0"0,-4 4 0,6-8 0,-5 4 0,10-15 0,-13 13 0,4-14 0,-9 12 0,-1-9 0,-3 12 0,-5-1 0,4 9 0,-3-1 0,1 2 0,0 2 0,-1 0 0,-3 4 0,3 0 0,-10 8 0,9-3 0,-4 6 0,2 3 0,1 3 0,-3 11 0,6-9 0,5 9 0,4-19 0,3 4 0,7-8 0,-2-2 0,5 0 0,4-4 0,-4-1 0,4-2 0,15-11 0,-17 4 0,14-7 0,-24 8 0,1-11 0,-2-11 0,0 4 0,-2-10 0,-5 23 0,1-1 0,-1 7 0,-1 4 0,0 2 0,0 7 0,0-1 0,0 6 0,0 4 0,-1-2 0,1 6 0,0 3 0,0-6 0,1 6 0,1 3 0,-1-11 0,2 13 0,-2-19 0,-1 1 0,0-7 0,0-2 0,-2-5 0,1-1 0,-3-8 0,2-4 0,1-8 0,1 4 0,2 1 0,2 9 0,1 1 0,1 1 0,4-4 0,-2 4 0,4-2 0,0 4 0,-3 2 0,2 2 0,-1 3 0,4 10 0,-3 10 0,0-2 0,-7 4 0,-2-11 0,0-2 0,0 2 0,1-1 0,0-3 0,0 0 0,3 0 0,-2-2 0,8 5 0,-5-6 0,13 4 0,-10-7 0,8-2 0,-7-6 0</inkml:trace>
  <inkml:trace contextRef="#ctx0" brushRef="#br0" timeOffset="-99602.73">14397 1244 5734,'-20'-5'0,"8"2"0,-8 2 0,10 4 0,-1 0 0,-4 4 0,5-1 0,-4 2 0,5 0 0,2-2 0,0 4 0,2 4 0,4-5 0,3 9 0,2-12 0,8 1 0,-5-6 0,4-3 0,1-4 0,-5 1 0,11-27 0,-13 18 0,6-17 0,-11 21 0,0 3 0,0 1 0,-1 4 0,0 2 0,1 4 0,0 7 0,0 0 0,1 6 0,0-2 0,9 20 0,-5-17 0,8 14 0,-6-23 0,11 0 0,-6-5 0,8-1 0,-3-12 0,-3 0 0,2-5 0,-3-4 0,-4 4 0,1-5 0,-1-3 0,-4 9 0,2-6 0,-4 11 0,-1 4 0,1 1 0,-3 8 0,1 1 0,0 7 0,1 13 0,2-3-703,-1 11 703,0-5 0,1 17 0,0-11 0,2 11 0,1-3 0,-1-13 0,0-2 0,-1 0 0,-1-8 0,3 12 0,-7-30 0,-3-6 0,0-4 0,-2-6 0,-7-18 0,4 9 0,-5-17 0,4 2 0,3-2 0,1-1-397,-1 0 0,3 2 397,6 11 0,5-7-634,0 9 634,5-4 0,-1 13 0,10-1 0,-4 6 0,22 2 0,-19 10 0,21 12 0,-28-2 0,5 8 0,-15 0 0,-3-5 1388,-5 5-1388,-10 2 0,0-5 743,-9 5-743,1-7 0,-2 0 0,-9 3-271,6-3 1,0-1 0,-5-3 0,1 0-1</inkml:trace>
  <inkml:trace contextRef="#ctx0" brushRef="#br0" timeOffset="-96735.73">13782 1834 5734,'-6'-6'0,"0"1"0,4 5 0,0 0 0,0 2 0,0 0 0,0 1 0,-3 3 0,0-1 0,-2 5 0,-2 8 0,1-1 0,-1 7 0,2 10 0,2 2 0,0 2-780,1 1 0,2-1 780,4-6 0,1 1 0,0-9 0,0 0 0,2 13-146,-1-13 1,-1 0 145,4 22 0,-2-13 0,2 9 0,-4-7 0,-1-9 0,0 3 0,-2-5 0,-1-9 1507,-2 3-1507,-4-6 344,0-7-344,-5 0 0,1-6 0,-1-1 0,-3-2 0,1-2 0,-2-4 0,1-1 0</inkml:trace>
  <inkml:trace contextRef="#ctx0" brushRef="#br0" timeOffset="-96570.73">13636 2196 5734,'36'-8'0,"-16"4"0,24-2 0,-26 5 0,9-1 0,-13 2 0,2-1 0,-8 2 0,-2 0 0,-1-1 0,0 0 0</inkml:trace>
  <inkml:trace contextRef="#ctx0" brushRef="#br0" timeOffset="-96304.73">13949 1951 5734,'-8'12'0,"-4"10"0,2-3 0,-2 9 0,3 5 0,1-5 0,2 9 0,2 1-1435,4 1 1435,0-1 0,4-7 166,-1-12-166,3-4 0,0-1 0,3-1 0,-2-7 0,1 1 1075,2-5-1075,-3-3 48,3-2 1,-3-3-1,1-1 1</inkml:trace>
  <inkml:trace contextRef="#ctx0" brushRef="#br0" timeOffset="-96083.73">14065 2168 5734,'22'3'0,"8"0"0,-19-1 0,9 0 0,-10 0 0,-2-1 0,2 2 0,-7-1 0,-1 2 0,-3-2 0,0-1 0,1-1 0</inkml:trace>
  <inkml:trace contextRef="#ctx0" brushRef="#br0" timeOffset="-95799.73">14281 1928 5734,'5'30'0,"-1"-2"0,-3-12 0,2 23 0,-2-13 0,2 17 0,1-8 0,-1-9 0,1-2 0,1 2 0,6 12 0,-1-5 0,0-10 0,-7-22 0,0-2 0,-2-1 0,-3-7 0,1 1 0,-3-4 0</inkml:trace>
  <inkml:trace contextRef="#ctx0" brushRef="#br0" timeOffset="-95614.73">14222 2117 5734,'32'-13'0,"-6"3"0,-4 1 0,-5 2 0,-1 1 0,5-2 0,-6 1 0,4-2 0,-9 3 0</inkml:trace>
  <inkml:trace contextRef="#ctx0" brushRef="#br0" timeOffset="-95354.73">14517 1885 5734,'12'4'0,"3"5"0,-6-1 0,11 18 0,-10-10 0,4 11 0,-6 6 0,-4-12 0,-2 3 0,-1 1 0,-2-5 0,-2 4 0,0 0 0,-2-9 0,-2 12 0,4-21 0,0-1 0,0-3 0,1-1 0</inkml:trace>
  <inkml:trace contextRef="#ctx0" brushRef="#br0" timeOffset="-95120.73">14707 2091 5734,'15'-4'0,"0"0"0,0 1 0,-2 0 0,2-1 0,1 2 0,-6-1 0,10 2 0,-16 0 0,4 1 0</inkml:trace>
  <inkml:trace contextRef="#ctx0" brushRef="#br0" timeOffset="-94938.73">14753 2182 5734,'12'-1'0,"1"-1"0,5 1 0,-5 0 0,3-2 0,-8 1 0,0-2 0</inkml:trace>
  <inkml:trace contextRef="#ctx0" brushRef="#br0" timeOffset="-94454.73">15122 1767 5734,'-16'10'0,"2"1"0,-1 4 0,4-3 0,-1 15 0,1 4 0,3-1-1123,0 0 0,1 2 1123,6-3 0,0 4 0,3-7 0,-1 1 0,3 15 0,-2-14 0,1 2 0,1 0 0,0-1 0,2 17 0,-2-18 0,1 2 0,1 4 0,0-1 0,2 8 0,-1-3 0,0-3 0,-2-12 687,1 7-687,-5-25 366,-3-2-366,-7-10 0,-1-2 0,-5-6 0</inkml:trace>
  <inkml:trace contextRef="#ctx0" brushRef="#br0" timeOffset="-94287.73">15040 2111 5734,'41'-7'0,"-5"0"0,-19 1 0</inkml:trace>
  <inkml:trace contextRef="#ctx0" brushRef="#br0" timeOffset="-94020.73">15270 1922 5734,'-5'10'0,"2"-1"0,-3 5 0,0 5 0,1-3 0,-1 7 0,3 2 0,0 0 0,0 4-545,1-3 1,1-1 544,2-3 0,3 0 0,8 11 0,-4-13 0,6 7 229,-3-14-229,-3-5 0,1-1 0,1-8 0,-3-3 0,4-4 0</inkml:trace>
  <inkml:trace contextRef="#ctx0" brushRef="#br0" timeOffset="-93752.73">15431 1976 5734,'1'18'0,"0"-1"0,-1 1 0,1-2 0,-1 7 0,2-6 0,7 26 0,5-4 0,-1 3 0,0-16 0,-7-17 0,-2-4 0,0 4 0,-4-5 0,0 0 0,-4-6 0,0-2 0,-1-3 0</inkml:trace>
  <inkml:trace contextRef="#ctx0" brushRef="#br0" timeOffset="-93586.73">15395 2142 5734,'24'-6'0,"0"0"0,-1-1 0,-5 2 0,10-3 0,-13 3 0,4 0 0</inkml:trace>
  <inkml:trace contextRef="#ctx0" brushRef="#br0" timeOffset="-93347.73">15641 1928 5734,'11'7'0,"4"5"0,-4-2 0,4 5 0,-2 7 0,-3-3 0,2 9 0,-8 8 0,-2 0 0,-1-2-760,-1 4 0,-1-3 760,-5-16 271,-2 1-271,0-6 0,-11 9 0,9-15 0,-6 3 0,9-13 0</inkml:trace>
  <inkml:trace contextRef="#ctx0" brushRef="#br0" timeOffset="-90520.73">10745 3042 5734,'-3'3'0,"1"4"0,2-1 0,4 19 0,0 4 0,0-5 0,1 5 0,-1-1 0,-1-4 0,-1-7 0,1 4 0,1 5 0,-2-16 0,1 10 0,-3-18 0,-1 0 0,-1-2 0,-5-2 0,3-2 0,-4-3 0</inkml:trace>
  <inkml:trace contextRef="#ctx0" brushRef="#br0" timeOffset="-89760.73">10780 3104 5734,'5'-7'0,"-2"2"0,3-4 0,0 1 0,0 2 0,0 0 0,-2 4 0,1-1 0,-1 1 0,0 0 0,-2 1 0,1 2 0,0 0 0,0 1 0,4 5 0,-2-3 0,7 8 0,-5-4 0,1 4 0,0 0 0,-3-3 0,2 2 0,-1-1 0,-2-5 0,2 3 0,-4-6 0,2-1 0,-2-2 0,0-1 0,4-3 0,1-1 0,12-12 0,0-2 0,0 0 0,-4 3 0,-10 11 0,2-1 0,-2 4 0,3 3 0,-4 4 0,2 3 0,4 13 0,-5-8 0,5 10 0,-6-12 0,1 18 0,-4-16 0,0 13 0,-5-21 0,0 0 0</inkml:trace>
  <inkml:trace contextRef="#ctx0" brushRef="#br0" timeOffset="-88366.73">10255 3040 5734,'-4'-5'0,"0"0"0,-1-4 0,0-1 0,-3-7 0,-4-8 0,1 3 0,-3-5 0,-1 0 0,-1-3 0,-2-4 0,0 2 0,4 5 0,-2-1 0,1 1 0,6 12 0,-6-11 0,13 24 0,-1 0 0,0 5 0,0 1 0,1 3 0,-1 4 0,2-1 0,0 3 0,1-3 0,0 0 0,0 2 0,1-3 0,0 0 0</inkml:trace>
  <inkml:trace contextRef="#ctx0" brushRef="#br0" timeOffset="-88106.73">10044 2747 5734,'0'-7'0,"0"-11"0,0 6 0,5-20 0,-1 16 0,10-18 0,-7 21 0,12-13 0,-10 17 0,11-5 0,-12 12 0,5 2 0,-3 17 0,-2-3 0,2 10 0,-5-7 0,0 0 0,3 10 0,-2-7 0,3 5 0,1-2 0,-1-6 0,-1 3 0,-2-7 0,-3-3 0,2-1 0</inkml:trace>
  <inkml:trace contextRef="#ctx0" brushRef="#br0" timeOffset="-87104.73">11255 3122 5734,'0'16'0,"1"0"0,0 1 0,0-3 0,-1 6 0,0-2 0,0-4 0,0 4 0,0-4 0,0-4 0,0 1 0,-2-1 0,0-6 0,-2 2 0,-1-6 0,0-4 0,0-1 0</inkml:trace>
  <inkml:trace contextRef="#ctx0" brushRef="#br0" timeOffset="-86952.73">11235 2937 5734,'2'-5'0,"-1"2"0,0 0 0,0 2 0,0 0 0</inkml:trace>
  <inkml:trace contextRef="#ctx0" brushRef="#br0" timeOffset="-86514.73">11354 3317 5734,'1'8'0,"0"-1"0,0-4 0,-1-1 0,1-8 0,-1-5 0,1-4 0,-1-3 0,1-3 0,1 5 0,8-26 0,-4 25 0,7-13 0,-6 24 0,0 1 0,1 1 0,0 1 0,2 0 0,-2 0 0,2 1 0,-2 0 0,1 2 0,0 0 0,-3 0 0,2 2 0,-4-1 0,2 1 0</inkml:trace>
  <inkml:trace contextRef="#ctx0" brushRef="#br0" timeOffset="-86153.73">11557 3102 5734,'0'12'0,"0"6"0,0-2 0,0 9 0,1 2 0,-1-7 0,2 21 0,-2-34 0,0-4 0,-1 0 0,-1-3 0,1-2 0,0-2 0,0-6 0,1 0 0,1-19 0,3 3 0,0-6 0,4 1 0,-2 13 0,6-8 0,-4 13 0,3-2 0,-4 6 0,4 1 0,-2 1 0,6 2 0,-5 2 0,2 2 0,0 4 0,-4 0 0,2 2 0,1 0 0,-2-2 0,4 2 0</inkml:trace>
  <inkml:trace contextRef="#ctx0" brushRef="#br0" timeOffset="-85887.73">11830 3066 5734,'-2'5'0,"-1"0"0,1 2 0,-2 0 0,1 3 0,-4 13 0,3-7 0,-2 10 0,4-5 0,0-7 0,1 5 0,5 0 0,0-10 0,10 2 0,-3-13 0,10-9 0,-8 0 0,2-4 0,-6 1 0,-2-5 0,-2 4 0,-2-16 0,-4 17 0,-4-12 0,1 18 0,-2-3 0,-4 3 0,6 3 0,-3 1 0,8 3 0,1 0 0</inkml:trace>
  <inkml:trace contextRef="#ctx0" brushRef="#br0" timeOffset="-85587.73">12056 3117 5734,'1'14'0,"0"0"0,-1 2 0,-1 1 0,-1 15 0,-1-12 0,-1 24 0,2-29 0,-1 8 0,2-19 0,-1 0 0,1-4 0,-1-2 0,0-4 0,1-3 0,-1-9 0,1 2 0,2-24 0,1 18 0,4-20 0,-1 22 0,3-4 0,12-2 0,-6 11 0,6 0 0,3 1 0,0 4 0,4 3 0,0 0 0,-3 4 0,15 2 0,-29 2 0,-2 4 0,-12-3 0</inkml:trace>
  <inkml:trace contextRef="#ctx0" brushRef="#br0" timeOffset="-85040.73">10562 2809 5734,'1'6'0,"2"7"0,-2-4 0,0 12 0,-1-12 0,-1 10 0,0-11 0,-2 9 0,4-11 0,-2 4 0,2-8 0</inkml:trace>
  <inkml:trace contextRef="#ctx0" brushRef="#br0" timeOffset="-84918.73">10651 2887 5734,'-1'15'0,"-1"6"0,1-6 0,1 4 0</inkml:trace>
  <inkml:trace contextRef="#ctx0" brushRef="#br0" timeOffset="-84429.73">12339 2954 5734,'-3'6'0,"-9"13"0,6-10 0,-6 11 0,8-13 0,-1-1 0,2-2 0,-1-1 0,3-4 0</inkml:trace>
  <inkml:trace contextRef="#ctx0" brushRef="#br0" timeOffset="-82302.73">11195 1434 5734,'1'34'0,"-1"0"0,2-3 0,0 1 0,0-3 0,1 0 0,3 18 0,-2-12 0,2 8 0,-1 1 0,-1-6-1639,1 0 1,-1-1 1107,0-1 1,1 4 0,-1 0 0,0-6 530,-2-3 0,-1-4 467,1 1 1,0 3-468,-1 4 0,0 3 0,0-2 0,0-1 0,-1 0 59,1-1 0,0 3 0,-1-3-59,0 4 0,-1-4 0,1-8 0,0 1 0,-1 12 0,-1 4 0,1-9 0,0 0 0,-1-2 0,0 1 0,1-1-396,-2 13 1,1-5 395,0-15 0,1-3 2346,0-1-2346,-1 4 0,1-8 0,-1 2 422,1-6-422,0-5 950,0-1-950,1-7 1359,-2-14-1359,0 3 0,0-12 0,-1-19 0,1 11-1327,-1-15 0,-1-2 1327,2 22 0,0 0 0,-1-7 0,0-7 0,-1-1 0,1 6-1148,0-4 1,0 1 1147,-1-3 0,0-3 0,1 1 0,0 6 0,0 1 0,1 1 0,-1-8 0,0 1 0,0 6 0,1-2 0,0 0-201,-1 3 1,1-1 0,-1-1 200,0-6 0,0-1 0,0-2 0,0 8 0,-1-1 0,1 1 0,0 1-62,-1-5 1,1 3 0,-1 1 61,-1-10 0,1 6 0,-2 1 68,2 3-68,0 8 0,0 0 0,-1-5 0,-1-5 0,0 2 0,2 16 1983,-4-14-1983,7 36 0,0 22 0,2-3 0,1 15 0,1 3 0,0 6 63,1-7 0,0 2-63,0 0 0,1-2 208,-1-7 1,0 1-209,2 10 0,0 2 0,0 2 0,1 1-783,-3-12 1,0 1-1,0 0 783,0-1 0,0 1 0,-1 1 0,1 8 0,-1 1 0,0-3 0,-1-4 0,-1 1-82,0 3 0,1 4 0,-2-5 82,0-3 0,0-2 0,0 9 0,-1 1 0,-1-7 0,1-2 0,-1-9 0,1-1 0,-1 5 0,0 0 0,-1-3 0,1-3 0,-1 5 106,-1 14-106,3-34 0,-2-48 0,1 11 0,1-7 0,-1-9 0,1 4 0,0 11 0,1-1 0,-1-7 0,0-6 0,0-2 0,1 7 0,0-5 0,0 2 0,0-2 0,0-3 0,0 0-36,0 6 1,1 1 0,-1 1 35,1-5 0,-1-5 0,0 8 0,0-7 0,0-2 0,0 2 0,0 6 0,0 4 0,0 5 0,-1-3 0,1-7 0,0-5 0,-1 0 0,1 6 0,-1-3 0,1 5 0,-2 10 0,1 0 0,1-4 0,-1-1 0,-3-13 0,3 15 584,-2-3-584,2 12 0,0 8 2521,0 1-2521,2 16 2271,1 7-2271,2 14 0,-1 2 0,0 3-943,-1-4 0,1 2 943,1 12 0,0 4 0,-1-7 0,-1 1 0,1 0-1325,0 7 1,0 2 1324,-1-7 0,1 3 0,-1 0 0,-1 2 0,1 0 0,-1-1-281,0-9 1,-1-1 0,0 1 280,1 9 0,0 1 0,-1 1 0,-1-3 0,0 1 0,0-3 0,0 6 0,-1-1 0,1-8 0,0 2 0,0-3 0,-1 10 0,1-4 0,0-11 0,0-1 0,0 4 0,0 1 0,2 2 0,-1-5 0,1-8 0,0 14 0,-1-54 1400,-1-4-1400,-1-24 0,1 4 1179,0 11 0,0-2-1179,0-4 0,1-4 0,-1 3 0,0 0 0,0-4 0,1 5 0,-1-7 0,1-5 0,-1 0 0,0 3 0,1 7-619,-1 2 0,0 5 1,0-3 618,0-13 0,0-6 0,0 1 0,0 11 0,-1 13 0,0 4-551,-1-18 551,-1 8 0,0 7 0,0 6 0</inkml:trace>
  <inkml:trace contextRef="#ctx0" brushRef="#br0" timeOffset="-42567.73">13697 2727 5734,'-2'-3'0,"-2"-1"0,2 2 0,-1 0 0,-1 0 0,2 1 0,-1-1 0,2 1 0,-1 0 0,-1 1 0,1 0 0,-1 0 0,0 0 0,-1 0 0,2 0 0,-1 0 0,1 1 0,-4 3 0,3-2 0,-3 3 0,1 1 0,-1 3 0,-10 33 0,8-20 0,1 5 0,1-2 0,4-7 0,0 23 0,1-19 0,1 5 0,-1 2 0,0-3 0,0 5 0,0-1 0,-1-3-664,0 15 664,1-21 0,-3 25 0,2-24-296,-5 22 296,4-34 0,-2 1 0,4-7 0,1-3 0,-3-3 643,-1 1-643,-4-5 79,-2 2 0,2-2 0,-2-2 1</inkml:trace>
  <inkml:trace contextRef="#ctx0" brushRef="#br0" timeOffset="-42333.73">13466 2993 5734,'10'-3'0,"-1"-1"0,0 3 0,1-2 0,14-3 0,-8 2 0,15-5 0,0 1 0,-8 2-216,2-1 1,-2 2 215,-13 3 0,-1 1 0,-2-2 0</inkml:trace>
  <inkml:trace contextRef="#ctx0" brushRef="#br0" timeOffset="-41692.73">13713 3122 5734,'0'4'0,"0"0"0,1-2 0,0-1 0,1-1 0,0 0 0,5-1 0,-2 0 0,2-2 0,1-1 0,-2-1 0,2-1 0,0-1 0,-3 1 0,1-2 0,-3 1 0,0 3 0,-1-2 0,-2 2 0,-1 1 0,0 0 0,-8 2 0,2 1 0,-6 2 0,5 2 0,-1 0 0,2 2 0,-1 0 0,0 1 0,-2 4 0,4-2 0,-2 3 0,4-4 0,2 1 0,-1 0 0,3-1 0,1 5 0,2-7 0,1 4 0,0-6 0,2-1 0,1 0 0,6-4 0,0-1 0,3-3 0,3-4 0,-4-1 0,2-3 0,-6 1 0</inkml:trace>
  <inkml:trace contextRef="#ctx0" brushRef="#br0" timeOffset="-40719.73">14000 2791 5734,'-4'0'0,"0"0"0,1 2 0,0 0 0,-1 3 0,-13 34 0,8-19-334,-1 4 0,0-1 334,3-3 0,0 0-190,1 0 190,1-1 0,-2 13 0,4-12 0,0 13 0,6-16 0,5 3 0,-1-8 654,3-1-654,0-7 204,-3-1-204,2 0 0,-2-1 0,-1-3 0,0 0 0</inkml:trace>
  <inkml:trace contextRef="#ctx0" brushRef="#br0" timeOffset="-40435.73">14161 2752 5734,'-2'9'0,"-1"1"0,-2 9 0,1-2 0,-4 26 0,5-19-1147,-2 17 1147,4-19 0,0 0 0,1 0 0,4 19 0,-1-18 96,3 15-96,-3-29 252,0 1-252,-2-6 0,0 0 0,-1 0 0,0-1 0,1-2 0</inkml:trace>
  <inkml:trace contextRef="#ctx0" brushRef="#br0" timeOffset="-40266.73">14161 2957 5734,'20'-3'0,"1"-1"0,-2 1 0,0 0 0,-2-1 0,0 0 0</inkml:trace>
  <inkml:trace contextRef="#ctx0" brushRef="#br0" timeOffset="-40038.73">14409 2792 5734,'10'13'0,"0"1"0,-1 3 0,0 2 0,0 10 0,-3-5 0,-2 6 0,-8 11 0,-2-17 0,-4 3 0,-1-1 0,-3-7 0,-11 8 0,-1-3 0,7-9 0,-2 0 0,1 0 0</inkml:trace>
  <inkml:trace contextRef="#ctx0" brushRef="#br0" timeOffset="-38398.73">23779 3146 5734,'-6'-8'0,"0"1"0,-9-3 0,5 5 0,-11-2 0,10 6 0,-2 1 0,-1 4 0,3 0 0,-3 3 0,-2 6 0,3 0-400,-5 8 400,6-1 0,-5 17 0,6-5 0,3-2 0,0 2 0,1 9 0,3-15 0,1 3 0,1-1 0,1 0-1268,0 15 1268,1-17 0,0 2-77,5 8 0,1 0 77,-1-9 0,2 0 0,-1 6 0,1-2 0,7 8 0,-10-28 0,1 2 0,-5-12 342,-2-3-342,-6-9 324,1 0 0,-4-8 0,3 3 0</inkml:trace>
  <inkml:trace contextRef="#ctx0" brushRef="#br0" timeOffset="-38236.73">23451 3440 5734,'26'-11'0,"-6"4"0,11-2 0,1 0 0,0 0 0,1 2 0,-2 1-1308,-3 2 1308,6-1 0,-13 1 0,-2 0 0</inkml:trace>
  <inkml:trace contextRef="#ctx0" brushRef="#br0" timeOffset="-37442.73">23753 3536 5734,'-4'2'0,"-1"0"0,2 0 0,-1-1 0,0 2 0,-2 4 0,1-1 0,-6 12 0,6-8 0,-1 6 0,5-4 0,1-4 0,0 2 0,5-4 0,-2-1 0,6-2 0,4-3 0,0-3 0,4-2 0,4-6 0,3-11 0,3-10 0,-8 5 0,-7 0 0,-9 15 0,-2-4 0,-1 6 0,-2-1 0,-5 9 0,2 1 0,-4 3 0,-5 6 0,7-4 0,-4 5 0</inkml:trace>
  <inkml:trace contextRef="#ctx0" brushRef="#br0" timeOffset="-37145.73">24052 3240 5734,'-13'16'0,"1"0"0,-1 10 0,3-5 0,-3 10 0,6-8 0,1 1 0,1 1 0,2 0 0,-2 5 0,2 0-912,1 13 912,6-16 0,1-13 220,1-1-220,7-2 0,-3-4 0,6-3 0,-3-5 0</inkml:trace>
  <inkml:trace contextRef="#ctx0" brushRef="#br0" timeOffset="-36949.73">24131 3412 5734,'-7'33'0,"2"-3"0,2-11 0,0 14 0,2-13 0,0 9 0,1-15 0,0-5 0,0 0 0</inkml:trace>
  <inkml:trace contextRef="#ctx0" brushRef="#br0" timeOffset="-36602.73">24375 3369 5734,'12'18'0,"0"-1"0,-1 3 0,-2 13 0,-2-5-695,-5 7 695,-6-15 0,-10 16 0,3-13 169,-7 12-169,1-13 0,3-7 0,-2 1 0,5-9 0,1-1 0</inkml:trace>
  <inkml:trace contextRef="#ctx0" brushRef="#br0" timeOffset="-36122.73">24093 3387 5734,'7'11'0,"1"2"0,2-7 0,2-1 0,-1-2 0,-3-2 0,-4-1 0,-2 0 0,3 0 0,-3-1 0,1 1 0,-2-1 0,0-1 0,0 1 0,0 0 0,-1-1 0,0-1 0</inkml:trace>
  <inkml:trace contextRef="#ctx0" brushRef="#br0" timeOffset="-35622.73">24220 3195 5734,'-2'9'0,"0"-1"0,-6 21 0,3-12 0,-8 25 0,7-21 0,-3 9 0,0 1 0,2-7 0,-1 6 0,0-3 0,3-8 0,-1 4 0,3-6 0,1-5 0,0 1 0,1-5 0,1-3 0,-1 0 0,1-2 0,-1-1 0,2-1 0,1 0 0,-1 0 0,1-2 0,-2 0 0,-1-2 0,-1 2 0,0-3 0,0 1 0</inkml:trace>
  <inkml:trace contextRef="#ctx0" brushRef="#br0" timeOffset="-32988.73">18336 8055 5734,'-6'-1'0,"-5"0"0,2 1 0,-11 3 0,-9 4 0,-9 7 0,5-1-513,4 3 513,16-5 0,-1 1 0,2 2 0,-5 12 0,6-2 0,-3 10 0,6 11-1424,4-8 1424,1-13 0,2 4-917,2 13 0,3 6 0,0-5 917,-2-11 0,0 0 0,1 11 0,2 5 0,-2-7-521,1 8 521,-2-14-19,-1 7 19,-2-9 0,-2-10 860,-1 3-860,-3-8 2908,1-8-2908,-4 1 1421,-8-6-1421,3-4 0,-6-1 0,4-8 0,0-1 0</inkml:trace>
  <inkml:trace contextRef="#ctx0" brushRef="#br0" timeOffset="-32806.73">17871 8498 5734,'17'-10'0,"3"1"0,13 0 0,3 1 0,4-1-1491,0 1 1,-2 1 1490,-5 1 0,-3 2 269,3 0-269,-11 1 602,0 1-602,-12 2 0,-4-1 0,0 0 0</inkml:trace>
  <inkml:trace contextRef="#ctx0" brushRef="#br0" timeOffset="-32466.73">18493 8197 5734,'-10'8'0,"1"0"0,2 0 0,-2 2 0,-11 21 0,7-9 0,-7 18 0,8-1-379,4-7 379,3-5 0,2 1-730,1 4 730,4 9 0,7-5 0,-1-10 0,6 6 0,13-4 0,-9-12-422,17 5 422,-17-18 0,3-4 0,-5-5 0</inkml:trace>
  <inkml:trace contextRef="#ctx0" brushRef="#br0" timeOffset="-32217.73">18697 8230 5734,'-5'12'0,"1"2"0,1 1 0,-3 23 0,2-10-386,1 1 0,0 1 386,0 2 187,1 11-187,3-16 0,0 0 0,1 7 0,1 0 0,1-2 0,0-8 0,0 9 0,-2-19 0,-1-8 0,0 0 0</inkml:trace>
  <inkml:trace contextRef="#ctx0" brushRef="#br0" timeOffset="-32034.73">18557 8463 5734,'21'-4'0,"1"0"0,4-1 0,2 0 0,2 0-819,-1-1 1,-2 1 818,-6 1 0,-2-1 0,-1 0 0</inkml:trace>
  <inkml:trace contextRef="#ctx0" brushRef="#br0" timeOffset="-31789.73">18900 8190 5734,'23'19'0,"2"17"0,-11-12 0,-1 1-1192,-3 1 0,-3-1 1192,-3 22 0,-8-12 0,-3 2 0,-3-3 0,-2 2 0,-5 8 0,3-13 0,-1 2 0,1-4 0,-5 6 0,5-9 0,-1-1 72,-5 2 0,11-15 0,-6 2 0</inkml:trace>
  <inkml:trace contextRef="#ctx0" brushRef="#br0" timeOffset="-22245.73">19306 8445 5734,'1'4'0,"-1"-1"0,6-1 0,-1-1 0,5-1 0,22-1 0,-13 0 0,24-2 0,2-1 0,-15 2 0,11-3 0,-2 1 0,-22 2 0,9-2 0,4-2 0,-18 3 0,10-1 0,-25-1 0,1 1 0,-3-4 0</inkml:trace>
  <inkml:trace contextRef="#ctx0" brushRef="#br0" timeOffset="-21711.73">19345 8553 5734,'-6'0'0,"1"0"0,2 0 0,2 1 0,5 1 0,0-1 0,6 2 0,1 0 0,-2-2 0,13 3 0,-3 0 0,8 3 0,-8-2 0,-3-1 0,-7-2 0,1-1 0,21-1 0,-16 0 0,14 0 0,-22 0 0,-2 0 0,0 0 0,-4 3 0,-1 0 0,-2 3 0,-3 0 0,0 0 0</inkml:trace>
  <inkml:trace contextRef="#ctx0" brushRef="#br0" timeOffset="-20277.73">20329 8058 5734,'-11'2'0,"-1"0"0,-7 2 0,3 0 0,-5 1 0,-3 1 0,6 0 0,-6 2 0,-7 8 0,12-5 0,-4 5 0,1 3 0,-4 13 0,-3 5 0,16-9 0,2 0 0,3 2 0,1 10 0,1 1 0,4 1 0,3-10 0,0 6 0,1-4-387,0-10 1,1 1 386,4 22 0,0 1 0,-1-17 0,0-2-660,0 1 0,0-1 660,-1-3 0,0-2 0,1 8-515,-2-4 515,-1-3 0,-3 7 0,-2-9 0,-3 5 0,-7-4 0,0-8 0,-17 10 0,13-16 0,-24 3 0,20-13 0,-8-4 0,15-7 0,2-2 0</inkml:trace>
  <inkml:trace contextRef="#ctx0" brushRef="#br0" timeOffset="-20102.73">19865 8557 5734,'14'-8'0,"1"1"0,1 2 0,15-2 0,-6 1 0,0 1 0,1 0 0,0 0 0,10-4 0,-19 5 0</inkml:trace>
  <inkml:trace contextRef="#ctx0" brushRef="#br0" timeOffset="-18767.73">20266 8588 5734,'10'0'0,"-1"-1"0,7-5 0,-6 2 0,9-6 0,-10 5 0,1-2 0,2-8 0,-6 7 0,4-7 0,-9 10 0,-8-7 0,2 7 0,-7-5 0,-6 19 0,7-3 0,-9 7 0,12-5 0,-5 8 0,6-4 0,-2 5 0,6-2 0,1-2 0,1 3 0,3-1 0,0-3 0,2 1 0,-1-3 0,12 8 0,-7-8 0,10 5 0,-7-11 0,-4-3 0,2 0 0,-4-4 0,0-1 0</inkml:trace>
  <inkml:trace contextRef="#ctx0" brushRef="#br0" timeOffset="-18155.73">20648 8212 5734,'-9'8'0,"-4"8"0,3-3 0,-13 26 0,10-17 0,-5 17 0,11-6 0,1-1 0,1 1-478,1-1 0,1-1 478,5-12-144,5 4 144,-2-7 0,3 3 0,1-5 0,-1-5 0,4 0 0,-3-7 0</inkml:trace>
  <inkml:trace contextRef="#ctx0" brushRef="#br0" timeOffset="-17871.73">20820 8161 5734,'-8'13'0,"1"1"0,2 6 0,2-2 0,-2 8 0,3 5 0,0-6 0,0 21 0,1-22 0,1 0 0,0 17-332,2 4 332,1-23 82,1-1-82,4 6 0,-3-9 0,3 4 0,-4-11 0,-1-3 0,0-1 0,-2-2 250,-3-2-250,0-2 0,-3-2 0,0-1 0</inkml:trace>
  <inkml:trace contextRef="#ctx0" brushRef="#br0" timeOffset="-17458.73">21012 8204 5734,'20'16'0,"-2"0"0,-1 7 0,-5-4 0,-2 6 0,-2 1 0,-2 3 0,-3-1 0,-3 4 0,-8 4 0,-3 0 0,6-12 0,-2-1-854,-4 12 0,0-4 854,3-13 0,3-1 0,3-4 0,2-1 0</inkml:trace>
  <inkml:trace contextRef="#ctx0" brushRef="#br0" timeOffset="-16660.73">20754 8374 5734,'13'-1'0,"-3"1"0,4-2 0,-1-1 0,-3 1 0,4-2 0,2 0 0,-4 1 0,4-2 0,-2 1 0,-6 2 0,3-1 0,-6 2 0,-2-1 0,0 2 0,-2-1 0,-5-1 0,-25 4 0,15-3 0,-16 3 0,21 0 0,5 0 0,-2-1 0,5 3 0,0-1 0,7 2 0,2-2 0,4 0 0</inkml:trace>
  <inkml:trace contextRef="#ctx0" brushRef="#br0" timeOffset="-16226.73">21533 8419 5734,'12'-3'0,"1"0"0,14 1 0,-8 1 0,28 0 0,-25 2 0,19 1-1022,-21-1 1022,5 1 0,0-2 0,-9 1 329,7-1-329,-17 0 0,-3-1 0,-4 1 0</inkml:trace>
  <inkml:trace contextRef="#ctx0" brushRef="#br0" timeOffset="-15968.73">21616 8226 5734,'-2'11'0,"1"2"0,0 11 0,1-2 0,-2 9 0,1 8 0,-1-9 0,1 8 0,0 1 0,1 6-800,-1-13 0,1-1 800,2-2 374,-2-13-374,1 2 0,0-7 0,2 1 0,2-8 0</inkml:trace>
  <inkml:trace contextRef="#ctx0" brushRef="#br0" timeOffset="-15505.73">22353 7944 5734,'-21'0'0,"0"1"0,-19 16 0,17-5-751,2 0 0,1 2 751,4 4 0,0 2 0,-3 16 0,5-6 0,-3 14 0,9-9 0,3 1 0,1-12 0,0 1 0,2 7 0,0 4 0,1-3 0,1-5 0,2-2 0,0 10 0,1 1 0,2 3 0,0-1-1030,0-9 1,-1 0 1029,2 8 0,1 2 0,2 6 0,1-1 0,-4-17 0,-1 0 0,6 20 0,-1-3-28,-3-9 28,1 4-328,-4-14 328,-2-9 521,-2-1-521,-14-13 1867,2-3-1867,-32-17 0,17 2 0,5 1 0,0 1 0</inkml:trace>
  <inkml:trace contextRef="#ctx0" brushRef="#br0" timeOffset="-15337.73">21909 8562 5734,'28'-8'0,"1"2"0,-5 1 0,15 1 0,-9 1 0,-1 1 0,0 1 0,-2-1 0,12 2 0</inkml:trace>
  <inkml:trace contextRef="#ctx0" brushRef="#br0" timeOffset="-14630.73">22338 8556 5734,'-7'6'0,"0"3"0,2-2 0,-1 2 0,-1 2 0,2-1 0,-4 12 0,6-10 0,-1 8 0,4-5 0,1-2 0,1 2 0,5 0 0,0-5 0,3 2 0,2-5 0,-1-3 0,16-5 0,-11-3 0,8-16 0,-1-4 0,-9 5 0,2-4 0,-6 0 0,-17 6 0,0 6 0,-7-2 0,-3 5 0,5 3 0,-4 0 0,2 5 0,4 0 0,-3 1 0,6 0 0,2 0 0,1 1 0</inkml:trace>
  <inkml:trace contextRef="#ctx0" brushRef="#br0" timeOffset="-13808.73">22772 8144 5734,'-5'4'0,"-1"1"0,1 0 0,-10 9 0,5-3 0,-16 19 0,14-13 0,-3 8 0,0 2 0,3-1-533,2-2 0,1-1 533,3-1 0,3 1 256,1-1-256,4 10 0,3-9 0,3 7 0,9-5 0,-3-7 0,16 12 0,-16-17 0,8 3 0,-13-12 0</inkml:trace>
  <inkml:trace contextRef="#ctx0" brushRef="#br0" timeOffset="-13008.73">22979 8051 5734,'-1'4'0,"0"-1"0,-1 1 0,0 0 0,-2 2 0,-1 5 0,-2 0 0,0 4 0,-3 13 0,4-10 0,-2 9 0,2 1 0,1-4 0,1 2 0,1 0 0,2-3 0,4 23 0,-1-21 0,2 1 0,1 0 0,0-6 0,10 19 0,-7-25 0,14 11 0,-10-17 0,7 3 0,-1-6 0,-4-2 0,4 0 0,-5-2 0,-6-1 0,0 0 0,-7-2 0,-2 0 0,-3-2 0,1-1 0</inkml:trace>
  <inkml:trace contextRef="#ctx0" brushRef="#br0" timeOffset="-12791.73">22775 8361 5734,'10'0'0,"2"0"0,3 0 0,13 0 0,-3-1 0,10-1 0,6 1 0,-10-1 0,0-1 0,-1 1 0,0-2-179,13-2 1,-22 1 0,0 1-1</inkml:trace>
  <inkml:trace contextRef="#ctx0" brushRef="#br0" timeOffset="-12425.73">23302 8057 5734,'10'9'0,"-1"-1"0,5 4 0,4 7 0,-4-3 0,6 7 0,-1 7 0,-6-5 0,-3 5 0,-2 3 0,-2 3 0,-7 8 0,-3 1-1638,-5-4 1638,2-11 0,-3 2 0,-4 4 0,-1-2 0,0-1 0,1-1 0,0-5-15,3-15 1,-1-4 0,-1-3 0</inkml:trace>
  <inkml:trace contextRef="#ctx0" brushRef="#br0" timeOffset="-7935.73">17840 7847 5734,'6'-4'0,"0"1"0,-2 3 0,0 0 0,0 1 0,4-1 0,-2 0 0,5 0 0,6-2 0,-3-1 0,4 1 0,8-1 0,-9 2 0,28-2 0,-29 3 0,16 0 0,-20 0 0,13 0 0,-7 0 0,11 0 0,-5 0 0,-3-1 0,13-1 0,-13 0 0,5 0 0,6 0 0,-13 1 0,11 0 0,-16 1 0,1 0 0,-1 0 0,6 1 0,-5 0 0,6 1 0,7 0 0,-10-2 0,25 1 0,-23-1 0,26 0 0,-25-1 0,11 0 0,-7-2 0,-7 1 0,24-3 0,-21 2 0,4 0 0,0 0 0,-2 0 0,14-2 0,-7 0 0,-6 2 0,6-2 0,0 1 0,0 1 0,-1 0 0,0 0 0,-1 0 0,-6 3 0,-5 0 0,6 0 0,1 0 0,-5-1 0,23-2 0,-18 1 0,3-1 0,2-1 0,5 0-709,6 0 709,-13 1 0,-10 2 0,0 1 0,8 1 0,-6 0 0,7 0 0,2 1 0,-6 0 0,7-1 0,4 0 0,-7-1 153,8-1-153,-11-1 0,1-1 0,-1 0 0,19-1 0,-16 3 0,2-1 0,1 1 0,-5 0 0,12 0 0,-5-1 0,-7 0 0,8-1 0,3 0 0,-8 0 0,9-2 0,-14 1 0,4 1 0,0 0 0,-1 0 0,22-3 0,-29 6 0,-3-1 0,3 1 0,0 1 0,-4 0 0,4 2 0,2 0 0,-5-1 0,5 2 0,11 0 0,-13-2 0,13 2 0,-19-3 0,1 0 0,5 1 0,-4 0 556,5 1-556,-5-1 0,2 1 0,-1-1 0,3 1 0,-1-1 0,12 1 0,-7-1 0,19 0 0,-17-1 0,8-1 0,0-1 0,-9 0 0,7 0 0,6 0 0,-11 0-452,12 1 452,-18 0-107,0 0 107,0 0 0,1-1 0,9 0 0,2-1 0,0 0 0,-2 1 0,3-1 0,-1 0 0,-2 0 0,2 0-476,0 0 1,-1 0 475,-6 1 0,0 0 0,2 0 0,7 0 0,8 0 0,0 1 0,-3 0 202,-10 0 0,3 0-202,14 1 0,-2 0 0,3 0-95,-2 0 0,1 0 95,-11 0 0,-4 0-1272,11 0 1272,-9 0 0,0 0 0,-5-1 0,-1-1 0,15 0 0,-15 1 0,2-1 0,0 1 0,-1-1 0,16-1 0,1 0 0,0 0 0,3 0 0,-12 1 0,1 0 0,-7 0 0,-3 1 0,16-1 0,-16 0 0,1 0 0,-1 1 0,-1-1 0,13-1 380,-14 1 1,1 1-381,22-3 0,-10 0-268,10-1 268,-2-1-796,-9 1 796,8-2 0,0 2 0,-12 1 0,10 0 0,1 1 0,0 1 0,-3 0 0,-7 1 0,5-1 0,-8 1 0,-3 1 0,13-1 684,-13 0-684,-8 0 71,7-1-71,-3 0 0,-5 1 0,6-1 267,7-1-267,-6 1 0,6-1 0,-12 1 0,-8 1 1208,0 0-1208,-3 0 641,0-1-641,-4 1 0,4 0 0,-3 0 0,3 0 0,-3 0 0,-1 0 0,2 0 0,-1 0 0,-1 0 0,1 0 0,0 1 0,-2 0 0,1 0 0,-1-1 0,0 0 0,1-1 0,4 1 0,-3 0 0,7 1 0,-7-1 0,2 1 0,3 0 0,-4-1 0,2 0 0,-6 1 0,-1 0 0,0 1 0,-2 0 0,0 2 0,-2 7 0,-1 5 0,0 2 0,0 2 0,-1 4 0,1-4 0,-1 4 0,1 2 0,1 3-964,-3 19 964,4-20 0,0 1 0,1 0 0,-1 0 0,0 2 0,-1 8-100,0-9 0,0 1 100,-1-5 0,0-2 0,-2 14 0,-2 2 0,0 1 0,0 3 0,1-13 0,-2 6 0,2-6 0,-2 13 0,2-12 0,-2 3 0,2-4 0,-1 12 0,-2 3 0,1 0 0,1-6 0,1-1 0,-2 9 0,1-8 0,0 7-538,2-15 1,0 4-1,1-7 538,1 0-4,0 10 4,1-10 0,-1 7-532,2-4 532,1-9 153,0 5-153,0-4 0,1-7 0,-4 17 0,2-20 1530,-2 7-1530,4-16 899,0 0-899,0-1 731,0-1-731,-1-1 0,1 1 0,-1-2 0,1 0 0,-2 0 0,1 0 0,-2 0 0,-3-1 0,0 1 0,-3-1 0,-3 0 0,2-1 0,-4 0 0,-5-3 0,3 1 0,-7-2 0,4 2 0,-1-2 0,-1 1-336,-1-1 336,0-1 0,-2 2 0,-1-1 0,-2 0 0,-1 0 0,-5 0 0,-7 0 0,4 1 0,9 1 0,1 0-643,-11-1 1,-5-1-1,7 1 643,-3-1 0,1 0-43,0 0 43,4 1 0,0 0 0,-9-2 0,-4 2 0,1-1-812,8 2 812,10 1 0,-2 1 0,-9 1 0,2 0 0,-3 0 0,5 1 0,-4-1 0,-11 0 0,3-2 0,1 1 0,14 1 0,-4-1 0,3 0 0,-11-1 0,9 0 0,-2 1 0,-1 0 0,-2 0 0,9 0 0,0 1 0,-17 0 0,10-1 0,-10 1 0,22 0 0,1 0 0,-13 0 0,12 0 0,0 0 0,-23-2 0,11 0-590,5 1 0,-10-1 1,-1 1-1,7-1 590,6 1 0,-1 0 0,-15 0 0,-6 0 0,9 0 388,4 0-388,0 1 0,-2 0 0,11 0 0,0 0 0,-18 1 0,17-1 0,-2 1 0,-1 0 0,1 1 0,6-1 0,1 0 0,-6 1 0,-4 0 0,1 0 0,-3 0 0,4 0 0,4-1 0,0 0-215,-4 1 0,-3 0 1,4 0 214,-9-1 0,1 0 0,11 0 0,-1 0 0,-15 1 398,16-1 0,-2 0-398,-1 1 0,0 1 0,6-1 0,1 0 0,-9 1 0,-2 1 0,-2 0 0,1 1 23,8-1 1,0-1-24,-9 2 0,-1 1 0,0-1 0,2 0 0,9-1 0,-1 0 0,-8 0 0,-4 2 0,4-1 0,9-2 0,0 1 0,-15 2 0,0 0 0,12-1 0,3-1 0,-18 3 0,18-3 0,-1 1 0,2-2 0,1 0 0,-15 2 344,12-3 0,-5 0 1,2-1-345,-2 0 0,1-1 0,-7 1 0,1-1 0,13-1 0,3-1 0,-10-1 0,9 0 0,-6-1 0,4 1 0,7 0 1455,-4 1-1455,-5 1 0,0 1 0,0 1 339,-1-1 1,-2 1-340,-12 2 0,16-1 81,0 1 1,1-1-82,2 0 0,-7-1-16,4 0 16,6 0 0,-5-1 0,-8 4 0,12-2 0,-12 3 0,17-3 0,1 1 0,1-1 0,-8 1 0,11-1 0,-5 1 0,9-2 1010,3 0-1010,-2-1 567,4 0-567,-1 0 0,2 0 0,0 0 0,0 0 0,-5 0 0,-4-1 0,2 0 0,-6-3 0,9 2 0,-9-3 0,8 3 0,-8-4 0,9 4 0,-5-1 0,-8-6 0,8 3 0,-11-7 0,11 4 0,0 0 0,-7-7 0,5 4 0,-4-4 0,1 2 0,5 3 0,-3-3 0,7 6 0,-11-16 0,11 12 0,-12-25 0,15 22 0,-7-22 0,8 20 0,-4-10 0,4 3 0,0 6 0,-4-24 0,2 19 0,-3-13 0,1 7 0,1 6 0,-3-8 0,1-2 0,0-1 0,2-1-645,-2-1 1,3 2 644,4 9 0,1 0-317,0 1 317,1 2 0,1 1 0,1-6 0,0 6 0,2-4 0,-1 2 0,0 7 0,1-10 0,1 1 0,-2 4 0,1-3 0,-1 12 0,-1-1 0,2-6 1243,-2 5-1243,2-6 363,-1 0-363,0 4 0,0-5 0,1-1 0,-1 3 0,1-5 0,0 7 0,-1-7 0,1-1 0,-1 1 0,2-23 0,-4 28 0,0 3 0,0-3 0,-1 1 0,0-4 0,0-4 0,0 7 0,1-2 0,-1 12 0,0-8 0,1 9 0,-1-2 0,0 5 0,0 2 0,0-1 0,0 1 0,0 1 0,0-1 0,-2-1 0,1 2 0,-2-3 0,3 3 0,0 1 0,0-1 0,0 0 0,0 1 0,0-1 0,0 0 0,1 1 0,1 0 0,-1 1 0,2 2 0,2 1 0,-1 2 0,7 3 0,9 6 0,-2-5 0,6 2 0</inkml:trace>
  <inkml:trace contextRef="#ctx0" brushRef="#br0" timeOffset="9989.27">22670 8931 5734,'-5'-3'0,"-1"0"0,5 3 0,0 0 0,9 17 0,-4-9 0,5 12 0,-8-13 0,1 2 0,-1-4 0,0 5 0,-1-7 0,0 3 0,0-4 0,1 0 0,1-2 0,-2 1 0,3-1 0,-2 3 0,1-1 0,0 1 0,-1 1 0,-1 0 0,0-2 0,0-2 0</inkml:trace>
  <inkml:trace contextRef="#ctx0" brushRef="#br0" timeOffset="20065.27">7813 14261 5734,'-27'-2'0,"9"2"0,-23-3 0,20 1 0,-11 0 0,0-1 0,6 3 0,1-1 0,-1 1-1341,-8 0 1341,-12 1 0,11 0 0,9 0 0,-1 1 0,-15 0 0,15 0 0,-1 0 0,2 0 0,0 0 0,-14 1 0,16-1 0,-2 0 0,-20 1 0,13 1 0,0-2 0,0 1 0,0 0 96,-2 1 1,-2 0-97,11 0 0,0 1 0,0-1 0,-1-1 0,-19 6 0,1-3 0,17-2 0,-2 0 0,1-1 0,4 0 0,-11 0 0,8-1 0,-11-1 0,6-1 385,-5 0-385,17-2 0,-8-2 0,7 1 0,-7-2 0,1-1 0,6 1 0,-7-2 0,0 0 0,6 2 0,-7-2 0,-3 2 0,7 1 0,-9 0 0,-4 1 0,9 0 0,-11 0 0,0 1 0,8 1 0,-9-1 0,-1 0 0,10 1 0,-10 0 0,0 2 0,9 0 0,-10 1 0,13 0 0,1 0 0,-9 1 0,2 0 0,-6 1 0,6 0 0,-8 0 0,2 0 0,0 0 0,0 0 0,9-1 0,-9 0 0,0 0 0,10-2 0,-10 0 0,3-2 0,9 0 130,-9-1-130,2-1 0,0-1 0,-3 0-693,2 0 1,2 1 692,7 0 0,1 1 0,-2-1 0,-4 2 0,-1 0 0,-4 1 81,5 0 1,-1 1-82,-6 4-907,10-1 907,-9 2 0,1 1 0,11-1 0,-9 1 0,-4 0 0,16-3 0,-12 1 1035,22-3-1035,0-1 0,1-1 0,-3 1 385,4-1-385,-3 0 0,-18 1 0,17-1 1079,-18 2-1079,24-2 0,-12 2 0,9-1 0,-20 1 0,19-1 263,-9-1-263,-18 0 0,21 1-374,-21 0 374,28 1 0,1-1 0,0 0 0,-11 1 0,9 0 0,-18 1 0,19-2 0,-7 1 0,8-2 0,3 0 0,-8 2 0,10-2 374,-4 1-374,4 1 0,1-1 0,-10 3 0,8-3 0,-5 3 0,3-1 0,3 0 0,-13 2 0,11-3 0,-8 2 0,-15 7 0,17-6-230,-19 7 230,23-8 0,-17 5 0,15-4 0,-13 4 0,17-4 0,4-1 0,-3 1 0,-1 2 0,3-2 0,-3 2 230,5-2-230,1-2 0,0 1 0,3-1 0,-2-1 0,1 0 0,-1 1 0,2-2 0,0 0 0,-1 1 0,1-2 0,-1 2 0,-2 1 0,1-1 0,-4 5 0,5-4 0,-3 3 0,4-4 0,0 2 0,0 2 0,0 0 0,-4 17 0,2-8 0,-1 17 0,0 4 0,2-5-562,0 2 0,1-2 562,3-5 0,1 22 0,1-18 0,2 17-194,0-13 1,1-1 193,2 13 0,-1 0 0,-1-1 0,0-6 0,-3-12 0,-1-2 0,1-3 0,1 17 0,-3-21 0,2 7 0,-2-15 0,0-2 0,0-2 0,1 1 1077,-2-2-1077,1 0 434,-1-1-434,0-2 0,0 0 0,2-5 0,-1 3 0,2-3 0,9-1 0,-6 2 0,9-4 0,-8 3 0,21-4 0,-12 4 0,14-5 0,-9 3 0,-3 0 0,6-2 0,1-1 0,0 2-794,20-7 794,-24 7 0,1 1-310,-1-1 310,1 2 0,10-3 0,-9 2 0,6 0 0,-1-1 0,-7 2 0,6-1 0,-1 2 0,-5 2 0,5 1 0,7 1 0,-11 0-67,19 3 67,-21-1 0,6 3 0,-8-2 0,2 1 0,-1 0 0,2 0 0,20 2 0,-14-2 0,5-1 0,-1 0 0,-3-2 0,9-1 0,2-1 0,-12-1 0,-1 0-564,5 0 1,0-1 563,13-1 0,-20 0 320,-1 0-320,2 1 0,19-3 0,-15 2 0,4 0 0,1 0 0,-3 1 0,-3 0 0,2 0 0,9 0 0,0-1-408,-3 1 408,-10 1 0,-1 0 58,-1 0-58,14 0 0,-10 0 0,5 0 0,1-1 0,1-1 0,9 0 0,0-1 842,-3 0-842,-9 1 0,5-1 0,-5 1 0,15-2 0,-12 3 0,4-1 0,-4 1 0,13 1 0,-16 1 0,5 0 0,-5 1 0,10 2 0,-6-1 0,3 1 0,-10-2 0,1 1 0,6-1 0,1 1 0,-7-2 0,0 1 0,3-1 0,-3-1-346,-2-1 346,9-1 0,0-4 0,0 0 0,2 0 0,-6 0 0,4-1 0,-5 1 0,3-2 368,-9 3 1,2-1-369,-3 2 0,-1 1 0,6-2 0,-1 2 0,-2 1-448,-3 1 448,6 0 0,-1 2 0,-7 0 0,6 0 0,0-1 0,-7 1 0,24-2 0,-21 1 280,13-1-280,-8 0 0,-7 1 761,7-1-761,-1-1 0,-7 1 0,5 0 0,-1-1 0,-5 2 502,4-1-502,0 1 0,-6 0 0,4 1 0,0 1 0,-7 1 0,5 0 0,6 2 0,1 0 0,-2 0 0,7 2 0,0 0-402,-13-2 402,6 1 0,1 1 0,-6-3 0,7 3 0,-2-1 0,-5-1 0,4 1 0,15 3 0,-17-3 0,16 2 0,-14-4 0,-5-1 0,5 0 0,-7-1 0,1-2 0,-1 0 0,17-2 0,-12 1 0,25-1 0,-29 2 0,12 0 0,0-1 0,-12 1 0,12 0 0,-10 0 0,-6 0 402,5 0-402,4-2 0,-8 2 0,18-2 0,-20 2 0,12 0 0,-10 1 0,7 2 0,-8-1 0,1 1 0,-8-1 0,-1-1 0,1 1 0,3 0 0,-3 0 0,8 0 0,-8-2 0,7 1 0,-4 1 0,1 0 0,-3 1 0,-3-1 0,-2-1 0,-2 0 0,3 2 0,-5-1 0,4-5 0,-3 1 0,2-5 0,-1-1 0,2-9 0,-2 4 0,0-4 0,0 5 0,0 3 0,-1-2 0,1-1 0,-1 4 0,0-2 0,0 1 0,0 2 0,0-1 0,0-3 0,0 5 0,0-7 0,1 8 0,0-3 0,0 1 0,1 2 0,0-1 0,-1-1 0,-1 2 0,0-2 0,1 3 0,2-12 0,-2 9 0,2-9 0,-2 8 0,-1 2 0,2-2 0,-1-5 0,-1 4 0,0-9 0,0 9 0,0-4 0,-2-1 0,1 4 0,-2-3 0,-3-16 0,2 11 0,-3-11 0,5 16 0,-1 5 0,0-1 0,0-8 0,0 5 0,-1-14 0,3 14 0,-4-16 0,3 18 0,-1-9 0,2 13 0,0 0 0,-4-6 0,3 4 0,-3-12 0,3 12 0,-3-13 0,2 13 0,-3-9 0,4 11 0,-1-4 0,2 6 0,0-2 0,0 2 0,0 1 0,0-2 0,0 1 0,0 1 0,0-3 0,1 0 0,0 1 0,-1 1 0,0 2 0,0 0 0,0 0 0,0 0 0,1 0 0,0-2 0,0 3 0,-1-4 0,0 4 0,-1-2 0,1 2 0,0-2 0,-1-1 0,0 1 0,-1-2 0,-1 1 0,1 1 0,0-1 0,-1 1 0,2 1 0,-2-1 0,0 0 0,1 1 0,-2-2 0,-2 3 0,0-1 0,-2 1 0,-3-2 0,3 1 0,-5-1 0,1 0 0,2 1 0,-2 0 0,0 0 0,5 2 0,-3-1 0,3 0 0,3 0 0,-3 1 0,0 3 0,2-1 0,-4 4 0,4-4 0,0 0 0</inkml:trace>
  <inkml:trace contextRef="#ctx0" brushRef="#br0" timeOffset="30505.27">10543 14225 5734,'-1'17'0,"0"-4"0,4 16 0,-2-11 0,2 8 0,0 4 0,-1-6 0,1 10 0,-4 7 0,0 2 0,-1 3-1041,0 1 0,-1-1 1041,-2-6 0,0 2 0,2-11 0,0 1 0,1-7 0,0 1 0,0 7 0,1 5 0,0-4 0,1-7 0,0 1 0,1 10 0,1 4 0,0-6 0,2 12 0,0-6 0,0-1-862,-1-7 862,1 6 0,-1-16 0,0 5 0,-1-11 0,0 4 0,0-10 1862,-3-5-1862,1-1 270,-6-9 1,0-5-1,-4-5 1</inkml:trace>
  <inkml:trace contextRef="#ctx0" brushRef="#br0" timeOffset="33488.27">10351 14170 5734,'3'1'0,"0"1"0,7-4 0,8 2 0,-7 0 0,10 0 0,-3 0 0,-2 0 0,5 0 0,-6 0 0,2 0 0,8 0 0,5 0 0,0 1 0,14 0 0,-20-1 0,10 1 0,-9 0 0,-7 0 0,6-1 0,1 0 0,-6 0 0,27-3 0,-20 0 0,6 0 0,1-1 0,-2 0 0,-7 2 0,0-1 0,13-1 0,-7 1 0,1 0 0,0-1 0,2 0 0,-7 0 0,-1 1 0,13-2-888,-10 2 888,8-1 0,-1 3 0,-9 0 0,18 0 0,-9 1 0,0 1 0,11-1-196,-10 1 0,-2-1 196,4-1-850,-7 0 850,8-1 76,-12 0 0,-1 0-76,8 0 0,-3 0 0,-1-1 0,-3 1 0,7-1 0,-8 0 0,-1 0 0,4 0-370,-3-1 0,-1 0 370,0 0 0,0-2 0,3 0 0,8-3 0,-5 2 0,16-4 0,-16 4 0,5-2 0,-4 2 0,13-2 0,-10 3 329,8-2-329,-16 6 0,-2 0 0,9-1 0,-3 2 0,-1 0 0,-1 1 0,9 0 0,0 0 30,-7-1-30,7 0 0,-12 0 0,0-1 0,7 1 0,7-1 0,-1 1 0,-3 0 0,-1 0 0,-1 1 0,-2 0 0,10 0 0,3 1 0,0 0 0,0 0-431,1 0 0,-2 0 431,-15-2 0,11 2 0,2-1 0,2 0 0,-4 0 0,2 1 0,-11-1 0,-2 0 0,10-1 0,-4-1 0,7 0 0,-5 0 0,-12 0 0,0 0 0,10-1 0,5 0 0,-6 0 0,12-1 0,-17 1 0,1 1-246,-1 0 1,-1 1 245,15-1 0,-1 2 0,0 1 0,-1 0 0,3 2 0,-1 0-271,-7 0 271,-1 0 0,-1-1 0,-1 0-35,10 0 35,-12-2 0,16-1 0,-10 0 0,11 0 0,-1-1 0,-13 0 1286,11 1-1286,-5-1 679,-16 2 0,2 0-679,12 0 0,0 1 0,-12 0 0,-1 0 0,4 0 0,-2 1 0,2-1 0,-6 1 0,6-1 0,3 1 0,-9 0 385,8-1-385,-2 1 0,-7 0 989,4 0-989,0 0 0,-10-1 0,6 2 0,-13-2 0,-2 0 0,0 1 0,15 4 0,-10-3 0,12 4 0,-8-5 0,-3 0 0,5 0 0,1 0 0,-5-1 0,3 1 0,-3 0 0,-4-1 0,1 1 0,-3 0 0,-3 1 0,2-1 0,-2 4 0,-1-3 0,2 4 0,-3-4 0,0 0 0,0 0 0,-1-1 0,0 1 0,2 8 0,-3-7 0,2 8 0,-3 10 0,0-12 0,0 20 0,0-19 0,0 4 0,0 9 0,0-8 0,-1 26 0,1-22 0,-1 23 0,1-21-382,0 7 382,0-8-36,0 10 36,0-8 0,1 2 0,0 0 0,1 0 0,0 0 0,1-1 0,1-2 0,0 6 0,3 5 0,-2-13 0,4 24 0,-5-26 0,4 22 0,-4-22 0,0 8 0,-1-7 381,-1 6-381,1 6 0,-1-4 0,1 15 0,-1-25 37,1 15-37,-1-16 0,1-4 0,0 4 0,0-2 0,0-2 0,1 3 0,-2 1 0,0 1 0,0 1 0,0-2 0,-2-4 0,2-1 0,-1 5 0,0-3 0,0 3 0,-1-5 0,0 18 0,0-15 0,1 17 0,-1-25 0,0 2 0,0-4 0,0-2 0,0 2 0,0-1 0,0-1 0,0 1 0,0-2 0,0 1 0,0 1 0,0 0 0,0 1 0,0-1 0,0 0 0,-1-1 0,0-1 0,0-1 0,-2 0 0,-13-2 0,8 2 0,-11-2 0,7 0 0,3 1 0,-20-5 0,15 4 0,-19-4 0,18 5 0,-6-1 0,0 0 0,3 1 0,-5 0 0,-9 3 0,10-1 0,-20 2 0,22-2 0,-6 1 0,2 0 0,5-1 0,-5 1 0,-6 1 0,11-2 0,-25-1 0,25-1-269,-12-1 269,14 1 0,-1 0 0,0 1 0,-1 0 0,-8-1 0,-10-1 0,9 1 0,0-1 0,-11-1 0,10 1 0,2 0 0,8-1 0,-25-3 0,23 3 0,-4 1 0,0 1 0,1 1 0,-14 2 0,-4 3 0,15-1-441,-16 2 441,21-3 0,-1 0 0,1-1 0,-12 1 0,0-1 0,1 0 0,0 1 0,1-2 0,5-1-293,8 0 293,-7-1 0,1-1 0,5 1 0,-6 0 0,-4 1 0,7 1 688,-8-1-688,-4 2 0,8 0 0,-9 1 0,-2 0-921,8-1 921,-9 2 0,11-2 0,1 0 0,-8 1 0,-6 0 0,0-1 0,5 2 142,10-3 1,-4 1-143,-15 2 0,0-1 0,2 1 0,1-1 0,-4 0 0,13-2 0,-1 1 0,5 0 0,-15 0-281,6 0 0,-6 1 0,7 0 281,-6 1 0,12-1 0,1 0 0,-9 0 0,4 1 0,-13 0 0,17 0 0,-6 1 0,0-1 0,1 1 0,-5 1 0,-1 1 0,4-1 0,9-2 0,0 1 0,-14 1 0,10-1 0,-5-1 0,-1 0 0,3 0 0,-6 0 0,1 0 0,12-2 0,-3 1 0,1 1 0,6-1 0,-14 2 239,11-2-239,7 0 0,-6 1 0,-2-1 0,8-1 0,-24 0 0,19-2 0,0 1 0,-19 0 0,19-1 0,0 1 0,-2 1 0,2 0-363,-11 1 363,7 1 0,0-1 0,-5 3 0,-1 1 0,-1 0 252,0 1-252,11-1 0,-1-1 0,-13 4 0,15-4 0,-3 0 0,-13 4 0,1 0-1542,-6 2 1542,5-2 0,2-1 0,5 0 0,0 0 0,1 0 0,1-1 0,-6 2 0,5-2 0,8-3 0,1 1 0,-8 1 0,-4 2 0,3-2 0,5-3 0,3-1 1041,-10 2-1041,-1-2 0,1-1 0,6-1 0,0-2 0,0 0 0,6-1 325,-12-2-325,11 0 0,6 0 0,-18-4 0,19 3 1842,-10-2-1842,7 1 0,5 1 0,-6 1 0,-3-1 0,8 3 0,-25-1 0,26 3 0,-9 0 0,25 0 0,8-4 0,9-2 0,4-3 0</inkml:trace>
  <inkml:trace contextRef="#ctx0" brushRef="#br0" timeOffset="34538.27">16867 14310 5734,'-2'-5'0,"1"0"0,0 4 0,0 1 0,1 3 0,0 3 0,0 3 0,2 10 0,-1-3 0,2 8 0,2 17 0,-2-13 0,0 3 0,0 1-1241,-1 4 1241,0-11 0,-2 1 0,0 6 0,0-1 0,0-5 0,0-1 0,0 9 0,-1 2 0,2 2 0,0-2 0,0-8 0,0 0 0,1 8 0,0 1 0,1-5 0,0 1-175,1 6 0,0 1 175,1 2 0,0-1 0,-2-8 0,1-3 0,1 11 0,-4-28 0,1-3 0,-2-3 0,-3-6 0,1-5 0,-4-8 0,1-7 0,0-4 0</inkml:trace>
  <inkml:trace contextRef="#ctx0" brushRef="#br0" timeOffset="38071.27">16866 14183 5734,'13'1'0,"-2"1"0,-1 2 0,-3 0 0,3 1 0,5 1 0,-3-1 0,7 2 0,6 1 0,-4-3 0,8 2 0,1-1 0,-6-2 0,7 2 0,5-3 0,-9 0 0,10-1 0,1-1-371,-8 0 371,11 0 0,3-1 0,-10 0 0,10 0 0,1 0 0,-10 0 0,10 0 0,0 2 0,2-1 0,-11 1 0,-1 1 0,12-1-590,-20 1 1,-2-1 589,1 0 0,0 0 0,0 0 0,14 0 0,-9-1-758,10 1 758,-13-2 0,14 0 0,-10 0 0,1-1 0,6-1 0,-4 1 0,9-1 0,2 0 0,1 0 0,-20 1 0,-4 0 0,10 0-125,1 1 1,0 0 124,-5 0 0,-3 1 0,-1 0 0,0 1 0,5 0 0,11 2 0,-14-2 0,4 1 0,0-1 0,-2 0 0,-1-2 0,0-1 0,0-1 0,9-2 0,10-4 0,-17 3 0,0 1 0,7 0 0,-5 1 0,5-1 0,2 2 0,-2-1 0,-12 3 0,15-2 0,3-1 0,-3 1 0,-5 0 0,6-1 0,-8 1 0,-2-1 0,5 0 0,-1 0 0,-5 1 0,3 1 0,0 0 0,-4 0 0,17 1 0,-12-2 0,-5-1 0,1 0 0,0 0 0,3-1 0,-7 1 0,1 0 0,16-4 0,-9 2 0,9-1 0,-3 2 0,-10 1 1042,6 0-1042,-5 0 0,-8 2 0,6 0 0,-5 2 0,-5 0 834,3 0-834,1 1 0,-5-2 681,7 1-681,5-1 0,7-1 0,-5 0 0,8 0-507,-7 1 0,5-1 0,-9 0 507,-8 1-319,6 0 319,-6 1 0,5 0 0,4 1 0,-7 0 0,8 0 0,1 0 0,-8-1 0,3-2 0,0-1 0,3-1 0,17-2 0,-9 0 0,-10 2 0,7-2 0,-3 3 0,-9 1-301,7 0 301,-11 1 0,8-1 0,1 0 0,1-1 0,-2 1 0,1-1 0,3-1 0,-7 0 1413,8-1-1413,10 0 0,-15 0 0,0 2 0,-1 0-103,-2 0 103,8 1 0,6 2 0,-14 0 0,4 1 0,-1 0 0,-1-1 0,17 1 0,1 0 0,-12-1-483,3-1 1,-2 1 482,-13-1 72,6-1-72,-6 0 0,16 0 0,-19 0 0,8 0-2,-9 1 2,-4 0 419,8 0-419,-6 1 1021,0-1-1021,1 0 284,-7 0-284,4 0 0,15-2 0,-13 2 2,16-2-2,-23 2 0,3-1 0,-6 1 0,0-1 0,-1 2 0,-2 0 0,2 0 0,-2 0 0,-1 0 0,0 1 0,0 2 0,0-1 0,0 3 0,1 10 0,0-7 0,0 9 0,0-8 0,1 25 0,-1-17 0,2 21 0,-1-17 0,2 11 0,-2-5-521,3 7 521,-4-16 0,2 12 0,-2-8 0,0 10 0,-1 3 0,0-9 0,0 9 0,1 0 0,0-8 0,1 8 0,-1 0-779,1-8 779,0 8 0,-2 2 0,1-10 0,-1 10-516,-1 10 516,-1-17 0,1 2 0,0 0 0,0-6 0,1 4 0,0 0 0,0-5 0,0-1 0,0 0 0,0-3 451,0 21-451,0-8 0,0-2 0,0-6 0,0-4 0,0-11 774,0 8-774,0-12 591,0-3-591,0 1 0,0 0 0,-1-2 0,0 4 0,0-4 0,0 3 0,1-4 0,0 1 0,0 0 0,0 0 0,-3 3 0,1-3 0,-1 2 0,2-6 0,-7-3 0,2 0 0,-6-1 0,-4-1 0,3 0 0,-5-1 0,-5 0 0,5 1 0,-8 0 0,-3-1 0,5 2 0,-7-1 0,-15-1 0,17 3-598,0 0 0,0 0 598,1 0 0,-7-1 0,10 0 0,-6 1 0,-1 0 0,-4-1-561,3 1 0,1 1 561,3 0 0,-13-1 0,9 2 0,3-1 0,-6 0 0,4 0 0,-13 0 0,2 0 0,0 0 0,-4 2-343,16-2 0,-2 0 343,-2 0 0,1 1 0,2-1 0,-1 0 0,-6 0 0,3 0 0,-3 1 0,3-1 0,1 1 0,4-1 0,-9 0 0,13 1 0,2 0 616,0 0-616,1-1 0,-21 0 0,16 1 0,-16-1 0,3 3 0,2 0 0,0-1 361,-1 1 0,0 0-361,4 1 100,10-1-100,-8 1 0,-8-1 0,16 0 0,-16 0 0,10-1 0,7 0 0,-8 1 0,1 0 0,0 0 0,-4 0-480,1 0 0,1 0 480,3-1 0,-2 0-709,1 0 709,-1 1 0,0-1 0,1 0 0,-1 0 0,-8 0 0,3 0 0,1 0 0,0 0 0,-1 0 0,-3 0 0,5 0 0,9 1 0,4 0 0,-2 0 0,2-1 0,0 0 0,-8 1 0,-2-1 0,0 0 0,4 1 0,-2-1 0,1 0 0,3 0 0,-2-1 0,0 0 0,4-1 0,-15 0 0,1 0 0,15 1 0,-2 0 0,1 0 0,5 1 318,-12 1-318,11 0 0,5 0 0,-5 1 0,1 1 0,4-1 0,-5 2 0,-1-2 0,4 0 603,-5 0-603,-4-1 0,0 0 0,1 0 686,-1 0 1,-1 1-687,-6-1 0,12-1 0,-5 1 0,1 0 0,3-1 941,-14 0-941,10-1 0,5 0 0,-5 0 0,-10 0 0,14 0 0,-14-2 0,18 1-272,-1-1 272,-1 0 0,-1 2 0,-14 0 0,-4 0 0,4 1 0,-2 0 0,-1 0 0,1 0 0,14 0 0,1 0 0,0 0 0,5 1 0,-19 2 0,22-2 0,-7 1 0,4 0 0,6 0 0,-15 0 0,14 0 0,-8 1 0,5-1 0,4 1 0,-5-1 0,6-1 272,-5 1-272,4 0 0,-26 3 0,22-3 0,-17 2 0,8-3 0,15-1 0,-11 1 0,16-1 0,1 1 0,-3-1 0,-5 0 0,3 0 0,-5 1 0,3-1 0,4 0 0,-2 0 0,1 1 0,2-1 0,-3 1 0,1 0 0,1-1 0,-1 0 0,-9 0 0,7 0 0,-13 0 0,16 0 0,-7 1 0,10-1 0,-1 0 0,2 0 0,1 0 0,-1 0 0,2 0 0,0 0 0,0 0 0,1 0 0,-1 0 0,1 0 0,-13-2 0,6 1 0,-16-4 0,16 2 0,-9 0 0,11 0 0,-2 1 0,1 0 0,2 0 0,1 0 0,-2-1 0,4 1 0,-4-1 0,4 2 0,0-1 0,1 1 0,0 0 0,-1 1 0,0 0 0,1 0 0,-1 0 0,0-1 0,0 1 0,0-1 0,0 0 0,1 0 0,-1 0 0,0 0 0,0 0 0,0 1 0,1 0 0,-1 0 0,2-2 0,-2 2 0,1-2 0,-1 2 0,1 0 0,-1-1 0,2 0 0,-2 0 0,2 0 0,0-1 0,1 1 0,0 0 0,1-2 0,-2 2 0,-2-3 0,-2 2 0,-2-1 0,-9 3 0,2 0 0,-7 3 0,3 0 0,0 1 0</inkml:trace>
  <inkml:trace contextRef="#ctx0" brushRef="#br0" timeOffset="52972.27">4402 16148 5734,'-2'-5'0,"-14"-5"0,6 5 0,-11-4 0,9 5 0,-9 0 0,4-1 0,-7 0 0,-10-2 0,10 3 0,-5-1 0,-1 2 0,1-1 0,0 1 0,-1 0-1409,-14 0 1409,-2 1 0,1 1 0,20 2 0,1 1 0,-15 3 0,-1 2 0,-1 1 0,-2 2 0,11-2 0,-1 0 0,9 0 0,1 0 0,-14 4 0,16-5 0,-3 2 0,-14 4 0,0-1 0,0 2 0,3-2 0,0 1 0,5 0-529,9-2 529,-6 4 0,1 4 0,7-3 0,-6 7 0,8-5 0,-7 13 0,7-8 0,0 4 0,0-1 0,2 2 0,3 5 0,-3 9 0,3-6 0,1 6-701,-2 6 0,3-3 701,6-18 0,1 1 0,0-1 0,2 6 0,2 1 0,-1 3 385,2-3 0,0-1-385,8 9 0,-1-10 0,8 8 0,2 0 0,1-2-456,-2-3 1,2-3 455,0-4 0,2 0 1109,2-2-1109,-4-9 0,1-1 0,14 7-463,-2-4 0,1-2 463,-11-8 0,0-1 0,7 3 0,1-1 0,5-3 0,-1-2 0,-8-1 0,2 0 0,2-2 0,4 0 0,-2-1 0,-3-2 0,-1-1 0,10-1 0,1-2 0,1-5 0,-2-1 0,-9 1 0,0 0 0,9-4 0,1-2 0,-2-3 0,-2 0 0,-9 5 0,1-2 0,5-4 0,3-3 0,-4 2 0,-7 4 0,-1 1 0,11-9 0,-1-2 0,-11 7 0,-3 1 0,11-13 0,-12 14 0,0-5 0,2-14 0,0-7 0,-2 5-881,-5 9 0,-2-1 881,6-10 0,2-5 0,-6 3 0,-8 6 0,-4 4 416,1 7 0,-2-1-416,-3-7 0,-1-5 0,-1 5 0,-1 8 0,0 0-89,-4-12 1,-3-1 88,-2 13 0,-1 3-97,-9-13 97,9 15 0,-5-1 0,-6 5 0,-6 0 0,4 3 0,6 3 0,-1 1 509,-23-9 0,2 4-509,12 12 0,0 2 270,3 2-270,-3 0 0,13-2 0,-1-1 0</inkml:trace>
  <inkml:trace contextRef="#ctx0" brushRef="#br0" timeOffset="71514.27">11919 17785 5734,'5'6'0,"10"4"0,-4-5 0,10 4 0</inkml:trace>
  <inkml:trace contextRef="#ctx0" brushRef="#br0" timeOffset="89217.27">1935 16289 5734,'2'-4'0,"0"2"0,-1 1 0,-1 1 0,5 1 0,-2 0 0,3 0 0,-2-1 0,-1 0 0,2 0 0,1-3 0,-2 0 0,3-3 0,-1-2 0,-1 1 0,3-2 0,1-4 0,-3 5 0,5-6 0,-7 9 0,1-2 0,-2 4 0,0 0 0,-2 1 0,0 0 0,-1 1 0,1-1 0,0 0 0,0 0 0,-1 0 0,0 1 0,0-1 0,0 0 0,0-1 0,-2-3 0,1 2 0,-1-2 0,2 5 0,0-1 0,2 2 0,-2-2 0,2 1 0,-2-1 0,1 0 0,-1 1 0,1-1 0,0 1 0,0 0 0,0 0 0,0 1 0,1 1 0,0-1 0,2 1 0,-1 0 0,0 0 0,0 1 0,7 1 0,-7-2 0,7 1 0,-9-2 0,2 0 0,-2 0 0,1 1 0,0-1 0,0 1 0,-1-1 0,1 0 0,1 1 0,-1 0 0,2-1 0,3 2 0,-3-1 0,7 2 0,-6-2 0,2 1 0,0 0 0,-3-1 0,2 1 0,-1-1 0,0 0 0,-1 0 0,4 2 0,-5-2 0,7 3 0,-7-4 0,1 0 0,0 1 0,-1 0 0,1-1 0,-1 0 0,-1 1 0,1-1 0,1 1 0,0-1 0,1 1 0,3-1 0,-5 0 0,6 0 0,-7 0 0,0 0 0,0 0 0,0 0 0,-1 0 0,1 0 0,0 0 0,0 0 0,0 0 0,1-1 0,-1 1 0,4 0 0,-3 0 0,2 0 0,-1 0 0,0 0 0,10-3 0,-8 2 0,10-2 0,-11 2 0,1 0 0,0 0 0,-2 0 0,2-1 0,-1 1 0,2-2 0,-1 1 0,6-3 0,-5 2 0,4-2 0,-4 1 0,5-1 0,-4 1 0,5-2 0,9-3 0,-11 4 0,17-5 0,-19 7 0,4 0 0,3-1 0,-5 1 0,14-4 0,-12 4 0,5-3 0,-4 4 0,-3 1 0,2-1 0,3-2 0,-6 2 0,11-3 0,-12 2 0,11 0 0,-7 0 0,2 1 0,-2 0 0,-6 1 0,1-1 0,13-2 0,-9 2 0,10-3 0,-10 4 0,-3 0 0,3 0 0,-1 1 0,0-2 0,1 2 0,-2-3 0,-2 1 0,-1 0 0,1-1 0,-1 2 0,1 0 0,-1 1 0,0 0 0,0 0 0,13-4 0,-9 3 0,16-4 0,-18 5 0,12-3 0,-11 3 0,4-1 0,-4 1 0,-1-1 0,3 1 0,0-2 0,-3 1 0,3-1 0,-4 2 0,8 0 0,-1 0 0,3 1 0,-6 0 0,-2 0 0,26 2 0,-18-2 0,21 1 0,-13-4 0,3 0 0,-1 0 0,-4 0 0,-12 2 0,4-1 0,-3 0 0,3 0 0,2 1 0,-3 0 0,4 0 0,11-2 0,-10 1 0,27-3 0,-25 3 0,9-2 0,-8 1 0,-5 1 0,19-1 0,-17 0 0,24 0 0,-25 1 0,10-1 0,-9 0 0,-4 0 0,3 1 0,0 0 0,12-1 0,4-2 0,-3 1 0,-6 0 0,-2 0 0,-4 0 0,18-1 0,-14-1 0,-9 2 0,17-2 0,-19 3 0,13-1 0,-13 1 0,3 0 0,-6 0 0,-2 2 0,-1-1 0,12-1 0,-10 1 0,8-1 0,-13 1 0,-1 1 0,0 1 0,-2-1 0,0 0 0,2 0 0,-2 0 0,-4 2 0,0-1 0,-37 8 0,19-4 0,-4 0 0,1 0 0</inkml:trace>
  <inkml:trace contextRef="#ctx0" brushRef="#br0" timeOffset="91357.27">1434 2607 5734,'7'2'0,"11"1"0,-6-1 0,26 2 0,-19-2 0,7 1 0,1 0 0,-1 0 0,16 2 0,-6 0 0,-8-2 0,5 1 0,2 0 0,1-1-675,-6 0 1,0 0 674,3-1 0,1 0 0,0 0 0,-2-2 0,7 0 0,-4 0 0,-9 0 0,-1 0-507,10-1 1,4 1 0,-7-1 506,-1-1 0,15-2-64,-11 0 64,1 0 0,1 0 0,0-1 0,-2 0 0,2 1 0,1 0 0,-2 1 0,-10 0 0,1 1 30,10-1 1,-3 0-31,-4 1 0,16-3 0,-12 2 0,12-2 0,0 3 0,-11 0 0,11 1 0,-2 2 0,-9 0 0,9 0-345,-14 0 1,-1 0 344,10 1 0,0-1 0,0 0 0,-1-1 0,-12-1 0,0 1 0,1-1 0,0-1 0,16 0 0,-16 0 0,2 0 0,0 0 0,0 1 0,15-2 0,-16 1 0,1 0 0,-1 1 0,0 0 0,14-1 0,-16 1 0,3 0 0,8 0 0,7-1 0,-5 1 0,-1-2 0,0 1 155,3 0 1,3 0-1,-3-1-155,-2-1 0,-6 0 0,11-1 0,1-1 0,0-1 0,-21 4 0,0-1 0,13-1 0,0-1 0,-6 1 0,-2 1 0,17-3-582,-9 1 1,10-1 0,1 0 0,-7 1 581,-6 1 0,0 0 0,1 0 0,6-1 0,0-1 0,-7 3-117,-4 2 0,-5 0 117,19 0 193,-19 1 1,3 1-194,5 0 0,-1 0 0,10 0 0,4 0 0,0 1-214,-7-1 214,-9 1 0,-1 0 0,15 1 1543,-12 0-1543,9 0 0,-2 1 0,-10-1 0,9 0 0,1 0 0,-10-1 0,11 1 0,-8-1 0,7 0 0,-5-1 0,-10 0 0,0 0-8,11 0 1,4 0 0,-7 0 7,-2-2 0,0 1-451,1-1 451,1 2 0,-7-1 0,0 0 0,15-1 0,-15 1 0,3-1 0,8 0 0,0-1 0,-14 2 0,2-1 0,15 0 0,6 0 0,-6 0 0,-13 1 0,-1-1-90,20 1 1,-1-1 89,-4 1 0,0 0 369,0 1-369,-9 0 0,0 1 0,-7-1 0,0 1 326,8 0 1,2 1-327,2-1 0,-1 0-429,-7 0 1,0 0 428,10 0 0,-1 0 0,-10-1 0,-1 1 543,-1 0 0,4 0-543,5 1 0,6-1 0,2 1 0,-6-1-168,2 1 0,2-1 168,-5 0 0,6 1 0,3 0 0,-3-1 0,-9 0-489,-1 1 1,-2-1 488,16 1 0,1 1 0,-15-2 0,-3 1 452,18 2-452,-20-3 0,2 1 0,2-1 0,-2 1 0,7-1 0,-6-1 0,-1-1-22,-7 0 22,2-1 687,-6 0-687,-16 2 464,-1-2 0,-19 1 0,-2-1 0</inkml:trace>
  <inkml:trace contextRef="#ctx0" brushRef="#br0" timeOffset="92475.27">1892 2886 5734,'29'-2'0,"15"0"0,-10 0-718,13 0 718,-22 1 0,0 1-1335,14-2 1335,-13 2 0,2-1 0,2-1 0,0 1 0,18-1 0,-16 0 0,2 0 0,2 0 0,-2 0 0,-7 0 0,1 0 0,8 0 0,5 0 0,-3 0 0,2 1 0,-1-1 0,9 0 0,-2 0-524,-12 1 0,-4 0 524,14-1 0,-1 0 0,-11 0 0,1 0 0,-8 0 0,1 0 0,6-1 0,3-1 0,12-2 0,-1 1 0,-18 1 0,4 1 0,8-2 0,9 0 0,1-1 0,-9 2-1053,-4 0 1,-2 1 1052,10-1 0,4-1 0,-6 1 0,-18 2 0,-1 0-264,22-3 0,1 1 264,-18 1 0,1 1 0,14-2 0,6 0 0,-6 1 0,-13 1 0,-1 0 0,18 0 0,-1 0 0,-21 1 0,-1 0 0,0 0 0,0 1 0,0-1 0,1 1 0,20 0 0,2-1 0,-18 1 0,2-1 0,12 0 0,7 1 0,-7-1 0,-13 0 0,-1 0 0,18 0 0,-1 0 495,-22 0 1,0 1-496,12-1 0,5 1 0,-4-1 0,-4 1 0,-1 0 219,4-1 1,4 1 0,-1 0-220,-5-1 0,-1 1 0,-2-1 0,1 0 0,1 0 0,4-1 0,6 0 0,0-1 0,-5 1-396,-1-1 0,-1 1 396,-2-1 0,5 0 0,0 0 0,-3 1 0,-1-1 0,-1 1 0,-1-1 28,2 1 0,-1-1 1,1 1-29,-1 0 0,-1 0 0,-1 0 0,5 0 0,-2 0-123,-1 0 1,6 0 122,-8 1 0,8-1 0,4 0 0,3 0 0,-1 0 0,-3 1 0,-6-1-233,8 1 0,-5-1 1,6 1 232,-10 0 0,4-1 0,3 1 0,1-1 0,1 1 0,-2 0 0,-3 0 0,8 1 0,-1 0 0,-2 0 0,-2 1 0,-4-1 0,0 0 0,-4 1 0,4-1 0,1 0 0,7 1 0,1-1 0,-3 1 0,-9-1 0,2 1 0,-4 0 0,-3-1 0,1 1 0,-1-1 0,4 1 0,0 0 0,7 0 0,1 0 0,-6 0 0,-3 0 0,-9-1 0,0 1 0,18 1 0,-1 0 0,-5 1 0,-11-1 0,-1 1 0,0 1 0,-9 0 1334,1 3-1334,-13 0 723,-6-1 0,-5 0 0,-5-4 0</inkml:trace>
  <inkml:trace contextRef="#ctx0" brushRef="#br0" timeOffset="93770.27">2394 15954 5734,'5'7'0,"4"7"0,-3-2 0,3 6 0,2 7 0,-3-4 0,2 10 0,-3 13-2071,-3-6 2071,-2-11 0,-1 3 0,0 6 0,-2 0 0,1-7 0,-1 1 0,1 10 0,-1 4 0,1-2 0,-1 3 0,0 2 0,1-4 0,0 1 0,0 1 0,1-1-597,-1 0 0,0 0 0,0 0 0,0 0 597,1 1 0,0 0 0,0 0 0,1-1 0,-1-6 0,1 0 0,0-1 0,1-2-425,-1 4 0,1-2 0,0 1 425,0-3 0,-1 2 0,1 1 0,1-1 0,2 9 0,0 1 0,1-4 0,-2-9 0,-1-1 0,2 1 0,1 4 0,0 3 0,1 0 0,-1-5 0,2 6 0,0-2 0,1 0 0,1 2 0,-1-5 0,-1-7 0,-1-2 0,3 6 0,1-2 0,-3-7 0,0-3 0,4 7 0,2 4 0,-5-13 0,-4-7 162,1 1-162,-5-3 2312,-3-6-2312,-4 1 699,-3-7 0,-1-3 0,-3-1 1</inkml:trace>
  <inkml:trace contextRef="#ctx0" brushRef="#br0" timeOffset="96708.27">2900 18575 5734,'27'2'0,"0"0"0,3-1 0,3 1 0,2 0 0,10 0-1071,-9 1 0,5-1 0,-4 0 1071,-10 0 0,0-1 0,15 1 0,-1 0 0,6-1 0,-1-1-180,-12-1 0,1-1 180,-8 0 0,-1 0 0,9 0 0,0-1 0,-2-1 0,-1 0 0,-8 1 0,1 0 0,14-2 0,-1-1 0,6 1 0,-17 2 0,0-1 0,-1 2 0,-1 0 0,11-1 0,10-1 316,-3 0-316,-11 1 0,-6 0 0,-1 0 0,4-1 0,7-3 0,-2 0 0,-8 1 0,18-5 0,-17 5 0,-1 1 0,13-3 723,-15 4 0,1 0-723,4 4 0,-2 0 0,4-1 602,-3 1 1,3-1-603,3-3 0,-1-1 0,6-1 0,-5 0 0,3-1 0,-6 2 0,-1 1 27,9-2-27,-8 2 0,-1 0-816,1 1 816,0 1 0,1-1-290,-8 1 0,1 0 290,15-2 0,-4-1 0,1 0 0,-13 1 0,0 0 0,8-2 0,1 0 0,4-2 0,-1-1 0,-9 2 0,3-1 0,7-2 0,6-1 0,-5 1 0,-7 2 0,-1 0 0,6-1 0,4-1 0,-5 2 0,-10 2 0,-1 2 0,6-2 0,1 0 0,-3 1 0,-1 1 0,14-2 0,-7 1 0,6-1 0,-6 0 0,14-1 0,-5 0 0,3 1 0,-12 2 0,1 0 0,-4 1 0,-6 1 0,-1-1 165,7 0 0,5 0 0,-3 1-165,4 0 0,-3 1 0,7-1 0,-6 0 0,2 1 0,-7 0 0,-1 0 0,9 0 0,-2 0 0,0 0-199,-2 1 199,9 0 0,-18 1 0,-1-1 0,15 1 0,-7-1 0,5-1 0,-3 1 0,-5-1 0,2 1-376,9-1 1,6 0 0,-4 0 375,-8 0 0,-1 1-901,13-1 1,-1 0 900,-12 0 0,-2 1 0,2-1 0,0 0-203,-1 1 0,2-1 203,13 0 0,1 1 0,-11 0 0,0 0 0,-6 0 0,1 0 0,2 0 0,4 0 0,3-1 0,1 1 0,-5 0-361,8 0 0,0-1 361,-7 1 0,4 0 0,0 0 0,-6-1 0,-1 1 0,-3 0 0,1 0 0,0 0 0,-1 0 0,2 0 0,6 1 0,5 0 0,-4 0 0,0 0 0,0 0 0,0 0 0,3 1 0,-1-1 0,-9 0 0,-2 0 0,2 0 0,12 0 0,2 0 0,-2 0 0,-7-1 0,0 1 0,-1 0 0,6-1 0,0 1 0,-1-1 0,1 0 0,-1 0 0,-3 0 0,0 0 0,1 0 0,-5 1 0,5-1 0,-1 0 0,-5 0 0,1 1 0,-2 0 0,5-1 0,2 1 0,-3-1 0,-3 0 0,-2 0 0,9 1 0,5-1 0,-8 0 0,4 0 0,1 0 0,-5 0 0,4 0 0,-1 0 0,-2 0 0,5 0 0,-1 0 0,-8 0 0,-4-1 0,-4 0 0,2 1 0,1-1 0,-1 0 0,1 0 0,-1 0 0,2 0 0,12 0 0,1-1 0,-11 1 0,1-1 0,2 1 0,4-1 0,-4 1 0,-3 0 0,-1-1 103,11 1 0,-1-1-103,-12 1 0,-1 0 0,0-1 0,-1 1 538,0 0 0,3-1-538,6 0 0,7-1 0,2-1 0,-6 2-641,3-1 0,1 0 641,-4 0 0,6 0 0,-2 0 0,-6 0 0,-9 2 0,1 0 0,7 1 0,7 0 0,1 0 0,-6 1 0,4-1 0,0 0 0,-4 1 0,6 0 0,-1 0 0,-7-1 0,-6 1 0,-1 0 0,8-1 0,4 1 0,-2 0 0,-1 0 0,0-1 0,2 1 0,2 0 0,-3 0 0,-7-1 0,-1 1 0,-1 0 0,1 0 0,-1-1 0,5 1 0,-1 1 0,11-1 0,0 1 0,-14-1 0,-2 1 0,1-1 0,0 1 0,-1-1 0,2 0 0,15 1 0,0-1 0,-13 0 0,4 0 0,-5-1 0,7 1 0,5-1 0,0 1 0,-2 0 0,-8-1 0,1 1 0,-6-1 0,7 1 0,2-1 0,9 1 0,3 0 0,0 0 0,-5 0 0,-8-1 0,5 1 0,-3 0 0,-2-1 0,4 0 0,1 1 0,-6-1 342,3-1 0,-1 1-342,-6-1 0,1 0 0,1 0 0,0 1 0,-1-1 0,-1 0 0,6 0 0,1 0 0,2 1 0,5-1 0,-5 1 0,-4-1 0,0 1 0,1 0 0,5 1 0,-1-1 0,3 1 0,0 0 0,-1 0 0,-7 0 0,-1 0 0,1 0-228,6 0 0,2 0 0,-5 0 228,-4-1 0,-3 1 0,0 0 0,4-1 0,-2 0 0,6 1 0,4-1 0,-2 1 0,-5-1 0,-2 0 0,-4 0 0,5 0 0,-1 0 0,5 0 0,3 0 0,0 0 0,-4 0 0,-6 0 0,9 0 0,-1-1 0,-1 1 0,6 0 0,1-1 0,-7 1 0,6 0 0,-1 0 0,-13 0 0,3 0 0,1 0 0,-3-1 0,3 1 0,-2 0 0,-1 0 0,6 0 0,3-1 0,-10 1 0,4-1 0,0 1 0,-4-1 0,10 0 0,-1-1 0,-7 1 0,2-1 0,0 1 0,0-1 0,1 0 0,-3 0 0,5 0 0,5 1 0,-9 0 0,6-1 0,5 1 0,0-1 0,-3 1 0,-6 0 0,2 0 0,-5 0 0,4 0 0,2 0 0,5 0 0,3 0 0,-3 0 0,-5 0 0,2 1 0,-5 0 0,-1-1 0,9 1 0,-1 0 0,-7 0 0,2 0 0,-1 0 0,1 0 0,-1 0 0,-1 0 0,6 1 0,2-2 0,-10 1 0,4 0 0,1-1 0,-5 1 0,11-1 0,-2 0 0,-6 0 0,1-1 0,0 1 0,1-1 0,0-1 0,-1 1 0,-9 0 0,-2 0 0,3 0 0,7 0 0,3 0 0,1-1 0,-5 1 0,-5 0 0,-2 0 0,0 0 0,9 0 0,1-1 0,5 1 0,-7-1 0,4 0 0,1 1 0,-1-1 0,-4 0 0,2 1 0,-4-1 0,3 1 0,0-1 0,4 0 0,1 0 0,-2 1 0,-6-1 0,9 0 0,-4 0 0,-1 0 0,6 0 0,-12 0 0,6 0 0,4 0 0,0 0 0,-1 0 0,-7 0 0,8 0 0,-6 0 0,7 0 0,-10 0 0,7 0 0,2 0 0,1-1 0,-1 1 0,-5 0 0,-5 0 0,1 0 0,-6 1 0,5-1 0,4 0 0,5 0 0,3-1 0,-1 1 0,-7 0 0,1 0 0,-5 1 0,3-1 0,4 0 0,3 0 0,0 0 0,-2 0 0,2 1 0,-2-1 0,-2 1 0,-9 0 0,-1 0 0,2 0 0,5 1 0,5-1 0,-1 0 0,-4 1 0,8-1 0,-1 0 0,-7 1 0,2-1 0,-1 1 0,-1 0 0,-1 1 0,-1-1 0,5 0 0,1 0 0,2 0 0,4 0 0,-5 0 0,-6 0 0,-2 0 0,12 0 0,-1 1 0,-19-1 0,1 1 0,6 0 0,4 0 0,-4 0 0,-6 0 0,-1 1 0,20-1 0,-3 1 109,-7 0-109,-11 0 727,16 0-727,-25-1 1476,13 1-1476,-20-1 2114,2 0-2114,0-1 1137,-7 1-1137,3-1 171,-7 1-171,-2 0 0,1 0 0,-1 0 0,2 0 0,-3-1 0,2 0 0,-2-1 0,0-1 0,0-2 0,2-8 0,-2 1 0,1-8 0,-2 0 0,0-3 0,-1-5-999,-2-4 999,0-4 0,-2-4 0,1-2 0,1 0 0,-1-9 0,0 5-1447,2 9 1,0 0 1446,0 2 0,-1-3 0,0-1 0,1 4 0,0-8 0,-1 4-694,2 9 0,-1-1 694,0-6 0,-1-6-114,-2 0 1,-1-7-1,0 0 1,1 7 113,0 1 0,-1 0 0,1-1 0,-2-8 0,1 2 0,1 10 0,-2-8 0,0 0 0,0 2 0,1 3 0,0 7 0,0 1 0,-2-7 0,1 3 0,0 2 0,3 6 0,-3-9 0,5 23 1189,1 3-1189,1 9 2581,1 0-2581,0 2 1587,0 2-1587,2 3 377,-1-1-377,5 5 0,-3-2 0,6 7 0,-5-5 0,3 3 0,-1-1 0,-3-2 0,2 2 0,-1 0 0,-2-3 0,2 3 0,-4-7 0,0 1 0,0 2 0,-1-3 0,-1 2 0,1-3 0,0 0 0,-2 1 0,1 0 0,-2 1 0,0 2 0,0-2 0,-1 5 0,2-6 0,0 2 0,2-4 0,0 1 0,-12 1 0,3 1 0,-13 4 0,4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01T02:07:54.4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18211 7997 24575,'0'0'0</inkml:trace>
  <inkml:trace contextRef="#ctx0" brushRef="#br0" timeOffset="18166">9099 6083 5734,'2'-2'0,"1"-1"0,-2 2 0,1-1 0,-2 1 0,2 0 0,-1 0 0,1 1 0,-1-1 0,1 1 0,-1 0 0,1-1 0,1-1 0,1 2 0,-1-1 0,2 1 0,-1 0 0,1 0 0,-1 0 0,1 0 0,2 0 0,-1-1 0,1 0 0,9-2 0,-8 1 0,8-1 0,-11 2 0,-1 0 0,1-1 0,0 1 0,-1 0 0,2 1 0,-3 0 0,2-1 0,-1 1 0,1-2 0,-1 2 0,2-1 0,-2 1 0,-1-1 0,5 1 0,-3-1 0,6 1 0,-6 0 0,5 0 0,-5 0 0,6 0 0,-6 0 0,9-4 0,-8 2 0,10 1 0,-9 2 0,7 4 0,-8-3 0,1 0 0,-2-1 0,0 0 0,4 1 0,1-1 0,-3 0 0,1 0 0,-4-1 0,0 0 0,-1 0 0,1 0 0,0 2 0,0-2 0,3 0 0,-1 0 0,1 1 0,-2-1 0,0 1 0,1-1 0,1 0 0,-1 0 0,10 3 0,-7-2 0,6 1 0,-3 1 0,-6-2 0,6 1 0,-5-1 0,-2 0 0,3-1 0,1 0 0,-3 0 0,5 1 0,-6 0 0,3-1 0,0 0 0,-1-1 0,2 0 0,5 1 0,-6 0 0,6 0 0,-8 0 0,1 0 0,-1 0 0,2 0 0,-1 0 0,0 0 0,-3-1 0,0 1 0,0 0 0,0 0 0,-1 0 0,2 0 0,-1 0 0,0 0 0,-1 0 0,-2 0 0,0 0 0,1 0 0,-1 2 0,0-1 0,0-2 0,1 0 0,-1-2 0,1 5 0,0-1 0,0 1 0,2-2 0,-1 0 0,2 0 0,2 0 0,0 0 0,0 0 0,-2 0 0,-3 0 0,2 1 0,-2-1 0,1 0 0,-2 0 0,0 0 0,1 0 0,-1 1 0,2 0 0,-1-1 0,-1 1 0,1-1 0,0 1 0,0-1 0,-1 1 0,2-1 0,-1 1 0,2-1 0,-1 0 0,1 0 0,1 0 0,-2 0 0,1 0 0,0 0 0,0 0 0,1 0 0,0 0 0,-1 1 0,2-1 0,-2 2 0,-1 0 0,1-1 0,-1 0 0,0-1 0,0 1 0,-1 0 0,0 0 0,1-1 0,0 0 0,0 0 0,12 1 0,-7-1 0,13 1 0,-14 0 0,2-1 0,-2 1 0,-3-1 0,1 0 0,1 0 0,-2 0 0,6 2 0,-7-1 0,5 1 0,-6-2 0,1 2 0,1-2 0,1 1 0,-1 0 0,1 0 0,-1 0 0,-1-1 0,-1 0 0,1 1 0,-1-1 0,2 1 0,-2 0 0,1 0 0,-2-1 0,0 1 0,1 1 0,0-1 0,1-1 0,-1 0 0,2-1 0,-1 0 0,4 0 0,-1 0 0,1-1 0,3 0 0,-3 0 0,2 0 0,-1 0 0,-1 1 0,-1 1 0,1-1 0,3 1 0,-2-1 0,16 1 0,-13 0 0,11 0 0,-14 0 0,0 0 0,1 0 0,-1 0 0,0 0 0,8 1 0,-6 0 0,14-1 0,-15 1 0,11 0 0,-13 0 0,6 0 0,-3 0 0,-2-1 0,10 2 0,-8-2 0,6 2 0,-5-1 0,-1 0 0,2 0 0,-1-2 0,-2 0 0,2 1 0,0-2 0,-2 2 0,2-1 0,0 1 0,-4 1 0,4-1 0,-1 1 0,-1-1 0,2 1 0,-1-1 0,-1 1 0,3-1 0,0 0 0,-2 0 0,4 0 0,-1-1 0,-2 0 0,12 0 0,-9 0 0,4 0 0,-7 1 0,-4 0 0,1 0 0,3 0 0,-3 0 0,3 1 0,0-1 0,-3-1 0,3-1 0,-3-1 0,-1 0 0,5 4 0,6-1 0,-3 1 0,2 0 0,7-1 0,-11 0 0,11 2 0,-12-1 0,-2 0 0,3 1 0,4-1 0,-5-1 0,13 0 0,-14 0 0,10 0 0,-11 0 0,2 0 0,5 0 0,-5 0 0,14-1 0,-13 1 0,11-2 0,-13 1 0,4 1 0,13-2 0,-15 1 0,12-1 0,-17 0 0,-2 2 0,4-2 0,-3 1 0,0 1 0,0-1 0,-2 1 0,3 0 0,3-1 0,-4 0 0,4 1 0,-6 0 0,-1 0 0,3 0 0,-1 1 0,1 0 0,2-1 0,-3 1 0,2 0 0,3-1 0,-5 1 0,8-1 0,-6 1 0,1-1 0,1 1 0,-3-1 0,3 0 0,-2 0 0,-2 0 0,2 0 0,0 0 0,-1 0 0,2 1 0,3-1 0,-3 1 0,3-1 0,0 0 0,-3 0 0,11 0 0,-1 1 0,-1 0 0,-2 1 0,-9-1 0,3-1 0,-3 0 0,2 0 0,1 0 0,-2 0 0,2 2 0,-1-1 0,6 0 0,-2 0 0,2 0 0,-6-1 0,5 0 0,-4 0 0,5 0 0,-1 0 0,-3 0 0,4 0 0,6 0 0,-7 1 0,12-1 0,-14 0 0,3 1 0,1 0 0,-4 0 0,5-1 0,-6 1 0,0-1 0,1 0 0,1 0 0,10 2 0,-7 0 0,14 1 0,-15-2 0,5 1 0,8 0 0,-10-1 0,15 2 0,1-1 0,-10 0 0,3 0 0,-1 0 0,-6-2 0,-5 0 0,17 1 0,-14 0 0,9 0 0,-7-1 0,-5 0 0,2 0 0,-2 0 0,1 0 0,-1 1 0,0 0 0,-4 0 0,0-1 0,5 0 0,-4 0 0,12 0 0,-11 0 0,11 0 0,-14 0 0,3 0 0,-6 0 0,5 0 0,-2 0 0,3 0 0,0 0 0,-3 0 0,3 0 0,0 0 0,-3-1 0,11 0 0,-11 1 0,35-1 0,-29 1 0,21 0 0,-27 0 0,1 0 0,0 1 0,6-1 0,-4 1 0,4-1 0,1 0 0,-3 0 0,5 0 0,17-1 0,-16 0-346,18 0 346,-24 0 0,1 0-50,4 0 50,-5 1 0,5 0 0,4 0 0,-9 0 0,14 0 0,-17 0 0,4 0 0,-2 0 0,-4 0 0,2 0 344,-2-1-344,-3 1 52,1-1-52,-2 1 0,-3 0 0,3 0 0,-5 0 0,0-1 0,0-1 0,-2 0 0,0 0 0,-3-2 0,0-1 0</inkml:trace>
  <inkml:trace contextRef="#ctx0" brushRef="#br0" timeOffset="31465">2403 7067 5734,'-3'3'0,"2"-1"0,1-1 0,1 0 0,2 2 0,-2-1 0,3 1 0,-1-2 0,5 3 0,-3-2 0,5 2 0,-5-1 0,2-1 0,1 2 0,-1-2 0,8 3 0,-7-2 0,4 0 0,-3 0 0,-2-2 0,2 1 0,1-2 0,-1-1 0,3-1 0,-3 0 0,0 0 0,0 1 0,1 0 0,0 1 0,1 0 0,-1-1 0,0 0 0,1-1 0,-2 2 0,1-1 0,3 0 0,0 0 0,10-2 0,-11 1 0,11-1 0,-15 2 0,6-1 0,-7 2 0,2-1 0,-3 1 0,1 0 0,-1 0 0,0 0 0,3 0 0,1-2 0,1 1 0,1 0 0,-3-1 0,6-1 0,-3 0 0,4-1 0,-1 1 0,-3 0 0,1 0 0,-3 1 0,-2 1 0,1-1 0,0 1 0,-1 0 0,2 0 0,-1-1 0,2 0 0,-1-1 0,1 1 0,0-1 0,0 1 0,1-1 0,-1 0 0,0 0 0,0 1 0,0-1 0,4 0 0,-4 1 0,2 0 0,-1 0 0,-2 1 0,1 1 0,-2-1 0,-1 1 0,9-2 0,5-1 0,-1 0 0,6 0 0,-15 2 0,5-2 0,-1 0 0,-4 0 0,5 1 0,0-1 0,-3 1 0,4 0 0,-1 0 0,3 0 0,-1 0 0,-1 0 0,-5 1 0,-1-1 0,0 0 0,-1 0 0,5 1 0,-3 0 0,4 0 0,-5 1 0,6-1 0,-3 1 0,4 1 0,-6-1 0,1 2 0,0 0 0,-1 1 0,8 1 0,-6 0 0,5 2 0,-1 0 0,-3 0 0,4 1 0,-7-2 0,0 0 0,0 0 0,-1 1 0,5 1 0,-4-2 0,3 2 0,-5-1 0,1-2 0,-1 1 0,1 0 0,1-1 0,-2 0 0,16 5 0,-7-4 0,8 3 0,-11-4 0,-6-1 0,15 2 0,-12-1 0,12 2 0,-10-3 0,-4 0 0,4 1 0,11 0 0,-11-2 0,13 2 0,-15-3 0,0 0 0,4 0 0,-3 0 0,3 0 0,0-1 0,-5 1 0,5 0 0,-2 1 0,-4-2 0,4 1 0,0-1 0,-4 0 0,2 0 0,6 1 0,-7 0 0,14-1 0,-13 0 0,6 0 0,8 0 0,-10-1 0,25-2 0,-24 2 0,17-2 0,-18 2 0,5-1 0,22-1 0,-21 1-570,22-2 570,-29 3 0,0 0-281,7-1 281,-5 0 0,6 0 0,-7 0 0,0 0-71,0 0 71,1 0 0,-1 0 0,27-3 0,-19 2-613,20-2 613,-26 1 0,0 1 513,0-1-513,1 0 0,0 0-20,2 1 20,0-1 0,-1 0 0,0 0 0,0 0 0,1 1 0,2-1 0,7-1 0,-6 0 70,5 0-70,-1 1 0,-7 0 653,5 1-653,0 0 0,-8 1-242,7 1 242,-9 0 0,-1 0 311,0 1-311,-1-1 0,0 0 0,1 0 0,-2 1 0,1-2 250,-1 2-250,0-2 0,-1 0 0,0 1 0,0 1 0,18 2 0,-3-1 0,5 2 0,-5-1 0,-14-1 0,3 0 0,1-1 0,-4 0 0,4 0 0,-5 0 0,0 0 0,-1 0 0,1-1 0,-2 1 0,13-1 0,-9 0 0,7 0 0,-10 1 0,0-1 0,-1 1 0,1 0 0,0 0 0,6 0 0,-4 0 0,5 0 0,-6 0 0,1 0 0,-1 0 0,1 0 0,-1 1 0,1-1 0,-2 1 0,1 0 0,0-1 0,6 0 0,-5 1 0,4 0 0,0 0 0,-5 0 0,5 0 0,-7 0 0,1 0 0,-1 0 0,0 1 0,5-1 0,-6 1 0,4 0 0,-1 0 0,-4 0 0,3 0 0,-4-1 0,0 1 0,0 0 0,7 1 0,-4 0 0,10 0 0,-8-1 0,6-2 0,-5 1 0,2-1 0,0 0 0,6 0 0,-5-1 0,4 1 0,-7-1 0,1 1 0,-1 0 0,-1 0 0,8 0 0,-5 0 0,5 0 0,-6 0 0,15 0 0,-12 0-292,12 0 292,-14 0 0,0-1-23,0 1 23,1-1 0,0 1 0,0 0 0,9-1 0,-7 1 0,6-2 0,0 1 0,-5 1 0,5-1 0,0 0 0,-6 1 291,6-1-291,2 0 0,-6 1-269,6-2 269,-8 1 0,-1 0 0,0 0 0,0 0 0,0 1-67,-1 0 67,1 0 0,-1 0 0,-1-1 0,1 0 0,-2 0 0,1 0 0,16 1 0,5-1 0,0 1-587,-4-2 587,-16 2 0,29-1 0,-23 1 274,21 0-274,-24 1 0,-5 0 64,10 1-64,-4-1 0,-1 0 0,11-1 0,-15 0 0,15-2 0,-18 1 0,5-1 609,-1 1-609,-5-1 0,5 0 0,-7 1 0,0 0 0,2 0 0,-1 0 0,6-1 0,-4 1 0,6-1 0,2 1 0,-4 0 0,6-1 0,3 0 0,-7 0 0,7-1 0,2 0 0,-7 0 0,7-1 0,-1 1 0,-7 1 0,7 0 0,4 0 0,0 1 0,-1 0-103,2 0 1,-1 0 102,0 1 0,-7 0 0,8 0 0,1 0 0,-8 0 0,7 1 0,0 1 0,-7-1 0,0 1 0,13 0-437,-13-1 1,-2 1 436,-3 0-198,-1 0 198,0 0 0,-1-1 0,16 2 0,-12-2 0,1 0 0,1 1 0,-4-2 0,22 1 0,-24-1 0,14 0 0,-19 0 0,4 0 183,0 1-183,-5 0 0,10 1 0,-14-1 872,7 0-872,-10-1 221,3 1-221,-2-1 0,-3 0 0,0-2 0,-5 1 0,-4-1 0,-3 2 0,-2-1 0,-1 0 0,1 0 0</inkml:trace>
  <inkml:trace contextRef="#ctx0" brushRef="#br0" timeOffset="57150">9082 8061 5734,'5'4'0,"1"-1"0,-2 0 0,4 1 0,-1-1 0,2 2 0,2-1 0,-2 0 0,2 0 0,2 1 0,-4-3 0,12 4 0,-11-4 0,7 1 0,7 1 0,-12-2 0,11 1 0,-16-2 0,4 1 0,0 0 0,0 0 0,-1 0 0,-4 0 0,1-1 0,4 3 0,-2-3 0,4 2 0,-5-2 0,-2 1 0,1-1 0,4 0 0,-4 0 0,6-1 0,-6 0 0,0 0 0,-3 0 0,0 0 0,0 0 0,0 0 0,-1 0 0,1 0 0,1 0 0,0 0 0,1 0 0,2-1 0,-1-1 0,2 0 0,-2 1 0,0 0 0,0 0 0,1-1 0,-1 1 0,1 0 0,-1 0 0,0-1 0,3 0 0,-1 1 0,6-2 0,-1 1 0,6-3 0,-5 1 0,1-1 0,-5 2 0,6 0 0,-5 0 0,13-1 0,-12 1 0,10-1 0,-1 1 0,1-2 0,0 2 0,7-2 0,-14 1 0,10 0 0,-5-1 0,-4 2 0,5 0 0,-2-1 0,-4 2 0,13-2 0,-13 3 0,6 0 0,-5 1 0,-5-1 0,5 0 0,-1-2 0,-3 0 0,16 0 0,-13 2 0,9 1 0,-5-1 0,-5 1 0,5 0 0,0-1 0,1 1 0,13 2 0,-12-1 0,4 2 0,-11-2 0,0-1 0,1 1 0,1 1 0,-2 0 0,1-1 0,-1 1 0,-1 0 0,1 0 0,-2-1 0,2-1 0,-2 0 0,15-1 0,-12 1 0,11 1 0,-13 1 0,6 0 0,-6-1 0,5 0 0,-6 0 0,-1 0 0,-1 1 0,1-1 0,-1 0 0,0 0 0,0 1 0,-2-1 0,2 0 0,0 0 0,0 0 0,1-1 0,0 0 0,6 1 0,-3-2 0,4 0 0,-5 1 0,1-2 0,-1 2 0,0 0 0,-1 0 0,1 0 0,-1 0 0,-1-1 0,0 1 0,5-1 0,-3 0 0,11 0 0,-10 1 0,5-2 0,2 0 0,-5 0 0,5 1 0,-6 0 0,-2-1 0,1 1 0,-2-1 0,1 1 0,-1 0 0,-1 0 0,1 1 0,0 0 0,12-1 0,-8 1 0,10 0 0,-12 0 0,0 1 0,0 0 0,0 0 0,0 0 0,1 0 0,4 0 0,-4 0 0,3 0 0,-5 0 0,0-1 0,-1 1 0,1 0 0,5 1 0,-4-1 0,4 0 0,0 0 0,-4 0 0,2 0 0,-4 1 0,0-1 0,0 0 0,1 1 0,0-1 0,0 1 0,-1-1 0,1 0 0,-1 1 0,1-1 0,0 1 0,0-1 0,-2-1 0,1 1 0,0-1 0,1 0 0,1 0 0,6-1 0,20-1 0,-15 1 0,16 0 0,-30 1 0,5 0 0,-5-1 0,-1 0 0,0 0 0,0 0 0,6-1 0,-3 0 0,4 0 0,9 0 0,-10 1 0,10 0 0,-12 1 0,0 0 0,6-1 0,-5 0 0,4 1 0,-1 1 0,-3-1 0,4 2 0,-6-2 0,0 2 0,2-1 0,0-1 0,1 2 0,0-2 0,1 1 0,0-1 0,0 0 0,1 0 0,0-1 0,0 0 0,-1 0 0,1 0 0,0-1 0,0 1 0,-1 0 0,2 0 0,-1 0 0,1 0 0,-1 1 0,9 0 0,-6 0 0,5 0 0,-7 0 0,7 0 0,18-2 0,-12 1 0,-8-1 0,-1 1-235,-5-1 235,4 0 0,-7 1 0,-1-1 0,0-1 0,0 1 0,0 0 0,0 0 0,-1 0 235,1 1-235,6-2 0,-3 1 0,4 0 0,-5-1 0,-1 1 0,1-1 0,1 2 0,-1-1 0,1 0 0,-1 1 0,0-1 0,0 0 0,-1 0 0,1 1 0,-2 0 0,1 1 0,-1 1 0,-1 0 0,-1-1 0,1 0 0,0-1 0,1 1 0,-1 0 0,1 0 0,-1 0 0,1 0 0,0 0 0,8-1 0,-7 1 0,7-2 0,0 0 0,15-1 0,-11 2 0,6-2 0,-8 3 0,-10-1 0,10 0 0,-6 1 0,-4 0 0,3 0 0,1 0 0,-6 0 0,11 0 0,-11 0 0,5 0 0,-6 0 0,-2 0 0,1 0 0,0 0 0,1 0 0,0 1 0,0 0 0,1 1 0,6-1 0,-3 1 0,4-1 0,-6 1 0,0-1 0,0 0 0,0 0 0,6-1 0,-5 0 0,5 1 0,0-1 0,-4 1 0,4-1 0,-5 1 0,-1 0 0,1-1 0,-1 2 0,9 0 0,-5-1 0,6 1 0,-7-1 0,1-1 0,1 2 0,-1-2 0,9 2 0,8 1 0,-5-1 0,2 0 0,9 2 0,-19-2 0,18 2 0,-17-2 0,-5-1 0,6 1 0,2-1 0,-7 0 0,7 0 0,-2 0 0,-6 0 0,6 0 0,-8 0 0,0-1 0,0 1 0,0 0 0,14 1 0,-11 0 0,12 0 0,-15-1 0,1-1 0,0 1 0,-1 0 0,0-1 0,0 0 0,1 1 0,0 0 0,1 0 0,-1 1 0,0-1 0,1 1 0,11 0 0,-6 0 0,8 0-373,-10 0 373,1-1 0,-2 1 0,2-1 0,0 0 0,1 0 0,-1 0 0,1 1 0,9 0 0,-8 0 0,7 1 0,-10-1 0,0 0 0,-2 1 0,1-1 0,6 1 0,0 0 0,1 0-354,0-1 0,-1 1 354,-7-3-323,8 1 323,-6-1 0,6 1 0,-8-1 0,0 0 0,10 1 0,-8 0 0,3 0 0,1 0 0,1 0-298,16 0 298,-18-1 0,1 0 0,1 0 0,1 0-4,1 0 4,11 0 0,-8 0-93,8 0 93,-12 0 0,-1 0-110,-1 0 110,0 0 0,-1 0 0,9 1 0,-8 0 0,6-1 0,-10 1 0,9-2 0,1 0 0,0 1 0,10-1 0,-1 0 0,-14 0 617,13 1-617,-10 0 0,-7 0 4,5 0-4,0 0 0,-6 0 798,13-1-798,4 0 0,-7-1-104,5 0 104,-16 0 0,-1 1 0,10 0 0,-8 0 0,23 1 0,-22 0 0,11 0 0,-1 0 0,-7 0-501,22 0 501,-31 0 0,1 0-191,6 1 191,-4 0 0,5-1 0,1 2 0,-5-1 0,7 0 0,-7 1 0,2-2 0,1 1 0,0 0 0,0-1 0,-1 1 0,0 0 0,0 0 0,1-1 0,0 0 0,2 0 77,0 0-77,1 0 0,0-1 0,1 1 0,-1-1 0,1 0 0,0-1 0,0 1 0,0 0 0,0 1 0,3-1 0,2 1 0,4 0-526,-5 0 0,-1 0 526,-4 0-188,9 0 188,-9 0 0,6 0 166,-12 0-166,6 0 0,-7 0 418,4 0-418,-9 0 0,15 2 0,-12-1 1104,10 1-1104,-6 2 0,-7-2 0,15 5 0,-17-4 761,9 3-761,-13-4 0,0 1 0,-4-1 0,-6-1 0,-19 3 0,3 0 0,-16 1 0</inkml:trace>
  <inkml:trace contextRef="#ctx0" brushRef="#br0" timeOffset="77535">8764 11804 5734,'-17'-4'0,"1"1"0,0 2 0,6 0 0,-4 0 0,7 1 0,2-1 0,-1-1 0,4 1 0,1 0 0,1-1 0,0 0 0,1 0 0,0 0 0,2 1 0,2 1 0,0 0 0</inkml:trace>
  <inkml:trace contextRef="#ctx0" brushRef="#br0" timeOffset="78085">11396 11702 5734,'-5'3'0,"0"-1"0,3-1 0,1 0 0,4-4 0,-1 2 0,1-3 0,-2 2 0,-1 1 0,-2 0 0,0 1 0,-3-1 0</inkml:trace>
  <inkml:trace contextRef="#ctx0" brushRef="#br0" timeOffset="80918">11980 11601 5734,'-16'8'0,"5"-2"0,-3 2 0,4-1 0,4-2 0,-2 1 0,4-3 0,2-1 0,0 2 0,2-1 0,0 4 0,2-1 0,3 4 0,2-1 0</inkml:trace>
  <inkml:trace contextRef="#ctx0" brushRef="#br0" timeOffset="93291">2676 13476 5734,'38'-5'0,"-2"0"0,8 1 0,-15 0 0,16 0 0,-15 2 0,-8 1 0,3-1 0,-1 0 0,-3 0 0,14 0 0,-26 1 0,3 1 0,-4-1 0,2 1 0,-5 0 0,-4 1 0,0-1 0,-2 0 0</inkml:trace>
  <inkml:trace contextRef="#ctx0" brushRef="#br0" timeOffset="93551">3023 13324 5734,'6'23'0,"-2"0"0,-13 15 0,0-6-781,-1-3 1,-1 0 780,-3 7 246,5-14 0,-1 1-246,2 1 0,0 0 0,-1 3-9,-1 12 1,9-27 0,1-2 0</inkml:trace>
  <inkml:trace contextRef="#ctx0" brushRef="#br0" timeOffset="94337">2803 14691 5734,'-6'4'0,"2"-2"0,4-3 0,9-1 0,-1 1 0,9-1 0,7 1 0,8-2 0,-5 2 0,1 0 0,11 0-857,7-1 857,-24 3 0,-1 0-557,14 2 557,-14-1 0,9 3-102,-12-1 102,-6 0 0,3 1 0,-5 0 797,-3-3-797,2 1 601,-4-1-601,-3-1 118,1 0-118,-3 1 0,0-1 0,-1 1 0,-3 0 0,-1-1 0,-1 1 0,-3-3 0,2-2 0,-2-1 0</inkml:trace>
  <inkml:trace contextRef="#ctx0" brushRef="#br0" timeOffset="94535">3183 14589 5734,'26'0'0,"1"3"0,-16 1 0,2 4 0,-3 4 0,-3-1 0,-1 5 0,-5 6 0,-2-4 0,-3 8 0,-4 2 0,2-7-80,-3 7 1,3-10 0,0-1-1</inkml:trace>
  <inkml:trace contextRef="#ctx0" brushRef="#br0" timeOffset="95552">2929 16888 5734,'-7'1'0,"-1"3"0,5-1 0,-2 0 0,2 0 0,1-2 0,-1 0 0,2-1 0,9 0 0,-2 1 0,9 0 0,2 1 0,-1-1 0,22 1 0,-17-1 0,12 0 0,-6 0 0,-7-1 0,5 1 0,12 1 0,-18-1 0,15 1 0,-22-2 0,0 0 0,-2 0 0,2-1 0,-4 0 0,0 0 0,-3 0 0,-2 1 0,-2 0 0,-5 0 0,-9-4 0,2-1 0,-13-10 0,14 5 0,-7-6 0,8 3 0,1 4 0,-1-2 0,0 1 0,2 4 0,-1-2 0,-2-2 0,-3-1 0,3 2 0,0 1 0,9 8 0,0 1 0,7-1 0,10 1 0,-1 0 0,6-1 0,-3 2 0,0 0 0,6 5 0,-8-1 0,0 19 0,-13-9 0,-3 9 0,-2 0 0,-4 1 0,-5 16 0,1-12-569,2-7 569,-1 5 0,3-12 0,0-2 0,0-1 0,2-3 0,-1 0 0,1-4 0,1-1 0</inkml:trace>
  <inkml:trace contextRef="#ctx0" brushRef="#br0" timeOffset="121534">1085 13196 5734,'2'-6'0,"-1"1"0,-2 0 0,0 3 0,-3-3 0,3 4 0,-3-2 0,2 2 0,0 1 0,-1 0 0,0 0 0,-1 0 0,0 0 0,-1 0 0,0 1 0,0 0 0,-2 1 0,3-1 0,-2 1 0,1 0 0,-3 1 0,2 0 0,-7 5 0,7-4 0,-16 14 0,13-9 0,-8 7 0,10-7 0,4-3 0,-1 1 0,3 0 0,0-2 0,1 2 0,1-1 0,1-2 0,0 2 0,7-1 0,-4-1 0,7 0 0,-5-2 0,2 0 0,1 1 0,11 3 0,-6-2 0,13 2 0,-15-2 0,5 1 0,-4 0 0,-4-2 0,2 2 0,-1-1 0,-5-1 0,2 4 0,-7-3 0,-2 1 0,-3 2 0,-1-1 0,-3 3 0,-2 1 0,2-1 0,-2 1 0,1-1 0,4-3 0,-3 1 0,5-3 0,-2-1 0,4-2 0,-1-3 0,3-1 0,2-2 0,2-4 0,0 1 0,2-4 0,4-3 0,-2 2 0,7-9 0,-4 3 0,1 2 0,-2 2 0,-5 6 0,0 0 0,-1 1 0,0 1 0,0 0 0,-1 0 0,-1 1 0,2 1 0,-1 1 0,0 1 0,-1 2 0,-1 1 0,1-1 0,-1 2 0,1 0 0,0 2 0,4 5 0,-2 1 0,2 4 0,-2-1 0,0 1 0,0 2 0,-1 1 0,0-1 0,0 1 0,0-1 0,-2 0 0,2-1 0,0 2 0,0 0 0,-1-3 0,-3-2 0,-2-6 0,-2-1 0,0-3 0,-1-3 0,1-2 0</inkml:trace>
  <inkml:trace contextRef="#ctx0" brushRef="#br0" timeOffset="122104">1394 13385 5734,'-3'-12'0,"0"-9"0,3 9 0,0-14 0,5 2 0,4-1 0,0 5 0,0 7 0,-2 9 0,-1-1 0,0 1 0,2 2 0,-3 1 0,2 2 0,0 4 0,-1 0 0,1 5 0,-2-2 0,4 11 0,-4-7 0,3 7 0,-6-9 0,0 7 0,-1-6 0,0 3 0,0-9 0,0-3 0,1 0 0</inkml:trace>
  <inkml:trace contextRef="#ctx0" brushRef="#br0" timeOffset="122369">1663 12975 5734,'-3'17'0,"1"13"0,1-5 0,0 5 0,2 2 0,0 2 0,0-8 0,1 2 0,5 15 0,1-2 0,0-2 0,0 1 0,1-4 0,-1-15 0,-4-8 0,5 4 0,-6-12 0,0 1 0,-3-6 0,-5-5 0,2 1 0,-4-4 0</inkml:trace>
  <inkml:trace contextRef="#ctx0" brushRef="#br0" timeOffset="122746">1616 13270 5734,'13'3'0,"-3"0"0,17-2 0,-11-2 0,12 0 0,16-8 0,-23 4 0,18-6 0,-31 7 0,-3-1 0,-2 0 0</inkml:trace>
  <inkml:trace contextRef="#ctx0" brushRef="#br0" timeOffset="123270">1590 13019 5734,'-7'23'0,"0"0"0,2 17 0,1-12 0,1 6 0,1 2 0,1-2-609,1-2 1,0 0 608,1-2 0,2 7 0,6-9 0,1-1 0,2-3 0,-1 0 0,2-4 0,-1-15 388,4-3-388,-3-3 0,3-3 0,-5-2 0</inkml:trace>
  <inkml:trace contextRef="#ctx0" brushRef="#br0" timeOffset="123508">1866 12973 5734,'16'37'0,"0"0"0,2 7 0,-5-9 0,-4-3 0,1 5 0,-2-4 0,1 11-1052,-1 0 0,-3-3 1052,-9-15 0,-4 0-63,-13 6 0,2-10 0,-9 4 0</inkml:trace>
  <inkml:trace contextRef="#ctx0" brushRef="#br0" timeOffset="123836">1204 12990 5734,'-2'-3'0,"-2"2"0,1 3 0,-1 2 0,3 1 0,2 3 0</inkml:trace>
  <inkml:trace contextRef="#ctx0" brushRef="#br0" timeOffset="126288">1102 14652 5734,'-3'5'0,"1"-1"0,-2 0 0,1-1 0,0 1 0,-5 7 0,4-6 0,-8 11 0,2-4 0,1 0 0,-1 1 0,-6 17 0,10-15 0,-11 23 0,14-25 0,-2 16 0,3-13 0,1 6 0,3 5 0,-1-14 0,3 10 0,2-7 0,-2-8 0,3 5 0,-5-9 0,3-1 0,-2-1 0,4-3 0,-2-1 0,6-5 0,-3 1 0,10-19 0,-10 11 0,5-11 0,-7 9 0,-2 5 0,2-5 0,-2 9 0,1-4 0,-4 8 0,2-1 0,-3 5 0,1 2 0,0 2 0,0 2 0,-1 1 0,0 2 0,0 6 0,1-2 0,1 14 0,1-14 0,2 7 0,0-11 0,0-3 0,2 0 0,-1-5 0,2-3 0,0-2 0,2-3 0,3-7 0,-3 2 0,3-6 0,-4-3 0,-4 5 0,-1-6 0,-4 7 0,-3-2 0,-1 3 0,-11-4 0,5 10 0,-6 0 0,2 8 0,3 1 0,-3 2 0,1 1 0,4-1 0,-2 2 0,0 0 0,7-3 0,-1 2 0,7-5 0</inkml:trace>
  <inkml:trace contextRef="#ctx0" brushRef="#br0" timeOffset="126586">1291 14769 5734,'-6'9'0,"1"5"0,3-4 0,0 4 0,2 4 0,2-5 0,6 16 0,-2-16 0,13 15 0,-9-16 0,7 5 0,-6-6 0,-2-3 0,3 6 0,-7-8 0,-1 3 0,-7-4 0,-1 0 0,-7 2 0,-5-1 0,3-2 0,-4-1 0,9-4 0,-9 0 0,7-1 0,-7-1 0,11 0 0,1 0 0</inkml:trace>
  <inkml:trace contextRef="#ctx0" brushRef="#br0" timeOffset="126873">1506 14626 5734,'-4'10'0,"1"0"0,-3 21 0,3-10 0,0 23 0,0 3 0,1-10-1224,1 3 0,1-2 1224,2-15 207,2 7-207,-1-9 0,3 5 380,0-7-380,0-6 0,1 1 0,-2-7 306,-1-4 1,0-3-1,0-4 1</inkml:trace>
  <inkml:trace contextRef="#ctx0" brushRef="#br0" timeOffset="127821">1666 14789 5734,'8'-10'0,"-2"4"0,5-4 0,-3 6 0,0-1 0,7-3 0,-3 3 0,14-4 0,-13 5 0,8-1 0,-12 4 0,0 1 0,1 2 0,-3 4 0,-1 0 0,-9 13 0,-2-7 0,-5 9 0,-5 0 0,2-5 0,-3 5 0,5-7 0,1-1 0,1 1 0,2-2 0,0 5 0,3-5 0,1 2 0,2-7 0,2 0 0,1-2 0,1-1 0,2 1 0,2-2 0,6 0 0,-1-3 0,5 0 0,3-5 0,-3 0 0,6-2 0,-5 0 0,-1 1 0,-1-1 0,-1 2 0,-2-1 0,-1-1 0,4-7 0,-8 5 0,3-5 0</inkml:trace>
  <inkml:trace contextRef="#ctx0" brushRef="#br0" timeOffset="128104">1980 14559 5734,'-1'14'0,"0"10"0,1-3 0,1 4 0,2 0 0,0 5 0,3 4 0,0 1 0,0-4 0,2 3 0,0-1 0,0-7 0,5 13 0,0-10 0,-5-16 0,2 7 0,-7-19 0,-1-3 0,-1-1 0,-1-2 0,-2-3 0,-2-1 0,0-3 0,-1-1 0</inkml:trace>
  <inkml:trace contextRef="#ctx0" brushRef="#br0" timeOffset="128256">1968 14781 5734,'22'-5'0,"10"-3"0,-7 2 0,-1-3 0,0 0 0,-1 0 0,9-6 0</inkml:trace>
  <inkml:trace contextRef="#ctx0" brushRef="#br0" timeOffset="128488">2213 14558 5734,'27'23'0,"-2"1"0,-12-7-940,2 3 940,-3 2 0,4 15 0,-6-8 0,2 11 0,-5 1 0,-3-7 304,-2 8-304,-8 1 0,0-12 0,-5 7 0,-6-6-639,1-8 639,-7 5 0,-2-5 0,6-7 0,-5 3 0</inkml:trace>
  <inkml:trace contextRef="#ctx0" brushRef="#br0" timeOffset="133608">1249 16659 5734,'-9'-4'0,"2"3"0,-9 4 0,8 0 0,-6 4 0,0 2 0,5-2 0,-7 6 0,2 3 0,4-3 0,0 2 0,7-8 0,2-3 0,0 1 0,1-2 0,1 2 0,1-2 0,1 1 0,0-3 0,4 3 0,-2-2 0,8 1 0,-6-2 0,7 2 0,-5-1 0,5 1 0,-5 0 0,1-1 0,0 1 0,0 0 0,-1-1 0,-1 2 0,0-1 0,-1 0 0,-1 2 0,2 3 0,-4-2 0,2 4 0,-3 3 0,-2-4 0,0 5 0,-2-6 0,-1 0 0,-2 1 0,1-1 0,-1 1 0,1-2 0,-1 1 0,0 1 0,1-3 0,-1 2 0,1-4 0,1-2 0,1 0 0,1-13 0,2 4 0,5-19 0,-3 14 0,4-8 0,-1 5 0,-1 4 0,1-3 0,7-3 0,-6 8 0,6-6 0,-8 10 0,-1 1 0,1 1 0,0 0 0,0 3 0,1 0 0,-2 3 0,-1 1 0,0 1 0,0 6 0,-1-2 0,1 5 0,-3-3 0,1 0 0,-2 1 0,1-2 0,-1 1 0,0 3 0,0-4 0,0 2 0,-1-5 0,1 0 0,-2-1 0,1 0 0,-1 0 0,-1 0 0,-1-1 0,-1-1 0,-4 0 0,1-1 0,-4 1 0</inkml:trace>
  <inkml:trace contextRef="#ctx0" brushRef="#br0" timeOffset="133786">1289 16630 5734,'1'-5'0,"0"1"0,1 2 0,1 0 0,0 3 0,1 0 0,-1 1 0,1 1 0,0 1 0</inkml:trace>
  <inkml:trace contextRef="#ctx0" brushRef="#br0" timeOffset="134259">1467 16836 5734,'9'19'0,"-1"-1"0,-5-8 0,2 11 0,-1-8 0,0 7 0,-2-9 0,0-3 0,-1 1 0,1-4 0,-1-1 0,1-1 0,0-3 0,0-2 0,0-4 0,3-12 0,-1 6 0,5-22 0,-4 17 0,7-18 0,-8 21 0,3-5 0,-2 9 0,-3 3 0,2 1 0,-3 2 0,1 2 0,0 0 0,4 10 0,-2 1 0,2 5 0,0 6 0,-3-8 0,2 7 0,-1-5 0,-1-4 0,1 3 0,0-4 0,-2-4 0,0 0 0,-5 1 0,2-2 0,-3 3 0</inkml:trace>
  <inkml:trace contextRef="#ctx0" brushRef="#br0" timeOffset="134653">1833 16531 5734,'-9'8'0,"-1"2"0,2 3 0,-7 13 0,4-4-805,-3 8 805,5-5 0,-2 13 0,5-8 0,-3 10 0,6 0 0,2-11 195,1 9-195,8 2 0,-3-16-335,7 10 335,-3-21 0,0-2 0,1-3 0,0-3 0,4-2 589,-3-3-589,4-1 0,-3-6 0,0-2 0</inkml:trace>
  <inkml:trace contextRef="#ctx0" brushRef="#br0" timeOffset="135220">1917 16726 5734,'-2'17'0,"-1"6"0,2-1 0,-1 1 0,1-12 0,0-1 0,1 1 0,0-3 0,0 1 0,0-3 0,0-2 0,0 0 0,1-4 0,5-2 0,-2 0 0,4-4 0,-2 2 0,4-3 0,-2 1 0,3 0 0,-1 0 0,-1 3 0,1 0 0,0 2 0,-3 1 0,3 1 0,0 7 0,-3-2 0,3 14 0,-8-10 0,1 8 0,-5-3 0,1-5 0,-2 4 0,-3-1 0,1-4 0,-2 2 0,1-5 0,-1-2 0,-1-1 0,-1-1 0,-2-2 0,0 2 0,0-2 0,1 1 0</inkml:trace>
  <inkml:trace contextRef="#ctx0" brushRef="#br0" timeOffset="135436">1900 16723 5734,'13'3'0,"-1"0"0,8 2 0,-6-3 0,21 1 0,-18-4 0,8-1 0,-8-1 0,-6-1 0,2 1 0,-5 1 0,-1-1 0,0 1 0</inkml:trace>
  <inkml:trace contextRef="#ctx0" brushRef="#br0" timeOffset="136024">2183 16642 5734,'-1'-4'0,"0"0"0,0 3 0,-1 2 0,1 12 0,0-5 0,2 11 0,0-8 0,0 4 0,1 9 0,-1-3 0,0 6 0,0 5 0,0-7 0,2 1 0,1-1 0,0 1 0,4 12 0,1-14 0,-3-7 0,4 2 0,0-6 0,-1-5 0,3 0 0,6-9 0,-5-1 0,15-17 0,-17 7 0,5-9 0,-10 3 0,-4 5 0,-1-4 0,-3 6 0</inkml:trace>
  <inkml:trace contextRef="#ctx0" brushRef="#br0" timeOffset="136237">2108 16838 5734,'14'5'0,"0"0"0,3-3 0,-3-2 0,6 0 0,2-3 0,-5 1 0,5-3 0,-3 0 0,-6-1 0,3 0 0,-7 1 0,0 0 0,-1-2 0</inkml:trace>
  <inkml:trace contextRef="#ctx0" brushRef="#br0" timeOffset="136503">2393 16580 5734,'15'4'0,"13"9"0,-12-4 0,3 7 0,-1 1 0,-2 4 0,-1 7 0,-1 3 0,-5 1-316,-3-7 0,-2 2 316,-3 18-1435,-4-10 1435,-2 11 0,-4-4 0,2-11 425,-3 8-425,-2-6 0,1-11 0,-5 1 0,1-16 0,-3-5 0</inkml:trace>
  <inkml:trace contextRef="#ctx0" brushRef="#br0" timeOffset="151270">4033 13302 5734,'6'-4'0,"0"1"0,-4 2 0,1-1 0,-1 0 0,2-1 0,1 0 0,-1 0 0,2-1 0,1-1 0,-1 1 0,0-2 0,-1 2 0,-1 1 0,-1 0 0,0 1 0,-1-1 0,-1 2 0,1-1 0,-1 0 0,0 1 0,0 0 0,1 0 0,-2 1 0,3 0 0,3-1 0,-1 0 0,3-1 0,2 0 0,-4 1 0,3-1 0,0 1 0,-2 0 0,2 1 0,1 0 0,-1-1 0,2 0 0,-1 0 0,-1 0 0,1-1 0,0 1 0,0 0 0,0 0 0,0 0 0,-2 0 0,9-1 0,-6 1 0,3-1 0,-6 1 0,-3 0 0,13-1 0,-8 0 0,9 0 0,-7 1 0,-3 0 0,12 1 0,-7 0 0,3-3 0,-4 1 0,-4-2 0,0 2 0,3 3 0,-3 0 0,2 2 0,3 2 0,-6-2 0,7 2 0,-9-3 0,1 1 0,2 1 0,-4-2 0,4 1 0,-4-3 0,0 0 0,0 0 0,0 0 0,2 1 0,-1 0 0,1-1 0,-2 0 0,0 0 0,0 0 0,0 0 0,1 0 0,-1 0 0,2 0 0,-3 0 0,2 0 0,-1 0 0,3 0 0,3 0 0,-2 0 0,0 0 0,-5 0 0,-1 0 0,10-2 0,-6 1 0,14-2 0,-9 1 0,12-2 0,-11 2 0,8-1 0,-11 2 0,13-2 0,-12 1 0,7 0 0,-9 1 0,1-1 0,-1 1 0,0 0 0,5-1 0,-4 1 0,4-1 0,1 1 0,-3 0 0,5-1 0,-7 1 0,1 0 0,5 0 0,-4 1 0,4-2 0,-1 1 0,-4 1 0,4 0 0,-6 0 0,4 0 0,-3 0 0,4 0 0,-4 0 0,0 0 0,0-1 0,0 1 0,0 0 0,23-2 0,-18 2 0,17-2 0,-17 1 0,-5 0 0,3 1 0,-1 0 0,-4 0 0,3 0 0,-3 0 0,-1 0 0,1 0 0,-1 1 0,8-1 0,-2 2 0,4-2 0,-5 2 0,-2-2 0,-1 1 0,0-1 0,0 0 0,0 1 0,-1 0 0,1 1 0,0-1 0,-1 0 0,2 0 0,-2 1 0,1-1 0,0 0 0,-1 0 0,1 0 0,0 1 0,7 0 0,-5 0 0,5 0 0,-2-1 0,-4-1 0,3 0 0,0 1 0,-4-1 0,3 1 0,0 0 0,-3 0 0,4 0 0,5-1 0,-5 0 0,34 0 0,-29 0 0,20 0 0,-27 1 0,0 0 0,0 0 0,-1 0 0,1 0 0,3 1 0,-2-2 0,1 1 0,-3-1 0,0 0 0,0 0 0,16-1 0,-11 1 0,12-1 0,-15 1 0,0 0 0,0 0 0,0-1 0,1 1 0,-1 0 0,1 0 0,24 0 0,-18 0 0,17 0 0,-18 0 0,-5 1 0,5-1 0,0 0 0,-4 0 0,4 0 0,0 1 0,-5-1 0,13 2 0,-12-2 0,16 0 0,-18 1 0,8-1 0,-7 2 0,7 1 0,5-1 0,-3 0 0,-3-1 0,-8 0 0,0-1 0,0 2 0,0-1 0,1 0 0,-1 1 0,0-1 0,1 0 0,0 0 0,1 1 0,-1-1 0,1 0 0,0 0 0,19 2 0,-14-2 0,15 2 0,-19-3 0,0 1 0,0-1 0,0-1 0,0 1 0,-1 0 0,14-2 0,-10 1 0,10-1 0,-5 1 0,-6 0 0,5 0 0,0 1 0,-5 0 0,5 1 0,0-1 0,-5 0 0,5 0 0,5-2 0,-10 2 0,8-2 0,-12 1 0,1 0 0,1 0 0,1 0 0,1-1 0,1 1 0,0 0 0,-1-1 0,-2 1 0,0 0 0,1-1 0,12-1 0,4-1 0,-1 1-266,-4 0 266,-12 2 0,6-1 0,-5 1 0,9 0 0,-10 1 0,4 0 0,0 0 0,-4-1 0,15 0 0,-13 0 0,7 0 0,-10 0 266,-1 0-266,0 0 0,-1 0 0,0 0 0,0 0 0,-1 0 0,0 0 0,-1 0 0,0 1 0,0 0 0,1 0 0,-1-1 0,1 1 0,-1 0 0,0 0 0,3 0 0,-3-1 0,3 1 0,-2 0 0,-1 0 0,1 0 0,-2 0 0,-1 1 0,1-1 0,0 1 0,0 1 0,0-2 0,0 1 0,0 0 0,0 0 0,3 1 0,-1-2 0,14-3 0,-7 4 0,6-3 0,-10 4 0,-5 0 0,0-1 0,6 2 0,-5-1 0,5 1 0,-5-2 0,-1 1 0,1-2 0,2 1 0,-2 0 0,2 0 0,-2 0 0,-3-1 0,5 2 0,-3-1 0,9 1 0,-8-2 0,9 3 0,-10-3 0,4 2 0,-3-2 0,-2 0 0,2 1 0,0-1 0,-2 0 0,7 0 0,-7 0 0,4 1 0,-3-1 0,-3 1 0,1-1 0,1 2 0,-2-2 0,4 1 0,-5-1 0,0 0 0,7 0 0,-5 0 0,7 0 0,-8 0 0,0 1 0,-1 0 0,0 0 0,3-1 0,-3 0 0,2 0 0,1 0 0,-3 0 0,8 0 0,-7 0 0,4 0 0,-6-1 0,1 1 0,0 0 0,0 0 0,-1 0 0,1-1 0,-1 1 0,0-1 0,0 1 0,-2 0 0,2 0 0,-2 0 0,1 0 0,-1 0 0,1 0 0,-1 0 0,1-1 0,1 0 0,0 0 0,1 0 0,-1 1 0,1 0 0,5-2 0,-3 1 0,2 0 0,-1 1 0,-4 0 0,7-1 0,-7 1 0,4-1 0,-5 1 0,0 0 0,-1 0 0,2-1 0,-2 1 0,1-1 0,0 1 0,0-1 0,0 1 0,0-1 0,2 2 0,-1-1 0,4-1 0,-5 1 0,5-2 0,-4 2 0,2-1 0,1 1 0,-1 0 0,1-1 0,0 1 0,-1-1 0,4 0 0,-3 2 0,3-1 0,-1 0 0,-2 0 0,3-1 0,3 0 0,-2 0 0,2 0 0,1-1 0,-4 1 0,23-3 0,-19 3 0,15-1 0,-19 1 0,5 0 0,-2-1 0,5 0 0,2 1 0,-4 0 0,4 0 0,-1 1 0,10-1 0,4-1 0,-1 0 0,2 1 0,-13-1 0,7 1 0,2-1 0,-7 1-379,8-1 379,-10 1 0,1-1 0,0 2 0,-2-1 0,2 1 0,-1 1 0,1-1 0,-1 2 0,-1-1-143,1 0 143,-1 1 0,9 0 0,-7 0 0,8 0 0,-10-1 0,0 0 0,-1-1 0,1 0 0,-1 1 0,7 0 0,-6 0 0,6 1 0,0 0 0,-6-1 0,5 0 0,0 1 0,19-1 0,-4 1-831,4 0 831,-17 0 0,-8-2 53,8 1-53,-6-1 0,6 0 0,1 2 0,-4-1 0,6 1 0,-8-1 0,0 1 0,3 0 0,1 1 0,2 0-236,-2-1 0,-1 1 236,-5 0 0,2 0 0,9 2 0,-6-1 0,2-1 0,1 0 0,2 0 0,4 0 0,0 0 0,-4 0 0,16 2 0,-13-1 0,-7-1 0,3 0 0,0-1 0,2 0 0,7 0 0,0-1 0,-2 0 0,-8-1 0,1 1 0,16-1 0,-12 0 0,11 0 0,-9-1 0,0-1 0,-9 1 0,-1 1-510,12-2 1,-3 1 509,3 0 189,-6 1-189,-9 0 247,1 0-247,-12 1 561,-7 0-561,-8 1 0,-7 0 0,-5 0 0</inkml:trace>
  <inkml:trace contextRef="#ctx0" brushRef="#br0" timeOffset="152971">8714 13131 5734,'3'11'0,"1"2"0,-3-7 0,2 1 0,-2-6 0,1 2 0,-1-3 0,0 1 0,2-3 0,-2-2 0,3-5 0,-1 2 0,0-4 0,1-5 0,-2 6 0,0-11 0,-1 11 0,-1 0 0,0 6 0,2 4 0,-1 5 0,1 7 0,1 2 0,-1 3 0,-1-4 0,1 0 0,-1 0 0,0-1 0,1 3 0,-1-6 0,1 2 0,-1-6 0,0-1 0,-1-1 0,1-1 0,-1 0 0,1-1 0,0-1 0,1-2 0,-1-1 0,1-4 0,-1-7 0,0 4 0,-2-7 0,0 6 0,0 0 0,0 2 0,0 1 0,-1 1 0,1 0 0,-2-1 0,2 5 0,-2 0 0,3 9 0,-2-1 0,1 5 0,0-4 0,0 1 0,0 0 0,1 1 0,0-3 0,0 0 0,0-2 0,0-1 0,2-1 0,0-4 0,0 1 0,1-5 0,4-14 0,-4 11 0,4-11 0,-6 13 0,0 3 0,0-1 0,-1 3 0,0 1 0,0 1 0,2 6 0,-2 3 0,2 2 0,-1 1 0,0 2 0,-1-4 0,2 2 0,-2-2 0,1-4 0,-1 1 0,1-2 0,0-3 0,2-1 0,-2-2 0,2-12 0,-2 6 0,0-10 0,-1 11 0,0 1 0,0 0 0,0 2 0,0 0 0,0 2 0,0 9 0,0 11 0,0-2 0,0 6 0,0-15 0,0 4 0,0-6 0,0 0 0,0-2 0,0-1 0,0-1 0,0-6 0,0-1 0,0-2 0,0-4 0,0 7 0,0-6 0,0 8 0,0-3 0,0 4 0,0 0 0,-1 0 0,3 2 0,-2-1 0,-3 2 0,1-1 0,-4 3 0,4-2 0,-1-1 0</inkml:trace>
  <inkml:trace contextRef="#ctx0" brushRef="#br0" timeOffset="155899">8752 12656 5734,'2'6'0,"0"0"0,0-1 0,0 1 0,1 3 0,-1 0 0,0 2 0,0-2 0,0 22 0,-1-15 0,-1 15 0,0-20 0,-1 0 0,1-1 0,0 8 0,0-7 0,-1 6 0,0-4 0,-1-3 0,1 4 0,-2 8 0,1-7 0,-2 14 0,1-16 0,0 5 0,0-2 0,2-4 0,-2 3 0,1 2 0,-1-6 0,1 9 0,1-10 0,-1 2 0,0 2 0,-1 4 0,-1 13 0,2-11 0,1 3 0,1-15 0,0 1 0,1-1 0,2 8 0,-2-6 0,2 7 0,0-1 0,-1-5 0,4 12 0,-4-12 0,2 4 0,-2-4 0,-1-3 0,1 4 0,0 0 0,-1-3 0,0 4 0,-1-4 0,1 1 0,-1 0 0,0-1 0,0 1 0,0-1 0,0 6 0,0-4 0,0 4 0,0-6 0,0 1 0,0 0 0,0 0 0,0 1 0,-2 7 0,-1 9 0,1 5 0,1 1 0,-2 3 0,3-4 0,0-1 0,3-1 0,-2-6 0,2 2 0,-3-8 0,0-7 0,0 6 0,0-3 0,0-2 0,-1 4 0,1 1 0,-1-3 0,0 4 0,1 0 0,0 6 0,0-4 0,0 2 0,0-11 0,0 3 0,0-3 0,0 4 0,-1 1 0,1-3 0,0 3 0,0-5 0,0 0 0,0-1 0,0 0 0,0-1 0,0-1 0,0-1 0,0 0 0,1 1 0,-1 0 0,0 1 0,0 4 0,1-4 0,0 3 0,-1-3 0,0 0 0,0 0 0,1 0 0,-1 0 0,2 1 0,-1 0 0,0 0 0,-1 0 0,0 4 0,0-3 0,1 2 0,1 1 0,0-5 0,-1 4 0,0-6 0,2 6 0,-2-6 0,1 6 0,-1-8 0,-1 2 0,0-1 0,1-1 0,0 1 0,0-1 0,0 0 0,-1 0 0,1 2 0,0-2 0,0 1 0,1-2 0,-2 3 0,3-1 0,-2 1 0,2-2 0,-3-1 0,0 1 0,-1 0 0,1 3 0,-1-1 0,0 0 0,1 6 0,-1-5 0,1 12 0,-1-11 0,1 12 0,0-12 0,-2 5 0,2-2 0,-1-3 0,0 4 0,1 0 0,0-3 0,-1 3 0,0 3 0,1-4 0,0 4 0,0-5 0,0 0 0,-1 1 0,1-1 0,0 6 0,0 16 0,0-10 0,1 16 0,1-26 0,-1 6 0,1-3 0,-2-3 0,3 14 0,-1-12 0,0 9 0,1 2 0,-1-3 0,0 4 0,0-7 0,-2-7 0,1 0 0,0-1 0,1 1 0,-1 5 0,1-4 0,-1 4 0,0-1 0,-1-4 0,2 3 0,-2-4 0,2 4 0,-1-3 0,0 3 0,0-4 0,-1 1 0,0-1 0,0 1 0,0-1 0,0 6 0,0-4 0,0 4 0,0-2 0,0-3 0,0 3 0,0-5 0,0 6 0,-1 5 0,1 3 0,-1-2 0,2-5 0,-2-5 0,1-1 0,0 7 0,0-6 0,0 5 0,0-1 0,0-4 0,1 5 0,-1-6 0,0 6 0,1 6 0,-1-4 0,2 1 0,-2-10 0,0 0 0,0 8 0,0-6 0,0 10 0,0-10 0,0 3 0,-1 8 0,1-8 0,-1 20 0,1-19 0,0 8 0,0-6 0,0-5 0,0 4 0,1 0 0,-1-4 0,2 3 0,-1 0 0,1-4 0,0 3 0,-1-5 0,0 1 0,1-1 0,0 0 0,-1 0 0,2 5 0,-1-3 0,1 3 0,0 20 0,-2-20 0,1 18 0,-2-26 0,0 2 0,0-2 0,0 2 0,0 1 0,0-1 0,0 2 0,0 4 0,0-3 0,0 30 0,0-25 0,0 25 0,1-31 0,0 4 0,-1-8 0,0 1 0,0-2 0,0 1 0,0-1 0,0 0 0,0-1 0,0 4 0,0-2 0,0 2 0,0-2 0,0 4 0,0-2 0,0 3 0,0-3 0,-1 0 0,0 0 0,0 8 0,1-6 0,-2 5 0,1-2 0,0-6 0,0 9 0,0 1 0,1-3 0,-2 3 0,1-6 0,0-3 0,0 4 0,1-1 0,0-2 0,-1 7 0,0-9 0,1 4 0,-1-6 0,1-1 0,0 1 0,0 3 0,0-3 0,-1 12 0,1-11 0,-1 11 0,1-9 0,0 4 0,0-4 0,-1 1 0,0-1 0,0-1 0,0 0 0,-1 2 0,1-2 0,0 2 0,1 2 0,0-2 0,0 3 0,0-4 0,0 0 0,0 0 0,0-1 0,0 1 0,0-1 0,0 0 0,0 0 0,0 0 0,0-1 0,0 1 0,1 4 0,-1-2 0,0 3 0,0-4 0,1 0 0,0 0 0,0 6 0,2 9 0,-2-5 0,1 5 0,-2-13 0,0 4 0,0-5 0,0 4 0,0-6 0,0 0 0,0 0 0,0 0 0,0 0 0,0 0 0,0 0 0,1 11 0,0 3 0,0 4 0,0-1 0,0 2 0,0-6 0,0 10 0,0-15 0,-1 7 0,1-15 0,-1 5 0,0-9 0,0 1 0,0 1 0,0-1 0,2 5 0,-1-5 0,2 2 0,-2-3 0,1-2 0,-1-1 0,1-2 0,-10-4 0,1-2 0,-7-3 0</inkml:trace>
  <inkml:trace contextRef="#ctx0" brushRef="#br0" timeOffset="181737">4063 16828 5734,'4'-2'0,"-1"1"0,-2 1 0,0 0 0,1 4 0,-1 0 0,5 5 0,-4-4 0,4 2 0,-4-3 0,3 1 0,-3-2 0,2 1 0,-2-3 0,1 2 0,-1-2 0,2 1 0,-1 0 0,0-1 0,4 3 0,-3-3 0,4 3 0,-1-2 0,-3 0 0,4 0 0,-4-1 0,0 0 0,-1 1 0,4 0 0,-2-1 0,2 1 0,-3-1 0,1 1 0,-1 0 0,2 0 0,-2 1 0,5 1 0,-2-1 0,9 4 0,-8-4 0,4 1 0,-1-2 0,-4-1 0,3 1 0,-4-1 0,0 1 0,0-1 0,3 2 0,-3 0 0,2-1 0,1 1 0,1 1 0,0-1 0,2 1 0,-6-2 0,2-1 0,-3-1 0,2 0 0,-2 0 0,2 1 0,-3-1 0,1 1 0,-2-1 0,1-2 0,-1 1 0,0-1 0,3-1 0,-4 1 0,4 0 0,-1 0 0,0 0 0,1-1 0,0 1 0,0-2 0,2-1 0,-2 0 0,0 1 0,0 1 0,-1 0 0,1-1 0,-1 1 0,1 0 0,3-1 0,-2 2 0,2-2 0,-2 2 0,-1 0 0,0 1 0,0 0 0,1 0 0,-2 1 0,2 0 0,-2-1 0,8 0 0,-5 1 0,14-1 0,-13 1 0,10 1 0,-11 0 0,22 4 0,-13-3 0,12 0 0,-2-3 0,-13 0 0,13-2 0,-15 1 0,1 0 0,-1 0 0,3 1 0,-3 0 0,1 1 0,-5 0 0,-1 0 0,1 0 0,0 0 0,-2 0 0,2-1 0,3 0 0,-3-1 0,3 1 0,-5 0 0,-1-1 0,0 1 0,0 1 0,0 0 0,0 1 0,0-1 0,1 1 0,-1-1 0,0 1 0,1-1 0,1 0 0,-2 1 0,3 0 0,1 0 0,-1-1 0,2 0 0,-2 0 0,-1 1 0,1-1 0,0 2 0,0-1 0,5 0 0,9 2 0,-8-2 0,6 3 0,-7-3 0,-5-1 0,4 0 0,-5 0 0,1 0 0,1 0 0,0 0 0,6-2 0,-3 0 0,3 0 0,13-5 0,-12 3 0,12-2 0,-17 2 0,0 2 0,4-3 0,-5 3 0,4-1 0,-4 1 0,0 1 0,1-1 0,-1 1 0,0 0 0,3-1 0,-2 2 0,2-1 0,1 1 0,-4 1 0,3-1 0,-3 2 0,24 0 0,-16-1 0,28 2 0,-31-2 0,7 0 0,-3-1 0,-5 0 0,5 0 0,0 0 0,1 0 0,15-1 0,-13 0 0,6 1 0,-15 0 0,-1 0 0,12 0 0,-8 0 0,8 0 0,-6 2 0,-4-1 0,4 0 0,7 0 0,-8-1 0,8 0 0,-10 0 0,-1 0 0,1 0 0,-1-1 0,5-1 0,-5 0 0,4 1 0,-6 0 0,-2 1 0,1-1 0,-1 1 0,0-1 0,0 1 0,0 0 0,4 0 0,-3 0 0,3 0 0,1 0 0,-4 0 0,5 0 0,-5 0 0,6 0 0,-4 0 0,4 0 0,-5 0 0,5 1 0,-4 0 0,3 1 0,1 1 0,-5-2 0,5 1 0,-6-1 0,0 1 0,10 0 0,16 1 0,-11-1 0,7 0 0,-18 0 0,-4-1 0,3 1 0,-1-1 0,-3 1 0,2-1 0,4 1 0,-5-1 0,6 0 0,11-1 0,-11 0 0,12 0 0,-15 0 0,0 0 0,6-2 0,-5 1 0,5-1 0,-7 1 0,7 0 0,-5 1 0,6-1 0,-8-1 0,1 1 0,1 0 0,0 1 0,0 0 0,0-1 0,0 1 0,0-1 0,15 1 0,-11 0 0,25 0 0,-25 0 0,10 0 0,-7 1 0,-6 0 0,6 1 0,6-1 0,-10-1 0,23 1 0,-22-1 0,9-1 0,-6 0 0,-6 0 0,6 1 0,-2 0 0,11 0 0,-8 0 0,7 0 0,-7 0 0,-8 0 0,7 0 0,-10-1 0,-1 1 0,1-1 0,4 0 0,-3 1 0,3 1 0,8 1 0,-10 0 0,9 1 0,-13-2 0,0 0 0,0 0 0,0 0 0,5-1 0,-3 0 0,14-1 0,-13 0 0,9 0 0,-7 0 0,-4 1 0,2 0 0,0 0 0,-4 0 0,2 1 0,1 0 0,-4 0 0,4 1 0,4-1 0,-5-1 0,5 0 0,-3 0 0,-3 0 0,2 0 0,-4 0 0,-1 0 0,1 1 0,-1-1 0,-1 2 0,4-1 0,-3-1 0,5 2 0,-2-2 0,7 1 0,-5 0 0,3-1 0,-6 0 0,2 0 0,-2 0 0,5 1 0,-6 0 0,2-1 0,4 0 0,-5-1 0,6 0 0,-1 1 0,-5 1 0,5-1 0,-8 0 0,5 0 0,-5 0 0,3 0 0,-4 0 0,-1 0 0,4 0 0,-3 0 0,1 0 0,0 0 0,-1 0 0,2 0 0,2-2 0,-2 1 0,2-1 0,-2 1 0,0 0 0,0 0 0,5 1 0,-4-1 0,3 1 0,-2-1 0,-1 0 0,2-1 0,4-1 0,-5 2 0,11-2 0,-11 2 0,5-1 0,-5 1 0,-2 0 0,5-1 0,0 1 0,-1-1 0,-1 1 0,-5 0 0,0 1 0,0 0 0,0 1 0,8-1 0,-6 0 0,6-2 0,-5 1 0,-3-1 0,3 1 0,0 0 0,-2 0 0,2 1 0,-3 0 0,-1 0 0,1 0 0,0 0 0,0 0 0,1 0 0,-1 0 0,1 0 0,-1-1 0,2 1 0,-1 0 0,1-1 0,-1 1 0,6-2 0,-4 1 0,4-1 0,1 2 0,-3-2 0,2 2 0,-4-1 0,5 0 0,-2-1 0,4 0 0,-2 1 0,-1-1 0,0 1 0,5-2 0,-4 1 0,4-1 0,-4 2 0,0-1 0,0 0 0,1 0 0,19-2 0,-5-2 0,9 0-414,-13 0 414,-7 3 0,0 0 0,11 0 0,-6 2 0,8-2 0,-9 2 0,1-1 0,-1 0 0,0-1 0,0 1 0,-1 0 0,0-1 0,8 0 0,7-1 0,-6 0 0,18 0 0,-26 3 0,4 1 0,0 1 0,-3 0 0,13 1 0,-7 0 0,-6-1 0,7 2 0,8-1 0,-11 0 414,12-1-414,-7-1 0,-8 0-328,6-1 328,-10 0 0,0 0 0,0 1 0,0 0 0,1 0 0,-1-1 0,2 0 0,-2 0 0,2 0 0,-2 0 0,1 0 0,8 2 0,-8 0 0,6 0 0,-8 1 0,0 0 0,8 2 0,20 2 0,-12-2 0,10 1 0,-15-2-463,-6-2 463,5 1 0,1 0 0,-8-1 0,6 1-131,-10-1 131,1 0 0,-1-1 0,1 0 308,8-1-308,22-1 0,-13-1-766,12 0 766,-26 3 0,0-1 326,-2 1-326,0 1 0,-1 0 0,7 3 0,-8-1 0,4 2 129,-9-1-129,0-1 0,-2 1 0,-1-1 806,-2 1-806,0 0 119,-3-1-119,-2 1 0,-4-1 0,-3 1 0,-2-1 0,-1 1 0,-1-1 0</inkml:trace>
  <inkml:trace contextRef="#ctx0" brushRef="#br0" timeOffset="184466">4113 17797 5734,'1'15'0,"6"22"0,3 0-2295,2 8 2295,2-7 0,-3-12 641,3-1-641,10 8 0,-3-10 387,8 7-387,4-8 0,-6-7 0,12-4 0,1-3 0,0-5-682,-4-2 1,0-3 681,-5-7 0,-1-5 221,-9 1 0,0-2-221,9-10 0,-10 7 0,0-1 0,5-12 0,0-1 0,-1-3 0,0-1 0,-1 0 0,-3 0 0,-2 0 0,-2 1 0,-4 0 0,-1 0 0,-3-1 0,-1 0 0,-3-2 0,-1 0 0,-2-2 0,0 0 0,1 0 0,-1 12 0,0 0 0,2-14-522,-1 15 1,1 1 521,0-9 0,2-4 0,1-1 0,-1 1 0,-1 1 0,1 4 0,-3 14 0,-1-12 0,1 13 0,-1-5 1255,0 17-1255,-1 4 603,0 1-603,-7 9 1373,-1-2-1373,-7 7 0,2-1 0,1-2 0,0 3 0</inkml:trace>
  <inkml:trace contextRef="#ctx0" brushRef="#br0" timeOffset="185606">4922 17244 5734,'5'44'0,"-1"0"0,1-1 0,-1-3 0,1 0 0,0-3 0,2 5 0,1-4-1274,-2-6 0,1 0 1274,2 9 0,0 1 0,2 0 0,0-1 0,-3-9 0,1 0 0,2 2 0,0 3 0,0-4 0,0-4 0,0-1 0,3 8 0,2 0 0,0-4 0,0-3 0,-3-6 0,0 0 0,10 11 0,0 0 0,3 3 0,-9-15 0,1 0 0,-1-3 0,-1-2 0,9 9 583,7 4-583,-1-6 0,-8-10 0,18 7 0,-17-14 0,19 1 0,-17-8 452,7 0-452,2-4 0,0-1 0,-2-1-98,1 1 0,-1-3 98,-4-7 0,-6 1 0,-4 0 0,1-2 0,4-4 406,6-10-406,-10 6 0,-1-2 0,-2-2 0,-3-1 0,-2-1 0,4-10 0,-5 7 0,0 0 0,-2-5 0,0-1 0,0-2 0,-1 1 0,1-1 0,-1 2 0,-3 11 0,1 0 0,0-14 0,-2 15 0,-1 1 0,0-9 0,-1 1-360,1-12 360,-3 11 0,2-9 0,-2 14 0,0 0 0,1 1 0,0-2 0,1 0 0,-1 0 0,0 0 0,-2 2 0,1 0 0,-2 1 0,1 0 0,-1 1 0,0 2 0,-1-1 0,-1-5 0,-2-17 0,1 19 0,1 7 0,-1-2-32,-1 5 32,2 6 197,-1-1-197,2 7 887,-3-9-887,3 8 572,-2-5-572,3 9 39,0 1-39,0 1 0,1 0 0,-1 1 0,0-1 0,0 0 0,0 1 0,-2 0 0,-1 2 0,-1 0 0,1 1 0,-1 1 0,2-1 0,-1 1 0,1 1 0,-5 2 0,3 1 0,-3 0 0,4-1 0,0-2 0,2 1 0,-1 0 0,1-1 0,-2 0 0,2-3 0,1 0 0,-1-1 0,2 1 0,-1 1 0,1 1 0,0 0 0</inkml:trace>
  <inkml:trace contextRef="#ctx0" brushRef="#br0" timeOffset="186708">6100 16888 5734,'4'12'0,"0"1"0,-2 0 0,0 1 0,0 3 0,-1 0 0,3 22 0,-2-12-812,2 16 812,-1-16 0,-1 3 0,1 1 0,-1 3 0,1 3 0,0 3 0,0 0 0,-1-10 0,1 0 0,2 16 0,1 0 0,1 3 0,0-7 0,0-1 0,0 2 0,0-2-808,1-2 0,-2-4 808,0 3 0,0 1-60,1-2 60,-3-12 0,2 1 0,2 11-265,4 8 265,-4-19 644,1-3-644,13 13 0,-9-16 1352,10 10-1352,-13-20 73,1-1-73,5 1 339,-3-3-339,4 0 0,4-7 0,-5-2 0,23-14 0,-17 3 0,0-1 0,0-2 0,-2-2 0,8-7 0,-2 0 0,-8 6 0,11-12 0,-14 13 0,4-6 0,-1-3 0,-4 4 0,4-8 0,-5 7-409,2-2 409,-1-2 0,1 0 0,0-1 0,-1 1 0,4-10 0,-8 15 0,0 0 0,7-15-726,-2 0 726,-9 20 0,0 0 0,7-25 0,-6 17 0,4-20 0,-3 13 0,-2 7 0,0-2 0,0-1-138,1-1 138,2-15 0,-4 22-279,-3 1 279,1 0 0,-2 1 0,-3-18 0,0 14 0,-1-14 0,0 20 0,0 0 0,2 0 690,-1 2-690,0-4 0,1 7 0,-1-3 0,1 7 874,-1 2-874,1 0 333,0 2-333,0 1 0,-1 0 0,1 1 0,-1-1 0,1 1 0,-1 0 0,1 2 0,0 1 0,-1-1 0,1 1 0,0 0 0,-2 1 0,1 0 0,-2 0 0,1 1 0,0 1 0,1 0 0,-2 0 0,2 1 0,-1-1 0,-1 2 0,-1 4 0,2-4 0,-2 3 0,4-6 0,0 0 0,0 0 0,0 1 0,1-1 0,0 3 0,0 0 0,1 2 0,-1-1 0,1 0 0,-1 6 0,0-5 0,-1 4 0,1-7 0,-3-1 0,1-1 0,-1-2 0,-2-2 0,3 0 0,-2 1 0,2 2 0,0 0 0,1 1 0,0-5 0,-1 3 0,1-4 0</inkml:trace>
  <inkml:trace contextRef="#ctx0" brushRef="#br0" timeOffset="188303">6873 16913 5734,'-4'-3'0,"1"0"0,2 1 0,0-2 0,0 2 0,0-1 0,0-1 0,1 3 0,-1-2 0,1-1 0,0 1 0,0-2 0,0 2 0,1 1 0,-1 2 0,2 2 0,1 8 0,-2 0 0,9 31 0,-5-21-543,5 22 543,-5-24 0,-1 3 0,4 13 0,-1-5 0,1 10 0,1 5 0,-2-9 0,-1-4 0,1 4 0,0-4 0,0 2 0,0-2 0,1 3 0,0 1 0,3 12 0,1-1 0,-4-17 0,1-2 0,5 17 0,-2-9 0,1 1 0,3 4 0,-5-14 0,-1 0 0,2-2 0,-2-2 0,7 11 0,-3-8 0,0-2 0,2 1 0,4 2 0,-6-12-41,0-2 41,-1-1 0,2-2 0,-1-1 0,2 1 0,0 1 0,0-1 0,0 2 0,0 0 0,0-1 0,-1 0 0,0-3 0,6-1 0,-5-6 0,5-1 0,1-8 0,-2-6 0,1-3 0,6-4-420,-7 3 0,-3 0 420,-6 1 0,0-1 266,0 1-266,-1-1 0,0-1 0,0 1 0,0-2 0,0-1 0,0-1 0,-1 0 0,-1-2 0,1-2 0,2-7-524,-2 6 1,-1 1 523,1-3 0,-2 0-601,0 1 601,0 0 0,-1 1 0,0 0 0,1 0 0,-2-1 615,1 1-615,1-16 0,-2 10-689,2-11 689,-3 14 0,0 1 995,0 1-995,2-18 0,-3 18 676,0-14-676,-2 17 0,-1 6 105,0-4-105,-2-3 0,2 11 0,-3-15 0,1 20 1104,1-4-1104,0 9 0,1 0 0,-1 1 0,-1 1 0,0 1 0,2 2 0,-1-1 0,0 2 0,-2 2 0,2 0 0,-1 5 0,1-2 0,-1 5 0,1-3 0,-1 3 0,1-2 0,-1 1 0,1 1 0,0 1 0,1 8 0,0-4 0,-1 6 0,-1 2 0,1-5 0,0 8 0,1-6 0,-1 1 0,0 0 0,1 3 0,1 13 0,0-7-853,2 9 853,-1-9 0,2 0 0,-1 0 0,1 2 0,0-1 0,0 0 0,-1-1 0,1 0 0,-1-3 0,3 9 0,1 8 0,0-8 0,1 1 0,-2-18 0,-1 0 0,0 0 0,1-1 0,0 0 0,0 0 0,1 0 0,-1-1 0,0 0 0,0 0 0,0-1 0,1-1 0,-1-1 0,4 3 0,4 1 0,-3-3 0,2-2 853,-3-5-853,-2-3 0,4 2 0,-4-2 0,2 0 0,-1 2 0,5 3 0,-4-1 0,2 2 0,1 0 0,-3-4 0,6 4 0,-6-6 0,3 1 0,1-2 0,-3-1 0,4 0 0,-1-1 0,-3-1 0,2 1 0,-4 0 0,0-1 0,-1 0 0,15 1 0,-10-1 0,12-1 0,-13 0 0,8-3 0,-6 1 0,7-1 0,-7 0 0,1 0 0,0-1 0,0-1 0,6-2 0,4-2 0,0-2 0,4-1 0,-4 2 0,-3 0 0,-2 1 0,-6 0 0,11-8 0,-11 5 0,5-7 0,1-7 0,-4 4 0,-2 1 0,0-2 0,4-6-351,5-11 351,-11 18 0,-1 0 0,5-14 0,-2 4 0,0-2-1569,0-8 1569,-6 14 0,1-1 0,-3-3 0,0 0 0,-3 7 0,0 1 0,1-8 0,-1-1 0,-2 3 0,-2 1 0,1-13 0,-1 17 0,0-2 0,-1-12 0,-1 1 0,0-8-484,0 10 0,0 3 484,-1 9 0,-1 12 11,-17-4 1,4 9-1,-12-4 1</inkml:trace>
  <inkml:trace contextRef="#ctx0" brushRef="#br0" timeOffset="206747">7862 11115 5734,'1'4'0,"0"1"0,0 1 0,-1 9 0,1-1 0,0 8 0,-2 6 0,0-5-614,0 7 614,0-6 0,0 3 0,1 1 0,0 3 0,0 2 0,0-2 0,0-9 0,1 6-11,1-8 11,0-6 0,1 2 0,1-9 0,1-3 0,-2-4 114,-2-4 0,-3-3 0,-1-3 1</inkml:trace>
  <inkml:trace contextRef="#ctx0" brushRef="#br0" timeOffset="-175476.73">18389 13634 5734,'2'-7'0,"0"1"0,0 0 0,1-4 0,0 5 0,0-9 0,-2 9 0,0-7 0,-1 6 0,0-5 0,1 3 0,0-3 0,2 4 0,-3 2 0,0 0 0,-1-2 0,0 0 0,1-1 0,0 1 0,0-2 0,-1 2 0,1-4 0,-1-2 0,0 3 0,1-2 0,0 6 0,0 1 0,0-2 0,0 1 0,0-1 0,0 2 0,0 1 0,0-1 0,0 0 0,0 0 0,0-1 0,0 0 0,0-3 0,-1 2 0,1-3 0,-2 3 0,1-1 0,0 1 0,1-1 0,-1 1 0,1-1 0,0 0 0,0 1 0,0-5 0,0 4 0,0-3 0,1-3 0,-1 5 0,2-7 0,-2 4 0,1-5 0,-1 3 0,0 1 0,0 3 0,0 3 0,0-2 0,-1 3 0,0 0 0,0 0 0,0 0 0,1 1 0,0 0 0,-1 0 0,1 1 0,-1-1 0,-1-3 0,0-11 0,0 5 0,1-4 0,1 12 0,0 2 0,0-2 0,-1-4 0,1 3 0,0-4 0,0 1 0,0 1 0,0-3 0,0-3 0,0 3 0,0-1 0,0 2 0,0 4 0,0-2 0,0 0 0,0 2 0,0-3 0,-1 0 0,0 3 0,0-2 0,-1 0 0,1 3 0,-1-1 0,0-2 0,1 5 0,0-2 0,0 5 0,0 1 0,-1-1 0,0 6 0,0-2 0,-1 6 0,-1 6 0,2-4 0,-5 21 0,4-15 0,-2 18 0,2-17-260,0 8 260,-1-6 0,-1 2 0,0 1 0,-2 3 0,1 1 0</inkml:trace>
  <inkml:trace contextRef="#ctx0" brushRef="#br0" timeOffset="-173394.73">18426 13652 5734,'1'5'0,"0"1"0,0 0 0,3 30 0,-1-18-436,1 22 436,-1-25 0,-2-3 107,1 2-107,-1-2 0,2 10 0,-2-10 0,1 8 0,-1-12 329,1 1-329,0 8 0,0-1 0,0 2 0,-1-4 0,-1-4 0,0 0 0,0 5 0,0-4 0,-1 3 0,1 2 0,0-6 0,0 12 0,0-13 0,-1 9 0,1-10 0,-1 4 0,0 4 0,0-6 0,1 7 0,-1-4 0,1-4 0,0 3 0,-1-5 0,1 1 0,0-1 0,1 0 0,0 0 0,1-1 0,-2 1 0,0-1 0,0 8 0,0 4 0,0-1 0,0 0 0,0-8 0,0 20 0,0-14 0,1 14 0,0-11 0,1 1 0,-2 12 0,1-10 0,0 8 0,-1-16 0,0 14 0,0-13 0,0 8 0,0-2 0,0-6 0,-2 7 0,0 1 0,1-4 0,0 5 0,2-1 0,1-5 0,0 5 0,-1-2 0,-1-4 0,0 4 0,0 1 0,0-5 0,0 6 0,0-7 0,0 0 0,0 0 0,0 1 0,0 0 0,0 1 0,0 0 0,0 9 0,0 0 0,-1 3 0,1 6 0,0-7 0,0-1 0,-1 4-579,0-7 579,-1 7 0,1-1 0,-1-6 0,1 7 0,-1-1 0,1-7 0,-1 7 0,-1 8 0,0 4 0,-1 0 0,2-4 0,1-9-430,-1-7 430,2 7 0,-2-11 0,1 8 0,0-7 0,-1 5 0,1-1 0,0-5 0,0 6 0,1-7 0,-1 2 0,0-1 0,0 1 0,1 0 0,1 8 0,0-7 0,-1 5 0,-1-7 0,0-1 0,0 0 0,0 15 0,1-12 553,-1 11-553,0 0 0,-1-11 0,1 25 0,0-25 0,-3 14 0,0 2 0,2-11-314,-1 4 0,0-2 314,2-11 252,-1 7-252,0-5 0,1 5 0,-1-7 0,1 6 0,0-6 0,-2 6 0,2-7 0,-2 29 0,1-21 0,-2 20 0,3-22 0,-1-5 0,0 5 0,0 4 0,1-8 0,-2 20 0,2-22 0,0 8 0,1-12 645,0-1-645,0 0 187,-1 7-187,0-7 0,1 7 0,-1-5 0,1-2 0,-1 3 0,0 1 0,0-4 0,0 3 0,1-4 0,0 7 0,0 0 0,0 1 0,0-3 0,0-7 0,1 4 0,0-3 0,0 3 0,-1-3 0,1 0 0,-1 6 0,0-3 0,0 3 0,0-5 0,0 7 0,0-6 0,0 5 0,0-10 0,0 0 0,0 0 0,0 0 0,0 0 0,0 0 0,0 2 0,0-1 0,0 3 0,0-3 0,0 1 0,0 0 0,0-2 0,-1 4 0,1-4 0,0 1 0,-1 1 0,1-2 0,0 2 0,-1 1 0,1-3 0,-1 5 0,0-5 0,1 2 0,-1 1 0,0-2 0,-1 4 0,1-1 0,0-2 0,1 0 0,0-5 0,0 1 0,0-1 0,-1 2 0,1-1 0,0 4 0,0-2 0,-1 8 0,0-4 0,1 2 0,-1-3 0,1-1 0,-1-2 0,1 0 0,0-2 0,-1-2 0,-1 0 0,-3 1 0,-2-2 0,-3 0 0,-3-4 0,0-1 0</inkml:trace>
  <inkml:trace contextRef="#ctx0" brushRef="#br0" timeOffset="-166660.73">6431 12179 5734,'-5'7'0,"1"1"0,0-1 0,-3 4 0,3-2 0,-3 3 0,1 2 0,0-1 0,-1 3 0,3-3 0,-1 0 0,1 0 0,0 1 0,-1 27 0,3-20 0,0 18 0,4-28 0,1 0 0,-1-3 0,1 0 0,2-4 0,0-2 0,3-3 0,-1-2 0,0-2 0,0-2 0,10-19 0,-9 13 0,7-13 0,-13 18 0,1 1 0,-2-3 0,0 4 0,0-2 0,-3 2 0,0 2 0,-5-1 0,2 4 0,-3 0 0,-2 4 0,4-1 0,-6 3 0,8-3 0,-3 1 0,5-1 0,1-2 0,1 1 0</inkml:trace>
  <inkml:trace contextRef="#ctx0" brushRef="#br0" timeOffset="-166316.73">6543 12424 5734,'-4'-1'0,"4"-2"0,3 1 0,2-3 0,-2 0 0</inkml:trace>
  <inkml:trace contextRef="#ctx0" brushRef="#br0" timeOffset="-165417.73">6633 12280 5734,'-4'0'0,"2"-1"0,6-2 0,4-3 0,1 1 0,2-3 0,-1 4 0,-3 1 0,5 0 0,-6 1 0,3 2 0,-3 1 0,-1 0 0,1 1 0,-1 5 0,-2-2 0,0 8 0,-3-5 0,-1 3 0,-1 2 0,-1-2 0,-2 3 0,-5 5 0,3-8 0,-8 14 0,8-16 0,-5 11 0,9-14 0,-1 3 0,4-8 0,0 1 0,1-2 0,1 1 0,1-1 0,1 0 0,6 0 0,7 0 0,-3 0 0,7-2 0,-11 0 0,2-1 0,-2 0 0,-3 1 0,1 0 0,-3 0 0,-1 1 0,0 0 0,-1 1 0,-1 0 0,-1 0 0,0 0 0</inkml:trace>
  <inkml:trace contextRef="#ctx0" brushRef="#br0" timeOffset="-164567.73">6848 12326 5734,'-3'6'0,"-2"11"0,3-10 0,0 9 0,2-9 0,1-1 0,0 1 0,0-3 0,1-1 0,0 0 0,0-1 0,3 1 0,-3-1 0,6 0 0,-5-2 0,3 0 0,-2 0 0,-1-1 0,4-1 0,-5 1 0,1-1 0,-3 1 0,0-2 0,0 2 0,0-3 0,-1 3 0,-1-5 0,-1 0 0,0 0 0,1 0 0,2 4 0,0 0 0,0-1 0,-1 2 0,0-1 0,0 0 0,-3-4 0,3 4 0,-3-4 0,3 5 0,-3-2 0,3 1 0,-4-1 0,-1-3 0,2 3 0,-2-3 0,1-1 0,2 3 0,-3-6 0,4 5 0,-1-1 0,1-3 0,0 4 0,0-6 0,1 7 0,2-4 0,1 5 0,1-1 0,-1 2 0,-1-1 0,0 0 0,-1 0 0,0 1 0,0 0 0,1 1 0,0 0 0,3-1 0,1 2 0,1-2 0,0 1 0,-1 0 0,0 1 0,3 1 0,-4 0 0,4 1 0,-5 0 0,1 2 0,-3 2 0,0 0 0,-2 4 0,1 3 0,-1-3 0,1 4 0,-1 1 0,-1-3 0,0 2 0,-3-2 0,1-3 0,-1 1 0,-3 2 0,3-6 0,-3 4 0,3-7 0</inkml:trace>
  <inkml:trace contextRef="#ctx0" brushRef="#br0" timeOffset="-163438.73">7096 12405 5734,'-6'-5'0,"1"2"0,4 1 0,2 1 0,0 0 0,1-1 0,-1 0 0,0 0 0,0 0 0,-1 1 0</inkml:trace>
  <inkml:trace contextRef="#ctx0" brushRef="#br0" timeOffset="-162294.73">7478 12268 5734,'-3'-8'0,"1"-1"0,18-18 0,-8 15 0,16-18 0,-17 25 0,4 0 0,-5 5 0,-2 1 0,1 1 0,0 5 0,0-1 0,6 11 0,-5-7 0,5 6 0,-4-2 0,-1-5 0,1 4 0,0-3 0,1-1 0,7-1 0,-3-4 0,3-3 0,-5-3 0,0-2 0,0-1 0,4-5 0,-4 2 0,2-4 0,-5 5 0,-1-1 0,-1-1 0,-2 2 0,0 0 0,-1 1 0,-5 2 0,0 3 0,-2 2 0,1 1 0</inkml:trace>
  <inkml:trace contextRef="#ctx0" brushRef="#br0" timeOffset="-160733.73">8027 12186 5734,'2'-6'0,"10"-10"0,-6 10 0,9-8 0,-6 8 0,-3 2 0,5-2 0,-5 4 0,2 0 0,-4 4 0,3 6 0,-3-2 0,2 6 0,-5-2 0,-1 0 0,0 2 0,-1 0 0,-2-1 0,-1 3 0,-1-1 0,-1 0 0,-1 1 0,-1-1 0,-3 3 0,2-5 0,0 1 0,4-6 0,0 1 0,2-3 0,-2-1 0,4-3 0,0-11 0,1 5 0,1-6 0,1 8 0,4-1 0,-1 1 0,2 1 0,1 1 0,0 1 0,1 1 0,5 2 0,-3 0 0,12 5 0,-11-1 0,5 1 0,-10-2 0,9 2 0,-10-4 0,5 1 0,-9-5 0,-3 0 0,-2 2 0,0 0 0,-2 1 0,1-1 0</inkml:trace>
  <inkml:trace contextRef="#ctx0" brushRef="#br0" timeOffset="-160177.73">8272 12176 5734,'1'28'0,"1"-3"0,-2-15 0,1 5 0,0-5 0,-1 3 0,0-2 0,0-4 0,-1 2 0,0-4 0,1-1 0,-1-1 0,2 0 0,0-3 0,0 2 0,0-2 0,-1-4 0,0 2 0,-4-6 0,1 4 0,-2-2 0,0 1 0,3 2 0,-1-2 0</inkml:trace>
  <inkml:trace contextRef="#ctx0" brushRef="#br0" timeOffset="-159502.73">8205 12170 5734,'4'-1'0,"-1"1"0,-2 0 0,2 0 0,0 0 0,2 0 0,15 0 0,-9 0 0,12 0 0,-3-3 0,-7 2 0,12-3 0,-13 2 0,4-1 0,2-1 0,-4-1 0,1 0 0,-7 2 0,-5 2 0,-3 0 0,-6 0 0,3 1 0,-7-2 0,7 2 0,-3-1 0,4 1 0,-2 0 0,0 0 0,0 0 0,-4 3 0,3 0 0,-3 2 0,1 3 0,1-1 0,0 3 0,-1 2 0,2-2 0,-1 4 0,3-4 0,0 10 0,5 3 0,-1-1 0,4-2 0,-1-11 0,0-1 0,1 0 0,1-2 0,1-1 0,0-2 0,2-1 0,0-1 0,0-2 0,1-2 0,-1-1 0,-1-1 0,-1-1 0,-3 2 0</inkml:trace>
  <inkml:trace contextRef="#ctx0" brushRef="#br0" timeOffset="-158911.73">8059 12368 5734,'7'-2'0,"6"0"0,-1-1 0,7-1 0,10 0 0,-5 1 0,9 1 0,2 4 0,-8 0 0,2 1 0,0 1 0,0 0 0,16 3 0,-17-2 0,-8-2 0,3 1 0,-7-2 0,-7-1 0,1 1 0,-6 1 0,-2-3 0,-1-2 0</inkml:trace>
  <inkml:trace contextRef="#ctx0" brushRef="#br0" timeOffset="-158735.73">8592 12424 5734,'0'0'0</inkml:trace>
  <inkml:trace contextRef="#ctx0" brushRef="#br0" timeOffset="-155882.73">14128 17816 5734,'11'17'0,"7"9"0,-4-5-1170,5 8 1170,-5-8 0,0 0 0,1-1 0,8 8 0,-6-7 374,7 5-374,2-6 0,1-1 0,2-1 96,-2 0 1,1-2-97,-1-6 0,-7-4 0,10 1 0,-12-5 0,5-1 0,3-4 0,-4 0 0,9-3 0,-3-3 0,1 0 0,5-1-318,-3 0 0,-2 1 318,-1 1-918,11-4 918,-9 1 0,9-2 0,-12 4 0,1-1 0,-1 1 0,15-4 0,-9 1 0,3-2 0,2-2 0,2-1-432,-1 1 0,-1 1 432,0 2-35,-14 5 1,1 1 34,8-1 0,0 4 813,-3 2-813,9 10 0,-11 3 0,6 10 0,-10 15 0,-9-5 0,-6-4 0,-1 3 0,-4-1 0,-1-1 0,0-2 0,-1 0 576,0 17-576,-2-24 1269,-2-11-1269,0-3 0,-2-4 0,-1-4 0,-5-10 0,4-2 0,-1-11 0,6 0 0,2-4 0,3 6 0,1-1-629,3-2 0,1 1 629,1 0 0,1 0 0,2 2 0,1 3-825,11-6 825,6 5-85,4 5 85,8 12 0,3 3 0,-15 1 0,1 2-844,13 2 1,5 3-1,-4 0 844,-6 0 0,-1 1 0,-4 0 0,2-1 0,1 1-201,5-1 0,1-1 0,-2 0 201,-8-1 0,-2 0 0,6-1 0,-3-2 0,6 0 0,2 0 0,1-1 0,-2 0 0,-5-1 0,9 0 0,-5-1 0,5-1 0,-6 0 0,4-1 0,2-1 0,1 0 0,-4 0 0,-4 0 0,4-1 0,-5-1 0,4-1 0,-6 1 0,4-1 0,2 0 0,1-1 0,-1 1 0,-3 0 0,8-1 0,-2 1 0,-1 0 0,2 0 0,-6 0 0,1 0 0,1 0 0,-2 1 0,-3 0 0,9 0 0,-3 0 0,-6 2 0,-2 2 0,-11 3 0,-16 4 0,-11 0 0,-23 1 0</inkml:trace>
  <inkml:trace contextRef="#ctx0" brushRef="#br0" timeOffset="-154778.73">15125 18355 5734,'1'-7'0,"0"-5"0,0 4 0,2-8 0,-1 6 0,2-2 0,1 2 0,1 3 0,5-2 0,-3 4 0,3 0 0,5 3 0,-3 1 0,25 12 0,-23-3 0,13 9 0,-24-8 0,-4 8 0,-2-4 0,-3 6 0,-2-5 0,-2-1 0,0 1 0,-2-2 0,1 0 0,-2-2 0,-9 4 0,9-6 0,-6 2 0,12-8 0,0-2 0,1 0 0,0-2 0,2 0 0,0-1 0,2 1 0,2-1 0,3 1 0,5-1 0,6 1 0,-1 1 0,12 0 0,-10 2 0,23 1 0,-19 0 0,15-1 0,-21 0 0,2-1 0,-2 1 0,-5 0 0,3 0 0,-2-1 0,-3 0 0,0 1 0,-5-1 0,-1 0 0</inkml:trace>
  <inkml:trace contextRef="#ctx0" brushRef="#br0" timeOffset="-154375.73">15561 18260 5734,'0'7'0,"0"5"0,2 0 0,1 13 0,-2-6 0,0 7 0,-2 6 0,-3 13 0,0-6-704,-2 3 704,3-23 0,1-4 0,0-2 0,1-2 0,-1-4 0,0-4 0,-2-2 704,1-6-704,-1-2 0,-1-2 0,-3-8 0,2 2 0,-2-6 0,3 3 0</inkml:trace>
  <inkml:trace contextRef="#ctx0" brushRef="#br0" timeOffset="-154057.73">15445 18330 5734,'1'-5'0,"5"-3"0,8-1 0,-2 0 0,7 2 0,-7 4 0,1 1 0,7-1 0,-4 3 0,5-1 0,-6 2 0,-2 0 0,0 0 0,2 1 0,-6-1 0,3 1 0,-5 0 0,-1 1 0,-1 0 0,-1 1 0,-2 3 0,-1 2 0,1 1 0,-1 3 0,1 10 0,0-3 0,0 7 0,3 2 0,-2-8 0,7 16 0,-4-22 0,10 8 0,-8-19 0,5-1 0,-4-7 0,-1-2 0,-1-4 0,-2-2 0,-1-1 0</inkml:trace>
  <inkml:trace contextRef="#ctx0" brushRef="#br0" timeOffset="-142896.73">15887 11795 5734,'-1'8'0,"-2"10"0,1-5 0,-1 18 0,2-16 0,0 24 0,2-19 0,0 12 0,0-3 0,-2-6 0,1 8 0,-2 2 0,1-8 0,-1 7 0,1-10 0,-2 11 0,4-7 0,-2 1 0,3-11 0,-2-11 0,0-1 0,0-2 0,0 0 0,-2-1 0,-5-1 0,2-2 0,-4-2 0</inkml:trace>
  <inkml:trace contextRef="#ctx0" brushRef="#br0" timeOffset="-142413.73">15700 11752 5734,'5'2'0,"0"-1"0,-1-1 0,8 2 0,-1-2 0,28 0 0,-15 0 0,20-1 0,-6 1-943,-8 1 943,9-1 0,-2 2 0,-10 0 0,5-1-405,-6 1 405,-7-1 0,2 0 0,-6-1 0,-5 0 0,0 0 901,-7 1-901,-2-1 111,-7 2 1,-2 0 0,-5 1 0</inkml:trace>
  <inkml:trace contextRef="#ctx0" brushRef="#br0" timeOffset="-141349.73">13809 12068 5734,'9'3'0,"1"1"0,1-1 0,2 0 0,19 1 0,-10-2 0,7 0 0,1-2 0,0 1 0,6-1 0,2 1 0,-3-1 0,-9 1 0,5 0 0,4-1 0,4-1 0,-3 1 0,-10 0 0,1 0-276,9-1 1,5 1 0,-5-1 275,-9 0 0,-2 0-1058,14-1 1058,-13 1 0,-1 0 0,23-1 0,-14 1 0,10-1 0,-7 0 0,-9 2 0,7-1 0,-4 0 0,0 0 0,0 1-354,0 0 0,-1-1 354,-10 2 290,9-1-290,-7 0 0,6 0 0,0 0 0,-8 1 0,6 0 0,-1 1 0,-7-1 1005,6 1-1005,0 0 0,-5-2 0,5 1 0,2-2 0,-7 1 828,6 0-828,-1 0 0,-5 0 0,3 0 0,-2 0 0,-5 0 469,3 0-469,8 0 0,-17 0 0,7 1 0,-20 1 0,-1-1 0</inkml:trace>
  <inkml:trace contextRef="#ctx0" brushRef="#br0" timeOffset="-139604.73">16415 12143 5734,'7'0'0,"4"1"0,-3 1 0,6-1 0,5 1 0,-3 0 0,6 0 0,3 1 0,-4-1 0,6 1 0,4 0 0,-7 0 0,4-1 0,9 1 0,0-1 0,-5 0 0,-1 0-180,1-1 1,-2-1 179,13-1-1085,-10-1 1085,9 0 0,-2-2 0,-12 1 0,0 0 0,0 1 0,-1-1 0,12 0 0,-14 2 0,-1 0 0,2 1 0,-1 0 0,-1 0 0,-6 0 0,9-1 0,-6 1 0,6-1 0,-1 0 0,-5 1 319,4-1-319,-2 1 0,-7 0 1125,11 1-1125,-2-1 0,-3 1 0,3 1 0,-11-1 0,1 0 0,1 1 0,1-2 0,0 1 0,1-1 0,18-1 0,-12 0 0,23-2 0,-25 2 0,7-1 0,0-1 0,-7 1 0,6-1 0,7-2 0,-12 2 0,3 0 0,0 0 0,-4 1 0,21-2 0,-10 2 0,6-2 0,-9 2 0,-6 0 0,-8 1 0,-3 1 0,2 0 0,-4-1 0,-1 0 0,0 0 0,0 0 0,-1 1 0,0 0 0,-1 1 0,1-1 0,-1 1 0,0-1 0,-1 0 0,-2 0 0,-2 0 0,6 0 0,-5 0 0,2 0 0,-3 0 0,-1 0 0,0 0 0,0 1 0,-1-1 0,0 1 0,0 1 0,1 0 0,-2 0 0,-11-12 0,5 7 0,-17-14 0,14 12 0,-7-3 0,7 3 0,0 0 0,0 0 0,0 0 0,0 0 0,-4-2 0,4 1 0,-14-7 0,13 7 0,-8-5 0,11 8 0,1-1 0,-3-1 0,4 1 0,-1-1 0,2 2 0,1 0 0,0 0 0,0 1 0,1-1 0,-1 1 0,1 0 0,0 0 0,1 1 0,-1-2 0,1 1 0,-1 0 0,1 1 0,-1 0 0,6 3 0,-1-2 0,8 4 0,-3-2 0,3 2 0,-1-1 0,0 1 0,7 3 0,-4-1 0,5 2 0,0 2 0,2 0 0,7 7 0,-9-6 0,1 4 0,-12-9 0,2 1 0,-5 0 0,-1 0 0,-1 1 0,-5 2 0,-2-2 0,-3 4 0,-1-2 0,-2 1 0,-1 0 0,-1 1 0,-1-2 0,0 1 0,1-1 0,1-1 0,0 1 0,2-2 0,1-1 0,0 0 0,2-1 0,0-2 0,0 0 0,3-1 0,0-1 0,-1-2 0,-1-1 0,-3-2 0,-3-2 0,-2-2 0</inkml:trace>
  <inkml:trace contextRef="#ctx0" brushRef="#br0" timeOffset="-138364.73">13975 11825 5734,'-3'3'0,"-1"0"0,3-2 0,-4 4 0,-1 0 0,-3 2 0,0 1 0,-6 3 0,2-2 0,-2 5 0,-1 0 0,5-3 0,-3 3 0,4-4 0,1 1 0,0 1 0,-5 6 0,5-6 0,-4 5 0,7-10 0,1-1 0,1-1 0,1-1 0,0 0 0,1-1 0,0-1 0,0 0 0,1-2 0,0 1 0,-1 1 0,0 0 0,-2 1 0,-1 1 0,1-1 0,-1 0 0,2 0 0,0-1 0,1 1 0,1-2 0,0 0 0,1 0 0,0 1 0,1-1 0,1 1 0,0-1 0,1 2 0,4 2 0,-2-1 0,5 2 0,11 5 0,-8-5 0,12 6 0,-12-6 0,9 3 0,-6-2 0,6 4 0,-9-3 0,0 1 0,-1 0 0,-1 0 0,0-1 0,-2 1 0,7 14 0,-10-12 0,2 13 0,-10-18 0,-4 2 0</inkml:trace>
  <inkml:trace contextRef="#ctx0" brushRef="#br0" timeOffset="-110493.73">8059 10111 5734,'0'4'0,"-2"0"0,2-2 0,-1 6 0,0-3 0,-2 11 0,1-7 0,0 13 0,2-12 0,-2 22 0,2-18 0,-2 11 0,2-10 0,0-3 0,0 3 0,0-3 0,0 10 0,0-8 0,0 7 0,0-6 0,0 5 0,0-5 0,0 2 0,0-1 0,0-6 0,-1 6 0,1-2 0,0-2 0,0 4 0,0-4 0,0-1 0,0-1 0,1-1 0,-1-2 0,1-1 0,-1 1 0,0-3 0,0-1 0,0-1 0,0-1 0,1-5 0,-1 0 0,0-10 0,0-8 0,1 5 0,0-10 0,0 17 0,0-4 0,1 5 0,-2 0 0,2 0 0,-1-4 0,1 2 0,0-3 0,1 4 0,-1 0 0,5-9 0,-2 4 0,2-3 0,-2 7 0,0 2 0,-1 3 0,6-4 0,-5 5 0,4-1 0,0 4 0,-1-1 0,10 4 0,-7 1 0,5 2 0,-5 3 0,-3 0 0,1 3 0,0 4 0,-4-4 0,1 5 0,-4-8 0,-1 1 0,-1 0 0,-2 0 0,0 1 0,-2 1 0,-1 0 0,-1 0 0,-1 0 0,-1 0 0,-1 0 0,0-1 0,0 1 0,-7 4 0,-1-2 0,2 0 0,2-6 0,7-5 0,1 0 0,-7-3 0,7 1 0,-4 0 0,6 0 0,1 1 0,1 0 0,-1 1 0,-1 0 0,0 2 0,-1-1 0,1 1 0,1-2 0</inkml:trace>
  <inkml:trace contextRef="#ctx0" brushRef="#br0" timeOffset="-109449.73">8380 10350 5734,'-1'-3'0,"0"0"0,-1 3 0,1-1 0,-1-1 0,-2 0 0,1 0 0,-4 1 0,4 1 0,-3 1 0,1 2 0,-1 1 0,-1 2 0,-2 4 0,2-3 0,-2 4 0,0 2 0,3-3 0,-1 4 0,3-4 0,1 2 0,1-1 0,1 1 0,-2 2 0,3-3 0,-2 1 0,4-5 0,-2-3 0,3 0 0,2 0 0,-1-2 0,25-12 0,-17 4 0,16-10 0,-13 1 0,-6 6 0,6-12 0,-9 10 0,0-4 0,-1-6 0,-2 8 0,0-11 0,-2 15 0,-1-1 0,-1 5 0,0 1 0,1 0 0,-2 2 0,2-2 0,0 2 0,-1 1 0,0 4 0,0 0 0,0 5 0,-1 4 0,1-2 0,0 5 0,0 11 0,1-9 0,1 18 0,-1-17 0,2 4 0,0-2 0,1-5 0,1 2 0,-1-7 0,1-2 0,0 0 0,0-2 0,3 1 0,-1-3 0,7 1 0,-3-5 0,2 0 0,-4-1 0,-4 0 0,4-2 0,-4 0 0,3 0 0,-5 0 0,2 1 0,-3-1 0,1 0 0,-1 0 0,0 1 0,-2 1 0,0-2 0,-1 0 0,1-1 0,-1-2 0</inkml:trace>
  <inkml:trace contextRef="#ctx0" brushRef="#br0" timeOffset="-108462.73">8603 10337 5734,'-3'-1'0,"-3"-2"0,3 2 0,-2 0 0,-2 2 0,2 1 0,-3 2 0,3-1 0,0 1 0,0 1 0,2-1 0,-1 2 0,1 0 0,1-2 0,-2 4 0,3-4 0,0 2 0,1 1 0,1-3 0,0 4 0,1-5 0,0 2 0,1-1 0,2 3 0,-1-1 0,1 1 0,-2-2 0,2-1 0,-3-1 0,1 3 0,-1-3 0,-2 1 0,1 1 0,-1 2 0,-1-2 0,1 3 0,-4 6 0,2-6 0,-1 6 0,0-9 0,2-1 0,-2 1 0,2-2 0,-1 0 0,1 0 0,0-2 0,1 2 0,0-2 0,1 0 0,3-2 0,0 1 0,6-3 0,-3 1 0,4-1 0,5-4 0,-5 2 0,16-11 0,-15 7 0,11-10 0,-11 8 0,7-12 0,-7 4 0,1 0 0,-7 2 0,-5 8 0,-2-2 0,-1 2 0,-1-2 0,-1 1 0,1 2 0,-2-1 0,2 3 0,1 2 0,-2-3 0,0 3 0,0-2 0,0 5 0,2 1 0,-2 3 0,-3 7 0,2-3 0,-4 12 0,6-9 0,-1 5 0,3-1 0,1-4 0,0 5 0,2 1 0,1-3 0,1 5 0,3-2 0,-2-4 0,3 2 0,-3-6 0,2-1 0,-1-1 0,1-1 0,0-2 0,17-3 0,-10-2 0,12-2 0,-13-1 0,-3 0 0,2-1 0,-1-2 0,-4 1 0,3-2 0</inkml:trace>
  <inkml:trace contextRef="#ctx0" brushRef="#br0" timeOffset="-108096.73">8981 10259 5734,'-14'2'0,"2"0"0,2 2 0,-4 4 0,5-2 0,-8 9 0,9-7 0,-2 23 0,8-18 0,3 12 0,2-16 0,4 4 0,-2-3 0,4 3 0,1-2 0,-1-2 0,8 7 0,-9-9 0,7 8 0,-9-8 0,-2 1 0,-4-2 0,-3-1 0,-1 0 0,-8 5 0,3-3 0,-12 7 0,11-9 0,-5 3 0,6-6 0,3-2 0,-3 0 0,-1-2 0,2 0 0,-3-2 0</inkml:trace>
  <inkml:trace contextRef="#ctx0" brushRef="#br0" timeOffset="-103131.73">11631 10404 5734,'-2'-6'0,"-2"1"0,0 2 0,-1 1 0,-17 10 0,13-3 0,-13 9 0,10 5 0,5-6 0,-4 7 0,6-4 0,3-5 0,-1 2 0,4 2 0,0-7 0,1 3 0,0-9 0,2-2 0,4-3 0,0 0 0,2-4 0,-1 0 0,-1-2 0,5-8 0,-3 2 0,2-6 0,-4 3 0,3-10 0,-4 6 0,0-9 0,-3 9 0,-1-1-333,-2 0 333,-1 0 0,0 1 0,-1 2 0,0 0 0,-1 4 0,0 0 0,0 3 0,1 3 0,0 0 0,0 3 333,0 1-333,0 0 0,0 3 0,0 2 0,-2 16 0,2 3 0,-1 9-403,2-2 403,0-4 0,1 3 0,1 11 0,0-7-655,1 8 655,0-12 0,1 0-263,0-1 263,2-3 0,1-1 0,1-2 0,13 10 0,-8-14 0,10 7 0,-6-17 0,-3-3 365,5-2-365,5-9 0,-9 3 663,8-7-663,-10 0 0,-2 2 0,-1-6 293,-3 6-293,-3-2 0,0 2 0,-3-2 0,-1-2 0,-1 4 0,-2-1 0,-2 4 0,0 4 0,0-1 0,0 5 0,1 2 0,-1 1 0,-1 3 0,-1 1 0,0 2 0,2 2 0,0 2 0,1 2 0,0 0 0,2 1 0,2 0 0,5 11 0,10-2 0,-1 0 0,22-10 0,-17-13-258,13-4 258,-15-3 0,-1-1 0,-1-1 0,-2-2 0,3-8 0,-5 3 0,0-6 0,-6-14 0,-3 13-496,-1-15 496,-4 18 0,0-1 0,-4-7 0,1 7 150,0-3-150,3 10 0,0 3 0,0 1 0,2 3 0,-1 2 503,1 23-503,2-6 0,0 21 101,2-12-101,0 2 0,1 1 0,1 13 0,-1-10 0,3 9 0,1 4 0,-3-17 0,4 15 0,-6-25 0,0 2 0,-2-6 0,0-4 0,-1 0 0,-7-14 0,3 3 0,-6-10 0,5 8 0,1-1 0,0 2 0,1 0 0,-1-3 0,2 4 0,-1-2 0,2 5 0,0 0 0,0 0 0,1 0 0,4-1 0,2 0 0,3 1 0,0 0 0,3 1 0,8 0 0,-5 1 0,8 0 0,-1 1 0,-4 2 0,2-2 0,1 3 0,-10-1 0,7 1 0,-13-1 0,-1-1 0,-5-1 0,-10-1 0,1 0 0,-13 1 0,14 1 0,-6 2 0,9 0 0,0 2 0,0-1 0,2 2 0,0 0 0,1-1 0,0 1 0,5 11 0,1-9 0,3 9 0,0-14 0,1 0 0,1-2 0,0-1 0,1-1 0,10-8 0,-6 2 0,8-8 0,-5 0 0,-5 1 0,8-14 0,-10 10 0,-1-3 0,-6 9 0,-3 3 0,0 3 0,-2 0 0,1 3 0,0 1 0,1 2 0,-2 0 0,1 2 0,-2 5 0,1 0 0,1 4 0,0-1 0,1 2 0,1 0 0,0 1 0,1 1 0,1 0 0,0-1 0,0-1 0,1 0 0,-1-2 0,0-2 0,1 0 0,0-3 0,1 1 0,1-4 0,6-6 0,-4 0 0,4-6 0,-3-3 0,0-8 0,0-3 0,-2 4 0,-3 5 0,-2 10 0,0 2 0,0 0 0,0 0 0,0 3 0,1 3 0,0 1 0,1 4 0,0-1 0,1 3 0,7 12 0,-2-5 0,2 5 0,-7-10 0,-2-4 0,-2 0 0,0 0 0,-1-3 0,-1 0 0</inkml:trace>
  <inkml:trace contextRef="#ctx0" brushRef="#br0" timeOffset="-102732.73">12535 10204 5734,'3'45'0,"-1"-16"0,2 7 0,0 0 0,0-4 0,0-8 0,0-1 0,3 8 0,-3-9 0,2 4 0,-3-7 0,-2-7 0,0 3 0,-1-10 0,0-2 0</inkml:trace>
  <inkml:trace contextRef="#ctx0" brushRef="#br0" timeOffset="-102047.73">12401 10265 5734,'-3'-4'0,"3"1"0,11 5 0,-2 1 0,9 2 0,-3 0 0,4-2 0</inkml:trace>
  <inkml:trace contextRef="#ctx0" brushRef="#br0" timeOffset="-100752.73">15729 10422 5734,'-7'11'0,"0"0"0,1 2 0,1 6 0,1-2 0,1 3 0,3-6 0,1-2 0,1 0 0,6 2 0,8-9 0,12-11 0,-5-6 0,2-12 0,-11 5 0,-2-2 0,0-2 0,2-7-130,-3 7 1,-1-2 129,2-14 0,-5 9 0,1-9 0,-6 5 0,-2 9 0,-2-5 0,0 12 0,-1 2 0,1 2 0,-1 1 0,1 3 0,-1 1 0,1 2 0,-1 2 259,0 2-259,0 2 0,-1 2 0,0 3 0,-1 2 0,-1 4 0,0 2 0,-2 12 0,2-3 0,-1 7 0,1 10 0,1-9-949,1 12 949,1-11-66,2-3 0,1 3 66,2 1 0,0-1 0,-1-1 0,2 1 0,4 3 0,2-4 0,1-8 0,17 14 0,-13-26 0,9 2 0,-6-14 0,-3-1 0,4-4 0,2-14 0,-10 9 0,5-12 0,-11 13 0,0-11 0,-2 7 0,0-7 935,-3 11-935,0 1 146,-1 0-146,0 3 0,-1-2 0,0 4 0,1 0 0,-2 4 0,2 2 0,-2 1 0,-1 5 0,2 0 0,-1 2 0,3 2 0,2 1 0,0 1 0,3 1 0,-1-1 0,3 1 0,0-2 0,1-1 0,1-1 0,1-2 0,1-1 0,4 1 0,-3-4 0,1 0 0,-5-4 0,-1-3 0,1-1 0</inkml:trace>
  <inkml:trace contextRef="#ctx0" brushRef="#br0" timeOffset="-100462.73">16127 10130 5734,'0'22'0,"0"2"0,1 2 0,1 1 0,0 2 0,1 0 0,4 14-2080,-2-11 2080,3 10 0,-4-16-167,4 10 167,-3-11 0,3 15 0,-5-24 511,2 5-511,-4-13 0,0-3 0,-1 1 1022,-1-4-1022,-1 0 178,0-4 1,1 0-1,-1-2 1</inkml:trace>
  <inkml:trace contextRef="#ctx0" brushRef="#br0" timeOffset="-99775.73">16299 10430 5734,'-4'2'0,"-6"5"0,5-2 0,-7 6 0,4-4 0,2 7 0,4-6 0,3 1 0,0-6 0,2-1 0,3-1 0,1-2 0,3-1 0,2-4 0,-1 0 0,2-2 0,-4 1 0,7-11 0,-9 7 0,6-6 0,-9 10 0,-1-1 0,-1 2 0,-1-2 0,-1 3 0,-1 1 0,0 1 0,0 2 0,1 7 0,0 0 0,0 18 0,0-10 0,1 10 0,2-4 0,1-5 0,2 3 0,-1-8 0,0-1 0,1-1 0,-1-3 0,5-1 0,-4-4 0,5-2 0,-3-4 0,1-1 0,-1-3 0,0-1 0,8-29 0,-7 21-265,4-21 265,-10 29 0,-1 1 0,1-4 0,-2 8 0,2 0 0,-1 14 0,-1 2 0,5 28 0,-4-19 35,3 17-35,-2-22 0,-1-1 0,0-1 0,1 1 0,-1-5 0,-1 1 0,-2-5 0,-1-4 0,-2-2 0,1-3 0</inkml:trace>
  <inkml:trace contextRef="#ctx0" brushRef="#br0" timeOffset="-99417.73">16722 10048 5734,'1'25'0,"0"0"0,2 6 0,-1 0 0,2 8-398,-1-14 1,0 0 397,1 1 0,-1-2-891,2 12 891,1 8 0,-5-8 0,-2-12 0,-3 3 0,-3-15 0,-3-3 0</inkml:trace>
  <inkml:trace contextRef="#ctx0" brushRef="#br0" timeOffset="-98948.73">16064 10293 5734,'8'-3'0,"0"0"0,1 2 0,-1-1 0,1-1 0</inkml:trace>
  <inkml:trace contextRef="#ctx0" brushRef="#br0" timeOffset="-98650.73">16562 10230 5734,'3'-1'0,"1"0"0,-2-1 0,0 0 0,0 1 0,-1 1 0,0 0 0,1 0 0</inkml:trace>
  <inkml:trace contextRef="#ctx0" brushRef="#br0" timeOffset="-97730.73">16110 10379 5734,'-6'-5'0,"-4"1"0,4 3 0,-11 2 0,7 1 0,-4 1 0,4 3 0,3-3 0,-1 4 0,3 0 0,2-1 0,-1 3 0,2 1 0,-1-5 0,0 2 0</inkml:trace>
  <inkml:trace contextRef="#ctx0" brushRef="#br0" timeOffset="-79255.73">18751 11418 5734,'-3'-4'0,"3"-1"0,4 3 0,3-1 0,13-1 0,0 1 0,8 1 0,2-1 0,7 1 0,9 0 0,1 0-1689,-5 1 1689,-8 1 0,-1-1 0,8 1 0,-12 0 0,13 0 0,-25 0 0,2-2 0,-19 0 0,-11-3 0,-2 0 0,-6 0 0</inkml:trace>
  <inkml:trace contextRef="#ctx0" brushRef="#br0" timeOffset="-79081.73">19006 11185 5734,'0'21'0,"1"14"0,1-5 0,2 5 0,0 1-2766,1 4 2766,0-8 0,0 0 0,0-8 0,0-1 0,5 13 646,2 8-646,-1-9 0,-5-11 485,0 2-485,-5-12 0,1-10 0,-1-1 0</inkml:trace>
  <inkml:trace contextRef="#ctx0" brushRef="#br0" timeOffset="-78754.73">19456 11583 5734,'6'0'0,"2"-1"0,12-1 0,-1-1 0,11-1 0,8 0 0,-8 0 0,10 0 0,-2 2-1070,-11 0 1070,7 0 0,-2 0 0,-9 1 257,6-1-257,-5 1 0,-8 0 0,1 0 0,-8 1 0,-4 0 0,0-1 0</inkml:trace>
  <inkml:trace contextRef="#ctx0" brushRef="#br0" timeOffset="-78588.73">20331 11497 5734,'7'4'0,"0"-2"0,4-1 0,2-2 0,-2 0 0,1 0 0,-4-1 0,-1 0 0,1-1 0</inkml:trace>
  <inkml:trace contextRef="#ctx0" brushRef="#br0" timeOffset="-78472.73">20522 11524 5734,'19'3'0,"-5"-3"0,-10-8 0,-2-1 0</inkml:trace>
  <inkml:trace contextRef="#ctx0" brushRef="#br0" timeOffset="-78203.73">21180 11129 5734,'1'-8'0,"-1"2"0,3 10 0,-3 2 0,2 8 0,-2 12 0,0-2 0,1 7 0,1 2 0,0 4 0,0-8 0,1 2 0,0 10 0,0-2 0,0 0-541,0-2 0,-2-3 541,-3-18 0,-7-1 0,-1-8 0,-4 0 0</inkml:trace>
  <inkml:trace contextRef="#ctx0" brushRef="#br0" timeOffset="-78038.73">20998 11440 5734,'17'-1'0,"1"-1"0,10 1 0,15-3 0,-8-1-589,13-1 589,-4-3 0,-13 0 0,9-1 0</inkml:trace>
  <inkml:trace contextRef="#ctx0" brushRef="#br0" timeOffset="-77772.73">21914 11129 5734,'4'30'0,"-2"-5"0,0 7 0,1 13 0,-1-17 0,0 2 0,1 0 0,-1-6 0,1 15 0,-3-24 0,-1 1 0,-1-8 0,2-2 0,0-1 0</inkml:trace>
  <inkml:trace contextRef="#ctx0" brushRef="#br0" timeOffset="-77471.73">22368 11637 5734,'7'2'0,"7"-1"0,1-2 0,9-3 0,19-8-456,-7 1 456,-7 1 0,4-3 0,-3 2 0,-4 0 0,-1 1 0,16-7 0,-1-1 0</inkml:trace>
  <inkml:trace contextRef="#ctx0" brushRef="#br0" timeOffset="-77339.73">23247 11616 5734,'33'7'0,"-1"-1"0,11 0 0,-15-5 0,-2-1-287,-1-7 0,1-3 0,-1-1 0</inkml:trace>
  <inkml:trace contextRef="#ctx0" brushRef="#br0" timeOffset="-77222.73">23909 11637 5734,'2'4'0,"0"-2"0,-3-2 0</inkml:trace>
  <inkml:trace contextRef="#ctx0" brushRef="#br0" timeOffset="-76673.73">23943 11127 5734,'5'23'0,"-1"1"0,1 10 0,-1-5-518,2 13 518,3 5-633,-2-11 633,5 10-761,-4-14 761,1-1 0,-1-1 0,5 16 0,-7-19-196,-3 15 196,-6-34 0,-7-4 0,1-12 0</inkml:trace>
  <inkml:trace contextRef="#ctx0" brushRef="#br0" timeOffset="-75641.73">23705 11414 5734,'-6'-1'0,"2"-1"0,2 0 0,4-2 0,10-2 0,1 2 0,10 1 0,2-1 0,6 1 0,13 0 0,1 1-1730,-1 0 1730,-10 1 0,1-1 0,-9 0 0,-2-1-188,11-1 188,7 0 0,-15 0 0,-9 2 0,-2-1 0,-18-1 0,-5 0 0,-10-1 0,-6 3 0,-5 0 0,-2 1 0</inkml:trace>
  <inkml:trace contextRef="#ctx0" brushRef="#br0" timeOffset="-60346.73">13670 14565 5734,'-5'1'0,"0"0"0,3-1 0,-1 0 0,2 1 0,-1-1 0,1 1 0,6-1 0,-4 1 0,9-1 0,-7 0 0,3 0 0,1 0 0,-3-1 0,9 1 0,-8-2 0,4 1 0,-1 0 0,-1 0 0,4 0 0,-1 0 0,-1 0 0,1-1 0,-2 0 0,0 1 0,0-1 0,-1-1 0,1 1 0,-1-1 0,3 0 0,-1 0 0,1-1 0,-3 2 0,4 1 0,-3-1 0,3 1 0,-2 0 0,-1-1 0,7 1 0,9-3 0,-5 2 0,11-1 0,-17 2 0,4-1 0,-1 0 0,-4 1 0,2-1 0,-4 1 0,-2-1 0,1 1 0,3-1 0,-4 1 0,3-1 0,-5 0 0,1 0 0,4-1 0,0 0 0,2 0 0,-3 1 0,-2 1 0,0 0 0,1-1 0,10 0 0,-6 2 0,7-2 0,17-3 0,-19 4 0,19-4 0,-20 5 0,-3 0 0,4 0 0,-2 0 0,-3 0 0,2 0 0,4 1 0,-6 0 0,12 0 0,-13 0 0,5 0 0,0 0 0,-3-1 0,4 1 0,4-1 0,-9 0 0,28 0 0,-26 0 0,15-1 0,-11 0 0,-6 0 0,6 0 0,-4 1 0,-3 0 0,8 0 0,-7 0 0,17 0 0,-15 0 0,20 0 0,-22 0 0,21 0 0,-19 0 0,10 1 0,-5 0 0,-6-1 0,6 2 0,-3-1 0,-3 1 0,2 0 0,-5 0 0,-1 1 0,1-1 0,-1 0 0,0 1 0,0-1 0,6 2 0,-3-1 0,4 1 0,-6-2 0,5 2 0,-3-2 0,3 2 0,0-2 0,-3 0 0,4 0 0,-5 0 0,6 0 0,17 2 0,-12-2 0,16 3 0,-25-4 0,4 1 0,-5-1 0,-1 0 0,1 0 0,0 1 0,0-2 0,6 1 0,-4 0 0,3-1 0,6 0 0,-4 1 0,3 0 0,-7-1 0,-6 1 0,3-1 0,-2 0 0,8 1 0,-8-2 0,5 1 0,2-2 0,-3 0 0,5 1 0,6 0 0,-9 0 0,14 0 0,-15 1 0,3 0 0,-5 0 0,0 0 0,1-1 0,-2 0 0,2-1 0,-2 1 0,1 0 0,0 0 0,0 0 0,-1-1 0,0 1 0,9 0 0,-2-1 0,16 1 0,-15-1 0,5-1 0,-11 1 0,25-1 0,-16 0 0,19-1 0,-13 0 0,-7 1 0,8 0 0,9-4 0,-15 3 0,13-3 0,-12 3 0,-7 0 0,12 1 0,-13 1 0,5 0 0,-8 1 0,9-1 0,-6 1 0,6-1 0,-7 1 0,1-1 0,0 1 0,0-1 0,2-1 0,-1 1 0,1-1 0,0 1 0,0-1-226,1 1 226,0-1 0,9-1 0,-7 2 0,6-1 0,-10 1 0,7 1 0,-6 1 0,5 0 0,1 0 0,-6 0-291,7-1 291,-7 1 0,22-3 0,2 1 0,2-1 5,-7 2-5,-19 1 0,0 0 0,9 0 0,-7 0-75,7 0 75,-9 0 0,0 0 0,1 0 0,-1 0 0,2 0 0,-1 0 0,0-1 0,16 1 0,-14 0 0,12 0 0,-4 1 0,-10 0 213,12 0-213,-7 0 0,-8-1 0,6 0 0,-9 1 0,1 0 0,-1-1 0,3 1 0,-1 0 0,2-1 0,1-1 0,0 0 0,0 1 0,0-2 374,1 1-374,10 0 0,-7-1 0,6 0 0,1 0 0,-8 1 0,8 0 0,0 0 0,-8 1-450,8 0 450,-10 0 0,9-1 0,-7 0 0,8-1 0,1-1 0,-6 0 0,1 0 0,12-1-457,-13 1 1,-1 1 456,-4 1 0,0 1 0,-1 0 0,10 1 0,-8 1 408,7 0-408,-1 1 0,-7 0 0,6 0 0,-8-1 0,0-1 0,27 2 0,-21-1 305,22 2-305,-28-2 0,1-1 0,-1 2 0,25 3 0,-18-3 0,17 2 0,-15-3 0,-8-2-215,6 1 215,-8 1 0,7 1 0,-6 0 0,21 3 0,-19-4 0,17 3 0,-20-4 0,5 1 0,6 1 0,-10-3 0,10 1 0,2-1 0,-9 0 0,24-1 0,-34 1 635,4-1-635,-3 1 0,3 0 0,1 0 0,-5-1 0,4 0 230,-4 0-230,0 0 0,0-1 0,7 1 0,1-2 0,1 1 0,-3 0 0,-7 0 0,0 1 0,1 1 0,3-1 0,-3 1 0,10 2 0,-10-1 0,14 2 0,-13-2 0,17 1 0,-15-1 0,21-1 0,-19 0 0,9 1 0,-5 0 0,-7-1 0,6 0 0,-8 0 0,10 2 0,5-1 0,-1 1-223,1-1 223,-12-1 0,0 0 0,6-1 0,-3 0 0,4 0 0,1-1 0,-5 1 0,4-1 0,-7 2 0,6 0 0,-5 0 0,17 1 0,0-1 0,-5 1 0,0 1 0,-6 0 0,-9 1 0,7 1 0,-10-2 223,0 0-223,0 0 0,-1 0 0,1 0 0,-1 0 0,0-1 0,-1 0 0,1 1 0,0 0 0,4 1 0,-2-1 0,2-1 0,-4 1 0,-2-1 0,1 0 0,-1-1 0,2 0 0,-1 0 0,2 0 0,0 0 0,0 0 0,4 0 0,-3 0 0,2 0 0,-2-1 0,-2 0 0,10 1 0,2 1 0,-1 0 0,-3 0 0,-8 0 0,-1 0 0,1 0 0,0 0 0,0 1 0,-1-1 0,7 0 0,-5 0 0,4 0 0,-4-1 0,0 0 0,0 0 0,0 0 0,0 0 0,0 0 0,8 0 0,-2 0 0,2-1 0,5 1 0,-10 0 0,17 0 0,-17 0 0,9-1 0,-6 0 0,-3 0 0,2 0 0,-4 1 0,-1-1 0,-1 0 0,0 0 0,0 1 0,0 0 0,4 0 0,-4 0 0,4 0 0,-4 0 0,5 0 0,-3 0 0,4 0 0,-4-1 0,1 0 0,0 0 0,1 0 0,0 0 0,1 0 0,0 0 0,-1 1 0,1-2 0,7 1 0,-5 0 0,13-1 0,10-1 0,-11 0 0,10 1 0,-7-1 0,-10 1 0,12-2 0,1-3 0,-12 3 0,18-3 0,-5 1 0,-10 3 0,6-1 0,-19 2 0,1 0 0,-1-1 0,8 0 0,-6 0 0,6 0 0,-6 2 0,7-2 0,-4 0 0,5 1 0,-2-1 0,-4 0 0,2 0 0,-1 0 0,-5 1 0,2 0 0,-7 1 0,2 1 0,-3-1 0,3 1 0,-4 0 0,-1 0 0,-1 0 0,-1-1 0,0-1 0,-7 4 0,0-2 0,-7 6 0,1-2 0,-2 3 0</inkml:trace>
  <inkml:trace contextRef="#ctx0" brushRef="#br0" timeOffset="-46503.73">17207 17285 5734,'-6'-4'0,"4"2"0,9 11 0,-2-2 0,5 8 0,-7 1 0,-1-4 0,-5 26 0,1-26 0,-8 7 0,-1-28 0,-5-8 0</inkml:trace>
  <inkml:trace contextRef="#ctx0" brushRef="#br0" timeOffset="10776.27">12474 11810 5734,'-4'0'0,"1"1"0,3 4 0,1-1 0,1 1 0,0-1 0</inkml:trace>
  <inkml:trace contextRef="#ctx0" brushRef="#br0" timeOffset="18508.27">7117 9010 5734,'-7'2'0,"1"0"0,0 0 0,1-1 0,-2 1 0,3-1 0,-2 1 0,1-1 0,2-1 0,0 0 0,-2 0 0,4 0 0,-2 0 0,7 0 0,-2 0 0,2-1 0,-2 1 0,0 0 0,-1 0 0,1 0 0,0 0 0,0 0 0,3-1 0,1 0 0,3 0 0,10-3 0,-5 1 0,20-2 0,-17 4 0,9 0 0,-10 1 0,1 0 0,0 1 0,0 0 0,11 1 0,-6 0 0,8 0 0,3 2 0,-8-1 0,19 4 0,-19-4 0,-1 0 0,18 3-133,-18-2 1,0-1 132,15 2-938,-9-1 938,9 2 0,-12-2 0,0-2 0,0 0 0,8 1 0,-8-2 0,1 0 0,15-3 0,-12-2 0,1 0 0,-6 1 0,0-1-523,5-1 1,-2 0 522,2-1 0,1 0-628,-2-1 628,0 1 0,-1 0 0,-2 0-249,0 1 249,-2 0 0,10 0 0,-9 2 0,6 0 0,-2 1 0,-8 2 0,6-1 626,-10 2-626,-1-1 1012,-2 1-1012,1-1 747,-1 1-747,5-1 0,1 1 0,-1-1 0,-2 1 593,-8-1-593,0 0 147,0 1-147,13-2 0,-12 0 0,20 1 0,-24 1 0,7 0 0,-9-1 0,-1 0 0,0 0 0,0 0 0,0 0 0,0 0 0,-2-1 0,1 1 0,-2-1 0,1 1 0,-1 0 0,1 0 0,-2-4 0,-2 3 0,-3-1 0,-1 4 0,-2 1 0</inkml:trace>
  <inkml:trace contextRef="#ctx0" brushRef="#br0" timeOffset="48243.27">8790 11508 5734,'4'-6'0,"-3"0"0,-3 4 0,-4 1 0,1 1 0,-2 1 0,3-1 0,0 2 0,3-1 0,-1 1 0,6 5 0,1-3 0,4 5 0,-3-3 0,0 0 0,0-1 0,-1 0 0,2-2 0,0-1 0</inkml:trace>
  <inkml:trace contextRef="#ctx0" brushRef="#br0" timeOffset="48743.27">12641 11951 5734,'-6'6'0,"2"-2"0,2-1 0,1-1 0,0 1 0,2-3 0,1 0 0,1-1 0,-1 0 0,-2-1 0,-2 0 0,-3-1 0,0-1 0</inkml:trace>
  <inkml:trace contextRef="#ctx0" brushRef="#br0" timeOffset="90713.27">7536 9809 5734,'3'-3'0,"0"0"0,-2 2 0,0 0 0,0 1 0,1 0 0,-1 0 0,1 0 0,1 0 0,-1 0 0,2 0 0,-2 0 0,1 0 0,1 0 0,0 0 0,4 0 0,-3 0 0,4-1 0,-5 0 0,2 1 0,-3-2 0,-1 2 0,1-1 0,-1 1 0,1-1 0,-2 1 0,1 0 0,-1 1 0,3-1 0,-1 1 0,4-1 0,-3 0 0,1-1 0,-1 1 0,0-1 0,-1 1 0,-1 0 0,1 0 0,-2 0 0,2 0 0,-1 0 0,1 0 0,-1-1 0,1 1 0,0-1 0,1 1 0,0 0 0,0-1 0,0 0 0,0 0 0,3-1 0,0 1 0,3-2 0,-2 1 0,12-1 0,8 2 0,-3 0 0,7 5 0,-19-2 0,3 2 0,-5 0 0,0-2 0,-1 1 0,1 0 0,-1-1 0,0 0 0,1-1 0,-1-1 0,11 0 0,-9 0 0,8-1 0,-10 0 0,1 1 0,-2-1 0,5 0 0,-3 0 0,2 0 0,-4 0 0,0 1 0,-1 0 0,9 0 0,-6 0 0,5 0 0,-4 0 0,-3 0 0,3 0 0,0 0 0,-2 0 0,4 0 0,5-1 0,-7 0 0,11 0 0,-12 1 0,4 0 0,-5 1 0,0 0 0,0 0 0,0 1 0,-1-1 0,0 0 0,10 2 0,-3-1 0,5 0 0,-6-1 0,-5-1 0,0 0 0,0-1 0,0 1 0,4-1 0,-4 1 0,10 0 0,-9 0 0,8 0 0,-9 0 0,12 0 0,-10 0 0,6 0 0,-8 1 0,3-1 0,-4 1 0,5-1 0,-5 0 0,1 0 0,0 0 0,0 0 0,0 0 0,4 0 0,-3 1 0,5 0 0,-6-1 0,2 0 0,4 0 0,-3 1 0,4-1 0,-4 2 0,-1-1 0,2-1 0,-1 1 0,1-2 0,6 1 0,-5-1 0,4 1 0,1 0 0,-6 0 0,6 0 0,-7-1 0,1 0 0,0 0 0,10 0 0,2 0 0,-4 0 0,3 0 0,0 1 0,-7-1 0,-3 0 0,4 0 0,1 0 0,-5 0 0,4-1 0,2 0 0,8 0 0,-5-2-208,4 1 208,-14 0 0,6 1 0,-5 0 0,6 0 0,-2 1 0,-3 1 0,2-1 0,1 0 0,-6-1 0,6 1 208,-3-1-208,-2 1 0,2-1 0,6-1 0,-8 2 0,13-2 0,-14 2 0,3-1 0,-5 0 0,0 1 0,-1 0 0,0 0 0,0 0 0,0 1 0,-1-2 0,0 1 0,0 0 0,12-1 0,-7 2 0,8-1 0,-6 1 0,-6 0 0,2 0 0,2-2 0,-4 1 0,6-1 0,-1 0 0,-3 1 0,12-2 0,-12 2 0,6-2 0,-10 2 0,0 0 0,-1 0 0,0 1 0,0 0 0,-1 0 0,0 0 0,1 0 0,-1 0 0,1 0 0,0 0 0,2 1 0,-1-1 0,1 1 0,0-2 0,1 1 0,4-2 0,-2 1 0,4-1 0,-5 0 0,0 1 0,0 0 0,0 0 0,0-1 0,6 1 0,-3 0 0,4 1 0,-1 0 0,-4 0 0,13-1 0,0 1 0,5-1 0,-6 0 0,-7 0 0,-5-1 0,-1 0 0,6 2 0,-4 0 0,4 2 0,-6-1 0,1 0 0,0 0 0,-1 1 0,1-2 0,-1 1 0,11 1 0,-9-1 0,9-1 0,-12-1 0,11 1 0,-8 0 0,7 0 0,-5 1 0,-4-1 0,4 0 0,2 1 0,-5 0 0,6 1 0,1-2 0,-4 2 0,5-1 0,-5 0 0,-1 1 0,2-1 0,0 0 0,0 0 0,0 0 0,-1 1 0,8 0 0,-6 0 0,6 0 0,0 0 0,-5-1 0,4 0 0,1-1 0,-6 1 0,20 0 0,-2-1 0,-1 1 0,-2-1 0,-2 0 0,-4 0 0,-2 0 0,0-1 0,4-1-531,-7 0 531,8 1 0,10-4 0,-14 2 0,4 0 0,1-1 0,-4 2 0,15-2 0,-9 2 0,-7 1 0,2 0 0,-1 0 0,3 0 0,16 1 0,-22-1 0,1 0 0,0 0 0,-1 0 0,10-1 0,-7 1 0,7-1 0,-11 1 0,0 1-251,-1 0 251,-1 0 0,-1 0 0,0 1 0,0 0 0,0 0 0,0 1 0,0 0 0,0 1 0,9-1 0,-6 0 0,7-1 0,-10-1 0,0 0 0,1 1 0,-1-1 0,2 0 0,-1 0 0,0 0 0,17 0 0,-9 0 0,0 1 0,17-1 0,-19 0 0,-2 0 0,2 0-362,-7-1 362,8 0 0,0 0 0,-7 0 0,8-1 0,-1 1 0,-6 0 0,24 0 0,-22 1 0,14 0 0,-19 0 0,2 0 0,-1 0 497,1 0-497,10 0 0,-8 0 255,8 0-255,0 0 0,-8 1-449,9 0 449,-11-1 0,2 1 0,0 0 0,1 0 0,1 0 0,2-1 0,0-2 0,3 0-339,-1-2 339,3 0 0,0 1 0,0 0 0,1 2 0,-1-1 0,1 1 0,13-1 0,-10 1 0,-1 0 0,3 0 0,-5 0 0,-1 1 0,1-1 0,-1 1-522,-2 0 0,-2 0 522,2-1 0,13 0 0,-12 0 0,-5-1 0,-1 1 0,3-1-421,6 0 421,-12 1 0,9-2 0,-12 2 308,12-3-308,-21 3 621,3-1-621,-9 1 1110,-2 0-1110,-1 2 535,-3 1-535,-1 1 17,-3 3 1,1 1 0,0 2 0</inkml:trace>
  <inkml:trace contextRef="#ctx0" brushRef="#br0" timeOffset="91793.27">15168 9586 5734,'5'3'0,"2"-1"0,12-5 0,0 1 0,11-2 0,0 1 0,5 0 0,-2 0 0,-8 2 0,1-1 0,7 0 0,5-1 0,-2 1 0,11 4 0,-4 1-1216,-18-2 1,0 1 1215,17 1 0,0 0 0,-3 3 435,-12-2-435,4 1 0,-15-2 0,4 1 0,-13-3 0,-8 1 0,-8-3 1858,-13-4-1858,10 1 138,-4-3-138,4-3 0,3 1 0,-2-4 0,2-5 0,5 6 0,0-12 0,5 13 0,3-2 0,2 3 0,0 4 0,4-1 0,-1 4 0,8 0 0,-3 3 0,5 1 0,-6 2 0,0 2 0,1 5 0,-4-2 0,1 6 0,-7 3 0,-5 10 0,0-4 0,-4 6 0,1-15 0,1 1 0,-2 5 0,3-7 0,3 3 0,3-9 0</inkml:trace>
  <inkml:trace contextRef="#ctx0" brushRef="#br0" timeOffset="93431.27">16612 9351 5734,'-9'5'0,"1"-1"0,-9 6 0,6-2 0,-8 7 0,7-4 0,0 1 0,0 2 0,0 2 0,-3 8 0,4-3 0,-6 15 0,9-13 0,-1 6 0,4-2 0,3-7 0,1 4 0,6-1 0,0-10 0,8 6 0,-3-15 0,5-2 0,9-18 0,2-6 0,-4 3-591,5-5 0,-3-1 591,-13 2 0,-1 1 0,-2-2 0,-1 2 0,-1 3 0,-2 2 0,-1 4 0,0 2 0,-1 4 0,-2 3 1182,-5 24-1182,1-7 0,-5 17 0,6-12 0,2 16 0,2-13 0,3 11 0,4-14 0,0-6 0,3 1 0,4-9 0,-2-4 0,4-4 0,-5-4 0,-1-3 0,2-9 0,-5 2 0,-1-5 0,-7 5 0,-2 1 0,-3 0 0,-2 0 0,-2 2 0,-5-2 0,3 6 0,-3-1 0,5 7 0,-5 2 0,10 3 0,-2 1 0,14 3 0,3-2 0,24-3 0,-15-1 0,28-5 0,-33 3 0,11-1 0,-19 4 0,3 1 0,-6 5 0,-1 1 0,0 4 0,1 6 0,-2-2 0,2 6 0,-1-4 0,0 0 0,2 0 0,-1 0 0,2-1 0,1-1 0,-1-1 0,1-1 0,1-2 0,4 0 0,-3-4 0,5-2 0,-6-4 0,1-4 0,0-3 0,-1-3 0,0-1 0,-1-4 0,1-8 0,-3 4 0,3-20 0,-5 15 0,2-4 0,-4 13 0,-1 8 0,0 7 0,1 10 0,1 1 0,0 8 0,2-3 0,0-4 0,12 12 0,-6-14 0,6 5 0,-9-11 0,-4-1 0,1-1 0,-3 0 0,0-2 0,1 0 0,1-1 0,0-1 0,1-1 0,1 0 0,-1-3 0,0 1 0,-1 0 0,0 0 0,0 1 0,-1 1 0,-1 1 0,1 2 0,-1-1 0,1 1 0,-1 1 0,1-1 0,-1 2 0,1 0 0,2 1 0,0 3 0,-1-1 0,2 3 0,-3-2 0,1 0 0,2 2 0,1-1 0,-1-1 0,0-1 0,-4-5 0,1 0 0,-1-1 0,1-1 0,-1-2 0,2 0 0,-1 0 0,1-1 0,0 0 0,0 0 0,1 0 0,0 0 0,5-6 0,-2 4 0,3-5 0</inkml:trace>
  <inkml:trace contextRef="#ctx0" brushRef="#br0" timeOffset="94307.27">17244 9494 5734,'2'10'0,"-1"1"0,0 0 0,2 19 0,-1-7 0,3 15 0,1 2-1453,-1-8 1453,2 12 0,0 2 0,-2-11 0,3 9 0,-2-5 0,-1-11 342,1 5-342,-2-10 0,-2-7 0,1 1 0,-3-8 0,0-3 0,-3-3 1111,-1-5-1111,-1-5 0,-1-3 0,-1-4 0,2-15 0,0-11 0,1 4 0,1 12 0,1 0-241,-2-13 0,0-5 0,3 5 241,4-9 0,1 11 0,1 8 0,0 1 0,2-3 0,5-6 0,3 8 0,-2 9 0,5-2 0,7 9 0,-10 6 0,10 2 0,-13 6 0,-2 1 0,0 2 0,-3 1 723,-2 3-723,-2 2 0,-3 1 0,-11 17 0,1-10 0,-7 3 0,-2-1 0,-2-2 0,0-3 0,-1 0 0,2-3 0,-5 1 0,3-5 0,9-6 0,-5-7 0,16-5 0,1-5 0,12-4 0,-1 3-76,7-7 0,-3 4 0,1-1 0</inkml:trace>
  <inkml:trace contextRef="#ctx0" brushRef="#br0" timeOffset="94914.27">17508 9191 5734,'-7'15'0,"0"17"0,4-13 0,1 7 0,1 2 0,2-1 0,2 6 0,1 1 0,1-4 0,0-7 0,0 1 0,7 9 0,-3-9 0,14 18 0,-11-23 0,8 6 0,-6-13 0,-3-5 0,4-1 0,5-8 0,-3-6 0,4-2 0,-7-4 0,-5 2 0,0-6 0,-2 3 0,-1-6 0,-4 7 0,-2 0 0,-1 1 0,-1 2 0,-2 1 0,-6-1 0,2 6 0,-5 0 0,5 7 0,-5 6 0,4 0 0,-1 4 0,3-2 0,2 6 0,2-4 0,0 3 0,6-1 0,0-4 0,10 6 0,-4-10 0,18-1 0,-13-7 0,8-2 0,-5-7 0,-4 2 0,10-15 0,-12 10 0,4-9 0,-7-5 0,-4 15 0,0-10 0,-4 18 0,1 1 0,-1 2 0,1 1 0,4 5 0,-1 0 0,4 4 0,0 0 0,0 1 0,14 10 0,-6-7 0,9 7 0,8 0 0,-12-7 0,13 5 0,-8-6 0,-6-4 0,4 1 0,-9-4 0,-2 0 0,-2-3 0,-1 0 0,-3-2 0,-1 0 0,-1-3 0,0 1 0</inkml:trace>
  <inkml:trace contextRef="#ctx0" brushRef="#br0" timeOffset="95105.27">17950 9682 5734,'12'-23'0,"-2"4"0,6-1 0,-1 4 0,2 0 0,2-1 0,5-5 0,5-3 0,0 1 0,-4 3 0,10-10 0,-21 16 0,-2-1 0</inkml:trace>
  <inkml:trace contextRef="#ctx0" brushRef="#br0" timeOffset="96073.27">18702 9397 5734,'-5'-1'0,"-2"0"0,1 1 0,-5 1 0,2 1 0,-4 1 0,0 3 0,1-1 0,-3 2 0,-2 2 0,3-2 0,-3 4 0,0 1 0,6-3 0,-3 2 0,6 0 0,3-2 0,14 24 0,-1-20-227,14 16 227,-6-23 0,2-1 0,2 0 0,2-2 0,9 1 0,-8-2 0,7 0 0,-8 0 0,-7-1 0,5 2 0,-14 0 0,-1 0 0,-12 2 227,-2-1-227,-13 5 0,6-3 0,-5 2 0,1-3 0,5-1 0,-2 0 0,6-1 0,4 0 0,1-2 0,3 0 0,2-2 0,12-9 0,-1 1 0,9-8 0</inkml:trace>
  <inkml:trace contextRef="#ctx0" brushRef="#br0" timeOffset="96255.27">18825 9477 5734,'8'6'0,"0"0"0,-2 9 0,3 15 0,-1 4 0,-1 3 0,-1 0 0,-4-16 0,0 4 0,-1-11 0,0-1 0,1-3 0,-2-2 0,-9 0 0,2-5 0,-6-4 0,5-5 0</inkml:trace>
  <inkml:trace contextRef="#ctx0" brushRef="#br0" timeOffset="97142.27">18998 9615 5734,'4'10'0,"2"0"0,-3-8 0,0 0 0,-2-5 0,-1-7 0,0 2 0,1-6 0,1-2 0,0 3 0,0-5 0,2 5 0,-1 0 0,3-7 0,-3 7 0,1-3 0,-3 10 0,2 1 0,-2 3 0,1-1 0,0 3 0,0 1 0,0 1 0,0-1 0,3 4 0,0 1 0,2 3 0,0 5 0,-2-3 0,3 6 0,-2-1 0,-2-3 0,2 3 0,-1-3 0,-2-4 0,1 1 0,1-2 0,-2-5 0,2 1 0,-1-4 0,0-2 0,0-3 0,1-2 0,0-1 0,0-2 0,3-11 0,-1-1 0,0 0 0,-2 5 0,-4 8 0,0 3 0,-1 0 0,1 4 0,0 1 0,1 2 0,-1 2 0,0 6 0,-1 0 0,2 18 0,-1-11 0,1 9 0,1-12 0,0-2 0,2 0 0,1 0 0,-1-4 0,2 0 0,1-6 0,-1-2 0,4-4 0,-3-2 0,0-1 0,0-2 0,-1-1 0,-1 0 0,0-2 0,-2 0 0,0-1 0,-1 1 0,-2-2 0,0 5 0,-2 0 0,0 4 0,0 0 0,0 1 0,-1 1 0,2 1 0,-1 1 0,1 2 0,-1 4 0,1 1 0,0 29 0,2-20 0,1 20 0,1-24 0,-1-2 0,1 7 0,-1-8 0,-1 3 0</inkml:trace>
  <inkml:trace contextRef="#ctx0" brushRef="#br0" timeOffset="97724.27">18878 9297 5734,'4'1'0,"2"0"0,-2 0 0,8 1 0,-5 0 0,8 0 0,-7 0 0,3-1 0</inkml:trace>
  <inkml:trace contextRef="#ctx0" brushRef="#br0" timeOffset="98525.27">19550 9390 5734,'-9'-2'0,"-4"2"0,4-1 0,-2 1 0,-2 0 0,3 0 0,-11-1 0,11 1 0,-13 6 0,14-1 0,-12 13 0,12-10 0,-4 5 0,5-4 0,3-2 0,0 10 0,6-7 0,2 5 0,3-8 0,0-1 0,1-1 0,1 1 0,4 3 0,-1-3 0,3 2 0,0-1 0,-4-1 0,8 3 0,-11-4 0,3 1 0,-7-4 0,-2 0 0,-1 0 0,-4 3 0,-2-1 0,-4 2 0,-3 1 0,2-2 0,-3 2 0,0-2 0,4-1 0,-2 1 0,3-1 0,3-3 0,-1 2 0,4-3 0,0 1 0,2 1 0</inkml:trace>
  <inkml:trace contextRef="#ctx0" brushRef="#br0" timeOffset="98905.27">19582 9497 5734,'-7'9'0,"-2"4"0,4-3 0,-7 14 0,8-11 0,-3 7 0,5-6 0,2-5 0,0 3 0,3-4 0,1-4 0,2 0 0,24-27 0,-16 12-318,16-20 318,-23 18 0,-5-1 0,0 1 0,-3 0 0,-4-3 0,1 5 0,-3-2 0,0 4 318,-5 2-318,1 2 0,-2 4 0,5 3 0,-6 6 0,4-1 0,-2 4 0,8-4 0,2 0 0</inkml:trace>
  <inkml:trace contextRef="#ctx0" brushRef="#br0" timeOffset="99181.27">19706 9476 5734,'5'5'0,"-1"0"0,-3 3 0,1-1 0,0 1 0,3 9 0,-1-6 0,2 7 0,-2-8 0,1 4 0,-1-4 0,0 3 0,-1-2 0,-1-4 0,-1 1 0,-1-2 0,-1-3 0,-4 1 0,0-3 0,-2-2 0,1-2 0,1-1 0</inkml:trace>
  <inkml:trace contextRef="#ctx0" brushRef="#br0" timeOffset="99354.27">19677 9291 5734,'19'-3'0,"-5"1"0,7 3 0,-10 2 0,4 3 0,-6 0 0</inkml:trace>
  <inkml:trace contextRef="#ctx0" brushRef="#br0" timeOffset="99850.27">19938 9407 5734,'-15'5'0,"3"-1"0,-4 3 0,5-2 0,-13 16 0,12-9 0,-8 12 0,14-12 0,1 6 0,3-5 0,1 3 0,5-2 0,-1-5 0,7 3 0,-5-8 0,6 0 0,-1-9 0,-2 0 0,3-4 0,-2-6 0,-3 1 0,1-6 0,-2-4 0,-3 3 0,0-6 0,-2-3 0,-1 8 0,0-7 0,-1 2 0,0 12 0,0-5 0,0 14 0,1 1 0,0 1 0,1 13 0,0-2 0,0 11 0,0-6 0,2 2 0,0 1 0,1 1 0,1-1 0,6 7 0,-1-5 0,4 4 0,6 6 0,-8-13 0,6 10 0</inkml:trace>
  <inkml:trace contextRef="#ctx0" brushRef="#br0" timeOffset="100372.27">20102 9428 5734,'-9'5'0,"1"0"0,-5 7 0,-2 7 0,2-3 0,1 3 0,7-6 0,3-3 0,2 1 0,1-6 0,2 0 0,5-5 0,-1-1 0,3-4 0,7-11 0,-6 4 0,5-8 0,-8 9 0,-2-1 0,-1 1 0,1-2 0,-2 4 0,1-1 0,-1 6 0,-1 2 0,6 11 0,-3-2 0,5 8 0,0 1 0,-1-5 0,3 4 0,2-5 0,-4-5 0,6 0 0,1-10 0,-3-1 0,3-6 0,-5-1 0,-1-2 0,-1-3-300,-2-1 300,-1-2 0,-2-2 0,0-1 0,-1-13 0,-4 11 0,-2-1 0,-1 0 0,0 2 0,-1 0 0,0 2 0,-8-6 0,4 18 0,-13 25 0,9 1 0,-8 22 0,12 6 0,6-6 0,3 1 0,-3-12 0,3 1 0,7 17 0,2-5-429,1-15 429,8 7 0,-11-21 0,-2-5 0,0-2 0</inkml:trace>
  <inkml:trace contextRef="#ctx0" brushRef="#br0" timeOffset="101065.27">17108 9861 5734,'13'3'0,"4"0"0,18 2 0,-3-1-1639,13 3 1,3 0 796,-19-3 0,1 0 842,8 0 0,6 2 0,2 0 0,-6-1-387,5 0 1,0-1 386,-11 0 0,4 0 0,0 0 0,-1 0 0,10 0 0,-1 0 0,-1-1 0,-9 0 0,0 0 0,1 0 0,-1-1 0,2 1 0,0-1 0,-2 1 0,0-1 0,-1 0 0,0 0 0,0 0 0,1 0 0,0 0 0,-1-1 0,-1 1 0,5 0 0,-3-1 0,5 0 0,2-1 0,-2 1 0,-3-1 0,5 1 0,-3-1 0,5 0 0,-4 0 0,7 0 0,3-1 0,-1 0 0,-3 1 0,-6-1 0,0-1 0,-6 1 0,5-1 0,-2 1 0,4-1 0,3 0 0,0-1 0,-3 1 0,-7 0 0,1 0 0,-5 0 0,2 0 0,1 0 0,4 0 0,-1 0 0,1-1 0,9 1 0,0-1 0,-3 1 0,2-1 0,1-1 0,-6 1 0,2 1 0,-3-2 0,4-2 0,-7 0 0,-1-2 0,-11 3 0,-1-1 0,1-5 0,-11 2 0,1-6 0,-10 4 0</inkml:trace>
  <inkml:trace contextRef="#ctx0" brushRef="#br0" timeOffset="101222.27">20605 9864 5734,'15'2'0,"2"-1"0,-5 0 0,2-1 0</inkml:trace>
  <inkml:trace contextRef="#ctx0" brushRef="#br0" timeOffset="104099.27">20543 7320 5734,'8'2'0,"7"0"0,-1-2 0,20-8 0,-14-1 0,4-4 0,0-3 0,-4 0 0,1-4 0,-3 0 0,-4 3 0,-6-6 0,-3-1 0,-6 9 0,-4-15 0,-12 25 0,6 4 0,-8 2 0,3 9 0,5-1 0,-5 7 0,5 5 0,1 2 0,0 5-501,0-3 1,2 1 500,4 1 0,3-1 0,6 11 0,2-10 0,5-2 0,1-1 0,3-3 0,12 10-646,-1-19 646,-6-5 0,7-2 0,-1-6 0,-7-3 0,4-3 0,-11-2 0,-3-2 931,-1-2-931,-2-1 0,-1-1 0,-1 0 0</inkml:trace>
  <inkml:trace contextRef="#ctx0" brushRef="#br0" timeOffset="104646.27">20913 6686 5734,'6'10'0,"0"0"0,0 1 0,1 3 0,6 13 0,-3-3 0,4 10 0,-6-8 0,0 0 0,1 9 0,-2 5 0,-3-1 0,-3-5 0,-4 2 0,-1-2 0,-3-7 0,-10 18-499,7-29 499,-3 1 0,3-9 0,-6-2 0,4-3 0,-9-5 0,8-3 0,-12-20 0,14 8 0,-6-15 0</inkml:trace>
  <inkml:trace contextRef="#ctx0" brushRef="#br0" timeOffset="104844.27">20820 6515 5734,'9'-10'0,"6"-1"0,-4 4 0,5 0 0,6 7 0,-9 1 0,7 4 0,-6 4 0,-4 2 0,3 9 0,-6-5 0,-1 2 0,-3-7 0</inkml:trace>
  <inkml:trace contextRef="#ctx0" brushRef="#br0" timeOffset="105924.27">21132 6607 5734,'-3'8'0,"0"0"0,0 2 0,-3 7 0,2-3 0,-2 6 0,1 2 0,1-5 0,-2 19 0,4-18 0,0 10 0,2-11 0,0-4 0,2 5 0,2-6 0,0-1 0,2-3 0,-2-6 0,1-2 0,5-2 0,-2-2 0,4-2 0,-1-3 0,-3 0 0,3-3 0,-1-9 0,-4 6 0,5-10 0,-6 10 0,0 0 0,0 0 0,-2 1 0,-1 0 0,-2 2 0,0 2 0,0 1 0,0 2 0,0 1 0,0 0 0,0 2 0,0 1 0,0 1 0,0 2 0,0 4 0,1 1 0,-1 4 0,2 0 0,-1 3 0,0 1 0,0 4 0,1 1 0,2 13 0,-1-7-486,3 7 486,-2-10 0,5 6 0,-3-8 0,16 11 0,-12-21 0,10 2 0,-9-23 0,-1 0 0,0-7 0,-4 1-265,-1-3 265,-2-2 0,-2-1-466,-1-2 466,0 0 274,-5-21-274,0 12 0,-2-6 0,2 18 0,2 12 0,1 2 0,0 3 259,0 3-259,-3 1 0,2 2 0,-2 1 0</inkml:trace>
  <inkml:trace contextRef="#ctx0" brushRef="#br0" timeOffset="106357.27">21568 6381 5734,'-4'12'0,"0"11"0,1-3 0,-1 10 0,0 8 0,1-8-1238,0 12 1238,1-11 0,0-1 0,2 0 253,-1-1-253,3 11 0,0-10 0,4 3 0,2 0 0,3-3 0,6 15 0,2-32 0,-8-10 0,16-8 0,-16-2 0,7-5 0,-11 3 0,0 0 0,-1-2 0,-1 0 0</inkml:trace>
  <inkml:trace contextRef="#ctx0" brushRef="#br0" timeOffset="106574.27">21439 6648 5734,'16'9'0,"2"-2"0,-2-4 0,5-1 0,12 0 0,-5-2-812,7-1 812,-12-1 0,-3 0 0,0-2 0</inkml:trace>
  <inkml:trace contextRef="#ctx0" brushRef="#br0" timeOffset="109418.27">21801 7126 5734,'-2'4'0,"1"-1"0,7 3 0,-2-3 0,7 4 0,-4-4 0,0 1 0,6 1 0,-3-1 0,4 1 0,-3-3 0,-2 0 0,1 0 0,-1-1 0,-1 1 0,-1-1 0,-1 0 0,2 0 0,-2-1 0,0 0 0,-4 0 0,0 1 0,-2-1 0</inkml:trace>
  <inkml:trace contextRef="#ctx0" brushRef="#br0" timeOffset="109697.27">21814 7326 5734,'15'-2'0,"-5"1"0,15-1 0,-11 1 0,14-1 0,-16 1 0,4 0 0,-11 1 0,-1 0 0,0-1 0,-1 0 0,0-2 0</inkml:trace>
  <inkml:trace contextRef="#ctx0" brushRef="#br0" timeOffset="111863.27">22276 7079 5734,'-5'-4'0,"-1"0"0,-4 0 0,2 0 0,-17 4 0,14 2 0,-10 3 0,14-1 0,1 0 0,-4 6 0,2-1 0,-3 4 0,3-2 0,0 2 0,1 1 0,0 1 0,-2 14 0,5-10 0,-2 9 0,6-14 0,0 0 0,3 9 0,0-9 0,4 5 0,-2-12 0,1-1 0,1-1 0,0-3 0,6-2 0,-2-1 0,4-4 0,-4 0 0,0-4 0,0 0 0,5-8 0,-5 3 0,3-4 0,-7 7 0,0 2 0,0-3 0,-2 4 0,-1 2 0,-3 5 0,-2 6 0,0 1 0,-1 8 0,2-5 0,1 4 0,1-2 0,1-2 0,0 0 0,0-3 0,2-2 0,-1 0 0,2-2 0,-1-2 0,9-8 0,-5 0 0,4-6 0,-5-7 0,-4 7 0,0-8 0,-8 8 0,0 4 0,-4-2 0,-7 4 0,5 5 0,-9 0 0,12 5 0,-2 1 0,5 0 0,1 0 0,1-1 0</inkml:trace>
  <inkml:trace contextRef="#ctx0" brushRef="#br0" timeOffset="112122.27">22383 7221 5734,'18'19'0,"5"4"0,-10-10 0,4 4 0,-4-3 0,-4-4 0,1 2 0,-5-3 0,-3-4 0,0 0 0,-7-2 0,2-1 0,-14 0 0,8-2 0,-7-2 0,4-2 0,3 0 0,-3-2 0,6 2 0,0-1 0</inkml:trace>
  <inkml:trace contextRef="#ctx0" brushRef="#br0" timeOffset="112772.27">22571 7071 5734,'-14'42'0,"3"-4"0,7-11 0,2-6 0,1 6 0,4 7 0,0-13 0,10 24 0,-7-30 0,6 8 0,-7-18 0,-1-2 0,2-3 0,0 0 0</inkml:trace>
  <inkml:trace contextRef="#ctx0" brushRef="#br0" timeOffset="113258.27">22649 7227 5734,'-2'13'0,"1"0"0,3 9 0,-1-9 0,4 7 0,-3-13 0,5 1 0,-3-3 0,4-1 0,0-4 0,-1-3 0,1-1 0,-1-4 0,-2 1 0,1-4 0,0-1 0,-3 2 0,1-2 0,-2 1 0,-1 3 0,0 0 0,0 3 0,0 33 0,1-16 0,1 24 0,3-21 0,0-5 0,1 1 0,13-11 0,-11-2 0,11-7 0,-14-2 0,0-7 0,-3 3 0,0-5 0,-6-9 0,1 11 0,-3-10 0,-2 2 0,4 13 0,-2-7 0</inkml:trace>
  <inkml:trace contextRef="#ctx0" brushRef="#br0" timeOffset="113540.27">22872 7100 5734,'1'19'0,"1"0"0,-1 2 0,1 6 0,-1-6 0,1 4 0,-1-4 0,1-6 0,1 2 0,-1-7 0,3 4 0,-3-7 0,1 3 0,-3-8 0,-1 0 0,-1-1 0,0-1 0,1-1 0</inkml:trace>
  <inkml:trace contextRef="#ctx0" brushRef="#br0" timeOffset="113724.27">22853 7222 5734,'29'-5'0,"-3"0"0,-14 3 0,3-1 0,-5 1 0,2-1 0,-6 2 0</inkml:trace>
  <inkml:trace contextRef="#ctx0" brushRef="#br0" timeOffset="114122.27">23002 6952 5734,'6'7'0,"5"6"0,-2-1 0,3 6 0,-3-3 0,7 12 0,-3-5 0,3 7 0,-3 1 0,-4-6 0,-1 6 0,-6 0 0,-1-9 0,-2 6 0,-4-6 0,0-5 0,-4 2 0,-5-5 0,2-4 0,-5 0 0,6-8 0,2-1 0</inkml:trace>
  <inkml:trace contextRef="#ctx0" brushRef="#br0" timeOffset="114846.27">23222 7273 5734,'9'-1'0,"1"0"0,8-3 0,-2 0 0,6-1 0,0 0 0,-6 2 0,11-2 0,-14 3 0,3-1 0,-7 1 0,-4 0 0,3 0 0,-6 0 0,0 0 0,-6 0 0,0 0 0</inkml:trace>
  <inkml:trace contextRef="#ctx0" brushRef="#br0" timeOffset="115091.27">23327 7180 5734,'7'26'0,"-2"-9"0,5 24 0,-7-24 0,4 9 0,-3-11 0,-2-5 0,2 7 0,-2-10 0,1 0 0,0-7 0</inkml:trace>
  <inkml:trace contextRef="#ctx0" brushRef="#br0" timeOffset="115388.27">23552 7176 5734,'10'42'0,"-5"-12"0,2 11 0,0 1 0,-2-1 0,1 7 0,-1-2 0,-1-7 0,-1 1 0,-2-1-1546,-1-11 1546,-2 13 0,-2-27 487,-2-2-487,-2-5 254,-2-3-254,-12-6 0,3-3 0,-9-6 0,7-3 0,0-2 0</inkml:trace>
  <inkml:trace contextRef="#ctx0" brushRef="#br0" timeOffset="115526.27">23458 6906 5734,'11'-3'0,"6"-1"0,-2 3 0,15 1 0,-13 1 0,8 1 0</inkml:trace>
  <inkml:trace contextRef="#ctx0" brushRef="#br0" timeOffset="116274.27">23764 6993 5734,'-39'12'0,"11"-2"0,14-2 0,7-1 0,1 1 0,1 0 0,2 11 0,2-6 0,3 7 0,5-3 0,1-5 0,21 22 0,-13-17 0,2 1 0,0 1-394,-2-4 394,2 5 0,-2-2 0,-5-5 0,0 3 0,-4-4 0,-3-3 0,-1 0 0,-3-2 0,0-2 394,-4 1-394,-1-2 0,-1-1 0,-2 0 0,-3-2 0,4 0 0,-4-2 0,7 0 0,1-1 0,2-1 0,1-1 0,2-1 0,1-2 0,3-2 0,0 0 0,1-1 0,1 0 0,0 0 0,-1 0 0,4-2 0,-3 3 0,9-6 0,-10 10 0,6-2 0,-8 8 0,1 2 0,8 15 0,-6-5 0,5 11 0,-7-3 0,-3-5 0,0 15 0,-3-16 0,-1 6 0,-2-10 0,-1-4 0,-1-1 0,0-6 0,1 0 0</inkml:trace>
  <inkml:trace contextRef="#ctx0" brushRef="#br0" timeOffset="116773.27">24020 7282 5734,'1'20'0,"1"1"0,-1-10 0,0 0 0,-1-4 0,-1-3 0,1 0 0,-1-3 0,1-6 0,1-4 0,0-2 0,1-2 0,1-3 0,3-9 0,4-5 0,-1 6 0,3 3 0,-6 15 0,3 1 0,-3 5 0,2 4 0,1 7 0,-2-1 0,1 7 0,5 18 0,-7-16 0,4 15 0,-7-23 0,-1-1 0,0-4 0,-1-1 0,-1-2 0</inkml:trace>
  <inkml:trace contextRef="#ctx0" brushRef="#br0" timeOffset="117008.27">23891 6988 5734,'0'7'0,"0"-1"0</inkml:trace>
  <inkml:trace contextRef="#ctx0" brushRef="#br0" timeOffset="117658.27">24341 7009 5734,'-16'25'0,"-3"7"0,12-12 0,0 3 0,1 1 0,0 1 0,3 5 0,1 0 0,2-6 0,2 1 0,3 0 0,1-6 0,5 8 0,0-12 0,-2-5 0,3 1 0,-3-8 0,1-1 0,0-2 0</inkml:trace>
  <inkml:trace contextRef="#ctx0" brushRef="#br0" timeOffset="118249.27">24501 7100 5734,'-6'7'0,"1"2"0,-4 5 0,3-2 0,-8 21 0,7-15 0,-3 12 0,7-8 0,1-6 0,2 3 0,8 2 0,-3-13 0,6 6 0,-4-16 0,5-4 0,-3-1 0,8-17 0,-8 10 0,2-10 0,-2 5 0,-4 4 0,4-10 0,-7 13 0,2-3 0,-3 10 0,0 0 0,0 1 0,2 8 0,-1 3 0,0 8 0,3 6 0,-1-4 0,2 5 0,2-1 0,-2-5 0,3 2 0,4-2 0,-4-8 0,5 1 0,-2-11 0,-2-3 0,2-3 0,-2-7 0,-3 1 0,-2-5 0,-3 2 0,-2-1 0,-2-1 0,-1 0 0,-1-2 0,-2 1 0,1 0 0,-1 1 0,0 2 0,-2-13 0,4 16 0,-2-8 0,6 17 0,0 0 0</inkml:trace>
  <inkml:trace contextRef="#ctx0" brushRef="#br0" timeOffset="118525.27">24768 6982 5734,'-2'25'0,"1"21"0,1-19 0,3 20 0,2 1 0,0-13-1041,0 2 0,0-3 1041,0-17 618,1 2-618,-2-5 345,1 0-345,-2-7 0,1 1 0,-2-4 1098,1 0-1098,-3-2 0,-2-8 0,-1-2 0</inkml:trace>
  <inkml:trace contextRef="#ctx0" brushRef="#br0" timeOffset="118710.27">24740 7209 5734,'12'-1'0,"7"-3"0,-3 1 0,6-2 0,0 0 0,-1 0 0,0 0 0,-5 0 0</inkml:trace>
  <inkml:trace contextRef="#ctx0" brushRef="#br0" timeOffset="118971.27">24950 6872 5734,'10'9'0,"-1"0"0,5 7 0,4 10 0,-4-3 0,6 10 0,-8-4 0,0 0 0,3 10-822,-6-9 0,0 4 0,-2-3 822,0 10 0,-2-9 0,-2 0-782,-7 10 782,0-13 0,-4 6 0,-18 1 0,11-19 0,-15 10 0</inkml:trace>
  <inkml:trace contextRef="#ctx0" brushRef="#br0" timeOffset="120127.27">20176 6282 5734,'-5'33'0,"-2"6"0,2 0 0,0 4-1639,0-7 1,1 1 931,1-2 0,-1 2 0,1 1 707,-1 8 0,1 3 0,1-2 0,0-9 0,0 0 0,0 1 0,0 0 0,0 2 0,1 0 0,-1-3-112,1 2 0,0-2 0,0 0 112,0-1 0,0 1 0,1 4 0,0-4 0,1 5 0,-1 3 0,1 0 0,0-2 0,-1-4 0,1 8 0,0-4 0,0 4 0,0-3 0,0 5 0,1 1 0,-1-3 0,1-5 0,0-2 0,1-5 0,-1-2 0,0 5 0,1-1 0,0 7 0,-1-1 0,0-11 0,-1-4 0,1 11 0,-1 3 0,-2-27 0,0-11 0,-1-6 0</inkml:trace>
  <inkml:trace contextRef="#ctx0" brushRef="#br0" timeOffset="121373.27">20171 6312 5734,'-3'0'0,"-1"0"0,3 0 0,-1 0 0,6-3 0,4-4 0,2 0 0,2-2 0,0 3 0,-3 1 0,4 0 0,3-1 0,-4 2 0,19-5 0,-14 4 0,18-7 0,-2 2 0,13-5 0,-8 4-761,-1 0 761,-16 6 0,0 1 0,11-2 0,-5 2 0,9-2 0,-9 2 0,2 0 0,1 0 0,1 0 0,1 0 0,15-2 0,-14 2 0,1 1 0,-6 0 0,0 1 0,4 0 0,0 0 0,0 2 0,-2 0 0,9 0 0,3 2 0,-2-1 0,-7 2 0,-9-1 0,1 0 0,10 2 0,-7-1 0,8 0 0,1 0 0,-8-2 0,9 2 0,-10-2 0,1 1 0,0 0 0,1-1 0,-1 1 0,0 0 0,0 1 0,0-1 0,0 1 0,0-1 0,0 1 0,2 0 0,0 1 0,1-1 0,1 0 0,-8-1 0,0 0 0,15 1-718,-13-1 0,0-1 718,13 1 0,-17 0-202,4-1 1,9-1 0,-2 1 201,7-1 0,1 0 0,-5 1 0,3-1 0,-1 1-619,0-1 0,-1 1 0,-4-1 619,-7 1 0,-2-1 0,10 2 0,-1-1-233,-9 0 0,-1 1 233,1 0 0,0 0 0,0 0 0,2 0 0,12 2 0,2 0 0,-9 0 0,0-1 0,11 1 0,0 1 0,-12-2 0,2 0 0,3 0 0,7 1 0,0-1 0,-4 0-305,7 0 0,0 0 305,-7 0 0,4 0 0,0-1 0,-3 1 0,-4-2 0,-2 0 0,-1 1 0,6-1 0,1 0 0,-5 0 0,0 0 0,-1 0 0,2 0 0,-1-1 0,0 1 0,0 0 0,-1-1 0,-1 1 0,0 0 0,0 0 0,-2 0 0,-1 1 0,0-1 0,0 0 0,-3 0 0,3 1 0,6-2 0,6 1 0,2 0 0,-7 0 0,2-1 0,-1 0 0,-2 0 0,5 1 0,0-1 0,-6-1 0,-2-1 0,-3 0 0,-6 0 0,0 0 0,6-1 0,1 1 0,-1-1 0,-1 0 0,13-1 0,-16 2 0,1-1 0,5 1 0,-2-1 0,9 1 0,-3 0 0,7 0 0,-7 1 0,4 0 52,2 0 0,-3-1-52,-18 2 1907,10 0-1907,-7 0 0,-17 0 0</inkml:trace>
  <inkml:trace contextRef="#ctx0" brushRef="#br0" timeOffset="121373.27">25399 6297 4589,'-1'0'-1</inkml:trace>
  <inkml:trace contextRef="#ctx0" brushRef="#br0" timeOffset="123489.27">20284 8137 5734,'3'-3'0,"17"-2"0,-9 3 0,14-3 0,-10 3 0,11-1 0,-5 0 0,9 1 0,18 0 0,-14 1-1087,0 1 1,1-1 1086,3 1 0,-13-1 0,2 1 0,9-1 0,0 0 0,12-1 0,-11 1 0,-1 0 0,2 0 0,0 0-488,-1 2 488,0 0-285,-11 0 0,0 0 285,15 0 0,-7 0 0,-1 0 0,8 0 0,-16 0 0,1-1 0,1 0 0,0 0 0,14 1 0,-15-1 0,2 1 0,7 0 0,0 1 0,11 1 0,-2 0 0,0 1 0,0 0 0,-16-1 0,2 0 0,10 1 0,-1-1 0,-14-1 0,1 0 0,5 0 0,5 0 0,-5 0-1092,16 0 1092,-16 0 0,0-1 0,12-1 0,-11 0 0,0 0 0,-7 0 0,0-1 579,6 0 0,4 0-579,1-1 0,5 1 0,1-1 0,-6 1-779,2-1 1,-1 1 778,0-1 0,5 1 0,0 0 0,-7-1 0,2 1 0,-5 0-275,-6 0 0,0 0 275,7-1 0,1 1 0,14-2 0,0 1 0,-24 0 0,0 1 0,24-3 0,-14 2 0,1-1 0,-10 0 0,2 1 0,4 0 0,4-1 0,-2 1 0,-2 0 0,0 0 0,6 0 0,-2 0 0,9 0 436,-16 2-436,-2 0 0,-1 0 0,-1 1 0,11 0 0,-8 0 1849,9-2-1849,-9 0 0,13-2 0,-9 0 653,11-1-653,-14 0 0,1 1 219,-2 0-219,0-1 0,-2 2 0,-1 0 0,-1 1-268,0 0 268,-1 1 0,11 0 0,-7 0 59,9-1-59,-9 0 0,1-1 0,0 0 0,1-1 0,0-1 0,7 1-32,-8-1 0,0 0 32,0 1 0,5 1 0,0-1 0,0 1 0,-1 1 0,-2 0 0,-10 1 391,-1 0-391,0 1 0,0 1 0,-1-1 0,6-1 0,-6 1 0,5-1 0,-1-1 0,-5 0 0,5-1 0,9-1 0,-13 0 0,11-1 282,-17 2-282,-1 0 607,5-1-607,-5 2 1011,5-1-1011,5 0 0,-7 0 0,9 0 97,-9 0-97,-1 1 0,0 0 0,0 0 0,1-1 0,-3 1 0,1-1 0,-4 1 0,-1 1 0,0 0 0,-1 0 0,0 0 0,0 0 0,0 0 0,5 0 0,-2 0 0,3-1 0,-3 1 0,1-1 0,1 0 0,0 0 0,1 0 0,-1 0 0,0 0 0,9 0 0,-1-1 0,0 0 0,2-2 0,-11 2 0,3-2 0,-3 3 0,-1-1 0,0 0 0,0 2 0,-1-1 0,1 1 0,-1-1 0,0 1 0,1 0 0,-3 0 0,1 0 0,-2 0 0,0 0 0,2-2 0,-1 1 0,5-3 0,-6 2 0,4-1 0,-1 3 0,-2-1 0,3-2 0,-5 2 0,-1-3 0,0 3 0,-1 0 0,-1 0 0,-1-1 0,0-1 0,0 0 0,-1 0 0,1-1 0,1 0 0,-2-1 0,2 0 0,-1-1 0,0 0 0,0 0 0,0-1 0,0 0 0,0 1 0,-1-1 0,1-1 0,0 3 0,-1-5 0,2 6 0,-1-4 0,1 6 0,0-3 0,-1 4 0,1 0 0,-2 0 0,1 0 0,1-1 0,1 1 0,-1-2 0,0 1 0,-3-2 0,-2-1 0,-3-1 0,-3-2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01T02:17:38.2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16736 2192 5734,'9'1'0,"2"0"0,11-1 0,-7-3 0,20-6 0,-19 1 0,7-6 0,-2-2 0,-6 4 0,12-13 0,-22 18 0,-1 0 0,-2-5 0,-2 6 0,-8-7 0,0 10 0,-12-2 0,6 7 0,-25 13 0,20-3 0,-3 7 0,1 2 0,7 0 0,-5 15 0,13-6 0,4-8 0,3 6 0,9-3 0,-1-7-284,8 4 284,-3-10 0,9 1 0,-4-4 0,6-3 0,-1-7 0,-5-2 0,5-3 0,-5-3 0,-7 2 0,1-1 0,-8 0 0,-3 1 0,-1-3 0</inkml:trace>
  <inkml:trace contextRef="#ctx0" brushRef="#br0" timeOffset="404">17163 1618 5734,'1'9'0,"2"6"0,-1-1 0,2 8 0,-2 2 0,-1 2 0,1 0-646,-2 0 0,0-1 646,-1-7 0,-2-2 67,-7 11-67,2-12 0,-15 14 0,12-19 0,-18 5 0,15-13 0,-6-2 0,10-6 0</inkml:trace>
  <inkml:trace contextRef="#ctx0" brushRef="#br0" timeOffset="534">17117 1468 5734,'12'-4'0,"0"-2"0,-3 4 0,0-1 0,1 0 0</inkml:trace>
  <inkml:trace contextRef="#ctx0" brushRef="#br0" timeOffset="820">17280 1610 5734,'-4'-8'0,"1"0"0,2 5 0,1 0 0,4 7 0,-1 1 0,9 11 0,-4-3 0,5 6 0,7 12 0,-7-10 0,2 1 0,0-1 0,-2-5 0,6 8 0,-8-12 0,-3-5 0,1 2 0,-3-7 0,-3-2 0,1-4 0</inkml:trace>
  <inkml:trace contextRef="#ctx0" brushRef="#br0" timeOffset="1016">17344 1774 5734,'9'-16'0,"3"-9"0,-4 6 0,3-6 0,-2 1 0,-2 8 0,1-5 0,-4 9 0,1 1 0,-2 1 0,0 1 0</inkml:trace>
  <inkml:trace contextRef="#ctx0" brushRef="#br0" timeOffset="2007">17925 2120 5734,'2'-6'0,"0"2"0,1 2 0,2 0 0,3 0 0,15-1 0,-7 1 0,17-3 0,-14 2 0,-4 6 0,-6 0 0,-10 4 0</inkml:trace>
  <inkml:trace contextRef="#ctx0" brushRef="#br0" timeOffset="2154">17933 2291 5734,'17'1'0,"11"1"0,-4-1 0,6 1 0,-9-2 0</inkml:trace>
  <inkml:trace contextRef="#ctx0" brushRef="#br0" timeOffset="2777">18707 1924 5734,'-9'-3'0,"-10"1"0,6 4 0,-9 4 0,2 11 0,4-2 0,-5 8 0,0 6 0,6-4 0,1 1 0,2 2 0,1 11-705,4-15 0,1-1 705,4 9 0,5-10 333,0-2-333,11 2 0,-4-9 0,9 0 0,-7-9 0,7-2 0,-5-4 0,13-8 0,1-24 0,-8 10 476,2-13-476,-15 21 0,-1-1 0,-3 6 0,1-1 0,-3 9 0,-1 3 0,0 4 0,-4 18 0,2-7 0,1 24 0,4-22 0,7 14 0,-2-20 601,15-1-601,-10-11 0,17-16 0,-16 5 0,7-22 0,-16 18 0,-1-8 0,-7 9 0,-1 5 0,-2 0 0,-2 1 0,3 3 0,-2-3 0</inkml:trace>
  <inkml:trace contextRef="#ctx0" brushRef="#br0" timeOffset="3000">18871 2047 5734,'1'10'0,"3"10"0,1-7 0,9 23 0,-5-18 0,9 23 0,-11-25 0,3 10 0,-7-9 0,-2-5 0,-3 3 0,-14 2 0,3-7 0,-9 5 0,-1-9 0,8 0 0,-6-1 0,3-1 0,5-1 0,-4-4 0,8-5 0,1-3 0</inkml:trace>
  <inkml:trace contextRef="#ctx0" brushRef="#br0" timeOffset="3701">19233 2076 5734,'3'6'0,"2"1"0,7 13 0,-3-6 0,4 6 0,1 1 0,1-1 0,2 3 0,1 0 0,-2-4 0,7 10 0,-11-12 0,-4-5 0,-1 2 0,-3-7 0,-1 0 0</inkml:trace>
  <inkml:trace contextRef="#ctx0" brushRef="#br0" timeOffset="3850">19284 2263 5734,'16'-19'0,"-3"5"0,6-4 0,1 2 0,-4 5 0,5-3 0</inkml:trace>
  <inkml:trace contextRef="#ctx0" brushRef="#br0" timeOffset="4566">20015 1988 5734,'-2'7'0,"0"1"0,-1 14 0,0-6 0,0 27 0,2-21 0,0 11 0,1 0 0,1-8-904,-1 22 904,1-34 0,1 0 292,-2 1-292,1-5 149,-2 0-149,1-6 0,-2-3 0,0-2 0</inkml:trace>
  <inkml:trace contextRef="#ctx0" brushRef="#br0" timeOffset="5017">20446 2043 5734,'25'35'0,"-10"-11"0,-3 1 0,-2 9-549,-3-10 1,-1 2 548,-2 4 0,-1-1-1613,1 18 1613,-2-17 0,-1 1 0,-2-1 0,-1-2 0,-2 14 168,1-16 0,-1 0-168,-9 15 0,2-13 0,-5 4 0,-3-15 0,4-8 0,-6-5 0,-3-13 0,5-3-127,-6-8 0,8-4 0,2-4 0</inkml:trace>
  <inkml:trace contextRef="#ctx0" brushRef="#br0" timeOffset="5152">20473 1788 5734,'6'-4'0,"0"2"0,-3 5 0,-2 2 0,3-4 0,-3-1 0</inkml:trace>
  <inkml:trace contextRef="#ctx0" brushRef="#br0" timeOffset="5577">19871 2021 5734,'4'-6'0,"3"-1"0,0 5 0,5-2 0,6 1 0,-3 0 0,8 0 0,1 2 0,-5 1 0,6 1 0,-8 1 0,1-1 0</inkml:trace>
  <inkml:trace contextRef="#ctx0" brushRef="#br0" timeOffset="6379">20931 1839 5734,'-9'-3'0,"-6"-1"0,3 2 0,-7 0 0,-3 4 0,4 0 0,-6 3 0,7-1 0,2 3 0,1 0 0,2 0 0,-4 9 0,8-5 0,-2 8 0,9-2 0,3-3 0,3 4 0,5 2 0,0-5 0,5 5 0,3-1 0,-4-5 0,5 4 0,10 6 0,-16-12 0,10 9 0,-19-17 0,-2 0 0,-1-1 0,-2-1 0,-2 1 0,-6 1 0,0 0 0,-5 0 0,-2 0 0,4-2 0,-4 1 0,8-1 0,-4-1 0,6-1 0,-1 0 0,7-1 0,1-1 0,8-9 0,0 2 0,5-6 0,-1 4 0,-1 0 0,19-10 0,-16 10 0,14-6 0,-17 11 0,-3 3 0,0-1 0,-1 4 0,-3 0 0,2 3 0,-3 2 0,-1 0 0,1 3 0,-1 3 0,-2-1 0,2 3 0,0 5 0,-1-8 0,1 6 0,-2-7 0,0-1 0,-2-2 0,-1-1 0,0-6 0,0-1 0</inkml:trace>
  <inkml:trace contextRef="#ctx0" brushRef="#br0" timeOffset="6867">21080 2097 5734,'0'12'0,"0"1"0,1 8 0,-1-8 0,1 8 0,-1-14 0,0-1 0,-1-5 0,5-13 0,-2 4 0,5-17 0,-5 12 0,3-5 0,-1-2 0,0 5 0,0-3 0,-1 6 0,0 3 0,1 1 0,0 1 0,6 4 0,-3 2 0,5 3 0,0 9 0,-2-2 0,10 18 0,-10-12 0,11 19 0,-13-21 0,4 6 0,-7-10 0,-2-2 0,-2-1 0,-3-2 0,-2-3 0,0-1 0</inkml:trace>
  <inkml:trace contextRef="#ctx0" brushRef="#br0" timeOffset="7102">20917 1859 5734,'8'0'0,"4"4"0,0 0 0,2 2 0,-2-4 0,-2-1 0</inkml:trace>
  <inkml:trace contextRef="#ctx0" brushRef="#br0" timeOffset="8118">21401 1946 5734,'0'4'0,"-1"4"0,4-2 0,0 4 0,4 10 0,-2-7 0,5 10 0,16 15 0,-12-18 0,14 17 0,-7-19 0,-8-8 0,6 4 0,-9-8 0,-3-1 0,0 0 0,-3-1 0,-1-2 0,0-1 0</inkml:trace>
  <inkml:trace contextRef="#ctx0" brushRef="#br0" timeOffset="8334">21364 2193 5734,'10'-14'0,"8"-6"0,-3 6 0,6-2 0,1-1 0,3-1 0,-5 4 0,1 0 0,12-5-1466,-10 5 1466,7-4 0,-4 5 0,-9 4 464,2 1-464,-9 6 0,-3 2 0,-1-1 0</inkml:trace>
  <inkml:trace contextRef="#ctx0" brushRef="#br0" timeOffset="9934">16895 3012 5734,'19'-10'0,"-5"2"0,17-24 0,-21 19 0,9-16 0,-19 21 0,-4-3 0,-1 5 0,-8-1 0,4 7 0,-4 2 0,-9 11 0,9-4 0,-9 9 0,13-8 0,1 1 0,-2 8 0,3-4 0,0 5 0,4 1 0,2-5 0,1 4 0,5-4 0,0-3 0,4 1 0,12-4 0,-5-6 0,14-2 0,-14-6 0,3-4 0,-7 0 0,-3-3 0,0-2 0</inkml:trace>
  <inkml:trace contextRef="#ctx0" brushRef="#br0" timeOffset="10300">17080 2713 5734,'6'2'0,"1"0"0,3 2 0,0-1 0,5 0 0,-3-1 0,1 0 0,0-1 0,9-3 0,-7 1 0,2 0 0,-9 1 0,-5 2 0,0-1 0,-3-1 0,0-2 0</inkml:trace>
  <inkml:trace contextRef="#ctx0" brushRef="#br0" timeOffset="10635">17336 2690 5734,'7'37'0,"-1"-4"0,-3-15 0,-1 1 0,0 0 0,-1-1 0,-1 0 0,-1 4 0,-1-6 0,-1 3 0,-2-8 0,-1-2 0,-1 0 0,-16 2 0,11-7 0,-14 1 0,15-8 0,-1 0 0,1-3 0,0-2 0,0-2 0</inkml:trace>
  <inkml:trace contextRef="#ctx0" brushRef="#br0" timeOffset="11029">17431 2647 5734,'7'10'0,"4"7"0,-4-7 0,5 5 0,0-2 0,-2-4 0,3 2 0,0-2 0,-4-4 0,7 8 0,-11-8 0,3 5 0</inkml:trace>
  <inkml:trace contextRef="#ctx0" brushRef="#br0" timeOffset="11238">17448 2770 5734,'5'-16'0,"7"-12"0,-6 12 0,5-10 0,-2 5 0,-2 6 0,3-3 0,-6 8 0,1 3 0,-2 0 0,1 1 0</inkml:trace>
  <inkml:trace contextRef="#ctx0" brushRef="#br0" timeOffset="11569">17302 2504 5734,'2'-6'0,"-1"1"0,2 5 0,-2 1 0,1 3 0,-3 0 0</inkml:trace>
  <inkml:trace contextRef="#ctx0" brushRef="#br0" timeOffset="12142">17968 2846 5734,'14'-2'0,"-4"0"0,8 0 0,-5 0 0,2 1 0,16-2 0,-11 1 0,11-2 0,-14 4 0,-6 0 0,0 0 0,-5 0 0</inkml:trace>
  <inkml:trace contextRef="#ctx0" brushRef="#br0" timeOffset="12318">18036 2941 5734,'12'1'0,"11"3"0,-7-3 0,9 3 0,-12-4 0,-1-1 0</inkml:trace>
  <inkml:trace contextRef="#ctx0" brushRef="#br0" timeOffset="13317">18753 2690 5734,'-16'0'0,"3"2"0,-2 1 0,6 1 0,-4 2 0,-3 10 0,5-5 0,-12 22 0,14-16 0,-4 11 0,8-12 0,1 1 0,1 1 0,-1 13 0,3-13 0,2 17 0,2-24 0,10 5 0,-3-14 0,20-5 0,-15-1 0,8-9 0,-1-2 0,-6 2-281,14-14 281,-22 16 0,-2 2 0,2-1 0,-4 3 0,1-1 0,-3 6 0,-4 9 0,0 0 281,-5 22-281,4-16 0,0 15 0,5-19 0,6 4 0,-1-8 0,4 0 0,1-7 0,-3-1 0,3-3 0,-3-4 0,-3 0 0,1-3 0,-4-1 0,-1 4 0,0-2 0,-2 5 0,0 2 0,-2-1 0,0 5 0,0 0 0,1 0 0,1 0 0</inkml:trace>
  <inkml:trace contextRef="#ctx0" brushRef="#br0" timeOffset="13596">18931 2841 5734,'-6'9'0,"1"0"0,6 0 0,7 14 0,-1-8 0,15 23 0,-10-22 0,7 10 0,-7-12 0,-5-4 0,0 1 0,-7-3 0,-3-3 0,-5 2 0,-9-3 0,2-2 0,-6 0 0,1-3 0,6-1 0,-9-3 0,14 2 0,-4-1 0,13 2 0,2-1 0</inkml:trace>
  <inkml:trace contextRef="#ctx0" brushRef="#br0" timeOffset="14010">19427 2829 5734,'1'-5'0,"0"2"0,3 3 0,-1 2 0,11 17 0,-5-9 0,8 13 0,-7-11 0,0 1 0,-1-1 0,5 7 0,-5-5 0,3 4 0,-3-4 0,-3-4 0,1 0 0,-7-1 0,0-3 0,-4 2 0,-1-4 0,-1-1 0</inkml:trace>
  <inkml:trace contextRef="#ctx0" brushRef="#br0" timeOffset="14185">19387 2985 5734,'20'-25'0,"-2"4"0,2 3 0,-5 6 0,6-2 0,-3 2 0,-5 4 0,4-2 0,-7 5 0,0 1 0</inkml:trace>
  <inkml:trace contextRef="#ctx0" brushRef="#br0" timeOffset="15102">19971 1821 5734,'-1'-5'0,"0"0"0,1 5 0,2 5 0,-2 0 0,2 3 0,-3 3 0,1-2 0,2 17 0,-2-6 0,1 4 0,-1-1 0,0-10 0,0 4 0,0-6 0,0 1 0,0-1 0,0 8 0,-1-7 0,0 12 0,0-14 0,1 7 0,0-11 0,0 0 0,-1-2 0,0-2 0,-3 0 0,2-5 0,-1-1 0</inkml:trace>
  <inkml:trace contextRef="#ctx0" brushRef="#br0" timeOffset="15852">19945 2941 5734,'4'-4'0,"11"0"0,-4 4 0,10-1 0,-7 0 0,3 0 0,0 0 0,8 1 0,-6 0 0,5 0 0,-3 0 0,-7 0 0,2 0 0,-4-1 0,-5 1 0,2-2 0,-8 1 0,-1 0 0,-4-1 0,0 1 0</inkml:trace>
  <inkml:trace contextRef="#ctx0" brushRef="#br0" timeOffset="16471">20540 2921 5734,'10'21'0,"3"10"0,-5-10 0,1 11 0,-4 4 0,-1-6 0,-2 10 0,-6 0-1251,0-10 1251,-3 7 0,-4-5 0,1-10 298,-2 3-298,-1-6 0,3-8 0,-1 2 0,0-8 0,3-3 0,-2-2 953,-3-13-953,7 6 0,-3-11 0,9 7 0,1-1 0,1-2 0,1 0 0,1-1 0,1-2 0,2-2 0,1-2 0,1 0 0</inkml:trace>
  <inkml:trace contextRef="#ctx0" brushRef="#br0" timeOffset="17301">20539 2797 5734,'2'-5'0,"-2"2"0,-4 2 0,0 0 0,-3 1 0</inkml:trace>
  <inkml:trace contextRef="#ctx0" brushRef="#br0" timeOffset="18369">20958 2671 5734,'-8'-5'0,"2"2"0,-5-1 0,4 3 0,-4 1 0,1 2 0,3 0 0,-4 1 0,-1-2 0,2 1 0,-10 5 0,8-1 0,-4 5 0,1 0 0,5-3 0,-4 2 0,0 0 0,5-4 0,-11 10 0,13-10 0,-4 5 0,10-9 0,0 1 0,2 0 0,1 1 0,11 3 0,-4-2 0,14 6 0,-9-5 0,6 2 0,12 4 0,-14-5 0,19 7 0,-21-6 0,3 2 0,-7-3 0,-4 0 0,-3-1 0,-2-2 0,-2 1 0,-1 0 0,-3-2 0,-2 2 0,-7 1 0,3-2 0,-6 1 0,0 0 0,3-1 0,-1 0 0,4-1 0,2-2 0,1 0 0,1-1 0,3 0 0,2-3 0,3-1 0,4-1 0,7-3 0,11-4 0,2-1 0,-2 1 0,-8 3 0,-7 3 0,-1 0 0,-2 2 0,2-2 0,-3 1 0,2 1 0,-2 0 0,-1 1 0,-1-1 0,0-1 0,-3 3 0,1 1 0,-1 5 0,0 2 0,2 4 0,-1-1 0,2 5 0,-1 2 0,0-2 0,1 2 0,-3-1 0,2-5 0,-2 4 0,-1-5 0,-1-2 0,0 0 0,-1-4 0,0-2 0,-1-1 0,-2-5 0,1 1 0,-1-4 0</inkml:trace>
  <inkml:trace contextRef="#ctx0" brushRef="#br0" timeOffset="18902">21111 2867 5734,'-1'27'0,"0"-4"0,-1-13 0,1-3 0,-1 0 0,0-5 0,1-1 0,1-5 0,2-7 0,-1 2 0,2-5 0,0 3 0,0 3 0,1-3 0,1 2 0,6-2 0,-3 3 0,4-1 0,-7 6 0,-1 1 0,1-1 0,-1 2 0,0 1 0,2 1 0,-1 2 0,1 1 0,2 6 0,-3-1 0,3 5 0,-2 5 0,-2-4 0,1 5 0,-3-2 0,0-4 0,-1 2 0,0-4 0,-1-4 0,0 1 0,0-6 0,1-2 0</inkml:trace>
  <inkml:trace contextRef="#ctx0" brushRef="#br0" timeOffset="19343">21418 2765 5734,'8'5'0,"0"2"0,-1 0 0,4 7 0,-2-3 0,4 5 0,1 1 0,-3-4 0,3 4 0,-3-5 0,17 8 0,-12-9 0,12 6 0,-17-13 0,2 3 0,-7-3 0,3 0 0,-6-4 0</inkml:trace>
  <inkml:trace contextRef="#ctx0" brushRef="#br0" timeOffset="19562">21427 2991 5734,'9'-16'0,"1"0"0,0 5 0,3-2 0,1-1 0,3-2 0,1 1 0,16-14 0,-12 11 0,9-8 0,-16 14 0,-7 6 0,1 0 0</inkml:trace>
  <inkml:trace contextRef="#ctx0" brushRef="#br0" timeOffset="23723">16264 3485 5734,'7'-2'0,"2"1"0,2 0 0,3 0 0,19 1 0,-11 0 0,4 0 0,0 1 0,-3-1 0,19-1 0,1-1 0,-9 1-786,2-1 0,-1 1 786,-11 1 0,0 1 33,0-1-33,-1 1 0,22-1 0,-16 0 0,16 0 0,-8-1 0,-9 0 0,8 0 0,2 0 0,-2 0 0,2 0 0,-1 0 0,-8 1 0,0 0 0,0 0 0,0 0 0,-3 0 0,0 0-369,-3 0 369,6 0 0,9 0 0,-13 0 0,6 1 0,0-1 0,-2 1 0,1-1 0,-1 1 0,-1-1 1109,10 1-1109,-12 0 0,0 0 0,8 0 0,6 1 0,1-1-1052,-3 0 1052,-8 0 0,1-1 0,-5 0 0,-2 0 0,16 1 0,-14-1 0,0 0 0,10 1-911,1 1 911,0 0 0,-8 0 0,6 0 0,-3 0 0,-8 0 0,1 0-467,23 2 0,-2 0 467,-14-2 0,0 1-396,15-1 396,-11 0 0,3-1 0,0 0 0,2 0 0,-10 1 0,2-2 0,15-1 0,-11 0 0,10-1 0,1 0 0,-3 1 0,3 0 0,-1 0 0,-10 0 0,-13-1 0,0 1 0,23-4 0,-11 1 0,10-1 0,-21 2 0,-1 1 0,13-2 0,-14 2 0,2-1 0,22-1 0,-11 0 0,10 1 0,-3-1 0,-11 2 0,10-1 0,-3 3 0,-8-1 0,9 1 0,3-1 0,-9 0 0,11-1 0,3 2 0,-12 0 0,3 1 0,1-1 0,1 0 0,-10 0 0,1 0 0,14 1 0,-11 0 0,0 0 0,1 0 0,-5 1 0,-1-1 0,0 0 0,0 1 171,-3-1 1,-2 0-172,3 0 0,12 0 0,-9-1 0,8 0 0,1-1 0,-7-1 0,8 0 245,-11 0 1,1 0-246,-5 0 0,2 0 0,17-1 0,-1 0 0,-18 1 0,-1 1 334,2-1 0,-2 1-334,0 0 0,-1 1 0,20-1 0,-15 0 0,-2 1 0,0-1 0,1 0 0,7 0 0,3-1 0,-8 0 0,10-1 0,-13 1 0,0-1 0,9-1 0,5-1 0,0 1 0,-4 0 0,-8 0 0,-1 1 0,3 0 0,0 1 0,0 0 0,-1 1 0,1-1 0,10 0 0,6-1 0,2 0 0,-6-1 0,-12 2 0,4-1 0,-4 0 0,8-1 0,8-1 0,-1 0 0,-16 2 0,-3 0 0,-2 0 0,-12 2 493,1 1-493,3-2 871,-5 1-871,3 0 389,-3-1-389,-5 0 837,2-2-837,-11 1 0,-11 0 0,-4 0 0,-9-1 0</inkml:trace>
  <inkml:trace contextRef="#ctx0" brushRef="#br0" timeOffset="24302">22651 3158 5734,'4'-2'0,"14"-1"0,-7 2 0,13 0 0,-10 0 0,3 0 0,10-2 0,-6 1 0,9-1 0,-9 1 0,0 0 0,-1 1 0,-1 0 0,-2 1 0,-1 0 0,10 3 0,-13-2 0,7 2 0,-15-3 0,0-1 0,-3 0 0,-6 0 0,-1 0 0,-5 1 0,3 0 0</inkml:trace>
  <inkml:trace contextRef="#ctx0" brushRef="#br0" timeOffset="24567">22870 2907 5734,'5'10'0,"1"12"0,-2-3 0,0 10 0,1 2 0,1 6 0,-1-5 0,2 6 0,-1-4 0,2 9-932,-1-5 0,-1-2 932,-1-11 0,0-3 431,-1-4-431,0-1 0,-1-6 0,0-3 0,-3-8 0,-5-5 0,-3-3 0</inkml:trace>
  <inkml:trace contextRef="#ctx0" brushRef="#br0" timeOffset="30343">15994 4092 5734,'11'-2'0,"7"-2"0,-5 0 0,20-12 0,-21 8 0,10-8 0,-19 11 0,-2-1 0,-1 1 0,-1 0 0,-2 1 0,-2 1 0,-6 2 0,0 1 0,-5 3 0,-2 7 0,5-2 0,-4 5 0,3 3 0,4-3 0,-1 5 0,6 0 0,3-5 0,0 6 0,7-1 0,0-5 0,5 4 0,5-3 0,-2-4 0,7 0 0,3-5 0,-6-2 0,14-9 0,-16-1 0,7-7 0</inkml:trace>
  <inkml:trace contextRef="#ctx0" brushRef="#br0" timeOffset="30952">16198 3782 5734,'4'14'0,"1"1"0,-1-5 0,1 9 0,-1-3 0,1 5 0,-2 0 0,-2-5 0,0 4 0,-3-3 0,-2 0 0,0-2 0,-2-4 0,-4-8 0,0-3 0,-6-3 0,3-2 0,0-4 0,1-2 0</inkml:trace>
  <inkml:trace contextRef="#ctx0" brushRef="#br0" timeOffset="31334">16324 3752 5734,'9'11'0,"-2"-3"0,4 5 0,0 0 0,-2-3 0,3 3 0,0-2 0,-4-3 0,4 3 0,-3-3 0,-3-3 0,0 2 0,-3-4 0,-1-1 0,0 0 0</inkml:trace>
  <inkml:trace contextRef="#ctx0" brushRef="#br0" timeOffset="31502">16332 3831 5734,'11'-14'0,"-1"0"0,2 1 0,-4 4 0,3-2 0,-6 4 0,0 0 0</inkml:trace>
  <inkml:trace contextRef="#ctx0" brushRef="#br0" timeOffset="32710">16532 4086 5734,'0'4'0,"-1"-1"0,0-2 0,2-1 0,0 1 0,3 0 0,0 0 0,2 1 0,-1-2 0,3 1 0,1 0 0,9 1 0,5-1 0,-4 0 0,-2-1 0,-10 0 0,-1 0 0,-1 0 0,-1 0 0,-1 0 0,0 0 0,-1 0 0,-1 0 0,1 0 0,-1 0 0,1-1 0,-1 0 0,-2-1 0,0 1 0,-2-2 0,0 2 0,-1-1 0,1 0 0</inkml:trace>
  <inkml:trace contextRef="#ctx0" brushRef="#br0" timeOffset="32936">16612 4027 5734,'-2'36'0,"0"-13"0,0 14-775,1-17 775,1-1 0,1 7 0,1-7 251,0 3-251,1-6 129,-4-6-129,1 2 0,-2-9 0,0-1 0</inkml:trace>
  <inkml:trace contextRef="#ctx0" brushRef="#br0" timeOffset="33335">16197 3504 5734,'0'6'0,"1"1"0,-1-3 0,1 0 0,-1-1 0,1-3 0,1 3 0,-2-2 0,2 1 0,-2 0 0,-1 0 0,-1-1 0,-2 2 0,-1-2 0,-1 1 0</inkml:trace>
  <inkml:trace contextRef="#ctx0" brushRef="#br0" timeOffset="34370">16892 4112 5734,'11'-7'0,"0"0"0,0-2 0,7-10 0,-8 6 0,6-8 0,-8 6 0,-3 5 0,1-2 0,-9 1 0,1 6 0,-5-2 0,0 7 0,-2 0 0,-6 4 0,2 1 0,-4 3 0,-2 4 0,6-1 0,-13 21 0,14-14 0,-5 14 0,10 2 0,4-12 0,3 17 0,4-24 0,2 5 0,7-6 0,-2-4 0,5-1 0,6-8 0,-5-3 0,6-3 0,-2-8 0,-6 2 0,5-6 0</inkml:trace>
  <inkml:trace contextRef="#ctx0" brushRef="#br0" timeOffset="34722">17111 3832 5734,'6'1'0,"6"0"0,6 2 0,-1 0 0,10-1 0,-14-2 0,11-2 0,-11 0 0,3-1 0,-3-1 0,-5 1 0,0-1 0,-3 1 0</inkml:trace>
  <inkml:trace contextRef="#ctx0" brushRef="#br0" timeOffset="35019">17350 3768 5734,'1'27'0,"1"-1"0,0 2 0,-1 0 0,1 0 0,-2-8 0,0 15 0,0-14 0,-1 10 0,0-20 0,-1 0 0,0-3 0,-2 1 0,1-3 0,-5 0 0,-2-5 0,-1-2 0,-12-11 0,9 2 0,-8-9 0,9 4 0,2-3 0,0-3 0</inkml:trace>
  <inkml:trace contextRef="#ctx0" brushRef="#br0" timeOffset="35189">17340 3547 5734,'5'-3'0,"0"0"0,7 2 0,-4 2 0,13 4 0,-11 0 0,5 4 0</inkml:trace>
  <inkml:trace contextRef="#ctx0" brushRef="#br0" timeOffset="35486">17460 3687 5734,'1'7'0,"0"0"0,3 0 0,0 0 0,2 1 0,0 1 0,5 6 0,-2-3 0,4 4 0,-4-5 0,5 5 0,-3-3 0,12 10 0,-13-12 0,5 3 0,-9-9 0,-1-1 0,-1-1 0,-2-2 0,-1 0 0,0-2 0</inkml:trace>
  <inkml:trace contextRef="#ctx0" brushRef="#br0" timeOffset="35632">17502 3815 5734,'9'-14'0,"1"1"0,10-4 0,4 1 0,1 0 0,1-1 0,0 1 0</inkml:trace>
  <inkml:trace contextRef="#ctx0" brushRef="#br0" timeOffset="36106">18024 4087 5734,'4'1'0,"3"0"0,-2 0 0,4 2 0,4-1 0,-2 0 0,3 1 0,-2-1 0,-4 0 0,1 0 0,-3-2 0</inkml:trace>
  <inkml:trace contextRef="#ctx0" brushRef="#br0" timeOffset="36252">18071 4212 5734,'28'8'0,"2"0"0,11-3-606,-7-2 1,14 0 0,-13-3 0</inkml:trace>
  <inkml:trace contextRef="#ctx0" brushRef="#br0" timeOffset="36941">18509 3906 5734,'3'-6'0,"6"-4"0,13-1 0,-3 1 0,23-1 0,-24 10 0,21 6 0,-24 0 0,12 17 0,-19-9 0,1 10 0,-10-2 0,-3-5 0,-9 17 0,4-16 0,-7 8 0,5-10 0,3-4 0,-2 1 0,4-5 0,4-2 0,-1 0 0,4-1 0,1-2 0,4 2 0,7-1 0,-1-1 0,7 0 0,5-3 0,1-1 0,0 0 0,0 0 0,-1 0 0,-8-1 0,5-1 0,-7 0 0,1 0 0,-7-2 0,-3 0 0,0-3 0,-1 1 0</inkml:trace>
  <inkml:trace contextRef="#ctx0" brushRef="#br0" timeOffset="37658">19116 3833 5734,'-11'4'0,"-3"4"0,4 0 0,-3 4 0,-6 7 0,0 2 0,0 0-571,-1 2 1,2-1 570,10-5 132,1 6-132,4-7 0,1 4 0,6-2 0,0-8 0,8 4 0,-2-12 0,14-8 0,-9 0 855,8-6-855,-6-2 0,-4 3 0,2-4 0,-1 0 0,-6 7 154,2-3-154,-7 9 0,0 3 0,-2 7 0,-1-1 0,-1 6 0,0 8 0,2-7 0,2 11 0,1-15 0,1 2 0,1-6 0,-1-3 0,1-1 0,4-10 0,-4 3 0,3-7 0,-7-9 0,-2 8 0,0-8 0,-2 13 0,-2-4 0,0 4 0,-1-2 0,2 4 0,1 2 0,1-1 0,3 1 0</inkml:trace>
  <inkml:trace contextRef="#ctx0" brushRef="#br0" timeOffset="37935">19346 3940 5734,'-6'2'0,"0"-1"0,1 2 0,2 0 0,0 1 0,0 3 0,3 0 0,1 2 0,16 21 0,-8-15 0,12 17 0,-14-21 0,1 6 0,-3-7 0,-5 6 0,-4-11 0,-9 3 0,-8-6 0,-1-1 0,0-1 0,4-4 0,10 1 0,-1-1 0</inkml:trace>
  <inkml:trace contextRef="#ctx0" brushRef="#br0" timeOffset="38238">19785 3824 5734,'5'3'0,"3"4"0,8 10 0,-3-2 0,12 12 0,-11-13 0,15 18 0,-14-17 0,12 13 0,-16-18 0,3 3 0,-1-2 0,-6-4 0,5 2 0</inkml:trace>
  <inkml:trace contextRef="#ctx0" brushRef="#br0" timeOffset="38418">19802 4068 5734,'5'-6'0,"8"-7"0,0 1 0,8-6 0,18-10 0,-13 11 0,3-2 0,0 1 0,-5 3 0,12-5 0,-19 10 0</inkml:trace>
  <inkml:trace contextRef="#ctx0" brushRef="#br0" timeOffset="45308">24093 5506 5734,'-8'-6'0,"-7"-2"0,-5 1 0,-2 1 0,-20-1 0,17 4 0,-1 0 0,1 0-1193,-1 0 1193,-8-2 0,-13-5 0,17 3 0,-5-1 0,-1 0 0,3-1 0,8 3 0,-1 0 0,-20-5 0,8 3 0,12 2 0,-1 1 0,-3-1 0,-3-1 0,3 2 0,-3-1 0,-1 0 0,-10-1 0,-1-1 0,0 1-1093,6 1 1,2-1 0,-1 1 1057,1 1 1,0-1 0,3 0 34,3 1 0,2 0 135,0 0 0,-1-1-135,-13-2 0,-1 0 0,11 2 0,1-1 0,-10-1 0,-2 0 0,2-2 0,2 1-701,8 3 0,0-1 701,-10-3 0,1 1 0,12 3 0,-1 0-8,-4 2 1,-6-2 0,-2 1 0,5 1 7,-8-1 0,0 0 0,6 1 0,-4 0 0,0 0 0,5 1 0,-2 0 0,1 1 0,1-1 0,-3 1 0,1 0 0,-6-1 0,-1 0 0,6 1 0,-1 0 0,2 0 0,-5 0 0,2-1 0,-1 1 0,-1 0 0,0 0 0,0-1 0,1 1 0,-3-1 0,4 1 0,-3-1 0,1 0 0,11 1 0,1 0 0,-2 0 0,-9-1 0,-1 1 0,-1-1 0,1 0 0,0 0 0,2 0 0,9 1 0,0 0 0,-1 1 0,-8-2 0,-1 1 0,-1-1 0,-1 1 0,0 1 0,2 0 0,10-1 0,0 1 0,-1 0 0,-9 0 0,-2-1 0,1 1 0,0 1 0,0-1 0,2 1 0,9-1 0,1 1 0,-1 0 0,-8 0 0,-2 0 0,1 0 0,2 1 0,0 0 0,2 0 0,-7 0 0,0 1 0,9-1 0,-2 1 0,-2 0 0,-7 1 0,-1 0 0,3 0 0,0 1 0,0 0 0,5 0 0,-4 1 0,0 0 0,5 0 0,0 1 0,2 0 0,6-1 0,-1 1 0,-4 1 0,2-1 0,-5 2 0,-1-1 0,2 1 0,4-2 0,1 0 0,4 0 0,-4 0 0,-11 2 0,-6 2 0,1-1 0,9-2 0,8-1 0,3-2 0,0 1 0,1 0 0,0-1 0,1 0 0,2 0 0,-1 0 0,2-1 0,-1 0 0,-7 2 0,-1-1 0,9-2 0,0 1 0,-6 0 0,0 0 0,3-1 0,2-1 37,-13 1-37,2 0 0,2-1 0,0 1 1034,9-1 0,2 1-1034,0 0 0,-7 1 0,9-1 0,-18 3 0,22-4 0,-18 3 0,24-3 1721,-11 4-1721,15-3 1634,-5 3-1634,8-2 0,-3 1 0,-1 3 274,3-2-274,-4 8 0,6-5 0,-2 7 0,3-4 0,0 1 0,0 2 0,1 16 0,1 8 0,1 3 0,0-14 0,0 2-877,1 15 0,1-1 877,1-4 0,2 1 0,2 2 0,0 2 0,-2-17 0,0 3 0,1 2 0,2 7 0,-1-1 0,-1-4-1166,1 1 0,0-2 1166,0 1 0,0 3 0,0 1 0,-1 2 0,0 1 0,-1-3-824,0 2 0,0 0 824,-1 1 0,1 3 0,-2-4 0,-1-3 0,-1-2 0,0 0 0,-1 4 0,-1-6 0,1 6 0,-1-1 0,0-3 0,0 12 0,-1 0 0,1-12 0,0 2 0,0 1 0,0-3 0,0 2 0,0-3 0,1-1 0,-1 6 0,1-1 0,0 9 0,0 2 0,1-6 0,1-1 0,-1-11 0,0-1 0,1 8 0,0 0 0,0-5 0,0-2 0,1 14 0,-2-17 0,0 0 0,2 16 0,-2-12 1526,1 6-1526,0-6 0,-1-10 2041,1 7-2041,-2-2 0,1-5 1760,-1 7-1760,-1 3 0,1-8 0,-2 23 0,2-25 407,2 14-407,0-17 0,1-4 0,1-2 0,0-7 0,9 4 0,-4-3 0,8 2 0,2-2 0,-4-1 0,9 1 0,5-1 0,2 0 0,6 0-877,-1 0 1,1-1 876,3-1 0,3-2 0,3 1 0,-16-1 0,0 0-914,18 0 1,-1 0 913,-19 0 0,-2-1 0,1 0 0,1 0-567,-1 1 0,1-1 567,-1 0 0,2 1 0,5-1 0,3 1 0,-1 0 0,-2 0 0,1 0 0,2 0 0,6 1 0,0 0 0,-6 0 0,-1 0 0,1 0 0,2 1 0,7 0 0,0 0 0,-6 0 0,-1-1 0,1 1 0,2-1 0,9 1 0,-1 0 0,-6-1 0,-1-1 0,-1 1 0,-3-1 0,5 1 0,-1-1 0,-4 0-510,2 0 0,-1 0 510,-6 0 0,1 0 0,1 0 0,1 0 0,0 0 0,-2-1 0,7 1 0,0 1 0,-7-2 0,2 1 0,0 0 0,-2 0 0,0 0 0,2-1 0,-2 1 0,0 0 0,2 0 0,2 0 0,6 0 0,3 0 0,0-1 0,-2 1 0,-6 0 0,-1 0 0,-1-1 0,0 0 0,11 1 0,0-1 0,-6-1 0,-3 1 0,-4-1 0,1 0 0,2 0 0,6 0 0,5 0 0,-4-1 0,-2 1 0,2 0 0,-10-1 0,6 1 0,2-1 0,-2 1 0,-6-1 0,6 1 0,2-1 0,-8 0 0,8 0 0,3 1 0,1-1 0,-3 0 0,-8 1 0,-1-1 0,-6 1 0,4 0 0,2-1 0,6 1 0,0-1 0,-2 0 0,-7 1 0,2 0 0,-3 0 0,16-1 0,0 1 0,-12 0 0,0 0 101,2 0 1,4 1 0,-2-1-102,6 1 0,-1 0 0,-1 0 0,1 0 0,-5-1 0,2 1 0,-5-1 0,-8 0 0,1 0 0,10-1 0,5 0 0,-6 0 0,-13 0 0,-1 0 0,14-2 0,0 1 0,-9 1 0,-3 0 0,18-2 0,-16 2 0,1 0 0,0 0 0,-2 0 0,17 0 0,-17 1 0,1-1 0,-2 2 0,-2-1 0,15 1 0,-6 0 0,7 1 0,-5 0 0,9 0 0,2 0 0,-3 1 0,-19-3 0,12 1-138,-9-2 138,9 0 0,2-2 0,-7-1 0,8-1 0,2 0 0,-12 1 0,11 0 0,7 0 0,-19 2 0,17 0 0,-24 1 2153,0 0-2153,-2 0 0,7-1 0,-7 0 0,5-1 0,11-4 0,-12 3 0,22-6 0,-25 4 895,7 0-895,-3 0 0,-7 2 1402,5 0-1402,-4 1 0,-5 2 880,3 0-880,0 0 237,-3 0-237,4-1 0,12-4 0,-11 2 0,11-2 0,-9 0 0,-6 2 0,4-1 0,0 0 0,-10 2 0,5-1 0,-11 3 0,-1 0 0,0 0 0,1 0 0,-2 0 0,0 0 0,0 0 0,0-1 0,1 1 0,0-1 0,1-3 0,-2 2 0,2-3 0,-1 4 0,-1-1 0,0-1 0,1-5 0,0 3 0,1-12 0,-1 8 0,0-16 0,0 13 0,0-9 0,-1 0 0,0 4 0,-1-7 0,0-3 0,0 5 0,-1-8 0,-3-16 0,2 17 0,-2-6 0,1 0 0,-1 6 0,0-5 0,0 2 0,0 5 0,0-17 0,1 0 0,2 12-543,0-1 1,0 1 542,1 13-703,1-20 703,-1 15 0,2-14 0,0 10 0,-1 5 0,1-7 0,0-1 0,-1 7 0,1-1 0,-1-1 0,0-1 0,0-14 0,-3 1 0,1 16 0,-1-3 0,0-1 0,1 5 1001,-1-12-1001,1 8 0,1 7 787,-1-8-787,0 0 0,1 5 0,-2-7 0,1-1 0,0 7 0,0-7 0,-2-1 0,0 7 0,1-8 0,-1 0 0,1 8 0,0-9 0,0-8 0,0 16 0,0-14 0,0 14 0,1 6 0,0-4 0,-2-12 0,1 16-332,-2-16 332,1 21 0,1-1 0,-3-18 0,2 13 0,0-4 0,-1 0 0,0 4 0,-2-13 0,-4 0 0,5 16 0,-5-13 0,7 20 0,0 1 0,0-6 0,1 5 0,-1-4 0,2 4 0,-1-4 332,1 4-332,-2-15 0,2 14 0,-2-18 0,2 18 0,-2-7 0,1 10 0,1 1 0,-1 0 0,0-8 0,1 5 0,0-16 0,1 15 0,1-15 0,-1 16 0,0-16 0,0 19 0,-1-7 0,0 12 0,0 0 0,-1 2 0,1-2 0,0 1 0,1 0 0,0 1 0,-1-1 0,-3-2 0,2 2 0,-3-3 0,3 3 0,-4-3 0,2 1 0,-5-4 0,4 5 0,-2 0 0,0 0 0,1 1 0,-3 0 0,0 1 0,2 0 0,-1 1 0,0 0 0,4 1 0,-5-1 0,5 1 0,-3 0 0,-5 2 0,-1 0 0,-9 2 0,2-1 0</inkml:trace>
  <inkml:trace contextRef="#ctx0" brushRef="#br0" timeOffset="74471">23178 2754 5734,'-7'-6'0,"0"-1"0,0 0 0,1 2 0,-2-2 0,-4 1 0,3 3 0,-7-4 0,7 4 0,-2-2 0,-3-1 0,3 1 0,-11-4 0,3 3 0,-1 0 0,4 3 0,8 1 0,-3 1 0,3 0 0,-3 1 0,1 0 0,3 0 0,-3 0 0,2 0 0,2 1 0,-2 0 0,-4 2 0,4-1 0,-5 4 0,5-2 0,0 2 0,-1 1 0,-7 9 0,5-5 0,-9 12 0,10-12 0,-3 2 0,-4 5 0,6-7 0,-6 8 0,5-3 0,3-3 0,-8 14 0,8-12 0,-5 13 0,9-14 0,-1 4 0,0 1 0,2-5 0,-1 6 0,0 0 0,1-4 0,0 5 0,2-6 0,-1 7 0,1-5 0,2 9 0,1 1 0,0-4-377,2 22 377,-1-32 0,0 5 0,0-4 0,0 3 0,2-2 0,-1-4 0,4 12 0,-2-10 0,9 23 0,-6-21 377,7 16-377,-8-20 0,10 12 0,-7-10 0,13 14 0,-10-14 0,6 5 0,-1-5 0,-3-4 0,5 2 0,3-1 0,-5-4 0,19 6 0,-17-7 0,4-1 0,0 0 0,-2-3 0,12-1 0,-5-5 0,-7-1 0,7-4 0,3-8 0,-8 2-273,8-10 273,-16 9 0,-1-3 0,6-11 0,-1-5-1056,-5 4 0,0-2 0,0 1 1056,4-10 0,-2 0 0,-3-2 0,-3 3-186,-1-5 186,-5 7 0,0 0 0,-2 16 0,-2 0 0,-1-23 0,-3 2 0,-6 13 0,2 9 0,-4 1 0,-19-1 0,2 9 0,-1 5 0,-3 1 0,-10 1 0,12 3 0,1 0 0</inkml:trace>
  <inkml:trace contextRef="#ctx0" brushRef="#br0" timeOffset="76855">15975 1906 5734,'2'16'0,"-1"0"0,-2 2 0,1-2 0,-5 24 0,4-18 0,-4 14 0,3-12 0,-1-6 0,1 4 0,-1-6 0,3-5 0,-1 0 0,-7 2 0,4-12 0,-6 4 0</inkml:trace>
  <inkml:trace contextRef="#ctx0" brushRef="#br0" timeOffset="77286">15979 1726 5734,'-15'7'0,"0"0"0,-3 5 0,4-1 0,-19 19 0,9-2-2080,-5 6 2080,9-3 0,8-6 642,0 2-642,5 1 0,1 1 0,-1 9-17,4-9 1,1 1 16,9 16-1045,2-12 1045,5 8 0,9-8 0,3-18 0,4-2 0,11 5 0,-10-11 0,2-8 0,-1-11 0,-2-5 0,8-7 0,-8 5 0,-2-4 0,-8-6 0,-4-2 0,2-9 0,-6 8 0,-4-1 0,-8 6 0,-3 1 0,-2-14 0,-7 3 0,-1 0 0,-3 3 0,4 8 0,-3 3 470,-9 2-470,5 9 0,-7 3 0,8 8 0,0 4 0</inkml:trace>
  <inkml:trace contextRef="#ctx0" brushRef="#br0" timeOffset="80036">15852 2849 5734,'8'-7'0,"-2"3"0,5-4 0,-4 4 0,11-4 0,-7 3 0,8-3 0,-11 5 0,-1 0 0,0 6 0,-4-1 0,1 6 0,-7 0 0,-7 9 0,2-2 0,-6 7 0,0 1 0,3-5 0,0 5 0,6-3 0,4-5 0,2 4 0,12 1 0,-2-8 0,22 6 0,-15-16 0,27-5 0,-26-3 0,11-5 0,-6-11 0,-15 10 0,5-10 0,-18 14 0,0-1 0,0 0 0</inkml:trace>
  <inkml:trace contextRef="#ctx0" brushRef="#br0" timeOffset="80418">15974 2666 5734,'-27'0'0,"-9"3"0,13 1 0,0 3 0,-2 4 0,4 3 0,0 2 0,0-1 0,1 0-616,1 4 0,4 0 616,0 6 0,0 15 0,7-8 0,1 9 0,12-13 0,4-2 0,4 7 0,10 2 0,8-3 0,11-17 0,3-6 0,-9 4 0,1-3 0,9-8 0,-1-6 0,-14-7 0,-3-2 0,-7 2 0,1-1 0,3-7 0,1-3 0,-3 0 0,8-14 0,-9 7 0,-3-2 0,-13 6 0,-4 1 0,-1-13 0,-7-10 0,-15 8 0,1 11 0,-7 8 0,-3 2 0,-3 5 0,6 5 0,0 2 0,0 4 0,0 1 0</inkml:trace>
  <inkml:trace contextRef="#ctx0" brushRef="#br0" timeOffset="83539">23848 3166 5734,'-2'-3'0,"7"-2"0,2 3 0,8-2 0,22-1 0,-11 3 0,19-3 0,-8 2 0,-9 2 0,7 0 0,-6 1 0,-9 0 0,3 0 0,-9-1 0,-6 0 0,0 0 0,-8-1 0,-3 2 0,-5-2 0,-12 1 0,3 0 0,-7-1 0</inkml:trace>
  <inkml:trace contextRef="#ctx0" brushRef="#br0" timeOffset="83911">23931 2840 5734,'-26'-2'0,"1"0"0,-5 3 0,3 1 0,0 7 0,-6 7 0,3 14-2426,10-3 2426,-5 14 0,16-14 0,1 0 0,-2 17 0,5-14 0,2 3 0,3 2 0,3 1 0,0-9 0,1 1 0,2 9 0,4 0 0,6-3 0,3-2 0,-3-8 0,2-1 0,7 6 0,4-3 0,7-7 0,3-5 0,-7-4 0,0-2 0,10 1 0,6-6 0,-6-12 0,5-8 0,-1-2 0,-5 2-1407,2-1 1,-1-2 1406,-2 0 0,5-3 0,-2-1 0,-11 1-72,-11-1 1,-6 0 71,0-1 0,-2-2 0,-1-13 0,-3-2 0,-5 10 0,-1-1 0,-2-9 0,-4-2 0,-8 1 0,-5 2 0,3 9 0,-2 0 0,-5-8 0,-5 1 0,-5 4 0,-1 4 0,7 7 0,-2 2 0,-9-3 0,-5 0 0,3 3 0,8 6 0,0 1 0,-1 1 0,-1 0 0,2 2 0,7 3 0,-1 0 0</inkml:trace>
  <inkml:trace contextRef="#ctx0" brushRef="#br0" timeOffset="88438">23950 10765 5734,'-6'-4'0,"-4"-2"0,0 0 0,-4-2 0,-6-1 0,3 1 0,-8-2 0,-4-2 0,5 3 0,-4 0 0,-1 1 0,-4 0 0,-2 3 0,-8 0 0,6 1 0,11 2 0,1 1-650,-8-1 0,-3 1 1,5 0 649,-11 3 0,-2 0 0,12-1 0,0 0 0,6 0 0,0-1 0,-7 1 0,-2-2 0,-2 0 0,0 0 0,8 0 0,-1-1-920,-10 0 0,0-1 920,11 1 0,-3 0 0,1-1 0,-7 0 0,-3-1 0,-2 1 0,0-1-325,2 1 1,-2 1 0,-1-1 0,0 0 0,-1 1 0,2-1 324,0 0 0,1 0 0,-1 0 0,1 0 0,0 0 0,-1 0 0,1 1 0,-2 0 0,0-1 0,1 2 0,4-1 0,4 0 0,-2 1 0,5 1 0,0-1 0,-3 0 0,1 1 0,0-1 0,0 0 0,0 1 0,-2-1 0,0 1 0,-2-1 0,0 1 0,2-1 0,-2 1 0,1 0 0,-1-1 0,3 1 0,-2-1 0,0 1 0,1-1 0,-12 1 0,2 0 0,1 0 0,11-1 0,1 1 0,-4 0 0,-1 0 0,-6 0 0,-1 0 0,1 0 0,6 0 0,1 0 0,4 0 0,-3 1 0,-3-1 0,-3 0 0,0 0 0,3 1 0,-4 0 0,3 0 0,2 1 0,-9-1 0,1 1 0,6 0 0,0-1 0,-1 1 0,0 1 0,0-1 0,2 1 0,-7 0 0,0 0 0,8 0 0,-2 0 0,0 0 0,2 0 0,0 0 0,2 1 0,-6-1 0,0 1 0,7-1 0,-1 1 0,0-1 0,3 1 0,0 0 0,-2 0 0,-7 1 0,-3 1 0,-1 0 0,6-1 0,-1 1 0,0-1 0,1 1 0,-5 0 0,1 1 0,2-1 0,4 0 0,0 0 0,5-1 0,5 0 0,2 0 0,0 0 0,-1 1 0,-11 2 0,-1 0 0,9-1 0,0 0 0,-8 2 0,-4 1 0,5-1 0,-2 0 0,2-1 0,1 0 0,-3 1 0,6-2 0,-8 1 0,-4 1 0,0 0 0,3-1 0,7-1 0,0 0 0,6-2 0,-5 1 0,-11 2 0,-7 1 0,2 0 0,8-2 0,8-2 0,2-1 0,-5 0 0,-3 0 0,3 0 0,3 0 0,-1 0 0,-11 0 0,-5 1 0,7 0 0,17-2 0,0 0 0,-8 1 0,-5 2 0,6 0 0,-8 3 0,-2 4 0,1 1 0,9-1 0,1 3 0,1-1 0,8-2 0,3 0 0,1-1 0,7-3 1393,-6 7-1393,13-8 490,-1 1-490,4-1 3165,1 8-3165,1-6 686,2 8-686,0-9 0,0 1 0,-2 8 0,0-4 0,-3 7 0,0 3 0,-1-3-465,-1 7 465,1-4 0,0 1 0,0 2 0,-1 16 0,1 5 0,2-20 0,0 0-807,-1 7 0,-1 3 1,1-3 806,2-4 0,-1-3 0,0 4 0,-1 0-456,1 1 1,-1 1 455,1-1 0,0 3 0,0-2 0,0 7 0,-1-1-354,2-5 1,0 1 0,1 1 353,0-1 0,2 1 0,0-2-439,0 6 0,1 1 439,1-8 0,-1 2 0,2 0 0,0-1 0,1 0 0,1-1 0,0 5 0,1 0 0,-1-7 0,0 2 0,0 0 0,1-1 0,1 0 0,-2-1 0,3 5 0,-1 0 0,-2-5 0,1 1 0,0 0 0,-1-1 0,0 1 0,0-2 0,0 6 0,0 0 0,2 9 0,-1 2 0,0-3 0,-2-2 0,0-10 0,0-1 191,0 8 1,0 1-192,0-5 0,-1-1 0,-1-9 0,0-1 0,1 6 0,-1 1 0,-1-6 0,-1-1 0,1 12 0,0 7 0,-2-7 0,0-9 345,-1 0 1,0 1-346,1 9 0,-2 6 1098,2-17-1098,1-9 0,0-5 2671,1 2-2671,2 1 891,0-7-891,5 5 0,-2-8 0,14 5 0,-10-6 0,15 5 0,-13-7 0,5 3 0,11 0 0,-8-2 0,7-1 0,1 0 0,1-2 0,8-1 0,0 0 0,-1-1 0,8-1 0,1 0-455,-2 1 455,-9-1 0,5 0 0,-4 1-346,-8-1 0,0 1 346,16-2 0,8 0 0,-6 0-695,-11 0 1,0 1 694,11-2 0,5-1 0,-5 1-1067,-8 0 1,-2 0 1066,-5 0 0,2 0 0,0 1 0,1-1 0,-1 0 0,-1 1 0,5 0 0,0 0 0,-6 0 0,1 0 0,1 1-355,6 0 0,1 1 0,-3 0 355,-1 0 0,1 0 0,6 0 0,3 0 0,0 1 0,-10 0 0,-1 1 0,-1-1 0,10 0 0,-1 0 0,7 1 0,-3 0 0,-22-1 0,-1 0 0,1 0 0,1 0 0,10 0 0,0-1 0,-8 1 0,-1-1 0,9 0 0,1 1 0,-1-1 0,0 0 0,-9 0 0,1 0 0,9 0 0,-1 0 550,-11 0 0,-1 1-550,1-1 0,-1 0 0,23 0 0,-14 0 0,3 0 0,-3 1 0,-4-1 0,-1 1 99,4-1 0,4 1 0,-6 0-99,10 1 0,1 0 79,0 0-79,-11 0 0,0-1 0,17-1 74,-16 1 1,1-1-75,1-1 0,0 0-87,-7 0 0,0 0 87,7 0 0,2 0 0,1 0 0,-1 0 0,-7 0 0,-1 0 0,9 0 0,0-1 0,1 0 0,-1 1 0,-9 0 0,1 0 0,8 0 0,1 0 0,0 0 0,0 0 0,-10 1 0,3-1 0,8 0 0,5 0 0,-4 0 0,-8 1 0,0 0 0,0-1 0,3 1 0,-2 0 0,7 1 0,-2 0 0,-8-1 0,0 1 0,9 0 0,1 1 0,-1-1 0,-2 0 0,-8 1 0,1-1 0,6 1 0,1-1 0,-3 1 0,0 0 0,-8 0 0,-1-1 0,6 1 0,3 0-352,9 0 0,5 0 0,-6 0 352,-9 0 0,-1-1 0,10 1 0,5 1 0,-5-1-70,-13 0 1,-3-1 69,16 2 0,-15-1 0,1 0 0,-1 0 0,0-1 0,14 2 0,-14-1 0,0 0 0,-1-1 0,-1 1 0,13-1 427,10 0-427,-7 0 0,0 0 0,6 0 4,-4-1 1,-1 1-5,-5-2 0,1 1 0,-3-1 0,0 0 0,8 0 0,-11-1 0,4 0 0,-4 1 0,13-2 0,-11 1 0,5-1 0,-5 0 989,-8 2 0,-1-1-989,7 0 0,3-1 0,-3 1 0,16-2 0,-17 1 0,1 0 0,-1 1 0,-1 0 0,16-3 0,-18 3 0,3-1 0,3 0 0,-1 0 0,10-1 0,-4 0 0,-1 0 0,-5 1 0,9-1 0,-6 1 0,0 0 0,2 0-155,-1 1 1,-3-1 154,-9 0-588,17-2 588,-17 1 0,13-2 960,-14 2-960,-6 1 602,18-3-602,2 1 0,-8 1 1059,0 0-1059,-19 3 834,-4 1-834,3-1 506,-6 1-506,2 1 0,-5-1 0,2-1 0,-2 1 0,0-2 0,1 1 0,0-3 0,0 1 0,0-3 0,-2-8 0,0 4 0,-1-20 0,1 15 0,-6-27 0,4 19 0,0-1 0,-2-8 0,0-1-723,1 5 1,1 0 722,0 3 0,0 2 0,-1-6 0,1 2 0,0-1 0,-2-9 0,0-6 0,0 0 0,-1 6 0,2 8 0,0 0 0,-3-16 0,1 11 0,-1-9 0,0-1 0,1 2 0,-1-2 0,0 1 0,2 9 0,-1-10 0,1 1 0,1 10 0,0-9-1057,1 1 1057,1 11 0,0-10-333,-1 3 333,1 8 0,-1 2 0,0 0 0,-1-1 0,1-2 0,0 1 0,0 3 0,-1-13 0,0 10 0,1 8 1217,-2-7-1217,1 0 0,1 7 1178,-1-7-1178,1-1 0,0 7 440,-1-8-440,1 0 0,0 8 0,1-2 0,0 0 0,-1-11-779,0-5 779,0 12 0,0 11 0,0 1 0,-4-9 0,2 6 0,-3-5 0,-1-6 0,3 11 0,-6-18 0,2-4 0,1 3 0,0-3 0,1 9 779,4 13-779,-4-19 0,4 19 0,-4-17 0,4 21 0,-1-7 0,-1-8 0,3 11 0,-3-20 0,4 21 0,0-6 0,1 8 0,0-6 0,0 5 0,1-6 0,0 8 0,-1 0 0,1 0 0,-1-14 0,0 11 0,0-12 0,-1 9 0,1 5 0,-1-4 0,1 6 0,-2-11 0,1 1 0,-1-1 0,0 5 0,2 12 0,1 0 0,0 0 0,0-2 0,0 2 0,-1 0 0,1 2 0,0 1 0,0 0 0,0 1 0,0 1 0,-1 0 0,1 0 0,-1 1 0,1 1 0,0 0 0,0 0 0,0 0 0,0-1 0,-2 1 0,1 0 0,0-2 0,-1 1 0,1 0 0,0 0 0,-1 0 0,1 0 0,-2 0 0,1 1 0,0-3 0,0 3 0,0 0 0,0 0 0,1 0 0,-1 0 0,0 0 0,-2 1 0,-3 1 0,-15 3 0,-4 2 0,-13 2 0</inkml:trace>
  <inkml:trace contextRef="#ctx0" brushRef="#br0" timeOffset="104888">11185 2595 5734,'6'3'0,"-2"0"0,-1 0 0,0 0 0,0 1 0,2 1 0,1 0 0,-1-1 0,1 1 0,-1-2 0,19 7 0,-12-7 0,13 6 0,-16-8 0,-2 0 0,5 2 0,-3-1 0,3 2 0,-3-2 0,2 2 0,-2-1 0,8 3 0,2-1 0,0 0 0,0 0 0,-2-1 0,-4-1 0,4 1 0,4 0 0,-8-2 0,12 1 0,-13-2 0,4 0 0,5-1 0,-6 0 0,8-1 0,-10 0 0,2 0 0,-1-1 0,8 0 0,-6 2 0,6-1 0,-1 0 0,-5 0 0,6-1 0,4 0 0,0 0 0,0 0-348,1 0 1,-1 0 347,-9 1-47,1-1 47,0 1 0,0 0 0,9-1 0,-5 1 0,7-1 0,15-2 0,-15 2 0,11-2 0,0 1 0,-6-1-521,-3 1 1,-2 0 520,-4 1 0,-1 1 0,20 0 0,-17 0 0,15 2-51,-13 0 51,-7 0 0,26 2 0,-22-1 41,14 0-41,-10 0 0,-7-2 0,22 0 0,-23 0 0,10-2 0,-10 0 0,-5 0 0,5-1 0,1-1 0,-3 2 0,15-3 0,-13 3 1040,7-1-1040,11 3 0,1 0 0,-4 0-247,4 0 1,-2 1 246,-19 1 0,-1 0 0,0 0 0,14 3 0,-10-2 0,10 2 0,-7-3 0,-6 0 0,7 0 0,15 0 0,-1-1-22,-16 0 1,-1 0 21,16-1 0,-13 1-818,12 2 818,-10-1 0,9 1 0,8 0 0,-17-1 0,-2-1 0,0 1 0,-3 0 0,7 0-558,0 0 558,-8-1 0,8 1 0,1-2 0,-8 0 0,9 0-166,-1 0 166,-7 0 0,8 0 0,0 0 0,-7 0 1067,8 1-1067,1 0 0,12 1 0,-21 0 0,-1-1 26,23 1-26,-13 0 0,-11 0 285,-1-1-285,0 0 0,11 0 0,-8-1 196,9 0-196,10-1 0,-17 1 0,8-1 0,0 0 0,-7 0 0,0 1 0,-1-1 0,-7 1 0,13 0 0,-14 0 0,3 0 0,-7 0 0,5 0 0,-5 0 874,13 0-874,-12 0 0,6 1 0,10-1 0,-12 1 0,25-1 0,-28 0 0,19-1 0,-23 1 383,8-1-383,-14 1 0,0 0 0,-2 0 0,-3 0 0,4 0 0,-5-1 0,2 2 0,-3-1 0,0 0 0,-20-3 0,5-1 0,-19-2 0</inkml:trace>
  <inkml:trace contextRef="#ctx0" brushRef="#br0" timeOffset="140545">18269 7334 5734,'-1'4'0,"1"0"0,-1-3 0,2 1 0,1 3 0,1 0 0,0 3 0,4 6 0,-3-6 0,5 7 0,-4-8 0,0 1 0,7 8 0,-5-5 0,11 14 0,-10-14 0,13 15 0,-11-15 0,5 6 0,-7-8 0,-1-1 0,0 0 0,1 0 0,2 1 0,-2-1 0,8 2 0,-8-4 0,9 3 0,-9-5 0,8 4 0,-10-4 0,9 4 0,-8-6 0,5 2 0,-1-2 0,-3-1 0,18-2 0,-15 0 0,11-2 0,-13 1 0,0-2 0,11-10 0,-7 5 0,12-13 0,-14 11 0,12-10 0,-12 11 0,7-5 0,-3 6 0,-5 3 0,9-4 0,-10 8 0,12 0 0,-10 3 0,15 8 0,-12-3 0,7 5 0,-2 3 0,-4-1 0,18 18 0,-16-13 0,1 4 0,-2 0 0,-3-4 0,4 10 0,-8-12 0,-4-6 0,2 2 0,-1-2 0,-1-8 0,1 0 0,-3-9 0,0-2 0,1-2 0,4-10 0,0 4 0,4-7 0,-3 7 0,2 0 0,0 2 0,21-10 0,-10 13-731,17-7 731,-14 17 0,4 2 0,4 1 0,2 1 0,12 0 0,-11 0 0,5-1 0,-4 0 0,-11-1 0,0 0 0,11-2 0,4 0 0,-5-1 0,11-3 0,-2-3 0,-2-1 0,-14-1 0,9-6 0,-27 6 0,-3 0 0</inkml:trace>
  <inkml:trace contextRef="#ctx0" brushRef="#br0" timeOffset="142669">18993 7945 5734,'-6'0'0,"2"1"0,5 0 0,1 1 0,1-1 0,-2 1 0,-2 0 0,0-1 0,-1 2 0,-2 3 0,1-1 0,0 4 0,-1 4 0,1-1 0,-1 5 0,0 8 0,-3 19 0,2-8-1022,-2 11 1022,5-21 0,-2 21 0,2-18 0,1-3 0,1-1-168,-1-6 168,1 4 0,-1-12 0,0 4 0,-1-7 0,0 1 1002,1-9-1002,-1-3 188,1-4-188,-1-10 0,1-1 0,0-9 0,0-11 0,2 5-1043,0-12 1043,0 12 0,1-1 0,1 0 0,2 8 0,0 1 0,1-8 0,2 3 0,1 2 0,0 8 0,4-8 0,0 16 0,-2 5 0,9 0 0,-9 7 0,4 2 0,-6 2 1043,4 8-1043,-3-1 0,1 7 0,-7 24 0,-4-21-266,-3 19 266,-4-27 0,-3 2 0,1-6 0,-3 2 0,-1-5 0,3-3 0,-4 0 266,2-6-266,-1 0 0,1-2 0,3 2 0,4 2 0,3 5 0,1 0 0,2 5 0,3 7 0,0-2 0,2 5 0,4 4 0,-2-6 0,4 5 0,1-2 0,-2-6 0,5 3 0,0-4 0,-3-5 0,3 1 0,3-5 0,-4-2 0,6-2 0,-7-1 0,1-1 0,-2-1 0,1 0 0,3-3 0,-4 1 0,2-3 0,-2-2 0,2-6 0,-3-6 0,-3 4 0,-6-1 0,-3 10 0,0-1 0,-2 0 0,1 2 0,-3 1 0,1 3 0,-1 1 0,0 2 0,-1 1 0,-7 6 0,5-1 0,-4 5 0,7-2 0,1 1 0,0 7 0,2-3 0,0 6 0,2-5 0,2 6 0,1-5 0,4 10 0,-1-12 0,4 3 0,2-7 0,-1-4 0,5 0 0,9-10 0,-9 0 0,24-15 0,-24 8 0,15-14 0,-19 11 0,3-4 0,-8 6 0,3-5 0,-5 5 0,3-6 0,-9 7 0,-2 0 0,-4 5 0,-7 5 0,5 2 0,-5 2 0,1 3 0,2 0 0,-6 7 0,7-3 0,-1 3 0,3-3 0,1 4 0,2-1 0,2 0 0,2-4 0,2-4 0,5-2 0,0-2 0,4-2 0,-1-2 0,4-4 0,-5 1 0,9-7 0,-11 7 0,4-3 0,-7 8 0,1 3 0,-1 2 0,8 10 0,-5-5 0,15 11 0,-11-12 0,18 3 0,-15-9 0,8-3 0,-9-4 0,14-16 0,0-15 0,1 1-1169,-6-6 1169,-13 14 0,-2 0-625,-1-2 625,-4 1 0,-1 0 0,-2 4-227,-2 2 227,-2 3 0,-2 4 0,0 2 0,-2 5 1059,-1 3-1059,-18 25 0,13-4-52,-12 21 52,19-9 0,2 3 0,2 2 0,3 0 0,2 1 0,4-2 0,10 1 0,3-2 0,-1-1 0,2-2 0,0-6 0,-6-16 0,-2-3 0</inkml:trace>
  <inkml:trace contextRef="#ctx0" brushRef="#br0" timeOffset="143941">18673 8410 5734,'-16'21'0,"2"-1"0,8-3 0,1 1 0,-3 25 0,4-13 0,1 8 0,0 1-423,4-1 423,-1 0 0,0 0-1391,2-1 1391,1 10 0,-1-21 0,0-2 0,0 6-86,0-4 0,0-1 86,-2-10 0,1 3 0,-2-18 176,-2-11-176,0-1 1124,-3-8-1124,-3-6 0,1 4 686,-2-8-686,-1-2 0,2 1-548,-1 0 548,4 7 0,4 8 0,1 3 0,3-11 0,1 11 0,11-15 0,-6 17 0,18-12 0,-16 15 0,9-4 0,-12 10 0,0 2 0,0 7 0,-3-1 548,-1 12-548,-3-6 0,-1 6 0,-1 9 0,2-10 0,2 21 0,1-23 0,3 10 0,-2-15 0,1 1 0,7-8 0,-2-3 0,17-15 0,-13 2 0,4-7 0,-2-1 0,-2 1 0,3-5 0,-2 0 0,-5 8 0,3-6 0,-13 23 0,-3 6 0,1 3 0,0 1 0,0 0 0,1 1 0,0 10 0,1-8 0,0 6 0,2-7 0,-2-3 0,4 6 0,-2-9 0,4-1 0,-3-7 0,2-4 0,3-7 0,-1 2 0,3-5 0,0-2 0,-2 4 0,1-3 0,-2 1 0,-2 5 0,1-7 0,-3 11 0,-1-2 0,0 9 0,0 2 0,-1 3 0,-1 7 0,-1 0 0,-2 21 0,0-14 0,-1 26 0,2-28 0,1 8 0,1-14 0,1-4 0,0-3 0,1-17 0,1-13 0,0 0 0,2-3 0,0 13 0,0 0 0,5-3 0,-2 5 0,9-7 0,-8 12 0,5-1 0,-3 10 0,-3 0 0,3 5 0,-5 0 0,1 2 0,3 11 0,-4-4 0,2 9 0,-5-2 0,-2-5 0,1 5 0,-2-4 0,0-5 0,0 1 0,1-5 0,1-4 0,5-2 0,0-5 0</inkml:trace>
  <inkml:trace contextRef="#ctx0" brushRef="#br0" timeOffset="144453">19205 8604 5734,'-9'-2'0,"1"1"0,-6 7 0,6-2 0,-3 4 0,4 1 0,0 2 0,2 0 0,-1 1 0,4 1 0,1-4 0,0 4 0,4-6 0,-1-2 0,2 0 0,0-2 0,-1-2 0,7-4 0,-6 1 0,5-4 0,-5-2 0,-1 1 0,0-2 0,-1 0 0,-2 3 0,2-5 0,-2 6 0,0-1 0,0 3 0,0 1 0,0 1 0,0-3 0,0 2 0,0-1 0,0 10 0,0-3 0,1 11 0,0-6 0,1 0 0,-1-2 0,-1-4 0,0-1 0,0 0 0,1-1 0,-1 0 0,2 0 0,0 1 0,0-2 0,-1 1 0,-4-4 0,2 1 0,-5-4 0,4 2 0</inkml:trace>
  <inkml:trace contextRef="#ctx0" brushRef="#br0" timeOffset="145038">19339 8363 5734,'-6'6'0,"1"1"0,0 7 0,-1 8 0,-3 21 0,3-11-281,0 10 281,4-19 69,-1 1-69,2 19 0,0-17 0,0 14 0,2-18 0,0-7 0,0 1 0,0-6 212,0-6-212,0 0 0,0-5 0,1-2 0,0-2 0,0-2 0,1-6 0,-2 1 0,1-3 0,1-4 0,-2 7 0,3-9 0,-2 13 0,1-2 0,1 1 0,-2 3 0,2-1 0,1 2 0,0 2 0,1 0 0,2 3 0,-3 0 0,4 2 0,-1 1 0,-2 2 0,3 1 0,-1 4 0,1 10 0,-1 7 0,-3-2 0,-3-2 0,-2-11 0,0-2 0,0 4 0,-1-6 0,1 2 0,-1-7 0,0 0 0,0-2 0,-1-5 0,2-3 0,-1-4 0</inkml:trace>
  <inkml:trace contextRef="#ctx0" brushRef="#br0" timeOffset="145570">19556 8637 5734,'-1'19'0,"0"-2"0,2-7 0,5 7 0,0-8 0,3 4 0,-2-11 0,2-2 0,4-6 0,-2-2 0,2-3 0,0-10 0,-6 8 0,2-13 0,-8 15 0,-2-2 0,-2 3 0,1 4 0,-1 0 0,1 2 0,1 3 0,-1 0 0,10 4 0,-3-2 0,9 1 0,0-4 0,-2 0 0,1-2 0,-2 1 0,-3 3 0,0 6 0,-5 1 0,-2 11 0,-1-7 0,-1 19 0,2-14 0,-1 20 0,0-22 0,2 9 0,2-15 0,0-2 0,5-6 0,-2-4 0,15-10 0,-8 5 0,10-6 0,-9 6 0,3 1 0,-2 0 0</inkml:trace>
  <inkml:trace contextRef="#ctx0" brushRef="#br0" timeOffset="145693">20091 8712 5734,'6'7'0,"1"-2"0,-3-4 0,0-2 0,-1-3 0,-2 1 0,0-2 0</inkml:trace>
  <inkml:trace contextRef="#ctx0" brushRef="#br0" timeOffset="147186">19430 9457 5734,'-2'-5'0,"0"2"0,0 6 0,0 3 0,-1 7 0,-1 16 0,1-1-1302,-1 17 1302,0-3 0,1-4 0,-2 2 0,2-7 0,0 0-1206,-3 14 1,1 0 1205,1-9 0,0-2 0,0 0 0,-1 5 0,1-6 0,-1 5 0,0 1 0,0-2 0,0 7 0,0-1 0,0 2-506,0-6 1,0 2 0,0 0 0,1-3 505,0 1 0,0-2 0,1-3 0,0 3 0,0-3 0,1-2 0,0 2 0,0-1 0,0 3 0,1-2 0,0-4 0,0 1 0,0 8 0,1 4 0,0-7 0,0 6 0,2-12 0,-1 4 0,1-6 0,-1 0 0,0-1 0,1-4 0,-1-13 190,-1-1-190,1-1 1734,-1-2-1734,0-1 3185,0-2-3185,1-2 625,-1 1-625,2-3 0,-1 0 0,-3 0 0,1 1 0,-2-1 0,2 0 0,1 1 0,0-1 0,0 1 0,0-1 0,0 1 0,0 0 0,-1-2 0,-2 0 0,0-1 0,-1-2 0,-1-1 0,-1 0 0,-1-1 0,0-1 0,0-2 0,-1-1 0,1 0 0,-16-22 0,12 16 0,-11-15 0,13 14 0,4 7 0,-2-6 0,4 10 0,0-1 0,1 3 0,2 4 0,1 4 0,6 11 0,-1-2 0,3 6 0,2-3 0,-3-3 0,10 14 0,-8-14 0,6 7 0,-4-8 0,-3-4 0,2 2 0,-2-5 0,-3-2 0,9-3 0,-6-4 0,20-17 0,-14 5 0,5-8 0,0-2 0,-1-2-191,-5 5 0,0 1 191,0-5 0,6-17 0,-7 4 0,2-1 0,-11 9 0,-3 19 0,-5-3 0,2 3 0,-3 0 0</inkml:trace>
  <inkml:trace contextRef="#ctx0" brushRef="#br0" timeOffset="148904">19285 7738 5734,'-4'11'0,"-3"15"0,4-6 0,-3 24 0,5-19 0,-1 9 0,2-6 0,0-1 0,0 4 0,0-5 0,0-1 0,0-6 0,0-3 0,0 2 0,0-6 0,0 0 0,1-6 0,0-2 0,0-1 0,0 0 0,0-2 0,-4-11 0,0 3 0,-2-10 0,1 6 0,0-1 0,1-2 0</inkml:trace>
  <inkml:trace contextRef="#ctx0" brushRef="#br0" timeOffset="149369">19194 7871 5734,'2'3'0,"0"-2"0,3-6 0,0 0 0,2-3 0,2-4 0,-3 2 0,3-2 0,-3-1 0,-2 3 0,1-1 0,-2-1 0,-1 6 0,1-3 0,-1 7 0,-1 0 0,1 1 0,-1-1 0,1 1 0,0-1 0,0 1 0,5 4 0,-1 0 0,3 5 0,-1-2 0,1 2 0,9 9 0,-6-7 0,14 14 0,-16-15 0,7 8 0,-11-10 0,1 1 0,-5-4 0,-3-2 0,-1-2 0</inkml:trace>
  <inkml:trace contextRef="#ctx0" brushRef="#br0" timeOffset="152719">21887 8840 5734,'-11'-5'0,"2"2"0,-11 4 0,-4 7 0,0 2 0,-3 2-648,1 0 0,1 1 648,6 1 0,-8 17 0,12-10 0,5 3 0,3 0 0,6-3-314,16 20 314,-1-25-210,28 4 210,-17-18 0,6-6 0,0-5 0,-2-4 0,3-6 0,-2-1 0,-6 1 0,-4 2 0,-2 1 0,-4 1 0,-6 10 899,-6 5-899,-11 20 0,3-5 0,-2 6 0,1 0 0,4-5 0,-1 4 671,7-4-671,2-5 250,3 1-250,8-7 0,-3-4 0,7-3 0,0-9 0,-5 1 0,2-5 0,-10-6 0,-3 4 0,-5-6 0,-7 2 0,-2 5 0,-4-2 0,-1 5 0,5 4 0,-2 0 0,3 5 0,3 2 0,1 3 0,3 1 0,1 1 0</inkml:trace>
  <inkml:trace contextRef="#ctx0" brushRef="#br0" timeOffset="153220">22146 8961 5734,'2'11'0,"0"0"0,0 4 0,3 27 0,-3-22-270,3 22 270,-3-32 67,-1-1-67,1-3 0,1-3 0,2-2 0,0-4 0,4-8 203,-3-2-203,1-5 0,-1-7 0,-1 6 0,0-7 0,0 3 0,0 6 0,0-2 0,-1 5 0,0 7 0,1 3 0,-2 9 0,1 13 0,0 6 0,-1 2 0,2 6 0,-2-6 0,1-1 0,1-5 0,0-6 0,0 2 0,-1-8 0,0-4 0,1-3 0,10-34 0,-7 14-706,9-25 706,-11 22 0,3-8 0,-3 9 0,3-5 0,-2 7 0,-2 9 0,6 7 0,-6 10 0,3 8 0,-3 5 706,0-3-706,4 19 0,-4-19 0,5 19 0,-7-24 0,0 6 0,-2-15 0,2-2 0,0-6 0,0-1 0</inkml:trace>
  <inkml:trace contextRef="#ctx0" brushRef="#br0" timeOffset="153553">22496 8978 5734,'4'20'0,"-1"0"0,-2 0 0,1 5 0,-1 2 0,3 10-1376,-2-6 0,1 0 1376,2 6 0,0-4 0,1 0 0,2 8 0,-1-10 0,-1-2 160,2 3-160,-2-12 579,2 4-579,-5-19 0,2-21 0,-6-1 0,-1-13 0,0-2 0,0-2 0,0-10 0,2-2 0,2 2-257,0 13 1,2-4 0,-1 4 256,4-7-221,3 4 0,1 4 221,0 13-46,19 13 46,-19 11 0,7 15 0,-17-8 0,-9 14 0,0-9 0,-7 1 0,-2-1 0,-1-4 2021,-13 6-2021,-2-7 0,13-7 0,-9 2 0,18-9 0,2-2 0</inkml:trace>
  <inkml:trace contextRef="#ctx0" brushRef="#br0" timeOffset="154087">22784 8756 5734,'-2'9'0,"-2"21"0,1-9 0,2 11 0,-1 9 0,2-6 0,0 9-1526,0 5 0,2-3 1526,0-19 0,3-4 702,0-2-702,1-3 0,1-3 531,4 0-531,-1-7 0,3-1 0,2-10 0,2-13 0,-3 1 1630,-1-10-1630,-8-11 0,-4 14 189,0-12-189,-4 16 0,2 6 0,-5-3 0,5 10 0,-4 5 0,4 4 0,0 5 0,5 1 0,0-2 0,3 3 0,4-2 0,-2-2 0,4 0 0,2-2 0,-4-3 0,3-1 0,-2-6 0,-3-1 0,2-4 0,-3-6 0,-2-9 0,-1 0 0,-3 1 0,-2 10 0,0 7 0,-1 2 0,1 1 0,-2 1 0,3 3 0,5 10 0,0-1 0,6 8 0,1 2 0,2 2 0,1 1-216,-2-2 216,-4-7 0,0-2 0,8 6 0,-7-8 0,7 9 0,-13-12 0,-4 5 0,-5-7 0,-3 1 0</inkml:trace>
  <inkml:trace contextRef="#ctx0" brushRef="#br0" timeOffset="154237">23026 9099 5734,'16'-24'0,"0"0"0,3-2 0,-1 1 0,0 1 0,-1 6 0,3-2 0,-6 6 0,-1 1 0,-9 9 0,-3 3 0,-1 1 0</inkml:trace>
  <inkml:trace contextRef="#ctx0" brushRef="#br0" timeOffset="156018">22016 9249 5734,'-11'1'0,"1"0"0,-6 13 0,5-2 0,-3 10 0,0 2 0,1 4 0,2 12 0,2 2-588,3 0 588,5-10 0,1 5 0,1-4-1916,2 13 1916,1-12 0,0 2 0,0 6 0,1-3 0,-2 1 0,0-2 0,-1-4 562,-5-15-562,-2 0 0,1-8 0,-4 1 249,-2-10-249,0-3 1693,-4-2-1693,1-5 0,0-4 0,-1-4 0,1-3 0</inkml:trace>
  <inkml:trace contextRef="#ctx0" brushRef="#br0" timeOffset="156408">21944 9473 5734,'26'-4'0,"-1"0"0,10 4 0,-16 1 0,12 11 0,-24 3 0,1 22 0,-8-12-537,-2 9 537,2-16 0,0-1-63,0 9 63,0-11 0,0 5 0,0-11 0,1-4 0,0-1 397,8-17-397,-3 3 0,7-13 0,-5 6 203,1-1-203,2-9 0,-3 8 0,2-6 0,-1 1 0,-4 11 0,2-6 0,-5 14 0,0 1 0,1 7 0,0 2 0,1 5 0,2 8 0,-2-3 0,2 5 0,0 0 0,-1-6 0,2 4 0,-4-6 0,2 3 0,-1-7 0,2 2 0</inkml:trace>
  <inkml:trace contextRef="#ctx0" brushRef="#br0" timeOffset="156724">22328 9625 5734,'0'6'0,"0"-1"0,1-5 0,0-4 0,0-7 0,2-1 0,-1-5 0,5-4 0,0 4 0,2-6 0,3 1 0,-4 6 0,3-2 0,-2 5 0,-2 8 0,1 6 0,-3 7 0,-2 5 0,-1-1 0,-1 2 0,1 12 0,-2-10 0,1 10 0,-2-10 0,0-4 0,-1 2 0,1-7 0,1-1 0</inkml:trace>
  <inkml:trace contextRef="#ctx0" brushRef="#br0" timeOffset="156937">22568 9517 5734,'-11'3'0,"0"0"0,2 5 0,3 1 0,0 3 0,6 5 0,10 8 0,3-1 0,3-1 0,0-11 0,-4-6 0,-1-1 0,1-3 0,0-3 0,0-3 0,1-2 0</inkml:trace>
  <inkml:trace contextRef="#ctx0" brushRef="#br0" timeOffset="157148">22685 9332 5734,'0'-6'0,"-1"-1"0,-1 5 0,1 13 0,1 0 0,0 36 0,1-18 0,0 8 0,1 1-1247,0-4 1247,0-7 0,-1-1-580,4 8 580,-2-10 0,1 4-43,-2-9 43,-2-7 0,-1 1 0,-13-13 0,7-2 0,-9-7 0</inkml:trace>
  <inkml:trace contextRef="#ctx0" brushRef="#br0" timeOffset="157380">22687 9519 5734,'16'-3'0,"5"0"0,-5 1 0,11 4 0,-14 1 0,9 10 0,-14-5 0,4 7 0,-6 0 0,-1-3 0,0 5 0,-1 1 0,-1-5 0,0 4 0,-5-2 0,0-3 0,-3 2 0,-6-3 0,2-4 0,-5 1 0</inkml:trace>
  <inkml:trace contextRef="#ctx0" brushRef="#br0" timeOffset="157771">22928 9605 5734,'9'7'0,"-1"-2"0,8-3 0,9-15 0,-9 3 0,5-9 0,-17 8 0,-3-1 0,-2 1 0,-4-1 0,-1 1 0,-9-2 0,2 4 0,-20 1 0,15 6 0,-8 1 0,16 2 0,3-1 0,1-1 0</inkml:trace>
  <inkml:trace contextRef="#ctx0" brushRef="#br0" timeOffset="158053">23067 9480 5734,'12'28'0,"-3"-7"0,-1 3 0,-4-12 0,3 9 0,-3-12 0,2 4 0,-3-11 0,14-12 0,-7 0 0,12-11 0,-10 8 0,1-1 0,0-1 0,6-2 0,-4 4 0,14-3 0,-15 13 0,14 13 0,-18 2 0,5 11 0,-9-7 0,0 1 0,-1 0 0,-3 12 0,-1-12 0,-3 6 0,-1-16 0</inkml:trace>
  <inkml:trace contextRef="#ctx0" brushRef="#br0" timeOffset="158302">22761 9286 5734,'-2'-3'0,"0"2"0,2 1 0</inkml:trace>
  <inkml:trace contextRef="#ctx0" brushRef="#br0" timeOffset="158642">22573 9399 5734,'7'-6'0,"7"-1"0,17-8 0,-4 5 0,11-4 0,-16 7 0,2 0 0,14-2 0,-15 3 0,8 0 0,-21 7 0,-9 1 0,-5 1 0,-5 1 0</inkml:trace>
  <inkml:trace contextRef="#ctx0" brushRef="#br0" timeOffset="163638">22253 8577 5734,'-6'2'0,"1"0"0,-5-1 0,4 0 0,-5 1 0,6-1 0,1-1 0,-4-2 0,3 1 0,-6-3 0,7 2 0,-7-3 0,6 1 0,-3-1 0,-3-3 0,3 1 0,-4-3 0,2 1 0,-2-2 0,0-2 0,-1 0 0,-1-2 0,-3-5 0,-1-1 0,-3-4 0,2 3 0,0-2 0,2 0 0,1 2-1242,-5-10 1242,5 8 0,0-1 0,-7-17 0,5 9 0,7 11 0,0-1 0,0-1 0,1 1 0,-5-14 0,6 14 0,-1-2 0,-1-8 0,1 1 0,-3-11 0,2 2 0,2 1 0,0 1 0,5 14 0,-1-1 0,2-1 0,0 2 0,0-14 0,1 14 0,0 0-829,2-20 829,0 14 0,0-6-419,2 9 419,-1 9 0,0-2 0,-1 10 1070,0 3-1070,0 1 895,0 2-895,0 1 525,0 1-525,0 0 0,0 1 0,0 0 0,0 1 0,0-1 0,0 0 0,0 1 0,1 0 0,0 0 0,1 1 0,-1-1 0,2-3 0,-1 2 0,8-10 0,-6 8 0,5-5 0,-6 6 0,-2 1 0,1-2 0,0 2 0,0-2 0,0 2 0,-2 2 0,-3 1 0,0 0 0,-3 4 0,-1-1 0,-16 18 0,7-7 0,-5 8 0,0 1 0,2-1 0,0 2 0,2 0 0,6-6 0,-5 9 0,10-14 0,2-5 0,0 0 0,2-4 0,2-2 0,0-3 0,3-3 0,2-3 0,7-9 0,-2 1 0,4-5 0,1-3 0,-4 6 0,2-4 0,8-9 0,-10 15 0,9-9 0,-9 19 0,-3 3 0,4 3 0,5 7 0,-4 2 0,6 6 0,3 8 0,-7-4 0,3 2 0,-1 1 0,1 2 0,9 13 0,-4-1 0,-10-13 0,-1-2 0,0 0 0,-1-1 0,4 6 0</inkml:trace>
  <inkml:trace contextRef="#ctx0" brushRef="#br0" timeOffset="166728">22456 9920 5734,'4'-3'0,"-1"1"0,-4 1 0,3 5 0,-1-1 0,6 8 0,-3-4 0,8 9 0,-5-7 0,5 6 0,-4-6 0,-2-1 0,1 1 0,0-1 0,-2-1 0,2 1 0,5 18 0,-6-10-329,6 17 329,-7-15 0,4 23 0,-3-13 0,-2-4 0,0 1 0,-1 20 0,-1-8 0,-1-14 0,-1 4 0,-2 10 0,-3 5 0,1-3 0,1-8 0,0 0-213,-2 8 1,0 5 0,-1-2 212,-1 3 0,1-5-908,1-13 0,1-1 908,-2 14 0,0 0 0,2-14 0,0-3-33,-1 11 33,2-8 0,-1-2 0,1-1 0,0 2 0,1-12 247,0 1-247,0-4 527,0-1-527,1-3 1997,-1-3-1997,0 0 44,1 0-44,-1 0 0,-1 1 0,0-1 0,1 0 0,-1 3 0,1-4 0,1 2 0,-1-3 0,1 0 0,-1 0 0,1 2 0,1-1 0,-1 1 0,1-3 0,-2-2 0,1 0 0,-1-1 0,2 3 0,2-1 0,0 0 0,1 1 0,-3 1 0,0 2 0,0-2 0,0 1 0,-1-2 0,1 3 0,0-2 0,-1 0 0,4 0 0,-7 0 0,6 0 0,-8 2 0,5-3 0,0 2 0,-1-2 0,1 2 0,0-1 0,1-5 0,0 2 0,1-4 0,-2-1 0,-1 2 0,1-3 0,-1-3 0,1 2 0,-1-3 0,0-3 0,0 4 0,0-5 0,0-1 0,0 5 0,-1-4 0,-1 3 0,3 3 0,-2-3 0,1 1 0,1 3 0,-1-2 0,0 0 0,1 5 0,0-1 0,2 7 0,-1 0 0,-1 3 0,1-1 0,-2 3 0,2-2 0,0 0 0,1 2 0,0 2 0,1 0 0,-1 1 0,1 2 0,-2-3 0,2 4 0,-1-1 0,1-1 0,-1 2 0,1 0 0,-1-3 0,1 3 0,0-2 0,-1-2 0,1 0 0,-1-2 0,0-1 0,0 0 0,-1-2 0,1-1 0,-5-6 0,3 1 0,-4-6 0,2-1 0,0 1 0,-1-3 0,0-1 0,1 3 0,0-2 0,1-8 0,1 9 0,-2-12 0,2 15 0,-2-7 0,3 9 0,-2-3 0,2 1 0,0 4 0,0-1 0,0 5 0,2 5 0,1 7 0,1 2 0,1 3 0,2 11 0,-2-10 0,4 25 0,-5-24 0,1 9 0,-1-10 0,-1-4 0,0 1 0,0 2 0,-2-9 0,2 5 0,-3-11 0,0 1 0,2-5 0,1 0 0,6-8 0,-2 2 0,4-3 0,4-5 0,-2 5 0,4-5 0,1 1 0,-3 3 0,5-3 0,0 0 0,-4 4 0,5-2 0,-4 1 0,-5 5 0,6-6 0,-12 9 0,3-2 0,-6 6 0,-1-1 0,-9 2 0,3 1 0,-9 0 0,7 0 0,-1 1 0</inkml:trace>
  <inkml:trace contextRef="#ctx0" brushRef="#br0" timeOffset="202055">19219 14696 5734,'-4'-4'0,"0"-2"0,1 1 0,-1 0 0,2 1 0,1 3 0,2 7 0,-1-2 0,-2 6 0,-1 3 0,0-1 0,0 5 0,1 4 0,0-4 0,1 7 0,2 3 0,0-4 0,1 6 0,1 3 0,0-7 0,0 10 0,-1-11 0,-1 0 0,0 2 0,0 3 0,1 2-742,-1-1 0,1-1 742,0 1 0,0-3 0,2 5-695,0-1 695,1 0 0,0-4 0,1 1 0,1 8 0,1 3 0,0 0 0,-2-5 0,-1-2 0,1 7 0,0-6 0,0 8-654,1 1 0,-1-3 654,-2-8 0,1 8 0,-1 1 0,1 6 0,0-5 0,-1 1 0,-1-12 0,-1-2 0,2 17 0,-2-16 0,0 1 0,0 1 0,0-1 0,1 17 0,-1-16 0,-1 0 0,1 0 0,-1-1 0,1 18 0,0-18 0,-1 1 0,1 1 0,0-2 0,0-5 0,-1-1 0,1 7 0,1 2 0,0 10 0,0-1 0,-1-15 0,0 1 0,2 12 0,0 6 0,0-6 0,-1-12 0,1 0 0,0 7 0,0 4 0,1-4-297,-2-8 0,1-1 297,1 18 0,1 4 299,0-1 0,0 1-299,-1-10 0,-1 1 0,1-2 0,0 10 0,1-2-317,-2-5 0,0-6 317,0 1 0,0-2 801,2 12-801,-3-10 0,0-8 0,0 1 0,0 3 244,-1-2 0,1 0-244,0 4 0,1 5 0,-2-18 0,0-10 488,-1-1-488,0-3 1570,2-3-1570,-2-3 527,0-12-527,-2-1 0,-2-13 0,1 1 0</inkml:trace>
  <inkml:trace contextRef="#ctx0" brushRef="#br0" timeOffset="203925">17143 16767 5734,'19'-2'0,"1"-1"0,22-3 0,-16 2 0,3-1 0,-1-1 0,-4 2 0,0 0 0,0 2 0,-3 1 0,26 2 0,-25 1 0,13 0 0,-3-1 0,-6-1 0,9-1 0,9-2 0,1-1 0,-3 1-801,3-1 0,-2 1 801,-18 0 0,10 0-624,-9 1 624,8-1 0,10 2 0,-16-1 0,16 0 0,-10 0 0,-2-2 0,1 1 0,8-2-425,-9 2 1,-3 0 424,-8 1 0,1 1 0,-1 0 0,9 1 0,-6 1 1329,6 2-1329,11 3 0,-14-1 0,4-1 0,1 0 0,-3-1 0,4-2 0,0 0 0,-3 0 0,2-2 0,0 1 0,-6 0 0,8 0 0,0 1 0,-7-1 0,1 2 0,2-1 0,16-2 0,-16 0 0,1-1-219,-5 1 1,0-1 218,-1-1 0,-2 0 0,4-1 955,-1 0-955,-3-1 0,1 1 0,6-2 0,15-1 0,-5 1 0,-13 4 0,-3 0 0,3 0 0,20-1 0,-8 1-846,7 0 846,-22 0 0,22 0 0,-15 0 0,14 0 0,-8 0 0,-8 1 0,8-1 0,2 0 0,-9 0 0,10-2 0,-13 2 0,-1 0 0,8-1 0,3 0 0,-1 0 0,-6 2 0,15-1 0,-12 2 0,-9 0 0,9-1 0,1-1 0,-8 1 1112,9-1-1112,11-3 0,-15 2 0,2 0 0,2-1 0,-10 1 0,0 0-96,0 0 0,0 0 96,2-1 0,-2 0-528,1-1 528,8-1 0,-10 0 0,2 0 0,12-2 0,-7 0 0,8-1 0,0 0 0,-10 2 888,8 0-888,-6 4 0,0 0 0,9 1-577,-8 0 1,-2 1 576,0 2 0,-8 0-69,-1 2 69,1-1 0,1 1 0,23 0 0,-16-1 0,5-1 0,0 1 0,-5-1 0,16 2 0,-15 0 0,-6 0 508,5 2-508,-1 1 0,-6-2 0,6 1 0,4 0 0,-8-3 0,9 1 0,4-4 249,-9-1-249,10-3 39,-8 0 0,1-1-39,-5 0 0,1 1 0,5-2 0,-1 1 0,12-2 0,-12 3 0,-8 0 0,8-1 0,13-4 0,-16 4 0,5-1 0,0 0 0,-3 1 0,9-1 0,-1 1 0,-6 1-486,-4 1 1,-1 1 485,-2 1 0,0 1 859,2 0-859,11-2 0,-8 1 0,8-3 0,-2 0-504,-10 1 504,7-1 0,-6 0 0,-8 1-352,17-4 352,-22 6 972,13-4-972,-21 5 8,6-3-8,-8 3 742,2-1-742,-3 2 427,-1 0-427,0 0 0,1-1 0,-1 1 0,0-2 0,-1 1 0,-1 1 0,-6-1 0,0 0 0,-5 0 0</inkml:trace>
  <inkml:trace contextRef="#ctx0" brushRef="#br0" timeOffset="206503">21870 14170 5734,'0'-6'0,"-1"4"0,2 1 0,1 10 0,-1-2 0,2 14 0,-1-5 0,0 9 0,1 10 0,-2-6 0,2 11 0,-2-12 0,0-1 0,1 10 0,1 2 0,0-1 0,1-6 0,-1-5 0,1 0-283,-1-6 283,1 3 0,0 5 0,-3-17 0,1 8 0,-4-23 0,-2-1 0,-9-15 0,3 5 0,-6-11 0,6 7 0</inkml:trace>
  <inkml:trace contextRef="#ctx0" brushRef="#br0" timeOffset="206787">21753 14165 5734,'4'-6'0,"6"-2"0,0 0 0,12-1 0,-6 3 0,6 3 0,4 7 0,-6 2 0,6 5 0,-4 9 0,-8-2 0,3 9 0,-9 11 0,-7 7-1457,-2 3 1457,-5-1 0,0-14 0,-2-1 0,0-5 0,0-1 0,-2 6 0,0-2 0,0-3 0,3-9 0,-4 8 0,4-17 0,3-4 0,-1-3 0</inkml:trace>
  <inkml:trace contextRef="#ctx0" brushRef="#br0" timeOffset="207042">22115 14405 5734,'3'8'0,"1"0"0,-3 1 0,2 24 0,-3-12 0,2 18 0,-2-19 0,0 18 0,0-14 0,0 13 0,1-15 0,0-6 0,-1 1 0,-1-8 0,-1-3 0,0-2 0,0-4 0,2-4 0,0-2 0</inkml:trace>
  <inkml:trace contextRef="#ctx0" brushRef="#br0" timeOffset="207152">22093 14271 5734,'-4'-6'0,"2"1"0,-1 0 0,3 4 0,0 0 0</inkml:trace>
  <inkml:trace contextRef="#ctx0" brushRef="#br0" timeOffset="207620">22339 14466 5734,'-13'-5'0,"0"1"0,5 5 0,0 2 0,-9 9 0,7-2 0,-10 22 0,13-15 0,-2 23 0,7-23 0,2 7 0,1-14 0,6 3 0,8-11 0,-1 1 0,3-12 0,-10-1 0,-2-1 0,-2-2 0,0-8 0,-3 4 0,-1-20 0,-1 19 0,-1-15 0,2 25 0,-1-1 0,2 14 0,0 2 0,1 9 0,0-2 0,2 6 0,0 0 0,2-5 0,0 4 0,4-2 0,-3-5 0,2 1 0,-2-4 0,-3-3 0,1 1 0,0-5 0,3-1 0</inkml:trace>
  <inkml:trace contextRef="#ctx0" brushRef="#br0" timeOffset="208058">22542 14416 5734,'-13'1'0,"-9"8"0,11 0 0,-11 16 0,14-8 0,-2 6 0,6 2 0,2-6 0,2 5 0,4-4 0,2-7 0,2 2 0,5-9 0,-2-4 0,4-5 0,4-10 0,-5-1 0,10-23 0,-15 16 0,3-12 0,-9 11 0,-2 7 0,-1-1 0,0 6 0,1 8 0,2 10 0,0 6 0,3 11 0,5 12 0,-1-6 0,2 5 0,1 4-1300,-2-3 1,0 1 1299,0-1 0,-1 0 0,-1-2 0,-2-4-77,-3 1 77,-4 9 0,-2-14-270,-2 5 270,-2-16 0,-2-3 0,0-3 0,-2-4 2481,-6-5-2481,3-3 0,-12-18 0,12 4 0,-3-12 0,10 8 0</inkml:trace>
  <inkml:trace contextRef="#ctx0" brushRef="#br0" timeOffset="208352">22760 14566 5734,'5'13'0,"0"1"0,1 2 0,0 1 0,3 7 0,-4-6 0,3 3 0,-3-7 0,0-3 0,0-15 0,-1-3 0,-2-16 0,0 3 0,-1-2 0,0-3 0,0-1 0,2-7 0,0-5 0,0 1 0,2 8 0,1 0 0,1 1 0,1 13 0,4-9 0,-6 21 0,0 2 0,1 15 0,-3-3 0,-1 10 0,-1-6 0,0 0 0</inkml:trace>
  <inkml:trace contextRef="#ctx0" brushRef="#br0" timeOffset="208734">22998 14506 5734,'-15'6'0,"0"0"0,-5 12 0,9-7 0,-8 27 0,15-20 0,1 13 0,11-3 0,-3-11 0,9 9 0,3-18 0,-3-4 0,4-7 0,-8-6 0,6-17 0,-7 7 0,3-13 0,-7 0 0,-2 8 0,0-9 0,-3 5 0,-1 9 0,0-10 0,0 18 0,1 1 0,0 12 0,0 5 0,2 9 0,0-2 0,2 7 0,1 1 0,0-4 0,6 13 0,-5-16 0,3 5 0,-4-13 0,1-1 0</inkml:trace>
  <inkml:trace contextRef="#ctx0" brushRef="#br0" timeOffset="209254">23154 14530 5734,'2'17'0,"-1"-2"0,0-5 0,0-1 0,1 0 0,-1-1 0,1 5 0,-1-5 0,1 5 0,-1-9 0,0 0 0,0-3 0,0-23 0,1 12 0,1-18 0,-1 18 0,1 0 0,1-5 0,0 4 0,2-4 0,0 1 0,-1 5 0,0-2 0,-2 5 0,0 2 0,0 0 0,0 2 0,2 3 0,-1 1 0,1 4 0,1 6 0,-2-1 0,5 21 0,-4-13 0,2 11 0,-2-8 0,-1-7 0,0 3 0,-1-7 0,-1-4 0,1 1 0,-1-7 0,1-10 0,-1 0 0,1-9 0,3-3 0,-2 3 0,4-7 0,2-2 0,0 8 0,11-18 0,-8 21 0,6-7 0,12 24 0,-15 3 0,15 11 0,-22 2 0,1 13 0,-4-5-475,1 7 475,-5-11 0,1-2 0,-2-2 0</inkml:trace>
  <inkml:trace contextRef="#ctx0" brushRef="#br0" timeOffset="213142">22713 14698 5734,'-2'13'0,"-3"5"0,0-5 0,-6 8 0,-2 2 0,1 1 0,0-2 0,1 1 0,-3 10 0,4-7 0,2-3 0,0 0-943,0 4 943,-2 8 0,3-5 0,3-9 227,0 4-227,3-8 0,-1-5 0,1 1 0,-5-9 0,3-4 0,-4-3 0</inkml:trace>
  <inkml:trace contextRef="#ctx0" brushRef="#br0" timeOffset="213402">22601 14724 5734,'11'14'0,"7"7"0,-4-6 0,5 7 0,-4-5 0,2 6 0,1 1 0,2 4-710,-3-3 0,-1-1 710,-3-3-345,6 14 345,-7-15-173,4 10 173,-10-19 0,0-1 0,-2-2 983,0 0-983,-3-3 746,1 0-746,-12-1 52,2-2 0,-9 0 0,5-1 1</inkml:trace>
  <inkml:trace contextRef="#ctx0" brushRef="#br0" timeOffset="213607">22561 15031 5734,'8'0'0,"17"-4"0,-7 1 0,8-2 0,1 0 0,1-1 0,-1 0 0,0 1 0,20-8 0,-14 5 0,3-3 0,-22 6 0,-5 1 0,2 1 0,-8 1 0,0 1 0,0 0 0</inkml:trace>
  <inkml:trace contextRef="#ctx0" brushRef="#br0" timeOffset="213822">22917 14945 5734,'4'6'0,"0"2"0,-1-1 0,3 8 0,-2-2 0,1 4 0,0 0 0,-1-4 0,1 1 0,-2-3 0,-1-3 0,0-1 0,0-4 0,-2-3 0,-7-25 0,3 12 0,-4-19 0,6 19 0,3-9 0,2 8 0,3-7 0,5 8 0,-1 3 0,6-1 0,-4 4 0,21-4 0,-16 7 0,14-4 0</inkml:trace>
  <inkml:trace contextRef="#ctx0" brushRef="#br0" timeOffset="-214474.73">23256 14879 5734,'-9'1'0,"-5"4"0,2 0 0,-4 4 0,-6 26 0,13-17-500,-7 21 500,14-23 0,2-1 122,2-2-122,-1-1 0,2-3 0,0-1 0,2-3 0,0-4 378,2-3-378,0-9 0,-3 1 0,0-32 0,-3 20 0,-2-25 0,0 30 0,0-7 0,0 17 0,4 2 0,1 12 0,4 6 0,9 27 0,-6-9-1207,4 11 0,-1 3 1207,-1 0 0,-5-10 0,0 6 0,-2-6 0,-2-10 0,-1 1 0,-1 8 0,-1 4 0,-1-5-954,-4 8 954,0-12 0,-1 0-377,-9 0 377,2-11 0,-5 0 0,-12-17 0,10-5 0,-5-26 0,3-7 0,10 7 874,0-7 0,5-1-874,21 4 215,0 7-215,8-6 0,5 3 491,-5 7-491,2 1 0,0-1 0,0 0 0,-5 6 0,-1 0 0,13-11 0,-14 11 279,7-7-279,-15 13 0,-2 1 0,4-9 0,-7 7 1012,4-7-1012,-7 6 0,0 3 0,-1-2 0,-2 1 0,-1 3 0,-5-5 0,2 7 0,-8-2 0,6 6 0,-4 1 0,-1 5 0,3 1 0,-4 4 0,0 7 0,4-2 0,-2 7 0,2 5 0,6-5 0,0 7 0,7 5 0,5-4 0,0-1 0,3-11 0,-1-15 0,-1-4 0,12-17 0,-12 4 0,6-11 0,-10 0 0,-3 5 0,-2-14 0,-7 2 0,2 6 0,-3 1 0,4 18 0,0 1 0,1 4 0,1 2 0,-1 4 0,6 12 0,-1-3 0,6 13 0,-2-10 0,3 3 0,1-2 0,-3-6 0,3 2 0,-1-4 0,-4-3 0,3 0 0,-2-5 0,-2-2 0,2-4 0,2-6 0,-1 0 0,1-4 0,1-5 0,-4 5 0,2-6 0,-3 5 0,-2 2 0,1-1 0,-3 8 0,-1 4 0,0 5 0,-2 3 0,2 2 0,0 8 0,0-2 0,0 6 0,1 5 0,0-6 0,1 5 0,0 7 0,-1-14 0,0 9 0,-1-18 0,0-3 0,-1-2 0,-1-9 0,1 0 0,0-8 0,1 3 0,3-8 0,0 4 0,3-6 0,-1 6 0,1 1 0,1 1 0,5-8 0,-5 11 0,8-4 0,-9 15 0,4 3 0,-2 7 0,-1-1 0,9 15 0,-9-11 0,8 12 0,-8-14 0,2 3 0,8 6 0,-7-12 0,8 8 0</inkml:trace>
  <inkml:trace contextRef="#ctx0" brushRef="#br0" timeOffset="-214120.73">23947 14880 5734,'-21'5'0,"1"1"0,6 0 0,-7 6 0,6-2 0,-3 4 0,4 3 0,6-3 0,-2 9 0,7-9 0,2 3 0,8-3 0,-1-7 0,4 1 0,1-13 0,-2-1 0,3-6 0,-2-10 0,-2 4 0,-1-7 0,-1-2 0,0-4 0,-1 6 0,-1-2 0,-2-12 0,-2 1 0,1-4-658,-1 3 0,0 3 658,-1 12 0,0 3 0,-2 2 0,2 9 0,0 3 0,1 16 0,0 4 0,1 11 1316,2 1-1316,3 11 0,0 1 0,3 5-791,-1-3 0,0-2 791,0-7 0,6 11-753,-5-13 753,2 6-316,-5-10 316,-2-7 0,-1-2 0,-2-7 0</inkml:trace>
  <inkml:trace contextRef="#ctx0" brushRef="#br0" timeOffset="-213980.73">24288 15071 5734,'5'-2'0,"0"-1"0,-3-7 0,0 1 0,-2-4 0</inkml:trace>
  <inkml:trace contextRef="#ctx0" brushRef="#br0" timeOffset="-212415.73">22856 16156 5734,'-6'-1'0,"-4"-2"0,4 1 0,-3 0 0,3 0 0,3 2 0,-1-1 0,2 1 0,8 1 0,4 1 0,16 11 0,-11-2 0,4 10 0,-13-6 0,-2 4 0,-4 2 0,-5 14 0,-2-6-211,-4 10 211,-6 2-1135,4-10 1135,-4 8 0,5-14 0,1-2 0,0 4 0,-9 15 0</inkml:trace>
  <inkml:trace contextRef="#ctx0" brushRef="#br0" timeOffset="-211540.73">19059 14896 5734,'3'-17'0,"-1"5"0,10-23 0,3-5 0,-3 10-916,1-2 1,-1 2 915,-6 14 571,3-1-571,-5 9 300,1 13-300,-4 6 0,-4 29 0,1-18 0,-2 13 0,0-9 0,1-7 960,0 4-960,3-5 0,0-4 0,6 6 0,2-11 0,6 1 0</inkml:trace>
  <inkml:trace contextRef="#ctx0" brushRef="#br0" timeOffset="-209117.73">22961 16754 5734,'-3'-5'0,"1"1"0,0 3 0,2 0 0,2 26 0,-1-4 0,0 16 0,-1 8 0,1-21 0,-1 15 0,3-11 0,-1-8 0,2 9 0,1-9 0,-2-6 0,0-2 0,-3-11 0,-5-12 0,-3-11 0,0-2 0,-1-6 0,3 0 0,2 5 0,1-1 0,1-1 0,1-2 0,1-15 0,5 12-565,0 8 565,3-4 0,4 3 0,-2 8 0,4-4 0,7 2 0,-8 8 0,8-2 0,-7 10 0,-4 3 0,3 4 0,-2 12 0,-10 16 0,1-4 0,-9-3 0,-3-2 0,-1-4 565,-7 9-565,1-9 0,4-6 0,-5 2 0,4-5 0,3-4 0,-2 1 0,1-4 0,5-2 0,-2 0 0,7 0 0,1 0 0,2 1 0,2 1 0,1 2 0,3 1 0,4 6 0,-1-2 0,14 12 0,-11-10 0,8 6 0,-7-6 0,-3-3 0,1 0 0,2 0 0,-7-4 0,3 2 0,-5-4 0,-2-2 0,1 1 0,-1-1 0,-1 0 0,1-1 0,0-1 0,-2 0 0,0-1 0,-3-2 0,-1 1 0,0-4 0,1 0 0,2-1 0</inkml:trace>
  <inkml:trace contextRef="#ctx0" brushRef="#br0" timeOffset="-208720.73">23164 16963 5734,'6'1'0,"-1"1"0,5-2 0,-3-2 0,5-3 0,-1-6 0,-3 1 0,3-4 0,-5-14 0,-4 15 0,-3-13 0,-4 19 0,-1 0 0,-5-1 0,1 3 0,-3 1 0,-1 3 0,3 2 0,-2 1 0,2 6 0,-1 15 0,3-5 0,3 11 0,8-7 0,1-6 0,4 6 0,-1-8 0,7 4 0,-3-6 0,16 6 0,-11-13 0,9 0 0,-8-13 0,-5 1 0,3-8 0,-5 2 0</inkml:trace>
  <inkml:trace contextRef="#ctx0" brushRef="#br0" timeOffset="-206743.73">18660 14175 5734,'5'5'0,"-4"7"0,-2 0 0,-3 8 0,-2 16 0,-1 3 0,3-2 0,-2 2 0,1 2 0,6 2 0,-1-17 0,2-2 0,0 0 0,1-8 0,0 6 0,-1-15 0,0-1 0,-1 1 0,-1-4 0,-1 0 0,0-4 0</inkml:trace>
  <inkml:trace contextRef="#ctx0" brushRef="#br0" timeOffset="-206121.73">18746 14324 5734,'9'20'0,"-3"-6"0,4 12 0,-4 0 0,-2-7-511,1 8 511,-3-9 167,1 0-167,-2-2 85,1 2-85,-1-6 0,1 6 0,-2-12 259,0 0-259,0-6 0,0-8 0,0 1 0,-2-7 0,3-9 0,-1 6 0,3-27 0,-1 23 0,2-13 0,1 11 0,1 6 0,0-4 0,0 6 0,-1 4 0,1-1 0,2 15 0,-2 0 0,1 11 0,-3-1 0,0 7 0,-1-3 0,0 4 0,0-2 0,-1-7 0,0 3 0,-1-7 0,0-2 0,0-1 0,0-4 0,0 0 0,0-4 0,2-2 0,1-3 0,3-5 0,0 2 0,2-2 0,3 5 0,-2 3 0,3 3 0,2 7 0,-4 2 0,3 3 0,-3 5 0,-2-4 0,0 3 0,-1-2 0,-4-3 0,-1 0 0,-7-3 0,0-3 0,-3-2 0,1-4 0</inkml:trace>
  <inkml:trace contextRef="#ctx0" brushRef="#br0" timeOffset="-205756.73">18611 14628 5734,'7'4'0,"-1"-2"0,8-2 0,-5-3 0,13-5 0,-8 1 0,6-3 0,-5 0 0,-5 3 0,0-2 0,-6 5 0,-5-1 0,-1 2 0,-2-2 0</inkml:trace>
  <inkml:trace contextRef="#ctx0" brushRef="#br0" timeOffset="-205526.73">18586 14061 5734,'21'-8'0,"8"-1"0,-9 4 0,6-2 0,2 1 0,-4 2-225,19-3 0,-29 9 0,0 0 0</inkml:trace>
  <inkml:trace contextRef="#ctx0" brushRef="#br0" timeOffset="-201919.73">10991 15746 5734,'-6'-1'0,"1"-1"0,2 2 0,3 0 0,3-2 0,4 0 0,3-3 0,1 0 0,1 0 0,21-5 0,-10 3-652,16-2 652,-17 6 0,1 2 0,16 6 0,-15-1 0,9 5-365,-16 5 365,-7 0 0,-1 8 0,-10 9 0,-4-4-253,-6 12 253,2-16 0,-1-1-477,-6 15 477,6-14 0,-1 1 0,-2 4 0,1-2 0,-3 6 0,4-9 0,2-2 197,1 1-197,5-7 0,1 1 0,9-5 245,1-3-245,8 1 0,19-8 0,-10-3 0,6-3 0,0-1 0,-4-2 0,5-2 0,-1-1 0,-12 3 1143,11-6-1143,-30 8 0,-3 0 0,-1-1 0</inkml:trace>
  <inkml:trace contextRef="#ctx0" brushRef="#br0" timeOffset="-201715.73">11050 15912 5734,'-4'1'0,"2"0"0,17 0 0,-2-2 0,17 0 0,2-3 0,-5 0 0,8-2 0,9-3 0,-21 5 0,14-2 0</inkml:trace>
  <inkml:trace contextRef="#ctx0" brushRef="#br0" timeOffset="-201308.73">11681 15864 5734,'4'2'0,"0"1"0,0-3 0,10 3 0,-4-1 0,9 0 0,9-2 0,-10 0 0,21-2 0,-23 1 0,10-2 0,-20 2 0,-1-1 0,-10 2 0</inkml:trace>
  <inkml:trace contextRef="#ctx0" brushRef="#br0" timeOffset="-201109.73">11706 16031 5734,'25'11'0,"4"-3"0,-12-7 0,21-2 0,-16 0 0,11 0 0,-13 0 0,-6 0 0,0 1 0,-7 0 0,-1-1 0,1 1 0</inkml:trace>
  <inkml:trace contextRef="#ctx0" brushRef="#br0" timeOffset="-199958.73">12376 15727 5734,'2'-6'0,"0"0"0,-1 2 0,1-2 0,-2 3 0,1-3 0,-1 5 0,0 1 0,0 2 0,0 11 0,0-3 0,-1 8 0,0 4 0,-1-4 0,0 9 0,-6 19 0,3-15 0,-3 8 0,1 0 0,0-3 0,-1 2 0,1-1-826,3-8 826,-3 11-331,4-16 331,2-12 0,0 4 0,1-13 0,-1-1 0,-1-4 797,0-2-797,-1-4 90,0-2 0,2-3 0,-1-2 0</inkml:trace>
  <inkml:trace contextRef="#ctx0" brushRef="#br0" timeOffset="-199708.73">12335 15690 5734,'17'12'0,"-2"-1"0,3 4 0,-3-2-678,5 5 678,-4-2 0,7 11 0,-5-4 0,5 10 0,-1 4 0,-5-7 0,3 7 0,0 1 0,-5-8-421,0 0 0,-1-4 421,-9-13 358,0-3-358,-5-2 0,-2-4 0,-5-2 79,-10-8 0,3-2 0,-7-5 0</inkml:trace>
  <inkml:trace contextRef="#ctx0" brushRef="#br0" timeOffset="-199541.73">12264 15879 5734,'7'0'0,"8"-1"0,-1-1 0,9-3 0,7-1 0,-5-1 0,7-1 0,-1-1 0,-7 2 0,7-1 0</inkml:trace>
  <inkml:trace contextRef="#ctx0" brushRef="#br0" timeOffset="-199266.73">12733 15876 5734,'8'0'0,"0"0"0,16-4 0,-7 1 0,13-2 0,-1-1 0,-5 2 0,6-1 0,-3 1 0,-8 2 0,4-1 0,-6 1 0,-6 1 0,0-1 0,-6 0 0,-2 0 0,-2 0 0,-3-2 0,0 0 0</inkml:trace>
  <inkml:trace contextRef="#ctx0" brushRef="#br0" timeOffset="-199110.73">12904 15710 5734,'-1'12'0,"1"18"0,0-10 0,2 7 0,1 0 0,0-1 0,3 2 0,-1 0 0,1-6-591,1 12 591,-3-20 0,-1-2 0,1-2 0</inkml:trace>
  <inkml:trace contextRef="#ctx0" brushRef="#br0" timeOffset="-198556.73">13280 15806 5734,'11'17'0,"-1"-1"0,0 7 0,1 4 0,1 8-726,-3-6 0,0 4 726,-2 12 0,-3 1-1218,-1-16 0,0 1 1218,-1 1 0,0 2 0,-1-2 0,-3 7 0,-2-3-245,1-9 1,-1 0 244,-1 7 0,-1 0-448,-2-6 1,-1-1 447,-5 10 308,-6 7-308,-4-16 0,6-13 1717,-8-1-1717,-8-25 0,13-2 0,-2-17 0,2-5 0,6-8-143,7 4 0,0-8 1,2 6-1,3 7 0,2 2 1,0-3-1,0-1 1,0 1-1</inkml:trace>
  <inkml:trace contextRef="#ctx0" brushRef="#br0" timeOffset="-198409.73">13317 15674 5734,'4'-9'0,"-1"1"0,-1 7 0,1-1 0,-1 2 0,1 0 0,-3 2 0,1 1 0</inkml:trace>
  <inkml:trace contextRef="#ctx0" brushRef="#br0" timeOffset="-198060.73">13477 15800 5734,'-1'6'0,"0"0"0,3 3 0,3 7 0,-1-2 0,2 7 0,1 3 0,-1-4 0,1 8 0,1 8 0,-5-14 0,6 18 0,-7-28 0,3 4 0,-4-14 0,0-2 0,-1-6 0,0-1 0</inkml:trace>
  <inkml:trace contextRef="#ctx0" brushRef="#br0" timeOffset="-197706.73">13473 15806 5734,'15'-13'0,"-5"4"0,8-3 0,-1 5 0,-5 3 0,13 2 0,-12 3 0,6 2 0,-10 4 0,-4-1 0,-3 6 0,-11 8 0,1-3 0,-17 22 0,12-18 0,-6 10 0,9-13 0,4-6 0,-1 1 0,5-5 0,3-4 0,3-1 0,10-7 0,1 0 0,8-3 0,15-3 0,-13 4 0,14-1 0,-10 8 0,-9 0 0,4 3 0,-10 2 0,-12 10 0,-2-2 0,-20 13 0,2-11-699,-9 5 699,4-6 0,0 0 0,0-2 0,-6 3 0,9-6 0,-3 0 0,5-9 0,9-4 0,-3-3 0</inkml:trace>
  <inkml:trace contextRef="#ctx0" brushRef="#br0" timeOffset="-196442.73">21027 16466 5734,'-10'-1'0,"1"0"0,0-3 0,3 1 0,-2-3 0,5 4 0,2-1 0,1 1 0,2 0 0,-1 1 0,3-1 0,0 0 0,2-1 0,4 0 0,-3 2 0,10 2 0,-9 1 0,6 2 0,18 12 0,-17-8 0,15 10 0,-24-11 0,0 0 0,-2 1 0,-2 2 0,-6 14 0,0-7-251,-7 11 251,2-12 0,0 1 0,-1-2 0,-5 12 0,7-15 0,-1 5 0,9-16 0</inkml:trace>
  <inkml:trace contextRef="#ctx0" brushRef="#br0" timeOffset="-196049.73">21405 16770 5734,'-6'5'0,"0"0"0,1 4 0,-4 5 0,3-2 0,-4 6 0,0 4 0,2-4-277,0 6 277,1-6 0,0 7 0,1-7 0,1 6 0,1-5 0,1-6 68,0 1-68,0-9 0,1-2 0,0-2 0,1-2 0</inkml:trace>
  <inkml:trace contextRef="#ctx0" brushRef="#br0" timeOffset="-195818.73">21398 16685 5734,'12'6'0,"-3"0"0,3 8 0,-2 8 0,-3-2 0,1 7 0,-1 12 0,-3-15 0,1 0 0,-1 0 0,-1-8 0,2 12 0,-4-21 0,0-2 0,-4-11 0,-3-3 0,-2 0 0,-1 1 0,2 3 0,-1 0 0</inkml:trace>
  <inkml:trace contextRef="#ctx0" brushRef="#br0" timeOffset="-195660.73">21332 16850 5734,'17'1'0,"21"-4"0,-14-2 0,8-2 0,1-1-1982,-3-1 1982,-6 3 0,0-2-23,8-6 23,-13 6 0,1-4 0,-16 8 0</inkml:trace>
  <inkml:trace contextRef="#ctx0" brushRef="#br0" timeOffset="-194457.73">19126 15380 5734,'3'-7'0,"2"-1"0,-1 0 0,6-10 0,-4 6 0,16-29 0,-13 27 0,9-15 0,-11 23 0,-2 2 0,1 0 0,-1 1 0,4 0 0,-4 3 0,5 4 0,-4 1 0,8 16 0,-5-7 0,6 10 0,-1-3 0,-2-5 0,4 5 0,-5-6 0,0-2 0,0-1 0,0-1 0,-2-2 0,3 2 0,-5-5 0,2 1 0,-5-4 0,-2-1 0,-2-1 0,-6-6 0,0 1 0,-5-6 0</inkml:trace>
  <inkml:trace contextRef="#ctx0" brushRef="#br0" timeOffset="-194043.73">18783 15139 5734,'4'13'0,"-1"1"0,-1-1 0,2 13 0,-2-9 0,2 8 0,-3-12 0,1-2 0,-2-2 0,0-1 0,-1-2 0,0 1 0,-1-4 0,1 0 0</inkml:trace>
  <inkml:trace contextRef="#ctx0" brushRef="#br0" timeOffset="-193686.73">18789 15076 5734,'16'-4'0,"-2"1"0,5 13 0,-11-3 0,6 9 0,-14-7 0,-2 2 0,-2 3 0,0-2 0,-3 7 0,5-11 0,0 3 0,20-14 0,-6 1 0,14-3 0,1-1 0,-4 3 0,5 2 0,-1 2 0,-8 5 0,5 17 0,-22-9 0,-11 22 0,-3-17-530,-8 8 530,5-10 0,-5 3 0,3-6 0,-1-1 0,4-5 0,9-5 0,1-2 0</inkml:trace>
  <inkml:trace contextRef="#ctx0" brushRef="#br0" timeOffset="-191585.73">19398 16609 5734,'4'-5'0,"0"-2"0,-2 5 0,4-5 0,-4 4 0,2-2 0,-2 3 0,0-1 0,2-1 0,3-5 0,-1 3 0,8-11 0,0 2 0,-2 2 0,5-5 0,-11 11 0,5-3 0,-1 0 0,-2 2 0,4-2 0,7-6 0,-6 6 0,8-7 0,-3 3 0,-4 3 0,6-4 0,0 0 0,-4 3 0,5-3 0,9-8 0,-12 7 0,4-2 0,0 0 0,-4 1 0,3-3 0,0 0 0,-3 3 0,15-15 0,-8 11 0,1-4 0,-5 6 0,-5 3 0,-8 8 0,0 0 0,1 0 0,8-8 0,-6 5 0,19-15 0,-16 15 0,5-5 0,0 0 0,-4 3 0,11-8 0,-16 13 0,-2 1 0,1 0 0,2-1 0,-4 2 0,3-1 0,-4 2 0,2-3 0,-2 3 0,3-4 0,2 0 0,-3 1 0,4-2 0,1-2 0,-2 3 0,4-4 0,1 0 0,-4 3 0,5-3 0,6-6 0,-8 7 0,14-13 0,-15 13 0,3-4 0,2-1 0,0-1 0,0 2-254,0-2 1,-1 1 253,-8 7 0,5-3 0,-5 2 0,4-1 0,-1 1 0,-4 4 0,3-3 507,0 0-507,12-9 0,-6 4-265,6-5 265,-12 11 0,4-4 0,-4 4 0,9-8 0,-12 10 0,6-5 0,-11 8 0,1 0 0,-2 2 265,-1 1-265,1-2 0,2-5 0,-1 2 0,9-9 0,-6 6 0,5-3 0,-4 3 0,-2 3 0,1-2 0,-2 2 0,-1 3 0,-1 0 0,-1 0 0,0 2 0,0-1 0,0 0 0,0 1 0,0-1 0,-1 1 0,-1 0 0,3-1 0,-3 1 0,2 0 0,0 1 0,-1-1 0,1 1 0,-1-1 0,0 0 0,0-1 0,2-2 0,-1 2 0,1-1 0,-3 2 0,0-1 0,1-1 0,-1 1 0,1-4 0,-1 6 0,-8-5 0,1 3 0,-7-5 0</inkml:trace>
  <inkml:trace contextRef="#ctx0" brushRef="#br0" timeOffset="-188743.73">20838 15234 5734,'-9'2'0,"3"0"0,-2-1 0,3-1 0,-2 0 0,0 0 0,-4 2 0,5 0 0,-3 0 0,0 2 0,2-2 0,-8 5 0,8-4 0,-10 5 0,11-6 0,-4 3 0,7-3 0,0 0 0,2-2 0,2-4 0,0 3 0,11-8 0,-3 4 0,8-4 0,-5 3 0,2-2 0,1 0 0,9-4 0,-6 2 0,15-7 0,-18 10 0,6-4 0,-10 6 0,-6 2 0,2 1 0,-5 2 0,0 0 0,0 0 0,-1 1 0,-6 3 0,1 0 0,-9 6 0,7-5 0,-4 2 0,6-5 0,-2 1 0,1-2 0,1 0 0,-1 0 0,3-1 0,0 0 0,5 2 0,0 1 0,2 1 0,5 7 0,-3-2 0,4 6 0,-4-3 0,1 2 0,-1 1 0,1 0 0,1 8 0,-2-6 0,1 3 0,-1-3 0,-3-7 0,0 2 0,-2-5 0,0-3 0,-1 2 0,-1-4 0,0-1 0,-2-3 0,-2-9 0,0 1 0,-1-6 0,2 1 0,1-5 0,-2-13 0,2 11 0,0-2 0,1 16 0,-1 2 0,1 1 0,0 3 0,1 2 0,0 5 0,0 2 0,0 5 0,0-1 0,0 1 0,0 1 0,-1 11 0,0-12 0,-1 7 0,-2-14 0,-1-1 0</inkml:trace>
  <inkml:trace contextRef="#ctx0" brushRef="#br0" timeOffset="-186608.73">19769 15719 5734,'8'-2'0,"-1"2"0,0-2 0,6-3 0,6-5 0,-3 2 0,4-5 0,-14 9 0,2-2 0,-5 4 0,-1 0 0,0 0 0,0 0 0,3-1 0,-1 0 0,3 0 0,-2 1 0,2 0 0,-2-1 0,2 2 0,-1 2 0,-2 0 0,2 1 0,-2 2 0,0 1 0,-1 3 0,0 6 0,-3-2 0,2 6 0,-4 9 0,0-9 0,-3 20 0,2-22 0,-4 14 0,3-18 0,-1 3 0,2-7 0,2-4 0,0 4 0,1-6 0,2 2 0,0-3 0,1-1 0,1 0 0,5-3 0,-1 0 0,5-4 0,5-7 0,2-2 0,-1-1 0,-4 3 0,-10 8 0,2 0 0,-3 2 0,-1 0 0,-1 1 0,-2 1 0,-1 0 0,-5-1 0,2-1 0,-3 0 0</inkml:trace>
  <inkml:trace contextRef="#ctx0" brushRef="#br0" timeOffset="-186292.73">19943 15775 5734,'14'-13'0,"6"-4"0,-6 4 0,4-4 0,-2 0 0,-7 8 0,3-4 0,-9 8 0,0 1 0</inkml:trace>
  <inkml:trace contextRef="#ctx0" brushRef="#br0" timeOffset="-145253.73">12659 3789 5734,'-25'13'0,"-12"7"0,9-4 0,-9 6 0,2 0-2248,7-3 2248,-7 5 0,-2 3 0,7-6 0,11-7 0,-1 1 0,-2 1 0,0-1 0,-13 11 0,13-10 0,-3 2 0,-4 6 0,-3 3 0,4-3 0,5-4 0,1 0-558,-6 5 0,-3 3 1,5-3 557,-1 5 0,9-8 0,1 1-208,-9 12 208,9-12 0,1 1-234,1 1 1,1 2 233,-1 3 0,1 0 0,0 0 0,-1 3 0,0 8 0,0 4 0,2-4-500,3-8 1,1-1 499,-1 5 0,-1 4 0,2-5 0,5-10 0,1 0-43,-2 12 1,1 1 42,2-9 0,-1 0 217,0 9 1,0 1-218,1 0 0,0-1 0,1-9 0,-1 0-43,1 8 1,-1 2 42,2-2 0,1 0 241,-1-9 1,0 1-242,1 7 0,0 2 0,2-1 0,1-1 0,-1-7 0,0-1 0,1 9 0,2 1 0,0 2 0,1-2 0,-2-8 0,1 0 0,2 9 0,0 1 0,1 0 0,-1-1 0,0-8 0,-1-1 0,2 10 0,1 0 0,0-1 0,0-1 0,-2-8 0,1-1 0,1 8 0,1 2 0,0-7 0,1 1 0,0-3 0,-2 0 0,3 2 0,0-1 0,4 7 0,1 2 0,0-2 0,-3-7-271,2 4 0,0-1 271,0-3 0,1 5 0,1-2 0,-4-5 0,-1-7 0,-1-1-115,4 4 0,2 2 0,-1-2 115,-1 0 0,0 0 0,10 12 0,1 1 0,-5-10 0,0-2 0,-6-6 0,1 1 0,2 1 0,2 2 0,0 0 0,2 1 0,1-1 0,0 1 0,1 1 0,0 0 0,0 0 0,0-2 0,-1 1 0,1 0 0,4 5 0,2 1 0,-4-3 0,-4-5 0,-1 0 0,1 1 0,2 2 0,-2-3 0,-5-4 0,-1-1 0,1 1 0,0-1 200,-1 0 0,2 1-200,2 3 0,2 2 0,-2-1 0,0-2 0,0 2-89,9 8 0,4 5 0,-4-5 89,-10-9 0,0-2 0,9 11 0,5 4 0,-5-5 0,-8-10 0,0 0 0,11 8 0,5 3 0,-4-4 0,-9-9 0,0-2 0,13 8 0,6 3 0,-6-4 0,-10-8 0,0 0 0,1 0 0,6 2 0,-1 0 0,-4-2 0,-2-1 0,0-1 0,4 2 0,5 3 0,0-2-45,0-1 1,-1-1 0,0-2 44,3 3 0,1-1 0,-4-2 0,1 0 0,-4-2 0,-9-5 0,0 0 0,11 2 0,1 0 0,-10-3 0,2 1 0,8 1 0,4 0 0,-3 0 0,-8-1 0,0-1 0,16 3 0,-2 0 0,2 0 0,-14-3 0,5 1 0,-4-2 0,-4 0 0,0 0 0,3 0 0,3 1 0,-1-1 0,9-3 0,-3-2 0,-11 0 0,-1 0 0,16-1 0,0-1 0,-6-1 0,-2-2 0,-7 2 0,0-1 0,8-1 0,1-1 0,-1 0 0,-1 0 0,-9 1 0,1 0 0,7-2 0,5-1 0,-5 1 0,-6 1 0,-2 0 0,15-4 0,0 0 0,-11 2 0,-3 0 0,15-5 0,-15 5 0,-1 0 0,0 0 0,-2 0 1200,13-5-1200,0-1 0,-1 0 0,1-1 1249,-10 3 1,1 0-1250,10-6-309,-10 3 309,8-4 0,-5-1 0,-1-1 0,2 0-162,-2 0 0,-2 1 162,-8 4 0,8-7-561,-7 5 561,6-5 0,0-2 0,-6 7 0,5-7 0,-1-1 0,-6 5 0,-4 3 0,0 0 0,3-5 0,3-8 0,-7 9 0,5-9 0,-4 6 0,2-8 0,-6 10 0,0-1 0,3-8 0,-1 0 0,0 0 0,-2-1 0,5-12 0,-8 22 0,0 0 0,5-15 0,-4 15 0,0-2 0,4-10 0,0 1 0,-4 12 0,-1 0 0,5-12 0,0-4 0,-1 4 0,-4 10 0,-1 1 0,1-7 0,2-3 0,-3 4 0,2-17 0,-4 16 0,-1 0 0,-1-3 0,-2 1 0,0 8 0,-1-2 0,1-7 0,-2-2 0,-2 0 0,0-2 0,-2 5 0,0-2 0,0 0 0,0-1 0,-1 0 0,0 0-210,0 1 0,0 1 1,0 1 209,0-1 0,-1 2 0,1 2-330,1 0 0,0 2 330,-1-7 0,-1-3 0,1 6 0,1-1 0,-1 3 0,1 0 0,0-1 0,-2-13 0,-2-5 0,1 7 0,3 13 0,0 0 0,-3-11 0,-1-6 0,1 7 0,2 12 0,0 1 0,-3-14 0,0 0 0,1 8 0,1 3 0,-4-16 0,4 14 0,-2-3 0,1 3 0,1 6 0,1 0 0,-4-13 0,-1-1 0,1 9 0,0 3 0,-5-18-116,4 16 0,0 0 116,-5-12 0,-2-1 0,0 0 0,-1 1 0,-2 0 0,9 15 0,-2-1 0,-7-11 0,-3-5 0,2 6 0,6 11 0,0 1 0,-8-13 0,-2 0 0,4 8 0,0 3 177,7 7 0,-4-3-177,-2-2 0,-6-5 0,-2-3 0,1 1 0,5 5-669,-5-4 0,0 1 669,-1-1 0,-3-5 0,0 1 0,6 7 0,6 8 0,1 1 0,-5-4 0,-2-2 0,1 2 0,1 1 0,-2 0 0,-6-5 0,-4-2 0,3 4 0,6 6 0,0 3 0,-9-7 0,-3 1 0,11 7 0,0 1 0,-4 0 0,-1 0 0,-3 0 0,-1 0 0,1 0 0,-4-2 0,1 1 0,-2 0 0,4 1 0,-2 1 0,1 0 0,3 1 0,-9-1 0,0 0 0,1 1 0,-4-1 0,3 0 0,8 3 0,2 1 0,-2-1 0,-9-2 0,-2-1 0,1 0 0,0 1 0,0-1 0,3 1 0,9 2 0,2 1 0,-2-1 0,-7-2 0,-2 0 0,1 1 0,3 0 0,0 1 0,2 1 0,-5-1 0,0 0 0,6 3 0,-1 0 0,3 1 0,-1 1 0,0 0 0</inkml:trace>
  <inkml:trace contextRef="#ctx0" brushRef="#br0" timeOffset="-111941.73">877 5346 5734,'-4'4'0,"1"-1"0,1-1 0,0 0 0,-1-1 0,-1 1 0,-3 1 0,2-1 0,-6 5 0,6-4 0,-2 2 0,1 0 0,2-2 0,-6 5 0,5-3 0,-3 3 0,2-1 0,2-2 0,-2 1 0,-3 3 0,2-2 0,-3 5 0,0 0 0,3-1 0,-2 4 0,-1 1 0,3-3 0,-4 2 0,-1 4 0,5-7 0,-6 12 0,5-4 0,-2 8 0,2-5 0,1 0 0,3-10 0,1 0 0,0 1 0,-1 6 0,2-5 0,-2 5 0,2-6 0,0-1 0,0 0 0,1 1 0,0-1 0,-1 1 0,0 6 0,1-5 0,1 5 0,0-5 0,0-1 0,0 1 0,0 9 0,0-5 0,0 15 0,0-15 0,2 8 0,1 0 0,-1-5 0,2 6 0,1-2 0,-2-11 0,1 8 0,-1-7 0,0-3 0,4 13 0,-3-12 0,2 7 0,-1-3 0,-1-6 0,0 6 0,2-1 0,-2-3 0,1 4 0,2 3 0,2 5 0,-1-3 0,0 0 0,-3-11 0,-2-2 0,1 2 0,1 0 0,-2-2 0,4 2 0,-1 1 0,-1-3 0,6 10 0,-5-10 0,4 6 0,0-3 0,-3-5 0,5 4 0,-3-4 0,-2-3 0,2 2 0,2-2 0,-3-1 0,4 2 0,6-1 0,-7-1 0,15 1 0,-15-3 0,16-2 0,-15-1 0,8-1 0,-3-2 0,-3 0 0,6-2 0,0-4 0,-3 2 0,4-3 0,0 0 0,10-4 0,8-6 0,-6 5-510,-6 0 510,-12 7 0,-2 0-185,5-6 185,-3 4 0,2-5 0,2-1 0,-5 3 0,4-4 0,5-8 0,-9 8 116,9-9-116,-12 12 0,0 0 187,0 0-187,4-5 0,-4 4 0,3-4 0,1-2 0,-5 5 0,4-4 0,-1-1 0,-4 5 0,4-4 0,1-7 0,-4 11 0,6-19 0,-9 19 392,2-6-392,0-1 0,-3 7 0,1-6 0,2-23 0,-5 25-276,2-22 276,-6 31 0,0 2 0,0-1 0,-2-3 0,2 3 0,-2-3 0,1 1 0,0 4 276,-3-9-276,2 9 0,-2-5 0,-1 1 0,1 5 0,-4-10 0,3 9 0,-5-8 0,4 9 0,-7-10 0,6 10 0,-9-8 0,7 9 0,-10-6 0,9 8 0,-4-3 0,6 5 0,1 0 0,0 0 0,-8 0 0,6 1 0,-24 0 0,21 3 0,-14 0 0,17 2 0,1-1 0,-5 4 0,5-3 0,-9 7 0,10-6 0,-9 6 0,9-6 0,-5 3 0,5-2 0,-4 2 0,3-1 0,-2 1 0,2 1 0,1-2 0,-2 3 0,-1 0 0,3-2 0,-3 2 0,2 0 0,2-1 0,-5 9 0,6-7 0,-3 6 0,3-1 0,1-4 0,-2 5 0,-1 8 0,3-9 0,-3 18 0,4-17 0,1 8 0,1 2 0,1 0 0,-1 2-443,1 1 1,0-2 442,1-5 0,0 1-141,1 11 141,1-8 0,1 21 0,-1-20-576,1 9 576,-1-11 0,0 2 0,1 2 0,1 3-397,-1-4 0,-1 0 397,1-5 584,1 12-584,-1-9 0,2 8-293,-2-11 293,-1-1 0,1 0 542,0 0-542,4 17 0,-3-16 0,1 3 0,0-1 0,-1-5 0,4 17 0,-4-21 879,1 4-879,4 6 0,-4-10 0,8 21 0,-8-22 179,9 19-179,-7-20 505,6 13-505,-2-6 0,-1-3 0,1 1 0,-5-10 0,1 0 0,2 3 0,-2-3 0,10 7 0,-10-8 0,20 15 0,-18-15 0,11 7 0,-13-10 0,-1 0 0,5 1 0,-5-2 0,4 1 0,-1-1 0,-2-1 0,10 0 0,-8-2 0,6 0 0,-3-2 0,-3-1 0,5 0 0,2-4 0,-3 2 0,19-13 0,-15 7 0,18-14 0,2-2 0,-11 6-600,4-3 0,-2 1 600,-14 9-157,0 0 157,0-1 0,13-9 0,-11 7 0,10-7 0,-8 2 0,-4 5 0,1-3 0,0-1 0,1-2 0,9-12 0,-6 6-599,-5 7 599,5-5 0,-1-2 0,-5 7 0,4-5 0,-2-2 0,-4 7 0,2-6 980,-1 0-980,-3 5 0,1-6 0,0-3 0,-3 7 0,0-9 0,0-4 0,-3 8 164,2-9-164,-4 12 0,-1 1 0,2-7 0,-2 2 0,1 0 0,-2 5 0,1-6 0,-4 4 0,-1 1 0,-1 2 341,1 0 0,-1-1-341,-5 2 0,3 8 0,-8-14 0,7 15 0,-5-3 130,5 6-130,-10-6 0,5 7 0,-6-5 0,8 8 0,0 1 0,-10-3 0,7 3 0,-16-2 0,17 7 0,-17 1 0,15 2 0,-6 2 0,5 2 0,3-1 0,-3 2 0,-1 1 0,3-1 0,-14 10 0,13-6 0,-9 6 0,8-2 0,-1 3 0,-9 15 0,10-9 0,-4 15-729,12-18 729,-3 8 0,2 3 0,2-7 0,0 8 0,2 0 0,2-8 0,-1 8 0,2-10 0,0 21 0,1-15-678,0 16 678,1-21 0,0 0 0,2 0-398,-1 1 398,2 0 0,0-1 0,-2 0 0,2 10 0,-1-9 0,0 9 0,0-11 0,-1 0 0,1 1 0,1-2 0,-1 0 0,1-1 446,0 0-446,0-1 0,1 10 0,-1-8 0,1 6 0,0-2 0,0-7 0,2 5 0,-2-7 0,2 0 0,-1-1 0,2 1 0,3 7 0,-1-5 681,1 5-681,3-2 0,-1-1 0,1 1 226,-1-1 0,1 0-226,0-3 0,-2-4 0,2 2 0,0 1 0,-2-5 0,2 4 0,6 3 0,-6-8 0,12 11 0,-13-13 226,3 4-226,7 1 0,-7-6 0,20 7 0,-19-11 0,14 2 0,-17-6 0,2-1 0,-3-3 0,-4 1 0,2-2 0</inkml:trace>
  <inkml:trace contextRef="#ctx0" brushRef="#br0" timeOffset="-110213.73">3996 7298 5734,'-6'-1'0,"1"0"0,2 1 0,0 1 0,4 3 0,2 1 0,5 2 0,2-1 0,20 11 0,-7-6 0,16 9 0,4-2 0,-7-3-146,-12-5 0,3 0 146,8 2 0,5 0 0,-3-1-1442,-4-1 1,1-1 1441,6 3 0,4 1 0,-4-2 0,-11-4 0,1 1-780,7 2 0,5 1 0,-4-1 780,0 1 0,0-1 0,0 0 0,3 2 0,-2-1-110,8 1 1,-4 0 109,-9-2 0,2-1 0,-3 0 0,4 0 0,1 0 0,-5-1 0,3 0 0,-2 0 0,1 0 0,2-1 0,-3 1 0,1-1 0,-4-1 0,14 3 0,-18-3 0,0 0 0,10 3 0,-13-2 0,10 3 0,-22-6 1048,3 0-1048,-10-1 2751,-1-3-2751,-2 1 1870,-8-1-1870,2 0 65,-6 0-65,5 0 0,-2 0 0,0 0 0,-1 0 0,-2-1 0,4 1 0,-7-3 0,3-1 0,2 1 0,-2 0 0,5 1 0,-2 1 0,2-1 0,-2 0 0,-5-3 0,5 1 0,-9-4 0,7 3 0,-2-2 0,-3-3 0,5 4 0,-3-2 0,5 3 0,1 2 0,0-3 0,0 2 0,-3-4 0,0 2 0,-2-2 0,1 2 0,1-1 0,-1 1 0,-2-3 0,-5-4 0,6 3 0,-5-4 0,13 11 0,0-3 0,5 6 0,13 2 0,-3 1 0,23 8 0,-15-3 0,10 5 0,-7 0 0,-7-2 0,8 11 0,-12-8 0,1 6 0,-5-5 0,-4 8 0,-3-4 0,-3 6 0,-4 0 0,-1-7 0,0 4 0,-1-6 0,3-5 0,-1 0 0,4-6 0,0-1 0,0-2 0,1-1 0,-2 0 0,-1-3 0,2-1 0,-3-1 0,3 0 0</inkml:trace>
  <inkml:trace contextRef="#ctx0" brushRef="#br0" timeOffset="-94245.73">1605 14904 5734,'-14'-7'0,"3"2"0,3 3 0,5 1 0,-2 1 0,4 0 0,0 0 0,-1 1 0,2 2 0,0-1 0,0 1 0,1-2 0,1 0 0,0 0 0,1 1 0,1-1 0,3 4 0,-1-1 0,3 3 0,4 2 0,-2-1 0,4 3 0,4-1 0,-4-1 0,5 3 0,3 1 0,-6-3 0,7 5 0,0 1 0,5 3 0,-5-3 0,1 0 0,10 8-238,-13-10 1,-1-1 237,3 2 0,2 1 0,0-1 0,12 9 0,-10-6 0,1 0 0,0 1 0,0-1 0,-7-4 0,0 0 0,17 9 0,-14-9 0,12 6 0,-9-7 0,-8-4 0,5 2 0,14 5 0,-19-8 0,23 11 0,-32-12 475,8 4-475,-12-6 0,1 0 0,-5-2 0,-1-2 0,-1 1 0,-5-5 0,2 2 0,-4-2 0,4 2 0,-5-4 0,3 2 0,-6-5 0,5 4 0,-7-7 0,1 1 0,0-1 0,0 0 0,4 6 0,-2-4 0,2 3 0,-2-3 0,-1-3 0,4 5 0,-6-8 0,7 8 0,-1-4 0,0-1 0,2 3 0,-1-5 0,-1 0 0,2 3 0,-2-4 0,0-1 0,2 6 0,-2-7 0,3 9 0,-1 0 0,-1 0 0,1 3 0,0-2 0,0 1 0,-3-6 0,3 3 0,-2-4 0,-2-3 0,4 9 0,-4-7 0,6 12 0,1 0 0,0 1 0,1-1 0,0 0 0,2 1 0,0 2 0,7 7 0,-3 0 0,13 16 0,-9-9 0,11 20 0,-10-14 0,2 9 0,1 0 0,-1 0 0,-2-4 0,1 1 0,-1 3-532,-2-8 532,0 6 0,-3-4 0,-4-5 0,0 4 0,-11 10 0,2-12 0,-6 13 0,-3-11 0,-5 5 0,-1 1 0,4-8 532,5-4-532,9-13 0,0 1 0,4-6 0</inkml:trace>
  <inkml:trace contextRef="#ctx0" brushRef="#br0" timeOffset="-90006.73">627 13685 5734,'-4'-5'0,"0"-3"0,1 3 0,-1-9 0,2 7 0,0-16 0,2 11 0,0-8 0,0 2 0,2 4 0,-2-6 0,1-1 0,-1 4 0,1-6 0,1-10 0,-2 10 0,0-2 0,0-1 0,-1 4 0,-2-10 0,1 7 0,0 11 0,0-15 0,2 17 0,1-11 0,0 13 0,5-13 0,-2 12 0,18-28 0,-14 26 0,14-17 0,-13 21 0,-1 3 0,4-2 0,4-1 0,-5 2 0,13-4 0,-13 6 0,11-1 0,-6 3 0,0 0 0,1 1 0,-5 0 0,1 0 0,1-1 0,13-1 0,-10 1 0,20-3 0,-22 5 0,15 0 0,-17 2 0,15 4 0,-15-1 0,18 9 0,-17-5 0,19 12 0,-17-9 0,8 7 0,-4 1 0,1 0 0,-1 0 0,1 2 0,-1-1 0,-1 1-466,-5-4 466,4 5 0,0 1 0,-5-4 0,4 4 0,-3 2 0,-3-7 0,1 7 0,2 8 0,-6-10 0,5 13 0,-7-16 0,0 1 0,-1 1-74,1 10 74,-1-8 0,1 7 0,-1-2 0,-1-6 0,2 5 0,-2 0 0,-1-6 0,0 7 0,-3 2 0,0-7 463,-1 8-463,-2 1 0,1-8 77,-1 7-77,0 0 0,0-7 0,-1 7 0,-4 11 0,3-15 0,-2 5 0,-1-1 0,0-3 0,-1 1 0,-4 7 0,3-6 0,-3 1-103,-1 5 0,1-1 103,2-15 0,3-6 0,-7 9 0,6-13 0,-4 3 0,-5-2 0,6-6 0,-14 1 0,7-7 0,0-2 0,2-3 0,5-2 206,1 0-206,-9-12 0,7 5 0,-13-25 0,17 18 0,1-5 0,2-2 0,2 1 0,0-17 0,5 6-324,0 9 324,2-11 0,2-1 0,0 8 0,2-2 0,0-1 0,1-2 0,-2 9 0,1 0 0,5-14-1047,-3 12 1047,3-7 0,-4 13-295,-1 3 295,1 1 0,8-20 0,1 7 0,2-6 281,-3 14-281,-1 6 0,-3 4 1044,6-6-1044,0 2 0,-3 5 341,5-4-341,-1 2 0,-5 5 0,19-10 0,-17 13 0,11-7 0,-14 11 0,-1 0 0,2 1 0,7-4 0,-5 3 0,6-2 0,-1 2 0,-4 2 0,4 1 0,0 3 0,-5 1 0,5 1 0,0 3 0,-4-2 0,4 4 0,0 1 0,-6-2 0,5 4 0,0 1 0,-5-2 0,6 2 0,5 7 0,-10-5 0,15 15 0,-17-13 0,6 4 0,0 4 0,0 1 0,0-2-471,1 2 1,-2-2 470,-8-8 0,0 0-76,-1 1 76,0-1 0,4 9 0,-4-5 0,3 6 0,-2 4 0,-4-6 0,3 8 0,-5 4 0,0-7 214,-2 10-214,-2-11 0,-1 12 0,-2-8 0,1-4 0,-1 0 0,-1 4 0,-1 10 0,2-15 0,0-1 0,-1 7 0,-1 3 0,1-1 0,0-6 0,0-2 0,-1-1 0,0-3 0,-1 5 0,-4 7 0,3-13 0,-8 23 0,7-26 79,-6 11-79,6-17 0,-2 3 0,-3 1 0,4-7 0,-12 11 0,11-15 724,-6 4-724,9-8 0,0-2 0,-3-2 0,1 0 0,-9-13 0,6 4 0,-7-18 0,1-11 0,8 18 0,2-2-262,-1-1 0,0 1 262,-2-16 0,3-3 0,2 11 0,0-10 0,5 1 0,1 11 0,2-1 0,2-1 0,1 1 0,-1 7 0,0 0 0,8-10 0,-3 8 0,2-1 0,1 0 0,1-1-125,-3 7 1,1 0 124,10-14-980,-5 9 980,6-7 0,-8 13 0,0 2 0,3-4-101,-1 3 1,-1 2 100,-1 5 0,3 0 0,-1 4 218,9 1-218,8 3 0,-5 2 982,-1 3-982,-6 5 0,-4 0 0,5 3 0,-6-1 0,14 12 0,-10-6 754,10 10-754,-8-2 0,-5-4 0,3 7 0,5 12 0,-10-11-925,7 15 925,-11-15 0,0 1 0,-2 2 0,0 2 0,-1 1 0,1 11-783,-1-9 1,-2 0 782,0 6 0,-1 1-499,0 1 499,0 2 0,0 0-1110,-2 1 1110,1 0 0,-1 1 0,-1-1 0,1 0 0,0 0 0,-1-1 0,-1-12 0,0 0 0,-1 15 0,0-16 0,0 0 0,-1 0 0,-1-2 0,-1 17 0,1-17 0,-1 1 0,-1 1 0,0-2 0,-2 15 0,1-17 0,-1 3 0,-3 18 0,-2-2 0,0 1 0,2-3 0,-3-1 0,-4 1 609,6-18-609,-4 1 0,-1-3 0,3-7 0,-19 9 0,17-21 0,-7 0 0,-3-15 0,8 1 1084,-9-8-1084,11 0 0,-1-2-44,1-5 44,0-4 0,1-3 0,0-3 0,1-2 218,1-1-218,1-1 0,2 0 0,2 0 0,2 1 0,2 10 0,2 1 0,1-16 0,0 17 0,1-3 0,4-7 0,3-4 0,0 3 0,-3 8 0,1-2 0,3-5 0,1-7 0,1 0 0,-2 8-816,-1 7 0,0 2 816,5-15 0,2 0 0,-4 12 0,-1 3-597,8-14 597,-8 16 0,2 0 0,11-14 0,-5 11 411,5-3-411,1 8 0,2 6 0,-3 9 0,1 2 0,10 3 0,-7 7 0,-1 4 203,1 5-203,9 11 0,-19-8 0,-1 1 0,9 12 0,-10-10 0,0 2 0,3 11 0,0 0 0,-8-11 0,1 1 0,6 16 0,2 8 0,-3-6 0,-6-13 0,-2-1 0,5 11 0,1 5 0,-3-6 0,-5-13 0,-1-1 0,3 8 0,-1-1 0,2 12 570,0-1-570,-3-2 0,-3-11 0,0-1 0,1 14 0,-3-15 0,0 1 0,-3 6 0,0-1 0,-2 9 0,-3 5 0,0 0 0,-1-8 0,0-8 0,1 0 0,-5 14 0,2-10 904,-2 7-904,2-6 0,0-11-238,-1 4 238,1-11 0,-2-5 0,0-1 0</inkml:trace>
  <inkml:trace contextRef="#ctx0" brushRef="#br0" timeOffset="-80220.73">2124 4500 5734,'-8'-5'0,"0"1"0,1-4 0,2 2 0,-4-6 0,1 1 0,1 1 0,-1-1 0,3 6 0,-2-2 0,0 2 0,-1-3 0,-3 1 0,3 2 0,-4-3 0,1 1 0,1 0 0,-2-1 0,0-1 0,3 2 0,-4-1 0,-3-3 0,5 5 0,-8-5 0,10 6 0,-2-1 0,-1 1 0,3 2 0,-4-2 0,1 1 0,1 1 0,-2 0 0,-21-3 0,17 3 0,-17-2 0,12 3 0,8 0 0,-17-1 0,18 2 0,-7 0 0,10 0 0,0 0 0,0 0 0,-11 2 0,10-2 0,-10 2 0,12-1 0,0 0 0,-1 0 0,-5 0 0,4 0 0,-3 0 0,4 0 0,0-1 0,0 0 0,-9 5 0,6-2 0,-13 6 0,16-4 0,-6 3 0,8-4 0,0 1 0,-1-1 0,-9 7 0,7-3 0,-17 12 0,16-9 0,-7 8 0,0 1 0,5-2 0,-14 16-400,18-18 400,0-1 0,-3 7 0,4-6 0,-7 12 0,9-13 0,-4 11 0,8-15 0,-2 3 0,4-7 0,-1-1 0,1-1 400,-1 3-400,1-4 0,0 2 0,1-3 0,0-1 0,-2-4 0,0 0 0,-2-9 0,3 2 0,1-6 0</inkml:trace>
  <inkml:trace contextRef="#ctx0" brushRef="#br0" timeOffset="-79390.73">1067 4212 5734,'1'5'0,"-1"-1"0,2-3 0,-2 0 0,1 0 0,-1 0 0,0 1 0,1 0 0,0 0 0,0 0 0,1 3 0,-1-1 0,1 2 0,1 6 0,-1-4 0,3 10 0,-2-8 0,1 4 0,1 1 0,-1-2 0,1 4 0,0 1 0,-3-3 0,3 4 0,-1 8 0,-2-10 0,3 22 0,-1-15 0,-1 2 0,0-7 0,-2-4 0,0-6 0,0 8 0,-1-11 0,0 4 0,0-7 0,0 4 0,-1-4 0,0 1 0,-2-1 0,1 0 0,0 0 0,0 0 0,1 0 0,-1-1 0,-2-1 0,4 0 0,5-3 0,5-3 0,3 0 0,1-2 0,2 1 0,-2 1 0,17-7 0,-13 5 0,23-9 0,-18 5 0,12-6 0,-17 6 0,-1 2 0,-10 5 0,-2 1 0,-1 1 0,-1 0 0,1 0 0,1 0 0</inkml:trace>
  <inkml:trace contextRef="#ctx0" brushRef="#br0" timeOffset="-75707.73">1528 3557 5734,'-6'-2'0,"-1"-1"0,0 1 0,1 2 0,-5 0 0,-1 1 0,0 2 0,-1 0 0,-18 7 0,17-5 0,-17 6 0,16-2 0,5-4 0,-5 4 0,8-3 0,-10 11 0,7-7 0,-7 9 0,8-5 0,2-3 0,-1 3 0,4-4 0,4 15 0,1-13 0,4 11 0,5-12 0,0-3 0,4 3 0,5-4 0,-4-1 0,6 0 0,2-2 0,-6-1 0,6-1 0,-7-1 0,5-2 0,-6 1 0,12-3 0,-15 2 0,8-2 0,-14 2 0,1-1 0,-3 1 0,-3 0 0,-12 3 0,3-2 0,-12 3 0</inkml:trace>
  <inkml:trace contextRef="#ctx0" brushRef="#br0" timeOffset="-74513.73">1894 3607 5734,'-6'-1'0,"0"-1"0,2 1 0,-1-1 0,0-1 0,1 1 0,0-1 0,-3 0 0,2 1 0,-6-2 0,6 2 0,-10 0 0,9 1 0,-4 1 0,4 1 0,2 0 0,0 0 0,-3 1 0,2 0 0,-2 0 0,-1 3 0,1-1 0,-2 3 0,1 1 0,2-1 0,-2 3 0,1-1 0,2-2 0,-2 3 0,0 4 0,4-5 0,-2 6 0,4-5 0,2 2 0,5 12 0,-2-10 0,5 8 0,1-9 0,-2-3 0,3 3 0,5 2 0,-6-5 0,12 6 0,-12-9 0,11 5 0,-11-7 0,4 2 0,-3-3 0,-5-2 0,4 0 0,-7-2 0,1-1 0,-1 1 0,2-2 0,-2 1 0,1-2 0,1-2 0,-2 3 0,0-3 0,-2 2 0,1 0 0</inkml:trace>
  <inkml:trace contextRef="#ctx0" brushRef="#br0" timeOffset="-73463.73">2106 3597 5734,'-4'4'0,"1"-2"0,2 0 0,0 0 0,0-1 0,1 1 0,0-1 0,0 1 0,0 1 0,0 0 0,-2 5 0,1-2 0,-2 3 0,2 1 0,-1-1 0,1 3 0,-2 2 0,2-3 0,0 4 0,-1-3 0,2-1 0,-1 0 0,2 0 0,4 18 0,-2-14 0,3 12 0,-4-17 0,2 1 0,-1-3 0,0 2 0,1-2 0,-1-3 0,2 2 0,0-3 0,-1-1 0,0-3 0,1-3 0,-1 0 0,3-3 0,2-4 0,-1 2 0,3-4 0,1-3 0,-2 2 0,2-4 0,-1-2 0,-3 4 0,2-6 0,-2 0 0,-3 4 0,1-4 0,-1 2 0,-1 6 0,0-3 0,-2 4 0,-1 3 0,0-1 0,-1 3 0,0 3 0,0 0 0,1 26 0,-1-9 0,2 20 0,0-15 0,4 18 0,-1-12 0,4 13 0,5-7 0,-5-13 0,22 15 0,-18-26 0,18-1 0,-19-13 0,3-5 0,-4 0 0,-1-4 0,1-26 0,-5 13-102,-2 6 0,-2-2 102,-3-14 0,-2 10 0,-1 3 0,0 1 0,-2 1 0,-12-18 0,8 29 0,-8-3 0,4 12 0,0 0 0</inkml:trace>
  <inkml:trace contextRef="#ctx0" brushRef="#br0" timeOffset="-71423.73">2641 3562 5734,'7'-11'0,"16"-10"0,3-1 0,4-1-1639,2-1 1,1 0 1537,3 0 101,0 0 0,-9 7 0,-1 1 0,13-8 0,-15 9 0,1 1-144,15-8 144,-11 7 38,-6 3 1,-1 1-39,-4 1-55,10-6 55,-21 11 1493,1-1-1493,-8 4 1013,-1 0-1013,-4 2 912,-7 4-912,-4 0 0,-1 1 0,0-2 0</inkml:trace>
  <inkml:trace contextRef="#ctx0" brushRef="#br0" timeOffset="-71195.73">3091 3158 5734,'16'19'0,"4"12"0,-12-14 0,3 13 0,-10-3 0,-2-4 0,-2 0 0,-2 1 0,0 1 0,-5 20 0,7-29 0,0 4 0,7-14 0,2-5 0,3-5 0,1-4 0</inkml:trace>
  <inkml:trace contextRef="#ctx0" brushRef="#br0" timeOffset="-70474.73">3713 2851 5734,'-31'13'0,"11"-4"0,-16 11-1315,18-5 1315,-1 3 0,-9 13 0,7-5 0,-5 12 0,14-16 0,2 1 0,-5 13 0,6-13 0,1 2 0,-1 22 0,5-12 0,1 8 0,8-6 0,1-12 0,5 5 111,0-14-111,2-4 0,2-3 0,3-4 0,12-8 0,-7-4 287,9-5-287,0-8 0,-9 4 0,5-7 0,-12 3 0,-2-2 0,2-2-18,-3 2 0,-3 0 18,-4 3 0,-2-18 0,-3 17 236,-1-10-236,-3 23 0,0 1 0,0 4 0,-7 8 0,4 2 717,-6 8-717,3 7 0,2-3 0,-1 26 0,6-22 0,4 1 0,1-1 0,4-6 0,15 10 0,-9-23 0,8-1 0,-4-13 0,-4 0 0,2-22 0,-10 12 0,-4-12 0,-11 7 0,0 7 0,-5-4 0,1 4 0,4 6 0,-2-1 0,-2 6 0,9 4 0,-2 0 0,13 4 0</inkml:trace>
  <inkml:trace contextRef="#ctx0" brushRef="#br0" timeOffset="-70177.73">3939 3215 5734,'2'20'0,"1"7"0,-1-11 0,0 5 0,3-1 0,-2-7 0,2 3 0,3-7 0,-1-4 0,2-1 0,5-10 0,-3-1 0,15-19 0,-13 9 0,2-13 0,-3-2 0,-4 7-249,-1 0 1,-2 1 248,-4 12 0,0 2 0,0 1 0,-1 7 0,-1 14 0,1 0 0,0 29 0,1-20 497,0 14-497,2-12 0,0-7 0,1 7 0,-2-12 0,0 0 0,1-8 0,1-3 0,1-3 0,2-3 0</inkml:trace>
  <inkml:trace contextRef="#ctx0" brushRef="#br0" timeOffset="-69859.73">4221 3241 5734,'1'20'0,"0"-9"0,-1 5 0,0-12 0,0-2 0,0-13 0,0 3 0,1-11 0,0 6 0,1-1 0,0 0 0,5-7 0,-2 5 0,7-7 0,-5 12 0,3-1 0,1 8 0,-3 3 0,3 5 0,2 13 0,-6-3 0,8 19 0,-10-14 0,2 8 0,-2-2 0,-1-7 0,0 14 0,-3-15 0,-1 1 0,-1-12 0,2-7 0</inkml:trace>
  <inkml:trace contextRef="#ctx0" brushRef="#br0" timeOffset="-69627.73">4408 2925 5734,'-3'12'0,"2"23"0,1-9-1306,1 3 1,0 2 1305,1 4 0,0 12 0,0-22 0,-1-1 0,3 12 0,-1-7 0,0 0-467,4 18 467,-2-9 669,1-5-669,-4-23 0,1-3 0,-1-4 310,-8-15 1,2-1-1,-5-11 1</inkml:trace>
  <inkml:trace contextRef="#ctx0" brushRef="#br0" timeOffset="-68912.73">4660 3329 5734,'8'-9'0,"5"-7"0,-5 4 0,3-4 0,-3-2 0,-3 4 0,0-8 0,-6 5 0,-1 0 0,-3 2 0,-2 4 0,0 4 0,-3 2 0,-2 5 0,2 3 0,-7 12 0,0 18 0,2 6-978,5 3 978,8-10-524,7-3 524,1-8 0,3 2 0,4-8 0,-2-7 0,18-6 0,-13-6 0,16-13 0,-17 3-210,4-6 210,-8 4 0,4-7 0,-6 5 900,3-4-900,-5 5 0,-2 6 565,0-3-565,-2 8 0,-1 3 0,0 4 247,1 4-247,0 3 0,1 5 0,0 2 0,2 2 0,-1 2 0,1-1 0,-1 1 0,0-2 0,0-1 0,-1-2 0,0-3 0,-1-2 0,-2-2 0,0-3 0,-2-3 0,-2-4 0,-6-24 0,-2-6 0,4 8-443,-3-9 1,1 0 442,8 17 0,1 1 0,3 2 0,2 1 0,8-2 0,-1 5 0,6-1 0,4 5 0,10 1 0,-6 1 0,3 1 0,-16 2 885,-2 1-885,-7 1 0,-3 0 0,-8-1 0,-2 0 0</inkml:trace>
  <inkml:trace contextRef="#ctx0" brushRef="#br0" timeOffset="-68654.73">4111 3078 5734,'5'5'0,"1"1"0,3 0 0,11 3 0,-2-3 0,8 2 0,8-1 0,-6-4 0,10 2 0,-2-4 0,-9-3 0,7-1 0,-11-4 0</inkml:trace>
  <inkml:trace contextRef="#ctx0" brushRef="#br0" timeOffset="-68075.73">5691 3036 5734,'-30'-16'0,"3"4"0,11 11 0,-21 8 0,12 0 0,-7 9 0,1 2 0,2 5-358,7-5 1,1 3 357,-4 14 0,9-7 0,6 1 0,2 0 0,4 1 0,3 16 0,13-14 0,-2-10 232,7 6-232,14-3 0,-9-11 0,0-4 0,1-3 0,1-5 119,8-4-119,2-9 0,-13 1 0,11-13 0,-21 9 0,3-6 0</inkml:trace>
  <inkml:trace contextRef="#ctx0" brushRef="#br0" timeOffset="-67609.73">5797 2967 5734,'-4'4'0,"-2"16"0,3-3 0,-5 27 0,5-16 0,-2 11 0,3-11 0,1-1 0,0 9-913,1-3 0,1 0 913,1-3 0,2 7 321,2-6-321,-1-10 0,3 2 0,20-8 0,-14-11 0,18-4 0,-20-11 0,6-11 0,-5 4 0,8-15 0,-10 12 0,1-4 0,0-5 0,-7 18 0,2-7 0,-7 20 1386,-2 16-1386,1-3 119,-1 11-119,3-1 0,0-5 0,4 16 0,-2-20 0,3 6 0,1-14 0,0-5 0,2-3 0,0-4 0,-1-5 0,-1-2 0,1-18 0,-5 9 0,-9-15 0,-2 0 0,1 12 0,-3-2 0,0 2 0,4 17 0,2 3 0,0 4 0,5 2 0,0 2 0</inkml:trace>
  <inkml:trace contextRef="#ctx0" brushRef="#br0" timeOffset="-67340.73">6359 3196 5734,'-10'0'0,"-14"5"0,7 1 0,-11 12 0,0 2 0,7 1-799,0-1 0,2 1 799,11-2 0,1 0 223,4 6-223,3-6 0,3 4 0,5-4 0,0-6 0,24 3 0,-12-13-133,17-4 133,-15-8 0,0-3 0,0-4 0,0-1 0,6-7 0,-7 4 0,0 1 0</inkml:trace>
  <inkml:trace contextRef="#ctx0" brushRef="#br0" timeOffset="-66924.73">6529 2921 5734,'-9'-10'0,"2"2"0,2 2 0,-1 8 0,-1 15 0,2 2-661,0 14 661,3-9 0,1 2 0,-1 16 0,0-8 0,2 3 0,0 0 0,1 2 80,0-10 1,0 0-81,4 19 0,-2-20 0,3 16-211,-3-30 211,0 1 0,0-8 0,0-4 489,10-7-489,-4-3 0,19-21 0,-14 11 0,9-13 0,-7 8 0,-4 5 222,2-3-222,-4 5 0,-3 5 0,1-6 0,-6 11 0,-1-2 0,-7 10 0,2 2 0,-4 5 0,-2 9 0,1 8 0,0 20 0,6-14 0,8 11-468,3-27 468,4 3 0,16-8 0,-8-8 0,14-2 0,-14-9 0,1-2 0</inkml:trace>
  <inkml:trace contextRef="#ctx0" brushRef="#br0" timeOffset="-66285.73">7047 2975 5734,'-5'-7'0,"2"3"0,-1-2 0,2 5 0,1 2 0,-2 19 0,2-4 0,1 10 0,-1 3 0,3 0 0,2 6 0,0 0 0,4-5 0,0-3 0,1-1-404,2-5 404,4 2 0,-3-11 0,1-3 0,0-3 0,0-2 0,6-6 0,-4-2 0,4-5 0,-1-15 0,-2-4 0,-1 3-458,1-5 0,-2 1 458,-9 11 350,-1-3-350,-1 7 0,-2 0 0,-3 13 0,-1 21 0,1 9 0,-2 2-567,1 3 0,1 0 567,2-3 0,2 0 0,5 9 0,0-12 0,3-5 0,2-2 0,2-5 13,11 3-13,-1-23 0,-5-4 0,0-9 0,-1-5 0,-2-5 0,-1-10 0,-3-1 0,-6 0 0,-3-6 0,-2-1-1133,-4 7 1133,1 8 0,-1 1 0,-1-7 977,0 6-977,-1-6 0,0 19 822,-6 13-822,3 13 0,-5 10 0,4-3 0</inkml:trace>
  <inkml:trace contextRef="#ctx0" brushRef="#br0" timeOffset="-65943.73">7592 3204 5734,'-2'6'0,"0"-1"0,1 0 0,-1 6 0,2 0 0,-2 5 0,1 8 0,1-5 0,0 9 0,2 17 0,-1-20-385,2 17 385,0-28 0,0 4 0,-2-9 0,1 4 0,-2-10 0,0-2 0,0-8 385,-2 2-385,0-7 0,-6-2 0,2 1 0,-4-6 0,3 1 0,1-1 0</inkml:trace>
  <inkml:trace contextRef="#ctx0" brushRef="#br0" timeOffset="-65804.73">7549 3037 5734,'2'-6'0,"0"-1"0,3-3 0,-1 1 0,2-1 0,0 3 0,-2 4 0,2 2 0,-2 4 0,2 2 0,0 0 0</inkml:trace>
  <inkml:trace contextRef="#ctx0" brushRef="#br0" timeOffset="-65155.73">7801 3176 5734,'-7'4'0,"-14"10"0,11-6 0,-10 7 0,13-7 0,-3 9 0,4-5 0,0 9 0,5-1 0,2-5 0,2 5 0,10 6 0,-3-10 0,14 14 0,-10-17 0,3 2 0,-5-5 0,-1-2 0,-1-1 0,-2 0 0,-3 1 0,-2-2 0,-3 0 0,-4-1 0,-2-2 0,-4 0 0,-4 0 0,3-1 0,-3 0 0,-3 2 0,10-2 0,-6 0 0,12-2 0,0 0 0,4 0 0,5 0 0,2-1 0,3-1 0,28-8 0,-20 3-583,24-7 583,-28 6 0,13-11 0,-11 6 0,1-4 0,-1-2 0,-5 1 0,6-14 0,-13 6 0,-3 7 0,-2-5 0,-6 7 0,-2 6 0,-5-1 0,0 9 0,-2 4 583,-2 3-583,0 4 0,-6 10 0,7-2 0,-2 9 0,9 4 0,8-4 0,2 1 0,0 11 0,8-5 0,3-4 0,0-10 0,11 8 0,-8-15 0,-5-6 0,2-1 0</inkml:trace>
  <inkml:trace contextRef="#ctx0" brushRef="#br0" timeOffset="-63721.73">965 13015 5734,'-4'-6'0,"1"0"0,0 0 0,-2 0 0,3 2 0,-3-2 0,1 1 0,2 1 0,-1-2 0,2 4 0,1-4 0,1 4 0,-2-5 0,0 4 0,-1-2 0,1-3 0,0 4 0,0-4 0,1 6 0,1 1 0,1-1 0,5 0 0,0 0 0,14-1 0,1 3 0,1 0 0,-1 3 0,-12 0 0,5 7 0,-4-1 0,2 5 0,-6-1 0,-1 2 0,0 1 0,-3 1 0,-2 10 0,-2-6 0,-2 7 0,-6 1 0,0-7 0,-3 7 0,-9 4 0,8-13 0,-13 18 0,18-27 0,-4 6 0</inkml:trace>
  <inkml:trace contextRef="#ctx0" brushRef="#br0" timeOffset="-63193.73">1664 13309 5734,'10'9'0,"9"7"0,-7-7 0,7 7 0,0 1 0,-5-3 0,11 18 0,-14-13 0,4 10 0,-21-1 0,-4 0 0,0-2-174,-3 3 1,-1-3 0,-1-11 0,2-2 0</inkml:trace>
  <inkml:trace contextRef="#ctx0" brushRef="#br0" timeOffset="-60271.73">633 12391 5734,'-2'-7'0,"1"0"0,1-4 0,0 4 0,0-15 0,1 11 0,1-19 0,0 15 0,3-14 0,3-2 0,0 1 0,0 1 0,-2 11 0,-2 8 0,0 1 0,2-5 0,0 3 0,2-3 0,5-3 0,-4 6 0,8-9 0,-9 11 0,2-2 0,-2 3 0,3-2 0,-3 3 0,3-3 0,-3 3 0,4-4 0,-3 3 0,12-9 0,-11 9 0,15-10 0,-14 12 0,6-4 0,-2 5 0,-4-1 0,4 0 0,9-2 0,-8 3 0,25-4 0,-23 5 0,17-2 0,-19 4 0,6-1 0,0 3 0,8 1 0,10 3 0,-7 0 0,-2 2 0,-5 0 0,-6-1-258,6 1 258,-8-1 0,16 6 0,-11-4 0,10 5 0,-7-3 0,-6-2 0,16 5 0,-15-4-380,8 1 380,-9-1 0,17 8 0,-14-5 0,2 3 0,0 0 0,-4-1 0,9 10 0,-8-3 0,-6-3-52,4 4 52,-7-8 0,0 0 0,-1-2 0,-1 2 0,3 1 0,-4-3 378,2 1-378,-2-2 0,-3-2 0,2 1 312,-5-2-312,1-2 0,-2 1 0,0-1 0,-1 0 0,0-1 0,0 1 0,-1-2 0,1 0 0,-1-1 0,0 0 0,0 0 0,0-1 0,-2-5 0,1 0 0,-1-3 0,0 1 0,-1 1 0,1 0 0,-1-1 0,0 1 0,1 0 0,0 0 0,-1-1 0,1 0 0,-1-1 0,-1-1 0,1-1 0,-1 0 0,0-2 0,0 1 0,0-2 0,-1 1 0,-1-5 0,1 4 0,0-4 0,1 1 0,-4-5 0,2 3 0,-2-2 0,0 5 0,2 2 0,-2-3 0,-4-6 0,4 8 0,-8-12 0,8 15 0,-3-5 0,1 3 0,2 2 0,1 1 0,3 5 0,1 1 0,-1-1 0,1 2 0,-1-1 0,1 3 0,1 0 0,0 2 0,2 0 0,-1 0 0,2 0 0,-1 1 0,1 1 0,1 2 0,9 16 0,-6-9 0,8 13 0,-4-6 0,4 14 0,2 12 0,-4-8 0,-3 6 0,-6-25 0,0 19 0,-3-20 0,0 8 0,-2-10 0,-1-6 0,0 4 0,-3 2 0,2-5 0,-5 8 0,5-10 0,-1 1 0,2-3 0,-1 1 0,2-3 0,-2 1 0,-3 3 0,3-5 0,-4 5 0,6-7 0,-3 1 0,3-3 0,0 0 0,0-1 0,1 0 0,-2 0 0,-1-1 0,-1 0 0,-4 0 0,3 0 0,-3 0 0,-1-1 0,3 1 0,-2-1 0,6 2 0,1 0 0,-2-2 0,1 1 0,0-1 0,-1 0 0,2 1 0,-2-2 0,-2-3 0,2 2 0,-2-2 0,3-1 0,0 4 0,-1-3 0,-1 0 0,2 2 0,-3-6 0,3 6 0,0-2 0,0 2 0,1 0 0,-1 2 0,1 0 0,-1 0 0,1 1 0,0-1 0,1 0 0,0 2 0,0-2 0,0 2 0,1 0 0,2 1 0,0 0 0,1 1 0,4 4 0,1-1 0,4 2 0,6-1 0,-5-2 0,6 1 0,9 0 0,-10-2 0,19 3 0,-23-4 0,10 2 0,-16-3 0,2 1 0,-7-1 0,-2 1 0,0-1 0,-5-1 0,-1 0 0,-4-1 0,0 0 0,-2 0 0,-3-1 0,-12 0 0,4 2-385,-8-1 385,8 0 0,0 1 0,1 0 0,0 0 0,1-1 0,-5 0 0,7 1 0,-3 0 0,0-2 0,11 0 0,2 1 0,11 1 0,10 2 385,0 0-385,4 0 0,2 1 0,12 0 0,-6 0 0,3 2 0,-1 0 0,1 0 0,2 3 0,-1 0 0,-5-1 0,8 5 0,-8-1 0,-10-4 0,5 3 0,-14-6 0,0 0 0,-4-1 0,-3-1 0,-1 0 0,-3-1 0,-3-1 0,-9-1 0,4-1 0,-7-1 0,4 0 0,0-1 0,-2-1 0,0-1 0,-3-4 0,-1 0 0,2 1 0,-19-10 0,28 12 0,5 4 0,33-1 0,-6 5-123,4 0 1,2 1 122,20 0 0,-8 0 0,1 0 0,0-1 0,-1 0 0,-4 0 0,-2 0 0,2 0 0,-7 1 0,-6 0 0,-16-1 0,-4 0 0,-7-2 0,-2 0 0,-5 0 0,2-1 245,-1 0-245,-3-2 0,5 2 0,-3-1 0,-3 4 0,5-1 0,-7 2 0</inkml:trace>
  <inkml:trace contextRef="#ctx0" brushRef="#br0" timeOffset="-58207.73">951 10883 5734,'-5'0'0,"0"1"0,-9 2 0,3 0 0,-22 9 0,15-4 0,-9 6 0,0 1 0,4-2-819,-17 12 819,25-14 0,1 0 198,1 2-198,-7 14 0,8-8 0,-5 12 0,11-6 0,2-6 0,3 6 0,5-5 0,1-4 0,5 2 0,5-3 0,-2-6 0,5 1 0,2-5 0,-3-3 0,5-1 0,9-6 0,-11 0 621,16-5-621,-14 2 0,-6 2 0,-3 0 0,-10 4 0,0 1 0</inkml:trace>
  <inkml:trace contextRef="#ctx0" brushRef="#br0" timeOffset="-57551.73">1110 10970 5734,'2'4'0,"-1"11"0,-1-3 0,0 11 0,0-5 0,0 3 0,1 2 0,3 17 0,-1-15 0,1 0 0,1-1 0,0-7 0,2 6 0,0-14 0,-2-5 0,24-34 0,-17 12-445,2-4 0,0-1 445,-6-1 0,2-11 0,-3 8 0,3-17 0,-6 25 0,0 9 0,-4 17 0,1 15 0,0-3 0,7 21 0,-2-15 0,9 19-512,-5-27 512,5 2-65,2-9 65,-3-6 835,5-3-835,0-11 0,-4-1 0,3-8 0,-5-7 557,-7 5-557,-5-25 0,-4 23 75,-5-12-75,-1 14 0,3 7 0,-2-2 0,-1 7 0,2 3 0,0 0 0,4 3 0</inkml:trace>
  <inkml:trace contextRef="#ctx0" brushRef="#br0" timeOffset="-57127.73">1961 11189 5734,'33'-8'0,"-1"1"0,-9 3 0,15-3 0,-8 2 0,9-1 0,7 2 0,-19 2 0,0 1 0,-2 0 0,-8 1 0,11 0 0,-21-1 0,1 0 0,-9-1 0,-3 1 0,-11 1 0,2 0 0,-6 1 0,3 0 0,-1-1 0</inkml:trace>
  <inkml:trace contextRef="#ctx0" brushRef="#br0" timeOffset="-56922.73">2178 11056 5734,'38'-6'0,"-14"2"0,23 2-1046,-27 5 1046,4 2 0,-7 16 0,-10-4 0,-5 9 0,-3 1 0,-5 2 0,-4 4 0,0-1 0,1-6 0,-7 20 0,10-32 336,-1 5-336,5-15 0,0-2 0,1-6 0</inkml:trace>
  <inkml:trace contextRef="#ctx0" brushRef="#br0" timeOffset="-56493.73">2779 10875 5734,'-16'6'0,"0"1"0,5-1 0,-8 8 0,4-2 0,-2 6 0,0 1 0,0 5 0,0 15 0,4 3 0,7-9-617,1-1 1,4-1 616,9-12 150,17 8-150,-7-11 0,7-5 0,2-3 0,-2-7 0,5-5 0,0-3 0,-5-5 0,12-9 0,-19 6 0</inkml:trace>
  <inkml:trace contextRef="#ctx0" brushRef="#br0" timeOffset="-55989.73">2897 10747 5734,'-4'3'0,"1"1"0,2 2 0,1 19 0,0-5 0,1 8 0,1 3 0,0 0-131,0-6 0,0 1 131,4 15-983,-2-10 983,3 8 0,1-5 0,-2-10 0,3 5 0,0-8 0,-3-8 0,3 2 0,-1-9 236,1-3-236,1-2 1009,3-9-1009,-3 0 0,2-6 0,-2-5 0,-3 4 0,1-6 0,-3-14 0,-3 19 0,1-14 0,-3 24 0,0 2 0,0 2 0,3 12 0,-2 0 0,3 9 0,5 14 0,-4-15 0,6 13 0,-6-22 0,0-1 0,2-2 0,-1-4 0,2-2 0,1-10 0,-4-1 0,1-6 0,-6 1 0,-1-3 0,-2-1-306,-3-1 306,-1-1 0,-5-8 0,2 8 0,-2-4 0,3 8 0,3 6 0,-1-2 0,4 8 0,2 4 76,2 1 1,1 4-1,2 0 1</inkml:trace>
  <inkml:trace contextRef="#ctx0" brushRef="#br0" timeOffset="-55726.73">3324 10985 5734,'-11'3'0,"1"1"0,-3 4 0,3 0 0,-4 3 0,3 5 0,3-4 0,0 6 0,3 1 0,3-4 0,1 4 0,4-1 0,0-5 0,2 4 0,5-4 0,-2-5 0,5 2 0,-2-6 0,0-2 0,2-2 0,0-1 0,10-9 0,0-2 0,0-2-462,1-1 1,-1-2 461,-7-1 0,0-3 0,0-1 0,-2-2 0</inkml:trace>
  <inkml:trace contextRef="#ctx0" brushRef="#br0" timeOffset="-55359.73">3499 10610 5734,'-9'-1'0,"-6"3"0,5 2 0,-10 18 0,11-5 0,-4 14 0,8-4 0,2 0 0,-1 10-1037,1 3 0,1 1 1037,1 2 0,0-16 0,2 3 0,2 16 0,1-1 0,0-2 0,1-1 0,0-5 0,0-21 0,3 3 0,-1-9 0,13-6 0,-9-11 0,8-11 0,0-3 0,-1-1 606,-2 1 0,0 0-606,-3 2 0,-1 2 0,4-8 0,-8 12 0,3-4 0,-10 17 0,-7 17 0,1 0 0,-1 8 0,2 1 0,0 2 0,5 3 0,1-1 0,3-5 0,16 17 0,-8-31 215,9 0 1,-9-16-1,-2-3 1</inkml:trace>
  <inkml:trace contextRef="#ctx0" brushRef="#br0" timeOffset="-54573.73">3782 10922 5734,'-5'-2'0,"2"1"0,1 2 0,-1 4 0,2 0 0,-2 4 0,2 6 0,1-2 0,4 23 0,-1-15 0,3 12 0,4 5 0,-4-18 0,4 13 0,-5-25 0,0-1 0,2-3 0,-1-3 0,1-2 0,4-8 0,-2-1 0,3-5 0,7-22 0,-10 15-475,9-18 475,-14 24 0,1 2 0,-1-2 0,-1 6 0,0 0 0,0 10 0,0 2 0,3 13 0,-2-1 0,2 7 0,3 4 0,-2-7 475,4 5-475,3-3 0,-4-9 0,11 1 0,-10-13 0,4-3 0,3-35 0,-10 19-531,7-25 531,-13 28 0,1-19 0,-2 20 0,1-13 0,-1 24 0,0 3 0,2 2 0,1 2 0,2 1 0,2-1 0</inkml:trace>
  <inkml:trace contextRef="#ctx0" brushRef="#br0" timeOffset="-54405.73">4198 10951 5734,'2'8'0,"0"0"0,0 11 0,0-6 0,-1 11 0,1 0 0,-1-5 0,3 21 0,-2-20 0,0 9 0,0-1 0,-2-11 0,-1 17 0,-4-32 0,1-2 0,-1-4 0,0-2 0</inkml:trace>
  <inkml:trace contextRef="#ctx0" brushRef="#br0" timeOffset="-54254.73">4205 10716 5734,'-1'-5'0,"1"1"0,4 2 0,0 2 0,3 1 0</inkml:trace>
  <inkml:trace contextRef="#ctx0" brushRef="#br0" timeOffset="-53695.73">4495 10887 5734,'-12'4'0,"1"1"0,-2 3 0,-8 11 0,8-5 0,-11 21 0,15-18 0,-3 15 0,9-17 0,3 4 0,20 14 0,-9-17 0,13 15 0,-17-24 0,2 2 0,-3-4 0,2 3 0,-4-6 0,-1 2 0,-4-2 0,1-1 0,-2 1 0,5 0 0,-1 0 0,3 0 0,3-1 0,-1 0 0,6-2 0,-3-1 0,2-3 0,2 0 0,0-2 0,-1-1 0,1 0 0,18-19 0,-14 11 0,2-5 0,-2-2 0,-7 5 0,4-17 0,-18 11 0,-1 5 0,-7 2 0,0 14 0,-2 2 0,-2 4 0,-4 13 0,0 5 0,3 2 0,-1 1 0,4 3 0,14-2 0,5-1 0,2 7-485,0-6 0,2-2 485,5-2 0,1-2-303,2-3 303,0-5-99,4-4 99,-5-7 0,-1-5 0,-6-8 0,-1-2 0</inkml:trace>
  <inkml:trace contextRef="#ctx0" brushRef="#br0" timeOffset="-53508.73">4321 10487 5734,'-13'-5'0,"4"2"0,0-2 0,4 3 0,0-2 0</inkml:trace>
  <inkml:trace contextRef="#ctx0" brushRef="#br0" timeOffset="-50576.73">5154 17646 5734,'31'1'0,"0"-1"0,-2-1 0,2 0 0,5-1 0,0 1 0,5-1 0,3 0 0,1-1 0,0 1 0,-4 0-656,0 0 1,-3-1-1,0 1 1,1-1 0,2 1 257,3-1 1,4 0 0,0 0 0,1 0 0,-3 0-1,-2 0 379,4 0 1,-3 1 0,0-1 0,3 1 18,-8-1 0,2 1 0,2 0 0,0-1 0,1 1 0,-2 0 0,-1-1 0,7 1 0,-2-1 0,0 1 0,0-1 0,3 0 0,-7 1 0,2-1 0,1 1 0,1-1 0,0 1 0,-1-1 0,1 1 0,-1-1 0,1 1 0,0-1 0,0 1 0,-1-1 0,-1 1 0,-1-1 0,5 1 0,-3-1 0,-1 1 0,3-1 0,4 1 0,-12 0 0,4 0 0,2 0 0,2 0 0,0 0 0,1 0 0,-2 1 0,-1-1 0,-4 1 0,-3-1 0,7 1 0,-5 0 0,-2 0 0,0 0 0,4 0 0,-3 0 0,4 1 0,2-1 0,0 0 0,-2 0 0,-4 1 0,-4 0 0,7 0 0,-6 1 0,-1 0 0,-3 0 0,-1 0 0,-1 0 0,10 1 0,-2 0 0,0 0 0,-2 1 0,7 2 0,-7 1 0,-33-3 0,-12 1 0,-7-2 0</inkml:trace>
  <inkml:trace contextRef="#ctx0" brushRef="#br0" timeOffset="-50037.73">6772 16221 5734,'-2'-3'0,"-1"19"0,3 9-1611,0 0 1,1 1 1610,1 2 0,0 2-831,0 4 1,1 2 830,0 4 0,0 1-426,0 5 0,1 1 426,-2-13 0,0 0 0,1 4 0,-1 5 0,0 5 0,0 1 0,0-2 0,-1-8 0,0 0 0,0-1 0,0 3 0,0 2 0,-1 2 0,1 1 0,0 0 0,-1-3 0,0 0 0,0-2 0,-1 1 0,1 4 0,-1-4 0,1 5 0,-1 1 0,0 2 0,1 0 0,-1-3 0,0-3 0,1 0 0,-1-4 0,0-1 0,1 1 0,-1 3 0,0-2 0,1 4 0,-1 1 0,0 1 0,1-2 0,-1-1 0,0-4 0,0 9 0,0-3 0,0-3 0,0-2 0,0 0 0,1-3 0,-3 3 0,-1 2 0,-2 3 0,0-1 0,-1-7 0,-1-4 0,-2-3 0,-5 11 0,-1 1 0</inkml:trace>
  <inkml:trace contextRef="#ctx0" brushRef="#br0" timeOffset="-44836.73">7969 17410 5734,'4'-3'0,"0"0"0,-3 1 0,1-1 0,-2 0 0,0-3 0,-2 3 0,0-3 0,-1 1 0,1 0 0,-2-1 0,1-2 0,1 2 0,0-6 0,1 4 0,-1-1 0,1 1 0,-1 2 0,0-1 0,0 0 0,0 0 0,-2-4 0,1 0 0,-2-1 0,-2-8 0,2 9 0,-4-16 0,3 11 0,-3-7 0,1 8 0,2 3 0,-1-1 0,2 4 0,-2-4 0,-5-4 0,4 6 0,-6-6 0,4 4 0,2 3 0,-2-3 0,-1-1 0,2 3 0,-3-3 0,2 4 0,1 0 0,-3 0 0,0 0 0,-1-1 0,-1 0 0,0 0 0,-1-1 0,-2-1 0,1 0 0,-10-6 0,-2-1 0,1 0-130,0 1 1,-1 0 129,0 0-640,6 6 640,-4-5 0,1 3 0,8 3 0,-5-2 0,-3-2 0,11 6 0,-15-8 0,19 12 0,-8-3 0,12 6 242,0 0-242,3 3 657,2-1-657,0 1 0,-1 0 0,2-1 0,-2 3 0,4-6 0,-1 5 0,2-5 0,-2 3 0,0 0 0,-1-1 0,0 1 0,2-1 0,-1 0 0,1-1 0,4-2 0,-3 2 0,2-2 0,0 0 0,-4 2 0,2-1 0,-3 3 0,0 0 0,-2 0 0,1 0 0,-2 1 0,2-1 0,-1 1 0,1-1 0,0 0 0,0 1 0,-1-2 0,5 2 0,-2-1 0,14 4 0,-7-2 0,10 2 0,-6-2 0,7 2 0,-4-1 0,6 1 0,-6-1 0,0-1 0,1 0 0,27 0 0,-22-1 0,19 1 0,-24-1 0,-6 0 0,4 1 0,-10 0 0,1 1 0,-3-2 0,0 1 0,-8-5 0,3 4 0,-5-5 0,-5 2 0,6 2 0,-7-2 0,6 2 0,2 0 0,-3 0 0,1 1 0,1 1 0,-3 0 0,-1 0 0,2 1 0,-4-1 0,-6 1 0,8 0 0,-15 0 0,16-1 0,-9 0 0,10-2 0,-2 0 0,2-1 0,2 2 0,-2-2 0,-2 0 0,5 0 0,-3 0 0,6 1 0,1 1 0,0 0 0,1 0 0,0 0 0,16 28 0,-7-13 0,7 13 0,1 0 0,-2-5 0,8 13 0,-4-10 0,1 1 0,6 11 0,-8-14 0,-2 0 0,-8-11 0,-2-4 0,-1 2 0,-5-4 0,0-3 0,0-2 0,0-4 0</inkml:trace>
  <inkml:trace contextRef="#ctx0" brushRef="#br0" timeOffset="-42591.73">7994 17514 5734,'2'7'0,"1"2"0,-3-4 0,3 9 0,-2-5 0,2 12 0,-2-8 0,2 11 0,-1-1 0,0 1 0,-1 1 0,1-8 0,-1 0 0,0 9 0,-1-7 0,-1 6 0,-2 1 0,-7 14 0,1-13 0,0 1 0,1-4 0,-1-1 0,-1 1 0,-1-1 0,-10 17-1337,4-9 1337,-7 11 0,0-2 0,5-10 0,4-6 0,0 0 0,-3 2 0,-3 7-261,2-4 261,5-7-50,-6 11 50,10-16 0,-2 3 0,1-2 0,6-10 0,-3 6 0,6-12 1290,1 1-1290,-1-2 298,2 0-298,-2 0 60,1 1-60,-1 0 0,0-1 0,0 0 0,0 0 0,1-1 0,-1-1 0,3-1 0,-2 1 0,1-2 0,-2 2 0,1-1 0,-1 0 0,0 0 0,0 1 0,1 1 0,0-3 0,1 0 0,-3-6 0,3 1 0,-2-2 0,2 0 0,-2 1 0,1-2 0,0-1 0,-1-1 0,2 1 0,-1-3 0,1 0 0,0-2 0,0-1 0,0-1 0,2-28 0,-2 25 0,2-20 0,-1 32 0,-1 1 0,1 4 0,-1 3 0,0 8 0,1-2 0,3 12 0,-3-9 0,2 5 0,-2-2 0,0-2 0,0 18 0,-1-12 0,0 15 0,0-17 0,0 4 0,0 0 0,0-4 0,-1 9 0,0-9 0,0 4 0,-1-1 0,1-5 0,-2 8 0,2-5 0,-1 0 0,2-6 0,0-3 0,0-3 0,0 0 0,11-5 0,-3 0 0,13-7 0,2-1 0,-2-1 0,3-1 0,1 1 0,-5 2 0,18-9 0,-20 11 0,11-6 0,-19 10 0,-1-1 0,-5 3 0,-5 2 0,-5-1 0,-7 3 0,-2-1 0,-4 0 0</inkml:trace>
  <inkml:trace contextRef="#ctx0" brushRef="#br0" timeOffset="-41056.73">6789 17515 5734,'-3'-3'0,"0"2"0,2 1 0,5 4 0,-1 1 0,19 36 0,-10-20 0,0 2 0,1 1 0,8 8-315,-3-6 315,0-3 0,0-1-1050,4 6 1050,9 8 0,1-2 0,-7-7 0,8 7 0,-12-10 0,-2-1 0,-2 0 0,6 6 0,-7-8 0,3 4 0,-4-5 0,-6-7 281,9 11-281,-12-14 1084,5 5-1084,-9-12 0,0 0 0,0 0 0,-2-2 0,-6-7 0,1-1 0,-5-9 0,3 3 0</inkml:trace>
  <inkml:trace contextRef="#ctx0" brushRef="#br0" timeOffset="-40403.73">7112 17529 5734,'6'2'0,"0"2"0,-1 0 0,2 8 0,-2-1 0,2 15 0,-6-7 0,-4 29 0,-2-22 0,-1 0 0,-1 0 0,0-2 0,-5 7 0,0-3 0,2-8 0,-8 15 0,9-19 0,-4 6 0,9-15 0,0 0 0,6-8 0,4-2 0,3-6 0</inkml:trace>
  <inkml:trace contextRef="#ctx0" brushRef="#br0" timeOffset="-39628.73">7358 17666 5734,'-3'1'0,"-1"0"0,5 0 0,-1-1 0</inkml:trace>
  <inkml:trace contextRef="#ctx0" brushRef="#br0" timeOffset="-38292.73">6759 17322 5734,'18'-31'0,"-1"0"0,0 1 0,0 2 0,8-8-3104,2-1 3104,-12 18 0,0 0 0,1-1 0,0-1 0,0 2 0,1-3 0,4-3 0,2-4 0,-1 2 0,-1 1 0,0-1 0,1 0 0,1-1 0,-1 0 0,6-6 0,-2 1 0,-6 7 0,1-1-749,7-8 0,-1 1 749,-8 9 0,0-1 0,3-4 0,3-3 0,-3 3 0,0 1 0,-1 1 0,1-1 0,0-2 0,-2 4 0,8-10-206,-7 8 1,0 1 205,3-5-34,-6 9 1,-2 1 33,0 1 0,-6 7 0,1-1 1021,-4 5-1021,-4 5 1891,1 3-1891,-3 5 2036,-1 4-2036,-3 0 132,0 0-132,-2 2 0,-3 3 0,2-3 0,-3 4 0</inkml:trace>
  <inkml:trace contextRef="#ctx0" brushRef="#br0" timeOffset="-37635.73">6974 16941 5734,'11'3'0,"0"1"0,5 5 0,-3-1 0,6 4 0,9 11 0,-9-6 0,9 15 0,0 3 0,-7-4-451,0 0 1,-2 0 450,-9-4 0,2 12 0,-4-10 0,1 7 0,-4-15 184,-1-2-184,-1-4 0,-1-1 0,-5 5 0,-2-11 0,-4 2 0,2-14 0</inkml:trace>
  <inkml:trace contextRef="#ctx0" brushRef="#br0" timeOffset="-36624.73">8147 16270 5734,'-2'10'0,"0"1"0,1 3 0,1 2 0,3 8 0,1 2 0,0 1-490,0-1 0,1 0 490,-2-7-201,3 13 201,-2-13-225,3 16 225,-5-23 0,-3 6 0,-2-15 0,-3 0 0,1-8 0</inkml:trace>
  <inkml:trace contextRef="#ctx0" brushRef="#br0" timeOffset="-36448.73">8015 16468 5734,'15'-13'0,"2"0"0,4 0 0,1 0 0,10-5 0,-5 4 0,5-3 0,-4 3 0,14-7 0,3 1 0,-1 2 0,-16 9 0,13-4 0</inkml:trace>
  <inkml:trace contextRef="#ctx0" brushRef="#br0" timeOffset="-35445.73">8364 17996 5734,'3'-3'0,"6"-1"0,4 2 0,12-3 0,-8 1 0,8 0 0,19 3 0,-20 1-515,18 2 515,-28 1 126,-3 1-126,-2 0 0,-2 1 0,-2 5 0,-4-4 0,-7 6 389,-4-8-389,-23 7 0,11-6 0,-25 7 0,23-6 0,-7 2 0,4-2 0,8-2 0,0 1 0,9-3 0,4 0 0,1-2 0,5-2 0,3-2 0,7-2 0,2-1 0,2 1 0,12-5 0,-3 4 0,7-3 0,-8 5 0,-2 2 0,-4 3 0,-5 2 0,-4 2 0,-2-1 0,-1 0 0</inkml:trace>
  <inkml:trace contextRef="#ctx0" brushRef="#br0" timeOffset="-32824.73">7307 16955 5734,'-5'-2'0,"3"1"0,0 1 0,2 3 0,0-2 0,0 2 0,0 2 0,0-2 0,-1 4 0,-1 3 0,1-4 0,-1 5 0,0-6 0,1 2 0,0-1 0,0 6 0,0-5 0,0 12 0,1-11 0,0 6 0,0-4 0,0-2 0,0 2 0,1-1 0,0-2 0,0 1 0,1-1 0,-1-2 0,1 1 0,0-3 0,1 1 0,-1 0 0,1-1 0,-1 0 0,0 1 0,0-2 0,2 1 0,-1-2 0,5 0 0,3-5 0,1 1 0,8-14 0,-10 8 0,10-16 0,-13 13 0,6-13 0,-9 13 0,1-4 0,-1 0 0,-2 6 0,2-5 0,-3 7 0,-1 0 0,-1 1 0,-1 0 0,-3-3 0,1 3 0,-2-3 0,-2 1 0,2 2 0,-4-2 0,4 3 0,0 0 0,0 1 0,1 0 0,0 1 0,0 0 0,1 1 0,1 0 0,0 2 0,2 0 0,0-1 0,-3 7 0,1-2 0,-4 7 0</inkml:trace>
  <inkml:trace contextRef="#ctx0" brushRef="#br0" timeOffset="-32542.73">7300 17050 5734,'7'-5'0,"5"-3"0,-3 1 0,28-9 0,-21 9 0,17-5 0,-21 10 0,-2-1 0,3 0 0,-4 1 0,2 1 0,-3 0 0,-4 0 0,-4-3 0,-6 3 0,-2-1 0</inkml:trace>
  <inkml:trace contextRef="#ctx0" brushRef="#br0" timeOffset="-29491.73">7280 17681 5734,'3'-1'0,"-3"0"0,11 1 0,-4-1 0,2 1 0,1-1 0,-3 1 0,2 0 0,-4 0 0,1 1 0,-1 0 0,1 1 0,-2-1 0,1 0 0,-3 0 0,1-1 0,-2 0 0,-22 2 0,14-1 0,-28 4 0,28-3 0,-6 1 0,9-3 0,2 0 0,0 1 0,7-2 0,-1-1 0,10-2 0,-6 1 0,10-4 0,-10 4 0,5-4 0,-9 5 0,0-1 0,-2 2 0,-1 0 0,1 0 0,-6-1 0,0 0 0,-3 3 0,1 0 0,2 1 0,1 1 0,0-2 0</inkml:trace>
  <inkml:trace contextRef="#ctx0" brushRef="#br0" timeOffset="-28474.73">7510 17641 5734,'0'-5'0,"0"1"0,0 2 0,0 1 0,3 6 0,-3-2 0,3 6 0,-3 3 0,-1-3 0,-1 8 0,2-9 0,-1 4 0,1-5 0,0 2 0,1 1 0,0-2 0,0 5 0,2 0 0,-2-1 0,2 5 0,-1-7 0,2 1 0,0-2 0,-1-2 0,4 1 0,-3-4 0,3 0 0,1-3 0,-2-1 0,7-1 0,-5-2 0,1 1 0,-2-1 0,-3 0 0,1 1 0,1-4 0,0 2 0,1-3 0,-2 1 0,0-1 0,0 0 0,-1-1 0,5-17 0,-6 11 0,3-11 0,-4 9 0,-1 5 0,0-3 0,-1 3 0,1 3 0,-1-6 0,0 6 0,0-7 0,0 8 0,0-4 0,-1 7 0,0 0 0,-3 2 0,-1 0 0,-2 0 0,-1 1 0,-1-1 0,-14 2 0,4-1 0,-5 1 0,9 1 0,5-1 0,2 2 0,0-1 0,2 0 0,1 0 0,1 0 0,1-1 0,1 1 0,1-2 0,-1 1 0,-1 3 0,1-1 0,0 1 0,2-4 0</inkml:trace>
  <inkml:trace contextRef="#ctx0" brushRef="#br0" timeOffset="-27692.73">7544 17707 5734,'-1'-4'0,"1"1"0,1 2 0,0 0 0,1 1 0,-1-1 0,0 1 0,-5-3 0,2 2 0,-5-1 0,4 1 0,0 1 0,2 0 0,-2-1 0,2 1 0,5-2 0,0 0 0,7-1 0,3-3 0,1 2 0,10-5 0,-8 3 0,3 0 0,0-3 0,-10 6 0,4-4 0,-11 6 0,-2 1 0,0-1 0,-4 3 0,-9 3 0,3 0 0,-6 2 0,8-2 0,0 0 0,-1 0 0,3-1 0,0 0 0,6 1 0,0-3 0,3 3 0,-2-2 0,0 0 0,-4 0 0,1-3 0,-1 1 0</inkml:trace>
  <inkml:trace contextRef="#ctx0" brushRef="#br0" timeOffset="-7268.73">8778 18208 5734,'9'1'0,"-1"-1"0,5-1 0,-5 0 0,2-1 0,-1-1 0,-2 1 0,7-5 0,-8 5 0,4-4 0,-7 5 0,-1-1 0,0 1 0,0-1 0,-2-1 0,0 1 0,0-2 0,-2 1 0,1 2 0,-5-2 0,1 2 0,-15 6 0,8 0 0,-22 18 0,17-7 0,-15 17 0,19-14 0,-5 14 0,11-13 0,0 6 0,7 1 0,4-7 0,4 4 0,3-11 0,3-2 0,4-3 0,14-3 0,-5-2 0,2-6 0,1-1 0,-1-1 0,-4-2 0,-2-2 0,-9 0 0,0-4 0,-9 3 0</inkml:trace>
  <inkml:trace contextRef="#ctx0" brushRef="#br0" timeOffset="-6517.73">9208 18091 5734,'-4'7'0,"-1"3"0,0 13 0,2-2 0,-2 10 0,2 6 0,1-8 0,2 19 0,3-13 0,5 12 0,-1-22 0,3-2 0,-4-20 0,1-5 0,1-4 0,0-5 0,2-3 0,2-16 0,-1 5 0,-3 2 0,-1 0 0,4-11 0,-1 2 0,-3 9 0,-3 14 0,-1 5 0,-1 7 0,1 8 0,1 19 0,1-4 0,2 3 0,3 0 0,2 1 0,2-5 0,2-4 0,3-9 0,5-13 0,1-6 0,3-11 0,-1-8 0,-2-5-1761,-4-11 1761,-8 13 0,-3-3 0,-5 0 0,-3 0 0,-2-15 0,-2 17 0,-2 2-691,-7-6 691,-4 6 0,-4 7 0,-10-1 0,9 7 0,-4-3 0</inkml:trace>
  <inkml:trace contextRef="#ctx0" brushRef="#br0" timeOffset="-5425.73">8932 16203 5734,'-25'-3'0,"3"2"0,5 2 0,3 1 0,-6 0 0,-7 11 0,9-4 0,-15 16 0,19-10 0,-8 22 0,14-18-281,-3 11 281,10-14 0,3 6 0,2-5 0,3 3 69,1-7-69,1-2 0,2 0 0,2-2 0,8 0 0,-4-3 0,7 0 0,-1-6 0,-6 0 0,4-1 0,-5-3 0,-4 1 0,3-1 0</inkml:trace>
  <inkml:trace contextRef="#ctx0" brushRef="#br0" timeOffset="-4885.73">9176 16242 5734,'-10'1'0,"0"0"0,3 1 0,-4 3 0,2-3 0,-2 3 0,0 0 0,3-1 0,-12 12 0,10-7 0,-5 8 0,8-1 0,4-4 0,0 16 0,4-13 0,0 7 0,5-7 0,-2-4 0,3 2 0,2-3 0,-1-3 0,4 1 0,6-1 0,-6-3 0,15 1 0,-15-4 0,14-4 0,-15 0 0,8-6 0,-8 2 0</inkml:trace>
  <inkml:trace contextRef="#ctx0" brushRef="#br0" timeOffset="-4221.73">9349 16156 5734,'-3'-2'0,"0"4"0,1 1 0,1 3 0,-4 20 0,2-11 0,-4 31 0,5-27 0,0 23 0,3-25 0,2 8 0,0-9 0,0-6 0,1 2 0,1-4 0,-1-3 0,4-1 0,-3-5 0,3-2 0,-2-2 0,5-7 0,-2 2 0,2-6 0,-1-2 0,-2 3 0,8-25 0,-10 26 0,4-13 0,-10 25 0,1 3 0,-1 1 0,3 24 0,0-7 0,1 17 0,3-5 0,-1-7 0,9 18 0,-1-21 0,2 2 0,5-21 0,-7-9 0,5-10 0,1-20 0,-7 4-268,-4 9 0,-3-2 268,-2-3 0,-3 0-1442,-2-17 1442,0 17 0,-3-1 0,-2 3 0,-2 1 0,-4-12-91,3 15 1,-1 1 90,-9-11 0,5 11 0,-3-2 0,3 11 446,7 8-446,1 10 0,9 4 0,4 8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01T02:28:05.8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21626 16923 24575,'0'0'0</inkml:trace>
  <inkml:trace contextRef="#ctx0" brushRef="#br0" timeOffset="12871">10055 4569 5734,'-6'2'0,"2"0"0,1-1 0,-29-14 0,13 6 0,-3-2 0,-3 0 0,-20-3 0,6 3-995,8 5 0,-5-1 0,3 1 995,4 1 0,-1 1 0,-16-1 0,-2 0-934,8 3 0,2 1 934,8 0 0,1 0-28,-8 0 0,-1 0 28,-10 2 0,2-1 0,21 0 0,1-1-316,-18 1 1,4 0 315,15 0 0,2-1 1797,-5 1-1797,11-1 2253,-8 1-2253,16-2 93,-2 0-93,7 0 1186,-1 0-1186,2 0 211,-1 0-211,1 0 0,0 3 0,1-1 0,-2 6 0,1 0 0,-2 6 0,-4 16 0,0-1-232,-5 17 232,3-7 0,-3 10 0,0 3 0,1-5-1081,2-5 0,2-4 1,-2 5 1080,0-4 0,-1 5 0,0 1 0,1-1 0,1-4 0,0 7 0,1-4 0,2-3 0,-1-3 0,1 2 0,0-2 0,-1 5 0,1 1 0,0-5 0,-1 4 0,1-1 0,-1 1 0,0 4 0,0-4-947,0 6 1,-1-4 946,3-11 0,-2 1 0,-1 9 0,-1 5 0,1-6 0,2-14 0,0-2 0,-1 7 0,0 2 0,1-6-230,0-3 230,0 2 77,2-9-77,1-8 2262,0 0-2262,0-4 2712,1-3-2712,-1 1 480,1-2-480,0-2 66,1 2-66,0-1 0,1 0 0,0-1 0,5-1 0,1 0 0,5 0 0,14 0 0,-1-1-331,13 0 331,-11 0 0,1 0-1561,18-1 1561,-15 0 0,2 1 0,1 0 0,2-1 0,11 1 0,0-1 0,-8 0 0,0 0 0,4 1 0,-2-1 0,-2-1 0,-4 2-658,-2-2 658,-4 2 0,-3-1-427,6 0 427,-10-1 0,3 1 242,-6 0-242,-10 2 350,1-1 1,-10 0 0,0 0 0</inkml:trace>
  <inkml:trace contextRef="#ctx0" brushRef="#br0" timeOffset="16728">10111 7801 5734,'-7'-3'0,"1"1"0,-7-2 0,2 1 0,-5-1 0,-6 0 0,3 1 0,-8 0 0,-20 5 0,-2 2 0,3 0-129,14-1 0,-5 0 0,4 2 129,1 3 0,3 1 0,-9 3 0,4 0 0,0 0 0,6 1 0,-5 2 0,7-1 0,8-4 0,-3 2 0,-1 6 0,12-8 0,-8 8 0,14-9 0,-1 0 0,-1 13 0,2-6 0,-4 26 0,5-20 387,-2 14-387,2-1 0,-1-7 0,0 12 0,-1 7 0,0-9-1328,0 7 0,-1 1 1328,3-20 0,0 0 0,-1 14 0,-1 5 0,1-5 0,1-11 0,0-1 0,0 12 0,-1 6 0,1-7-156,1-12 0,0 0 156,0 9 0,0 5 0,1-5 0,-1-12 0,1 1 0,0 8 0,0 8 0,0-1 0,0-5 0,1-7 0,-1 0-149,1 6 0,-1 4 1,1-8 148,0-7 0,2-12 0,5 6 0,0-8 0,17 5 0,-8-11 0,11-1 0,2-2 0,-2-2 0,4 0 0,0-1 2390,-2-1-2390,2-1 0,2 1 0,0 0 0,-7 1 0,0 0 0,8 0-85,-10 1 85,5 1 149,-12 5 0,-7 0 1,0 3-1</inkml:trace>
  <inkml:trace contextRef="#ctx0" brushRef="#br0" timeOffset="18143">9927 11021 5734,'-11'-1'0,"-18"-1"0,8 2 0,-8 0 0,-3 2 0,0 2 0,7-1 0,-2 2 0,-19 6 0,10-2 0,0 0 0,0 0-2262,0-1 2262,10-2 0,-1 1 0,-1 1 0,2 0 0,2-1 0,-19 8 661,34-12-661,3 1 375,0 0-375,2 5 0,2-3 0,-1 4 1198,1-2-1198,1-2 28,0 2-28,0 0 0,-2 3 0,2 1 0,-2 7 0,2-5 0,-3 29 0,1-14-351,-2 18 351,1-22 0,0 0-685,-2 17 685,1-12 0,1 1-716,0-7 1,1 0 715,-1 1 0,1 1 0,-1-1 0,0 1 0,-4 21 0,1 1 0,2-19 0,0 2 0,-2 10 0,0 6 0,0-7 0,3-13 0,0 0 0,-2 10 0,-1 5 0,2-6 0,-2 11 0,2-14 0,0 3 0,1-4 0,-1 10 0,1 4 0,0 0 0,0-7 0,2 2 0,1 0 0,0-9-437,2 2 1,2-2 436,0-12 241,4 12-241,-1-26 531,9 3-531,-3-4 1413,10 1-1413,3-4 0,-4-1 1150,10 0-1150,6 0 0,0 1 0,2 1 0,-1 0 0,2 0 0,-12 1 0,-2-1-1163,10 1 1163,-9-1 0,1 0 0,13-3-851,-10 0 851,7-1-426,-10-1 426,-10 2 0,2 0 0,-13 6 0,-1 0 0</inkml:trace>
  <inkml:trace contextRef="#ctx0" brushRef="#br0" timeOffset="19541">9970 14261 5734,'-5'1'0,"-9"9"0,5-1 0,-25 19 0,15-12 0,-13 8 0,-2-4 0,7-4 0,-4-1 0,-2-1 0,-1 0 0,-5-5 0,-10 0 0,8-2 0,-5-2-74,14-2 0,-5 1 0,7-3 74,0-2 0,10 0 0,-12 0 0,19 0 0,-5-1 0,8-1 0,3 1 0,-2-2 0,2 2 222,-2-3-222,4 2 0,-2-1 0,5 2 0,0 1 0,-1 0 0,2 1 0,-1-1 0,1 3 0,0 0 0,1 5 0,0 9 0,1 0 0,0 9 0,1 13 0,0-7 0,0 14 0,0-7 0,0 0-348,-1-12 0,0 1 348,0 9 0,-1 4 0,1-4-1099,-2-4 1,0-2 1098,-1 10 0,1 3 0,-1-4 0,0 1 0,1-2 0,-1-2 0,1 2 0,-1-1 0,1 5 0,-1 1 0,0-3-253,0 2 1,0-2 0,0 1 252,0 3 0,0 2 0,0-3 0,0-8 0,1-2 0,-1-3 0,1-1 0,1-5 0,1-5-178,4 8 178,0-12 0,4 7 0,6-10 0,-1-4 0,9 2 0,-2-5 0,14-5 0,4-3 0,6 0-465,-1-1 1,-2-1 464,2-3 0,-14 2 0,1 1 0,16-4 748,-19 4 0,2-1-748,4 1 0,-2 1 0,9-2 0,-2 2 0,-1 1 0,-10 1 0,13 5 0,-31 0 200,0 3 0,-11 1 0,-1-1 1</inkml:trace>
  <inkml:trace contextRef="#ctx0" brushRef="#br0" timeOffset="21277">6492 4682 5734,'-9'-5'0,"0"1"0,6 6 0,1 3 0,-1 4 0,1 4 0,-1 17 0,1-3 0,0 15 0,0-5 0,0 2 0,1-14 0,0 3 0,0 7 0,0 9 0,-1 0 0,2-8-1152,-1-5 0,1-2 1152,0 8 0,-1 4 0,1-8 0,1-5-516,0 9 516,-1-17 0,0 10 0,-1-23 0,0 0 0,-4-14 2155,1-2-2155,-5-8 0,-1-14 0,1 4 0,1-5 0,-1-2 0,0-3 134,2 9 0,-1-1-134,-3-13-974,3 10 974,-2-6 0,1 4 0,2 10 0,-5-20 0,6 23-573,-1-23 573,7 26 0,2-9 0,11 6 0,1 2 0,0 0 0,2-1 0,1 1-322,3 4 322,-4 5 0,13-3 0,-14 10 321,6 3-321,-8 11 911,-4 2-911,2 30 0,-13-2-344,1-16 0,0 1 344,-9 14 0,2-13 345,0-1-345,-1 4 0,2-10 0,0 2 0,4-10 0,1-4 0,4 2 1377,2-6-1377,6 0 0,11-2 0,-3-1 0,9 0 0,4 4 0,-7 0 0,7 3 0,-2 2 0,-10-1 0,5 2 0,-9 1 0,-8-2 0,-2 4 0,-17 7 0,-2-2-270,-12 9 270,7-11 0,-2 0 0,-13 8 0,-2 0 0,-3-1 0,14-10 0,1 0-602,-6 3 1,1-1 601,-4 1 0,16-10 0,3-3 0,4-3 0,6-4 0,4-1 59,9-3 0,5-2 1,3-2-1</inkml:trace>
  <inkml:trace contextRef="#ctx0" brushRef="#br0" timeOffset="21719">6851 5036 5734,'-7'-2'0,"-3"2"0,5 2 0,-20 27 0,14-13-755,-13 21 755,16-19 0,-2 9 0,4-6 0,-1 5 99,4-10-99,0-1 0,2-2 0,1-3 0,0-3 0,11-9 567,-4-2-567,15-23 0,-13 9 0,8-22 0,-10 20 89,0-6-89,-3 2 0,-1 12 0,1-6 0,-2 15 0,-1 12 0,0 3 0,0 21 0,0-9 0,2 10 0,1 10 0,0-16 0,1 0 0,0-2 0,0-7 0,5 9 0,-5-20 0,3 1 0,0-9 0,1 0 0</inkml:trace>
  <inkml:trace contextRef="#ctx0" brushRef="#br0" timeOffset="22293">7063 4971 5734,'-15'7'0,"-12"11"0,11-6 0,-13 24 0,20-18 0,-1 20 0,10-19 0,2 8 0,6 0 0,-1-7 0,4 5 0,3 3 0,-4-11 0,5 10 0,-9-17 0,0 2 0,-3-3 0,-2-4 0,-6 5 0,0-7 0,-21 11 0,16-8 0,-13 8 0,19-10 0,1 3 0,1-2 0,2 1 0,3-3 0,2 1 0,4-3 0,1-2 0,4-1 0,20-16 0,-15 6-585,18-11 585,-21 8 0,1 0 0,14-21 0,-11 12 0,0-5 0,-1-1 0,-4 3 0,-3-2 0,-1 1 0,-6 6 0,-6-18 0,-6 28-129,-18-6 129,10 15 0,-18 11 0,19 2 0,-12 28 0,17-14 0,-1 16 0,11-4 0,2-9 0,7 1 0,4 0 0,19 1 0,-15-10 0,1-3 0,19-6 0,-5-16 0,-9 0 0,13-10 0,-20 3 0,4-6 0</inkml:trace>
  <inkml:trace contextRef="#ctx0" brushRef="#br0" timeOffset="23982">7868 8072 5734,'-1'11'0,"-1"2"0,2 6 0,0 6 0,0 2 0,1 8 0,0 2 0,0-1-1438,2-1 1438,-1 9 0,1-5 0,-1-12 0,-1 5 87,0-9-87,-1-8 0,0 1 0,-2-8 0,-1-6 0,-5-8 1068,0-4-1068,-3-7 0,-2-11 0,3 2-592,-3-10 592,7 6 0,0-1 0,2 0 0,2 2 0,1 1 0,8-2 0,3 0 0,1 5-230,2-1 0,1 5 230,0 19 0,3 3 0,-1 5 0,17 20 0,-13-6 0,-1 8 0,-3 2 0,-7 0 0,-3-7 0,-2 1 0,-10 14-131,-2-9 131,-6 10 0,-7-4 0,-2-2 0,-1-1 0,3-9 0,8-10 0,-1 4 0,6-10 0,0 3 0</inkml:trace>
  <inkml:trace contextRef="#ctx0" brushRef="#br0" timeOffset="25011">8092 8481 5734,'17'-16'0,"-1"1"0,-5 3 0,-2 1 0,2-5 0,-4 3 0,0-3 0,-9-4 0,0 8 0,-17-14 0,9 20 0,-12-3 0,13 13 0,-2 3 0,-2 8 0,3-2 0,-2 7 0,5 6 0,4-4 0,1 8 0,3-8-231,3-1 231,2-1 0,12 11 0,-5-14 0,9 6 0,-1-18 0,-5-2 0,20-12 0,-18 1 0,1-8 0,-2-2 0,-3-3 0,-1-9 0,-2-2 0,-4-2 0,-2-7 0,-1-2-1539,-2 2 1539,-1 9 0,-1 0 0,-1 7 0,0 2 196,-1-13-196,-1 6 0,0 1 0,0 3 0,-4-12 0,4 31 0,-2 0 0,1 22 0,0 1 0,1 21 0,2 14 0,0-5-626,0-17 1,1 0 625,0 15 0,0 8 0,1-9 0,1-15 0,1-4-646,2 12 646,2 7 0,-1-13 0,-3-10 0,0 5 0,-2-18 0,-2 0 0,-6-26 0,3 6 0,-5-16 2578,6 13-2578,-2-16 0,2 13 893,0-10-893,4 11 0,1 5 0,2-1 0,5 3 0,-1 4 0,4-1 0,4 4 0,-2 1 0,6 1 0,-1 1 0,-4 1 0,3 0 0,-4 2 0,-3 0 0,-1 1 0,-4 1 0,-2 0 0,-2 1 0,-1 5 0,-9 11 0,3-5 0,-8 6 0,7-10 0,-1 4 0,2-4 0,-1 5 0,3-2 0,1-4 0,2 2 0,3-5 0,0-3 0,6 0 0,1-8 0,1-2 0,6-10 0,-6 3 0,3-7 0,-2-6 0,-3 6 0,1-8 0,-2 2 0,-4 6 0,1-2 0,-2 6 0,-1 6 0,1 0 0,-3 5 0,1 3 0,0 7 0,0 2 0,1 6 0,2 8 0,-1-5 0,2 8 0,1 1 0,-1-7 0,3 5 0,-1-5 0,-2-7 0,2 1 0,0-8 0,-2-4 0,9-12 0,-3-4 0,2-7-250,-3 1 250,-5 4 0,1 1 0,0-12 0,-2 13 0,2-11 0,-5 23 0,0 0 0,0 10 0,0 11 0,1 15 0,0-6 0,-2 12 0,-1-22 62,-2 5 1,-1-15-1,-1 2 1</inkml:trace>
  <inkml:trace contextRef="#ctx0" brushRef="#br0" timeOffset="25394">8829 7965 5734,'-1'12'0,"1"4"0,-3 8 0,0 3 0,1 10-1093,1-4 1,-1 6 0,1-4 278,1-8 0,0 0 814,1 17 0,1-1 40,2 3-40,2-2 0,0-4 0,-2-14 0,0-1 0,3 9 592,-1 5-592,-6-21 0,-1-6 0,-3-4 0</inkml:trace>
  <inkml:trace contextRef="#ctx0" brushRef="#br0" timeOffset="26106">8745 8180 5734,'-6'-13'0,"0"1"0,3 5 0,0 0 0,1 1 0,0 1 0,1 0 0,-3 2 0,3 1 0,-2 4 0,3 0 0</inkml:trace>
  <inkml:trace contextRef="#ctx0" brushRef="#br0" timeOffset="27026">7236 11211 5734,'-2'25'0,"2"14"0,1 3 0,0-17 0,0 0-1093,0 6 1,1 3 0,-1-2 764,1-5 1,-1-1 327,0 0 0,1 2 0,-1 10 0,1 0 0,-1-9 0,0-1 483,0 6 1,0 1-484,-1-1 0,0-2 0,0 6 0,-1-9 0,-2-5 0,0-20 649,-4-4-649,2-21 0,1-6 0,-1 2 0,1 0-1212,-2-19 1212,2 14 0,0 0 0,0-16 0,0 1 0,3 0 0,2 7 0,1 1 1693,3-10-1693,5 2 0,3 2 0,3 11 0,2 6 0,3 4-397,3 9 397,10 3 0,-9 12 0,7 14 0,-9 1 0,-5 9 0,-3 3 0,-5 6 0,-8 12 0,-6 0 0,-2-24 0,-2 1 0,-6 10 0,-4 4 0,1-5 0,4-10 0,-2-2 0,-7 9 0,-4 3 0,2-5 0,5-9 0,1-1 0,-5 5 0,1-3 0,2-3 0,12-11 0,6-4 0,3-2 0,5-3 0</inkml:trace>
  <inkml:trace contextRef="#ctx0" brushRef="#br0" timeOffset="27332">7651 11635 5734,'19'-22'0,"-3"1"0,-7 9 0,-3-7 0,-2 5 0,-4-5 0,-2 7 0,-1 0 0,-2 2 0,-1 2 0,-15-2 0,9 9 0,-9 1 0,13 9 0,-2 12 0,4-1 0,0 10 0,7 8 0,2-6 0,3-1 0,2 2 0,7 7-595,-3-13 1,1-2 594,5-1 0,0-10 0,3-15 0,-4-5 0,1-10 0,-1-3 0,-1-7-151,-3 4 0,-1-2 151,-6 0 0,-1 0-224,3-15 1,-3 11-1,0 0 1,0-13-1</inkml:trace>
  <inkml:trace contextRef="#ctx0" brushRef="#br0" timeOffset="28010">7866 11196 5734,'0'-14'0,"0"-2"0,-1 11 0,-1 20 0,0 3 0,-1 20 0,3 10 0,0-7 0,1 0 0,2 9 0,-1-6-1523,-1-14 1,1-1 1522,-1 9 0,1 4 0,0-8 0,0-5 663,0-5-663,-1-1 0,-1-9 0,-1-1 0,-5-14 0,1-4 0,-4-6 0,-10-30 0,11 20 2382,-9-21-2382,20 15 0,0 12 0,12-14 0,-2 19 0,6-2 0,5 0 0,-4 4 0,6-3 0,1 3 0,-2 1 0,-2 0 0,-2 2 0,-13 3 0,-1 3 0,-7 2 0,-5 5 0,-13 18 0,5-7 0,-2 4 0,0 1 0,3-1 0,2 1 0,1 0 0,4-6 0,11 22 0,2-31 0,9 4 0,-6-18 0,12-16 0,-8 5 0,9-12 0,-7 2 0,-5 6 0,4-6 0,-8 9 0,6-13 0,-7 14 0,3-8 0,-7 19 0,-1 4 0,-1 3 0,0 5 0,-2 14 0,0-2 0,1 5 0,1 1 0,0 2 0,2 2 0,1-1 0,0-6 0,4 8 0,1-17 0,-1-7 0,3-1 0,5-12 0,-4-2 0,4-7 0,2-9 0,-5 4 0,5-7 0,-3-2 0,-4 9 0,1-5 0,-5 8 0,-2 8 0,0 2 0,-5 28 0,-2 9 0,2-2-159,-1 6 0,0 1 159,2 8-927,0-12 927,-1 8-509,-5-9 509,-1-12 0,-2 0 0,1-13 0</inkml:trace>
  <inkml:trace contextRef="#ctx0" brushRef="#br0" timeOffset="28144">8227 11215 5734,'-7'-7'0,"0"-1"0,3 3 0,-2-1 0,6 3 0,1 1 0,2-1 0</inkml:trace>
  <inkml:trace contextRef="#ctx0" brushRef="#br0" timeOffset="28310">8477 11159 5734,'4'34'0,"-1"0"0,1 0 0,1 5 0,0 0 0,-1-4 0,1-10 0,0 0 0,2 7 0,1 5 0,-1-5-1554,-2-7 1,0 0 1553,4 13 0,-2-3 0,-8-2 0,-1-6 0,-5-2 0</inkml:trace>
  <inkml:trace contextRef="#ctx0" brushRef="#br0" timeOffset="29793">7165 14610 5734,'-8'13'0,"3"10"0,1 3 0,1 12-846,1-4 1,2 2 845,4 0 0,2-1-952,-2-6 0,1-1 952,1 10 0,2 1 0,-1-1 0,1-1 0,-2-9 0,-1-1 0,2 7 0,0 0-201,-1-3 1,-1-2 200,1 6-256,0 12 256,-9-40 566,-6-13-566,0-11 0,-2-13 0,2-1 0,2-1 0,-4-12-178,5 10 0,0-6 0,1 5 178,2 11 0,1 0 0,1-7 0,1-5 0,2 6 1118,5-4-1118,8 4 0,3 5 0,4 12 0,8 7 0,3 7 0,-8 10 0,-1 6-280,7 9 0,-1 3 280,-10-5 0,-3 1 0,-5 3 0,-4-1 0,-6 4 0,-8 0 0,-2 1 0,-5 10 0,-1-13 0,-3 5 0,1-6 0,-9 10 0,5-10 0,-2-1 0,0-5 0,0-4 0,0 2 2118,-14 10-2118,28-23 0,2-3 0,1 1 0,3-3 1143,3-2-1143,4-2 0,14-6 0,-2 1 0,9-4 0,2 0 0,5-2 0,7-4 0,2 0-1282,-4 1 1282,-8 3 0,0-1 0,-8 2 0,-2 0-829,12-7 829,6-6 0,-9-1 0,-10 7 0,3-5-336,-10 1 336,-5 6 0,-2-5 0,-7 2 0,-2 6 1454,-4-2-1454,-13 6 948,6 6-948,-8 11 0,1 5 0,5 3-143,-12 21 143,25-16 0,5 12 0,3-7 0,4 7-161,8-3 161,-1-9 0,7 3 0,6-12 0,-5-7 0,4-11 0,0-5 0,-2-4-457,-3-1 1,-2-1 456,-7-4 0,-2-3-460,-2-1 460,-5-2 0,-1 0 0,-3-2 0,-1 0 0,-5-14 0,2 11 0,-3-9 0,0 8 495,2 11-495,-3-10 0,5 22 146,-2 7-146,4 14 932,-1 12-932,3 12 0,0-6 550,1 11-550,2 2 0,-1-10 0,1-1 0,0 0 0,0-2 0,3 13 0,-3-20 0,-1-8 0,-3 3 0,-4-13 0,-2 0 0,-2-7 0,2-1 0,-1-1 0,1-1 0,0-1 0</inkml:trace>
  <inkml:trace contextRef="#ctx0" brushRef="#br0" timeOffset="30343">7746 15115 5734,'10'-19'0,"0"2"0,12 4 0,-6 6 0,11-5 0,-1 6 0,-6 2 0,7 0 0,0 0 0,-8 2 0,4 0 0,-7 2 0,-6 0 0,-1 2 0,-9 5 0,-4 0 0,-3 6 0,-9 5 0,3-2 0,-5 6 0,0 2 0,6-6 0,-2 6 0,5-1 0,3-7 0,1 5 0,16 1 0,-4-14 0,10 4 0,-5-21 0,-2 0 0,8-18 0,-9 9 0,4-12 0,-6 2 0,-2 8 0,2-7 0,-2-1 0,-2 15 0,1-8 0,-3 18 0,1 1 0,-1 8 0,1 1 0,0 6 0,5 15 0,-3-8 0,2 4 0,1 1 0,0-3 0,9 23 0,-8-29 0,5 6 0,-6-19 0,9-14 0,-7-2 0,7-22 0,-1-4 0,-5 9-468,2-4 0,-1 2 468,-8 16 0,1 3 0,-2 3 0,0 3 0,-1 1 0,2 4 0,-1 4 0,6 21 0,-2-4 0,2 16 0,0 1 0,0-3-172,0 1 1,-1-1 171,-2-10 0,-1 3 0,-6-14 0,-3-4 0,-2-4 0,-1-6 0,1-3 0</inkml:trace>
  <inkml:trace contextRef="#ctx0" brushRef="#br0" timeOffset="30659">8352 14600 5734,'1'30'0,"1"1"0,-1-3 0,0 0 0,2 1 0,0-1-2876,2 18 2876,-1-16 0,0 1 0,2 1 0,1-2 0,3 16 0,2-2 0,-1-2 0,0-4 0,-3-7 0,-1-2 0,-6-12 0,-1 3 0</inkml:trace>
  <inkml:trace contextRef="#ctx0" brushRef="#br0" timeOffset="31073">7485 15593 5734,'24'-9'0,"2"0"0,3 1-1639,12 1 1,5 1 874,-16 1 1,2 0 763,8 0 0,8-2 0,1 0 0,-6 1 0,2-1 0,1 0 0,-9 0 0,6 0 0,2-1 0,-2 0 0,-7 1 0,7-2 0,-3-1 0,-1 1 0,3-1 0,-5 0 0,-13 3 0,1-1 0</inkml:trace>
  <inkml:trace contextRef="#ctx0" brushRef="#br0" timeOffset="31560">7244 12481 5734,'45'-9'0,"-5"1"0,7-1 0,-3 0-1639,-7 2 1,0-1 1046,-3 1 0,4 0 1,0-1-1,-4 1 592,3-1 0,-3 0 371,1 0 1,3-1-372,2-1 0,4-1 0,-3 0-104,-2 0 1,-1 0-1,0 0 1,1-1-1,-4 0 1,-10 2-1,1 0 1</inkml:trace>
  <inkml:trace contextRef="#ctx0" brushRef="#br0" timeOffset="32161">7607 9005 5734,'41'3'0,"-1"0"0,-10-1 0,1 0 0,1 0 0,3-1 0,-2 0-1639,3-1 1,-1 0 1060,3 1 1,1-1 577,-1 0 0,3-1 0,-1 1-651,6-1 0,0 1 651,-8-1 0,3 0 0,1 0 0,5 1 0,1-1 0,-4 0 0,-1 0 0,-2 1 0,-2-1 0,3 0 0,-7 0 0,6-1 0,-8-3 0</inkml:trace>
  <inkml:trace contextRef="#ctx0" brushRef="#br0" timeOffset="43014">16962 589 5734,'-39'-9'0,"-4"-2"0,24 7 0,-7-1 0,1 1 0,7 0 0,-7 0 0,7 2 0,-7 0 0,4-1 0,-6 2 0,-1 0 0,6 1 0,-8 1 0,-7 1 0,12 0 0,-13 0 0,7 0 0,6 0 0,-8 0 0,-4 0-2682,8 0 2682,-11 0-819,1 1 0,0 1 819,-1-1-411,1 1 1,2-1 410,11-1 0,-3 2 0,0-1 0,-3 1 0,-8 2 0,2-1 0,9 0 0,-4 2 0,-7 2 0,6-1 0,-4 2 0,-6 2 0,3 0 0,17-3 0,-1 1-274,0 0 274,0 0 0,-11 3 0,9-2 1712,-8 2-1712,-8 6 0,15-7 0,-3 4 0,0 0 0,4-2 0,-3 4 0,1-1 0,6-2 1810,-13 9-1810,18-10 0,5-3 0,-2 2 0,1 1 0,5-5 1343,-12 15-1343,9-8 0,-4 6 0,3-7 0,4-5 0,-7 6 0,4-3 550,-5 4-550,-2 0 0,4-2 0,-8 3 0,-2 3 0,4-3 0,-2 1 0,-9 8-128,10-9 0,1 1 128,-5 3-605,8-5 605,-7 5 0,11-8-369,-6 6 369,6-5 0,-4 4 0,3 2 0,3-4 0,-1 7 0,3 2 0,1-5 0,1 6 0,2 1 0,2-8 0,0 7 0,3 6 0,2-11 0,5 24 0,-2-27 0,9 24 0,-6-24 0,12 25 0,-9-25 0,6 11 0,7-1 0,2 0 0,-1-3-68,2 4 0,2-2 68,2-6-257,-7-6 257,9 6 0,1 0 0,-7-5 0,8 4 0,1-1 0,-8-5 0,9 4 0,-10-7 0,-2-2 0,0 1 0,9 2-332,-8-4 0,0 1 332,3 0 0,-1 0 0,13 3 0,-10-2 0,9 1 0,-14-4 0,0 0 0,7 1 0,4 2 0,1 0 0,-5-2 0,5 1 0,-1-1 0,-3-1 0,4 1 0,1 0 0,-4-2 0,6 2 0,1-1 0,-4-1 0,-9-2 0,2 0 0,15 2 0,-10-3 0,11 4 0,-16-3 0,1 1 0,9 2 0,7 0 0,0 1 0,-6-1 0,-1 0 0,2 0 0,-5 0 0,-1-1 0,-5-1 0,0 1-575,6 0 0,-3 0 575,2 1 0,-3-1 0,1 1 0,8 1 0,-9-1 0,0-1 0,-9-2 0,-1 0 0,13 2 0,9 1 0,2-1 0,-7 0 0,-2-2 0,-2-1 0,-12-2-525,24-1 525,-18 0 0,-6-1 0,0 1 0,14-1 604,-9 0-604,2-1 0,0 1 0,0-1 0,4 0 0,0 0 0,-6 1 0,3 0 0,0-1 0,-6 2 881,14 1-881,-12 1 0,-6-1 0,22 4 0,-22-3 0,4 1 0,-1-1 0,-2 0 1311,12 2-1311,-8-2 1166,2-1-1166,18 0 0,-15-1-627,4 0 627,-16-2 0,1 1 0,-1-2 0,11-1 0,-7 1 0,7-1 0,1-3 0,-6 2 0,1-2 0,1-1 0,12-4-571,-16 5 0,0-1 571,10-4 0,-9 3 0,-2 0 0,1-1 0,6-2 0,-6 2 0,0 1 513,0-3-513,2 1 0,-1-1 0,-1-1 0,-1 0 0,0-1 0,6-3 0,5-4 0,-1 0 0,-4 2 0,4-4 0,1-1-1074,-6 4 1074,-6 3 0,0 1 0,10-9 283,-9 6-283,6-5 0,-3-1 0,-6 7 0,4-7 0,-2-3 0,-1 0 0,-1 1 18,1-1 0,-2 0-18,-4-6 0,-6 12 0,-1-3 0,0-1 0,-2 2-419,1-14 419,-3 16 0,1-13 0,0-1 0,0-3 0,0 2 0,-1-2 0,-1 9 0,-1 2 0,1-9 0,0-5 0,-1 1 0,-1 4 530,-1 9 0,-1-1-530,-1 2 0,-1 2 0,-2-8 0,-2-2 0,-2 0 0,1 6 0,-7-5 0,-1 0 0,-1 5 265,2 6 0,-1 0-265,-14-12-1366,4 7 1366,8 10 0,-2-1 0,-5-1 0,-2 1 0,5 3 0,0 1 0,-9-5 0,-2 0 0,-5-1 0,-1 2 0,8 3 0,0 0 0,-10-5 0,-3 0 0,2 2 0,-4 0 0,3 2 0,2-1 0,-6 0 0,12 8 0,-8-2 0,-7 0 0,-2 0 0,-1 0 0,1 1 0,5 0 0,6 3-594,-2 0 1,7 1 0,0 2 0,-6-2 593,6 1 0,-4 0 0,-2-2 0,-2 1 0,-1 0 0,1 1 0,0 2 0,2 0 0,-1 3 0,-1 1 0,0 1 0,1 1 0,2 0 0,1 0 0,3 0-289,-8 0 0,5-1 0,0 1 1,-4 1 288,5-1 0,-3 0 0,-3 1 0,0-1 0,0 1 0,2 0 0,4 1 0,-12 2 0,4 0 0,2 1 0,1 0 0,-3-1 0,1 1 0,-1 0 0,2 0 0,-1 0 0,1 0 0,0 0 0</inkml:trace>
  <inkml:trace contextRef="#ctx0" brushRef="#br0" timeOffset="65200">6466 5544 5734,'26'1'0,"2"-1"0,6-2 0,9-2 0,-5 1 0,-7 0 0,0 0-1093,9-1 1,6 0 0,-6 0 488,-14 1 1,-3 0 603,1 1 0,0 0 46,23-3-46,-2 3 596,-2 0-596,-16 2 0,-1 0 0,11 2 0,7-1 0,-18 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01T02:30:10.1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9825 4733 24575,'-17'0'0,"-10"0"0,24 0 0,-24-14 0,11 11 0,-14-10 0,0 13 0,-14-14-561,11 11 561,-10-10 0,13-1 0,0 11 0,-13-10 0,10 13 0,-11 0 0,14-14 0,14 11 0,-11-10 0,10 13 0,1 0 0,-11 0 0,24 0 561,-11 0-561,14 0 0,-13 0 0,10 0 0,-10 0 0,13 0 0,0 0 0,0 13 0,0-10 0,-14 11 0,11-1 0,-10-10 0,13 24 0,0-24 0,-14 24 0,11-10 0,-10 13 0,13-14 0,0 11 0,0-11 0,-14 14 0,11 0 0,-10 0 0,13 0-490,0 13 490,0-9 0,0 22 0,0-22-1279,0 22 1279,0-9 0,0 13 0,0 13 0,0-10 0,0 10-2460,0 1 2460,-14-11 0,13-20 0,-1 0 0,-11 21 0,13 9-1743,0-13 1743,0 0-699,0-14 699,0 11 390,0-24-390,-14 10 2149,11-13-2149,-10 0 0,13 0 0,0 0 0,0 0 1964,0-13-1964,0 9 1398,0-22-1398,0 22 770,0-22-770,0 9 0,0-13 0,0 13 0,0-9 0,13 9 0,-10-13 0,11 0 0,-14 0 0,13 13 0,-10-9 0,24 9 0,-10-13 0,13 0 0,0 0 0,-1 0 0,1 0 0,0 0 0,0 0 0,0 0 0,0 0 0,0 0 0,-13 0 0,9 0 0,-22 0 0,22 0 0,-22 0 0,9 0 0,0 0 0,-9 0 0,9-13 0,-13-4 0,0-13 0</inkml:trace>
  <inkml:trace contextRef="#ctx0" brushRef="#br0" timeOffset="916">7638 5062 24575,'-13'47'0,"9"9"0,-9-23-1602,13 24 1602,13-24 0,-9 24 0,9-24 160,-13 10-160,0-13 0,0 0 350,0-13-350,0 10 0,0-11 0,0 1 806,0-4-806,0 1 286,0-11-286,0 10 0,13-13 0,-9 0 0,9 0 0,-13 0 0,0-13 0,0 10 0,-13-24 0,9 10 0,-9-13 0,13-13 0,0 10 0,0-10 0</inkml:trace>
  <inkml:trace contextRef="#ctx0" brushRef="#br0" timeOffset="1258">7818 4792 24575,'16'17'0,"-2"10"0,-14-11 0,0 14 0,-14 0 0,11 14-842,-24-11 842,24 10 0,-10-13 93,-1 0-93,11 0 0,-10 0 0,13 0 0,0-14 0,0 11 0,0-24 0,0 24 631,13-24-631,4 24 118,13-24-118,-14 24 0,11-24 0,-10 11 0,13-1 0,0-10 0,-1 24 0,1-24 0,-13 11 0,10-1 0,-24-10 0,24 10 0,-24-13 0,10 14 0,-13-11 0,0 24 0,0-24 0,-13 24 0,10-24 0,-24 24 0,10-11 0,-26 1-934,10 10 934,-10-11 0,-1 14 0,11-13 0,-10 9 0,26-22 0,4 9 0</inkml:trace>
  <inkml:trace contextRef="#ctx0" brushRef="#br0" timeOffset="2926">9405 8027 24575,'-30'0'0,"14"0"0,-11 0 0,10 0 0,-13 0 0,14 0 0,-11 0 0,24 0 0,-24 0 0,24 0 0,-10 0 0,-1 0 0,11 0 0,-10 0 0,13 0 0,0 0 0,-14 0 0,11 0 0,-10 0 0,13 0 0,0 0 0,-14 0 0,11 0 0,-10 0 0,13 0 0,0 0 0,-14 0 0,11 14 0,-10-11 0,13 10 0,-14-13 0,11 0 0,-24 14 0,24-11 0,-24 24 0,24-11 0,-23 1 0,9 9 0,0-9 0,-9 13 0,22 0 0,-22 0-780,22 13 780,-22-9 0,9 9 0,0 0 0,-9-10 0,22 24-1711,-22-10 1711,23 12 0,-24 1 0,24 0 0,-11 0 0,1 0 0,10 0 0,-24 0 0,24 0 0,-24 0 0,24 0 0,-11-1 0,14 1 0,0-13 0,-13 10-658,10-24 658,-11 10 0,28-13 0,-11 13 0,10-9-258,-13 9 258,0-13 676,0-14-676,0 11 1688,14-10-1688,-11 13 0,10 13 213,-13-10-213,0 10 0,14-13 0,-11 0 0,10 14 0,-13-11 0,0 24 0,0-24 0,14 23 0,-11-9-954,10 0 954,-13 9 0,14-9 0,-11 13 0,10-14 0,-13 11 0,0-11-1671,14 14 1671,-11 0 0,10 0-2037,-13 13 2037,0-9 0,0 9 0,0-13 0,0 0-1077,0-1 1077,0 1 0,0 0-171,-13-13 171,10 9 0,-24-9 0,24 13 0,-24-13 0,24 9 0,-24-9 0,24-1 1349,-24-2-1349,10-14 0,1 0 0,-11-1 0,24 1 2050,-24-13-2050,24-4 1820,-24 1-1820,24-11 1521,-24-3-1521,24-3 0,-24-11 0,24 1 0,-24-4 0,24-13 0,-10 14 0,13-11 0,0 11 0,0-1 0,0-10 0,0 24 0,0-10 0,0 13 0,13 0 0,-10 0 0,24 0 0,-24 13 0,24 4 0,-24 13 0,24 0 0,-24 13 0,24 3-1810,-24 14 1810,11 0-2655,-1 13 2655,-10 4-1704,4-27 1,-1 3 1703,-4 0 0,-4 1 0,-4 5 0,-1 1 0,5 6 0,1 2-1852,-5-1 0,-1 2 1852,-1 12 0,2 1-1186,4 1 0,1 0 1186,-3-23 0,-1 0 0,1 0-205,-1 0 0,0 0 0,1 0 205,3 4 0,0 1 0,0-1-297,-3-3 0,-2-1 0,3 2 297,2 6 0,1 1 0,1 0-89,-1-3 0,0-1 1,0 1 88,0 3 0,0 1 0,0 0 0,0 0 0,0 0 0,0 0 0,0 0 0,0 0 0,0 0-222,-1-5 1,1 0 0,1 1 221,2 3 0,3 0 0,-2-1 0,-3-6 0,-1-1 0,2-1 0,6 5 0,2-1 0,-1 0 30,-3-3 1,-1-1 0,1-1-31,1 25 0,2-1 485,4-1 0,1-1-485,-6-13 0,0 0 0,6 6 0,2-1 389,-1-18 0,0-1-389,0 12 0,0-2 0,0-16 0,0-3 765,-1 1 0,2-2-765,6 0 0,-1-1 2248,-1 20-2248,20 10 0,-23-26 0,13 9 1394,-13-22-1394,9 9 3326,-22-26-3326,9-4 681,-26-13 1,9-13-1,-9-4 1</inkml:trace>
  <inkml:trace contextRef="#ctx0" brushRef="#br0" timeOffset="3452">7279 11202 24575,'-17'0'0,"4"14"0,13 2 0,0 1 0,0 23 0,0-20-788,0 36 788,0-22-1065,0 22 1065,13-9-1622,-10 13 1622,11 0 0,-14 0-2039,0 13 2039,13-10 0,-10 10-881,10-13 881,-13-13 0,0 9 58,14-22-58,-11 22 1169,10-36-1169,-13 20 2087,0-23-2087,14-1 1639,-11-2-1639,10-14 1205,-13-14-1205,0-2 237,0-14-237,0 0 0,-13-13 0,-4-4 0</inkml:trace>
  <inkml:trace contextRef="#ctx0" brushRef="#br0" timeOffset="3889">7189 11352 24575,'13'-17'0,"-10"4"0,11 13 0,-1 0 0,-10-13 0,24 10 0,-10-24 0,12 24 0,1-24 0,0 24 0,0-24 0,0 24 0,0-11 0,-13 1 0,10 10 0,-11-11 0,14 14 0,0 0 0,0 0 0,-13 0 0,9 0 0,-9 0 0,13 0 0,-13 14 0,9-11 0,-23 10 0,11 1 0,-1 2 0,-10 14 0,11 0 0,-14 0 0,0 0-497,0 13 497,0-9-1301,0 22 1301,0-9 0,-14-1 0,11 11 0,-10-10 0,13-1 0,0 11 0,0-11 0,0 1 0,0 10 0,0-24-274,0 10 274,0-13 0,0 0 0,0 0 0,0-13 458,0 9-458,0-22 1314,0 22-1314,-14-23 300,11 24-300,-23-24 0,9 24 0,-13-24 0,0 24-800,-13-10 800,9-1 0,-22 11-1604,9-10 1604,1 13 0,2-14 0,1 11-117,23-24 117,-20 10 0,37-13 0,-10 0 730,13 0-730,13 0 414,-10-13 1,24-4 0,-11-12 0</inkml:trace>
  <inkml:trace contextRef="#ctx0" brushRef="#br0" timeOffset="-63480.19">8178 5383 5734,'-8'-1'0,"1"0"0,-9 6 0,6 2 0,-7 4 0,1 8 0,4-4 0,-3 10 0,2 2 0,3-6-207,-8 22 207,18-35 0,3-1 0,1-3 0,2-1 0,4-6 0,-1-2 0,4-3 0,4-13 0,-6 6-14,5-11 14,-9 10 0,-2 0 0,1 0 0,-1-6 0,-1 7 0,-1-3 0,0 6 0,-2 4 0,0 1 221,0 5-221,-2 2 0,0 6 0,0 0 0,-1 4 0,2 13 0,0-7 0,3 23 0,-1-22 0,5 18 0,-2-23 0,3 4 0,2-10 0,-4-5 0,5-2 0,-6-6 0,1-1 0,1-2 0</inkml:trace>
  <inkml:trace contextRef="#ctx0" brushRef="#br0" timeOffset="-63020.2">8403 5236 5734,'-2'8'0,"-2"9"0,2-1 0,-1 7 0,1 5 0,1-6 0,-1 7 0,1 0 0,0-7 0,1 4 0,0-9 0,1 7 0,-2-3 0,0-1 0,-1-7 0,-1-10 0,0 0 0,-4-2 0,2-1 0,-1-1 0,2 0 0,2 0 0,3-2 0,3 3 0,3-1 0,2 0 0,2 1 0,17-8 0,-8 1 0,11-7 0,-5-3 0,-1-3 0,0-1 0,1-10 0,-13 11 0,5-14 0,-10 15 0,-1-5 0,-8 7 0,-2 5 0,-4 0 0,-9 10 0,2 4 0,-8 5 0,1 11 0,6-1 0,-1 9 0,11 18 0,4-15-534,6-1 1,2-1 533,6-3 0,6-4 0,4-2 0,1-10 0,1-2 0,-2 3 0,0-2-422,22-8 422,-27-4 0,-4-3 0,-4-2 0</inkml:trace>
  <inkml:trace contextRef="#ctx0" brushRef="#br0" timeOffset="-61230.2">7892 12226 5734,'6'-8'0,"11"-13"0,2-3 0,-2 2 0,3-3 0,-1-1 0,-6-9 0,-8 12 0,0-12 0,-13 11 0,0 7 0,-7-2 0,-20 11 0,15 8-341,-16 5 341,21 7 0,2 3 0,-2 14 0,7-4 0,0 10 0,9 6 0,3-9 0,5 9 0,10-4 0,-1-11 0,8 3 0,9-11 0,-8-9 0,12-3 0,-13-12 0,0-5 0,7-5 0,1-11 0,-2-6-447,-8-4 447,-4-5 0,-4-2 0,-10 20 0,-3-1 0,0-10 0,-1-5 0,-1 2-1296,-4-7 1,0 1 1295,0-3 0,-1 3 0,-1 9 0,1 6 71,-2 7-71,1 6 0,-4 6 0,2 8 0,-5 16 0,6 5 328,-2 12-328,7-2 0,1 6 0,2-4 0,1 3 0,0-2 245,0 10 0,0 0-245,2 5 0,1-3 0,2 1 185,-2-13-185,3 13 0,-6-28 0,-6-2 0,-1-18 0,-16-20 0,9 7 0,-12-25 0,15 24 0,1-19 0,10 23 0,5-6 0,15 9 0,-1 1 0,9 0 0,9 3-312,-9 2 312,11-1 0,-1 3 0,-12 1 2215,7 0-2215,-9 2 0,-8 0 0,3 6 0,-27 8 0,1-1 0,-17 8 0,-15 9 0,12-10 0,6-5 0,0 1 0,-3 5-264,7-7 264,-1 4 391,19-5-391,1-11 0,11 0 0,14-26 0,-10 5 0,11-14 0,-16 12 0,-1-1 0,3-6 0,-1-1 0,-1 1 0,-5 8 0,4-11 0,-11 22 275,0 2-275,-7 21 0,0-1 0,-3 12 0,1 4 0,-1 2 0,1 2 0,2-1-861,1-1 861,2 8 0,4-8 0,0-11 0,3 3 0,7-14 0,-3-7 0,7-4 0,-1-16 0,-1-4 0,3-4-536,-2-1 0,-2 0 536,-2-3 0,-1 0 0,-3 4 0,-1 0 0,1-4 77,-1 3 0,-1 2-77,-2 11 0,8 21 0,-9 6 0,6 24 0,-7-11 0,0 1 0,0 2 0,1 6 434,0-7 0,0-1-434,4 8 163,-1-12-163,1 3 0,-1-13 0,-1-7 0,4-8 0,-2-8 0,1-5 0</inkml:trace>
  <inkml:trace contextRef="#ctx0" brushRef="#br0" timeOffset="-61110.19">8793 12012 5734,'-9'-18'0,"3"1"0,2 1 0,4-1 0,-1-1 0,1-2 0</inkml:trace>
  <inkml:trace contextRef="#ctx0" brushRef="#br0" timeOffset="-60930.2">8833 11425 5734,'-13'-8'0,"4"2"0,-2-1 0,4 0 0,4 4 0,1-2 0,6 6 0,1 0 0,3 5 0,1 2 0,0 4 0,0 7 0,-3 8 0,-2 3 0,1 12 0,-2-6 0,-1 0 0,-1 8 0</inkml:trace>
  <inkml:trace contextRef="#ctx0" brushRef="#br0" timeOffset="-60490.19">8979 11436 5734,'-4'-2'0,"0"13"0,2 9 0,1 14-1639,0-5 1,1 1 1491,0-6 1,0 2 146,0 8 0,-1 8 0,0 0 0,1-5-910,-1 1 1,1 0 909,-1 6 0,0 5 0,0-5 0,1-5 0,1-4 411,-1-8 0,1-1-411,0 14 0,0-3 0,0 0 0,0 5 0,-7-19 0,-1-12 0,-4-5 0,0-10 0</inkml:trace>
  <inkml:trace contextRef="#ctx0" brushRef="#br0" timeOffset="-60360.19">9222 12322 5734,'6'7'0,"1"-1"0,-1-13 0,-5-5 0,-1-7 0,-8-1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01T02:31:50.2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21925 3025 24575,'-16'-16'0,"3"2"0,-1 14 0,11 0 0,-24-13 0,24 10 0,-10-11 0,-1 14 0,11 0 0,-24-13 0,24 10 0,-24-11 0,24 14 0,-24-13 0,11 10 0,-1-11 0,-9 14 0,22 0 0,-22 0 0,9-13 0,-13 10 0,13-11 0,-9 14 0,9 0 0,-13 0 0,0 0 0,14 0 0,-11-13 0,10 10 0,-13-10 0,0 13 0,0-14 0,14 11 0,-11-10 0,11 13 0,-1 0 0,-10 0 0,24 0 0,-24 0 0,24 0 0,-24-14 0,24 11 0,-24-10 0,24 13 0,-24 0 0,24 0 0,-24 0 0,24 0 0,-23 0 0,9 0 0,0 0 0,-9 0 0,22 13 0,-22-10 0,9 11 0,0-14 0,-9 0 0,22 0 0,-22 0 0,9 0 0,1 0 0,-11 13 0,24-10 0,-24 11 0,10-14 0,1 0 0,-11 0 0,10 0 0,1 13 0,-11-10 0,11 10 0,-14-13 0,13 0 0,-10 0 0,11 14 0,-14-11 0,13 10 0,-10-13 0,11 0 0,-14 0 0,0 0 0,13 14 0,-9-11 0,9 10 0,-13-13 0,0 0 0,13 0 0,-9 0 0,9 0 0,-13 14 0,14-11 0,-11 10 0,10-13 0,-13 0 0,14 0 0,-11 14 0,24-11 0,-24 10 0,24-13 0,-24 0 0,24 14 0,-24-11 0,24 10 0,-24-13 0,11 14 0,-1-11 0,-10 24 0,24-24 0,-24 10 0,11 0 0,-1-9 0,-9 22 0,22-22 0,-22 22 0,9-22 0,0 9 0,-9 0 0,22-9 0,-22 22 0,9-9 0,0 0 0,-9 9 0,22-23 0,-22 37 0,9-33 0,1 33 0,-11-23 0,24-1 0,-11 11 0,14-24 0,0 24 0,-13-24 0,10 11 0,-11-1 0,14-10 0,0 24 0,0-24 0,0 24 0,14-24 0,-11 24 0,10-24 0,-13 24 0,0-11 0,0 1 0,14 10 0,-11-11 0,10 1 0,1 9 0,-11-9 0,24 0 0,-24 9 0,10-22 0,0 22 0,-9-22 0,9 22 0,0-22 0,-9 22 0,22-22 0,-22 22 0,22-22 0,-9 22 0,0-23 0,9 24 0,-22-10 0,22-1 0,-22 11 0,22-24 0,-23 24 0,24-24 0,-24 11 0,24-1 0,-24-10 0,24 11 0,-24-1 0,11-10 0,-1 10 0,-10-13 0,24 14 0,-24-11 0,24 10 0,-24-13 0,24 14 0,-24-11 0,24 10 0,-24 1 0,24-11 0,-11 10 0,1 1 0,10-11 0,-11 10 0,1-13 0,10 14 0,-11-11 0,1 10 0,9-13 0,-9 14 0,0-11 0,9 10 0,-9-13 0,0 0 0,9 14 0,-9-11 0,13 10 0,-14-13 0,11 0 0,-10 0 0,-1 0 0,11 13 0,-10-9 0,-1 9 0,11-13 0,-10 0 0,-1 0 0,11 13 0,-11-9 0,14 9 0,-13-13 0,10 0 0,-11 0 0,14 0 0,-13 0 0,10 13 0,-11-9 0,14 9 0,-13-13 0,9 0 0,-9 0 0,13 0 0,0 0 0,0 0 0,-13-13 0,9 9 0,-9-9 0,13 13 0,0 0 0,0 0 0,0 0 0,0 0 0,0 0 0,-1 0 0,1-13 0,0 9 0,0-9 0,0 13 0,0 0-582,13-13 582,-9 9 0,9-22 0,-13 23 0,13-24 0,-9 24 0,9-24 0,0 24 0,-10-24 0,11 24 0,-14-24 0,0 24 0,13-24 0,-10 10 0,10 1 0,-13-11 0,0 11 0,0-1-101,-13-10 101,9 11 0,-9-14 0,13 13 0,-13-10 0,9 11 0,-22-14 0,22 0 0,-9 0 0,0 0-674,-4-13 674,0 9 0,-10-9 0,11 0 0,-1 10-743,-10-24 743,11 10 0,-14 1 0,-14-11 0,11 11 0,-10-1 0,0-10 0,9 11 0,-9-1 0,0-9 0,9 22-502,-22-9 502,9 13 0,-26 0 0,9 14 0,-22 2 0,9 14 0</inkml:trace>
  <inkml:trace contextRef="#ctx0" brushRef="#br0" timeOffset="4965">22195 4972 24575,'0'0'0</inkml:trace>
  <inkml:trace contextRef="#ctx0" brushRef="#br0" timeOffset="11904">21836 5002 24575,'-14'-17'0,"11"4"0,-10 13 0,13 0 0,-14 0 0,11 0 0,-24 0 0,24 0 0,-10-13 0,-1 10 0,11-11 0,-24 14 0,24 0 0,-23 0 0,22 0 0,-22 0 0,22-13 0,-22 10 0,22-11 0,-22 14 0,22 0 0,-22 0 0,22 0 0,-9-13 0,0 10 0,9-11 0,-22 14 0,22 0 0,-22 0 0,23 0 0,-24-13 0,24 10 0,-24-11 0,24 14 0,-24 0 0,10 0 0,1-13 0,-11 10 0,24-11 0,-24 14 0,24 0 0,-24 0 0,24 0 0,-24-13 0,24 10 0,-24-11 0,24 14 0,-24 0 0,24 0 0,-24 0 0,24 0 0,-24 0 0,24 0 0,-24 0 0,11-13 0,-1 10 0,-9-10 0,22 13 0,-22 0 0,9 0 0,0 0 0,-9 0 0,22 0 0,-22 0 0,9 0 0,0 0 0,-9 0 0,9 0 0,1 0 0,-11 0 0,10 13 0,1-10 0,-11 10 0,10-13 0,-13 0 0,14 0 0,-11 0 0,24 0 0,-24 0 0,11 0 0,-1 0 0,-10 0 0,11 14 0,-1-11 0,-10 10 0,11-13 0,-1 0 0,-9 0 0,22 14 0,-22-11 0,9 10 0,0-13 0,-9 14 0,22-11 0,-22 10 0,22-13 0,-22 14 0,22-11 0,-22 10 0,22-13 0,-22 0 0,23 14 0,-24-11 0,10 10 0,1 1 0,-11-11 0,24 10 0,-24 0 0,10-9 0,1 9 0,-11 0 0,10-9 0,1 22 0,-11-9 0,24 0 0,-24 9 0,24-22 0,-24 22 0,11-22 0,-1 22 0,-10-22 0,24 22 0,-24-9 0,24-1 0,-23 11 0,22-24 0,-9 24 0,0-10 0,9-1 0,-22 11 0,22-24 0,-9 24 0,0-10 0,9-1 0,-9 11 0,0-11 0,9 1 0,-9 10 0,13-11 0,0 14 0,0-13 0,0 10 0,0-11 0,0 14 0,0 0 0,0 0 0,13 0 0,-9-13 0,9 9 0,0-9 0,4 13 0,0 0 0,9 0-679,-9 0 679,13 0 0,0 0 0,0 0 0,0-14 0,0 11 0,0-11 0,0 14 0,13 0-1335,-10 0 1335,24-13 0,-24 10 0,24-24 0,-11 24-1641,14-24 1641,0 10 0,13-13 0,-10 0 0,-19 0 0,-1 0-2030,20 0 2030,-20 1 0,1-2-1637,32-12 1637,-31 12 0,0-1 0,0-11 0,0-1 0,0 6 0,0-1 0,31-21 0,-32 16 0,-1-2 0,20-14 0,10 0 0,1 1 0,-11-15 0,10 11 0,-13-24 0,-14 11 0,-16 10 0,-3-1 0,6-27 0,-11 28 0,0-1 0,8-36 0,-14 10 0,11-11 0,-24 1 0,10 10-563,-26-10 563,10 13 76,-24 13-76,11-9 1036,-1 22-1036,-10-9 0,11 13 2234,-1 0-2234,-10 14 1917,24-11-1917,-10 24 1624,13-24-1624,-14 24 998,11-11-998,-10 14 0,13 0 0,0 0 0</inkml:trace>
  <inkml:trace contextRef="#ctx0" brushRef="#br0" timeOffset="92579">2306 2217 24575,'0'-17'0,"0"4"0,0 13 0,0 0 0,0 13 0,0-10 0,0 24 0,0-11 0,0 14 0,0 0 0,0 0 0,0 14 0,0-11 0,0 23 0,0-22 0,0 22 0,0-9-1332,14-1 1332,-11 11 0,10-24-823,-13 11 823,14-1 0,-11-10 0,10 10 0,-13-13 0,0-13 0,0 10 0,14-11 1274,-11 1-1274,10-4 881,-13 1-881,0-11 0,0 10 0,0-13 0,0 0 0,0 14 0,0-38 0,0 31 0,-13-34 0,10 14 0,-11 10 0,1-24 0,10 10 0,-11-26 0,14 10 0,0-10 0</inkml:trace>
  <inkml:trace contextRef="#ctx0" brushRef="#br0" timeOffset="93024">2306 2007 24575,'47'-17'0,"-4"4"0,-13 13 0,0 13 0,0-9 0,-13 9 0,9 0 0,-22-10 0,22 11 0,-22-1 0,9 4 0,-13-1 0,0 11 0,0-10 0,0 13 0,0 0 0,0 0 0,-13-1 0,9-12 0,-22 10 0,22-11 0,-22 14 0,22 0 0,-22-13 0,22 10 0,-22-11 0,9 1 0,-13 9 0,0-9 0,0 0 0,0 9 0,14-22 0,-11 9 0,24-13 0,-11 13 0,14-9 0,0-4 0,0-4 0,0-9 0,14 0 0,-11-4 0,24 0 0,-11-9 0,14 9 0,0 0 0,0 4 0</inkml:trace>
  <inkml:trace contextRef="#ctx0" brushRef="#br0" timeOffset="93480">2756 2067 24575,'16'30'0,"-2"0"0,-14 0 0,0 0 0,0 0 0,0-1 0,0 1 0,0 0 0,0 0 0,13 0 0,-10 0 0,11-13 0,-14 9 0,0-22 0,0 22 0,13-22 0,-10 9 0,11-13 0,-14 13 0,0-23 0,13 20 0,-10-36 0,24 22 0,-24-22 0,24 9 0,-24-13 0,10 0 0,1 0 0,-11 0 0,10 0 0,1-13 0,-11 23 0,10-20 0,-13 24 0,0-14 0,0 13 0,0-10 0,0 24 0,0-10 0,0 13 0,0-14 0,0 38 0,0-31 0,0 47 0,0-23 0,14 13 0,-11 0 0,10 0 0,-13-1 0,0 1 0,0 0 0,0 0 0,0-13 0,0 10 0,0-11 0,14 1 0,-11 9 0,10-22 0,-13 22 0,0-22 0,14 9 0,-11-13 0,10 0 0,-13 0 0,0 0 0</inkml:trace>
  <inkml:trace contextRef="#ctx0" brushRef="#br0" timeOffset="93762">3235 1558 24575,'0'63'0,"0"7"0,0-24-3325,0 14 3325,0 0 0,0-13 0,0 9 0,13-9 0,-9 13 0,9 0 0,0-14 0,-10 11 1,11-24-1,-1 10 501,-10-13-501,11 0 0,-14 0 0,0-13 0,13 9 0,-10-22 0,11 9 1635,-14 0-1635,0-9 873,0 9-873,0-13 315,0 0-315,13-13 0,-10 9 0,11-22 0,-14 9 0</inkml:trace>
  <inkml:trace contextRef="#ctx0" brushRef="#br0" timeOffset="94214">3594 2007 24575,'-16'16'0,"-11"11"0,10-10 0,1-1 0,-11 11 0,24-24 0,-10 24 0,13-10 0,0-1 0,0 11 0,0-24 0,0 24 0,13-24 0,-10 24 0,24-24 0,-11 24 0,1-24 0,10 10 0,-11 1 0,14-11 0,-13 10 0,10 1 0,-24-11 0,24 10 0,-24-13 0,10 0 0,0 0 0,-9 14 0,9-11 0,-26 10 0,9-13 0,-9 0 0,0 0 0,-4 14 0,1-11 0,-11 10 0,10 0 0,-13-9 0,14 22 0,-11-22 0,24 9 0,-11-13 0,14 0 0,-13 0 0,10 0 0,3-13 0,16-4 0</inkml:trace>
  <inkml:trace contextRef="#ctx0" brushRef="#br0" timeOffset="94576">4223 2157 24575,'0'-30'0,"0"13"0,0-10 0,0 24 0,-13-24 0,10 24 0,-11-10 0,1 13 0,10-14 0,-24 11 0,24-10 0,-24 26 0,24-10 0,-24 24 0,11-10 0,-14 13 0,13 0-922,-10 0 922,11 13 0,-1-10 0,4 24 0,13-24 0,0 24 0,0-24 0,0 10-282,0-13 282,13 0 0,4 0 0,13 0 0,-14-13 0,24-4 0,-20-13 0,23 0 0,1-13-868,-11 9 868,10-36 0,-13 20 0,0-23 0</inkml:trace>
  <inkml:trace contextRef="#ctx0" brushRef="#br0" timeOffset="95118">2666 2816 24575,'16'13'0,"-2"-10"0,-1 11 0,-10-1 0,37-10 0,-20 10 0,37-13-1737,-11 14 1737,14-11 0,0-3-2600,14-3 2600,2-11-1395,-32 14 1,2 0 1394,-2 0 0,2 0 0,5 1 0,1-2 0,-5-5 0,-1-1 0,5 5 0,1 1 0,0-6 0,-1 1 0,-4 5 0,0 2 0,-2-1 0,0 0-936,-2 0 1,0 0 935,34 0 0,-1-14 0,-3 11-10,-26-10 10,10-1 1255,-24 11-1255,10-24 2574,-13 24-2574,-13-24 0,9 11 0,-9-14 0</inkml:trace>
  <inkml:trace contextRef="#ctx0" brushRef="#br0" timeOffset="95704">3984 2306 24575,'30'-16'0,"0"-11"0,0 24 0,-14-24 0,11 24 0,-11-24 0,14 24 0,0-24 0,0 24 0,-13-24 0,10 24 0,-11-24 0,1 24 0,10-24 0,-24 24 0,23-10 0,-22-1 0,9 11 0,-13-10 0,0 13 0,0 0 0,0-14 0,0 11 0,0-10 0,0 13 0,-13 0 0,9 0 0,-9 0 0,0 0 0,10 0 0,-11 0 0,14 0 0</inkml:trace>
  <inkml:trace contextRef="#ctx0" brushRef="#br0" timeOffset="117985">10603 2276 24575,'-16'14'0,"2"-11"0,14 10 0,0-13 0,0 0 0,-13 0 0,10 0 0,-11 0 0,1 0 0,10 0 0,-11 0 0,1 0 0,10 0 0,-24 0 0,11 0 0,-1 0 0,-10 0 0,11 0 0,-14 0 0,-14 0-1039,11 0 1039,-23 0 0,9 0 0,-13 0 0,13 0-1412,-9 0 1412,9 0 0,-13 0 0,0 0 0,1 0 0,12 0 0,-10 0 0,24 0 0,-23-13-706,22 10 706,-9-11-202,13 14 202,0 0 0,0 0 0,0 0 915,14 0-915,-11 0 1413,24 0-1413,-24 0 792,24 0-792,-11 0 239,1 0-239,10 0 0,-11 0 0,1 0 0,10 0 0,-11 14 0,14-11 0,0 10 0,0-13 0,0 0 0,0-13 0,0 10 0,0-11 0,0 14 0,0 0 0,0 0 0</inkml:trace>
  <inkml:trace contextRef="#ctx0" brushRef="#br0" timeOffset="118477">9465 1917 24575,'-17'17'0,"-9"-4"0,23-13 0,-24 0 0,10 13 0,1-9 0,-11 9 0,10 0 0,-13 4 0,14-1 0,-11 11 0,10-10 0,-12 13 0,12 0 0,-10 0 0,24 0 0,-10 0 0,-1-1 0,11-12 0,-10 10 0,13-11 0,0 14 0,13-13 0,-10 10 0,11-11 0,-1 1 0,4-4 0,26 0 0,-10-9 0,10 9 0,-13-13 0,0 0 0,0 13 0,0-9 0,0 9 0,0-26 0,0-4 0</inkml:trace>
  <inkml:trace contextRef="#ctx0" brushRef="#br0" timeOffset="119600">13509 2217 24575,'-17'0'0,"4"0"0,13 0 0,0 0 0,13 0 0,-10 0 0,11 0 0,-14 0 0,13 0 0,-10 13 0,24-10 0,-10 10 0,13-13 0,0 0 0,-1 0-499,15 0 499,-11 0-1236,24 0 1236,-11 0 0,14 0-1769,0 0 1769,0 14 0,0-11 0,0 10 0,0-13-1970,13 0 1970,-10 0 0,10 0 0,-13 0 0,0 0-1135,0 14 1135,0-11-137,-13 10 137,9-13 0,-9 0 0,-1 0 696,-2 0-696,-1 0 1894,-23 0-1894,20 0 1777,-24 0-1777,1 0 1385,10 0-1385,-24 0 994,24 0-994,-24 0 0,10 0 0,-13 0 0,0 0 0,-13 0 0,10-13 0,-11 10 0,1-11 0,10 14 0,-11 0 0,1-13 0,-4-4 0</inkml:trace>
  <inkml:trace contextRef="#ctx0" brushRef="#br0" timeOffset="119785">15126 2157 24575,'0'16'0,"0"11"0,13-24 0,-9 24 0,-4-24 0,-4 24 0,-9-24 0,13 24 0,0-11 0,-13 1 0,10 10 0,-11-24 0,1 10 0,10-13 0,-11 0 0</inkml:trace>
  <inkml:trace contextRef="#ctx0" brushRef="#br0" timeOffset="120988">5961 1408 24575,'0'16'0,"0"11"0,0-24 0,0 24 0,0-10 0,0 13 0,0 0 0,0 0 0,13-1 0,-10 1 0,11 0 0,-14 0 0,0 0 0,0-13 0,0 10 0,13-11 0,-10 1 0,11-4 0,-14 0 0,0-9 0,0 9 0,0-13 0,13 0 0,-10 13 0,-3-9 0,-3 9 0,-10-13 0,13 0 0,0 0 0,-14-13 0,-2-4 0</inkml:trace>
  <inkml:trace contextRef="#ctx0" brushRef="#br0" timeOffset="121655">5931 1528 24575,'30'0'0,"-14"0"0,11 13 0,-10-10 0,12 11 0,1-14 0,0 0 0,0 0 0,-13 0 0,10 13 0,-11-10 0,1 11 0,10-14 0,-24 0 0,23 0 0,-22 0 0,9 13 0,-13-10 0,13 10 0,-9-13 0,9 0 0,-13 0 0,0 0 0,0-13 0,0 10 0,0-10 0,0 13 0,0 0 0,0 13 0,0-10 0,0 10 0,0-13 0,0 14 0,0-11 0,0 24 0,0-11 0,0 1 0,0 10 0,0-24 0,0 24 0,0-11 0,0 1 0,0-4 0,0 0 0,0-9 0,0 9 0,0 0 0,0-9 0,0 9 0,0-13 0,0 0 0,0-13 0,0 9 0,-13-9 0,9 0 0,-9-4 0,13 1 0,0-11 0,0 10 0,13 1 0,-9-11 0,9 10 0,-13 1 0,0-11 0,0 24 0,0-24 0,13 24 0,-9-10 0,9-1 0,-13 11 0,0-10 0,13 13 0,-9 0 0,9 0 0,0 0 0,-9 0 0,22 0 0,-22 0 0,9 0 0,-13 0 0,0 13 0,13-10 0,-10 11 0,11-14 0</inkml:trace>
  <inkml:trace contextRef="#ctx0" brushRef="#br0" timeOffset="122170">6560 1677 24575,'0'30'0,"0"0"0,0-13 0,0 10 0,0-11 0,0 1 0,0-4 0,0 0 0,0-9 0,0 9 0,0-13 0,13 0 0,-10 0 0,11 0 0,-14 0 0,0 0 0,13-13 0,-10-4 0,11 0 0,-1-9 0,-10 9 0,11-13 0,-14 0 0,0 14 0,13-11 0,-10 10 0,10 1 0,-13-11 0,0 24 0,0-24 0,0 24 0,0-10 0,0 13 0,0 0 0,0 13 0,14-10 0,-11 24 0,10-11 0,-13 1 0,0 10 0,14-11 0,-11 1 0,10 10 0,-13-24 0,0 24 0,0-24 0,0 24 0,0-24 0,0 10 0,0 0 0,14-9 0,-11 9 0,10-13 0,-13 0 0,0 0 0</inkml:trace>
  <inkml:trace contextRef="#ctx0" brushRef="#br0" timeOffset="122512">6919 1737 24575,'0'17'0,"0"-4"0,0-13 0,0 0 0,0-13 0,0 10 0,0-24 0,0 24 0,0-24 0,0 24 0,0-24 0,0 24 0,13-24 0,-9 24 0,9-24 0,-13 24 0,13-10 0,-9-1 0,9 11 0,0-10 0,-9 13 0,9 0 0,0 0 0,-9 0 0,9 0 0,0 13 0,-9-10 0,9 11 0,0-1 0,-9 3 0,9 1 0,0 10 0,-10-24 0,11 24 0,-14-11 0,0 14 0,0-13 0,0-4 0,13-13 0,4 0 0</inkml:trace>
  <inkml:trace contextRef="#ctx0" brushRef="#br0" timeOffset="122805">7458 1468 24575,'-16'0'0,"-11"13"0,24-10 0,-24 11 0,24-1 0,-24-10 0,24 24 0,-24-10 0,24-1 0,-24 11 0,24-11 0,-10 14 0,13-13 0,0 10 0,0-11 0,0 1 0,0 10 0,13-11 0,-10 1 0,24-4 0,-24 0 0,24-9 0,-11 9 0,14-13 0,-13-13 0,10 9 0,-11-9 0,1 0 0,-4-4 0</inkml:trace>
  <inkml:trace contextRef="#ctx0" brushRef="#br0" timeOffset="123423">7788 1468 24575,'-17'16'0,"4"-2"0,-1-14 0,11 0 0,-23 13 0,22-10 0,-9 11 0,0-1 0,9-10 0,-9 24 0,13-10 0,-13-1 0,9 11 0,-9-11 0,13 14 0,0-13 0,0 10 0,0-24 0,0 24 0,13-24 0,-9 24 0,9-24 0,-13 10 0,0-13 0,13 0 0,-9 0 0,9 0 0,0-13 0,-9 10 0,22-11 0,-23 1 0,11-4 0,-1 1 0,-10-11 0,11 10 0,-1 1 0,-10-11 0,11 10 0,-14 1 0,0-11 0,0 24 0,13-24 0,-10 24 0,11-10 0,-14 13 0,0 0 0,0 13 0,0 4 0,0-1 0,0 11 0,13-24 0,-10 24 0,11-24 0,-14 24 0,13-24 0,-10 10 0,11 1 0,-1-11 0,-10 10 0,11-13 0,-1 0 0,-10-13 0,24-4 0,-11-13 0</inkml:trace>
  <inkml:trace contextRef="#ctx0" brushRef="#br0" timeOffset="123626">8117 1228 24575,'0'30'0,"0"-13"0,-13 9 0,10-9 0,-11 13 0,14 13-597,0-10 597,0 11 0,0-1 0,0-10 0,0 11 0,0-15 0,14 15 0,-11-11 0,10-3 148,-13-3-148,0-11 0,0 1 0,0 9 0,0-22 0,14 22 449,-11-22-449,10 9 0,-13-13 0,0 0 0</inkml:trace>
  <inkml:trace contextRef="#ctx0" brushRef="#br0" timeOffset="124095">8596 1558 24575,'17'-17'0,"-4"-10"0,-26 24 0,10-24 0,-11 24 0,1-10 0,10 13 0,-24 0 0,11 0 0,-1 0 0,-10 13 0,11 4 0,-14 13 0,13 0 0,-10 0 0,24-1 0,-24 1 0,24 0 0,-10 0 0,26 14-711,-10-11 711,24 10-88,-24-26 88,24 9 0,-10-9 0,26 0 0,-10-4-200,11-13 0,-1 0 1,3 0-1</inkml:trace>
  <inkml:trace contextRef="#ctx0" brushRef="#br0" timeOffset="124676">6470 2067 24575,'51'0'0,"1"0"0,1 0 0,0 0 0,7 0 0,0 0-4050,0 0 1,0 0 4049,0 0 0,0 0 0,0 0 0,0 0 0,0 0 0,0 0 0,0 0 0,-1 0-778,-5 0 0,-1 0 778,6 0 0,-2 0-20,-9 0 1,-2 0 19,-1 0 0,-1 0-639,1 1 0,-3-2 639,21-13 1688,10 11-1688,-26-10 0,10-1 0,-24 11 2846,10-23-2846,-26 22 0,9-22 0,-9 9 0</inkml:trace>
  <inkml:trace contextRef="#ctx0" brushRef="#br0" timeOffset="126924">10064 2756 24575,'-16'-14'0,"2"11"0,14-24 0,0 11 0,0-14 0,0 0 0,0 0 0,0 0-518,0-13 518,0 9 0,0-22 0,0 23 0,0-11-698,0 1 698,0 10 0,0-11 0,-13 15 0,10 12 0,-11-10 499,14 11-499,0-1 0,0 4 0,0-1 717,0 11-717,0-10 0,0 13 0,0-14 0,0 11 0,0-10 0,0 13 0,0 0 0,-13 0 0,10 0 0,-11 0 0,14 0 0,0 0 0,-13 0 0,10 0 0,-11 0 0,14 0 0,-13 0 0,10 0 0,-24 0 0,10 0 0,-13 0 0,1 0 0,-1 0 0,0 0 0,0 0-484,-14 0 484,11 0 0,-23 0 0,22 0 0,-9 0 0,13 0 0,-13 0 0,10 0 0,-11 0 0,14-14 0,0 11 0,0-10 0,0 13 0,14 0 0,-11 0 0,11 0 0,-1 0 0,-10 0 484,24 0-484,-10 0 0,-1 0 0,11 0 0,-24 0 0,24 0 0,-24 0 0,24 0 0,-24 0 0,24 13 0,-24-10 0,11 11 0,-1-14 0,4 0 0,0 0 0,9 0 0,-9 0 0,0 13 0,9-10 0,-9 11 0,13-14 0,-13 0 0,9 0 0,-9 0 0,0 0 0,9 0 0,-22 0 0,22 0 0,-9 0 0,0 0 0,9 0 0,-9 0 0,13 0 0,0 0 0,-13 0 0,10 0 0,-11 0 0,14 0 0,0 0 0,-13 0 0,10 0 0,-11 0 0,1-14 0,10 11 0,-11-10 0,14 13 0,-13 0 0,10 0 0,-24 0 0,24 0 0,-11 0 0,1 0 0,10 0 0,-11 0 0,14 0 0,-13 0 0,10 0 0,-10 0 0,13 0 0,0 13 0,0-10 0,-14 11 0,11-14 0,-10 13 0,13-10 0,0 11 0,0-1 0,0 4 0,-14-1 0,11 11 0,-10-10 0,13 12 0,0 1 0,0 0 0,0 0 0,0 0 0,0 0 0,0 0 0,0 0 0,0 0 0,0 0 0,0-13 0,0 9 0,0-9 0,0 13 0,0-13 0,0 9 0,13-23 0,-10 24 0,11-24 0,-14 24 0,0-24 0,0 11 0,13-14 0,-10 13 0,11-10 0,-14 11 0,13-14 0,-10-14 0,10-2 0</inkml:trace>
  <inkml:trace contextRef="#ctx0" brushRef="#br0" timeOffset="129166">14078 2726 24575,'-17'0'0,"4"0"0,13 0 0,0-14 0,0 11 0,0-10 0,0-1 0,0 11 0,0-24 0,0 11 0,0-14 0,0 13 0,0-9 0,0 9 0,0-13 0,0 13 0,0-9 0,0 9 0,0 0 0,0-9 0,0 23 0,0-24 0,0 24 0,0-24 0,0 24 0,0-24 0,0 24 0,0-24 0,13 24 0,-9-24 0,9 24 0,-13-24 0,0 24 0,0-10 0,0-1 0,0 11 0,0-10 0,0-1 0,0 11 0,0-10 0,0 13 0,0-14 0,13 11 0,-10-10 0,11 13 0,-14 0 0,0 0 0,0-14 0,0 11 0,0-10 0,0 13 0,0 0 0,13 0 0,-10 0 0,11-14 0,-14 11 0,0-10 0,0 13 0,0 0 0,13 0 0,-10 0 0,11 0 0,-14 0 0,0 0 0,13 0 0,-10 0 0,11 0 0,-14 0 0,13 0 0,-10 0 0,24 0 0,-24 0 0,24 0 0,-24 0 0,24 0 0,-11 0 0,14 0 0,-13 0 0,10 0 0,-11 0 0,1 0 0,10 0 0,-24 0 0,24 0 0,-11 0 0,14 0 0,0 0 0,-13 0 0,9 0 0,-9 0 0,13-14 0,-13 11 0,9-10 0,-9 13 0,-1 0 0,11 13 0,-24-10 0,24 11 0,-10-14 0,-1 0 0,11 0 0,-24 0 0,24 0 0,-10 0 0,-1 0 0,11 0 0,-11 0 0,1 0 0,10 0 0,-11 0 0,1 0 0,10 0 0,-24 0 0,24 0 0,-24 0 0,24 13 0,-24-10 0,23 11 0,-22-14 0,22 0 0,-22 0 0,22 0 0,-9 0 0,0 0 0,9 0 0,-9 0 0,0 0 0,9 0 0,-22 0 0,22 0 0,-23 0 0,11 0 0,-1 0 0,-10 0 0,11 0 0,-14 0 0,0 0 0,13 0 0,-10 0 0,11 0 0,-28 0 0,11 0 0,-10 0 0,13 0 0,0 13 0,0-10 0,0 11 0,0-14 0,0 0 0,0 13 0,0-10 0,0 11 0,0-1 0,0-10 0,0 11 0,0-1 0,0-10 0,0 11 0,0-1 0,0-10 0,0 24 0,0-24 0,0 24 0,0-11 0,0 14 0,13 0 0,-10 0 0,11 0 0,-14 0 0,0 0 0,0 0 0,0 0 0,0 0 0,13-13 0,-10 9 0,11-9 0,-14 13 0,13-14 0,-10 11 0,11-24 0,-14 11 0,0-1 0,0-10 0,0 11 0,0-14 0,0 0 0,0 0 0</inkml:trace>
  <inkml:trace contextRef="#ctx0" brushRef="#br0" timeOffset="135493">5062 3834 24575,'0'17'0,"0"9"0,0-9 0,13 13 0,-9 0 0,9 0 0,-13 0-1333,0 13 1333,0 4 0,0-1 0,0 11-1280,0-11 1280,0 14 0,0-13 0,0 9-1053,0-22 1053,0 22-629,0-22 629,-13 9 838,9-13-838,-9-14 1528,13 11-1528,0-24 1163,0 24-1163,0-24 766,0 11-766,0-14 0,0 0 0,0-14 0,0 11 0,0-24 0,0 11 0,0-14 0,-13 0 0,9 0 0,-9 0-617,0-13 617,9 9 0,-9-22 0,13 22 0,0-9 0</inkml:trace>
  <inkml:trace contextRef="#ctx0" brushRef="#br0" timeOffset="135878">4912 4014 24575,'-13'-47'0,"10"17"0,3 17 0,3 0 0,10 9 0,-13-9 0,14 0 0,-11 9 0,24-9 0,-11 13 0,1-13 0,9 9 0,-9-9 0,13 13 0,0 0 0,-13 0 0,9 0 0,-9 0 0,0 13 0,9-9 0,-9 22 0,-1-9 0,-2 13 0,-1 0 0,-10 0 0,-3 0 0,-3 13-605,-10-10 605,-1 10 0,11-13 0,-24 14 0,24-11 0,-23 10 0,9-26-9,0 10 9,-9-11 0,22 1 0,-9 9 0,0-22 0,9 9 604,-9-13-604,13 0 10,0 0-10,13 0 0,-9 0 0,22-13 0,-9 9 0,0-22 0,23 22 0,-21-9 0,25 13 0,-14-13 0,0 10 0,0-11 0,0 14 0,0 14 0,-1-11 0,-12 10 0,10 0 0,-24-9 0,10 22 0,-13-9 0,0 13 0,0 0 0,-13 0 0,-4 0-634,-13 0 634,1 0 0,-1 0 0,0 0 0,0 0 0,0 0 0,0-14 0,13 11 0,-10-24 0,24 11 0,-23-14 0,22 0 0,-9 0 634,13 0-634,0-14 0,0 11 0,0-10 0</inkml:trace>
  <inkml:trace contextRef="#ctx0" brushRef="#br0" timeOffset="136286">5811 4223 24575,'0'-16'0,"-13"2"0,9 14 0,-22 0 0,22 14 0,-22-11 0,9 24 0,0-24 0,-9 24 0,9-11 0,0 14 0,-9 0 0,22 0 0,-9 0 0,13-13 0,-13 9 0,10-9 0,3 0 0,3 9 0,10-22 0,-13 9 0,13-13 0,-9 0 0,22-13 0,-9 9 0,0-22 0,9 22 0,-9-22 0,0 9 0,9-13 0,-22 0 0,9 13 0,0-9 0,-9 9 0,9 1 0,-13 2 0,0 14 0,0 0 0,0 14 0,0 2 0,0 1 0,0 9 0,0-9 0,0 13 0,0 13 0,0-9 0,0-4 0,0-4 0,13-22 0,-10 22 0,11-23 0,-14 11 0,0-14 0,13 0 0,-10 0 0,11 0 0,-14 0 0,13 0 0,-10-14 0,24 11 0,-10-10 0</inkml:trace>
  <inkml:trace contextRef="#ctx0" brushRef="#br0" timeOffset="136698">6110 4163 24575,'-16'0'0,"2"0"0,14 0 0,0 14 0,0-11 0,0 24 0,0-11 0,0 14 0,0-13 0,0 10 0,0-11 0,0 14 0,0 0 0,0 0 0,0-13 0,14 9 0,-11-9 0,10 13 0,-13-13 0,0 9 0,0-22 0,0 22 0,0-23 0,0 24 0,0-24 0,14 24 0,-11-24 0,10 11 0,-13-14 0,14 0 0,-11 0 0,10 0 0,1 0 0,2 0 0,1 0 0,10-14 0,-24 11 0,23-24 0,-9 11 0,13-14 0,0 0-844,0 0 844,0 0 0,0-13 0,0 9 0,-14-9 0,11 13 0,-10 0 0,13 0-238,-14 0 238,-2 0 0,-14 0 0,0 14 0,0-11 0,-14 24 0,11-10 833,-24 13-833,24 0 249,-24 0-249,11 0 0,-14 13 0,0 3 0,13 14 0,-9 0 0,22 0-634,-22 14 634,22-11 0,-9 23 0,26-9 0,-9 0-1069,9 9 1069,0-22 0,4 9 0,13-13 0,0 0 0,0 0 0,0-14 0,13 11-139,-10-24 0,11 11 0,-15-14 1</inkml:trace>
  <inkml:trace contextRef="#ctx0" brushRef="#br0" timeOffset="138344">7638 6560 24575,'-17'0'0,"4"13"0,0-10 0,9 11 0,-9-14 0,13 0 0,-13 0 0,9 0 0,-9 0 0,13 0 0,0 0 0,-13 0 0,9 0 0,-9 0 0,13 0 0,0 0 0,-13 0 0,10-14 0,-11 11 0,14-10 0,-13 13 0,10 0 0,-11 0 0,14 0 0,0 0 0,-13 0 0,10 0 0,-11 0 0,14 0 0,0 0 0,-13 0 0,10 0 0,-11 0 0,14 0 0,0 0 0,0-14 0,0 11 0,0-10 0,0 13 0,-13 0 0,10 0 0,-11 0 0,14 0 0,-13 0 0,10 0 0,-11 0 0,14 0 0,0 0 0,-13 0 0,10 0 0,-11 0 0,14 13 0,0 4 0</inkml:trace>
  <inkml:trace contextRef="#ctx0" brushRef="#br0" timeOffset="139294">5661 5242 24575,'0'16'0,"-13"-2"0,9-1 0,-9 4 0,13 13 0,0 13-1419,0-10 1419,0 24 0,0-11 0,0 1 0,0 9 0,0-9 0,0 13 0,0-13 0,0 9 0,0-23 0,0 11 120,0-14-120,0 0 0,0 0 0,0 0 0,0-14 0,-13 11 0,9-24 265,-9 10 0,0-13 1,-4 0-1</inkml:trace>
  <inkml:trace contextRef="#ctx0" brushRef="#br0" timeOffset="139447">5362 5721 24575,'30'0'0,"-1"0"0,1 0 0,0-13 0,0 9-1321,14-22 1321,-11 22 0,10-9 0,-13 13 383,0 0-383,0 0 57,-13 0 1,9 0 0,-9 0 0</inkml:trace>
  <inkml:trace contextRef="#ctx0" brushRef="#br0" timeOffset="140879">5122 6320 24575,'0'17'0,"-13"9"0,9-9 0,-9 13 0,13 0 0,0 13-755,0-10 755,13 11 0,-9-14 0,9 13 0,-13-10 0,0 10 0,0-26 186,0 10-186,0-11 0,0 1 0,0-4 0,0 1 0,0-11 569,0 10-569,0-13 0,0 0 0,0-13 0,0 10 0,0-24 0,-13 10 0,9-13 0,-9 0 0,13 0 0,-13 1 0,9-1 0,-9 0-540,13-14 540,0 11 0,0-10 0,13 0 0,-9 9 0,22-9 0,-22 13 0,22 0 0,-22 13 0,22 4 0,-9 13 0,13 0 0,0 0 0,0 0 0,0 0 0,-14 13 540,11-9-540,-10 22 0,-1-9 0,11 0 0,-24 9 0,10-9 0,-13 13 0,0 0 0,0 0 0,-13 0 0,-3 0 0,-1 0 0,-10 0 0,11 0 0,-1 0 0,-10-1 0,11-12 0,-1 10 0,4-24 0,-1 10 0,11-13 0,-10 14 0,13-11 0,0 10 0,0-13 0,0 0 0,13 0 0,-10-13 0,24 10 0,-10-11 0,13 1 0,0 10 0,0-11 0,0 1 0,-1 10 0,1-24-833,14 24 833,-11-24 0,10 24 0,-13-24-349,0 11 349,0-1 0,0-10 0,0 11 0,-13-1 0,9-10 0,-22 24 0,9-24 818,-13 24-818,13-23 364,-9 22-364,-4-9 0,-4 0 0,-9 9 0,0-9 0,9 13 0,-22 0 0,22 13 0,-22-9 0,22 9 0,-22 0 0,22 4 0,-22-1 0,22 11 0,-9-10 0,13-1 0,-13 11 0,9-10 0,4 13 0,4-14 0,9 11 0,0-10 0,-9-1 0,22-3 0,-22 1 0,22-11 0,-9 10 0,13-26 0,0 10 0,0-24 0,0 24-811,13-24 811,-10 11 0,11-14 0,-14 0 0,-14 0 0,11-14 0,-11 11 0,1-10 0,-4 0 0,-13 9 0,0-22 0,0 23 0,0-11-234,0 14 234,0 0 0,0 0 0,-13 14 0,10-11 0,-11 24 0,14-11 801,0 14-801,0 0 244,0 14-244,0 2 0,0 14 0,0 0 0,0 0-498,0 14 498,0-11 0,0 10 0,0-13 0,0 13 0,0-9 0,0-4 0,0-4 0,0-9 0,0-1 0,0 11 0,0-24 498,0 11-498,0-14 0,0 0 0,-13-14 0,10 11 0,-10-24 0,13 24 0,0-10 0,0-1 0,0 11 0,13-10 0,-10 0 0,10 9 0,1-9 0,2 13 0,1-13 0,10 9 0,-11-9 0,14 0 0,-13 9 0,10-22 0,-11 22 0,1-9 0,9 13 0,-22 0 0,22 0 0,-22 0 0,9 0 0,-13 0 0,0 13 0,0-9 0,0 9 0,-13 0 0,9-9 0,-9 22 0,0-9 0,9 0 0,-9 9 0,0-9 0,10 13 0,-11 0 0,1 0 0,10-14 0,-11 11 0,14-24 0,0 24 0,0-24 0,0 11 0,14-14 0,-11 0 0,10 0 0,1 0 0,-11 0 0,10 0 0,0-14 0,-9-2 0,22-14 0,-22 13 0,9-10 0,0 11 0,-9-14 0,9 0 0,-13 0 0,13 0 0,-9 0 0,9 13 0,-13-9 0,0 22 0,0-9 0,0 13 0,0 0 0,0 13 0,0 4 0,0 0 0,0 9 0,0-9 0,13 13 0,-9 0 0,9 0 0,-13 0 0,0 0 0,13 0 0,-9-14 0,9 11 0,-13-24 0,0 11 0,13-1 0,-10-10 0,11 10 0,-14-26 0,13 10 0,-10-10 0,11-1 0,-14 11 0,13-24 0,-10 11 0,11-1 0,-14-10 0,0 24 0,0-10 0,13 13 0,-10 0 0,11 0 0,-14 0 0,0 0 0,0 13 0,0 4 0,0-1 0,0 11 0,0-24 0,0 24 0,0-10 0,0-1 0,0-3 0,0-13 0,0 0 0,0 0 0</inkml:trace>
  <inkml:trace contextRef="#ctx0" brushRef="#br0" timeOffset="141202">6769 6230 24575,'-16'43'0,"2"-9"0,14 9-1542,-13 0 1542,10-9 0,-11 22 0,14-23 0,0 11 204,0-14-204,0 0 326,0 0-326,0-1 0,0-12 0,0 10 777,0-24-777,0 24 0,0-24 0,0 10 0</inkml:trace>
  <inkml:trace contextRef="#ctx0" brushRef="#br0" timeOffset="142685">6889 6470 24575,'-16'0'0,"2"0"0,1 0 0,10 0 0,-11 13 0,14-10 0,0 11 0,0-14 0,0 13 0,0-10 0,0 11 0,14-1 0,-11-10 0,24 24 0,-24-24 0,23 11 0,-22-1 0,9-10 0,0 24 0,-9-24 0,9 11 0,0-1 0,-9-10 0,-4 10 0,-4 1 0,-9-11 0,0 10 0,-4 1 0,-13-11 0,0 24 0,14-24 0,-11 24 0,10-24 0,-13 10 0,14-13 0,2 0 0,1 14 0,10-11 0,-11 10 0,14-26 0,14 10 0,2-11 0</inkml:trace>
  <inkml:trace contextRef="#ctx0" brushRef="#br0" timeOffset="153494">8063 3354 5734,'26'-10'0,"-2"1"0,-9 4 0,0 0 0,20-4 0,-10 4 0,8 0 0,2 0 0,0 1-1093,-3 1 1,5 0 0,-3 0 283,-8 1 1,1 0 808,16-1 0,7-1 0,0 1-88,-5 1 0,0 1 0,2-1 88,-8 1 0,2 1 0,2-1 0,-1 0 0,-3 1-144,2 0 0,-3-1 0,0 1 0,0 1 144,0 0 0,0 0 0,-1 0 0,-4 0 0,6 1 0,0 0 0,-5 1 0,5 0 0,0 0 0,-3-1 0,-3 0 0,-2 0 0,2 0 0,4 1 0,3 0 0,-1 0 0,-3-1 0,6 1 0,-3-1 0,3 0 0,-1 0 0,0 0 0,1-1 0,-3 0 0,5 1 0,-5-1 0,8-1 0,3 1 0,-2 0 0,-5 0 0,-3-1 0,-4 1 0,4 0 0,1 0 0,7 0 0,1-1 0,-3 1 0,-8 0 0,0 0 0,-3 1 0,-2-1 0,1 0 0,-1 1 0,4 0 0,-1-1 0,11 2 0,-1-1 0,-16-1 0,0 1 0,-1-1 0,0 0 0,0 0 0,0 0 0,-1 0 0,1 0 0,11 0 0,0 0 0,-10-1 0,1 1 0,7 0 0,2 0 0,-1 0 0,-2-1 0,-9 1 0,1-1 0,7 1 0,1-1 0,-1 0 0,0 1 0,-9-1 0,1 0 0,7 0 0,2 0 0,0 0 0,0 0 0,-9 0 0,0 0 0,9 0 0,0 1 0,0 0 0,-1 0 0,-9 0 0,0 0 0,8 0 0,1 0 0,-2 1 0,1 1 0,11 1 0,3 0 0,-16-1 0,0 0 0,0 0 0,15 2 0,-1 0 121,-12-1 1,-3-1-122,-7 0 0,-2-1 0,2 1 0,-1 0 495,0-1 1,1 1-496,12 0 0,0 1 0,-8-2 0,0 0 315,8 1 1,1-1-316,2 0 0,-2-1-401,-8-1 0,0 1 401,6 0 0,5-1 0,4 1 0,5-1 0,-5 1-377,-9 0 1,0-1 376,8 1 0,6 0 0,-8 0 0,4 0-155,-14 0 0,1-1 155,-8 1 0,0 0 0,7 0 0,1 0 0,1 0 0,-1 0 0,-7 0 0,0 0 296,8 1 0,1 0-296,3 0 0,-2 1 251,-6-1 1,0 0-252,9 1 0,1-1 0,5 1 0,-2 0 0,-8 0 0,-1-1 0,11 1 0,1 1 0,0-1 0,-1 1 0,-11-1 0,0 0 0,9 0 0,0 0 0,-3 0 0,-3 0 0,-8-2 0,-1 1 0,8 0 0,-1 0 89,-2 0 1,-2 0-90,17 0 14,-19 0 1,1 0-15,-2-1 0,-2 1 0,15 0 0,-16-2 0,0 1 0,21-1-149,-14 0 149,8-1 0,-12-1 0,-1-2 0,-2 1 0,23-4 1646,-37 3-1646,5-3 1595,-6 0-1595,3-2 266,-4 0-266,-2 3 1073,1-1-1073,-2 2 0,-2 1 0,1-4 0,-2 3 0,0 0 0,-1 1 0,-2 3 0,0-2 0,1 2 0,-1 0 0,3 9 0,-1-4 0,1 6 0,0-3 0,-1-1 0,1 1 0,-1 1 0,0-2 0,0 3 0,-1 4 0,0-2 0,0 6 0,0 5 0,-1-4 0,1 7 0,1 4 0,0 2 0,1 13-274,0-10 0,-1 1 274,1-7 0,-1-3-978,1 9 978,1 12 0,-3-20 0,0 0 0,1 16 0,-1-11 0,0 5 0,-1-3 0,1-5 0,-1 0 0,1 15 0,0 4 0,0-9 0,1 2 0,0-4 0,-1-5 0,1 1-573,0 4 1,0 3 0,1-5 572,1 8 0,2-7 0,-1 1 0,2 9 0,-2-12 0,1-1-723,2 9 723,-1-12 0,1 5-16,0-7 16,-3-9 702,2 4-702,-1-5 0,-3-4 1708,1 2-1708,-2-3 999,-1-3-999,0 3 573,-2-3-573,1-1 0,-2 2 0,-3-1 0,0-2 0,-4 0 0,-11-1 0,1-3 0,-13 1 0,7-4 0,-1 0-1721,-19 0 1721,14-1 0,-6-1 0,1 0 0,-8-2 0,-4 0 0,1 0 0,6 1-941,-2-1 0,5 1 1,-6-1 940,6 1 0,-3-1 0,-3 0 0,-2 1 0,1-1 0,1 0 0,0 0 0,1 0 0,-1 0 0,1 0 0,-1 0 0,2 0-199,1 1 1,1-1-1,0 1 1,1 0-1,-2-1 1,-1 1 198,1-1 0,-1 1 0,-1-1 0,-1 0 0,1 1 0,1-1 0,2 1 0,-7-1 0,1 0 0,2 1 0,1 0 0,2 0 0,1 0 0,2 1 0,1 0 0,-1 0 0,1 0 0,0 0 0,0 0 0,-3 0 0,-2 0 0,-2 1 0,-1 0 0,0-1 0,3 1 0,0 0 0,2 0 0,0 1 0,-4-1 0,0 0 0,-3 1 0,-3-1 0,1 1 0,2-1 0,3 1 0,1 0 0,3 0 0,1 0 0,-2 0 0,0 0 0,-2 0 0,-1 1 0,2-1 0,2 0 0,-8 1 0,3 0 0,-5-1 0,11 1 0,-4-1 0,-2 1 0,0-1 0,2 1 0,3-1 0,-2 1 0,5-1 0,-1 1 0,-5-1 0,5 1 0,-4-1 0,-3 1 0,-1 0 0,-1-1 0,3 1 0,3 0 0,5-1 0,-13 1 0,6 0 0,-2 0 0,5 0 0,-3 0 0,0 1 0,1-1 0,5 0 0,2 0 0,3 0 0,1 1 0,-16 0 0,1 0 0,3 0 0,-1 1 0,7-1 0,-2 1 0,2-1 0,-4 1 0,0 0 0,8-1 0,-1 1 0,1 0 0,-10 0 0,1 1 0,11-1 0,1-1 0,-9 2 0,1-1 0,14-1 0,0 0 0,-8 1 0,1-1 0,-16 1 0,19-1 0,1 0 0,-9-2 0,2 1 1992,1-1-1992,3-1 0,-1 0 0,-9 0 145,8-1 0,1 1-145,-4-2 0,0 1 549,1-1-549,0 0 475,-14-2-475,1 1 0,13 1 0,-1 1-944,-9-1 944,18 2 0,3 0 0,-4 1 1204,1 1-1204,0 2 0,-1 1 0,-6 0 425,7 0 0,0 0-425,-11 1 0,9-1 0,-7 0 0,-1-1 0,-2-1-399,7 0 0,3-1 399,3-1 948,2 0-948,8 0 0,-3 0 0,4 0 0,6 0 0,-2 0 980,6 0-980,-2 0 188,4 0-188,-1 0 0,3-4 0,0 0 0,-7-16 0,1 4 0,-6-11 0,1-8 0,-2-10 0,2 5-1560,2 9 1,1-1 1559,0-1 0,-3-6 0,1 0 0,3 6 0,1-1 0,3 2 0,-1-4 0,1 0-570,0-3 0,1-2 570,0 2 0,2-4 0,0 3-738,0-7 1,0-1 737,1 9 0,0-3 0,0 2 0,1 3 0,0 1 0,-1 2 0,2-5 0,-1 1 0,0-6 0,1-3 0,-2 7 0,0 0 0,0 3 0,0 9 0,-1 1 0,1-5 0,0-3 0,-1 5 0,-2-2 0,4 16 0,0-3 0,5 18 0</inkml:trace>
  <inkml:trace contextRef="#ctx0" brushRef="#br0" timeOffset="156106">13000 5055 5370,'-38'-11'0,"-1"1"0,1 1 0,-6-1 0,-1 1 0,4 0-1093,3 1 1,2 1 0,-6 0 1037,7 2 1,-6-1 0,-4-1 0,-1 1 0,1 1 0,3 0 0,5 1-518,-11-1 1,5 2 0,-4 0 571,6 0 0,-3 0 0,-2 0 0,1 1 0,2 2 0,-2 0 0,0 2 0,2 1 0,2 0 0,-5 0 0,2 0 0,-2 2 0,3-1 0,-3 1 0,1 1 0,3 0 0,0 1 0,2 1 0,1 0 0,-1 1 0,1 1 0,0 0 0,2 1 0,0-1 0,-2 5 0,6 0 0,-4 3 0,0 1 0,1 1 0,4-2 0,-4 2 0,4 0 0,-2 3 0,-1 0 0,-4 3 0,3 2 0,6 0 0,8 3 0,5 1 0,3-1 0,-2 5 0,7 2 0,12-1 0,6 5 0,3 0 0,3-5 0,-1-8 0,4-5 0,4 2 0,6 2 0,5 3 0,4 0 0,1-3 0,-3-4 0,6-2 0,0-6 0,3 0 0,-12-2 0,2-1 0,1 0 0,4-1 0,5-1 0,-9-6 0,4 0 0,4-2 0,3 0 0,2-1 0,2 0 0,-1-1 0,0 0 0,-2-1 0,-1 1 0,-4 0 0,-4 0 0,9 0 0,-6 1 0,-3-1 0,1 0 0,2-1 0,5 0 0,-7 0 0,3 1 0,3-1 0,2 1 0,1-1 0,2 0 0,-1 0 0,-1-1 0,-1 0 0,-2-1 0,-4-1 0,-3-2 0,9-2 0,-3-2 0,-2-2 0,-3 0 0,-2 0 0,-2 1 0,3 0 0,-4 1 0,0-2 0,3-2 0,0-3 0,5-2 0,2-3 0,-2-1 0,-5 2 0,-7 1 0,6-8 0,-8-4 0,-9 0 0,-1-5 0,-2-2 0,-8 6 0,-7 1 0,-7 2 0,-3-17 0,-9 2 0,-7 20 0,-6 3 0,1 3 0,1-1 0,-2 2 0,-2 1 0,-4 0 0,4 4 0,3 5 0,-1 0 0</inkml:trace>
  <inkml:trace contextRef="#ctx0" brushRef="#br0" timeOffset="165694">11900 6733 4666,'-44'1'0,"0"-1"0,1 2 0,-1 0 0,2 3 0,-2 0 0,2 1-1093,9-1 1,1 1 0,-1 0 629,-9 2 0,-2 0 0,1 3 463,-1 1 0,0 3 0,2-1 0,8-2 0,2 0 0,-1 1 0,-10 4 0,-2 1 0,4 1 0,11-4 0,2 0 0,0 3 0,-10 5 0,-2 3 0,0 6 0,9-3 0,-2 6 0,0 1 0,1 0 0,1-2 0,2-3 0,0-2 0,2 1 0,0 4 0,3-1 0,-1 4 0,1 3 0,1-1 0,3-2 0,5-4 0,3 1 0,5-4 0,2 2 0,-4 9 0,2 3 0,5-1 0,6 1 0,5 0 0,2-2 0,-2-8 0,2-2 0,1 1 0,6 9 0,2 2 0,4-2 0,1-11 0,3 0 0,2-1 0,-2-3 0,5 4 0,-1-3 0,3 1 0,-1-2 0,2 1 0,1 0 0,2-3 0,-4-5 0,1-2 0,1 0 0,-1-1 0,0-2 0,0 2 0,-1-2 0,1 0 0,1 0 0,0 0 0,1 0 0,1-1 0,2 0 0,1-1 0,3-3 0,2-1 0,1-1 0,1 0 0,-2-2 0,-4 0 0,5 1 0,-5-1 0,1-2 0,5 0 0,-9-1 0,4-1 0,3 0 0,2-1 0,-1 0 0,-1-1 0,-4-1 0,-3 0 0,6-3 0,-4-1 0,-2-1 0,2 0 0,1-1 0,1 1 0,1-2 0,0 0 0,-2-3 0,-2-2 0,-1-1 0,0-2 0,-2 0 0,-1 0 0,-1 0 0,-1 0 0,-1 0 0,1-2 0,-2 1 0,1-1 0,1-1 0,-2-2 0,-2-4 0,0-5 0,-2-6 0,-2-1 0,-2 0 0,-2 3 0,4-5 0,-4 2 0,-2-8 0,-7 9 0,-1-7 0,-1-3 0,0-2 0,-3 0 0,-1 4 0,-3 5 0,-2-10 0,-6 5 0,-2-5 0,0 7 0,-2-4 0,-1-3 0,-1 1 0,0 2 0,-1 7 0,-4-5 0,-2 6 0,-1-1 0,3 3 0,-1 0 0,-3-2 0,-3 0 0,-2 6 0,-4-2 0,-3 0 0,0 0 0,2 3 0,3 4 0,0-3 0,3 4 0,-4-2 0,-4-2 0,0-1 0,0 1 0,0 0 0,-1 0 0</inkml:trace>
  <inkml:trace contextRef="#ctx0" brushRef="#br0" timeOffset="166423">12761 9061 5734,'-27'-23'0,"1"0"0,-1 2 0,-1 0 0,0 0-1639,-6-3 1,0 1 1005,5 4 0,-2-1 1,-2 2 632,-2 1 0,-2 1 0,2 2-280,-8-2 1,-2 0 279,7 4 0,-2 0 0,-1 2 0,-3 3 0,-1 2 0,2 1 0,8 1 0,2 1 0,-2 1 0,-10 0 0,-2 1 0,3 2 0,-2 2 0,-1 3 0,8 3 0,-3 2 0,-3 2 0,2 3 0,7-1 0,0 4 0,1 0 0,-1 1 0,0 0 0,0-2 0,0-1 0,0 2 0,1 0 0,1 1 0,2 2 0,0 3 0,1-1 0,3 1 0,3-1 0,-1 3 0,4 0 0,1 1 0,-1 2 0,2 0 0,0 2 0,0-1 0,2 2 0,0 3 0,2 2 0,0 3 0,0 2 0,2-3 0,0 3 0,2-1 0,0 3 0,1-3 0,0 3 0,1 0 0,3-2 0,1-1 0,2-3 0,3 5 0,3-1 0,2 5 0,1 1 0,1-1 0,1-4 0,-2-7 0,-1-3 0,3 0 0,5 5 0,2-5 0,4 6 0,4 2 0,1 1 0,1 0 0,1-2 0,-2-5 0,-1-5 0,2-1 0,-1-6 0,2-1 0,2 1 0,2 2 0,4 3 0,1 1 0,1-2 0,-1-3 0,-3-6 0,6-2 0,-1-8 0,0 0 0,2 0 0,1-2 0,0-2 0,1 0 0,0-2 0,4-3 0,1-3 0,4-2 0,1-2 0,-3 0 0,-9 0 0,-1-1 0,0 0 0,1-2 0,1 1 0,1-2 0,0 0 0,1-2 0,-2-2 0,1-3 0,0-2 0,-1-1 0,-1-1 0,-2 1 0,1 1 0,-3 0 0,0-2 0,2-4 0,-3-2 0,4-3 0,0-4 0,1-1 0,-1-1 0,-4 3 0,-3 2 0,0-4 0,-4 4 0,-2-2 0,2-2 0,-2 2 0,2-3 0,1-1 0,-2-1 0,-2 0 0,-4 1 0,0-10 0,-5 0 0,-3 0 0,0 3 0,0-3 0,-1 3 0,-2-6 0,-4 10 0,-1-6 0,0-2 0,-2 0 0,-1 3 0,0 6 0,-1-6 0,-2 6 0,-3-4 0,-1-1 0,-3-6 0,-2-1 0,0 4 0,1 7 0,-4-2 0,-1 5 0,0 1 0,-2-2 0,2 6 0,-10-8 0</inkml:trace>
  <inkml:trace contextRef="#ctx0" brushRef="#br0" timeOffset="167233">12749 10653 5018,'-42'-7'0,"0"0"0,0 1 0,2 0 0,0 0 0,2 2 0,-5 0 0,0 1-1093,0 2 1,-2 2 0,1-1 511,10 0 1,2 1 0,-5 1 580,-3 2 0,-5 2 0,-2 1 0,1 0 0,5-1 0,2 2 0,3 0 0,-2 1 0,-3 0 0,-4 2 0,0 1 0,3 1 0,-1 5 0,3 2 0,1 0 0,9-4 0,1 0 0,-1 1 0,-7 5 0,-1 1 0,1 2 0,4 2 0,0 1 0,3 0 0,-4 3 0,0 3 0,5 0 0,-3 5 0,2 0 0,3-3 0,8-9 0,3-2 0,-1 4 0,-1 6 0,-2 6 0,0 2 0,3-1 0,2-6 0,0 11 0,3-2 0,3-11 0,0 3 0,1 0 0,2-1 0,3 3 0,3-2 0,1-1 0,1 7 0,1 0 0,1-6 0,0 2 0,1-3 0,3 4 0,0-2 0,1-1 0,2 3 0,-2-7 0,3 4 0,0 1 0,1 0 0,2 0 0,0 1 0,0 0 0,0-1 0,0 2 0,0-1 0,0 0 0,0-1 0,6 8 0,-1-2 0,0-6 0,-2-5 0,-1-4 0,1 0 0,1 0 0,9 9 0,1 0 0,-7-9 0,2-1 0,-1-4 0,5 3 0,0 0 0,-2-5 0,3 3 0,3-3 0,-3-4 0,6 2 0,0-1 0,-4-4 0,5-2 0,4-5 0,-6-4 0,6-3 0,5-1 0,0 0 0,-1-2 0,-6 1 0,7-3 0,-4 0 0,5-2 0,-9 1 0,3 0 0,3-1 0,0 0 0,-1-1 0,-4-2 0,8-4 0,-3-1 0,-2-1 0,-1 0 0,3-1 0,-2 1 0,4-4 0,-7 0 0,4-3 0,2-2 0,0-1 0,-2 0 0,-6 3 0,6-4 0,-5 1 0,3-6 0,-10 5 0,4-5 0,2-2 0,0-2 0,-2 1 0,-2 1 0,-5 4 0,3-6 0,-5 2 0,1-5 0,-4 3 0,2-6 0,0-3 0,-1 1 0,-2 2 0,-5 6 0,-2 0 0,-5 4 0,0-2 0,1-1 0,1-4 0,-3 1 0,-4 3 0,-7-11 0,-6 4 0,3 11 0,-3-1 0,-5-3 0,-3-3 0,0 6 0,3 6 0,-1 3 0,-9-12 0,0 3 0,-3 4 0,-2 1 0</inkml:trace>
  <inkml:trace contextRef="#ctx0" brushRef="#br0" timeOffset="168159">12356 13316 5187,'-38'-10'0,"0"-1"0,1 1 0,-4 0 0,5 3 0,-6 1 0,0 0 0,3 1-1093,3 0 1,3 2 0,-3-1 614,-3 0 1,-3 0-1,-1 1 1,2 1 477,-2 3 0,2 1 0,2 0 204,-6 1 1,-2 1-205,13 0 0,-4 0 0,0 2 0,1 1 0,2 2 0,0 1 0,1 1 0,-1 2-103,-7 3 1,0 2 0,0 1 0,2 0 102,6-3 0,0 1 0,2-1 0,0 2 0,-6 6 0,1 3 0,5-3 0,5 0 0,3-1 0,0 1 0,-1 3 0,-2 7 0,-2 5 0,2-2 0,1 0 0,1 1 0,0 1 0,-1 4 0,5-4 0,4-3 0,4-2 0,1 2 0,0 1 0,2-1 0,2 1 0,1-1 0,2 2 4,3-5 0,1 2 0,2 0-4,3 0 0,2 0 0,2 0 0,4 8 0,3 0 0,1-2-4,-1-8 0,2-3 0,1-1 4,2-1 0,2-3 0,3 0 0,5-1 0,3-2 0,-1-2 0,7 4 0,4 0 0,-6-7 0,6 2 0,4-1 0,-1 0 0,-5-3 0,3 0 0,-4-3 0,4 1 0,-5-2 0,3 1 0,2 0 0,0-1 0,-1-2 0,-2-2 0,0-3 0,0 0 0,-1-1 0,-1 1 0,3-1 0,-3-1 0,1 0 0,3 0 0,-1 0 0,2 0 0,1-1 0,1 0 0,-1-2 0,3-1 0,0-1 0,0-1 0,-1-1 0,-1 1 0,0 0 0,-2-1 0,1 0 0,1-1 0,-1 0 0,2 0 0,1-1 0,0-1 0,-1-1 0,-3 0 0,1-2 0,-1-1 0,-1 0 0,-2 0 0,0 0 0,-2 1 0,0-2 0,1 0 0,-2 0 0,2 0 0,0-2 0,-1 0 0,-2-2 0,4-4 0,-2-3 0,-1 0 0,-3 1 0,2-3 0,-4 1 0,1-2 0,-4 3 0,1-2 0,-2-2 0,-3-1 0,0-9 0,-4-4 0,-4 3 0,-4 7 0,-2 2 0,-1-2 0,1-8 0,-1-2 0,-6-1 0,-9 4 0,-5-3 0,-2 2 0,0 2 0,1 4 0,0 3 0,-3-3 0,-3 0 0,-3-3 0,-1-1 0,-1 2 0,1 6 0,-10-9 0,-2 6 0,5 4 0,-2 0 0,-1 2 0,-1 5 0,0 1 0,-2 3 0,-2 1 0,-2 2 0,1 1 0,-1-1 0,1 1 0,-1 2 0,2 4 0,-1 0 0,0 1 0</inkml:trace>
  <inkml:trace contextRef="#ctx0" brushRef="#br0" timeOffset="168786">12829 15331 5734,'-40'-13'0,"-1"0"0,1 0 0,0-1 0,0 1 0,-6-2 0,1 0 0,1 1 0,3 3 0,0 2 0,4 4 0,0-1-1639,-8 0 1,-1 0 1427,7 2 1,-2 0-1,0 1 211,-3 2 0,0 2 0,2 0 0,9 0 0,2 0 0,-5 3 0,-2 1 0,-5 2 0,-2 1 0,2 1 0,5-1-609,1 0 1,4 2 0,-2 0 608,-4 1 0,-3 1 0,1 2 0,2 0 0,0 5 0,3 1 0,2 0 0,-6 4 0,0 1 0,7-4 0,0 2 0,1 2 0,4 1 0,2 1 0,3 0 0,-5 5 0,3 1 107,5-5 0,0 1 0,3 3-107,4 10 0,5 5 0,2-4-161,0 0 1,5 2 160,4-8 0,3 7 0,2 2 0,2-2 0,-1-6 0,3-4 0,1-5 0,1 2 0,2 4 0,1 2 0,2 0 0,4-2 0,7-2 0,5-1 0,1-3 0,-2-2 0,-2-1 0,-2-3 0,7 0 0,-3-5 0,5 1 0,5 1 0,1-1 0,0-1 0,-2-2 0,-5-3 0,1-1 0,-5-2 0,3-3 0,9-3 0,-13-4 0,6-1 0,4-1 0,4-2 0,4 0 0,1-2 0,3 0 0,0-1 0,0-1 0,-1 1 0,-2-1 0,-1 0 0,-4 1 0,-4 0 0,-4 1 0,12-3 0,-8 0 0,-3 0 0,0-1 0,3 0 0,6-2 0,-9 2 0,4-1 0,4 0 0,3-1 0,1-1 0,2 0 0,-1 0 0,-1-1 0,-2 1 0,-3 0 0,-4-1 0,-4 2 0,-7-1 0,10-6 0,-9 0 0,-4 0 0,1 0 0,11-7 0,-2-1 0,-1-1 0,-3 1 0,-1 0 0,-1-2 0,-3 3 0,-2-2 0,0-2 0,-6 2 0,1-3 0,-1-1 0,-3 3 0,-1-2 0,-2 2 0,-1-2 0,3-6 0,-2-2 0,-6 1 0,-10 4 0,-5 0 0,-1 3 0,-4-5 0,-4 1 0,2 7 0,-4-1 0,-7 1 0,-8 5 0,-10 1 0,-4 1 0,1 1 0,6 3 0,2-1 0,4 2 0,-4-1 0,-3 0 0,-6-2 0,-2 0 0,3 2 0,8 4 0,1 3 0,-1-1 0</inkml:trace>
  <inkml:trace contextRef="#ctx0" brushRef="#br0" timeOffset="191421">13429 11418 5734,'11'1'0,"0"0"0,18-1 0,13 0 0,-3 1 0,-9-1 0,0 0-1093,14 1 1,7-1 0,-6 0 1,-8 2 1,0-1 1090,3 1 0,3 0 0,0 0-62,-9 0 0,-1 0 0,6 0 62,-2 1 0,5-1 0,4 1 0,0 0 0,-2 0 0,-5-1-30,9 2 0,-5-1 0,7 0 30,-10 0 0,6 0 0,4 0 0,1 1 0,-1-1 0,-4 0 0,-5 0 0,7 0 0,-7 0 0,7 1 0,-6-1 0,6 0 0,4 1 0,-2-1 0,-3 1 0,-7-1 0,-2 0 0,-6-1 0,3 1 0,1 0 0,4 1 0,-1-1 0,-4 0 0,8 1 0,-4 0 0,-11-1 0,0 0 0,17 1 0,-2 2 0,-17-2 0,-3 0 0,6 0 0,-3 1 0,0 2 599,-14-4-599,-11-3 0,-20-9 0,0 2 0,-16-8 0</inkml:trace>
  <inkml:trace contextRef="#ctx0" brushRef="#br0" timeOffset="191884">13491 11150 5734,'-18'22'0,"-1"1"0,2-2 0,2-1 0,-2 5 0,2 1 0,2 12 0,7-10 0,4 7 0,16-4 0,1-8 0,12 4 0,0-15 0,1-4 0,9 2 0,-7-4 0,0-2 0,1-4 0</inkml:trace>
  <inkml:trace contextRef="#ctx0" brushRef="#br0" timeOffset="193706">13463 11369 5734,'-4'2'0,"1"0"0,33-3 0,-6 1-1372,2-1 1,1 0 1371,17 0 0,-3 1 0,2-1 0,-6 1 0,2 0-483,-4 0 1,2 0-1,2 0 483,-3 0 0,1 0 0,0 0 0,-1 0-479,4 0 1,-1 0 0,2 1 478,-2-1 0,2 0 0,2 1 0,-1-1 0,1 1 0,1 0 0,0 0 0,-2 0-36,2 0 0,-1 1 0,1-1 36,-4 0 0,2 1 0,1-1 0,2 1 0,1 0 0,4 0 0,1 0 0,-3 1 0,-4-1 0,2 0 0,-6 0 0,5 0 0,-3 0 0,5 0 0,1 0 0,-4 0 0,-7 0 0,3 0 0,-6 0 0,0-1 0,-1 1 0,7 0 0,-1 0 0,-11-1 0,-1-1 49,4 1 1,0 0-50,-3-1 0,-3 0 0,5 0 0,18 0 0,-34 0 2281,4 0-2281,-10 0 2476,-2-1-2476,0-1 878,-3 2-878,0-1 0,-3 1 0,-5-1 0,1 0 0,-7-1 0,3 0 0</inkml:trace>
  <inkml:trace contextRef="#ctx0" brushRef="#br0" timeOffset="193926">15475 11268 5734,'9'8'0,"0"2"0,16 15 0,-8-7 0,1 6 0,-1 2 0,-5 0 0,2 14 0,-21-8 0,-6-8 0,-20 1 0,-7-2-410,13-12 0,-1 0 1,-3 0-1,-4 1 1,2-3-1,-1-2 0,1-1 1</inkml:trace>
  <inkml:trace contextRef="#ctx0" brushRef="#br0" timeOffset="194968">10762 11356 5734,'-6'2'0,"0"0"0,-11-1 0,1-1 0,-11 0 0,-4 0 0,-2 1 0,-15-2-597,6 0 1,-8-1 0,-2 1 596,14 0 0,0 0 0,-2 0 0,-2 0-421,3 1 1,-2-1 0,-3 1 0,1-1 0,0 1-1,2 0 421,0 0 0,1 0 0,2 0 0,-1 0 0,0 0-285,-2 1 0,-1 0 1,1 0-1,1 0 1,4 0 284,-4 0 0,5 0 0,-5 1 0,2-1 0,-4 1 0,-1 0 0,0-1 0,5 1 0,-5-1 0,4 1 0,-5-1 0,7 0 0,-6 1 0,-1-1 0,0 1 0,4-1 0,6 0 0,-9 0 0,2 0 0,1-2 0,-5 1 0,1-1 0,9 0 0,-6 0 0,2-1 0,8 1 0,28 3 187,2 1-187,4-1 2324,2 1-2324,2 0 3223,2 0-3223,11 5 0,-7-4 0,8 3 0,-11-5 0,0 0 0</inkml:trace>
  <inkml:trace contextRef="#ctx0" brushRef="#br0" timeOffset="195501">8765 11127 5734,'-4'8'0,"-2"-1"0,-2 2 0,-12 8 0,1-2 0,-6 3 0,-1 1 0,-5 2-309,6-4 0,0 0 309,-15 10 151,12-7-151,-1 5 0,2 0 0,8-4-177,2-1 1,5-1 176,13-7 0,6-1 0,13 3 0,1-4 450,11 3-450,10-5 0,-8-3-239,12-1 239,-3 1-531,-12-1 531,5 2 0,-14 0 0,-3 0 0</inkml:trace>
  <inkml:trace contextRef="#ctx0" brushRef="#br0" timeOffset="196368">10742 13200 5734,'-40'-5'0,"1"-1"0,12 3 0,0 0 0,-14-3 0,-2 1-1639,0 0 1,1 1 743,7 0 1,-1 0 894,4 1 0,-2-1 0,-2 0-223,-5 0 0,-1 0 1,1 0 222,8 0 0,0 1 0,-1-1 0,-10 0 0,-3-1 0,0 1 0,9 1 0,-1 0 0,0 0 0,2 0 0,-2 0 0,2 0 0,-7 1 0,8 0 0,-6-1 0,-3 1 0,-2 0 0,2-1 0,2 1 0,6 0 0,-11 0 0,6 1 0,-3-1 0,0 0 0,-4 0 0,-2 0 0,4 0 0,8 0 0,-3 1 0,5 0 0,3 0 0,-1 1 0,-11-1 0,1 0 0,19 0 0,1 1 0,-9-1 0,4 1 16,10 2-16,13 0 1381,12 6-1381,8-2 2924,8 3-2924,5 1 0,-5-1 1413,4 3-1413,-1-2 0,-7-2 0,6 0 0,-7-5 0</inkml:trace>
  <inkml:trace contextRef="#ctx0" brushRef="#br0" timeOffset="196651">8876 12970 5734,'-23'19'0,"0"0"0,2 2 0,1 1 0,-2 11-1701,9-8 1701,-2 7-271,12 0 271,6-9 0,8 7 0,20-3 0,3-9 0,-8-5 0,2-2 0,0-6 0,0-2 0,2 1 0,1 0 0</inkml:trace>
  <inkml:trace contextRef="#ctx0" brushRef="#br0" timeOffset="198001">13383 13191 5734,'10'-6'0,"31"0"0,-7 4-436,-5 0 1,6 1 435,4-1 0,9 1 0,0 0 0,-5-1-1093,-9 1 1,-4 1 0,4-1 1002,3 0 0,6 0 1,1 0-1,-2 0 1,-6 0-425,10 1 0,-5-1 514,4 1 0,0 0 0,1 0 0,0 0 0,-1 0 0,3 0 0,-8 1 0,4-1 0,1 0 0,-4 0-37,-4 0 0,-2 0 1,1 0 36,4 0 0,2-1 0,0 1 0,-2 0 0,0-1 0,-2 0 0,-3 0 0,8 0 0,-2-1 0,-7 1 0,1 0 0,2-1 0,8-1 0,1-1 0,-4 1 0,-7 0 0,-1 0 0,4-1 0,2 0 0,-7 0 0,-2-1 0,-6 0 0,2 0 0,-11 2 0,1-1 1194,-8 3-1194,-4 1 2306,-2 0-2306,-8 0 2234,0 1-2234,-2 0 0,3 0 0,1 0 0,0 0 0,1-1 0,0 0 0,0 0 0,4-3 0,-3 1 0,3-8 0,-3 3 0,-3-10 0,1 7 0,-10-13 0,5 13 0,-4-6 0,1 6 0,3 1 0,-11-7 0,10 7 0,-4-2 0,2 2 0,6 6 0,-4-3 0,8 6 0,6 5 0,-2-2 0,14 10 0,-9-6 0,18 12 0,-15-11 0,9 7 0,-12-8 0,10 9 0,-9-6 0,6 5 0,-12-5 0,-3-1 0,-2 3 0,-5-2 0,-3 1 0,-4 1 0,-24 12 0,13-9-580,-1 1 1,1-1 579,2-2 0,-5 5 0,13-8 0,-3 3 0,6-4 0,-6-1 0,6-6 0,-1-2 0</inkml:trace>
  <inkml:trace contextRef="#ctx0" brushRef="#br0" timeOffset="199587">8597 12935 5734,'5'5'0,"-1"-1"0,-3-1 0,1 0 0,-1 1 0,-1 2 0,-1-1 0,-1 2 0,-9 13 0,6-12 0,-7 10 0,9-15 0,1-2 0,1 2 0,1-1 0,1-1 0,0-2 0,17-18 0,-6 7 0,13-14 0,-10 12 0,9-7 0,-3 4 0,6-5 0,-6 7 0,-1-1 0,6-3-419,-5 4 1,-2 1 418,-1 1 0,-2 1 0,-3 3 0,-3 2 0,-1 1 0,-3 2 0,-1 2 0,-5 1 837,-6 4-837,-2 0 0,-10 8 0,6-2 0,-17 14 0,14-10 0,-8 10 0,0 0 0,8-8-255,-16 18 255,25-26 0,-1-1 0,3-1 0,-1-1 0,3-1 0,0-2 0,-1-1 255,1 0-255,-7-8 0,6 6 0,-5-6 0,4 7 0,1 0 0,0 0 0,1 2 0,1 0 0,1 3 0,0 4 0,0-1 0,0 4 0,1 2 0,0-4 0,1 1 0,1-1 0,-1-3 0,3 5 0,-2-5 0,3 8 0,-3-7 0,1 5 0,1 18 0,-3-16 0,2 17 0,-4-19 0,0-5 0,0 2 0,0-5 0,0-1 0,0-1 0,-1-2 0,0 0 0,-3-2 0,-17-14 0,9 7 0,-14-10 0,14 10 0,-10-7 0,8 7 0,-7-8 0,13 11 0,0-1 0,3 3 0,2 2 0,0 0 0,8 4 0,3 5 0,5 2 0,0 1 0,4 4 0,-4-2 0,4 4 0,0 1 0,-4-4 0,3 3 0,6 9 0,-12-13 0,7 9 0,-16-17 0,-1-1 0,-1-2 0,-5-5 0,0-2 0,-2-2 0,-4-8 0,-4 1 0,0 3 0,-1 7 0,7 11 0,1 2 0,0 0 0</inkml:trace>
  <inkml:trace contextRef="#ctx0" brushRef="#br0" timeOffset="-189630.73">1055 17704 5734,'2'3'0,"-1"-1"0,0 0 0,-1-2 0,-5 3 0,3-1 0,-4 4 0,6-1 0,0 0 0,3-2 0</inkml:trace>
  <inkml:trace contextRef="#ctx0" brushRef="#br0" timeOffset="-184628.73">1056 17724 5734,'1'-4'0,"0"0"0,1 3 0,-1 1 0,1 0 0,-1 0 0,1 0 0,0 0 0,0 0 0,2-1 0,1 1 0,0-1 0,0 0 0,0 0 0,2 1 0,2-1 0,5-1 0,-4 0 0,1 1 0,-3 1 0,-2-1 0,7 0 0,-5 1 0,4-1 0,2 2 0,-3-1 0,14 1 0,-11-1 0,8 0 0,-9-1 0,0-1 0,1 0 0,5-2 0,-4 1 0,8-1 0,-10 2 0,2 0 0,0 0 0,-5 1 0,6-1 0,20-2 0,-17 3 0,26-4 0,-29 4 0,4 0 0,1 2 0,-4-1 0,15 2 0,2 1 0,-6-2 0,9 2 0,-2-1 0,-14 0 0,9-1 0,-10 0 0,2 0 0,-1 0 0,10 1 0,-8-1 0,7 1 0,-2-1 0,-7 0 0,13 1 0,-14-1 0,21 0 0,-20-1 0,22 0 0,-23-1 0,9 0 0,1-2 0,-6 1 0,9-1-469,-10 1 469,-1-1 0,2 1 0,9-2 0,-7 2 0,17-3-759,-17 2 759,6-1 0,1 0 0,-9-1 0,3 1 0,1 0 0,0 0 0,15-3 0,1 1 0,-12 1 0,0 1 0,0 0-104,-2 1 104,-7 0 0,5 1 0,-1-1 0,-7 1 428,6-1-428,-8 1 0,-1 0 0,15-1 0,-12 2 0,12-1 0,-10 1 0,-4 0 786,11 1-786,-12 0 0,5 0 0,1-2 0,-5 1 0,24-5 0,-21 2 0,22-3 0,-25 4 118,5-1-118,-3 2 0,-5 2 0,7-1 0,-8 2 0,13 1 0,-15 0 0,8 3 0,-11 0 0,4 2 0,-3-3 0,1 0 0,-6-2 0,0-1 0,2 2 0,-2-2 0,3 3 0,-1-1 0,-1 1 0,4 1 0,-5-2 0,5 1 0,-4-2 0,0 0 0,1 0 0,-3-1 0,0 0 0,1 1 0,-2-1 0,4 1 0,-4 0 0,1 0 0,-1 0 0,-1 0 0,1-1 0,-1 0 0,-1-1 0,1 0 0,0 1 0,0-1 0,1 0 0,-1 0 0,1 0 0,0 1 0,1-1 0,1 0 0,0 0 0,5 0 0,-4 0 0,3 0 0,19-3 0,-14 2 0,20-2 0,-23 1 0,6 2 0,-8-1 0,1 1 0,-1 1 0,-2-1 0,11 3 0,-9-2 0,6 2 0,-7-2 0,0 0 0,5-1 0,-3-1 0,5 0 0,10-3 0,-13 2 0,14-2 0,-20 4 0,1-1 0,0 1 0,-3 0 0,3-1 0,-4 1 0,1 0 0,-3-1 0,5-13 0,-4 6 0,4-10 0,-6 2 0,1-4 0,-1-1 0,0-2 0,-1-4 0,1 3 0,-2-7 0,1-5 0,0 10 0,-2-9 0,0 6 0,0 6 0,0-4 0,-1 3 0,1 6 0,-1-6 0,-1-6 0,3 11 0,-4-28 0,4 26 0,0-4 0,-1 1 0,2 1 0,-1-22 0,1 26 0,0-8 0,1-8 0,0 20 0,0-16 0,0 27 0,0-1 0,0 2 0,0 0 0,0 0 0,0 0 0,-1-2 0,1 2 0,0 0 0,0-1 0,0 3 0,1-2 0,2 4 0,3 1 0,0 0 0,2 0 0,-2-1 0,0 0 0,18 5 0,-12-3 0,14 4 0,-10-4 0,-3 0 0,22 0 0,-17-3 0,7-2 0,0-1 0,-4-1 0,5-1 0,0-2 0,-2 1 0,13-4 0,-8 3 0,-7 3 0,4-1 0,-5 2 0,-6 1 0,3-1 0,-3 1 0,-5 2 0,4-1 0,-5 2 0,-2 0 0,1 2 0,1 1 0,-3-1 0,3 2 0,-4-3 0,-1 1 0,2 0 0,-3 0 0,11 5 0,-8-4 0,7 4 0,-9-6 0,-1 1 0,0-1 0,3 6 0,-2-4 0,0 4 0,-1 1 0,3 11 0,-4-5 0,4 9 0,-6 5 0,0-9 0,-2 5 0,0 0 0,0 0 0,-1 7 0,0 1 0,1-1-383,1 2 1,-1 0 382,2 1 0,-2 13 0,4 0 0,-1-12 0,1 10 0,1-18 0,0-2 0,0-2-243,1-2 243,0-3 0,-1-2 0,1-1 0,1 1 0,-1-6 0,1 2 746,2 8-746,-3-13 262,2 9-262,-3-13 0,-2-1 0,1 0 0,-1-2 0,-1-1 0,-1-5 0,-1 3 0,0-6 0,1 6 0,1-1 0,-1-2 0,0 1 0,-2-3 0,2 3 0,0-1 0,-1 0 0,2 3 0,-1-2 0,1 3 0,2-1 0,-1 0 0,2 0 0,4-3 0,-2 1 0,5-2 0,-2 2 0,14-5 0,-7 3 0,9-2 0,-10 5 0,5-1 0,-5 2 0,5 0 0,18 2 0,-18 0 0,25 2 0,-30 0 0,5 0 0,1 2 0,-5-2 0,5 1 0,0-1 0,-3-1 0,10 0 0,-11-1 0,4 0 0,-7-2 0,0 2 0,-1 0 0,33 2 0,-25 0 0,7 0 0,-2-1 0,-8 1 0,13-1 0,-11-1 0,16-2 0,-12 0 0,6-1 0,8-2 0,-15 3 0,12-2-203,-18 3 203,-1 1 0,-1 0 0,0 0 0,-1 1 0,0 0 0,6 0 0,-4 0 203,11 2-203,-9-1 0,5 1 0,2-1 0,-6 0 0,15 1 0,-14-3 0,6 1 0,0-1 0,-6 1 0,6 0 0,1 2 0,1 0 0,-1 1 0,5 0 0,-1 1 0,-11-1 0,14 4 0,-13-5 0,6 4 0,1-1 0,-6-1 0,6 2 0,13-2 0,-13-3 0,15 1 0,-18-3 0,23-1 0,-17 1 0,-2 0 0,0 1 0,-3-1 0,7 2 0,-2 1 0,-7-1 0,8 1-343,-12 0 343,2 0 0,-2-1 0,11 2 0,-8-2 0,16 2 0,-17-2 0,6 0 0,0 0 0,-5-2 343,5 1-343,15 1 0,1 1 0,-7 0-632,8 0 1,-4 1 631,-21-2 0,0 0-167,1 0 167,0-1 0,10 1 0,-6 0 0,7 0 0,-10 0 0,1-1 0,0 1 0,-1 0 0,10 2 0,-8 0 0,16 3 0,-17-3 0,17 3 0,-16-3 1240,8 0-1240,3-3 0,-8 0 0,20-2 0,-19 0 190,9 0-190,-3-1 0,-7 2 0,7-2 0,-3 2 0,0 0 0,0-2 0,4 2 0,-1 0-505,-11-2 505,6 2 0,-1 0 0,-7 0 0,17-1 0,2 0 0,-8 1-510,5-1 0,-1 0 510,-16 1 0,2-1 0,17 1 0,-12 0 0,0 0 0,0 0 0,1 0 0,10 0 0,-10-1 0,0 1 0,8-2-335,-7 1 1,0-2 334,3 0 0,0-2 498,13-2-498,-11 2 0,-5 1 0,-2 1 0,4-1 0,6-1 0,-6 3 0,-9 0 0,7 0 0,-15 1 0,1 1 0,-7-1 1189,-4 2-1189,-4 0 507,-6 2-507,-5-1 0,-6-1 0,-2-2 0</inkml:trace>
  <inkml:trace contextRef="#ctx0" brushRef="#br0" timeOffset="-182033.73">1197 16911 5734,'25'-3'0,"0"-1"0,18-2 0,-14 3 0,3-1-1639,7 0 1,0 1 1084,-7 0 0,0 1 554,11-2 0,2 0 0,-11 2 0,0-1 0,-1 1 0,5-1 0,4 0 0,-3 0 0,8 0 0,2-1 0,-1 1 0,-7 0-450,-2 0 0,-5 0 1,4 0 449,-1 0 0,4-1 0,1 1 0,0-1 0,-5 1 0,8-1 0,-5 0 0,-1 0 45,6-1 0,2 0-45,-7 1 0,6 0 0,-2-1 0,-5 2-45,1-1 0,-2 1 45,-1 0 0,1 0 0,-3 1 0,-6 2 0,-4 0 10,10 0-10,8 5 0,-31 0 2237,-2 3-2237,-21 3 0,-1-3 0,-6 2 0</inkml:trace>
  <inkml:trace contextRef="#ctx0" brushRef="#br0" timeOffset="-181629.73">1429 16705 5734,'-22'10'0,"0"0"0,-13 10 0,2 1 0,-3 4-544,8-4 1,2 1 543,9-3 0,3 0-689,-6 10 689,1 8 0,26 8 0,7-19 0,23-1 0,9-4 0,-15-15 0,1-3 0,4 1 0,1 0 0,-1 0 0</inkml:trace>
  <inkml:trace contextRef="#ctx0" brushRef="#br0" timeOffset="-180851.73">6019 17109 5734,'-18'6'0,"4"0"0,10-4 0,0 0 0,1 0 0,2 0 0,5 3 0,4-1 0,7 2 0,7 0 0,3-2 0,3 0-492,-4-1 1,4-1 491,6 1 0,8-1 0,2-1 0,-5 1-1022,-5-1 0,-2 0 0,3 0 1022,3 0 0,3 0 0,3 0 0,5-1 0,-11 1 0,5-1 0,3 1 0,1-1 0,0 0 0,-2 0 0,-1 0 0,-5 0-422,9 1 1,-5-1 0,0 0 0,6 0 421,-8 0 0,5 0 0,3 0 0,2 0 0,-1 0 0,-2 0 0,-4 0 0,-6 0 0,11 0 0,-7-1 0,3 0 0,0 0 0,5 0 0,1 0 0,-2 0 0,-3 0 0,-7 0 0,-4 1 0,1-1 0,2 0 0,4-1 0,3 1 0,2 0 0,-3-1 0,-2 1 0,6-1 0,-3-1 0,-2 1 0,-10 0 0,-2-1 0,2 1 0,5-1 0,2 0 0,-1 0 0,9-2 0,-4-1 0,-12 2 0,-1 0 0,6-1 0,-2-1 0,-10 2 0,-2-1 0,7-1 0,1-3 234,-15-2-234,-9 4 2348,-7-9-2348,-6 10 2567,-7-4-2567,-7 4 0,3 0 0,-7 1 0,6 1 0,0 0 0</inkml:trace>
  <inkml:trace contextRef="#ctx0" brushRef="#br0" timeOffset="-180667.73">8569 16991 5734,'3'10'0,"3"16"0,-3-8-727,0 14 727,-5-12 0,-4 4 0,-3 1 0,-1-4 0,-2 1 0,-8 13-334,6-12 1,-1 0 333,-9 10-957,-2-1 957,-6-1 0,-1-4 0,-4-3 0,2-5 0</inkml:trace>
  <inkml:trace contextRef="#ctx0" brushRef="#br0" timeOffset="-178978.73">3913 15274 5734,'-1'15'0,"0"2"0,1 28 0,1-14 0,2 7 0,1 1-2240,1-5 2240,-1-8 0,0 1 0,4 11-325,-2-10 325,1 8 0,0-3 0,-2-8 0,0 20 0,-5-24 574,-3 9-574,-5-14 0,0-6 0,-1-1 0,2-7 0</inkml:trace>
  <inkml:trace contextRef="#ctx0" brushRef="#br0" timeOffset="-178666.73">3572 15330 5734,'-6'-2'0,"2"0"0,4-1 0,3 0 0,3-1 0,3-1 0,14-3 0,-2 2 0,13-3 0,0 2 0,1-1-264,-12 3 0,1-1 264,14-3 0,7-1 0,-6 1 0,-12 3 0,0 0 0,6-2 0,2 1 0,-4 0 0,8 0 0,7-2 0,-7 3 0,-17 2 0,7 0 0,-24 4 0,1 2 0,-5 1 0</inkml:trace>
  <inkml:trace contextRef="#ctx0" brushRef="#br0" timeOffset="-176863.73">4353 15411 5734,'-4'2'0,"1"0"0,3-1 0,4-1 0,-2 0 0,4 0 0,1 0 0,0 0 0,4 0 0,5 0 0,-3 0 0,17 0 0,-13 0 0,9 0 0,-5 0 0,-4 0 0,16 0 0,-12-1 0,2 0 0,-12 1 0,-7 0 0,-3 0 0,-7 2 0,0 0 0,-5 3 0</inkml:trace>
  <inkml:trace contextRef="#ctx0" brushRef="#br0" timeOffset="-176652.73">4404 15576 5734,'5'1'0,"-1"0"0,3-3 0,9-2 0,-4 0 0,22-6 0,-17 5 0,9-4 0,-1 3 0,-9 4 0,8 0 0</inkml:trace>
  <inkml:trace contextRef="#ctx0" brushRef="#br0" timeOffset="-175080.73">4970 15221 5734,'3'13'0,"-2"-4"0,2 20 0,-1-12 0,1 21 0,-2-14 0,1 0 0,0 11 0,2 11 0,-2-14 0,1-13 0,0 9 0,-2-12 0,1-6 0,-1 2 0,-1-2 0,-1-6 0,0 1 0,0-7 0</inkml:trace>
  <inkml:trace contextRef="#ctx0" brushRef="#br0" timeOffset="-174866.73">4951 15401 5734,'25'-3'0,"-6"0"0,5-1 0,0 0 0,1 0 0,12-2-733,-17 3 733,-2 1 0,-1 0 0,-1 0 0</inkml:trace>
  <inkml:trace contextRef="#ctx0" brushRef="#br0" timeOffset="-174440.73">5405 15484 5734,'-15'-19'0,"1"1"0,8 6 0,-1-7 0,1 3 0,1-6 0,2 0 0,3 5 0,0-5 0,4-1 0,7 3 0,-1 1 0,5 7 0,1 8 0,-3 2 0,3 2 0,2 7 0,-4 0 0,9 12 0,-9-4-325,5 7 325,-8-5 0,10 14 0,-8-13 0,13 17 0,-15-24 0,6 3 0,-4-12 0,-1-3 0,5-5 0,2-12 0,-4 1 0,3-7 0,-4-2 0,-6 7 325,-1-5-325,-6 4 0,-3 6 0,-11-8 0,6 14 0,-7-3 0</inkml:trace>
  <inkml:trace contextRef="#ctx0" brushRef="#br0" timeOffset="-172901.73">5931 14838 5734,'-17'0'0,"-8"1"0,9-2 0,-23 0 0,8 0-822,-15-1 822,15 2 0,-4 0 0,3 1-921,-3-1 1,-1 1 920,0 0 0,-6 0 0,-1 0 0,5 0-1057,-8 0 0,2 1 1057,3 0 0,-2-1 0,2 0-479,-5 0 1,-1 1 478,1-1 0,-3 0 0,2 1 0,9-2 0,2 1 0,-1 0 0,2 0 0,-1 0 0,-1 0 0,0 0 0,-10 1 0,-1-1 0,3 1 0,11-1 0,0 0 0,-2 0 0,-2 1 0,-4 0 0,-2 0 0,2 0 0,5-1 0,2 1 0,3 0 0,-1 0 0,-3 0 0,-3 1 0,1-1 0,2 0 0,1 2 0,3-1 0,1 1 0,-4-1 0,-2 2 0,-5 1 0,-5 2 0,5-1 0,12-2 0,-2 2 0,-9 5 0,-9 3 0,1 2 0,9-4 0,12-3 0,1-1 0,-13 7 0,-5 2 0,12-5 0,16-4 0,0-1 1796,3-1-1796,-5 1 0,6-2 295,-3 1-295,3 4 3268,3-1-3268,-2 5 0,-8 28 0,10-21-337,-2 7 0,2-1 337,4-6 0,-3 9-414,4-10 414,0 2 0,-1 20 0,3-15 0,3 5 0,2 0 0,2-5 0,3 5 0,2-1 0,0-4 0,4 3 0,-1 0 0,-1-3 0,9 14 0,-6-10 0,-3-8 0,3 6 0,0-3 0,-5-8 0,4 5 0,4 1 0,-5-10 0,13 12 0,-15-16 1002,7 4-1002,23 5 0,-19-11 230,-1 0 1,5 0-231,23-4 0,0-4 0,-3 1-278,-12-1 0,4 0 0,-3 0 278,-9-2 0,-1-1 0,19 1 0,2-1 0,-13 1 0,0-1 0,12 1 0,0-1 0,-15 1 0,-3 1 0,19-2 0,-17 1 0,2 0 0,13-2 0,0 0 0,-15 1 0,2 0 0,3-2 0,6 0 0,0 0 0,-5 0 0,1 0 0,0-1 0,5 0 0,6-1 0,0-1 0,-6 1-562,0 0 1,0 0 561,4-1 0,6-1 0,1-1 0,-7 2-1348,-1 0 1,-2 0 1347,2-1 0,3 1 0,-3-1 0,-8 2 0,-2 1 0,-2 0-541,7-1 0,0 1 541,-7 0 0,2 0 0,0 0 0,6 0 0,2 1 0,-3 0 0,-1 0 0,0 0 0,-1 1 0,3-1 0,-3 1 0,4 0 0,-4 0 0,-8 1 0,0 1 0,6-2 0,0 0 0,-3 1 0,-2 0 0,14-1 274,-19 1 0,3-1-274,10-1 0,-1 0 0,-3 0 900,-2 0 1,-1 1-901,-15 2 1680,-7 0-1680,4 0 1705,-10 0-1705,-2-2 0,-2 0 0,-3-1 0,-5-9 0,3 4 0,-9-13 0,8 9 0,-3-7 0,-5-17 0,5 10 0,-3-12 0,0-1-409,2-1 409,3 7 0,0-6 0,1 5-922,3 9 0,1 1 922,-3-16 0,1-1 0,4 11 0,0 2 0,0-15-155,1 16 0,1 1 155,0-18 0,0 14 0,0-5 0,0 10 0,-1 8 0,0-6 0,1 15 319,-1-2-319,-2 7 1846,0 3-1846,-4 0 99,-3 6 1,-1 2-1,-3 2 1</inkml:trace>
  <inkml:trace contextRef="#ctx0" brushRef="#br0" timeOffset="-170617.73">8573 16891 5734,'-12'-5'0,"1"1"0,-18-3 0,15 5 0,-12-2 0,20 4 0,-1-2 0,3 0 0,-2-2 0,4 2 0,2-1 0,3 3 0,13 0 0,-3 1 0,11 1 0,9 1 0,-10 0 0,4 1 0,-1 0 0,-3 1 0,12 2 0,-10-1 0,-7-1 0,5 1 0,0-1 0,-7-2 0,5 1 0,-3-2 0,4 0 0,0-3 0,-5 0 0,-7-1 0,-8 1 0,-2-1 0,-8-3 0,0 2 0,-7-3 0,-14 0 0,-2 0 0,1 0 0,-8-2 0,-1-1 0,-5-6-589,7 3 589,13 4 0,3-1 0,3 2 0,-5-2 0,7 2 0,5 3 0,0-1 0,4 3 0,4 0 0,2 1 589,7 2-589,3 2 0,22 4 0,-10-1 0,10 1 0,1 0 0,1 1-209,-6-2 0,1 1 209,18 5-1279,-11-2 1279,9 2 0,-18-4 0,-1 0 0,7 1 0,-5-1 0,0 0-379,-5-2 379,6 0 0,-8-2 0,2-1 347,-2-1-347,-5-1 1274,-7-1-1274,-7 1 455,-2-1-455,-3 0 0,0 0 0,-3-1 0,4 0 0,-8-2 0,7 3 0,-4-2 0,5 0 0,1 1 0,-1 1 0,2-1 0,-2 1 0,2 0 0,0 0 0,-2 0 0,-1-1 0,0 0 0,-7-1 0,5 1 0,-4 0 0,3 1 0,1 0 0,-4 1 0,-11 7 0,5-1 0,-12 5 0,-2 3 0,6-2 0,-9 6 0,-3 3-1195,7-4 1195,-9 5 0,17-9 0,1 0 0,-11 7 0,11-7 0,-3 1 0,-4 4 0,-5 3 0,5-3 0,6-5 0,1 0 0,-9 7 0,-5 3 0,8-5 0,5-3 0,-8 8 0,14-10 0,-2 1 0,6-3 0,4-4 0,0-1 1195,21-17-1195,-1 0 0,17-12-1093,4-1 1,8-5 0,-5 3 1034,-12 8 1,0 0 57,13-7 0,5-3 0,-6 3-599,-9 6 0,-5 3 599,8-4-280,-5 0 1,-2 2 279,-11 6 0,0-3 0,-23 17 2522,-1 2-2522,-9 7 0,2-1 0,-1 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01T02:39:32.7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13748 6140 24575,'0'-16'0,"0"2"0,0 1 0,0 10 0,-13-11 0,10 1 0,-11-4 0,14 1 0,0-11 0,0 11 0,0-1 0,0-10 0,0 11 0,0-14 0,0 0 0,0 13 0,14-10 0,-11 11 0,10-14 0,-13 0 0,0 0 0,0 13 0,0-9 0,0 9 0,0 0 0,0-9 0,0 9 0,0-13 0,0 0 0,14 0 0,-11 0 0,10 14 0,-13-11 0,0 10 0,0-12 0,0 12 0,0-10 0,0 24 0,0-10 0,0 13 0,0 0 0,0 13 0,-13 4 0,10-1 0,-11-2 0,14-1 0,0-10 0,0 24 0,0-24 0,0 10 0,0-13 0,0 14 0,0-11 0,0 10 0,0-13 0,0 0 0,0-13 0,-13 10 0,10-11 0,-11 14 0,14 0 0,0 0 0,0 0 0</inkml:trace>
  <inkml:trace contextRef="#ctx0" brushRef="#br0" timeOffset="741">13718 5272 24575,'17'30'0,"10"-14"0,-24 11 0,24-10 0,-24-1 0,10 11 0,-13-11 0,14 1 0,-11 10 0,10-24 0,-13 24 0,14-24 0,-11 24 0,10-24 0,-13 10 0,0-13 0,0 0 0,0 14 0,0-11 0,0 10 0,0-26 0,0 10 0,0-11 0,0 14 0,0-13 0,0 10 0,0-24 0,0 24 0,0-24 0,0 24 0,-13-24 0,10 10 0,-11-12 0,14 12 0,-13-10 0,10 11 0,-11-1 0,14 4 0,-13-1 0,10 11 0,-11-24 0,1 24 0,10-24 0,-24 24 0,24-10 0,-11-1 0,14 11 0,-13-10 0,10 13 0,-11 13 0,14-10 0,-13 24 0,10-24 0,-11 24 0,1-24 0,10 24 0,-24-10 0,24 13 0,-10-14 0,-1 11 0,11-10 0,-10-1 0,13 11 0,-14-24 0,11 24 0,-10-24 0,13 24 0,0-24 0,0 10 0,-14 1 0,11-11 0,-10 10 0,13-13 0</inkml:trace>
  <inkml:trace contextRef="#ctx0" brushRef="#br0" timeOffset="4491">13641 4499 5734,'-5'0'0,"-2"1"0,4-1 0,-4 0 0,1-1 0,-1 0 0,0 0 0,0 1 0,0 0 0,-1 0 0,0 0 0,-2 1 0,-2 0 0,-9 0 0,7 0 0,-3 0 0,9 0 0,-11 3 0,11-1 0,-7 2 0,9 7 0,3-5 0,-2 7 0,4-7 0,1 0 0,1 1 0,1 0 0,0 0 0,1 0 0,3 2 0,0-3 0,1 2 0,4-3 0,-3-2 0,5 0 0,1-2 0,-3-2 0,3 0 0,-5 0 0,-2-1 0,0-1 0,-2 1 0,-3 0 0,-1 0 0,-5 0 0,-1 0 0</inkml:trace>
  <inkml:trace contextRef="#ctx0" brushRef="#br0" timeOffset="5517">13682 4699 5734,'8'-5'0,"0"1"0,1-3 0,2-1 0,-3 1 0,3-3 0,-1-2 0,-2 2 0,0-2 0,1-10 0,-5 11 0,2-9 0,-6 13 0,0 1 0,-1 0 0,-1 0 0,0 3 0,-2-2 0,1 3 0,-1-2 0,-2 2 0,1 0 0,-4-1 0,2 3 0,-1-1 0,3 2 0,2 0 0,-4 3 0,4-1 0,-3 2 0,3-2 0,-1 6 0,1-3 0,-3 5 0,3-4 0,0 0 0,-1 6 0,1-4 0,0 6 0,0 0 0,2-2 0,-1 4 0,1 2 0,0-5 0,2 5 0,0-2 0,1-4 0,-1 2 0,1-3 0,-1-5 0,0 2 0,1-3 0,-1-2 0,1-1 0,-2-1 0,0-2 0,2-19 0,0 3 0,2-12 0,1 11 0,6-6 0,-2 8 0,4-7 0,-5 11 0,-1 2 0,0 0 0,2-1 0,-2 4 0,4-2 0,-7 6 0,3-1 0,-5 5 0,-3 2 0,-1 1 0,-6 8 0,1-3 0,-12 15 0,9-11 0,-10 16 0,15-18 0,2 9 0,8-15 0,19 0 0,-7-7 0,29-9 0,-24 2 0,11-6 0,-14 0 0,-7 5 0,-1-1 0,-8 6 0,-4 1 0,-2 0 0</inkml:trace>
  <inkml:trace contextRef="#ctx0" brushRef="#br0" timeOffset="45240">18896 5573 5734,'7'2'0,"4"-2"0,-4 1 0,5-2 0,4 0 0,-2-2 0,7-1 0,6-5 0,-4 2 0,9-5 0,2-2 0,-8 3 0,18-10-1286,-11 2 1286,-1-2 0,-5 1-8,-10 4 8,0-1 0,-3 0 0,3-10 0,-6 5-357,0-7 357,-8 9 0,-4-10 0,-2 9 0,-5-6 0,-20-5 0,11 16 0,-18-10 0,17 21 0,-4 3 0,0 2 0,-2 4 0,-1 4 0,-1 3-671,-1 4 671,-1 4 245,2 3-245,1 3 0,3 3 0,4 2-156,5 1 156,6 15 0,7-12-567,8 12 567,7-17 0,6 0 0,5-2 0,4-3 0,4-2-405,3-4 405,3-2 0,1-4 0,2-2 0,-1-2 0,1-3 319,-9-3 0,1 0-319,-8-2 0,0 0 0,1 0 0,-2 0 39,-3-3 0,-23-1 0,-5-2 1</inkml:trace>
  <inkml:trace contextRef="#ctx0" brushRef="#br0" timeOffset="46250">19749 4452 5734,'8'7'0,"-2"3"0,2 2 0,2 14 0,-2-4 0,-1 4 0,-1 3 0,-2 13-797,0-16 0,-2 0 797,-3 9 0,-3-11 373,-1-1-373,-16 19 0,7-16 0,-13 13 0,0-14 0,4-7 0,-1-3 0,-1-1 0,-1-3 0,1-2 0,-1-3 0,3-5-99,-9-4 0,13-7 0,0-4 1</inkml:trace>
  <inkml:trace contextRef="#ctx0" brushRef="#br0" timeOffset="46422">19656 4266 5734,'-1'-9'0,"0"-2"0,1 2 0,1-1 0,2 3 0,0 2 0,5 0 0,-2 3 0,4 2 0,-4 0 0</inkml:trace>
  <inkml:trace contextRef="#ctx0" brushRef="#br0" timeOffset="47152">19979 4427 5734,'4'-12'0,"-2"4"0,1 1 0,-2 4 0,1-1 0,1 0 0,1-1 0,5-2 0,0 1 0,5-3 0,3-2 0,-2 3 0,13-6 0,-4 6 0,0 0 0,3 4 0,-12 5 0,3 2 0,-3 7 0,-5-1 0,1 6 0,-7-2 0,-3 2 0,-3 1 0,-2 1 0,-11 10 0,2-7 0,-8 7 0,-6-1-837,5-8 837,-5 4-450,4-4 450,8-7 0,-1 2 0,6-4 0,4-3 0,1 1 796,5-4-796,1-1 491,2 1-491,10-3 0,-1 0 0,8-1 0,15-4 0,1 0 0,-4 0 0,5-1 0,-3 0 0,-10 1 0,-8 0 0,5-1 0</inkml:trace>
  <inkml:trace contextRef="#ctx0" brushRef="#br0" timeOffset="47395">20366 4257 5734,'-4'13'0,"0"2"0,-1 13 0,1-3 0,-1 10 0,1 4-1877,2-8 1877,-2 8 0,1-3 0,1-9 584,0 6-584,2-7 0,-1-8 0,0 2 307,0-6-307,0-5 0,-2 0 0,1-6 986,0-4-986,1-3 0,0-4 0,1-1 0</inkml:trace>
  <inkml:trace contextRef="#ctx0" brushRef="#br0" timeOffset="47701">20336 4292 5734,'19'-3'0,"6"-2"0,-10 1 0,6-2 0,-1 2 0,-7 2 0,4-1 0,-7 4 0,-3 1 0,-1 4 0,-3 9 0,-2 1 0,-2 8 0,-3 13 0,0-8-866,-2 13 866,2-13-3,0-4 1,1 1 2,1 0 0,1-1 0,-2 0 0,1 0-365,4 13 365,0-22 0,0-3 0,1-2 832,1 0-832,1-5 1,3-2 0,0-5 0,2-3 1</inkml:trace>
  <inkml:trace contextRef="#ctx0" brushRef="#br0" timeOffset="50217">20666 4669 5734,'4'-3'0,"-2"0"0,-1 2 0</inkml:trace>
  <inkml:trace contextRef="#ctx0" brushRef="#br0" timeOffset="50792">21273 4057 5734,'-7'-6'0,"0"2"0,2 8 0,-9 19 0,5-3 0,-3 14 0,1 3 0,2 4 0,1-9 0,1 5 0,3 2 0,0 3 0,2-4-1530,0-8 1,1-1 1529,-1 9 0,0 5 0,1-8 0,6-1-124,6 7 124,-1-14-256,5 3 256,-3-17 0,1-4 0,0-5 0,0-5 0,0-4 0</inkml:trace>
  <inkml:trace contextRef="#ctx0" brushRef="#br0" timeOffset="50969">21091 4469 5734,'20'-6'0,"2"-1"0,-1 2 0,12-5 0,-8 3-833,7-2 833,-14 4 0,-4 0 0,-1 0 0</inkml:trace>
  <inkml:trace contextRef="#ctx0" brushRef="#br0" timeOffset="51285">20681 4701 5734,'13'-14'0,"-2"0"0,0 4 0,1-2 0,2 0 0</inkml:trace>
  <inkml:trace contextRef="#ctx0" brushRef="#br0" timeOffset="51453">21011 4683 5734,'-16'-4'0,"4"0"0,5 0 0,4 1 0,1-2 0,12 2 0,-4 1 0,8 1 0</inkml:trace>
  <inkml:trace contextRef="#ctx0" brushRef="#br0" timeOffset="79642">20958 2072 5734,'31'-13'0,"1"0"0,-3 0 0,-4 2 0,2-4-1266,-4-1 1266,-2-3 0,0-10 0,-8 8 0,-1-4 403,-11 7-403,-4 8 209,-5-2-209,-11 8 0,0 3 0,-8 5 0,-1 12 0,0 4 0,-2 3-588,-2 6 1,3 1 587,11 0 0,-2 10-928,14-1 928,3-10 0,7 7 0,9-6 0,1-10 0,8 4 0,6-8 0,-5-6 1627,8-1-1627,14-7 0,-17-4 0,2-2 0,0-1 0,-7-2 178,11-5 0,-19 4 0,0-1 1</inkml:trace>
  <inkml:trace contextRef="#ctx0" brushRef="#br0" timeOffset="79915">21542 1716 5734,'-1'-4'0,"4"-2"0,0 4 0,5 0 0,2 4 0,1-1 0,4 1 0,9 1 0,-5-2 0,9 2 0,2 0 0,-9 1 0,6 0 0,-8 2 0,-5-4 0,3 2 0</inkml:trace>
  <inkml:trace contextRef="#ctx0" brushRef="#br0" timeOffset="80402">22098 1441 5734,'7'9'0,"2"14"0,-2-2 0,1 13 0,-1 3 0,-1 8-858,-1-8 1,0 3 857,-4-6 0,-1-2-747,1-7 0,-1 1 747,-1 6 0,0 1 0,-1-3 0,-2 0 0,-3 14 167,3-16 0,-2-1-167,-2-3 0,0-1 0,-4 10-607,-6 6 607,5-17 648,-6 1-648,-25-12 0,18-7 0,-15-14 0</inkml:trace>
  <inkml:trace contextRef="#ctx0" brushRef="#br0" timeOffset="80545">22031 1261 5734,'16'-19'0,"6"0"0,-9 13 0,5-1 0,-2 10 0,-5 3 0,3 5 0,-6 0 0</inkml:trace>
  <inkml:trace contextRef="#ctx0" brushRef="#br0" timeOffset="81309">22328 1345 5734,'0'30'0,"0"0"0,0 7 0,1-1 0,-1 7-435,0-16 0,0 1 435,-1 20-1113,0-15 1113,0 7-68,-2-11 68,2-10 0,0 1 0,-1-10 371,1-2-371,0-6 1063,2-9-1063,1-9 0,9-22 0,-2 10-106,6-8 106,-4 15 0,3 1 0,8-6 0,-5 8 0,5-4-226,-7 9 226,-1 2 0,-1 2 0,-3 0 0,-1 3 0,-1 0 706,-5 3-706,-2 2 243,-5 4-243,-11 11 0,4-4 0,-6 8 0,5 0 0,4-4 0,-1 4 0,4 2 0,4-7 0,0 6 0,7-7 0,0-3 0,3 2 0,6-2 0,-2-3 0,5 1 0,0-4 0,-4 0 0,3 0 0,0-5 0,-4-1 0,4-2 0</inkml:trace>
  <inkml:trace contextRef="#ctx0" brushRef="#br0" timeOffset="81832">22664 1659 5734,'7'12'0,"2"-1"0,-2-7 0,3-3 0,3-8 0,7-13 0,3-11 0,-3 3 0,-3-6 0,-11 20 0,1-3 0,-2 7 0,-3 4 0,1 1 0,-1 7 0,-1 2 0,0 4 0,1 16 0,0-8 0,1 12 0,-1-12 0,0 1 0,1-2 0,3 6 0,-2-6 0,3 3 0,6-6 0,-4-6 0,18-7 0,-14-6 0,10-9 0,-6-4 0,-5 1 0,2-6 0,-4-6 0,-4 7 0,1-7 0,-4-1 0,-2 14 0,0-10 0,-2 19 0,1 0 0,-1 6 0,1 3 0,1 1 0</inkml:trace>
  <inkml:trace contextRef="#ctx0" brushRef="#br0" timeOffset="82081">23193 1302 5734,'-1'41'0,"0"-14"0,1 1 0,1 8-403,-1-11 0,1 0 403,1 1 0,-1-1-1125,2 14 1125,-1-15 0,1 0 0,1 8 0,2 8 0,0-12 445,1 4-445,0-8 0,-2-9 0,1 2 0,-2-9 366,-2-4-366,2-3 0,-1-6 0,1-2 0</inkml:trace>
  <inkml:trace contextRef="#ctx0" brushRef="#br0" timeOffset="82607">23125 1550 5734,'38'10'0,"-5"-2"0,-16-4 0,-1-1 0,-2-2 0,0-1 0</inkml:trace>
  <inkml:trace contextRef="#ctx0" brushRef="#br0" timeOffset="83027">22641 1463 5734,'-5'23'0,"0"9"0,2-8 0,1 7 0,3 4 0,0-13 0,1 10 0,4-13 0,-1-5 0,2 1 0</inkml:trace>
  <inkml:trace contextRef="#ctx0" brushRef="#br0" timeOffset="84272">22160 2583 5734,'-5'10'0,"0"1"0,-2 13 0,2-2-1139,-1 10 1139,2-6 0,0 12 0,2-9 0,1 7 0,3-11 0,0-2 365,3-2-365,2 3 0,1-9 0,2 1 188,-1-9-188,9-5 0,-3-4 0,7-13 0,0-3 0,1-3-270,-3-1 0,-1 0 270,-5-1 0,-2-1 0,-1 1 0,1-5 0,-5 9 0,3-6 0,-8 19 0,-1 3 0,-12 40 0,5-12 128,1-1 1,0 2-129,3-1 0,3 0-487,3 5 487,1-9 0,3 3 0,5-10 0,-2-7 0,6-3 0,1-15 0,-4-2 0,-1-7 0,-2-2 0,-1-4 0,-3-7 0,-2 0 0,-4 2 0,-1-16 0,-4 15 824,2 11-824,0-5 532,-1 11-532,0 7 0,-3 2 0,2 8 0,0 3 0</inkml:trace>
  <inkml:trace contextRef="#ctx0" brushRef="#br0" timeOffset="84475">22643 2801 5734,'16'-4'0,"12"-4"0,-3 3 0,9-3 0,1 2 0,-10 1 0,6 0 0,-6 0 0,-8 2 0,1 1 0,-12 6 0,-6 1 0,-5 4 0,-5-1 0,-2 1 0</inkml:trace>
  <inkml:trace contextRef="#ctx0" brushRef="#br0" timeOffset="84625">22691 2946 5734,'15'-1'0,"-2"0"0,11-3 0,-2 1 0,5-2 0,-7 3 0,-1 1 0,-6 2 0,5-1 0,-8 3 0,1-1 0</inkml:trace>
  <inkml:trace contextRef="#ctx0" brushRef="#br0" timeOffset="85017">23034 2672 5734,'0'-9'0,"-1"0"0,2 1 0,2-1 0,1 2 0,3-1 0,8 2 0,15 2 0,3 3 0,2 3 0,-5 7 0,-14-1 0,2 4 0,-9 3 0,-5-2 0,-1 5 0,-8 1 0,-2-2 0,-3 4 0,1-6 0,-2-1 0,2 0 0,0-2 0,-2 3 0,5-5 0,0 1 0,5-2 0,2-2 0,3 1 0,12-1 0,-5-3 0,17 2 0,-12-5 0,5 0 0,3-3 0,-6-1 0,5-1 0,12-9 0,-13 3 0,14-8 0</inkml:trace>
  <inkml:trace contextRef="#ctx0" brushRef="#br0" timeOffset="85229">23554 2581 5734,'-6'12'0,"-1"10"0,2-2 0,-1 11 0,-2 7 0,3-7 0,-2 10 0,2-2-1072,1-10 1072,0 7-232,2-8 232,1-9 0,-1 2 0,1-8 0,1-7 0,-1 0 773,-1-11-773,-1 0 531,0-6-531,-1-1 0,0-2 0,1-5 0,-1-3 0,0-1 0</inkml:trace>
  <inkml:trace contextRef="#ctx0" brushRef="#br0" timeOffset="85527">23357 2621 5734,'11'4'0,"21"7"0,-9-4-1738,19 5 1738,-13-7 0,1 1 0,1-2 0,0 0 0,13-4 0,-10-1 0,9-3 0,-15-1 0,0-1 544,-3-2-544,12-7 0,-17 5 0,12-9 0,-24 13 284,1-1-284,-9 7 0,-4 5 0,-3 10 910,-1 2-910,1 6 0,0 2 0,-1 4 0,0 6 0,1 0 0,2-4-834,-3 16 834,7-25 0,0 5 0,3-2 0,1-4 0,2-6 0,5-14 0,1-4 0,6-4 0</inkml:trace>
  <inkml:trace contextRef="#ctx0" brushRef="#br0" timeOffset="85781">24215 2357 5734,'-31'18'0,"8"-2"0,-6 13 0,13 2 0,3 2-1048,4-10 0,1 1 1048,-4 15 0,1 1-654,6-14 0,1-2 654,0 3 0,0-1 0,1 1 0,0 1 0,0 13 0,1 0 0,1-9 0,-1 0-464,2 11 1,-1-1 463,2-12 0,0-1 0,0 12 0,1 0 0,0-10 0,-1-1 0,1 7 0,0 1 0,0-8 0,-1 0 0,0 0 0,0 0 0,-1-3 0,0-2 0,-3 13 0,-2-27 717,-2-10-717,-2-6 0,0-7 0,0-3 0</inkml:trace>
  <inkml:trace contextRef="#ctx0" brushRef="#br0" timeOffset="85941">23982 2842 5734,'17'1'0,"11"1"0,-4-2 0,10 1 0,-9-1 0</inkml:trace>
  <inkml:trace contextRef="#ctx0" brushRef="#br0" timeOffset="89646">24215 2872 5734,'-4'0'0,"1"1"0,2 2 0,1 0 0,1 7 0,0-4 0,1 4 0,1 3 0,-1-2 0,1 3 0,-1-4 0,0 5 0,-2-4 0,1 3 0,-2-4 0,1-1 0,0 0 0,0 2 0,0-2 0,0 5 0,0-7 0,0 1 0,0-4 0,0-4 0,-3-2 0,-2 5 0,0-4 0,-2 3 0,1-2 0</inkml:trace>
  <inkml:trace contextRef="#ctx0" brushRef="#br0" timeOffset="89991">24204 2796 5734,'8'-3'0,"11"-2"0,-6 1 0,25-3 0,-20 4 0,22-3 0,-24 4 0,11-1 0,-19 2 0,4 0 0,-8 0 0,0 1 0,-2 0 0,0 1 0,-2 1 0,-1 1 0,-2 0 0,-1 0 0</inkml:trace>
  <inkml:trace contextRef="#ctx0" brushRef="#br0" timeOffset="90275">24182 2953 5734,'6'0'0,"1"0"0,0-1 0,3-2 0,2 0 0,1-1 0,1 1 0,1 0 0,1 2 0,7-3 0,-6 2 0,4 0 0,-4 2 0,-6 0 0,2 1 0,-5 1 0,-4 0 0,1 1 0,-5-1 0,0 1 0</inkml:trace>
  <inkml:trace contextRef="#ctx0" brushRef="#br0" timeOffset="94460">20576 4181 5734,'-1'12'0,"0"2"0,-1 2 0,-1 14 0,0-6 0,0 10 0,-2 2 0,2-9 0,-3 8 0,2-4 0,0-9 0,1 3 0,0-8 0,2-6 0,-2 11 0,2-15 0,-1 6 0,2-12 0,1 0 0,1-2 0,0-1 0,0-3 0,0 1 0,4-8 0,3-1 0,2-3 0,6-6 0,-7 12 0,5-7 0,-10 11 0,0 0 0,-3 3 0,0 2 0,-2 5 0,-1 1 0,0 5 0,-1-2 0,2 5 0,0-4 0,0 3 0,2-1 0,0-3 0,2 1 0,-1-3 0,1-2 0,0 1 0,6 0 0,-2-3 0,4 0 0,-2-4 0,-1 0 0,4-3 0,-4-1 0,1-1 0</inkml:trace>
  <inkml:trace contextRef="#ctx0" brushRef="#br0" timeOffset="94775">20891 4086 5734,'-12'15'0,"3"-2"0,-1 9 0,2 0 0,1 5-517,0 3 517,2-4 0,0 0-1659,-2 17 1659,2-14 0,1 0 0,-3 15 0,3-14 0,1 1 0,-3 16 0,3-19 0,1 3-198,0 8 0,0-2 198,1 2 0,0-5 0,0-3 0,1-13 0,0-3 0,1-3 201,-1-4-201,0 0 1303,0-3-1303,-2-1 1068,2-3-1068,-3-8 0,-3-12 0,0 0 0,0-6 0</inkml:trace>
  <inkml:trace contextRef="#ctx0" brushRef="#br0" timeOffset="94936">20789 4501 5734,'26'-7'0,"-5"1"0,8-1 0,-7 3 0,0-1-456,-1 1 456,-1-1 0,5 2 0,-6 0 0,3 1 0</inkml:trace>
  <inkml:trace contextRef="#ctx0" brushRef="#br0" timeOffset="95299">21016 4518 5734,'-2'4'0,"0"-1"0,2 1 0,0 2 0,0 1 0,0 2 0,0 2 0,1 2 0,0 2 0,-1 2 0,0 11 0,-1 2 0,0 0-420,0 1 1,0-3 419,0-9 0,-1 4 0,1-7 0,-1 2 0,1-5 0,0-6 0,0 1 839,1-5-839,0-1 0,0 0 0,-1-6 0,0 1 0,-2-5 0,2-1 0,-1 0 0,1-4 0,0 2 0</inkml:trace>
  <inkml:trace contextRef="#ctx0" brushRef="#br0" timeOffset="95511">21026 4505 5734,'7'2'0,"1"-1"0,1 2 0,7 0 0,-3 0 0,21 4 0,-20-4 0,11 2 0,-21-4 0,-1 1 0</inkml:trace>
  <inkml:trace contextRef="#ctx0" brushRef="#br0" timeOffset="95681">20998 4694 5734,'7'3'0,"5"0"0,-2-2 0,6-1 0,2 0 0,7-2 0,-6-1 0,1-1 0</inkml:trace>
  <inkml:trace contextRef="#ctx0" brushRef="#br0" timeOffset="97391">21534 5396 5734,'26'-7'0,"-2"2"0,-9 3 0,2 0 0,15 5 0,-11-1 0,19 6 0,-26-5 0,2 5 0,-15-5 0,-1 2 0</inkml:trace>
  <inkml:trace contextRef="#ctx0" brushRef="#br0" timeOffset="97549">21551 5552 5734,'10'2'0,"-1"-2"0,6-1 0,8-2 0,-4 0 0,8 0 0,0-1 0,-8 0 0,6-1 0</inkml:trace>
  <inkml:trace contextRef="#ctx0" brushRef="#br0" timeOffset="97910">22190 5414 5734,'24'-16'0,"-2"2"0,-9 5 0,14-12 0,-10 7 0,7-10 0,-14 4 0,-4 5 0,-22-20 0,2 24-547,-19-9 547,11 21 0,-2 4 0,-11 9 0,10-1 0,4 6 0,1 1 0,5 4 0,6 5 0,5 1 0,8-4 0,9 15 0,14-16 0,-3-8 0,11 2 0,4-12 0,-10-4 0,-2-2 0,-2-3 0,-2-3 0,11-3 0</inkml:trace>
  <inkml:trace contextRef="#ctx0" brushRef="#br0" timeOffset="98359">22602 4349 5734,'9'28'0,"1"1"0,-2-4-1328,0 3 1328,0 1 0,0 2 0,0 11 0,-6-10 0,-1 1 0,0 13-390,-3-17 0,-3-3 390,-3-8 0,-3-2 368,-1-2-368,-3-3 0,-11-1 0,6-5 0,-9-2 0,-2-11 0,7-1 18,-7-7 1,14-2 0,1-3 0</inkml:trace>
  <inkml:trace contextRef="#ctx0" brushRef="#br0" timeOffset="98492">22616 4099 5734,'11'-7'0,"-4"2"0,-2 2 0,-2 2 0,0 2 0,1 1 0,3 1 0</inkml:trace>
  <inkml:trace contextRef="#ctx0" brushRef="#br0" timeOffset="105875">22780 4443 5734,'11'-2'0,"-3"0"0,10-7 0,-9 3 0,15-12 0,-12 7 0,7-9 0,-3 0 0,-4 4 0,3-6 0,7-21 0,-12 20-480,8-20 480,-15 28-11,-2-5 11,-1 5 0,0-4 0,-2 3 0,0 4 0,-1-3 479,0 6-479,-7-6 12,5 8-12,-5-5 0,6 12 0,-1 0 0,-1 1 0,-1 2 0,-5 5 0,3 0 0,-4 5 0,0 6 0,3-2 0,-3 7 0,3 5 0,2-5-608,-1 9 608,5-8 0,1 1 0,2 1-38,1 1 38,3 14 0,-1-11-687,3 8 687,-1-14 0,-1-2-185,1-3 185,0-2 0,1 6 0,-2-9 550,2 4-550,-5-13 36,2-1-36,-2-15 718,1 2-718,0-12 214,2 7-214,-1-1 0,1-2 0,4-8 0,-1 5 0,4-6 0,8-5 0,-6 12 0,16-18 0,-17 24 0,7-5 0,-12 12 0,0 2 0,-2 1 0,1 1 0,-1 1 0,0 1 0,-2 2 0,-1 1 0,-2 1 0,-3 2 0,-2-1 0,-2 3 0,-6 2 0,2-2 0,-13 11 0,12-9 0,-10 11 0,16-13 0,-2 12 0,9-12 0,2 6 0,5-4 0,-1-2 0,8 6 0,7-3 0,6 1 0,-4-3 0,-4-4 0,-13-4 0,-2 0 0,-1-1 0,0-1 0,-1 0 0</inkml:trace>
  <inkml:trace contextRef="#ctx0" brushRef="#br0" timeOffset="107392">23233 4206 5734,'-9'11'0,"2"0"0,-1 8 0,3-5 0,-4 23 0,5-17 0,-2 11 0,3 11 0,1-19-434,0 19 434,3-28 107,2 7-107,0-10 0,2 5 0,2-11 0,-1-2 0,3-2 327,5-6-327,-3-1 0,5-5 0,1-7 0,-3 3 0,4-8 0,0-5 0,-5 6 0,5-8 0,-5 3 0,-4 8 0,4-7 0,-8 13 0,-1 3 0,-4 7 0,-3 14 0,-3 10 0,1 2 0,0 4 0,4 4 0,2-7-430,2 7 430,2-11 0,6 3 0,5-4 0,0-3 0,3-7 0,-4-8 0,13-12 0,-10 2 0,9-11 0,-16 5 0,-3-3 0,-1-12 0,-4 6 0,-1-7 0,-7 0 0,0 8 430,-3-5-430,0 6 0,2 8 0,-1-3 0,3 9 0,0 1 0,-2 2 0,-1 3 0,-2 1 0,0 2 0,-2 1 0,1 2 0</inkml:trace>
  <inkml:trace contextRef="#ctx0" brushRef="#br0" timeOffset="109225">23738 3991 5734,'-4'13'0,"-2"2"0,-1 6-1210,-1 3 1210,-1 5 0,0 1 0,-5 15 0,4-10 0,0 2 0,1 1 0,1 1 0,2 1 0,1-1 0,4-8 0,3-2 0,2-1 0,1-8 0,6 9 223,-1-14-223,-1-5 238,12 5-238,1-12 0,0 0 0,0-7 0,-12 0 0,0-2 615,-3 1-615,-1-2 134,-2-1-134,-3 0 0,-1-3 0,-2 1 0</inkml:trace>
  <inkml:trace contextRef="#ctx0" brushRef="#br0" timeOffset="109413">23573 4361 5734,'8'-4'0,"1"0"0,12-5 0,-2 2 0,16-5 0,3-1 0,-10 3 0,3 0 0,-1 0 0</inkml:trace>
  <inkml:trace contextRef="#ctx0" brushRef="#br0" timeOffset="111224">18220 6680 5734,'8'-5'0,"35"-9"0,-20 8-774,2-1 0,1 0 774,-4-1 0,-1 2 34,6-4-34,-8 3 0,3-1 356,-7 2-356,-5 2 0,-2 1 0,-7 3 194,-10 8 0,-1 0 0,-6 5 0</inkml:trace>
  <inkml:trace contextRef="#ctx0" brushRef="#br0" timeOffset="111370">18173 6897 5734,'6'-4'0,"9"-5"0,0 2 0,8-3 0,8 1 0,-5 3 0,6-1 0,-9 3 0,-1-1 0</inkml:trace>
  <inkml:trace contextRef="#ctx0" brushRef="#br0" timeOffset="111864">19220 6490 5734,'-7'-4'0,"2"2"0,1 1 0,3 1 0,-1 0 0,6 3 0,1-1 0,5 3 0,14 0 0,-1-1 0,10 0 0,2-1 0,5 0-294,-7 0 1,1-1 293,-8 0 0,0 0-1008,12 1 1008,-14-2 0,1 1 0,16 0 0,-11-1-348,-6 0 0,0 0 348,-4 0 0,6 1 0,-19 1 120,-4-1 1,-2 1 0,-3-3 0</inkml:trace>
  <inkml:trace contextRef="#ctx0" brushRef="#br0" timeOffset="112722">19253 6501 5734,'-2'3'0,"1"-2"0,2 0 0,1 1 0,-1-1 0,1 1 0,0 1 0,3 8 0,-1-2 0,4 8 0,-3-5 0,5 9 0,-2-5-300,5 8 300,-4-5 0,2 0 0,0 2 0,1-1 0,0 2 0,0 0 0,0 1 0,6 14 0,-8-15 0,5 11 0,-10-12 0,-3-6 0,-3 5 0,-16 9 0,3-10 0,-10 6 0,-2-1 0,-3-1 0,1-1 0,-1 1-983,2-3 983,-6 6 0,1-1 0,14-11-258,-11 11 258,21-16 262,-2 2-262,8-3 0,2-2 0,9 8 983,0-6-983,7 5 0,10-2 0,-4-2 296,10 2-296,3-2 0,0-1 0,6 1-823,-3-1 1,-1-1 822,-5-3 0,0-1-791,7 0 791,-11-1 0,4-1 0,-10-2 0,-9 0 0,-1-1 0,-13-3 0,-2 0 0,-4-3 0</inkml:trace>
  <inkml:trace contextRef="#ctx0" brushRef="#br0" timeOffset="113648">20124 6500 5734,'-6'-4'0,"3"2"0,1 4 0,2 3 0,1 3 0,3 9 0,-1-2 0,4 7 0,2 7 0,0-5 0,3 3 0,0 0 0,4 2-109,-4-6 0,1-1 109,10 11-948,-6-9 948,7 7 0,-2-4 0,-5-6 0,11 15 0,-14-19 0,4 6 0,-8-11 0,-3-6 0,0 1 197,-5-5-197,-5 1 242,0-2 0,-5 0 0,0-2 1</inkml:trace>
  <inkml:trace contextRef="#ctx0" brushRef="#br0" timeOffset="113842">20120 6945 5734,'11'-29'0,"-2"6"0,2-1 0,8-13-1639,5-4 1,2 0 1036,-12 20 0,0 1 602,8-12 0,0 1 16,-6 10 1,-2 3-17,8-9 887,4-4-887,-6 11 0,-8 8 0,2 1 0,-7 8 0,-1 2 0</inkml:trace>
  <inkml:trace contextRef="#ctx0" brushRef="#br0" timeOffset="114158">20505 6732 5734,'-7'27'0,"-1"14"0,2-10 0,1 12 0,8-11 0,3-1 0,0-1-451,1-2 0,2-3 451,3-16 202,7-2-202,-3-5 0,4-4 0,-1-6 0,-7-1 0,3-3 0,-8 1 0</inkml:trace>
  <inkml:trace contextRef="#ctx0" brushRef="#br0" timeOffset="114352">20502 6551 5734,'21'-5'0,"7"1"0,-8 3 0,5 1 0,-9 1 0,-1 1 0,-1 0 0</inkml:trace>
  <inkml:trace contextRef="#ctx0" brushRef="#br0" timeOffset="115101">20738 6641 5734,'-1'17'0,"0"11"0,1-6 0,-1 9 0,1 2 0,1-7 0,0 7 0,1-7 0,0-1 0,1-1 0,1 19 0,-3-29 0,0-7 0,-3 3 0,2-8 0,-2-1 0,1 0 0,0-1 0,0-2 0,0-1 0,2 0 0,0-1 0,0 0 0,-1-2 0,-1-5 0,1 4 0,0-7 0,0 7 0,0-1 0,-1 2 0,1 3 0,-1-2 0,1 2 0,0 2 0,0-1 0,0 0 0,0 1 0,0-1 0,0-3 0,1-1 0,2-4 0,3-5 0,0 2 0,2-5 0,18-22 0,-12 20-575,12-21 575,-15 29 0,-2 0 0,0 2 0,-2 2 0,0 1 0,-2 2 0,-1 0 0,-1 3 575,-2 0-575,-3 7 0,-4 5 0,-5 8 0,1-1 0,-8 8 0,8-8 0,-4 4 0,2 1 0,5-5 0,-1 4 0,4-6 0,1-2 0,1 1 0,0-2 0,4 5 0,1-6 0,13 10 0,-5-13 0,8 4 0,-1-7 0,-3-3 0,14-1 0,-16-2 0,9-2 0,-16 1 0,1-2 0,-5-3 0,0 0 0,-1-3 0,1 1 0</inkml:trace>
  <inkml:trace contextRef="#ctx0" brushRef="#br0" timeOffset="115638">21056 6512 5734,'8'2'0,"16"-1"0,-12-1 0,16-1 0,-17 0 0,3-1 0,-7 1 0,0-1 0,-2 2 0,-5 1 0,1 2 0,-4 2 0,0 3 0,-1 1 0,0 4 0,-1 6 0,3-2 0,0 6 0,2 7 0,0-6 0,2 4 0,0 1 0,0 3 0,0-8 0,0 2 0,-1 12-885,-2-9 885,-2 8 0,-2-4 0,-1-9 0,-8 18 0,7-24-117,-8 12 117,10-21 0,-6 3 0,5-9 0,-4 1 0,3-3 0,-3-1 0,1-2 0</inkml:trace>
  <inkml:trace contextRef="#ctx0" brushRef="#br0" timeOffset="118393">20338 6425 5734,'-25'34'0,"8"-10"0,-5 7 0,0 2-433,0-1 433,-4 7 0,-1 1-698,2-5 698,3-1 0,-1-1-777,2-4 777,-4 8 0,3-6 0,6-6 0,-4 6 0,-1 5 0,8-15-480,-9 19 480,14-27 171,-2 6-171,7-14 549,1 0-549,5-14 1078,-1 3-1078,6-9 590,-2 5-590,4-9 0,-1 4 0,5-8 0,-3 6-465,2-2 465,1-3 0,3-2 0,0-2 0,1-1 0,2-2 0,0 0 0,0 0 0,1-1 0,-1 0 0,-2 6 0,-2 3 0,-2 2 0,-2 2-240,6-6 240,-10 10 0,5-4 0,-9 10 0,-1 3 0,1-1 0,-2 4 453,-2 0-453,-4 11 252,1-2-252,-5 6 0,-2 3 0,1-4 0,-4 7 0,-1 3 0,2-4 0,-2 2 0,-1 0 0,-1 2 0,-8 12 0,0 0 0,8-10-257,-1 0 0,2-3 257,11-14 0,-1 0 0,4-3 0,0-1 0,7-6 0,0-2 0,5-5 0,4-9 0,-2 1 0,1-4 0,1-3 0,0-2 100,-3 5 0,0-1-100,0-3-560,0 1 560,-1-1 0,0 0 0,3-7 0,-4 9 0,2-4-94,-3 9 94,-4 6 0,1 1 0,-6 7 292,0 3-292,-4 3 573,-1 4-573,-7 13 0,1-1 0,-7 11 0,-2 7-1120,3-7 1120,-5 11 0,8-16 0,1-1 0,-2 6-347,2-5 0,2-1 347,4-7 0,-2 1 0,4-7 0,1-5 0,1-1 1128,3-4-1128,18-29 0,-6 12-37,1-4 1,0 0 36,2-2 0,1-2 0,1-1 0,-1-1 0,9-13 0,-7 10 0,5-10 0,-10 16 0,0-1 0,2-5-388,-3 7 0,-1 2 388,-3 1 0,-1 5 0,1-6 791,-5 13-791,1-2 0,-13 22 0,-1 2 0,-6 10 0,-7 12 224,4-6-224,7-9 0,-1 1-1037,-6 10 1037,-1 2 0,0 0 0,1 0 0,0 0 0,1-1 0,1-2 0,2-3-611,-1 4 611,5-10 0,-1 0 0,7-10 516,2-5-516,2-3 1025,4-11-1025,2-1 730,4-8-730,5-10 0,-1 5 0,5-10 0,2-3-1104,-3 7 1104,5-9 0,2 0 0,-6 8 0,0 0 0,0 1 0,0-1 0,2-2 0,-1 3 0,-9 13 0,6-7 0,-21 28 0,-6 14 0,-1-1 0,-5 11 0,-4 7-1250,3-6 1250,7-12 0,-1 2 0,-1 1 0,0 0 0,-8 12 0,8-12 0,-2 0 0,-2 4 0,1-2 0,-5 6 0,7-8 0,0-2-75,3-5 75,3-3 944,1-4-944,5-2 0,2-6 0,6-5 1387,2-6-1387,4-3 0,1-4 98,4-3-98,11-14 0,-5 5-227,-8 11 0,1-2 227,1 0 0,0-1-1191,9-10 1191,-10 10 0,1-1 0,-2 2 0,-1 0 0,8-10 0,2-6-704,-5 8 704,-7 9 0,2-2 0,-7 9 366,-3 4-366,0 2 1144,-10 11-1144,-2 2 0,-7 9 0,-1 3 4,-4 4-4,-2 4 0,-2 3 0,3-3 0,-3 5 0,2-2 0,6-7 0,-1 0-562,-4 6 1,-2 3-1,4-5 562,1 1 0,1-3-433,0 3 433,6-10 646,-1 1-646,9-10 0,2-5 0,2-2 1731,2-6-1731,22-28 0,-9 12-257,0-1 1,1-1 256,2-2 0,1-1 0,2-1 0,-1-2 0,1 0 0,-1 0-152,-2 0 152,5-8 0,-8 11-421,3-6 421,-10 15 0,-2 3 0,-1 2 0,-3 4 1020,-2 3-1020,-3 4 163,-3 5-163,-3 4 0,-5 6 0,-3 5 0,-2 4 126,-1 4-126,4-5 0,0 0-1443,-8 15 1443,7-12 0,1 0 0,-7 10 0,0 1 0,1-3-183,2-2 183,-3 6 0,8-13 0,-2 3 0,9-15 295,2-3-295,17-20 0,6-9 0,9-12-117,-8 8 0,0-1 117,5-7 0,-8 10 0,1 0-516,0-1 0,0 1 516,8-11-140,-10 12 0,1-1 140,10-17 0,-7 11 0,1-6 0,-3 6 0,-9 11 0,1-1 1428,-12 16-1428,-3 5 1407,-6 6-1407,-14 18 0,3-2-512,7-7 0,0 1 512,-9 14 0,0 1 0,-1 2 0,1 0 0,9-12 0,0 1 0,-8 11 0,10-14 0,0 0-198,-7 12 198,7-12 0,-1 4 0,5-11 0,4-6 0,-1 0 0,4-4 0,1-2 0,-1-1 1387,2 0-1387,0-2 230,2 0-230,2-1 0,1-4 0,0-1 0,1-1 0,-3 1 0,0 0 0,0 0 0,-1 1 0,0 2 0,-1 0 0,0 1 0,-4 3 0,2-1 0,-3 3 0,4-4 0,0 0 0,-1 0 0,-1 0 0,-1 0 0,1 2 0,-3-1 0,2 0 0,-1 0 0,2-1 0,0 0 0,1 0 0,1-1 0,-1-1 0,-1 1 0,1-3 0,-1 1 0,1-2 0,1-2 0,0 0 0</inkml:trace>
  <inkml:trace contextRef="#ctx0" brushRef="#br0" timeOffset="119179">20071 6432 5734,'3'6'0,"0"0"0,1 2 0,-1 2 0,1 2 0,1 2 0,1 1 0,2 2 0,0 3-416,1 0 416,2 3 0,0 0 0,1 0 0,1 2 0,4 5 0,0 1 0,0-1 0,1-1 0,4 9 0,0-1 0,-6-11 0,5 7 0,0 0 0,-9-14 0,5 8 0,-9-13 0,-3-6 0,0 1 416,-3-4-416,0-1 0,-6-12 0,1 2 0,-8-15 0,5 8 0,-4-4 0,-1-7 0,1 5 0,-4-9 0,-3-6 0,5 6 0,-2-3 0,-1-1 0,5 9 0,0 1-242,-3-6 1,1 1 241,-5-10 0,7 14 0,-5-12 0,6 15 0,-2-7 0,6 16 0,3 4 0,-1 0 483,2 5-483,0 1 0,4 8 0,-1 1 0,3 7 0,4 10 0,-1-3 0,4 10 0,4 6-1249,-2-7 1249,4 10 0,3 0 0,-5-11 0,5 9-898,-2-6 898,-5-10 0,2 3 0,-5 1 0,-8-15 0,0 8 0,-7-18 0</inkml:trace>
  <inkml:trace contextRef="#ctx0" brushRef="#br0" timeOffset="121158">21456 6958 5734,'16'-8'0,"14"-8"0,-6 0 0,2-4 0,5-6 0,-4 3 0,4-6-1322,4-3 1,-4 0 1321,-22 16 0,-3 1 795,-2 1-795,-2 3 428,-8-7-428,0 8 0,-6-4 0,-3 10 1420,4 3-1420,-20 16 0,17-3-374,-9 14 374,15-7 0,2 3 0,3 25 0,3-17 0,1-5 0,2-1 0,4 1 0,2-1 0,3-2 0,20 13 0,-10-15 0,4-3 0,2-2 0,-5-8 0,19-3 0,-28-8 0,3-5 0,-12-2 0,1-2 0</inkml:trace>
  <inkml:trace contextRef="#ctx0" brushRef="#br0" timeOffset="122046">22067 6097 5734,'10'12'0,"-2"-1"0,-1 5 0,-3 18 0,-3-10 0,-7 11 0,-2 1 0,-2-6-657,-1-2 1,0-2 656,-1-6 0,0-1 126,0-2-126,2-1 0,-1-2 0,1-1 0,-7 3 0,6-7 0,-7 1 0,10-10 982,-1-1-982,-3-6 51,4 0 0,-2-7 0,4 0 1</inkml:trace>
  <inkml:trace contextRef="#ctx0" brushRef="#br0" timeOffset="122227">22055 5904 5734,'4'-10'0,"4"-3"0,-3 9 0,5 2 0,-6 4 0,3 7 0,-5-2 0,2 2 0</inkml:trace>
  <inkml:trace contextRef="#ctx0" brushRef="#br0" timeOffset="124370">22263 5998 5734,'1'24'0,"0"0"0,1 9 0,-2-9 0,1 5 0,-2 6 0,1-17 0,-2 11 0,1-20 0,-1-2 0,-2 2 0,0-3 0,-1 1 0,2-2 0,0-1 0,1-1 0,-2 0 0,2-2 0,-1-1 0,3-1 0,-1-1 0,2-1 0,0 0 0,0-1 0,0 0 0,0-1 0,1 2 0,1-4 0,-1 3 0,2-3 0,-2 3 0,1-2 0,0 1 0,2-2 0,1-4 0,0 2 0,3-5 0,-3 5 0,0-1 0,7-11 0,-6 9 0,4-5 0,-9 12 0,-1 3 0,-1 0 0,-1 1 0,1 0 0,-2-1 0,1 1 0,0-1 0,-2 3 0,2 0 0,-2 2 0,1 1 0,-1 1 0,-2 5 0,2-1 0,-1 4 0,3-3 0,0-1 0,1 0 0,1 0 0,0-1 0,2 0 0,1-1 0,0-1 0,2 0 0,3-1 0,0-1 0,3-1 0,-3-1 0,2-2 0,-1 0 0,1-1 0,3 0 0,-4-1 0,2 2 0,-4-2 0,0 0 0</inkml:trace>
  <inkml:trace contextRef="#ctx0" brushRef="#br0" timeOffset="125509">22506 5973 5734,'-2'7'0,"1"-1"0,-1 1 0,1-1 0,-1 2 0,0 2 0,1-2 0,-2 12 0,2-8 0,-1 8 0,7 24 0,-2-23 0,4 22 0,-3-32 0,0 0 0,0-3 0,2-1 0,1 1 0,-1-3 0,2-1 0,4-5 0,-4-1 0,12-12 0,-12 5 0,6-9 0,-9 7 0,1 0 0,-1-8 0,0 4 0,1-6 0,-3 6 0,1-4 0,-2 3 0,0-2 0,-1 8 0,-1 0 0,0 2 0,0-1 0,0 3 0,0-1 0,-1 3 0,1 4 0,0 5 0,0 2 0,1 6 0,-1 0 0,2 1 0,-1 2 0,2 11 0,0-7 0,6 22 0,3-14 0,1 1 0,0-12 0,-5-11 0,0-4 0,3-4 0,-2-1 0,2-5 0,-4 0 0,0-2 0,-1-2 0,2-14 0,-5 9 0,1-22 0,-5 22 0,-2-7 0,0 8 0,-1 5 0,-3-7 0,4 10 0,-2-3 0,2 8 0,1 2 0,-1 1 0,2 1 0,1 1 0</inkml:trace>
  <inkml:trace contextRef="#ctx0" brushRef="#br0" timeOffset="126359">23068 5740 5734,'1'-4'0,"-1"2"0,2 8 0,-1-1 0,1 3 0,0-2 0,0-2 0,-1-1 0,1 1 0,-2-3 0,0 0 0,0 1 0,1-1 0,1 0 0,-5-1 0,1 0 0,-2 2 0,1 2 0,1 2 0,-2 1 0,-2 5 0,2-2 0,-2 6 0,-2 14 0,3-9 0,-3 25 0,5-10 0,2 2 0,5 10 0,0-20 0,3 1 0,1-2 0,1 1 0,6 12 0,-1-17 0,-4-8 0,13 11 0,-10-16 0,16 5 0,-16-12 0,16-2 0,-18-2 0,2 1 0,-10 1 0,-3 1 0,-1-1 0</inkml:trace>
  <inkml:trace contextRef="#ctx0" brushRef="#br0" timeOffset="126577">23028 5964 5734,'8'-5'0,"5"1"0,-2 1 0,18 0 0,-12 0 0,9 0 0,-15 0 0,1-1 0,-3-1 0</inkml:trace>
  <inkml:trace contextRef="#ctx0" brushRef="#br0" timeOffset="126726">23460 6221 5734,'0'0'0</inkml:trace>
  <inkml:trace contextRef="#ctx0" brushRef="#br0" timeOffset="169841">20471 6762 5734,'-5'45'0,"2"-15"0,0 2 0,1-16 0,0 5 0,0-7 0,1 4 0,-1-8 0,1-1 0,0-2 0,-1-1 0,2 0 0,-1-2 0,2-1 0,0-2 0</inkml:trace>
  <inkml:trace contextRef="#ctx0" brushRef="#br0" timeOffset="171040">20510 6511 5734,'-2'7'0,"-1"6"0,2-5 0,0 6 0,-1 2 0,1-1 0,-4 20 0,3-15 0,-3 28 0,3-27 0,0 19 0,1-21 0,0 4 0,1-1 0,0-7 0,0 4 0,-1 1 0,0-9 0,0 9 0,0-12 0,1 0 0,0-3 0,0-3 0,0-2 0,-1-3 0,0-1 0,-1-3 0,-1 1 0,1 0 0,-1-1 0,0-1 0</inkml:trace>
  <inkml:trace contextRef="#ctx0" brushRef="#br0" timeOffset="179151">8874 5966 5734,'-29'18'0,"0"1"0,-5 4 0,2 0 0,8-4 0,2 1-1639,-9 11 1,1 2 1271,11-11 1,2 0 366,-1 5 0,2-1 331,3 4-331,2 1 0,3 1 0,2 0 0,-2 11 0,3-10 0,1 2 0,3-6 0,1-1 0,2 17 0,-1-16 0,1 3 0,3 2 0,1 4 0,0-4 0,0-4 0,-1 1-270,2 4 0,0 3 0,0-4 270,6 12 0,1-1 0,-2-14 0,1-1 0,-3-6 0,0-1 0,5 6 0,0 0-545,2-1 1,1-1 544,-5-7 0,2 1 0,6 5 0,3 3 0,-2-4 0,-3-5 0,1 0 0,9 10 0,3-1 0,-4-8 0,-1-3 0,-5-3 0,0-1 0,7 4 0,2-1 0,2-1 0,0-2 0,-7-3 0,1 0 0,7 3 0,2-1 0,1-1 0,-1 0 0,-8-4 0,0 1 0,8 2 0,1 0 0,0-2 0,2-1 207,-6-2 1,3-1-1,2-1-207,8 0 0,1-1 0,0-2-260,-8 0 1,0-1 0,-1-1 259,-1-1 0,0-2 0,-4-1 0,-4-2 0,-3 0 1,2-1 0,2-1-1,11-4 0,0-1 0,-8 2 0,0-1 134,10-3 0,1-3-134,-12 5 0,-1-1 0,-1 0-135,6-4 0,1 0 135,-8 4 0,3-2 0,1-4 0,0-3 0,3-5 0,2-2 0,-3 1 0,-3 3 0,-2 1 0,-3 2 0,3-3 0,1-2 0,6-3 0,0-2 0,-3 1 0,-7 5 0,0-4 0,-3 0 0,-3 1 0,1-2 0,-1 1 0,2-5 0,-1 0 0,-4 5 0,0-1 0,-2 1 0,-1-1 0,-1 2 0,-2-1 0,0 1 0,-1 1 0,-2 0 0,-1 1 0,-1 0 0,-1 1 0,0 0 0,-2 0 0,-1 1 0,0 0 0,-1 0 0,-1 2 0,-2-2 0,-2-9 0,-3 0 0,1 10 0,-2-1 646,-2-7 0,-4-1-646,-6 1 0,-3 2-99,4 6 1,-1 1 98,-8-8 0,-4 0 0,6 10 0,-2 2 0,1 1-384,-7-5 0,-1 0 384,6 5 0,-3-2 0,-1 1 0,0 2 0,-2 0 0,0 0 0,3 2-164,-10-6 1,-2-1 163,10 7 0,-5-4 0,-1 0 0,2 1 0,5 3 0,-6-2 0,3 1 0,-1-1 0,-2-1 0,5 2 0,7 5 0,3 1 0,0 1 0,0 1 0,-20-8 0,2 2 0,3 3 0,2 1 0,2 1 0</inkml:trace>
  <inkml:trace contextRef="#ctx0" brushRef="#br0" timeOffset="180683">8278 6777 5734,'4'2'0,"0"-1"0,-1-1 0,2 0 0,7 1 0,-2 0 0,8 2 0,3-1 0,-4 0 0,7 1 0,1 1 0,10 1 0,8 0 0,-7-2-354,-6-1 354,-16-3 0,7 0 0,-9-1 0,7-1 0,-14 2 0,1 0 0,-10-1 354,-1 2-354,-6 0 0,-2 3 0,-1 1 0,-1 0 0,-1 1 0</inkml:trace>
  <inkml:trace contextRef="#ctx0" brushRef="#br0" timeOffset="180933">8236 7052 5734,'4'-8'0,"0"0"0,23-8 0,-7 7 0,17-7 0,-5 7 0,-1 2 0,5-2-737,-4 3 0,-1 0 737,-6 3-216,11 0 216,-15 2 0,6 1 0,-21 4 0,-6 1 0,-9 2 0,-8 0 0,-7-1 0,-3 0 0</inkml:trace>
  <inkml:trace contextRef="#ctx0" brushRef="#br0" timeOffset="182884">7133 6597 5734,'-1'-4'0,"1"1"0,-1 1 0,1 0 0,-1 1 0,0 0 0,0 0 0,-1 1 0,1-1 0,-1 1 0,-2-2 0,1 1 0,-1-1 0,-5 0 0,4 0 0,-4 0 0,5 1 0,0 1 0,0 0 0,-1 0 0,-3-1 0,2 1 0,-2-1 0,2 1 0,0 1 0,0-1 0,0 1 0,-1 0 0,-2 0 0,2 0 0,-2 2 0,3-1 0,-1 1 0,1 0 0,0-1 0,0 1 0,-1 0 0,1 0 0,-1 0 0,-7 7 0,7-5 0,-6 5 0,10-6 0,-1 0 0,0 1 0,0 2 0,0-3 0,1 3 0,1-1 0,2-2 0,5 7 0,-1-6 0,5 5 0,-1-5 0,0 0 0,3 0 0,5 1 0,-3-2 0,5 2 0,-6-2 0,6 1 0,-5-1 0,4 2 0,-1-2 0,-4 0 0,4 1 0,-1 0 0,-4-1 0,2 1 0,0 0 0,-3-1 0,2 3 0,-5 1 0,-2-1 0,0 1 0,-2-1 0,-1-1 0,-2 4 0,-2-5 0,-31 19 0,16-14-548,-23 13 548,23-14 0,-1-2-36,1 0 36,1 0 0,-4 0 0,6-1 0,-1-1 0,4-3 0,6-1 0,0-5 546,6 0-546,3-5 38,2 3-38,0-3 0,2-2 0,0-2 0</inkml:trace>
  <inkml:trace contextRef="#ctx0" brushRef="#br0" timeOffset="183878">7400 6502 5734,'-4'0'0,"-3"2"0,4 0 0,-4 2 0,1 1 0,1 0 0,-1 1 0,-1 1 0,2-1 0,-1 1 0,1 0 0,2-1 0,-1 1 0,1 1 0,1-2 0,-1 1 0,-5 7 0,3-7 0,-2 6 0,4-8 0,1 0 0,-2 4 0,1-2 0,-1 6 0,2-7 0,-1 5 0,2 1 0,-1-3 0,0 4 0,1-7 0,-1 0 0,2 1 0,-1-1 0,1 1 0,0 0 0,0 0 0,0 1 0,0 2 0,0-2 0,1 2 0,0 0 0,1-3 0,-1 3 0,0-3 0,0 3 0,0-3 0,1 2 0,0-2 0,-1-1 0,1 0 0,-1-1 0,4 2 0,-1-2 0,2 2 0,16 8 0,-11-8 0,13 9 0,-12-12 0,-2 0 0,9 1 0,-10-3 0,9-1 0,-12-2 0,3-1 0,-6 0 0,-1 0 0,-1 0 0,0 0 0</inkml:trace>
  <inkml:trace contextRef="#ctx0" brushRef="#br0" timeOffset="184655">7586 6518 5734,'0'9'0,"0"-1"0,0 0 0,0-1 0,-1 3 0,-1 2 0,-1-2 0,0 3 0,1-1 0,0-2 0,-2 17 0,3-14 0,-3 10 0,4-13 0,-2 1 0,2 5 0,-1-3 0,1 3 0,0 0 0,0-4 0,0 3 0,0-2 0,0-3 0,0 2 0,0-2 0,1-2 0,-1 1 0,2 0 0,-2-2 0,2 2 0,-1 0 0,1-3 0,-1 3 0,5 5 0,-4-8 0,5 8 0,-5-13 0,0 1 0,1-1 0,1 1 0,0-1 0,1 1 0,3-1 0,-2-2 0,10-3 0,-8 0 0,4-4 0,-5 2 0,-2-1 0,2-4 0,-3 3 0,2-4 0,-3 4 0</inkml:trace>
  <inkml:trace contextRef="#ctx0" brushRef="#br0" timeOffset="184950">7481 6758 5734,'17'-3'0,"-5"1"0,8-1 0,1 1 0,-5 0 0,8-1 0,6-1 0,-11 1 0,14-3 0,-21 5 0,3-1 0,-8 2 0,-1-1 0,1 0 0</inkml:trace>
  <inkml:trace contextRef="#ctx0" brushRef="#br0" timeOffset="185501">7805 6487 5734,'9'3'0,"0"-1"0,3 3 0,-2-1 0,3 2 0,2 3 0,-4-1 0,4 2 0,0 5 0,12 14 0,-7-6-600,4 10 600,-15-16-173,0 1 173,-2 1 0,-1 0 0,1 10 0,-2-7 0,-1 7 0,-3 0 0,-2-7 0,-1 6 0,-6 0 0,0-6 0,-5 7 0,-4 0 0,4-8 588,-5 7-588,0-4 0,4-7 0,-4 3 0,7-10 0,0-1 0,2-3 0</inkml:trace>
  <inkml:trace contextRef="#ctx0" brushRef="#br0" timeOffset="194864">13398 8058 5734,'-25'6'0,"-1"-1"0,-6 5 0,0 2 0,-6 8-443,12-6 1,1 4 442,0 5 0,2 3-1022,6-6 1,0 1 1021,-3 8 0,1 2 0,6 3 0,3 1 0,4-7 0,1 0 0,0 8 0,4 2 0,8-1 0,4-1 0,-1-9 0,1-1 0,6 8 0,3-1 0,9-5 0,2-3 0,-6-7 0,1-2 0,8 5 0,7-5-499,-2-13 1,6-6 0,0-3 0,-5 1 498,3 0 0,0-2 0,-3-1 0,5-1 0,0-2 0,-11-1 0,-8-4 0,-5-3-407,6-9 1,-4-2 406,-7 6 0,-2 0 0,2-9 0,-4 1 0,-7-15 0,-7 0 0,-6 4 0,-5 1 0,1 16 0,-2 1 0,-7-9 0,3 8 0,1 2 0,3 5 0,-2-6 0</inkml:trace>
  <inkml:trace contextRef="#ctx0" brushRef="#br0" timeOffset="195580">15608 8860 5734,'20'14'0,"0"-3"0,-1-6 0,18 1 0,-2 0-926,-10-3 0,4-1 926,11 0 0,2 0-1391,-6-1 0,1-1 1391,-3 1 0,3-1 0,1 0 0,7 0 0,1-1 0,-1 1-367,-8-1 0,-1 1 1,2 0 366,-1-1 0,1 0 0,0 1 0,2-1 0,1 0 0,2 0 0,-1 1 0,-1-1 0,3 0 0,-1 0 0,1-1 0,-2 1 0,2 0 0,0 0 0,0 0 0,0-1 0,0 1 0,0-1 0,-3 0 0,3 1 0,-2-1 0,1 1 0,-4-1 0,2 1 0,0-1 0,-1 1 0,7 0 0,-2 0 0,-3 0 0,5 0 0,-1 0 0,-10 0 0,0 1 0,0-1 0,10 2 0,-4 0 0,-18-1 0,1 1 0,12 0 0,-4 1 0,-12-1 0,2 0 1001,-8 0-1001,-5-1 1611,1 0-1611,-5-1 0,-6 0 0,-1-1 0</inkml:trace>
  <inkml:trace contextRef="#ctx0" brushRef="#br0" timeOffset="203743">19150 8630 5734,'20'-18'0,"0"-1"0,-1 3-1350,2-2 1350,2-2 0,9-13 0,-8 7 0,7-10 0,-6-2 0,-12 4 0,-2-1 0,-2 11 0,-1-1 0,-1-7 0,-3 0 0,-11-8 0,1 18 0,-4-9 429,-2 23-429,1 5 0,-19 23 0,12-1-124,-10 18 124,14-7-1033,1 4 1033,1 3 0,4 1 0,2 1 0,1-14 0,2 1 0,-3 12 0,2 1 0,3-10 0,1-3 0,1 13 0,0 9-228,3-11 228,-2-14 0,2 4 0,1-14 298,0-7-298,27-38 0,-16 12 28,2-5 1,-1-1-29,-3 2 0,0 2 863,-2 1-863,-1 2 0,4-5 0,-7 12 0,2-1 0,-4 18 0,-2 2 0,4 24 0,-1-1 0,1 7 0,1-7 1088,1-12-1088,11 8 0,-8-12 0,8 4 0,-11-15 0,0-3 0</inkml:trace>
  <inkml:trace contextRef="#ctx0" brushRef="#br0" timeOffset="203960">19772 8466 5734,'14'2'0,"-4"-1"0,8 1 0,5 0 0,-4-1 0,9 1 0,-7-1 0,8 0 0,-1-2 0,3 0 0,-11 0 0,-9 1 0,-10 1 0,-3 0 0,-3 0 0</inkml:trace>
  <inkml:trace contextRef="#ctx0" brushRef="#br0" timeOffset="204121">19790 8629 5734,'13'3'0,"-1"-2"0,8 1 0,7-4 0,-5 1 0,7-2 0,7-3 0,-13 1 0,10-2 0</inkml:trace>
  <inkml:trace contextRef="#ctx0" brushRef="#br0" timeOffset="204509">20345 8431 5734,'-23'14'0,"0"1"0,-17 12 0,28-10 0,1 10 0,6 2 0,7 6 0,6-11 0,7-4 0,9-17 0,2-5 0,-1-1-329,2-1 1,-3-4 328,-8-6-321,-2-9 321,-6 4 0,-2-6 0,-5 8 0,-2 1 0,-2 2 0,0 3 0,-3 0 635,1 6-635,-1 1 0,3 4 0,0 3 0</inkml:trace>
  <inkml:trace contextRef="#ctx0" brushRef="#br0" timeOffset="204661">20656 8631 5734,'-12'30'0,"-1"-1"0,2 1 0,-1 1 0,1-1-461,6-11 461,2-2 151,1-2-151,2-2 77,1-3-77,4-2 0,1-8 0,4-2 0</inkml:trace>
  <inkml:trace contextRef="#ctx0" brushRef="#br0" timeOffset="204872">21019 8416 5734,'-7'8'0,"-3"6"0,4-3 0,0 5 0,3 3 0,2-3 0,1 5 0,2-7 0,0 7 0,0 1 0,-1-3 0,-1-3 0</inkml:trace>
  <inkml:trace contextRef="#ctx0" brushRef="#br0" timeOffset="205342">21222 8529 5734,'-2'10'0,"-1"-3"0,1 4 0,-2-2 0,-2 1 0,0 2 0,-8 11 0,4-5 0,-5 9 0,1 7 0,6-14 0,-4 15 0,12-26 0,4-6 0,3-9 0,4-9 0,-2 2 0</inkml:trace>
  <inkml:trace contextRef="#ctx0" brushRef="#br0" timeOffset="205698">21498 8348 5734,'9'-5'0,"10"-2"0,-5 4 0,24-3 0,-17 4 0,22 1 0,-25 3 0,9 9 0,-21-2 0,-11 21 0,-5-11 0,-4 5 0,-1 0 0,2-1 0,-7 13 0,15-11 0,4-8 0,21 13 0,20-20 0,-9-9 0,2-2 0,-6-2 0,-1-2-73,0-5 1,-2-1 0,1-5-1,1-1 1</inkml:trace>
  <inkml:trace contextRef="#ctx0" brushRef="#br0" timeOffset="205911">22179 8499 5734,'-6'6'0,"1"1"0,1 6 0,2-1 0,0 6 0,2 4 0,0-3 0,0 6 0,0 2 0,1-7 0,0 6 0,0-6 0,-1-7 0,1 0 0,-2-7 0,2-5 0,-1-2 0</inkml:trace>
  <inkml:trace contextRef="#ctx0" brushRef="#br0" timeOffset="206195">22660 8636 5734,'-3'10'0,"1"0"0,4-1 0,2-2 0,4 2 0,9-1 0,-2-2 0,18 0 0,4-7 0,-7-1-80,3-4 0,-20 2 1,0-1-1</inkml:trace>
  <inkml:trace contextRef="#ctx0" brushRef="#br0" timeOffset="206583">23829 8692 5734,'5'4'0,"-1"-2"0</inkml:trace>
  <inkml:trace contextRef="#ctx0" brushRef="#br0" timeOffset="207058">23160 8644 5734,'-16'1'0,"3"1"0,10 0 0,-1 0 0,2 2 0,1-1 0,1 2 0,4 2 0,0-3 0,4 4 0,2-1 0,-1-1 0,5 1 0,-1-4 0,1-1 0</inkml:trace>
  <inkml:trace contextRef="#ctx0" brushRef="#br0" timeOffset="207165">23710 8741 5734,'15'-6'0,"-1"0"0,1 1 0,1-2 0,-1 1 0</inkml:trace>
  <inkml:trace contextRef="#ctx0" brushRef="#br0" timeOffset="207293">24045 8781 5734,'7'-2'0,"-2"0"0,0-4 0,-2 0 0,-2-1 0,-1-2 0</inkml:trace>
  <inkml:trace contextRef="#ctx0" brushRef="#br0" timeOffset="-201397.73">14826 11019 4574,'-45'-3'0,"0"0"0,-1 0 0,3 1 0,1-1 0,2 1-1091,-2 0 0,0 0 1091,5 0 0,-1 1 0,-3-1 0,5 1 0,-2 0 0,-1 0 0,1-1 0,-2 1 0,0 0 0,1 0 0,-1 0-574,3 0 0,0 0 0,1 1 0,1-1 574,-1 0 0,1 0 0,3 0 0,-3 0 0,2 0 326,0 0 0,-2-1-326,-2 0 0,-3 0 0,3-1 0,2 0 0,-1 0 0,2-1 0,-6 0 0,1 0 0,6 0 0,5-1 0,-2 1 0,-4-1 0,-8 0 0,-3-1 0,2 0 0,8 2 0,-4-1 0,1 0-102,1 0 1,-6 1-1,0-1 1,3 1 101,2 1 0,1 0 0,4 1-171,-3 0 0,0 0 171,0 0 0,-2 0 0,1 0 0,-9 0 0,4 0 0,8 0 0,0 1 0,-10-1 0,-2 0 0,-2 0 0,2 0 0,11 1 0,-3-1 0,0 1 0,-5-1 0,0 1 0,5-1 0,-5 1 0,-1 0 0,8 0 0,-6 1 0,-2-1 0,2 1 0,6 0 0,-9 0 0,1 1 0,3 0 0,-5 0 0,-1 1 0,7 0 0,-4 0 0,3 0 0,5 0 0,-1 0 0,-2 1 0,3-1 0,-2 1 0,1 0 0,2-1 0,-11 2 0,-1-1 0,9 0 0,-5 1 0,-1-1 0,1 1 0,6-1 0,-6 0 0,1 1 0,4-1 0,-4 1 0,1-1 0,4 1 0,1-1 0,1 0 0,-7 1 0,-6 1 0,7-1 0,-4 2 0,-1-1 0,6 0 0,-4 1 0,-1-1 0,4 1 0,-6 0 0,2-1 0,7 0 0,5 0 0,5-1 0,-1 0 0,-1 1 0,-11 1 0,0 1 0,11-3 0,-1 1 0,-8 2 0,-5 0 0,6-1 0,7-1 0,1 0 0,-17 3 0,1-1 0,0 1 0,0 1 0,5-2 0,-3 0 0,6-1 0,0 0 0,-8 1 0,1 0 382,10-2 0,3 0-382,-15 2 0,0 1-501,-1-1 501,1 1 0,1-1 0,1-1 0,14-3 0,0 0 0,-16 1 0,18-2 0,0 0 197,2-2 0,2 1-197,-14-1 291,15 0 0,0 0-291,-20-1 0,12-1 0,-7 0 0,7 1 0,9-1 0,-3 0 1336,9 1-1336,6 0 1469,0 1-1469,6-2 1379,1 2-1379,1-1 311,1 1-311,-1 0 0,1 0 0,0 0 0,-2 0 0,-6-1 0,0 0 0,-1 0 0,6 0 0,2 2 0,1-1 0,0 1 0,0-1 0,0 0 0,-2 1 0,-1 1 0,-1 0 0,1 1 0,1 1 0,0 1 0,-4 18 0,3-6 0,-3 30 0,5-18-1158,-1 15 1158,1-7 0,-1-6 0,1 0 0,0-6 0,1 0 0,-2 20 0,0-1 0,2-16 0,0-2-771,-1 10 1,1-1 770,-1 13 0,1 0 0,0-1 0,1 0 0,-1 1 0,1 0 0,0-24 0,0 1 0,0-1 0,0 1 0,-1 0 0,0 1 0,0 0 0,-1 0 0,1 1 0,-1 0 0,-1 1 0,0 0 0,1 1 0,-1-1 0,-1 2 0,0-1 0,1 1 0,-1 0 0,0-1 0,0 1 0,0-1 0,0 1 0,-1 11 0,1 1 0,1-11 0,0 0-730,0 8 1,0 0 729,2-13 0,1-1 0,-1-1 0,2 0-364,-1 24 364,1-2 0,1 1 0,0-7 0,1 5 0,0-8 0,0 2 0,0-1-336,0-5 1,0 0-1,-1 0 336,1 1 0,1 0 0,-1 1 0,-1 4 0,-1 2 0,0-5 0,0-7 0,-1 0 0,0 13 0,0 5 0,-2-8 697,-2 2-697,0-9 0,0 2 0,-2-1 0,1-1 0,1-5 0,-1-1 290,0 5 0,-1-3-290,0 2 0,0-1 381,1-1-381,-1 13 0,2-11 2346,-1 9-2346,3-8 0,2-9 430,0 3-430,4-5 0,-1-5 1095,3 2-1095,0-3 0,0-4 0,0 3 0,2-3 0,-3-3 0,2 1 0,2-2 0,-2-2 0,3 0 0,5-2 0,-3-2 0,6-1 0,3-1 0,-4-1 0,6 0 0,18-2 0,2 0 0,-4 0-323,6 0 1,1-1 322,-1 1 0,-9 2 0,-4 0 0,0 1 0,6-1 0,-13 2 0,2 0 0,-1 0 0,0 0 0,14 0 0,-14 1 0,2 0 0,15 1 0,0 0 0,-18-1 0,1 1-745,17 0 0,0 0 745,-6 0 0,1-1-911,0 0 911,1 0 0,2 0 0,0-1-961,1-1 961,2 0 0,1-2 0,0 1 0,-2-1 0,1-1 0,-16 2 0,1 0 0,14-1 0,0-1 0,-9 2 0,-3 0 51,16-1-51,-8 1 0,0 1 0,5-1 0,-16 1 0,1-1 0,9 2 0,-2-1 0,12-1 0,-11 1 0,1 0 0,-8 1 0,-2-1 150,16-2-150,-16 3 0,2-2 0,-1 1 0,0-1 0,14-1 0,2-1 0,1 1 0,1-1-397,-10 2 0,10-2 1,0 0-1,-8 1 397,-8 1 0,0 1 0,12-3 0,6 0 0,-7 2-42,-15 2 0,-3 1 42,15-1 0,2 1 0,0 0 0,3 0 0,-11-1 0,1 1 0,-7 0 0,-2 0 0,15 0 55,-7 0 0,1 0-55,-5 0 0,-2 0 0,1 0 0,0 1 99,-2-1 0,-1 0-99,10 1 0,-1 1 0,-1 0 0,15 0 0,-10-1 0,-13 0 0,1 0 0,1 0 0,-1-1 0,16 0 0,-15 0 0,1-1 0,1 0 0,0 0 0,14 1 0,-15-1 0,1 1 0,-1 0 0,-2 0 0,15 1 0,-15-1 0,1 1 0,-1 0 0,-1 0 0,15 0 0,-16 0 0,2 0 0,8 0 0,-1 0 0,10 0 0,-1 0 0,1 0 0,-3-1 0,-13 0 0,0 0 0,1 0 0,-1 0 0,14 0 0,-16 0 0,3 1 0,9-1 0,5 0 0,-5 1 0,-9-1 0,1 0 0,8 0 0,5 0 0,-5 0 0,-8 0 0,-3 0 0,15-1 0,-14 1 0,1 0 0,-1-1 0,0 0 0,13-1 0,-14 1 0,2-1 0,7 1 0,-1 0 0,10-2 0,5 2 0,-1 0 0,-7 0 744,-9 2 1,-1-1-745,1 1 0,0 0 1145,1 0-1145,-1 0 0,0 0 0,10 0 0,-10 0 0,4 0 0,-4-1 38,13 0-38,-1 0 0,0-1-422,-1 1 422,-16-1 0,1 1 0,0-1 0,-1 1 0,14 0 526,-16 0 1,2 0-527,7 1 0,-1 0 0,9 0 0,6 0 0,1 0-271,-6-1 271,-10 0 0,5-1 0,-4 1 0,13-1 0,-11-1 0,6 0 0,-6 0 0,-10 1 0,1-1 0,12-1 0,11-1 0,0 1 0,-8 0 0,-7 0 0,-1 1-608,13-2 1,5 1 0,-8 0 607,-1 1 0,-12 2 0,0-1 936,15 0-936,1 1 0,0 0 0,2-1-229,-12 1 1,1-1 228,-7 0 0,-3-1 0,18 0 0,-14 0 0,4-1 0,-4 1 0,-4 0 0,-1 0 0,15 0 0,1-1 0,-8 1 0,-2 1 0,-7-1 0,2 1 0,8-1 0,4 0 0,-4 0 0,-6 1 0,0-1 0,15 0 0,1 0 0,-9 0 0,-2 1 0,-8 0 0,2 0 0,9-1 0,5 1 0,-3 0 0,-8 0 0,1-1 0,13 1 0,7 0 0,-7 0 0,-13 1 0,-2-1 0,17 1 0,0-1 0,-12 1 0,-3 0-449,-6 0 1,-1 0 448,6 0 0,2 0 0,-2 0 0,0-1 0,16 0 0,-17 0 0,2 0 0,0 1 0,0-1 0,-7 1 0,-1 0 0,8 0 0,1 0 0,0 0 0,-1-1 0,-6 1 0,-1 0 0,6-1 0,5 1-164,0-1 0,6 1 1,0 0-1,-5-1 164,1 1 0,0-1 0,-1 1 0,6 0 0,0-1 0,-6 1-351,3 0 0,-4-1 351,-7 1 0,0 0 0,9 0 0,1-1 0,-2 1 0,-1-1 0,-9 1 0,1 0 0,6-1 0,1 0 0,-3 0 0,-2 1 0,18-1 0,-20 1 0,3 0 0,15-2 0,-1 0 0,-20 1 0,1 0 0,18-1 0,-1 0 0,-8 0 0,-1 1 835,12-2-835,-11 1 0,9-3 1416,-15 2-1416,-1-1 0,0 0 636,-1-2-636,9-1 0,-9 1 1295,7-2-1295,-5 0 0,-8 1 1276,3 0-1276,-1-3 0,-10 5 276,5-4-276,-11 5 0,-1 1 0,0 0 0,0 0 0,-1 1 0,3-3 0,-4 2 0,1-1 0,-1-1 0,0 1 0,0-2 0,3-22 0,-3 12-212,1-18 212,-5 18 0,-3-11 0,0 5 0,-1-11 0,-1 7 0,-1-4-997,-2-2 997,0-4 0,-1-2 0,0-4 0,2 6 0,-2-5 0,1 2-1314,1 5 0,0 0 1314,-1-5 0,-1-4 0,1 2 0,0-4 0,0 4 0,3 7 0,-1 0-424,-2-10 1,1-3 423,3 15 0,1-1 0,0 2 0,-1-5 0,1-3 0,0 3 0,1-5 0,-1 0 0,2 5-525,-1-4 0,0 2 525,0 1 0,1-4 0,0 4 0,-1-1 0,1 3 0,1 9 0,-1 0 0,0-6 0,0 0 220,0 3 0,0 2-220,0-14 0,-1 1 0,1 0 0,0 0 0,0 9 0,0 0 0,0-14 0,0 10 0,0-7 0,-3 4 754,1-2-754,-3-6 0,3 11 2178,-2 8-2178,-2-12 0,2 21 1627,-4-16-1627,3 21 0,0 3 735,-3-3-735,-4-1 0,0 4 0,-6-4 0,-7 2 0,6 2 0,-12-1 0,-3-1 0,5 2-232,-1 1 0,1 0 232,5 3 0,-2-1 0,-15-4 0,8 3 0,12 3 0,-3-1 0,-2 0 0,1 0-1458,-18-3 1458,16 3 0,-3-1 0,-12-1 0,0 1 0,14 2 0,0-1 0,-7 0 0,-5-1 0,5 1 0,7 1 0,3 1 0,-10-2 0,0 0 0,0 1 0,2-1 0,7 2 0,1 0 0,-7-2 0,-2 1 0,-8-3 0,1 1 0,15 3 0,0-1 0,-11-1 0,-5-1 0,5 1 0,13 2 0,0 1 0,-21-4 0,1 1 0,6 0 0,16 3 0,-3-1 0,-20-3 0,0-1 0,3 0 0,-3 1 0,4 0 0,15 1 0,1 1-514,-2 0 514,0 0 0,0 0 0,-1 0 0,-9-3 0,-6-1 0,-1 0 0,4 0 0,8 2 0,-6-2 0,5 1 0,-10-1-604,6 0 1,1 0 603,6 2 0,1-1 253,1 1-253,-10-4 0,9 3 0,1 0 0,-1-1 0,0 1 0,7 2 0,-1 0 0,-14-3 0,6 2 0,-2-1 0,-1 0 0,-1 0 474,8 1 0,0 0-474,-11-5-265,11 2 265,-8-2 0,3-1 0,8 4 1378,-6-4-1378,1 0 0,0-1 0,2 2 0,-2 0 0,2-1 0,5 4 0,6 3 0,-4-3 0,1 3 0,4 1 0,-4-1 0,-1 1 0,4 2 0,-6 0 0,-8 1 0,11 2-146,-12 0 146,16 2 0,-1-1 284,0-1-284,-7 2 0,6-1 0,-5 1 0,1 0 0,7-1 0,-5 1 936,4 0-936,4-1 0,-2 1 0,-2 0 255,4 0-255,-4 1 0,3 1 0,4-1 0,-3 2 0,2 1 0,5 0 0,0 0 0,5-2 0</inkml:trace>
  <inkml:trace contextRef="#ctx0" brushRef="#br0" timeOffset="-198698.73">8703 11568 5734,'-10'4'0,"-10"4"0,8-4 0,-17 7 0,-5 5 0,9-3-485,-6 6 485,22-9 13,-3 7-13,3-2 0,-3 15 0,7-12 0,-1 10 0,5 8 0,1-12 0,4 1 0,1-1 0,1-5 0,7 8 0,1-15 0,-3-4 362,4-1-362,4-6 0,-5-1 27,21-9 1,-26 5-1,10-5 1</inkml:trace>
  <inkml:trace contextRef="#ctx0" brushRef="#br0" timeOffset="-197882.73">8800 11902 5734,'5'-1'0,"11"-12"0,-6 4 0,7-9 0,-8 8 0,-1-2 0,5-9 0,-6 6 0,5-15 0,-9 19 0,-2-6 0,-3 9 0,-2 1 0,-1 0 0,-7-4 0,3 5 0,-9-4 0,11 7 0,-4-1 0,5 4 0,1 1 0,0 1 0,-1 3 0,3-1 0,-2 4 0,2 4 0,0-1 0,0 4 0,3 11 0,0 2 0,2-2 0,1 10 0,1-1 0,1-14 0,5 19 0,-6-26 0,2 6 0,-3-12 0,-2-3 0,2 0 0,-2-4 0,0-1 0,1-5 0,-1 0 0,1-4 0,0-3 0,3-4 0,2-5 0,1 3 0,1 1 0,4-1 0,-3 5 0,14-10 0,-12 13 0,8-4 0,-8 7 0,-4 4 0,1-1 0,-3 2 0,-4 3 0,1 1 0,-8 7 0,-1 0 0,-3 5 0,-6 5 0,3-4 0,-3 6 0,-7 19 0,12-19-283,-6 18 283,17-27 0,2 0 0,4-1 0,2-1 0,5-4 0,14 1 0,-3-5-683,11-1 683,-8-4 0,2-2 0,-1-1 0,-2-1 0,4-3 0,-12 2 0,3-3 0</inkml:trace>
  <inkml:trace contextRef="#ctx0" brushRef="#br0" timeOffset="-193703.73">12476 14092 5734,'-7'0'0,"1"0"0,3 0 0,0 1 0,2 0 0,0 0 0,0 1 0,2-1 0,1 2 0,1-2 0,14 9 0,-8-6 0,11 8 0,-6-3 0,-5-3 0,6 2 0,0-3 0,-6-2 0,9 0 0,-15-3 0,1 0 0,-10 0 0,-3 1 0,0-1 0,-1 1 0</inkml:trace>
  <inkml:trace contextRef="#ctx0" brushRef="#br0" timeOffset="-193470.73">12398 14247 5734,'34'-7'0,"-4"2"0,-17 5 0,4 0 0,-3 0 0,3 0 0,-2 1 0,-5 0 0,2 1 0,-4 1 0,-2-1 0,0 1 0</inkml:trace>
  <inkml:trace contextRef="#ctx0" brushRef="#br0" timeOffset="-193075.73">12910 14036 5734,'-2'-3'0,"0"0"0,0 2 0,0-1 0,-3 3 0,0 0 0,-4 4 0,-5 6 0,3 0 0,-5 5 0,-5 21 0,11-15-500,-7 19 500,15-23 0,0-1-73,7 5 73,1-8 0,5 1 0,3-10 0,11-6 0,-4-3 0,8-6 0,-8 0 0,0-4 39,-1-2-39,-1-1 0,-3-2 0,-3 0 0,-3 0 73,-4 1-73,-6-7 0,-4 8 0,-4-3 0,-4 9 0,-2 3 0,-12 4 0,4 3-91,-8 2 1,9 1 0,1 0 0</inkml:trace>
  <inkml:trace contextRef="#ctx0" brushRef="#br0" timeOffset="-189080.73">13281 12047 5734,'-4'0'0,"0"-1"0,1-1 0,0 0 0,-1 0 0,-1 0 0,-7 0 0,4 0 0,-9 1 0,10 2 0,-3 0 0,2 1 0,0 0 0,-6 3 0,6-2 0,-7 3 0,9-2 0,1-2 0,1 2 0,3-2 0,3 4 0,1-2 0,2 3 0,1-3 0,6 3 0,-1-1 0,4 1 0,-2-2 0,16 6 0,-12-4 0,12 4 0,-20-5 0,2 3 0,-6-2 0,-2 10 0,-6-8 0,-5 7 0,-7 0 0,1-4 0,-4 3 0,-3-2 0,-1-1 0,2 0 0,-19 10 0,30-18 0,3-1 0,2-2 0,2-1 0,7-5 0,1 1 0</inkml:trace>
  <inkml:trace contextRef="#ctx0" brushRef="#br0" timeOffset="-188769.73">13455 12040 5734,'-19'15'0,"3"0"0,8-3 0,-4 16 0,5-9 0,-3 27 0,9-25 0,2 12 0,12-3 0,-5-13 0,8 9 0,-7-19 0,6 2 0,-5-6 0,5 2 0,-8-7 0,1 0 0</inkml:trace>
  <inkml:trace contextRef="#ctx0" brushRef="#br0" timeOffset="-188536.73">13608 12038 5734,'-9'37'0,"1"-3"0,5-11 0,0 13 0,2-9 0,-1 9 0,4-1 0,-1-10 0,1 5 0,3-6 0,-1-8 0,4 8 0,-5-17 0,2 2 0,-5-12 0,0-1 0</inkml:trace>
  <inkml:trace contextRef="#ctx0" brushRef="#br0" timeOffset="-188362.73">13500 12174 5734,'14'-6'0,"3"-1"0,2 1 0,13-2 0,9-1 0,-7 1 0,0 0 0</inkml:trace>
  <inkml:trace contextRef="#ctx0" brushRef="#br0" timeOffset="-188168.73">13836 12033 5734,'18'30'0,"-2"-1"0,0 17 0,-7-16 0,-2 3 0,-1 0 0,-3-6 0,-1 14 0,-7-14 0,1-10 0,-5 5 0,2-14 0,-1-1 0</inkml:trace>
  <inkml:trace contextRef="#ctx0" brushRef="#br0" timeOffset="-186081.73">14587 12041 5734,'36'-13'0,"-5"1"0,-9 1 0,-5 2 0,3-3 0,-6-1 0,-4 4 0,-1-3 0,-6 0 0,-12-5 0,1 5 0,-11-1 0,5 12 0,0 0 0,-2 2 0,0 2 0,-4 3 0,5 0 0,-2 3 0,5 4 0,5-1 0,0 5 0,9 2 0,3-3 0,4 6 0,17 5 0,-7-11 0,1-1 0,0-1-453,2-5 453,6 3 0,-2-7 0,-7-3 0,3-1 0,-8-4 0,-6 0 0,-2-6 0,-3 1 0</inkml:trace>
  <inkml:trace contextRef="#ctx0" brushRef="#br0" timeOffset="-185684.73">14790 11496 5734,'4'3'0,"3"-1"0,0-1 0,4-1 0,5 0 0,-3-1 0,5-1 0,3-1 0,-5 0 0,14-4 0,-17 4 0,6-3 0,-14 5 0,-2-2 0,-2 2 0,0 0 0,-1 0 0</inkml:trace>
  <inkml:trace contextRef="#ctx0" brushRef="#br0" timeOffset="-185364.73">15092 11369 5734,'4'8'0,"0"1"0,0 14 0,-1-6-557,1 11 557,-2-9 0,1 11 0,-3-5 0,0 19 0,-2-18 182,-2 8-182,-6 7 0,2-17 0,-8 21 0,8-30 92,-8 4-92,8-17 0,-6-3 0,-1-11 0,4-1 0,-4-5 0</inkml:trace>
  <inkml:trace contextRef="#ctx0" brushRef="#br0" timeOffset="-185176.73">15048 11252 5734,'21'-3'0,"-7"0"0,1 2 0,-11 1 0,-2 2 0,-2 0 0,-1 2 0,1-1 0</inkml:trace>
  <inkml:trace contextRef="#ctx0" brushRef="#br0" timeOffset="-182887.73">15324 11271 5734,'2'-11'0,"-1"-4"0,0 4 0,-2-2 0,0 4 0,-4-3 0,1 2 0,-4-2 0,0 2 0,-6-2 0,4 4 0,-2-1 0,8 8 0,0 0 0,-2 2 0,-1 2 0,1 0 0,-1 2 0,2 1 0,0 1 0,1 1 0,-5 16 0,4-8 0,-2 13 0,6-10 0,1 11 0,1-7-371,2 7 371,0-10 0,2 0 0,-1-2 0,2 7 0,-1-8 0,0 4 0,-1-10 0,1 0 0,-3-4 371,1 1-371,-1-6 0,-2 0 0,1-7 0,0-5 0,0-2 0,1-1 0,1 1 0,12-11 0,-6 9 0,8-7 0,-10 14 0,6-3 0,-5 4 0,4-2 0,-4 4 0,-3 2 0,2 0 0,-6 2 0,0 2 0,-4 0 0,-2 2 0,-1-1 0,-1 1 0,0 0 0,0 0 0,1 4 0,0 0 0,0 1 0,2 0 0,-1 3 0,2-3 0,0 3 0,2-2 0,1-2 0,1 1 0,1-3 0,2-1 0,1 1 0,1-2 0,2 0 0,0-1 0,2-1 0,0-1 0,2-1 0,3-1 0,-4-1 0,1-1 0,-7-1 0,-1 0 0,0-1 0</inkml:trace>
  <inkml:trace contextRef="#ctx0" brushRef="#br0" timeOffset="-181949.73">15448 11252 5734,'1'5'0,"1"-1"0,-2 0 0,0 5 0,1-1 0,-1 3 0,-3 19 0,1-13-218,-2 16 218,2-17 0,2-1 0,0 5 0,0-6 0,2 3 0,0-5 0,0-4 0,2 0 218,1-5-218,11-6 0,-5 0 0,7-5 0,-9 2 0,0-2 0,0 0 0,0-3 0,4-5 0,-5 3 0,3-5 0,-4-1 0,-2 3 0,0-3 0,-3 0 0,-2 6 0,0-3 0,-4 4 0,2 4 0,-4-1 0,5 7 0,-2 1 0,1 2 0,0 2 0,0 2 0,-1 11 0,2-4 0,-2 17 0,3-12 0,1 7 0,4 0 0,2 0 0,2 1 0,2-1 0,1-3 0,1-12 0,9-5 0,-10-6 0,3-3 0,-1-14 0,-7 5 0,-4-16 0,-3-2 0,-3 5-336,-1 0 1,0 1 335,-2 8 0,1 3 0,0 2 0,1 2 0,0 2 0,0-1 0,2 3 671,-1 1-671,1 2 0,-1 2 0,1 0 0,0 0 0</inkml:trace>
  <inkml:trace contextRef="#ctx0" brushRef="#br0" timeOffset="-181313.73">15887 11126 5734,'-1'6'0,"-2"-1"0,1-1 0,0 2 0,-1 1 0,0 3 0,-2 7 0,1-2 0,0 7 0,2 4 0,1-6 0,-1 7 0,4-1 0,0-7 0,6 16 0,-3-18 0,11 13 0,-7-22 0,16 4 0,-13-12 0,8-1 0,-1-11 0,-12 5 0,3-7 0,-14 7 0,-2 0 0</inkml:trace>
  <inkml:trace contextRef="#ctx0" brushRef="#br0" timeOffset="-181112.73">15778 11255 5734,'21'-2'0,"-4"1"0,10-2 0,5 0 0,-6 1 0,7-1 0,-5 3 0,-10 0 0,2 0 0,-11 0 0</inkml:trace>
  <inkml:trace contextRef="#ctx0" brushRef="#br0" timeOffset="-179466.73">16376 11937 5734,'-29'7'0,"1"1"0,-6 9 0,14-5 0,-1 9 0,4 2 0,9-5 0,-3 18 0,16-26 0,2-1 0,3-2 0,2-2 0,1-3 0,8-3 0,-4-3 0,4-3 0,3-13 0,-9 5 0,-2-6 0,-1-1 0,-3-2-682,1-15 682,-7 15 0,0-1 0,-2 0 0,-1 1 0,0-9 0,0 8 0,-1-13 0,-1 8 0,0 7 0,-1 3 0,2 16 682,-1 3-682,1 4 0,-2 3 0,1 6 0,-2 12 0,3-2-518,0 9 518,2-5 0,2 0 0,3 4 0,1 2 0,1 2-476,0-3 1,0-2 475,0-8 0,1-2-5,-1-3 5,-1-2 0,-2-2 0,0-2 116,0-4 1,2-4 0,0-1 0</inkml:trace>
  <inkml:trace contextRef="#ctx0" brushRef="#br0" timeOffset="-179266.73">16584 11851 5734,'4'36'0,"0"-1"0,1 2-1638,-1-8 1638,2 8 278,-1-5-278,0-9 0,-1 5 0,-1-13 322,-3 2-322,-3-7 0,-2-1 0,-2-8 0</inkml:trace>
  <inkml:trace contextRef="#ctx0" brushRef="#br0" timeOffset="-179128.73">16531 11986 5734,'16'-3'0,"1"0"0,3-1 0,12 0 0,-6 0 0,9 1 0,-4 0 0,-10 3 0,4-1 0,-10 1 0</inkml:trace>
  <inkml:trace contextRef="#ctx0" brushRef="#br0" timeOffset="-153543.73">4492 2481 5734,'4'-1'0,"4"0"0,-3 1 0,16 3 0,-10-1 0,9 1 0,-13-2 0,0 1 0,1 0 0,2 0 0,-2 0 0,2 0 0,1 1 0,-3-2 0,1 2 0,-2-1 0,0 1 0,12 0 0,-8 0 0,13 4 0,-14-3 0,3 1 0,2 0 0,-2-2 0,4 2 0,1-3 0,-4-1 0,3 0 0,0-1 0,-4 1 0,14 1 0,-13 0 0,9 0 0,-5 0 0,-3-1 0,5 1 0,1-1 0,-5 0 0,5-1 0,-1-1 0,-6 1 0,3-1 0,-2 1 0,-5 0 0,3 0 0,-2 0 0,-3 1 0,14 0 0,-11-1 0,9 0 0,-13 0 0,2 0 0,3 0 0,-1 0 0,4 0 0,2 0 0,-4 0 0,6 0 0,-6 0 0,1 0 0,-1-1 0,1 0 0,11 0 0,-8 1 0,8 0 0,-11 0 0,-1-1 0,1 1 0,1-2 0,6 0 0,-4 0 0,5-1 0,-6 0 0,0 1 0,-1-1 0,1 1 0,0-1 0,-2 1 0,2-1 0,0 1 0,0 0 0,0 0 0,8 0 0,-7 0 0,6-2 0,-1 1 0,-4 0 0,5-1 0,-8 1 0,1-1 0,0 1 0,1 1 0,-2-1 0,2 1 0,-3-1 0,3 1 0,-2 0 0,2 1 0,5-2 0,-4 2 0,4-1 0,-6 1 0,11-1 0,1 1 0,-1-1 0,5 1 0,-1-1-302,-12 1 302,5-1 0,3-1 0,-6 0 0,9-1 0,-8 0 0,9-1 0,-6 1 0,22-2 0,-14 3 0,6-1-522,-11 2 522,-8 1 0,9-1 0,-6 0 0,8-2 0,-8 2 0,0-1 0,-1 0 0,2 0 0,-1 0 0,0-1 0,9-1 0,-7 1-453,8 0 453,-11 2 0,1-1 0,-1 1 0,11-2 0,-8 1 0,7 0 0,1 0 0,-8 1 0,7-1 0,-10 1 0,0 1 0,0-1 0,0 1 273,0-1-273,9 2 0,-7-1 512,6 1-512,2 0 0,-8 1-467,8 0 467,-9 1 0,-1 1 0,9 0 0,2-1 0,0 1-270,0 0 0,-2-1 270,-8-1 0,0-1-281,0 0 281,-1 0 0,0 0 0,0-1 0,-1 0 0,1 0 0,9 1 0,-7 0-450,8 0 450,-9 0 0,5 0 0,2 1 0,4-1-311,-3 1 1,-1 0 310,-2-2 0,1 0 0,-1 0 0,0 1 0,9-1 0,-9 1 0,1 0 0,14 0 0,-10 0 0,8 1 205,-13 0-205,-2 1 0,11 1 0,-9 0 0,9 0 0,-11 0 0,12-1 0,-9 0 0,10 0 0,2-2 0,-10-1 0,12 0 0,-12 0 0,0 0 0,0 1 0,-2 0 0,2 0 0,12 1 0,-10 0 0,11 2 0,-1-1 0,-10 0 0,9 1 0,-13-1 0,5 1 0,3-1 0,-9 0 0,0 0-485,11 0 1,-2 0 484,10 0 0,-14-1-519,13 1 519,-10 0 0,-7-1 0,1 1 0,4 1 0,11 0 0,1 1 0,-8 0 0,-14-2 0,1 0 0,12 2 0,-4-2 0,6 1 0,-3-1 0,-8 0 0,0-1-191,8 1 1,4 1 0,-6-2 190,4 1 0,1-1-217,-1 0 217,-2-1 0,1 0 0,-1 0 0,-1 1 0,0-1 0,-1 0 0,0 0 0,-1 0 0,1 0 781,0-1-781,-8 1 0,1 0-53,13 0 53,-12-1 0,-1 1 0,13 0 0,-11 0 0,1 0 0,14 0 0,-15 0 0,1 1 0,-1-1 0,-2 0 0,16 0 0,-16 0 0,0 0 0,7 0 890,0 1-890,-2 1 0,-2 0 457,-2 1-457,-3-1 241,18 2-241,-16-2 0,6 1 0,-23-3 1191,-9-2-1191,-5 0 839,-5-1-839,-3 1 0,-2-1 0,0-3 0</inkml:trace>
  <inkml:trace contextRef="#ctx0" brushRef="#br0" timeOffset="-153400.73">11751 2821 5734,'-6'10'0,"1"0"0</inkml:trace>
  <inkml:trace contextRef="#ctx0" brushRef="#br0" timeOffset="-146901.73">10302 16148 5734,'15'8'0,"13"2"0,-12-6 0,12 1 0,13-6 0,-18 1-595,18-3 595,-24 1 0,18-2 0,-11 1 0,14-2 0,-15 2 0,0 0 0,2 1 0,1 1 0,15 1 0,-10 1-706,11 0 706,-13 0 0,13 0 0,-10-1 0,4-2 0,1-1 0,3-1 0,7-3 0,0-1 0,-4 0 0,-11 1 0,1 0 0,-8 2 0,-2-1 0,13-2 0,11-2 0,-3 1 0,-10 3 0,9-1 0,-15 5 0,0-1 0,10 1 0,1 0 0,9 1 0,-7 0 0,-16 0 0,-1 0-500,10 1 1,4 0-1,-6-1 500,0 0 0,14-1-952,-11 0 952,11 0 102,-14-1-102,14 0 0,-10 0-252,11-1 252,-13 2 0,1 0 0,-2-1 0,6 0 0,-3 1 0,-9 0 0,2 0 0,13-1 0,6-1 0,-7 1 0,6-2 0,-18 3 0,2-1 0,0 0 0,-2 0 0,17-2 0,-17 2 0,2-1 0,0 0 0,-2-1 0,17-1 35,-16 2 1,0 0-36,10-1 0,-11 2 0,-1 1 0,16-1 0,-16 1 0,0 0 0,0 2 0,-2 0 0,14 0 2,-14 1 1,0 0-3,9 0 0,-10 0 0,2-1 0,13 1 0,-14-1 0,2 0 0,0-1 0,-1 1 0,18-2-439,-15 1 1,-1-1 438,14 0-258,-7 0 0,8 1 0,3 0 1,-8 1 257,-1-1 0,0 0 0,2 1 0,7-1 0,-1 0 0,-10 1 0,-9 1 0,-5-1 0,2 1 0,2 0 0,10-1 0,1 1 0,-8-1 0,0 0 0,9 0 0,0 0 0,-9-1 0,-2 0 0,1 0 0,1 0 0,0-1 0,0 0 0,0 0 0,0-1 0,-2 1 0,4-1 0,6 0 0,6-1 0,1 0 0,-5 1 0,3 0 0,0 0 0,-3 0 0,5 0 0,-1-1 0,-7 2 0,-5 1 0,-4 0 0,1 0 0,1 0 0,0 1 0,0-1 0,0 0 0,0 1 0,-1-1 0,2 1 0,6 0 0,4 0 0,-3 0 0,0 0 0,0 0 0,0 1 0,3-1 0,-1 0 0,10 1 0,-3-1 0,-9 1 0,1-1 0,-6 0 0,1 1 0,1-1 0,0 0 0,0 0 0,0 0 0,5 0 0,1 0 0,-7 0 0,2 0 0,0-1 0,1 0 0,0 0 0,-2 0 0,7 0 0,-1 1 0,-5-1 0,0-1 0,1 2 0,0-1 0,0 1 0,-2-1 0,7 1 0,0 0 0,-7 0 0,1 0 0,2 0 0,8 1 0,2 0 0,-3 1 0,-1-1 0,1 1 0,1 0 0,7 1 0,-1 0 0,-6-1 0,-3 1 0,-1 0 0,0 0 0,3 1 0,-2-1 0,-8 0 0,-2 0 0,-1 0 0,6 0 0,0 0 0,-7 0 0,1 0 0,4 0 0,2-1 0,4 0 0,2 0 0,-2 0 0,-5 0 0,11 0 0,0 0 0,-2 0 0,7 0 0,-1 0 0,-12 0 0,-12-2 0,-5 1 0,22-1 0,-4 1 0,-3 0 0,-10 0 0,-1 0 0,6 1 0,11 0 1157,-21 0-1157,-7-1 222,2 0-222,-8 0 2916,12 0-2916,-11-1 1034,10-2-1034,-13 1 405,5-3-405,-4 1 0,11-1 0,-10 2 0,5-1 0,-4 3 0,-3-1 0,2 1 0,-1 1 0,-2 0 0,2 0 0,-5-1 0,1 0 0,-3 1 0,0 0 0,-1 2 0,0 0 0,0 3 0,0 3 0,-1 0 0,2 19 0,1 9 0,-2 1-1037,2 5 1037,-2-13 0,0 4 0,0 4-1291,-1 5 1291,-2 3 0,1-10 0,0 2 0,-1-8 0,0 0-857,0 10 1,0 1 856,0-11 0,0 0 0,-1 13 0,1 6-424,0-12 1,1 4 0,-1 0 0,1-2 423,0 1 0,-1-3 0,1 2 0,0-1 0,0 2 0,1-1 0,-1-3 0,1 13 0,0-4 0,0-10 0,1 1 0,-1 10 0,0-1 0,0-13 0,0-3 0,1 1 0,-1 0 0,1-1 0,-1 1 0,0 10 0,1 1 0,-1-11 0,1 1 0,0 1 0,-1 3 0,1-3 342,-1-4 0,1-1-342,0 8 0,-1-1 0,0-5 0,-1-1 164,1 10-164,-2 7 1269,2-22-1269,-1-4 621,-1-3-621,-5 4 0,2-6 1550,-5 2-1550,-2-1 901,3-4-901,-10 8 0,7-8 0,-6 3 0,-5-1 0,4-4 0,-20 3 0,-4-1 0,2-1-281,-3-1 0,1 0 281,3-3-1344,-4 0 1344,0 0 0,-2-1 0,0 0 0,1 1 0,1-2 0,-1 2 0,1-1 0,-1-1 0,11-1 0,-6 1 0,4-1 0,4 0 0,0 0 0,-5 0 0,-5 0 0,6 0-763,8 0 0,3 0 763,-3-1 0,0 1 0,-1 0 0,0 0 0,-1 0 0,0 0 0,-2 1 0,0-1 0,1 1 0,-3 0 0,3-1 0,-2 0 0,1 1 0,-6-1 0,0 1 0,6-2 0,-2 1 0,2 0 0,-3-1 0,2 0 0,0 1 0,0-1 0,0 0 0,0-1 0,0 1 0,1-1 0,0 0 0,-1 0 0,1 0 0,0-1 0,0 0 0,0 1 0,0-1 0,0 0 0,1-1 0,-1 1 0,2 0 0,-2-1 0,-14 0 0,0-1 0,11 0 0,1 1 0,-11-2 0,0 0 0,14 0 0,2 1 0,0-1 0,-1 1 0,1 0 0,1-1 0,-1 1 0,0 1 0,1-1 0,-1 1 0,-1-1 0,1 1 0,-1 0 0,0 0 0,1-1 0,-1 1 0,0 0 0,1 0 0,2 0 0,-2-1-350,-9 0 1,-2 0 349,1-1 0,-2 0 0,1-1 0,-2 0 0,2 0 0,-2-1 0,1 0-364,-7-1 1,3 1 363,19 1 0,2 1 0,-1 0 0,-1 0 23,-12-1 1,-1-1-24,9 2 0,-1-1 0,-9 0 0,-1 0 0,14 1 0,-4 0 0,-7 2 0,-9 0 0,-1 1 0,6 0-122,9 0 1,5 0 0,-5 1 121,-11-1 0,-6 1 0,1 0 0,8 0 0,1 3 0,5-1 0,-3 1 0,0-1 0,-1 1 0,-1 0-5,2-1 0,-2 1 1,1-1 4,-5 1 0,-2 0 0,10-1 0,-5 0 0,1 0 0,3 0 0,-8-1 0,-1 1 0,9-1 0,-4 0 0,-1 1 0,5-2 0,-11 1 0,2-1 0,6 0 0,-2 0 0,1 0 0,-1-1 0,1 0 0,1 0 0,-7-1 0,0 0 0,8 0 0,-1 0 0,0-1 0,1 0 0,1-1 0,2 1 0,-6-1 0,1 0 0,6 0 0,-2 0 0,3 0 0,-1 1 0,2-1 0,0 1 0,0 0 0,2 0 0,-2 0 0,-10 0 0,-1 0 0,12 1 0,-1 0 0,-8 0 0,2 0 0,12 0 0,2 0 0,1 0 0,1-1 400,-22-1-400,2-1 1457,4 0-1457,5 1 0,0-1 0,6 2 0,-1 0-327,-13-1 1,0 1 326,16 1 0,0 2 0,1 0 0,2 0 795,-13 3-795,-1 0 0,1 2 0,-3 0 0,0 0 0,-1 0 0,-2 0 0,0 1 0,-2-1 0,4 0 0,-2 0 0,16-3 0,0 1 0,-15 1 0,0 1 0,11-2 0,2-1 0,-17 2 0,17-2 0,0 1 172,1-1 0,0 1-172,-14 1 0,8 0 0,0-1 0,-5 1 0,-8 0 0,8-2 0,11-1 0,-13 1 0,21-2 1686,-2 1-1686,9-1 925,6 0-925,-1-1 780,3 0-780,3 0 0,-2 0 0,3 0 0,-1 0 0,-2-1 0,0 0 0,-5-1 0,0 0 0,-4-2 0,2 0 0,0 0 0,0-2 0,3 0 0,-3-2 0,-1-2 0,2 0 0,-2-3 0,3 1 0,-8-18 0,6 8 0,-8-15 0,3-1 0,4 5-513,-4-12 513,8 17 0,0 0-1592,-5-18 1592,5 14 0,-1 0 0,3 6 0,0 2 0,-1-2 0,0 0 0,0 0 0,0-1 0,-4-10 0,1-1 0,2 9 0,0 0 0,-3-7 0,1 0 0,3 11 0,0 1 0,1 0 0,-1 1-243,1 0 0,-1 0 243,-5-22 0,1 1-1105,1 2 1105,1 2 0,3 12 0,1 0 0,-3-14 0,3 16 0,-1-1 0,1-1 0,1 2 0,-3-14 0,2 15 0,0-2 0,0-4 0,0 1 0,-2-8 0,1 8 0,1 1 345,-3-11-345,4 15 0,-1-2 0,-1-7 0,-1 1 125,2 5 0,0 2-125,0 1 0,0 1 0,-2-1-47,1-2 47,-1-1 0,1 1 0,-2-1 0,1 1 0,0 1 0,1 1 0,0 0 0,1 2 898,0 1-898,0 0-24,-4-16 24,2 6 0,-1-5 1225,3 11-1225,-1 2 0,2 5 0,0-3 0,-2-1 0,3 10 650,-2-9-650,4 15 368,-1-3-368,2 5 31,0 1-31,0-1 0,2 2 0,1 0 0,1 1 0,1 0 0,5 3 0,-4 1 0,5 0 0,3 3 0,-2-1 0,4 1 0,4 1 0,-5-2 0,6 1 0,-5-2 0,10 1 0,-5-2 0,7 0 0,10-1 0,1-1 0,-1 1-290,3-1 1,0-1 289,4 0-1309,-8 0 1309,11 0 0,-21 1 0,-1 0 0,14 1 0,-14 0 0,2-1 0,1 1 0,-1 0 0,17 0 0,-16 0 0,2-1 0,1 0 0,3 0 0,-3-1 0,-4 1 0,0-1-502,4 1 0,2-1 1,-4 0 501,9-1 0,0-1-778,-2 0 778,-1-1 0,0 0 0,-2 1 240,0-1-240,11 1 0,-12 1 443,8 1-443,-16 2 0,-1 1 1227,-2 1-1227,-1 1 0,-1 0 0,6 4 0,-8 0 0,2 4 255,-10-1 1,-4 3-1,0 1 1</inkml:trace>
  <inkml:trace contextRef="#ctx0" brushRef="#br0" timeOffset="-119035.73">10816 17220 5734,'-2'8'0,"1"-1"0,0-4 0,0-2 0,1 1 0,-3-1 0,0-1 0,-5-1 0,1-4 0,-1-1 0</inkml:trace>
  <inkml:trace contextRef="#ctx0" brushRef="#br0" timeOffset="-114997.73">10865 16142 5734,'-7'-2'0,"-4"2"0,5 1 0,-3 2 0,-5-1 0,0 0 0,-2 1 0,1-1 0,-1 2 0,4-1 0,-18 9 0,17-7 0,-8 6 0,8-1 0,7-4 0,-3 4 0,8-6 0,3 4 0,1-2 0,3 3 0,1-4 0,8 1 0,-2-2 0,8 1 0,-4-1 0,9 1 0,-5-1-241,6 2 241,-9-2 0,5 3 0,-8-1 0,6 3 0,-12-4 0,1 3 0,-8 2 0,-20 14 0,-1-4 0,-12 4-226,7-13 226,7-4 0,-8 1 0,7-3-17,-5 1 17,9-3 0,3 0 0,2-1 0,3 0 0,0-2 467,2 0-467,5-6 4,2 0 0,6-6 0,0 2 1</inkml:trace>
  <inkml:trace contextRef="#ctx0" brushRef="#br0" timeOffset="-114649.73">11071 16064 5734,'-8'11'0,"-3"5"0,3-5 0,-3 4 0,-8 19 0,9-13-1111,-9 17 1111,15-19 0,0 1 0,3 17 0,3-14 0,2 13 0,6-15 0,-2-5 356,5 1-356,1-4 0,-2-7 183,4 2-183,2-8 0,-7 0 0,5-3 143,-3-4 0,-3-2 0,3-5 0</inkml:trace>
  <inkml:trace contextRef="#ctx0" brushRef="#br0" timeOffset="-114417.73">11227 16057 5734,'-4'5'0,"1"2"0,-1 6 0,0-1 0,1 15 0,2-8 0,0 5 0,1 3 0,1 0 0,1 0 0,-1-1 0,1 1-591,1 4 1,1-2 590,0-4 0,2 7-299,0-8 299,-1-8 0,1 2 0,-4-10 0,0-4 0,-5-5 0,1-5 0,-1-4 0</inkml:trace>
  <inkml:trace contextRef="#ctx0" brushRef="#br0" timeOffset="-114266.73">11151 16221 5734,'28'-5'0,"0"-1"0,-2 1 0,-3 1 0,-7 0 0,-2 0 0,0-1 0</inkml:trace>
  <inkml:trace contextRef="#ctx0" brushRef="#br0" timeOffset="-114050.73">11330 16026 5734,'19'9'0,"6"6"0,-9-3 0,2 5 0,-1 3 0,0 4-212,-3-4 1,-2 2 211,0 18-1290,-5-8 1290,-1 11 0,-8-1 0,-2-11 0,-4 9 0,-5-5 0,2-10-44,-4 6 44,4-13-188,-7 1 188,4-9 0,-2-1 0,7-10 0</inkml:trace>
  <inkml:trace contextRef="#ctx0" brushRef="#br0" timeOffset="-112912.73">15787 15916 5734,'-12'4'0,"2"-1"0,-18 13 0,11-5 0,-10 7 0,2 1 0,8-3 0,-8 5 0,1 10 0,10-9 0,-5 11 0,14-7 0,3-5 0,3 4 0,13-2 0,2-1 0,0-3-307,3 2 1,0-4 306,-3-12 0,0-1 0,0-3 0,1-1 0,3-4 0,-5 1 0,1-2 0,-9 1 0,-3 2 0,-2-2 0</inkml:trace>
  <inkml:trace contextRef="#ctx0" brushRef="#br0" timeOffset="-112001.73">15931 16265 5734,'4'4'0,"-2"-2"0,0-1 0,0-4 0,0-1 0,2-2 0,5-8 0,-3 4 0,5-6 0,-3 1 0,-2 3 0,5-11 0,-7 10 0,5-16 0,-8 17 0,1-6 0,-3 5 0,-2 4 0,1-2 0,-5 1 0,3 3 0,-16-4 0,13 8 0,-10-2 0,12 5 0,0 1 0,1 1 0,-1 0 0,0 2 0,-4 8 0,3-4 0,-5 19 0,7-13 0,-2 33 0,5-26-497,1 19 497,1-20 0,2-1-174,0 1 174,1 0 0,0 0 0,0-1 0,-1 0 0,2-1 0,-1-3 0,-1 0 0,0-3 0,0-1 0,-1-2 488,-1-3-488,1-1 183,-1 0-183,0-4 0,-1-6 0,-1-1 0,0-5 0,0 2 0,0 0 0,1-2 0,0 1 0,-1-1 0,3-7 0,4-6 0,13-17 0,-5 14 0,8-2 0,-8 21 0,-4 2 0,3 0 0,-4 4 0,-1 1 0,1 1 0,-2 1 0,0 2 0,0 4 0,-12 17 0,2-10 0,-10 12 0,4-16 0,-1-1 0,-4 4 0,4-5 0,-2 2 0,3-5 0,0 1 0,1-2 0,4 2 0,4-2 0,4 0 0,2-2 0,3 1 0,2 0 0,3 0 0,2-1 0,1-1 0,2-1 0,0 0 0,2-2 0,-2-1 0,8-2 0,-7 0 0,5-2 0,-11 2 0,-4 0 0,-3 2 0,-3 0 0,-3 1 0,-1-1 0</inkml:trace>
  <inkml:trace contextRef="#ctx0" brushRef="#br0" timeOffset="-110857.73">15652 15310 5734,'-3'3'0,"1"-1"0,4-2 0,3-1 0,2 0 0,3-1 0,0 1 0,1 0 0,0 1 0,0 0 0,22 6 0,-7 1 0,13 4 0,-14 0 0,6 0 0,-5-2 0,6 0 0,3 0 0,5 0-433,-8-2 1,3 0 432,-1-3 0,0 0-949,-7-1 0,1 0 949,10 0 0,3 1 0,4-1 0,-1-1 0,-8 0 0,0 0-667,-4-1 0,2 0 0,-2 1 667,4-1 0,0 0 0,2 0 0,0-1 0,2 1 0,0-1 0,2 0 0,0-1-485,2 1 0,1-1 485,1-1 0,0-1 0,2 1 0,0-1 0,-14 0 0,-1 1 0,1-1 0,1 1 0,0-1 0,0 0 0,-1 0 0,1 0 0,6 0 0,-6 1 0,6-1 0,4 0 0,2 0 0,1-1 0,-1 1 0,-3 0 0,-5 1 0,9-2 0,-6 2 0,0-1 0,6 0 0,-8 1 0,4-1 0,2 0 0,2 0 0,0 0 0,-2 0 0,-2 0 0,-5 1 0,11 0 0,-5 0 0,-2 0 0,-1 1 0,3-1 0,-2 1 0,2 0 0,-5-1 0,2 1 0,0 0 0,-1 1 0,8 0 0,-2 0 0,-3 1 0,-10-1 0,-3 1 0,2 0 0,6 1 0,0 0 0,-1 0 0,7 2 0,-3 0 0,-12 0 0,0-1 0,4 2 0,0-1 0,-1 3 0,-3-1 0,1 0 279,12 4-279,-38-7 549,-5-1 0,-7-1 0,-2 1 0</inkml:trace>
  <inkml:trace contextRef="#ctx0" brushRef="#br0" timeOffset="-109351.73">3242 16191 5734,'-5'-2'0,"1"1"0,2 1 0,7-3 0,8-1 0,5-1 0,29-4 0,-16 5-187,-6 1 0,2 0 187,-3 1 0,1 0-1219,14-2 1219,-14 2 0,4-1 0,6-2 0,4 0 0,-4 0 0,-8 2 0,1-1-480,7-1 1,4-1-1,-8 1 480,1 0-411,-8 0 0,0 1 411,3-1 241,10-2-241,-22 4 0,-6 1 935,-1 0-935,-13 0 1509,-1 0-1509,-24-1 0,10 3 1169,-15-1-1169,1 1 0,6 0 0,-10-1 0,-3 1-1209,8 0 1209,-11 0 0,-2 2 0,10 0 0,-11 1 0,4 2 0,11-3 0,-6 2-531,10 0 531,8-2 0,-6 2 0,23-1 0,0-1 0,19 0 0,3-3 0,6 0 408,4-1-408,5 0-505,3-1 505,3 0 0,-11 2 0,1-1 0,16-1-678,-15 1 0,-2 0 678,12 0 0,-1 0 0,-1-1 0,1 1 0,2-1 0,-5 2 0,-4-1-218,-11 1 218,-4 1 559,-3 0-559,-5 0 933,-4 0-933,-7 0 0,-2 1 0,-4 1 0</inkml:trace>
  <inkml:trace contextRef="#ctx0" brushRef="#br0" timeOffset="-97328.73">19674 10690 5734,'-6'-10'0,"1"2"0,1 1 0,1 2 0,1 1 0,1 1 0,4 8 0,0 1 0,5 9 0,4 12 0,-2-3-759,4 10 759,-2-8 0,1 1 0,1 0 0,0 0 0,8 12 0,-7-8 0,5 7 0,-3-2 0,-5-10 0,2 4 0,-6-13 0,3 1 0,-4-6 0,1 0 0,-4-8 0,-1 0 0,-2-4 189,-4-5 1,-2 0 0,-4-4 0</inkml:trace>
  <inkml:trace contextRef="#ctx0" brushRef="#br0" timeOffset="-97132.73">19663 11169 5734,'13'-26'0,"0"-1"0,9-9-2558,-3 6 2558,-5 9 0,1 0 0,1-2 0,2-1 0,5-8 0,1 0 0,-5 6 0,-1 0 0,4-3 0,-3 2 0,-3 3 772,0 0-772,-8 10 415,-1 3-415,-11 12 0,-2 5 0,-3 5 0,-1 1 0</inkml:trace>
  <inkml:trace contextRef="#ctx0" brushRef="#br0" timeOffset="-96532.73">20085 11030 5734,'-2'30'0,"1"-4"0,1-14 0,-1 7 0,0-3 0,-1 19 0,0-16 0,-1 23 0,2-26 0,0 15 0,1-21 0,0 3 0,-1-9 0,-1-3 0,-4-5 0,1-2 0,-3-5 0</inkml:trace>
  <inkml:trace contextRef="#ctx0" brushRef="#br0" timeOffset="-96097.73">20395 10570 5734,'-8'0'0,"0"2"0,-7 8 0,5-1 0,-6 6 0,1 14 0,5-8 0,-2 22 0,2 4 0,4-7-811,0 1 0,1-1 811,7-9 0,2-1-579,1-1 579,3-2 0,0-2 0,7 5 0,-4-9 0,6 2 0,-5-13 0,-2-2 0,1-4 0,-3-4 378,1-4 0,0-4 0,-1-1 0</inkml:trace>
  <inkml:trace contextRef="#ctx0" brushRef="#br0" timeOffset="-95877.73">20542 10628 5734,'-4'9'0,"1"3"0,-2 15 0,1-3 0,0 12 0,4-8 0,0 1 0,1 8 0,1-1 0,2 2 0,2-3 0,0-2 0,-2-8 0,0-1-368,2 7 0,0-5 368,-2-7 0,-2-3 0,-1-3 0,-2-2 0,-3-1 0,-2-4 0,-4-2 0,1-3 0</inkml:trace>
  <inkml:trace contextRef="#ctx0" brushRef="#br0" timeOffset="-95724.73">20560 10890 5734,'30'-5'0,"-1"-1"0,0 0 0</inkml:trace>
  <inkml:trace contextRef="#ctx0" brushRef="#br0" timeOffset="-95500.73">20831 10643 5734,'32'26'0,"-3"1"0,-1 12-2692,-9-6 2692,-7-10 0,-1 1 0,-4 2 0,-1 0 0,2 15 0,-4-15 0,-3 1 0,-4 5 0,-2-2 0,-3 9 0,-8 2 0,-3-3 0,-3-10 0,3-7 0,0-2 0,-6-4 0</inkml:trace>
  <inkml:trace contextRef="#ctx0" brushRef="#br0" timeOffset="-94756.73">19689 11756 5734,'-2'9'0,"2"6"0,3-2 0,2 6 0,6 8 0,-2-5 0,4 9 0,3 3 0,-3-9-697,4 9 697,-6-12 0,1-1-301,-1-1 301,0-2 0,2 3 0,-4-6 0,1 1 0,-12-4 0,-2-6 0,-7 2 0,-1-7 0,-1 0 0</inkml:trace>
  <inkml:trace contextRef="#ctx0" brushRef="#br0" timeOffset="-94594.73">19644 12105 5734,'3'-12'0,"8"-7"0,1 3 0,8-6 0,-1 6 0,2 1 0,6-4 0,6-1 0,0 1 0,-7 4 0,-1 1 0,-1 2 0,-10 4 0,6-3 0</inkml:trace>
  <inkml:trace contextRef="#ctx0" brushRef="#br0" timeOffset="-94242.73">20018 12026 5734,'4'-4'0,"6"-6"0,-1 4 0,11-8 0,-7 8 0,4-2 0,-6 4 0,2 2 0,-3 1 0,1 2 0,-5 2 0,-2 2 0,-1 2 0,-4 8 0,-2-2 0,-2 7 0,-4 9 0,3 2 0,2 5 0,6-11 0,5-10 0,1-8 0,2-2 0,15-6 0,-9-2 0,11-5 0,-9-5 0,-5 1 0,4-5 0</inkml:trace>
  <inkml:trace contextRef="#ctx0" brushRef="#br0" timeOffset="-94000.73">20362 11697 5734,'-21'32'0,"4"-6"0,4 1 0,5-4 0,-2 14 0,4-7 0,0 12 0,7-10 0,3 3 0,0-3 0,1 13-399,3 4 0,1-4 399,1-25-204,5 0 204,-3-8 0,5-3 0,-5-11 0,1-3 0</inkml:trace>
  <inkml:trace contextRef="#ctx0" brushRef="#br0" timeOffset="-93782.73">20484 11806 5734,'-9'15'0,"4"-2"0,-4 24 0,5-14 0,2 7 0,1 1 0,2-2 0,2 4 0,0-1 0,1-4 0,1 4 0,0-1 0,-2-12 0,2 13 0,-6-28 0,-2-3 0,0-3 0,-2-1 0</inkml:trace>
  <inkml:trace contextRef="#ctx0" brushRef="#br0" timeOffset="-93617.73">20395 12027 5734,'27'-3'0,"-5"0"0,10-2 0,3-3 0,-7 1 0,7-2 0,-5 0 0,-11 3 0,3-2 0,-13 2 0,0 1 0</inkml:trace>
  <inkml:trace contextRef="#ctx0" brushRef="#br0" timeOffset="-93408.73">20677 11830 5734,'20'4'0,"13"5"0,-5-1 0,8 5 0,-12 8 0,-3 3 0,1 4-794,-4 0 0,-3 0 794,-12 2 0,-6-2 0,-2 0 0,-2 7 0,0-8 0,-2-1 0,-4-1-18,0-4 18,-1-2 0,0-4 0,-7-1 0,3-7 0,-5-2 0,4-7 0</inkml:trace>
  <inkml:trace contextRef="#ctx0" brushRef="#br0" timeOffset="-91533.73">19698 9352 5734,'-6'-7'0,"2"3"0,1 2 0,13 27 0,-3-10-635,9 20 635,-4-16-15,8 9 15,-4-6 0,5 7 0,0-1 0,-5-7 0,4 5 0,-3-4 0,4 7 0,-8-6 0,-1 0 472,-14-14-472,-3-2 44,-2-1 1,-1-1-1,-1-1 1</inkml:trace>
  <inkml:trace contextRef="#ctx0" brushRef="#br0" timeOffset="-91365.73">19735 9705 5734,'4'-18'0,"1"-1"0,1-1 0,2-2 0,14-20 0,-6 15 0,2 3 0,5-4 0,-3 5 0,2-1-404,2 0 0,-2 3 404,-15 17 49,-3 3 0,0 2 0,-1 2 0</inkml:trace>
  <inkml:trace contextRef="#ctx0" brushRef="#br0" timeOffset="-91166.73">20014 9546 5734,'1'13'0,"0"-2"0,2 6 0,2 14 0,-2-9 0,2 21 0,-3-21 0,0 5 0,-1-4 0,0-6 0,-1 3 0,-2-7 0,0-7 0,-2 1 0</inkml:trace>
  <inkml:trace contextRef="#ctx0" brushRef="#br0" timeOffset="-90699.73">20194 9470 5734,'15'-1'0,"1"-1"0,6 0 0,-4 1 0,9-1 0,0 0 0,-6 2 0,18-1 0,-22 1 0,12 1 0,-22-1 0,1 3 0,-14 1 0,-1-1 0,-4 3 0,1-2 0,1 0 0</inkml:trace>
  <inkml:trace contextRef="#ctx0" brushRef="#br0" timeOffset="-90491.73">20222 9609 5734,'16'-2'0,"2"-1"0,7-1 0,2 0 0,3-1-840,-2 0 1,-2 1 839,-3 1 0,15 0 0,-14 1 527,9 0-527,-15 1 0,-6 2 275,0 2-275,-12-1 0,-4 2 0,-4-3 0</inkml:trace>
  <inkml:trace contextRef="#ctx0" brushRef="#br0" timeOffset="-90212.73">20371 9307 5734,'0'43'0,"0"-2"0,-3-11 0,-1 0 0,-2 11-530,2-9 0,-1 1 530,1-7 0,0-2-909,-2 14 909,-1 9 0,4-8 0,2-12 0,0 5 113,2-7 0,-1-10 1,1 2-1</inkml:trace>
  <inkml:trace contextRef="#ctx0" brushRef="#br0" timeOffset="-86882.73">20149 9217 5734,'-6'1'0,"-4"4"0,2-1 0,-5 5 0,0 14 0,0 4 0,0 0 0,0 2 0,1 3 0,8-6 0,1-2 0,0 9 0,1-2 0,2-1-893,1-2 893,3 5 0,-1-13-207,9 12 207,-4-16 0,5 6 0,-6-19 0,0-4 0,0-1 0</inkml:trace>
  <inkml:trace contextRef="#ctx0" brushRef="#br0" timeOffset="-86698.73">20142 9326 5734,'-2'17'0,"1"2"0,1 1 0,1 1 0,2 23 0,-1-14 0,0 3 0,-1 0 0,1-6 0,-1 3 0,0-2 0,-1-9 0,-2 9 0,-2-23 0,0-1 0</inkml:trace>
  <inkml:trace contextRef="#ctx0" brushRef="#br0" timeOffset="-86413.73">20190 9339 5734,'11'17'0,"2"12"0,-4-4 0,0 21 0,-7-5-2068,-2 0 2068,-4-5 0,-1-11 186,1-2-186,-1 1 0,0 5 0,1-8 0,-1 3 0</inkml:trace>
  <inkml:trace contextRef="#ctx0" brushRef="#br0" timeOffset="-85443.73">20666 9335 5734,'1'8'0,"2"8"0,2-1 0,12 18 0,3 4 0,-2-5-914,2 3 1,0-2 913,-6-11 0,-1-2 156,0-1-156,-2-1 0,-1-2 0,1 3 0,-3-6 0,1 3 0,-8-3 0,-2-4 0,-4 3 0,0-4 0</inkml:trace>
  <inkml:trace contextRef="#ctx0" brushRef="#br0" timeOffset="-85276.73">20745 9589 5734,'8'-21'0,"7"-9"0,-3 6 0,6-6 0,1 3 0,-3 7 0,3-3 0,0 4 0,-5 7 0,10-3 0,-14 12 0,3 3 0,-9 5 0</inkml:trace>
  <inkml:trace contextRef="#ctx0" brushRef="#br0" timeOffset="-84999.73">20964 9585 5734,'8'-8'0,"18"-4"0,-11 10 0,10-2 0,-14 9 0,-6 1 0,1 3 0,0 14 0,-3-7 0,-1 10 0,-1-1 0,0-9 0,3 8 0,-1-19 0,2 1 0,-2-4 0,-1-1 0,0 0 0,-1-4 0,1-2 0</inkml:trace>
  <inkml:trace contextRef="#ctx0" brushRef="#br0" timeOffset="-84748.73">21267 9202 5734,'-19'27'0,"0"0"0,3 9-2118,4-6 2118,-1 12 0,6 2 0,4-9 0,5 6 0,3-1 0,1-4 0,1-4 0,0-2 0,2-11 530,0 0-530,0-4 0,7 0 0,-3-7 0,6-1 0</inkml:trace>
  <inkml:trace contextRef="#ctx0" brushRef="#br0" timeOffset="-84531.73">21383 9416 5734,'1'45'0,"0"-4"0,0-19 0,2 22 0,-2-16 0,0-3 0,0 0-577,-1-4 577,-1 4 164,-2-7-164,1-6 0,-1-1 0,0-7 0</inkml:trace>
  <inkml:trace contextRef="#ctx0" brushRef="#br0" timeOffset="-84397.73">21295 9564 5734,'17'-7'0,"-1"2"0,7-2 0,2-1 0,3 0 0,-4 1 0,1 0 0,11-2 0,-9 1 0,6-3 0</inkml:trace>
  <inkml:trace contextRef="#ctx0" brushRef="#br0" timeOffset="-84198.73">21614 9297 5734,'15'11'0,"4"15"0,-4-3 0,-6-1 0,-2 1 0,-4 5 0,0 9 0,-8 4-1907,2-11 1907,-5 10 0,-3-2 0,1-10 0,-2 7-12,4-12 1,1-2 0,2 0 0</inkml:trace>
  <inkml:trace contextRef="#ctx0" brushRef="#br0" timeOffset="-81613.73">21473 10898 5734,'28'-4'0,"1"0"0,5 0 0,4 1 0,1 1-2833,4 2 2833,4 1 0,-23 0 0,0-1 0,1 1 0,1 0 0,0 0 0,0-1 0,-1 0 0,2 0 0,10 0 0,1 0 0,-10-1 0,-1 0 0,9 0 0,0-1 0,-4 0 0,-1 0 0,15-1 0,-2-1 0,-2-1 0,-8 1 0,-6 0 0,-4 1 844,-11 1-844,-4 3 458,-1 0-458,-2 0 0,-1-1 0,-1 1 1531,-1-1-1531,-3 1 0,-3-4 0,-3 0 0</inkml:trace>
  <inkml:trace contextRef="#ctx0" brushRef="#br0" timeOffset="-81397.73">22471 10729 5734,'8'14'0,"-2"-3"0,0 6 0,-3-5 0,-2 8 0,-3-5 0,-3 11 0,-4-9 0,1-1 0,-1-3 0</inkml:trace>
  <inkml:trace contextRef="#ctx0" brushRef="#br0" timeOffset="-81047.73">21444 10783 5734,'-11'28'0,"0"-2"0,4 0 0,5-6 0,1 4 0,20 0 0,-1-11 0,16 6-276,-7-15 1,6-2 0,0-3 0</inkml:trace>
  <inkml:trace contextRef="#ctx0" brushRef="#br0" timeOffset="-79290.73">22844 10431 5734,'4'8'0,"-1"-1"0,2 1 0,-1 0 0,1 2 0,0 1 0,3 2 0,6 8 0,5 7 0,3 1-992,1 3 992,-4-9 0,1 2 0,2 2 0,-5-8 0,1 1 0,10 10-633,-9-11 1,-1 1 632,9 5 0,1 0 0,-9-8 0,1 0 0,9 7 0,9 5-875,-7-4 875,-9-8-310,5 4 310,-13-8 613,4 3-613,-7-4 0,1 2 1175,-6 0-1175,-4-4 264,-1 3 0,-3-5 0,-1 0 1</inkml:trace>
  <inkml:trace contextRef="#ctx0" brushRef="#br0" timeOffset="-78883.73">22892 11187 5734,'2'-26'0,"2"0"0,4 0-1093,7-5 1,5-7 0,-1 3-100,-3 6 0,0 0 1192,4-8 0,3-4 0,0 1-25,-4 8 1,1 1 0,-3 2 24,1 0 0,-1 0 0,0 0 0,2-2 0,-2 2 0,0 0 0,-2 3 0,7-13 0,-9 17 0,-1 0 0,2 0 0,-4 4 0,5-3 0,-9 12 1800,4 5-1800,-10 10 725,0 7 1,0-4-1,1-1 1</inkml:trace>
  <inkml:trace contextRef="#ctx0" brushRef="#br0" timeOffset="-78066.73">23556 10531 5734,'-4'-2'0,"1"1"0,0 4 0,-2 4 0,2 0 0,-2 5 0,1 3 0,1-2 0,0 5 0,3 1 0,-1-3 0,2 3 0,0 4 0,1-10 0,1 9 0,-2-13 0,1 0 0,-2-3 0,2 8 0,-1-6 0,1 8 0,0-9 0,3 7 0,-1-3 0,8 14 0,-6-11 0,6 8 0,0-4 0,-3-4 0,13 16 0,-12-18 0,5 10 0,-9-16 0,-2-1 0,3 0 0,-2-3 0,1-1 0,-2-3 0,0-1 0,-1-3 0,1-1 0,-2-4 0,1-2 0,-1-1 0</inkml:trace>
  <inkml:trace contextRef="#ctx0" brushRef="#br0" timeOffset="-77874.73">23502 10453 5734,'11'-4'0,"1"2"0,8 0 0,-3 2 0,19 4 0,-17-1 0,9 4 0</inkml:trace>
  <inkml:trace contextRef="#ctx0" brushRef="#br0" timeOffset="-77195.73">23431 10861 5734,'-1'5'0,"2"0"0,0 0 0,2 6 0,-1-1 0,0 14 0,-1-11 0,-2 17 0,-1-18 0,0 10 0,0-16 0,1 1 0,0-9 0,-2-2 0,-2-5 0,0-1 0,-2-4 0,0-5 0,2 5 0,-3-18 0,5 17 0,-2-8 0,3 11 0,2 5 0,-2-1 0,2 6 0,1 2 0,0 3 0,2 6 0,0 0 0,3 4 0,-2-3 0,2 1 0,0 0 0,1-1 0,0 0 0,1-1 0,-1-1 0,-2-1 0,0-1 0,-1 2 0,0-5 0,0 1 0</inkml:trace>
  <inkml:trace contextRef="#ctx0" brushRef="#br0" timeOffset="-76474.73">23793 10681 5734,'5'-10'0,"-1"1"0,0-4 0,-2 3 0,2-21 0,-2 12-340,-1-15 340,-2 18 0,-3-8 0,0 7 0,-3-6 84,1 10-84,-1 1 0,0 1 0,-7-3 0,5 7 0,-5-1 256,3 9-256,3 2 0,-2 3 0,2 7 0,2 0 0,1 7 0,2 8 0,1-3 0,1 10 0,2-7 0,0 2 0,0 8-222,0-7 0,1 0 222,1 17 0,1-14 0,0-6 0,0-2 0,2 2 0,1 4 0,13 1 0,-11-21 0,12 6 0,-12-28 0,-3 1 0,3-12 0,-3 7 0,0-5 0,-1 5 0,0 0 0,1 1 0,0 0 0,8-10 0,-6 10 444,5-7-444,-8 13 0,-2 1 0,0 2 0,-2 2 0,-3 10 0,-1 1 0,-3 7 0,1 3 0,1-5 0,0 12 0,3-12 0,2 4 0,7 1 0,-1-9 0,16 5 0,-10-12 0,9-1 0,-9-5 0,0-2 0,1-1 0,0-3 0,0-1 0</inkml:trace>
  <inkml:trace contextRef="#ctx0" brushRef="#br0" timeOffset="-76032.73">24033 10384 5734,'14'1'0,"0"0"0,-2-2 0,1-1 0,12-3 0,-8 1 0,12-4 0,-19 6 0,1-3 0,-7 3 0,-3 2 0,-3 5 0,-1 4 0,-2 5 0,-2 10 0,2-2 0,-1 9 0,5 11 0,2 1 0,1 2-989,0 1 1,1-2 988,2-8 0,1-1-880,1-1 880,-1 1 0,0-2 0,1 12 0,-3-12 0,1 6-568,-2-6 568,-2-11 0,0 4 0,-7 2 0,1-13 0,-5 9 1631,0-15-1631,-13 7 0,8-5 1006,-10 5-1006,6-5 0,6-2 0,-4 1 197,8-4 0,2 0 0,1-2 0</inkml:trace>
  <inkml:trace contextRef="#ctx0" brushRef="#br0" timeOffset="-75246.73">21387 11877 5734,'11'9'0,"-1"-3"0,12 0 0,5-1 0,6-1-1093,-1-1 1,7 0 0,-4-1 201,-7 0 0,2-1 891,4-1 0,9 1 0,3-1 0,-1 0 0,-8 1 0,6-2 0,-1 1-169,-3-1 0,7 0 0,-2 1 1,-7-1 168,-7-1 0,-2 1 0,20-2 0,0 0 0,-19 1 0,-1 0 0,14-1 0,-2 1 0,3 0 0,-15 1 295,3 1-295,-16 0 2317,5-2-2317,-12 1 1827,1-3-1827,-13 1 997,-4-2-997,-7-3 298,3 2-298,-6-3 0,0-1 0,5 3 0,-3-4 0</inkml:trace>
  <inkml:trace contextRef="#ctx0" brushRef="#br0" timeOffset="-75087.73">22412 11729 5734,'9'5'0,"7"9"0,-8-4 0,0 13 0,-1 2 0,-4-5 0,-1 22 0,-14-22 0,0-9 0,-8 4 0,5-10 0,-2-2 0</inkml:trace>
  <inkml:trace contextRef="#ctx0" brushRef="#br0" timeOffset="-74864.73">21328 11845 5734,'13'18'0,"0"-1"0</inkml:trace>
  <inkml:trace contextRef="#ctx0" brushRef="#br0" timeOffset="-74312.73">23040 11616 5734,'-7'-6'0,"2"1"0,1 8 0,2 1 0,-2 4 0,3 8 0,2 0 0,6 24 0,0-16 0,1 1 0,1 2 0,4 1 0,0-2-752,-2-3 1,0 0 751,4 5 0,-1-2 0,2 2-117,0 0 117,6 9 0,-5-11 0,5 7 0,7-2 0,-12-13 0,8 6 0,-16-13 370,-8-5 1,-2 1 0,-5-7 0</inkml:trace>
  <inkml:trace contextRef="#ctx0" brushRef="#br0" timeOffset="-74135.73">23033 12163 5734,'-1'-23'0,"7"-11"0,2 11 0,7-10 0,10-4-2469,-3 9 2469,-7 9 0,3 0 0,0 2 0,1 1 0,11-9 0,-11 11 0,1-1 0,10-2 0,-1 1 0,-3 1 0,-2 3 0,0-1 0</inkml:trace>
  <inkml:trace contextRef="#ctx0" brushRef="#br0" timeOffset="-73729.73">23464 11980 5734,'13'-2'0,"0"0"0,-3 1 0,1 0 0,0-1 0,0 2 0,0-1 0,-1 2 0,1 1 0,-1 1 0,2 3 0,-5 1 0,3 16 0,-7-11 0,0 12 0,-6-7 0,1-5 0,0 6 0,0-7 0,1 0 0,1-1 0,2-1 0,2 1 0,0-4 0,3 0 0,-1-4 0,1-1 0,2-2 0,-1-2 0,2-1 0,-2 0 0,6-8 0,-5 4 0,3-6 0</inkml:trace>
  <inkml:trace contextRef="#ctx0" brushRef="#br0" timeOffset="-72832.73">23819 11714 5734,'-3'0'0,"0"1"0,3 0 0,-2 0 0,1 0 0,-3-1 0,3 1 0,0 0 0,0 2 0,0 0 0,0 3 0,-2 4 0,1-1 0,-2 4 0,1 30 0,2-20 0,1 24 0,4-8 0,0-15 0,2 14 0,-2-11 0,-1-7 0,1 5 0,-1-4 0,-1-7 0,1 2 0,-1-7 0,-1-2 0,1 0 0,1-1 0,-1-1 0,2-1 0,-1 0 0,0-1 0,1 0 0,1 0 0,3-1 0,-2-1 0,4-1 0,13-10 0,-13 5 0,11-6 0,-16 7 0,-2 1 0,0-1 0,-1 1 0,1 1 0,-2-1 0,-1 1 0,0 0 0,-1-1 0,-1-1 0,0-1 0</inkml:trace>
  <inkml:trace contextRef="#ctx0" brushRef="#br0" timeOffset="-71833.73">24042 11961 5734,'5'-4'0,"1"-1"0,0 0 0,0 0 0,0-1 0,2-2 0,12-14 0,-9 9 0,8-11 0,-12 12 0,1-5 0,-3 4 0,0-5 0,-4 5 0,0 1 0,-2-1 0,0 1 0,-3-5 0,0 5 0,-1-3 0,-1 3 0,1 3 0,-2-1 0,1 4 0,1 1 0,-2 1 0,-2 2 0,3 2 0,-9 7 0,9-1 0,-5 11 0,8-5 0,0 5 0,3 6 0,0-4-288,2 9 288,0-7 0,0 1 0,1 2 0,0 1 0,4 18 0,1 1 0,-2-6-546,2 5 0,-1-5 546,-4-23 0,-1-3 0,0-2 0,1 1 0,-2-5 0,3-5 256,-2-4-256,9-23 0,-5 13 0,7-15 0,-6 15 0,1-1 0,4-5 0,-1 4 0,1-4 1124,-4 8-1124,0 1 0,-2 1 0,0-1 0,-4 5 0,-8 4 0,0 4 0,-7 5 0,1 2 0,4-1 0,-3 2 0,5 1 0,2-2 0,4 10 0,2-10 0,6 5 0,3-7 0,1-3 0,6 0 0,-4-5 0,14-4 0,-1-5 0,1 0 0,-7-2 0,-13 3 0,1-1 0</inkml:trace>
  <inkml:trace contextRef="#ctx0" brushRef="#br0" timeOffset="-71300.73">24493 11634 5734,'18'-5'0,"-1"1"0,-6 0 0,2-1 0,-4 1 0,1-1 0,-3 3 0,-2-1 0,-3 5 0,-2 0 0,-4 5 0,0-1 0,0 2 0,-3 8 0,2-4 0,-2 5 0,3-1 0,1-3 0,0 3 0,0 2 0,1-4 0,1 7 0,1 3 0,0-3 0,2 6 0,4 11 0,-2-13 0,1 5 0,0-1 0,0-3 0,3 13 0,-2-13 0,-3-7 0,2 4 0,-3-5 0,-1-6 0,-1 2 0,-14 6 0,7-11 0,-11 7 0,2-17 0,7-2 0,-7-3 0,8-1 0,1-2 0</inkml:trace>
  <inkml:trace contextRef="#ctx0" brushRef="#br0" timeOffset="-70732.73">23757 11605 5734,'24'2'0,"-1"0"0,-4 3 0,-5-1 0,2 3 0,1 5 0,-9-7 0,5 5 0,-11-8 0,-1 0 0,0-1 0,-5-2 0,1-1 0,-4-2 0,0 4 0,2 1 0,-2 3 0,1 0 0,3-1 0,-2 0 0,5-3 0,5-2 0,3 1 0,3-2 0,2 3 0</inkml:trace>
  <inkml:trace contextRef="#ctx0" brushRef="#br0" timeOffset="-65424.73">22558 9166 5734,'6'-2'0,"-1"0"0,-3 2 0,1 0 0,-3-1 0,2 0 0,-1 0 0,-1 4 0,3 8 0,-2-2 0,3 7 0,-2-8 0,4 6 0,0-3 0,3 5 0,-2-4 0,7 9 0,-1-2 0,1 3 0,2 2 0,0 1-596,0-1 0,-1-1 596,9 15 0,-5-11 0,-5-6-358,5 5 358,-8-9 0,6 3 0,-6-5 0,3 2 0,-6-7 0,0-1 0,-2-2 1144,0-1-1144,-2-2 406,0 0-406,-2 0 0,-3 0 0,-2 0 0,-1 0 0,0-2 0,0-2 0</inkml:trace>
  <inkml:trace contextRef="#ctx0" brushRef="#br0" timeOffset="-65148.73">22608 9725 5734,'6'-19'0,"0"-1"0,2-3 0,0-2 0,3-2 0,8-16-2712,-2 9 2712,-6 12 0,2-2 0,7-7 0,1 0 0,-7 11 0,0 0 0,7-9 0,3-3 0,-3 4 0,7-8 0,-2 1 0,-1 3 0,-9 10 726,3-10-726,-18 27 457,-5 3-457,-5 11 0,-1 4 0,-1 1 0</inkml:trace>
  <inkml:trace contextRef="#ctx0" brushRef="#br0" timeOffset="-64750.73">22984 9526 5734,'4'-11'0,"0"3"0,-3 5 0,0 3 0,-1 17 0,0-5 0,-1 29 0,2-22 0,0 5 0,0 1 0,1-6 0,1 12 0,-2-21 0,0-3 0,0 0 0,1-2 0,-2-1 0,0-1 0,-1-2 0,0 0 0</inkml:trace>
  <inkml:trace contextRef="#ctx0" brushRef="#br0" timeOffset="-64315.73">23055 9307 5734,'2'10'0,"-1"-3"0,2 17 0,-1-10 0,0 11 0,2 0 0,-1-5 0,2 6 0,-1 1 0,0-7 0,0 4 0,16 14 0,-11-22 0,13 16 0,-11-26 0,-4-3 0,2 1 0,-6-5 0,-1-1 0,-3-2 0,0-4 0,0-1 0</inkml:trace>
  <inkml:trace contextRef="#ctx0" brushRef="#br0" timeOffset="-64097.73">23013 9311 5734,'7'-9'0,"-1"2"0,27-9 0,-16 9 0,16-3 0,-21 8 0,-1 1 0,2 3 0,-4 0 0,0 2 0,-3 0 0,0-1 0</inkml:trace>
  <inkml:trace contextRef="#ctx0" brushRef="#br0" timeOffset="-63526.73">23218 9507 5734,'7'1'0,"5"-7"0,5-10 0,12-14 0,-5 4-874,-1-2 874,-11 12 0,2-16 0,-6 13 211,1-9-211,-10 12 0,0 5 0,-2-3 0,-9 1 0,5 8 0,-7-4 663,2 12-663,4 0 0,-3 3 0,3 11 0,3-5 0,-2 17 0,6-10 0,-1 7 0,3 17 0,1-15 0,0 4 0,1 0 0,1-6 0,1 13 0,0-18 0,-1-7 0,3 4 0,-2-11 0,1-1 0,5-8 0,-1-2 0,4-4 0,1-6 0,-4 4 0,2-5 0,7-17 0,-11 17 0,7-14 0,-14 24 0,-2 2 0,0 1 0,-2 7 0,-1 1 0,0 5 0,1-3 0,1 1 0,8 8 0,-1-7 0,7 5 0,-3-10 0,1-1 0,0-2 0,0-1 0,1-2 0,-1-1 0,0-3 0,1 0 0</inkml:trace>
  <inkml:trace contextRef="#ctx0" brushRef="#br0" timeOffset="-63108.73">23583 9206 5734,'7'-2'0,"1"0"0,0 0 0,15-1 0,-1 1 0,4 0 0,-9 3 0,-8 0 0,3 2 0,-5-1 0,3 1 0,-7-1 0,-1 0 0,0 0 0,-2 2 0,0 0 0,0 3 0,-1 6 0,0-2 0,-2 22 0,3-14 0,0 7 0,1 0 0,0 0 0,2 5 0,-1 0 0,0-3 0,1 14 0,-3-12 0,-1-9 0,-1 5 0,-1-7 0,0-4 0,0 0 0,1-9 0,0-4 0,-1-5 0,3-2 0,-2-3 0,2-2 0</inkml:trace>
  <inkml:trace contextRef="#ctx0" brushRef="#br0" timeOffset="-62693.73">24036 9434 5734,'-4'-1'0,"1"-1"0,1 2 0,1-1 0,5 1 0,-1-1 0,6 0 0,6-1 0,-1 0 0,6-2 0,5 0 0,-7 1 0,8-2 0,-3 3 0,-6-1 0,4 1 0,-3 0 0,-7 1 0,3-1 0,-7 0 0,-1 1 0,-2-2 0,-2 0 0,0 2 0,-2 0 0,-7 3 0,2 0 0,-5 2 0,4 0 0</inkml:trace>
  <inkml:trace contextRef="#ctx0" brushRef="#br0" timeOffset="-62359.73">24012 9605 5734,'13'-3'0,"-1"0"0,-1 2 0,12-4 0,-7 3 0,9-2 0,-5 3 0,-5-1 0,5-1 0,-2-1 0,-4 2 0,13-6 0,-9 1 0,0-1 0,-7 1 0,-9 3 0,-2 0 0,-2 1 0,-3 1 0,1 1 0,-2 1 0,0 1 0,-1-1 0,-1 0 0</inkml:trace>
  <inkml:trace contextRef="#ctx0" brushRef="#br0" timeOffset="-62113.73">24100 9284 5734,'0'28'0,"0"-6"0,1 7 0,1 3 0,2 15-1404,-2-17 1,0-1 1403,2 14 0,-2-14 837,1-3-837,-1 16 0,-3-17 0,0 8 0,-2-21 0</inkml:trace>
  <inkml:trace contextRef="#ctx0" brushRef="#br0" timeOffset="-60849.73">24375 9038 5734,'12'10'0,"0"-1"0,-3-2 0,7 10 0,-3 0 0,1 5 0,1 3 0,1 2-175,-4-4 1,0 0 174,7 14-1012,-4-8 1012,4 7 0,-3-1 0,-2-10 0,1 6 0,-1-5 0,-4-8 0,3 2 0,-4-6 233,-3-4-233,1 0 1128,-3 0-1128,-2-5 0,-2 3 0,-2-6 0,-2-1 0</inkml:trace>
  <inkml:trace contextRef="#ctx0" brushRef="#br0" timeOffset="-60643.73">24469 9421 5734,'23'-40'0,"-1"3"0,-5 11-1403,0 1 1403,0 2 0,-1 1 326,-1 4-326,6-5 0,-6 8 258,3-2-258,-4 5 0,-4 6 0,1 0 0,-4 4 0</inkml:trace>
  <inkml:trace contextRef="#ctx0" brushRef="#br0" timeOffset="-60149.73">24701 9457 5734,'3'-5'0,"14"-3"0,-8 5 0,11-3 0,-13 4 0,-1 2 0,2 0 0,-3 2 0,0 1 0,-4 3 0,-2 0 0,-2 4 0,-3 3 0,2-2 0,-9 17 0,8-15 0,-5 8 0,8-12 0,1-2 0,1 0 0,4-4 0,2-2 0,3-1 0,8-4 0,-4 1 0,7-2 0,-6 1 0,0 1 0,0 0 0,-1 0 0,7-2 0,-8 2 0,5-3 0,-10 3 0</inkml:trace>
  <inkml:trace contextRef="#ctx0" brushRef="#br0" timeOffset="-59748.73">24888 9123 5734,'-2'8'0,"-1"1"0,1 4 0,1-2 0,-1 4 0,3-3 0,6 24 0,-3-14-504,4 17 504,-5-20 0,1-1-248,2 8 248,-2-7 0,1 4 0,0-4 0,0-5 0,0 2 0,-1-7 0,2 2 0,-1 0 0,-1-3 0,0-1 491,-2-6-491,-1 0 261,0 0-261,1-1 0,0-1 0,0 0 0,1-1 0,0-2 0,-1-1 0</inkml:trace>
  <inkml:trace contextRef="#ctx0" brushRef="#br0" timeOffset="-59499.73">24827 9085 5734,'8'3'0,"0"0"0,-1 0 0,1 1 0,2 1 0,-1-1 0,2 0 0,-1 0 0,6 3 0,-7-2 0,4 1 0,-8-4 0,1-1 0</inkml:trace>
  <inkml:trace contextRef="#ctx0" brushRef="#br0" timeOffset="-58852.73">25000 9364 5734,'10'-6'0,"0"0"0,2-6 0,-3 3 0,5-5 0,2-6 0,-5 6 0,6-19 0,-11 19 0,1-10 0,-7 7 0,-1 4 0,-2-3 0,-1 4 0,-1 3 0,0-1 0,-5 2 0,5 3 0,-4-1 0,1 6 0,2 2 0,-13 27 0,12-14-283,-8 21 283,14-21 0,0 2-16,0 0 16,2 1 0,0 0 0,0 1 0,0-1 0,0 0 0,1-1 0,-1-2 0,0 0 0,0-1 282,2 6-282,-1-10 17,1 5-17,-2-11 0,0-2 0,1-3 0,0-1 0,1-3 0,1 1 0,3-3 0,-2 2 0,2-2 0,0-1 0,-2 2 0,1-2 0,-3 4 0,1-2 0,-2 3 0,-1-1 0,0 2 0,-2 2 0,-1 1 0,-1 1 0,0 1 0,1 0 0,1 1 0,1 0 0,2 2 0,1-2 0,2 1 0,0-2 0,2-2 0,12 0 0,-3-5 0,3 0 0,-8-4 0,-8 1 0</inkml:trace>
  <inkml:trace contextRef="#ctx0" brushRef="#br0" timeOffset="-58320.73">25197 9042 5734,'19'2'0,"-8"-1"0,7-1 0,-11-1 0,1-1 0,-3 1 0,0 1 0,-2 0 0,-1 0 0,-1 0 0,0 0 0,1 2 0,-2 0 0,2 5 0,-2-2 0,1 5 0,0 3 0,-1-2 0,2 5 0,0-2 0,0 0 0,0 1 0,1 1 0,-1 1 0,2 10 0,0-7-243,1 7 243,-2-8 0,1 8 0,-2-6 0,2 6 0,-1-8 0,-1-1-28,0-1 28,0 0 0,0-2 0,-2 5 0,1-6 0,-2 4 242,1-7-242,-3-2 29,-3 5-29,-1-5 0,-2 2 0,1-7 0,3-2 0,0-1 0,0 0 0,1 0 0,-1 0 0,1-1 0,-1 0 0,1-2 0</inkml:trace>
  <inkml:trace contextRef="#ctx0" brushRef="#br0" timeOffset="-41525.73">19431 13040 5734,'-8'-3'0,"2"0"0,4 2 0,2-1 0,0 1 0,1 0 0,0 4 0,0 0 0,0 4 0,0 5 0,0 0 0,3 4 0,2 4 0,1-3 0,1 5 0,3 2 0,-3-6 0,4 6 0,1 1 0,-3-7-241,2 7 241,-3-9 0,-1 0 0,0-1 0,-1-1 0,4 6 0,-3-5 0,0-1 0,-3-8 0,-4-6 241,1 0-241,-5-2 0,0 0 0,-4-1 0,1-1 0,1-1 0</inkml:trace>
  <inkml:trace contextRef="#ctx0" brushRef="#br0" timeOffset="-41306.73">19396 13471 5734,'8'-19'0,"1"-1"0,7-8 0,-2 3 0,7-8 0,-4 8 0,0 1 0,5-7 0,-2 2 0,1-1 0,4-9 0,-1 0 0,-9 12 0,-11 14 0,-8 14 0,-1 3 0,-1 2 0,1 2 0</inkml:trace>
  <inkml:trace contextRef="#ctx0" brushRef="#br0" timeOffset="-40755.73">19709 13301 5734,'2'-5'0,"-1"0"0,2 5 0,-2-1 0,4-2 0,-3 2 0,2-1 0,-2 3 0,-1 3 0,0 1 0,1 3 0,-2 8 0,-1-1 0,0 13 0,-1-9 0,-1 20 0,3-20 0,-2 10 0,2-17 0,0-2 0,0-2 0,0-2 0,0-2 0,-1-2 0,0-2 0,0-6 0,-1-1 0,-1-5 0</inkml:trace>
  <inkml:trace contextRef="#ctx0" brushRef="#br0" timeOffset="-40348.73">19954 13031 5734,'-6'1'0,"-7"5"0,3 2 0,-6 7 0,-3 7 0,4-3 0,-3 8 0,5 4 0,4-6 0,1 7 0,7 0 0,2-8 0,3 6 0,6-4 0,-1-8 0,23 13 0,-17-22 0,14 6 0,-20-17 0,0-2 0,1-2 0</inkml:trace>
  <inkml:trace contextRef="#ctx0" brushRef="#br0" timeOffset="-39289.73">19627 13242 5734,'5'0'0,"2"-1"0,-4 1 0,1 0 0,-3 0 0,1 0 0,0 0 0,1-1 0,1 0 0,0 0 0,2 0 0,-2 1 0,1 0 0,14 0 0,-10 0 0,9 0 0,-10 0 0,-3 0 0,5 2 0,-6-2 0,5 5 0,-7-3 0,0 9 0,-4-4 0,-2 5 0,-1-2 0,-1-1 0,-1 2 0,-4 3 0,2-4 0,-2 3 0,-1 0 0,5-5 0,-1 2 0,2-3 0,2-3 0,-1 1 0,3-3 0,1-1 0,5-4 0,1 0 0,4-3 0,-2 3 0,0-1 0,0 2 0,0-1 0,4-1 0,0 2 0,0 1 0,-2 2 0,-2 3 0,-1 0 0,1 3 0,-2-2 0,0 1 0,0 1 0,-1 5 0,-2-3 0,-1 4 0,-2-4 0,-3 0 0,-16 13 0,8-10 0,-12 9 0,12-13 0,1-1 0,1-1 0,1-2 0,2 0 0,0-2 0,2-1 0,-2-3 0,3-1 0,-1 0 0,2 0 0,-1 0 0,1-1 0</inkml:trace>
  <inkml:trace contextRef="#ctx0" brushRef="#br0" timeOffset="-38700.73">20063 12987 5734,'-1'7'0,"0"10"0,0-5 0,-1 8 0,-1 6 0,0-5-586,0 9 586,2-7 0,1 0 0,1 1 0,7 19 0,-2-16 0,2 1 0,2-1 0,-2-8 0,11 15 0,-11-24 143,3 4-143,-4-9 0,-2-3 0,1-1 0,-5-5 0,-1-4 0,-1-3 0,1-2 0</inkml:trace>
  <inkml:trace contextRef="#ctx0" brushRef="#br0" timeOffset="-38487.73">19953 13148 5734,'8'1'0,"0"0"0,1-1 0,7 0 0,-2-2 0,20-3 0,-15 1 0,22-7 0,-25 7 0,6-3 0,-13 4 0,-1-1 0,-1 0 0</inkml:trace>
  <inkml:trace contextRef="#ctx0" brushRef="#br0" timeOffset="-38119.73">20238 12983 5734,'5'5'0,"4"4"0,0-1 0,2 3 0,5 2 0,-5-1 0,4 6 0,-3 4 0,-4 2 0,-1 2 0,2 10 0,-4-10 0,-2 0 0,-6 8 0,-2-7 0,-2 8 0,-7 1-890,2-10 890,-5 7 0,5-13-178,1-3 178,-1-1 0,1-5 0,1 0 0,-2-4 0,3-5 0,-2-2 0</inkml:trace>
  <inkml:trace contextRef="#ctx0" brushRef="#br0" timeOffset="-37131.73">20553 13196 5734,'4'-4'0,"-2"1"0,2 0 0,-2 2 0,2 1 0,3 2 0,0 0 0,3 1 0,6 2 0,-3-3 0,5 3 0,27 0 0,-25-3 0,22 1 0,-33-3 0,-1 0 0,-3 0 0,-1 1 0,-4-1 0,-4-2 0,-4 0 0</inkml:trace>
  <inkml:trace contextRef="#ctx0" brushRef="#br0" timeOffset="-36854.73">20569 13333 5734,'16'-1'0,"-2"1"0,2-3 0,-3 1 0,2-1 0,8-1 0,-4-1 0,5 0 0,-3 1 0,-7 1 0,3 0 0,-7 2 0,5 0 0,-8 1 0,5 0 0,-9 0 0,-1 1 0,-1 1 0</inkml:trace>
  <inkml:trace contextRef="#ctx0" brushRef="#br0" timeOffset="-35643.73">21309 13108 5734,'0'-10'0,"0"4"0,-8-3 0,3 5 0,-4-1 0,-4 3 0,2 1 0,-3 1 0,-7 9 0,7-2 0,-7 7 0,6 2 0,5-2 0,-2 5 0,5 17 0,5-19 0,1 16 0,6-26 0,9-3 0,-3-3 0,8-5 0,-7-4 0,1-1 0,1-2 0,-1-2 0,0-2 0,6-15 0,-8 10-223,3-10 223,-10 16 0,-3 2 0,0-1 0,-2 5 0,0-1 0,-2 6 0,1 3 0,-2 4 223,2 2-223,-1 3 0,1 3 0,1 4 0,1 3 0,1 12 0,1-5-595,3 8 595,-1-10 0,1-2-219,1 0 219,1-3 0,0-3 0,0-2 0,-1-1 0,-1 1 0,-2-5 0,0-2 0,-1-7 0</inkml:trace>
  <inkml:trace contextRef="#ctx0" brushRef="#br0" timeOffset="-34681.73">21460 13001 5734,'2'-6'0,"-1"3"0,2 2 0,-1 2 0,0 1 0,0-1 0,0 1 0,2 0 0,5 5 0,0-1 0,16 14 0,-1-1 0,6 5-778,-5-3 778,-6-6 0,-1 0 0,0 0 0,-1 0 0,-2-1 0,0-2 0,3 3 0,-6-5 0,4 5 0,-12 0 0,-3-4 0,-7 3 0,-3-8 0,-1-1 0</inkml:trace>
  <inkml:trace contextRef="#ctx0" brushRef="#br0" timeOffset="-34471.73">21563 13311 5734,'18'-26'0,"-1"-1"0,-1 4 0,-2 0 0,10-9 0,-10 12 0,8-10 0,-9 14 0,-4 5 0,0-1 0,-7 13 0,-2 1 0,-2 6 0</inkml:trace>
  <inkml:trace contextRef="#ctx0" brushRef="#br0" timeOffset="-34137.73">21848 13259 5734,'11'-15'0,"-2"3"0,3-3 0,7-7 0,-10 11 0,7-8 0,-12 16 0,1 1 0,-2 5 0,-1 1 0,0 13 0,-3-6 0,0 8 0,-1-2 0,0-4 0,1 4 0,1-1 0,0-4 0,0 2 0,-1-4 0,-1-2 0,0 0 0,-2-3 0,2-4 0,1-2 0</inkml:trace>
  <inkml:trace contextRef="#ctx0" brushRef="#br0" timeOffset="-33862.73">22138 12916 5734,'-7'10'0,"1"-1"0,-3 22 0,4-9 0,-1 12 0,5-3 0,0-7 0,1 6 0,3-2 0,0-8 0,1 5 0,3-4 0,-3-6 0,2 2 0,-3-4 0,1-5 0,2-2 0,0-5 0</inkml:trace>
  <inkml:trace contextRef="#ctx0" brushRef="#br0" timeOffset="-33669.73">22276 12919 5734,'0'23'0,"1"-6"0,1 8 0,1 1 0,1 1 0,2 19 0,-1-9-1525,-1-9 1525,2 7 0,0-5 0,-2-9 481,2 4-481,-4-9 251,-2-6-251,-1 0 0,-7-6 0,1-5 0,-4-1 0</inkml:trace>
  <inkml:trace contextRef="#ctx0" brushRef="#br0" timeOffset="-33524.73">22216 13084 5734,'34'-12'0,"-4"1"0,-13 4 0,4-2 0,-6 3 0,1-2 0,-7 2 0</inkml:trace>
  <inkml:trace contextRef="#ctx0" brushRef="#br0" timeOffset="-33331.73">22441 12941 5734,'11'11'0,"0"0"0,-1 15 0,-1 4 0,-2-2 0,0 3 0,-4 0 0,-12 1-1474,-1-6 1474,-6 7 0,-8 0 0,5-10 0,-9 5 0,12-15 0,1-2 0</inkml:trace>
  <inkml:trace contextRef="#ctx0" brushRef="#br0" timeOffset="-32971.73">22693 13200 5734,'15'0'0,"0"-2"0,6-1 0,-4-1 0,6-1 0,1 0 0,-6 1 0,5-2 0,2-1 0,-9 3 0,7-5 0,-17 6 0,0 0 0,-8 5 0,0-1 0,-5 2 0,1-1 0,0-1 0</inkml:trace>
  <inkml:trace contextRef="#ctx0" brushRef="#br0" timeOffset="-32781.73">22788 13050 5734,'2'23'0,"0"9"0,-2-9 0,1 8 0,-1 11 0,-1 0 0,-3 0-104,-1-12 1,1-21-1,0-3 1</inkml:trace>
  <inkml:trace contextRef="#ctx0" brushRef="#br0" timeOffset="-29505.73">23150 12835 5734,'0'-4'0,"0"0"0,0 4 0,6 10 0,-2-2 0,5 18 0,-5-7-347,0 8 347,-2-4 0,1 6 0,0 1 0,0 4-526,0-4 0,0-1 526,0-5 0,-1-2-318,2 5 318,-2-8 0,1 2 0,-2-10 298,-1-2-298,0-2 1050,0-3-1050,-2-1 369,1-2-369,-6-10 0,3 2 0,-3-8 0,3 3 0,0-1 0,1-2 0,0-6 0,2 4 0,0-4 0,2 7 0,1 0 0,1 1 0,1 1 0,3 1 0,0 1 0,2 1 0,0 3 0,2 0 0,0 3 0,0 1 0,0 1 0,1 3 0,-1 1 0,-1 2 0,0 2 0,2 5 0,-6-2 0,1 5 0,-9 3 0,-2-3 0,-4 4 0,0-6 0,-2 0 0,-1 0 0,-2-1 0,-1 0 0,-6 1 0,-1 0 0,1-2 0,-5 1 0,2-3 0,10-7 0,-4-2 0,13-5 0,3-2 0</inkml:trace>
  <inkml:trace contextRef="#ctx0" brushRef="#br0" timeOffset="-29030.73">23438 12919 5734,'-1'7'0,"1"1"0,6 13 0,0-6 0,7 19 0,-3-15-826,3 7 826,-1-8 0,7 6 0,-4-7 0,17 13 0,-16-16 0,9 6 0,-15-10 267,6 3-267,-8-6 137,1 7-137,-9-9 0,-2 2 0,-1-4 0,-1 0 0</inkml:trace>
  <inkml:trace contextRef="#ctx0" brushRef="#br0" timeOffset="-28829.73">23424 13217 5734,'4'-19'0,"2"0"0,2 5 0,2 0 0,16-13 0,-7 11 0,4-2 0,1 2 0,-2 3 0,21-8 0,-26 15 0,4 0 0,-12 5 0,-1 1 0</inkml:trace>
  <inkml:trace contextRef="#ctx0" brushRef="#br0" timeOffset="-28494.73">23761 13124 5734,'12'-7'0,"0"1"0,5 0 0,-7 3 0,5-2 0,-9 6 0,0-2 0,2 6 0,-3-1 0,1 3 0,-10 25 0,2-18 0,-5 19 0,5-25 0,0-1 0,2-1 0,3 0 0,1-2 0,4-1 0,5-5 0,-2-1 0,6-2 0,10-10 0,-12 5 0,12-7 0</inkml:trace>
  <inkml:trace contextRef="#ctx0" brushRef="#br0" timeOffset="-28237.73">24131 12800 5734,'-13'9'0,"0"11"0,0 2 0,2 1-829,0 1 0,1 1 829,5-2 0,0 11 0,3-8 0,0 7 6,3-11-6,2-2 327,1-2-327,1-1 0,6 2 0,11-1 0,-7-5 823,8-4-823,-14-8 108,2-2 1,-1-1-1,-1-1 1</inkml:trace>
  <inkml:trace contextRef="#ctx0" brushRef="#br0" timeOffset="-28003.73">24227 12876 5734,'-6'8'0,"2"0"0,-1 14 0,2 16 0,1-5-1186,1 11 1186,1-19 0,0 1-339,1 8 339,1-9 0,1 5-374,4-3 374,-3-12 0,3 5 0,-4-15 806,-1-3-806,0-2 0,-2-7 0,-1-1 0</inkml:trace>
  <inkml:trace contextRef="#ctx0" brushRef="#br0" timeOffset="-27836.73">24128 13040 5734,'18'-7'0,"-2"2"0,16-7 0,5-2 0,5-1-1271,-8 1 1,-2 1 1270,-3 1 0,-14 2 0,0 1 0</inkml:trace>
  <inkml:trace contextRef="#ctx0" brushRef="#br0" timeOffset="-27638.73">24465 12819 5734,'19'17'0,"-8"-4"0,14 27 0,-16-18 0,3 16 0,-9-4 0,-4-8 0,-3 1 0,-4 1 0,-2-6 0,-1-1 0,0 2 0,-1 0-606,-13 11 606,11-17 0,-2-2 0,2-4 0,-2-1 0</inkml:trace>
  <inkml:trace contextRef="#ctx0" brushRef="#br0" timeOffset="-25306.73">20624 13769 5734,'-8'-5'0,"0"1"0,-1-1 0,3 2 0,2-2 0,7 5 0,24 1 0,-3-1 0,20 0 0,-16-3 0,0 1-1705,19-3 1705,-15 1 0,2 1 0,3-1 0,-1 0 0,-9 1 0,1 0 0,6 0 0,4 0 0,-1 0 0,3 1 0,-5 1 0,-8-1 0,0 1 0,6 0 0,3 0 0,-7 0 0,-9 1 0,2 1 0,-9 0 0,1 3 0,-13-1 0,-3 3 0,-5-1 0,-3 1 0,-1-1 0</inkml:trace>
  <inkml:trace contextRef="#ctx0" brushRef="#br0" timeOffset="-24986.73">20783 13951 5734,'-8'-1'0,"0"0"0,9 1 0,7-2 0,3-1 0,21-6 0,-6 2 0,13-3 0,-7 3 0,5-1 0,-4 0 0,-7 3 0,1-1-95,6-1 1,4-1 0,-3 2 94,-1 1 0,-5 1-1022,9-1 1022,-10 1 0,0 0 0,1-1-135,-9 2 135,1-1 0,-10 2 0,-4 0 62,-2 1 1,-4-1 0,0 0 0</inkml:trace>
  <inkml:trace contextRef="#ctx0" brushRef="#br0" timeOffset="-24729.73">21347 13580 5734,'38'-7'0,"4"3"0,-18 6 0,14 18 0,-23-4 0,4 13 0,-19 3 0,-2-6 0,-5 8 0,0-10 0,-2-1 0,-3 6 0,1-1 0,-2-2-142,-1-4 1,-3 4 0,4-12-1</inkml:trace>
  <inkml:trace contextRef="#ctx0" brushRef="#br0" timeOffset="-21199.73">19485 14405 5734,'0'-5'0,"0"0"0,0-4 0,0 3 0,-2-7 0,1 6 0,-1 0 0,1 2 0,0 2 0,0 0 0,1 1 0,-1 8 0,1-4 0,-2 7 0,2-5 0,-2 2 0,0 6 0,1-5 0,-1 6 0,2-6 0,-1 1 0,2 0 0,0 1 0,1 0 0,1 2 0,1 1 0,1 2 0,1 2 0,1 2 0,2 1 0,1 3 0,6 11 0,-3-6 0,4 9 0,3 1 0,-5-8-944,6 10 944,-6-14 0,0 0 0,-1-4 0,0-1 0,5 5 0,7 10-381,-14-21 381,-2-1 0,-2-2 0,2 3 0,-3-2 0,0-1 904,-5-4-904,-3-7 421,-2-2-421,-1-1 0,-7-5 0,4 2 0,-3-4 0</inkml:trace>
  <inkml:trace contextRef="#ctx0" brushRef="#br0" timeOffset="-20886.73">19453 14994 5734,'19'-37'0,"0"1"0,-1 1 0,-2 4 0,2 0 0,1-1 0,-1-1-653,5-9 653,-6 12 0,1-4 0,-2 4 213,3-9-213,-5 10 0,2-3 0,-2 4 0,-1 1-165,-1 2 0,-2 3 165,-6 13 0,2 2 0,-2 4 0,2 0 0</inkml:trace>
  <inkml:trace contextRef="#ctx0" brushRef="#br0" timeOffset="-20152.73">19849 14798 5734,'17'-6'0,"-8"2"0,9-3 0,0 1 0,-6 2 0,11-3 0,-15 6 0,1 0 0,-5 3 0,-2 1 0,0 2 0,-2 1 0,-1 0 0,0 2 0,-2 2 0,0-2 0,-4 8 0,3-8 0,-2 4 0,4-5 0,0-3 0,0 1 0,2-1 0,2-2 0,1 0 0,7-1 0,-3-1 0,4 1 0,1 1 0,-3 0 0,8 8 0,-11-3 0,3 7 0,-10-5 0,-3 0 0,-8 9 0,1-4 0,-8 6 0,-7-1 0,6-6-317,-6 3 317,9-7 0,2-3 0,-9-5 0,15-4 0,-6-6 0,17-1 0</inkml:trace>
  <inkml:trace contextRef="#ctx0" brushRef="#br0" timeOffset="-19170.73">20070 14483 5734,'-1'7'0,"-2"11"0,2-6 0,-1 10 0,0-9 0,2 3 0,-2 0 0,2 2 0,-1 11 0,1-7 0,0 9 0,1-1 0,0-7 0,2 5 0,1-4 0,1-6 0,0 2 0,17 6 0,-10-15 0,13 8 0,-14-16 0,-1-3 0,-1-1 0,-2-1 0,2-4 0,-3 1 0,0-3 0,-3 0 0,-1-1 0,-1-1 0</inkml:trace>
  <inkml:trace contextRef="#ctx0" brushRef="#br0" timeOffset="-18966.73">20073 14440 5734,'16'4'0,"-4"-2"0,6 2 0,-6-3 0,7 0 0,-6 0 0,4-1 0,-5 2 0,-1 0 0,0 2 0</inkml:trace>
  <inkml:trace contextRef="#ctx0" brushRef="#br0" timeOffset="-18420.73">20278 14756 5734,'14'-12'0,"4"-11"0,-3 1-840,0-6 840,-8 11 0,5-18 0,-5 12 272,2-11-272,-4 8 0,-2 6 139,1-4-139,-6-16 0,1 20 0,-4-15 0,1 27 0,0 1 0,1 2 429,-1 1-429,0 2 0,-2 3 0,1 1 0,-3 2 0,3 1 0,-1 2 0,1 1 0,1 3 0,0 1 0,0 3 0,1 3 0,-1 1 0,2 3 0,1 15 0,2-8-831,1 10 831,2-10 0,-1-1 0,3 12 0,-1-10 0,2 7 0,-1-15-114,-2-2 114,1-2 0,-1-3 0,0-3 0,1 0 0,-1-4 0,7-4 821,0-9-821,2-3 124,-1-5-124,0-2 0,-3 2 0,4-6 0,-6 8 0,-1-1 0,-3 6 0,-1 2 0,0 1 0,-1 2 0,-3 6 0,-2 9 0,0-1 0,1 4 0,5-6 0,2-4 0,7 3 0,-3-7 0,5-1 0,3-7 0,-4-1 0,6-5 0</inkml:trace>
  <inkml:trace contextRef="#ctx0" brushRef="#br0" timeOffset="-17996.73">20579 14381 5734,'36'-3'0,"0"0"0,-4 0 0,-6 1 0,-16 3 0,-5 0 0,-1 6 0,-4-2 0,-4 11 0,1-8 0,-3 7 0,2-4 0,2-1 0,-2 19 0,2-10-461,1 14 461,1-9 0,0 2 0,0 2-733,1 2 733,1 1 0,1 0 0,-1 0 0,0 0 0,1-2 0,-1 0-441,-1-4 441,-1-1 0,-8 19 0,2-24 0,-6 13 0,0-32 0,4-3 0,-4-6 0,6-1 0</inkml:trace>
  <inkml:trace contextRef="#ctx0" brushRef="#br0" timeOffset="-17637.73">21085 14685 5734,'4'-5'0,"-1"1"0,2 3 0,11-4 0,-6 3 0,10-4 0,-10 5 0,4-2 0,-3 1 0,3 0 0,-4 1 0,-2 1 0,-1 0 0,2 0 0,-4 0 0,0-1 0,-5 1 0,-5-1 0,-2 1 0,-4 0 0,0 0 0</inkml:trace>
  <inkml:trace contextRef="#ctx0" brushRef="#br0" timeOffset="-17462.73">21041 14799 5734,'14'0'0,"-1"0"0,6-2 0,-2 0 0,6 1 0,5-2 0,-7 1 0,7 0 0,-6-1 0,-8 0 0,2-2 0</inkml:trace>
  <inkml:trace contextRef="#ctx0" brushRef="#br0" timeOffset="-11990.73">21623 14534 5734,'-14'3'0,"5"0"0,-4 2 0,-1 4 0,3-2 0,-4 4 0,-2 2 0,5-3 0,-7 12 0,1 3 0,5-5 0,-2 2 0,3 0 0,9-5 0,2-6 0,2 8 0,1-11 0,7 1 0,-3-10 0,21-22 0,-14 8 0,12-17 0,-17 16 0,0-2 0,-1 1 0,0-8 0,-2 7 0,0-5 0,-3 7 0,-1 5 0,1 0 0,-1 6 0,1 4 0,0 10 0,0 3 0,-1 8 0,0 8 0,1-4 0,0 7 0,2 4 0,-1-8 0,2 7 0,1-5 0,-3-8 0,3 12 0,-5-19 0,0 3 0,-2-15 0,0-2 0</inkml:trace>
  <inkml:trace contextRef="#ctx0" brushRef="#br0" timeOffset="-11187.73">21749 14276 5734,'-11'-12'0,"1"2"0,6 6 0,1 1 0,16 21 0,-6-7 0,15 17 0,-4-2 0,-1-5 0,3 4 0,1 1 0,2 2-209,-4-7 1,0 2 208,12 11-1228,-7-8 1228,6 7 0,-2-1 0,-8-7-71,6 6 71,-6-1 0,-6-7 0,3 3 0,0 5 0,-8-17 362,4 8-362,-11-18 1270,-2-2-1270,1-1 21,-4-2 0,1 0 0,-2-1 0</inkml:trace>
  <inkml:trace contextRef="#ctx0" brushRef="#br0" timeOffset="-10950.73">21895 14835 5734,'10'-35'0,"-2"7"0,5-11 0,5-2 0,2-1 0,-10 20 0,0 0-1580,11-21 1,-1 1 1579,-3 12 0,5-10-41,-6 12 41,3-3 172,-7 12 1,-4 8 0,1 0 0</inkml:trace>
  <inkml:trace contextRef="#ctx0" brushRef="#br0" timeOffset="-10637.73">22316 14678 5734,'6'7'0,"-3"0"0,-2 5 0,-6 13 0,1-7 0,-3 12-348,3-12 348,0 1 0,2-1 0,0 6 0,1-7 0,1 4 86,0-10-86,0-1 0,-1-3 0,-1-1 0,1-4 0,-1-3 0,0-2 0</inkml:trace>
  <inkml:trace contextRef="#ctx0" brushRef="#br0" timeOffset="-9685.73">22357 14236 5734,'4'13'0,"0"1"0,-3-1 0,0 2 0,1 12 0,0-4 0,1 9 0,1 4 0,0-8 0,1 8 0,3-4 0,5 5 0,-1-8 0,2-2 0,-7-17 0,4-1 0,-2-4 0,3-2 0,-1-6 0,-4-2 0,2-4 0,-7-1 0,-1-1 0,-2-2 0,-1-1 0</inkml:trace>
  <inkml:trace contextRef="#ctx0" brushRef="#br0" timeOffset="-9502.73">22323 14240 5734,'17'-6'0,"9"-2"0,-8 3 0,7-1 0,-1 3 0,-6 2 0,3 1 0,-8 2 0,-2 2 0</inkml:trace>
  <inkml:trace contextRef="#ctx0" brushRef="#br0" timeOffset="-9062.73">22624 14586 5734,'8'-5'0,"6"-8"0,-3 1 0,5-7 0,5-17 0,-9 12 0,0-1 0,-2-2 0,-3-12 0,-4 9 0,-2 0 0,-1-11-1526,-5-3 1526,0 26 0,-1 2 482,1 4-482,-2 1 250,1 5-250,-1 3 0,0 12 0,2 1 794,-1 8-794,2 0 0,1 26 0,2-13-537,0-5 0,1-1 537,1 6 0,0 2-742,1-1 742,0-1 0,2-1-522,0-2 522,1-1 0,1-4-171,0-1 171,0-4 901,3 1-901,-2-7 760,2-1-760,-1-9 621,-1-5-621,2-3 222,-3-2-222,1-3 5,-1-1-5,2-2 0,0 0 0,2-4 0,-2 5 0,3-4 0,-4 12 0,1 0 0,-3 10 0,-2 2 0,-1 7 0,0-1 0,-2 2 0,2 9 0,0-4 0,1-1 0,0-11 0</inkml:trace>
  <inkml:trace contextRef="#ctx0" brushRef="#br0" timeOffset="-8687.73">22874 14326 5734,'3'-5'0,"5"-2"0,-3 4 0,7-3 0,-8 3 0,3-1 0,-5 4 0,1-2 0,0 2 0,0 1 0,4 5 0,-1-1 0,3 7 0,5 18 0,-1 4 0,-1-1-126,2 4 1,-1 2 125,-3 5 0,-3-9 0,-3 0 0,-1 0 0,-2-1 0,-1 0 0,-2-1 0,-2-9-39,-13 18 39,7-31 0,-14 3 0,11-16 0,-4-3 0,6-3 0,1-2 0,1-1 0</inkml:trace>
  <inkml:trace contextRef="#ctx0" brushRef="#br0" timeOffset="-8277.73">23232 14571 5734,'20'-10'0,"-2"0"0,6 1 0,-5 2 0,8-2 0,3-2 0,-7 4 0,6-4 0,-5 4 0,-8 1 0,3 0 0,-9 2 0,-6 3 0,-13 4 0,-8 5 0</inkml:trace>
  <inkml:trace contextRef="#ctx0" brushRef="#br0" timeOffset="-8080.73">23278 14383 5734,'4'15'0,"-1"1"0,4 8 0,-2-4 0,0 4 0,1 1 0,-1 2 0,3 15 0,-5-11 0,0-10 0,0 5 0,-6-2 0,0-13 0,-4 5 0</inkml:trace>
  <inkml:trace contextRef="#ctx0" brushRef="#br0" timeOffset="-7294.73">23524 14144 5734,'3'19'0,"0"-3"0,1 8 0,-1 4 0,1 3 0,0 10 0,0 4-551,0-8 1,0 1 550,-1-5 0,2 1 0,-1-1-723,0 3 1,1-3 722,0-5 0,-1-5 0,1-3 570,-1-3-570,1-3 0,-2-6 0,0-3 483,0-11-483,-4-2 1493,1-6-1493,-3-5 0,-1-3 0,0-7 0,1 7 0,2 3 0,1 3 0,1 5 0,0-1 0,4 4 0,0 2 0,4-1 0,0 3 0,1 0 0,1 1 0,1 1 0,1 1 0,0 1 0,1 1 0,3 5 0,-4 1 0,1 3 0,-8 1 0,-3 8 0,-4-2 0,-5 5 0,-3-4 0,-2 0 0,-3-2 0,0-1 0,-2-1 0,2-2 0,1-1 0,1-3 0,0-1 0,-1-3 0,3-3 0,1-2 0,4-3 0</inkml:trace>
  <inkml:trace contextRef="#ctx0" brushRef="#br0" timeOffset="-6434.73">23822 14208 5734,'-2'-6'0,"0"1"0,1 4 0,0 0 0,4 10 0,1-1 0,4 8 0,6 5 0,-1-4 0,3 5 0,3 3 0,0-1 0,0 1-852,0 0 1,0 0 851,0 0 0,-1-3 0,1 3-110,0-1 110,-2-3 0,0-1 0,-2-2 0,3 3 0,-4-7 0,1 2 0,-7-8 1681,-2-1-1681,-3-1 33,-4 3 0,-2-3 0,-4 3 0</inkml:trace>
  <inkml:trace contextRef="#ctx0" brushRef="#br0" timeOffset="-6244.73">23905 14617 5734,'5'-23'0,"8"-15"0,0 6 0,6-11 0,-7 21 0,1 1 0,7-12 0,-1 8 0,4-4 0,-4 4 0,4-2-525,2-2 1,-3 6 524,-15 18 0,-3 4 0,0 1 0</inkml:trace>
  <inkml:trace contextRef="#ctx0" brushRef="#br0" timeOffset="-5592.73">24246 14555 5734,'14'-18'0,"-4"8"0,8-7 0,-7 9 0,0 1 0,0 1 0,0 0 0,0 1 0,-1 1 0,3 3 0,-4 1 0,1 1 0,-4 6 0,-3-1 0,-2 4 0,-9 8 0,2-6 0,-7 8 0,5-8 0,-1-2 0,1 1 0,0-1 0,1 1 0,1-3 0,2 1 0,3-5 0,1 1 0,2 0 0,1-2 0,3 0 0,1-3 0,2-1 0,1 0 0,2-1 0,0-1 0,6-3 0,-5 2 0,4-1 0,-8 1 0,0 3 0,-3-1 0,-1 1 0,0 0 0,-2 2 0,-1 0 0,0 0 0,-3 0 0</inkml:trace>
  <inkml:trace contextRef="#ctx0" brushRef="#br0" timeOffset="-5202.73">24485 14186 5734,'-4'21'0,"2"0"0,1-5 0,1 0 0,1 3 0,1 0 0,1 2 0,1 2 0,6 21 0,-3-15 0,5 15 0,-1-15-665,-3-6 665,3 2 0,7 2 0,-9-17 162,8 6-162,-12-19 0,1-6 0,-3-1 0,0-6 0</inkml:trace>
  <inkml:trace contextRef="#ctx0" brushRef="#br0" timeOffset="-4995.73">24470 14167 5734,'15'-2'0,"-1"-1"0,-3 2 0,6 0 0,-4 0 0,14 4 0,-16-2 0,7 2 0</inkml:trace>
  <inkml:trace contextRef="#ctx0" brushRef="#br0" timeOffset="-4301.73">24680 14483 5734,'6'-3'0,"-1"0"0,2-1 0,-2-2 0,4 0 0,3-6 0,-3 3 0,5-6 0,14-21 0,-14 17-507,12-18 507,-18 21 0,-1 1-173,1-8 173,-3 5 0,-1-18 0,-3 18 0,-2-10 0,-2 9 0,0 6 0,-1-2 0,1 3 498,0 3-498,-1-1 182,2 5-182,-1-1 0,1 2 0,-1 1 0,1 0 0,-2 1 0,0 1 0,-1 2 0,1 2 0,0 2 0,0 1 0,-3 8 0,2-2 0,0 6 0,2 4 0,2-5 0,2 7 0,0-7 0,2 8 0,4 13 0,-1-7 0,5 14-732,-6-23 732,0 6 0,-1-10 0,-1-1 0,1-1 0,-2-3 0,-1-1 0,1-1 0,-1-3 732,0-1-732,0-2 0,-1-5 0,2-7 0,-1-2 0,3-5 0,0 5 0,0-1 0,2 0 0,7-14 0,-5 10 0,6-8 0,-6 10 0,-2 4 0,0 0 0,-4 5 0,0 1 0,0 2 0,-1 2 0,-1 2 0,0 6 0,0-1 0,-1 4 0,-1-4 0,2 4 0,0-3 0,0 2 0,2-3 0,-1-2 0,1-1 0,0 1 0,-1-3 0,0 1 0,-1-3 0,-1-1 0,1-1 0</inkml:trace>
  <inkml:trace contextRef="#ctx0" brushRef="#br0" timeOffset="-3803.73">24982 14077 5734,'28'-1'0,"-3"-2"0,-12 0 0,3-2 0,6-1 0,-4 0 0,3 0 0,-4 1 0,-5 2 0,1 0 0,-2 3 0,-7 2 0,1 3 0,-12 12 0,2-5 0,-4 8 0,3-2 0,1-2 0,0 5 0,1 2 0,1-3 0,0 5 0,1 3 0,1-7 0,-1 8 0,1 1 0,1-7 0,2 8 0,1 0 0,0-6 0,1 6 0,-1 6 0,-2-15 0,-2 23 0,-2-29 0,-1 8 0,-3-13 0,-2-2 0,-7 1 0,3-6 0,-3-2 0,4 0 0,1 0 0</inkml:trace>
  <inkml:trace contextRef="#ctx0" brushRef="#br0" timeOffset="-1187.73">19045 9082 5734,'-1'26'0,"1"1"0,0 17 0,0 2 0,0-8 0,1 1-1093,-1-4 1,0 2 0,0 1 1029,0 4 1,0 1 0,0 1 62,0-1 0,0 2 0,0 1 0,1-3-557,-1-5 0,0-1 0,0-1 0,0 1 557,1 4 0,-1 1 0,1-2 0,0-4 0,0 1 0,1-2-21,1 9 0,0 0 21,-1-13 0,1-1 0,0 5 0,0-1 0,1 10 0,-1-18 0,1-5 0,-2-22 0,2-6 0</inkml:trace>
  <inkml:trace contextRef="#ctx0" brushRef="#br0" timeOffset="-573.73">18729 9136 5734,'-1'-3'0,"5"-1"0,4 3 0,26 2 0,-11 1 0,18 2 0,0 2-1560,-9-1 1560,12 1 0,-11-2 0,0-1 0,3 0 0,1-1 0,-7-1 0,0-1 0,18-1 0,-16 0 0,2 0 0,3-1 0,0 0 0,-7 0 0,0 0 0,9 0 0,3-1 0,5 0 0,-2-1-1086,-8 1 1,-1 0 1085,-3 0 0,1 0 0,-2 0 0,4 0 0,-1 0-772,1 0 0,0 0 772,0 0 0,0 0 0,-1 0 0,1 0 0,-2 1 0,2 0-153,-4-1 0,2 1 0,-1 0 153,5 0 0,-1 0 0,-5 0 0,1 0 0,1 0 0,-1 0 0,0 1 0,3-1 0,0 0 0,1-1 0,3 1 0,-1-1 0,2 0 0,1 0 0,0 0 0,0 0 0,0 0 0,0 0 0,0-1 0,-3 1 0,6-1 0,-1 0 0,-3 0 0,-8 0 0,-1 0 0,0 1 0,1 0 0,0-1 0,0 1 0,1-1 0,1 1 0,-1-1 0,2 1 0,-1 0 0,0-1 0,1 1 0,-1 0 0,1 0 0,-1 0 0,0 0 0,2 0 0,0 1 0,2-1 0,1 1 0,-2 0 0,1 0 0,-1 0 0,1 0 0,-1 1 0,1-1 0,0 1 0,-3 0 0,0 0 0,-3 0 0,1 1 0,-1-1 0,-1 1 0,6-1 0,4 0 0,7 0 0,2-1 0,-1 0 0,-5 1 0,2 0 0,-4-1 0,5 0 0,-3 0 0,6 0 0,1 0 0,-3 0 0,-6-1 0,-4 1 0,-5-1 0,2 0 0,3 0 0,2-2 0,1 1 0,-2 0 0,2 0 0,-2 0 0,2-1 0,-1 0 0,1 0 0,0 0 0,-3 1 0,0-1 0,-2 0 0,-1 0 0,1 0 0,1 0 0,-1 0 0,0 0 0,0 0 0,-1 0 0,1-1 0,0 1 0,0 0 0,-1-1 0,0 1 0,0 0 0,-1-1 0,1 1 0,-1-1 0,0 1 0,-1 0 0,0 0 0,0-1 0,-1 1 0,1 0 0,-1 0 0,-1-1 0,1 1 0,-1 0 0,1-1 0,-1 1 0,0-1 0,0 1 0,0 0 0,0-1 0,-1 1 0,1 0 0,15-3 0,1 0 0,-3 2 0,1-1 0,-1 1 0,-10 1 0,-2 0 0,2 1 0,9-2 0,1 1 0,-3 0 0,2 1 0,-2 1 0,-1 0 0,0 1 0,-37 2 0</inkml:trace>
  <inkml:trace contextRef="#ctx0" brushRef="#br0" timeOffset="105.27">19430 10217 5734,'45'-12'0,"-1"0"0,-1 1 0,1 1 0,-13 5 0,2 2 0,-2-1-1639,10 0 1,1 0 904,-5 0 1,3 1 0,1-1 733,-6 2 0,2 0 0,1 0 0,-2 1 0,4-2 0,-1 1 0,5 0 0,-8 1 0,4-1 0,2 1 0,1-1 0,-1 0 0,-4 1 0,3-1 0,-3 1 0,1-1 0,7 1 0,-9-1 0,6 1 0,2 0 0,3-1 0,1 1 0,0-1 0,-1 1 0,-3 0 0,-4-1-52,9 1 1,-5-1-1,-1 1 1,1-1 0,4 1 51,-5 0 0,3-1 0,2 1 0,1 0 0,0-1 0,-1 1 0,-3 0 0,-3-1 0,4 1 0,-4 0 0,-2-1 0,2 1 0,2-1 0,-1 1 0,2 0 0,2-1 0,0 1 0,1-1 0,-2 1 0,-2 0 0,-2 0 0,-1 0 0,-1 0 0,0-1 0,1 1 0,1 0 0,2 0 0,3 0 0,0 0 0,1-1 0,-1 1 0,-2 0 0,-2 0 0,3 1 0,-3-1 0,-1 1 0,0 0 0,0 0 0,-1-1 0,0 1 0,1 0 0,-1 0 0,-1 1 0,0-1 0,-1 0 0,0 1 0,0-1 0,-1 0 0,8 1 0,0 0 0,-1 0 0,3 0 0,-9 0 0,1 0 0,1 0 0,0 0 0,-1 0 0,-2 0 0,7 1 0,-3-1 0,0 0 0,1 1 0,-2-1 0,3 1 0,-1-1 0,-1 1 0,-3-1 0,5 1 0,-3-1 0,-1 1 0,-2 0 0,0-1 0,-1 0 0,-2 0 0,-1 0 0,-1 0 0,13 0 0,0 0 0,-11 0 0,2-2 0,-3 1 0,3-1 0,-1 0 0,5 0 0,-1-2 0,1-2 0,0-6 99,-18 2-99,-3-4 2281,-24-1-2281,-5 4 0,-9-4 0,-1 4 0</inkml:trace>
  <inkml:trace contextRef="#ctx0" brushRef="#br0" timeOffset="1715.27">24587 8636 5734,'-2'3'0,"-1"0"0,2-2 0,0-4 0,0-1 0,1-16 0,0 5 0,0-11 0,0-2 0,1 4 0,0-8 0,2-8-1283,-2 6 1283,1-12 0,-2 19 0,0-1 0,-1-16 0,0 15 0,0-2 0,0 0 0,-1 0 0,-1-15 0,1 17 0,0 0 0,-1-2 0,0 2 0,-2-6-476,0 3 0,0 3 476,1 9 0,-1-5 0,4 7 0,2 11 0,1-5 1146,5 14-1146,-2 1 1089,2 3-1089,-3-1 0,0-1 0,0 1 0</inkml:trace>
  <inkml:trace contextRef="#ctx0" brushRef="#br0" timeOffset="2005.27">24474 7874 5734,'20'-38'0,"0"5"0,-8 17 0,2 2 0,0 3 0,-1 2 0,2 3 0,6 4 0,-4 3 0,5 4 0,-1 7 0,-5-1 0,14 19 0,-15-13-438,6 11 438,-13-12 107,2 3-107,-7-6 0,1 1 0,-5-6 0</inkml:trace>
  <inkml:trace contextRef="#ctx0" brushRef="#br0" timeOffset="2751.27">23616 6988 5734,'-5'11'0,"0"3"0,0 19 0,2-2-2190,0 15 2190,3-8 0,1 1 0,1 2 0,0-13 0,2 1 0,1 14 0,-1-17 0,2 0 0,3 0 0,1-2 0,3 4 0,14-12 0,3-9 0,-9-12 336,4-4 1,-3-6-337,-12-9 0,-6-3 0,2-9 0,-5-7 0,-3-1-1060,-4 4 1060,0 9 0,0-1 0,-4-11 0,3 12 0,-1-12 0,4 24 980,-1-1-980,3 13 0,1 5 0,1 2 0</inkml:trace>
  <inkml:trace contextRef="#ctx0" brushRef="#br0" timeOffset="3296.27">23862 7086 5734,'-3'32'0,"-1"0"0,1-2 0,1-2 0,2 1 0,1-5 0,1 1 0,1 6 0,2 12 0,1-21 0,-2-8 0,2 1 0,-2-7 0,3-9 0,0-1 0,1-9 0,-1-2 0,4-10 0,-3 2 0,4-8 0,-1-4 0,-3 8 0,1-8 0,-2 7 0,-2 8 0,-1-3 0,-2 11 0,-1 5 0,-1 4 0,-1 7 0,-1 5 0,0 5 0,0 3 0,1 2-291,0 2 291,2-1-60,2 11 60,0-10 0,2 6 0,3-6 0,-1-8 0,1 2 0,-1-10 0,-1-1 0,1-3 0,0-3 289,5-7-289,6-14 0,-3 2 62,3-11-62,-7 1 0,-3 6-353,2-6 353,-5 10 0,0 1 0,-1 3 0,-1-1 0,-1 7 0,-1 6 0,-1 9 0,2 30 0,-2-10-494,3 20 494,-1-18 0,2 12 0,-1-9 0,2 6 0,-3-14-269,2 3 269,-2-8 0,-1 1 0,-1-11 0,-2-3 0,-1-3 0,-1-3 0,0-3 0</inkml:trace>
  <inkml:trace contextRef="#ctx0" brushRef="#br0" timeOffset="4064.27">24332 7115 5734,'-15'9'0,"-1"2"0,-1 3 0,1 3 0,-12 20 0,13-14 0,-8 20 0,17-26 0,4 5 0,5-13 0,5 0 0,-1-9 0,15-15 0,-8 3 0,10-12 0,-5-3 0,-6 6 0,10-19 0,-12 22 0,11-6 0,-13 23 0,4 9 0,-2 23 0,-3-1-537,2 16 537,-4-16 0,0 0-834,-1-5 1,-1-1 833,2 9 0,1 0 0,1 14 0,-2-15 0,0 0 0,-2-8 0,1 0 0,-1 5 0,1 0-873,2 18 873,-3-16 0,0 6 0,-2-21 0,-4-4 396,1-11-396,-4-5 0,3-18 0,1 2 1136,1-9-1136,3 3 349,1-2-349,2-3 0,1-2 0,2 3 0,1-1 0,2 4 0,0 1 0,-1 0 0,0 2 0,9-1 0,-8 43 0,-5-4 0,2 14 0,-3-3 0,-1-6 0,2 5 0,-2-10 449,0-3-449,0-2 747,0-2-747,0-2 0,1-2 0,0-3 0,4-4 0,-3 0 0,3-4 0,-4 1 0,1 0 0,0 0 0,0 1 0,0 0 0,2 0 0,-1 2 0,1-1 0</inkml:trace>
  <inkml:trace contextRef="#ctx0" brushRef="#br0" timeOffset="4434.27">24615 7131 5734,'2'40'0,"0"-14"0,0-2 0,3 6 0,2-4 0,2-1 0,1-2 0,6 8 0,19-33 0,-19-4-573,19-14 573,-24 0 0,-2-3 0,-1-15 0,-3 7 0,-2-12 0,-3-2 0,-2 11 0,1-8 0,-1 8 0,1 13 140,3-6-140,0 21 0,3 3 0,-1 10 0</inkml:trace>
  <inkml:trace contextRef="#ctx0" brushRef="#br0" timeOffset="4701.27">24981 7399 5734,'12'-21'0,"5"-9"0,-7 8 0,2-6 0,-1-1 0,0-4 0,-1-4 0,-3-2 0,-8 14 0,-2 1-682,2-1 1,-2 2 681,-11-8 0,2 25 40,-12 17-40,9 2 0,-8 16 0,15 10 0,7-7 0,5 11 0,13-1 0,8-18 0,4-1 0,-10-6 0,0-2 0,12 2 0,-1-6 0,6-19 0,-12-4 0,3-11 0,-13 0 0</inkml:trace>
  <inkml:trace contextRef="#ctx0" brushRef="#br0" timeOffset="4908.27">24142 6622 5734,'6'-3'0,"0"0"0,3 1 0,6-2 0,0-1 0,4-3 0</inkml:trace>
  <inkml:trace contextRef="#ctx0" brushRef="#br0" timeOffset="5313.27">23860 7742 5734,'39'4'0,"-1"1"0,-1-4 0,4-1 0,1 0 0,-4-1-1093,-4 0 1,-3-1 0,5 0 1042,3-1 1,7-1-1,3 0 1,1-1 0,-3 1-1,-6 0 50,3 0 0,-4-1 0,7 1 0,-8 1 0,7 1 0,4-1 0,3 1 0,-1-1 0,-2 2 0,-4-1 0,-8 1 0,6 1 0,-7 0 0,5 0 0,5 2 0,1-1 0,0 0 0,-1 0 0,1 0 0</inkml:trace>
  <inkml:trace contextRef="#ctx0" brushRef="#br0" timeOffset="6839.27">18713 12805 5734,'7'47'0,"0"0"0,-1-8 0,1 2-1093,0-4 1,1 2 0,0 3 831,0-4 0,0 2 1,1 1-1,-1-2-211,0 6 1,1-1 0,-1 2 471,-1-11 0,0 2 0,1 1 0,-1 1 0,0 3 0,0-1 0,-1 2 0,1 3 0,0 0 0,-1 0 0,0-2 0,0-3 0,0 1 0,0-4 0,-1 0 0,1 2 0,0 5 0,0-4 0,0 3 0,0 5 0,1 2 0,0 0 0,0 1 0,0-1 0,-1-3 0,0-3 0,0-5 0,0 5 0,-1-6 0,0-2 0,1 1 0,-1 5 0,1-3 0,0 4 0,1 2 0,-1 2 0,1-1 0,0 0 0,-1-2 0,0-3 0,2 9 0,-1-2 0,0-2 0,0-1 0,0-1 0,-1-5 0,0-2 0,-1 0 0,1 0 0,-1 0 0,2 10 0,0 1 0,0-3 0,-2-6 0,0-1 0,-2-5 0,1-4 0,-2 0 0,0 0 0,-1-2 0,-1 2 0,-3-9 0,2-29 0,0-9 0</inkml:trace>
  <inkml:trace contextRef="#ctx0" brushRef="#br0" timeOffset="7299.27">18876 12852 5734,'44'-11'0,"0"1"0,-9 5-1639,0 1 1,1 0 1058,-4 0 0,0 0 147,0 0 1,2 0 0,-1 0 432,11-2 0,1 0 0,-11 1 0,1 1 0,1-1 0,2 1 0,1-1 0,5 0 0,-8 2 0,5-1 0,2 0 0,3 0 0,-1 1 0,-1-1 0,-4 1 0,3-1 0,-3 1 0,0 0 0,0-1 0,5 1 0,-6 0 0,2 0 0,2 0 0,2-1 0,-1 1 0,2 0 0,-2 0 0,0 1 0,4-1 0,0 0 0,0 1 0,0 0 0,-1-1 0,0 1 0,-1 0 0,-1 0 0,-3 0 0,0 0 0,1 0 0,3-1 0,5 1 0,-11 0 0,3-1 0,4 1 0,1 0 0,3-1 0,1 0 0,0 0 0,0 1 0,-1-1 0,0 0 0,-3 1 0,-3-1 0,-2 1 0,4-1 0,-3 1 0,-3-1 0,-1 1 0,0 0 0,1-1 0,2 1 0,3-1 0,-5 0 0,2 1 0,1-1 0,2 1 0,0-1 0,1 0 0,0 0 0,0 1 0,0-1 0,-2 0 0,0 0 0,-2 0 0,7 0 0,-1 0 0,-1-1 0,0 1 0,-1-1 0,-1 1 0,0-1 0,-1 1 0,-1 0 0,4 0 0,-2 0 0,-2 0 0,1 0 0,0 0 0,1 0 0,1-1 0,-4 1 0,1 0 0,1 0 0,0-1 0,1 1 0,0 0 0,1 0 0,0 0 0,0 0 0,0 0 0,1 1 0,1 0 0,0-1 0,1 1 0,-1 0 0,-1 0 0,-1 0 0,-2 0 0,-2 1 0,1-1 0,-3 0 0,-2 1 0,0-1 0,0 1 0,3-1 0,4 1 0,-6 0 0,5 0 0,2 1 0,2-1 0,1 0 0,1 1 0,0-1 0,-2 1 0,-2 0 0,-2 0 0,-5 0 0,-3 0 0,17 1 0,-7 0 0,-3 1 0,4 0 0,-6-1 0,3 0 0,1 1 0,0-1 0,-3 2 0,-33-2 0</inkml:trace>
  <inkml:trace contextRef="#ctx0" brushRef="#br0" timeOffset="7914.27">18907 15450 5500,'37'-12'0,"0"0"0,4-1 0,2 1-1093,-11 4 1,0 0 0,5-1 775,5 0 0,6-1 0,1 0 0,-2 0 78,-8 3 0,-2 0 0,2 0 1,6-1 238,-7 3 0,5-2 0,3 1 0,3-1 0,1 0 0,-1 1 0,0-1 0,-3 2 0,-4-1 0,1 1 0,-3 1 0,-2 0 0,0 0 0,2 0 0,4-1 0,-5 1 0,2 0 0,0 0 0,2-1 0,2 1 0,0-1 0,2 1 0,0 0 0,2 0 0,-6 1 0,3 0 0,2 0 0,1 0 0,1 0 0,1 1 0,-1-1 0,1 0 0,-1 1 0,-2-1 0,-1 1 0,-1-1 0,-4 1 0,8-1 0,-4 1 0,-3-1 0,0 1 0,-1-1 0,2 1 0,3-1 0,3 1 0,-9 0 0,4-1 0,2 1 0,2-1 0,1 1 0,1-1 0,0 0 0,0 1 0,0-1 0,-2 1 0,-1-1 0,-3 1 0,-2 0 0,-3 0 0,9-1 0,-3 1 0,-3 0 0,-2 0 0,-1 0 0,1 0 0,1 0 0,0 0 0,0-1 0,0 1 0,0 0 0,1 0 0,1 0 0,2 0 0,-3 0 0,2-1 0,2 1 0,0-1 0,1 1 0,-1-1 0,0 1 0,-2 0 0,-1 0 0,2-1 0,-2 1 0,-2 0 0,0 0 0,1 0 0,0 0 0,2-1 0,0 1 0,2 0 0,0-1 0,1 1 0,0-1 0,0 1 0,-1 0 0,-2 0 0,1 0 0,0 0 0,0 0 0,-2 0 0,0 1 0,-2-1 0,-1 1 0,4-1 0,-2 1 0,-2 0 0,1 0 0,1 0 0,-2 0 0,1 0 0,1 0 0,-1 0 0,-1 0 0,-3 1 0,7 0 0,-1 1 0,-3 0 0,-3 0 0,-1-1 0,-2 1 0,0 1 0,3 0 0,1 0 0,-6 0 0,10 4 0,-21 2 0,-18 0 0,-17 1 0,-14-2 0,-12 0 0,-5-1 0</inkml:trace>
  <inkml:trace contextRef="#ctx0" brushRef="#br0" timeOffset="10015.27">20115 15740 5734,'27'-38'0,"-3"3"0,-12 12 0,-3-1 0,2-6 0,-5-2 0,-3 0 0,-4 7-993,-6-14 993,-1 21 0,-13-15 0,7 13 0,-2 0 0,0 0 0,3 7 0,-6-6 320,11 13-320,1 2 164,-4 4-164,3 3 0,-2 4 0,-1 13 0,4-1 509,-2 10-509,6 14 0,3 4 0,0-23 0,1 0-632,-1 9 1,2 3 0,0-5 631,7 8 0,2 0 0,-1-13 0,1 0 0,6 12-510,-4-15 1,0-1 509,6 5-507,2-5 507,0-4 0,0-4-232,0-5 232,0-5 0,0-4 0,-2-4 0,0-2 1398,-4-5-1398,0 0 0,-2-3 0,-2-1 0,-2-1 0,-3-1 0,0-2 0,-3 1 0,-1-1 0,-1 1 0,0-7 0,-1 7 0,-1-2 1111,0 8-1111,0 3 675,-1 1-675,2 2 345,-1 3-345,1 2 123,0 10-123,0 0 0,1 14 0,2 1 0,1 0 0,1 1 0,0 0 0,-2-6 0,1 6 0,-2-9 0,1 11 0,-3-13 0,1 8 0,-4-18 0,0-2 0,0-3 0,0-2 0</inkml:trace>
  <inkml:trace contextRef="#ctx0" brushRef="#br0" timeOffset="10162.27">20270 15481 5734,'7'8'0,"0"-2"0,3 0 0</inkml:trace>
  <inkml:trace contextRef="#ctx0" brushRef="#br0" timeOffset="10804.27">20480 15648 5734,'2'7'0,"0"5"0,0-3 0,1 4 0,2 12 0,-2-8 0,1 12 0,0 2 0,-1-10-347,1 23 347,-2-34 86,0-2-86,0-3 0,0-1 0,2-9 0,-1-1 0,1-6 0,1-7 0,-1 2 0,4-20 0,-4 18 261,2-10-261,-2 7 0,-1 10 0,1-6 0,-2 11 0,-1 3 0,1 2 0,0 4 0,-1 2 0,1 3 0,1 5 0,-1-1 0,2 4 0,3 11 0,-1-8 0,3 11 0,1-5 0,-1-6 0,2 5 0,3-4 0,-3-6 0,4 1 0,-3-9 0,0-2 0,0-3 0,1-2 0,-1-3 0,8-15 0,0-3 0,-3 1 0,2-2 0,-2-2 0,-10 1-233,-3 6 233,-1-3 0,-4 7 0,-1 3 0,-1 1 0,-2 2 0,-5 2 0,1 3 233,-3 3-233,2 3 0,-4 6 0,0 4 0,0 1 0,4 1 0,5 4 0,3-4 0,2 5 0,2-5 0,7 5 0,-1-5 0,5 3 0,-1-7 0,7 0 0,-3-4 0,4 1 0,-6-4 0,0-1 0,0-1 0,0 0 0,0-2 0,0-1 0</inkml:trace>
  <inkml:trace contextRef="#ctx0" brushRef="#br0" timeOffset="11453.27">21075 15670 5734,'-27'9'0,"3"0"0,9 3 0,3-2 0,-6 18 0,10-11 0,-2 10 0,8-4 0,2-5 0,2 5 0,4-4 0,-1-5 0,3 1 0,1-5 0,-2-6 0,2-1 0,2-9 0,-3-1 0,4-6 0,-1-7 0,-2 4 0,1-8 0,-3-11 0,-3 12 0,-1-1 0,-1-1 0,-1 6 0,0-7 0,-5 24 0,3 5 0,-4 10 0,6 11 0,0-5 0,2 6 0,4-2 0,-1-6 0,4 2 0,1-4 0,-3-5 0,13 1 0,-13-7 0,7-3 0,-10-6 0,-1-1 0,1-9 0,-3 6 0,1-6 0,-2 5 0,0 3 0,-1 0 0,0 3 0,1 3 0,2 6 0,-1 1 0,0 4 0,0 5 0,-1-2 0,1 5 0,1 4 0,-1-9 0,1 7 0,-3-11 0,1-4 0,-1-1 0,1-14 0,0 1 0,1-19 0,0-17 0,-1 11-720,-1-12 720,1 26 0,0 2 0,0 1 0,0 1 0,-1 3 0,1 1 0,1 2 0,0 2 720,1 1-720,0 2 0,5 2 0,-3 2 0,4 1 0,-6 3 0,1 1 0,1 0 0</inkml:trace>
  <inkml:trace contextRef="#ctx0" brushRef="#br0" timeOffset="11668.27">21354 15700 5734,'0'6'0,"4"5"0,1-3 0,8 17 0,-6 2 0,4 11 0,-6-9 0,0-5 0,-3-14 0,0-2 0,-2 0 0,0-5 0,-1-1 0,-1-3 0,-3-7 0,1 0 0,-2-6 0</inkml:trace>
  <inkml:trace contextRef="#ctx0" brushRef="#br0" timeOffset="11812.27">21310 15463 5734,'-4'-1'0,"1"2"0,5 2 0,1 1 0,2 1 0,1 0 0</inkml:trace>
  <inkml:trace contextRef="#ctx0" brushRef="#br0" timeOffset="12463.27">21568 15591 5734,'0'41'0,"1"-17"0,-1 0 0,1 2 0,-1 7 0,3-1 0,0-8 0,1 4 0,3-3 0,-3-11 0,5-3 0,-7-13 0,2-8 0,-8-9 0,3 6 0,-2-7 0,2 2 0,1 5 0,0-5 0,2 6 0,-1 0 0,10-14 0,-5 11 0,7-11 0,-1 10 0,-5 7 0,4-2 0,-4 10 0,-1 1 0,1 2 0,-1 1 0,-1 2 0,1-1 0,0 2 0,0-1 0,4 4 0,-2-2 0,3 2 0,-3-4 0,-1 1 0,4 2 0,-2-2 0,2 3 0,-4-2 0,2 1 0,-3-3 0,2 1 0,0-3 0,-4-1 0,3-1 0,-3-3 0,0-2 0,10-15 0,-5 11 0,6-7 0,-5 21 0,-4 4 0,0 7 0,0 17 0,-2-3-1176,2 15 1176,-2-9 0,0 3 0,0 2 0,0-3 0,0 0 0,-1-14 0,-1-1 0,2 13 0,-2-3 0,-1-4 0,-2-5 0,-2-5 0,-4-2 0,0-10 0,-3-4 0,2-9 0,1-4 1176,0-5-1176,1-4 0,4-3 0,3-14 0,4 6-844,4-8 844,2 9 0,2 1 0,1 1 0,1 1 0,0 3 0,5-6 0,-6 10-199,4-4 199,-9 9 0,1 1 0,-2 1 0</inkml:trace>
  <inkml:trace contextRef="#ctx0" brushRef="#br0" timeOffset="12751.27">21383 15617 5734,'42'-11'0,"-18"5"0,1 0 0,0 1 0,-1 0 0,0 0 0</inkml:trace>
  <inkml:trace contextRef="#ctx0" brushRef="#br0" timeOffset="13221.27">20063 16090 5734,'40'3'0,"-3"-2"0,-8-1 0,3-1-1639,14-3 1,1-1 485,-6 0 0,1 1 1153,-5 0 0,2-1 0,4 0 0,-6 1 0,4-1 0,1-1 0,-1 1 0,-3 1 0,6-2 0,-2 2 0,5-2 0,-8 2 0,5 0 0,3-1 0,1 0 0,0 1 0,-2 0 0,-5 0-12,6 1 0,-4 1 1,-2 0-1,3-1 0,-3 1 1,3-1-1,-1 1 1,-1 0-1,-3 0 0,5 2 1,0-1-1,-1 0 1</inkml:trace>
  <inkml:trace contextRef="#ctx0" brushRef="#br0" timeOffset="13363.27">22750 16041 5734,'-32'-1'0,"-3"1"0,17 0 0,-2-1 0,7-6 0,7 1 0,0-5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08T01:02:00.93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4527 12945 8342,'-5'-6'2879,"0"0"-2430,1 1-89,0-2 0,3 1 0,-2-1-90,3 0 539,1 0-539,2 3 90,2-1 539,11 1-539,-5 3 629,36-4-809,-22 4-633,6-2 1,1 1 632,3-1-1,-5 1 1,7-1 0,-3 0-90,-2 1 0,0-1-606,3 1 0,3-1 0,-2 0 561,0 0 0,-1 1-45,2 0 0,5-1 36,-5 1 0,6 0 0,2 0 0,0-1 0,-4 1-698,1 1 1,-3-1 0,5 0 676,-4 1 0,7-1 0,2 0 0,1 0 0,-4 0 0,-6 1-45,1 0 0,-5 1 0,5-1 17,-4 1 0,4-1 0,4 1 1,2 0-1,-1-1 0,-4 1 0,-4 0-530,11 0 1,-6 0 0,6 0 527,-6 0 0,6 0 0,2 0 0,1 1 0,-5-1 0,-7 0-45,-3 0 0,-6 1 0,3 0 15,4-1 0,3 1 0,0 0 0,-5 0-195,7 0 0,-4 0 210,-5 0 0,0 0 0,-1-1-386,11 0 1,-3-1 370,-10 0 0,-1 1 334,7-2 0,-1 1-379,8-1-405,-8-4 1,0-1 134,0-1-135,-3-1 1,-6-2-226,-17 0 1,-1-1 1026,-10 2-2915,-10-3 1258,0 1 91,-9-1 1551,2 6-292,-3 3 0,0 2 0,0 2 0</inkml:trace>
  <inkml:trace contextRef="#ctx0" brushRef="#br0" timeOffset="929">7082 12563 7892,'-5'-11'3276,"-1"-1"-2324,3 4-592,-1-1 449,-1-2-449,0 2 810,3-7-811,2 9 91,2-3-90,-1 9 1979,-1 0-1620,-4 5-269,2-2-180,-2 4 90,1-5-91,2-1 1,0-1 90,1-1-90,0-1 0,0 1 269,0 0 901,1 1-1350,1 2 89,1-1-89,1 2 0,-2-2-90,1 1 0,-1 0 90,2 2-90,0 0 0,6 5 0,0 1 0,6 3 90,5 6-90,-1-4 0,5 7 0,6 1 0,-6-4-217,9 7 217,2-1-866,-7-5 866,8 4 0,0 0 0,-9-7 0,7 6-474,-5-1 474,-8-6 0,3 3 0,3 4 186,-14-11-186,7 6 0,-18-13 831,0-2-741,-2 2 630,0-3-630,-1 2-90,0-2 0,-1 0 0,1 2 0,-2-1 0,0 1 90,-1 0-3367,-18 19 3342,7-8-65,-12 15 90,12-12-90,0 1 90,-7 10-770,6-6 680,-4 7 0,6-9 0,1 0-183,-1 0 183,1-1 90,0 0-180,1-2-270,-3 8-180,4-6-179,-3 3 1120,3-6-2110,3-5 0,0 0-1568,-2-8 654,3-5 644,-6-5 1979,6-11 0,1 0 0,4-6 0</inkml:trace>
  <inkml:trace contextRef="#ctx0" brushRef="#br0" timeOffset="41001">6127 10930 7353,'8'3'2338,"-3"-2"-2248,3 0 0,-5-3-90,0-1 90,-1-2-90,0 0 0,-2 0 0,5-7 0,-4 7 0,3-8 90,-3 10 0,1-4 0,-1 5 90,0-1 450,-1 3-181,3 4 1,-4-4-270,4 2 180,0-2-270,0-1 0,0 4 0,-3-1 180,0-1-180,3 1-90,-2-2 539,2 0-449,-6 2-90,2-2 90,-2 3 270,0-5-270,2 2 180,-3-1-180,3 1 0,0 0-90,-2 1 90,-1 3-90,0 1 0,-4 1 0,2 1 0,0-2 0,-1 1 0,2 0 0,0 2 0,-2 2 0,2-1 0,-3 5 0,5-7 0,-1 3 0,3-4 0,-1 1 0,2 0 0,2 0 0,-1-3 0,3 3 0,-1-3 0,2 5 0,2-4 0,-1 2 0,3 0 0,-1 0 0,8 4 0,-4-3 0,5 3 0,-4-3 0,5 2 0,-4-1 89,3 2-89,-2-2 0,-1-1-89,-1 1 89,-4-2 0,-4-1 0,0 2 0,0 0 0,-2 0 0,-2 1 0,-5 2 0,-1 1 0,-4 1 0,-1 2-3277,-10 9 3162,-5 0-266,-1 0 381,2-6 0,8-6 0,1-2 0,1-2-90,-10 5 0,11-7-90,-7 2 0,11-10-89,1 1 3112,1-3-3292,1-1-332,-3-9-298,5 0-90,-3-5-1,3 3 1,-1 1 89,0 1 1080,2 0 0,3 3 0,3 0 0</inkml:trace>
  <inkml:trace contextRef="#ctx0" brushRef="#br0" timeOffset="41762">6412 11348 8162,'-1'-8'1709,"1"1"-1439,-2 1-90,2 2 180,0-1-270,0 1 90,0 1 269,0 2-359,3 7 0,-2-3 180,4 11-180,-2-4 0,1 6 0,-2-2 90,5 21-589,-5-18 409,4 14 0,-6-22 0,0-1 0,0-2 90,0 0 0,0-2 0,0-2 948,0 0-948,1 1 0,1-2-90,0 1 0,-1-9 0,1-4 90,-1-19-90,0 10 0,2-10 0,0 12 0,0 6 0,1-4 0,-3 7 0,1 1 0,0 0 0,0 1 0,1 0 0,-1 1 0,1 1 0,-1 0 0,-3 0 0,1 1 0,-3 2 0,13 2-90,-4 1 90,10 3 0,-9 0 0,4 5-376,3 8 376,-3-2 0,1 4 0,-7-9 0,0 0 0,0 0-90,-2 0-90,1-2 377,-1 1-467,-1-3-90,-1 1-719,1-2 89,-2-3-1169,-5 1 1170,2-5 0,-4 1 989,3-4 0,1 0 0,2-2 0</inkml:trace>
  <inkml:trace contextRef="#ctx0" brushRef="#br0" timeOffset="107307">498 11703 6273,'3'-4'720,"-1"1"179,2 2-449,-1 1 0,0 0-90,-1 0 1619,-1 0-1530,-2 3-269,0-1 0,2 4-90,1-3 180,2 2-180,-3-4 0,0 3 180,3-1-180,-3 0 359,6 4-359,-4-4 450,10 1-360,-7-3 0,6-2 0,-5 0 0,0-2 269,11-7-359,-6 2 270,19-19-982,-10 8 712,4-6 90,2-10-180,-15 18 90,5-11-90,-13 16 90,-1-7-90,-1 5 90,-1-4-90,-2 8 0,-3-5 0,1 6 802,-3-4-802,3 9 0,0 1 0,-1 2 0,-2 1-90,0 1 90,-9 8 0,7-1-3277,-11 13 3162,9-7 205,-5 5-56,1 6 56,3-4 0,-8 18-90,9-13-569,-2 8 659,7-9-2032,3 11 2032,3-9 0,2 6 1942,2-13-1852,3-2-180,2-3 0,2-3 0,10 2 0,-4-5-90,6 1-130,-6-4-589,7-2 89,-4-3-89,5-3-541,-6-6-89,-1-4 574,-1-7-1923,3-16 1618,-5 6 1425,3-9 1,-7 16-1,1 2 1</inkml:trace>
  <inkml:trace contextRef="#ctx0" brushRef="#br0" timeOffset="108255">811 11078 8342,'1'5'3058,"-1"-3"-2068,0 2-630,-1-3-90,1 0 1708,0 2-1888,1-3 90,0 1 0,4-2-90,0 1 0,4 0 0,15 0-3367,-5 1 3252,21-2 25,-17 0-309,7-2 219,-8 2-359,7-2 179,-10 3-1259,16-3 629,-19 1-269,6-3-1440,-16-3 1440,-3 1 3373,-5-4-2204,-3 4 0,0 1 0,0 2 0</inkml:trace>
  <inkml:trace contextRef="#ctx0" brushRef="#br0" timeOffset="108613">1256 10925 6903,'7'4'2788,"0"0"-2248,-1-2-90,-1 2-180,1 1 179,4 8-179,-2-1-90,3 8 180,0 7-180,-3-3-90,2 10 180,-2 6-1041,-3-6 771,-1 11 90,-2-15 0,0 0-90,-1 8-1554,0 2 1,-1 1 1553,-7 3-1039,4-18 0,-2-2 1039,-8 9-253,1-12 163,-1-3 243,-8 2-513,5-8 0,-6-2-1169,0-15 450,3-4 0,-5-9 2116,3-2-1037,-6-19 0,6 6 0,9 10 0,0 0 0</inkml:trace>
  <inkml:trace contextRef="#ctx0" brushRef="#br0" timeOffset="108787">1251 10723 7443,'16'-12'3276,"-2"1"-2055,-2 0-681,-3 0-90,0 1-181,-1-4-269,-1 4-989,5-5-990,-7 8 810,1-2-1,-8 4 1,-2 2 1169,2 1 0,-3 5 0,2 1 0</inkml:trace>
  <inkml:trace contextRef="#ctx0" brushRef="#br0" timeOffset="111945">1476 10830 6633,'2'5'2069,"-1"0"-1529,-2-1-91,-1 0-179,-1-2 540,1 3-720,1-3 629,-2 2-629,3-4 1350,-1 2-1081,2-6-179,-1 1 360,9-11-360,-5 6-90,9-9 0,-7 8 90,2-6-90,0 9-90,0-3 89,2 5-89,0 0 90,0 0 90,7 1-180,-6 1 90,9 5-90,-12 1 0,4 3 90,-8-1-90,-1 1 180,-1 9-90,-2-5-90,-2 8 90,-1-8-90,-2 2 0,-5 7 0,1-5 0,-4 7 90,2-7-90,0-1 0,-6 3-886,4-6 886,-2 2 0,6-7 0,0-1 0,-1 0 0,3-3 0,-1 0 0,6-2 886,-1 0-886,2-1 0,0 1-90,0-1 90,7-1 0,0 4 0,8-1 0,-2 3 0,10 0 0,-9-1 0,7 2 0,-10-1 0,4 1 0,-5-1 0,6 2-90,-8-2 0,1 1-90,-3 0-180,1 1 91,-2-2-1,1 1-180,-3-3-449,2 1 179,-1-3-180,0-2-269,-1-1 0,-2-5-1,-2-1 1,-1-2 1169,0-3 0,-1 3 0,2-1 0</inkml:trace>
  <inkml:trace contextRef="#ctx0" brushRef="#br0" timeOffset="112406">1718 10798 7803,'9'6'2968,"-4"0"-2788,-4-6 90,-1 0 89,0 4-269,0-1 0,0 4 90,0-3-90,0 2 90,0 0-90,0 3 90,3 4 0,-3-1-90,4 3 0,-4 3 0,1-6 0,-1 8 0,1-1-90,-1-4 0,1 5 0,-1-4 89,2-4-178,-1 1 89,0-7 0,0-1-90,-1-1-270,-1-3 90,0-1 0,0-4-90,-1-1-629,2-7 179,0 1-89,-1-6-1080,-3-4 1079,-1 2 821,-2-6 1,3 7 0,0 0-1</inkml:trace>
  <inkml:trace contextRef="#ctx0" brushRef="#br0" timeOffset="112854">1661 10718 7533,'0'4'3238,"0"0"-2698,0-1-361,0-1 1,1 1 0,-1-1 0,3-2 0,-3 2 0,2-2 0,-1 0 0,2 1 0,1-1 89,3 1-89,0-1-90,4 1 0,-1 1 0,1 0 0,3 1-708,-1-2 618,2-1 0,0 0 90,2-1-90,-2 1 0,1 0 0,2 0 0,-4 0 0,0 0 0,-6 0 0,-2 1 0,-2 0 798,-1 2-798,0-1 0,-2 4 0,0 1 90,-1 3-90,0-1 90,0-2-90,0 0 90,-1-3-90,1 2 0,-1 2 90,1 1-90,0 2 0,0 0 0,0 6 0,0-3 0,0 17 0,0-6 0,0 6 0,0-8 0,0-6 0,1-2 0,0-2 0,2 0 0,-1-3-180,1-1 90,-1-2 0,1-1-180,1-1-90,-1-2-179,4-4-451,-1-3-2287,0-5 1124,-1-4 894,-2-4-231,-2-3 1490,-1 0 0,0 1 0,0 1 0</inkml:trace>
  <inkml:trace contextRef="#ctx0" brushRef="#br0" timeOffset="123650">921 6688 8162,'6'0'1709,"0"0"-1349,-4 0 2916,-1 0-2144,-6 0-1042,4 0 269,-5 0-269,4 0 0,-2 0 0,3 0 90,0 0-180,-1 0 0,1 0 0,-2 0 0,1 0 0,-2 0 0,0 0-180,-2 16 90,4-5-90,-2 13 0,4-12-1259,4 1 990,-4-6-991,5-3 361,-5-6-1260,-7-10 1260,0-1 90,-7-4 169,4 4 1,2 1 0,0 1 0</inkml:trace>
  <inkml:trace contextRef="#ctx0" brushRef="#br0" timeOffset="124401">903 6688 7443,'7'0'3148,"-1"0"-2968,-5 0 2878,0 0-2968,-6 0 0,2 0-90,-3 0 0,5 10 0,1 2-3277,0 11 3162,0-1 115,0 2-206,0 0 206,0 1 0,0 0 0,0-2 0,0 1 0,0-1 0,1-2 0,1 0 0,0-1 0,1-1 0,-1 0 0,1-3-88,-1-1 88,1-1 0,0 0 0,-1-3 3112,1 0-3292,-1-5 436,-1-2-526,0 0 49,-1-2-3018,0-1 2160,-1-7-900,-2-7 1979,-2-3 0,1-1 0,2 6 0</inkml:trace>
  <inkml:trace contextRef="#ctx0" brushRef="#br0" timeOffset="125088">556 6753 7173,'1'9'3276,"1"-2"-2414,-1-5-593,1 0 1,-1-4 0,2 1 0,-1-1 90,1-1-180,-2 1 269,1-2-269,-1 1 0,0 0 450,-1-2-450,0 2-90,0-2 90,0 3-1,1-1-89,0 1 180,6-3-90,0 1 0,4-2 90,7 1-90,-3 1 0,9-1 0,-2 1-410,3-1 410,2 1-646,2 2 556,1 1-719,1 1 629,1 0 90,1 0-46,2-1 1,1 2-45,9-1-884,-12-1 1,5 2 0,-6-1 883,11 0 0,-11 0 0,0 0 0,-5 0 0,-2 0 0,7 0-79,14 0 79,-25 0 552,-2 0-552,-2 0-90,-2 0-90,-2 0 0,-3 0 3069,-3 0-3249,-2 0 434,-2 0-1063,-3 0 359,-6 0-1169,-4 0 540,-5 0-1440,-11 0 1440,7 0 270,-8 0 989,9 2 0,3 2 0,2 2 0</inkml:trace>
  <inkml:trace contextRef="#ctx0" brushRef="#br0" timeOffset="126125">1161 7030 6813,'3'11'2699,"6"8"-5872,-4-7 3262,3 6 91,-6-8 905,0-1-725,-1 10-180,0-3-90,-1 4-90,2-3 90,-1-5 551,0 0-551,-1 1-1,0 5 1,0-3-90,0 4 90,0 2 0,1-5-90,0 3 0,2-5 90,-2 6-90,0-4 90,2 17-90,-3-17 0,3 8 0,-2-10 0,1-1 1470,-1 0-1470,1-3-90,-1-5 90,-1-1-90,0-2-270,0 1-450,1-2 1,-1-4-562,0-12 471,-2 0 900,-2-10 0,-1 8 0,0-2 0</inkml:trace>
  <inkml:trace contextRef="#ctx0" brushRef="#br0" timeOffset="126605">1123 7095 6813,'4'9'3276,"0"1"-2594,0-5-53,-1 1-359,-1-5 180,-1 1-90,0-2-180,0 0-90,2 0 270,4 0-181,2 0-89,3 0-90,1 0 90,-1 0-90,3 0 90,12 5-310,-5-2 220,8 4-545,-8-9 545,-1 0 0,-1-4 0,-1 1-90,5 0 0,-7 2-2916,5 1 2737,-12 2 59,0 0-240,-6 0 402,0 0-582,-2 0-359,0-2-990,-7-5 3849,0 0-2769,-8-4 899,2 3 0,-2 2 0,1 2 0</inkml:trace>
  <inkml:trace contextRef="#ctx0" brushRef="#br0" timeOffset="126950">1133 7280 7353,'3'16'3276,"-1"-2"-2954,-1-13-142,1 1 449,3-2-359,-2-2 270,7-1-360,-5 0 0,4-3 179,2 0-269,-4 1 90,11-4-180,-10 7 0,3-2 0,-6 4 90,-1 0-90,0-2-90,-1 2 90,1-1-90,6 2-90,-1 2-89,2 1-451,0 3 180,-4-2-359,3-1-181,-4-4-89,-1-7 90,-1-4 1079,-1-6 0,2 6 0,2-2 0</inkml:trace>
  <inkml:trace contextRef="#ctx0" brushRef="#br0" timeOffset="130899">1846 6895 7173,'3'6'2159,"-1"-1"-1710,-2-1-89,-1-1 450,-1-1-630,1-1 1529,0 1-1260,1-7-269,0 3 990,0-7-901,0 5 541,12-3-720,-4 6 0,31-6-90,-22 5-3277,25-5 3162,-23 4-996,7 0 1111,-6 0-14,0 1-76,-2-1 1,0 1-721,6-1 450,-11 2-809,7 2 539,-14 0-1122,-4 2 1752,-21-9 0,7 5 0,-13-6 0</inkml:trace>
  <inkml:trace contextRef="#ctx0" brushRef="#br0" timeOffset="131392">1806 7058 6813,'5'15'3276,"-2"-6"-2234,0 3-773,-2-11 271,-1 2 90,4-7-450,-2 2 0,2-2-90,0 2 89,0 0 1,1 1 90,2-3-180,0 1 0,4 0 0,-1 0-90,4 1 90,6-1-90,-3 2 90,5 0-90,-1 1 90,-4 0-90,5 0 0,-7 0 90,5 0 0,-5 0-90,5 0 0,-8 0-90,4 0 0,-5 0 0,2 1-90,-7 0 0,-1 2-180,-1-1-719,1 2 0,-2-3-91,-2 0-89,-4-3 90,-3-3-2108,-3-1 2978,2-1 0,-3 2 1,1 2-1</inkml:trace>
  <inkml:trace contextRef="#ctx0" brushRef="#br0" timeOffset="137602">2689 6320 9691,'-6'5'810,"2"0"-90,4 2-541,1-5 451,5 6-450,-3-6 540,4 2-630,-5-3 89,1 2-89,-8 0 270,-3 9-360,4-6 270,3 10-270,7-11 180,1 7-90,-5-7 360,-1 16-360,0-6 0,-1 12-1,1-7-3301,0 23 3302,1-15-90,0 17-503,4-9 413,-3-15-270,4 13 180,-4-24-1169,8-1 629,-4-9-1349,5-10-359,-11-3 1348,-2-2 1876,-5 3 1,2 5 0,0-1 0</inkml:trace>
  <inkml:trace contextRef="#ctx0" brushRef="#br0" timeOffset="138161">2339 6900 10591,'2'4'1169,"1"0"-899,1-2 0,2 1-90,2-1 90,1 1 0,0-1-91,1-1 1,0 1 0,3-2 0,4 0 0,3 0 0,2 0-90,2 0 90,2 0-90,15 0-90,-8 0-1658,12 0 1658,-12 0 0,0 0-512,1 0 422,1-2 0,-11 1 0,1-1 0,11-2 0,7-2-90,-17 1-179,4 0 179,-9 2-810,9-1 631,-20 3-91,3-1-899,-12-4 2008,-2 2-1739,-3 0 702,-3 3-522,-2 2 900,-1 0 0,0 2 0,0-1 0</inkml:trace>
  <inkml:trace contextRef="#ctx0" brushRef="#br0" timeOffset="138867">2664 7068 6903,'13'-11'3058,"-3"2"-2698,1-1 0,-5 2 0,-1 1 539,4-3-629,-4 5 0,2 0 180,-6 5-181,-1 0-89,-3 2 0,-2 2-90,-3 2 90,-1 2-90,2-1 90,-1 2-90,0 0 180,0 2-180,-2 0 180,-2 7-91,2-3-89,-2 5 0,5-5 0,-1 1 90,1 0 90,-2 13-180,3-7 0,1 11-90,2-9 90,3 13-478,0-9 388,3 9 0,-1-12 90,1 10-90,-2-9 0,0 8 0,-1-11 0,0-2-90,-1 0 1,0-2-271,-3 6 0,1-8 0,0 3 0,-1-8-89,0-4-1,-1 1 0,0-3-90,0-1 298,0-2-477,-1-3-361,0-3 1,-2-2-1,1-3 1080,-5-16 0,4 7 0,-2-10 0</inkml:trace>
  <inkml:trace contextRef="#ctx0" brushRef="#br0" timeOffset="139081">2454 7398 6903,'15'0'3276,"4"-3"-1695,-8 2-1311,4-4 0,1-1-180,-3 0-90,6-2-270,1-1 0,-5 2-180,4-1-2248,-2 1 1709,-9 3-1,2 0 990,-10 4 0,0 0 0,0 0 0</inkml:trace>
  <inkml:trace contextRef="#ctx0" brushRef="#br0" timeOffset="139557">2734 7425 6813,'8'-4'3276,"-2"3"-2234,1-1-773,-4 2 361,-3 6-450,-1-1 270,0 17-360,1-9 0,0 9 0,-1-7 90,0 2-91,-2 0 1,1 1-90,0-1 90,1 2-90,1 0 90,0 1-90,0 8 0,1-6-90,2 12 90,0-16-180,0 3-89,1-5 89,-3-6-450,2-1 180,-2-7-899,-1-9 360,1-2-1,-1-7-89,0 3 179,-1-2 900,1-2 0,-2 2 0,0-1 0</inkml:trace>
  <inkml:trace contextRef="#ctx0" brushRef="#br0" timeOffset="139907">2759 7460 7623,'6'-3'2788,"-1"1"-2428,-3 3-90,0 1 269,1-1 1,1 1-90,3 1-270,0-2 0,3-1 0,-1-2-91,1-1 1,0 1 0,1-1-90,1-1 90,9-2-90,-6 1 0,6 0-90,-9 3 0,0 2 0,-1 0-629,2-5 359,-5 2-90,0-4-719,-7-1 270,-2 3-1,-2-1-989,-3 1 1080,-1 2 809,-1 0 0,0 0 0,1 1 0</inkml:trace>
  <inkml:trace contextRef="#ctx0" brushRef="#br0" timeOffset="140286">2699 7603 6903,'6'6'3276,"0"1"-2684,-2-4-322,0 1 449,-5-1-539,3-1 270,3 0-180,1-2-90,4-1 0,-5 0-1,0-2 1,0 1 180,5-1-180,-2 1-90,4-1 90,-2 1 0,0-2-180,0 1 90,-1 0-90,3-1 90,-4 1-180,3 0 90,-3 1-90,-1 0-180,1 2 90,-1-3-450,4 4 181,-3-2-91,3 2-90,-4-3-1259,0-3 720,-4 2 90,0-1 831,-3 4 1,-5 0 0,-2 0-1</inkml:trace>
  <inkml:trace contextRef="#ctx0" brushRef="#br0" timeOffset="141716">1391 4573 6903,'0'-15'3058,"-1"0"-2338,-2 1-270,-1 0-1,-1 3 181,-4-3-360,2 6 270,-12-1-271,7 6-89,-6 2 720,-4 11-540,7 0-1,-8 11 541,4 12-360,5-2-982,4-9 1,1 2 891,-4 16-135,4-7 0,0 1-180,3-7 0,-1 2-1315,-1 8 0,0 2 1270,3-11 0,1 1-45,-1 14 0,1 1-1070,2-11 1,0 1 1024,1 9 0,0-1 0,2-13 0,0-2-716,2-1 1,-1 0 715,1-2 0,1 0 177,3 21-177,1-3-90,-4-17 0,0 0 0,2 8 1114,0 5-1834,-4-10 181,-1-10 2024,-3 4-2295,-2-12-2248,-10-5 1799,4-7 3162,-10-2-3162,3-4 179,-2 0 1170,-7-8 0,6 4 0,-4-5 0</inkml:trace>
  <inkml:trace contextRef="#ctx0" brushRef="#br0" timeOffset="141899">923 5330 6903,'11'-9'3276,"-1"2"-1965,17-11-1221,-9 9-1729,6-3 1,2 0-655,7-2 2113,8-1 1162,-14 6-1252,-11 5-1979,7 5 1260,-10 0 893,4 5-803,-15-2 899,-1 1 0,-2 2 0,1 1 0</inkml:trace>
  <inkml:trace contextRef="#ctx0" brushRef="#br0" timeOffset="142210">1273 5488 8252,'3'1'2339,"-1"0"-1619,-2-1-451,1 1 1,1 1-90,0 1 90,1 1 90,-3 5-270,0 0 90,-2 10-90,1-7 0,1 7-90,1-7 89,2 6-89,0-4-89,-1 4 89,-1-5-90,-1-2-90,0 3 0,0-4-180,0 2 0,0-6-539,-1 1 179,2-5-1169,-1-1 900,2-6 89,-3-3 900,-2-5 0,-1-2 0,0 0 0</inkml:trace>
  <inkml:trace contextRef="#ctx0" brushRef="#br0" timeOffset="142471">1256 5430 7353,'2'-5'3276,"1"0"-2594,-1 1-503,2 2 91,0-3-90,2 1 180,6-3-180,-1 0 90,22-5-180,-15 5-90,28-5-90,-29 8-180,13-4 90,-20 5 0,1-1-90,-6 3-90,-2 1-179,0 0-2160,-2 0 1710,-4 4 989,-6 4 0,-2 2 0,-2 1 0</inkml:trace>
  <inkml:trace contextRef="#ctx0" brushRef="#br0" timeOffset="142692">1276 5573 9422,'0'4'1529,"0"0"-990,2-2-269,0 0-90,2 0 270,8-1-360,-2-2 90,15-4-90,-8-1-180,6-2-360,10-6 90,-13 6-179,12-5-1440,-15 3 899,-6 4 1,-1 0 89,-8 5 990,-1 0 0,-1 1 0,1-1 0</inkml:trace>
  <inkml:trace contextRef="#ctx0" brushRef="#br0" timeOffset="145268">1783 5075 9512,'3'-4'1439,"2"1"-1349,-3 3 359,4 0-269,-4 0 990,6 0-990,-4 0 89,3 0-89,-5 0 90,5 0-180,-2 0-90,4-2 90,-2 1-90,10-1 0,-7 1 0,16 2 0,-16 1-90,11 2 0,-12 0-360,4 3 181,-7-3-1,-1 2-270,-3-3 0,-2-2-2737,1 0 888,-8-1 2389,3 0 0,-6 1 0,2 1 0</inkml:trace>
  <inkml:trace contextRef="#ctx0" brushRef="#br0" timeOffset="145591">1773 5205 8972,'4'3'2069,"0"-1"-1620,-2-1-179,0 0 90,0-1-90,-1 0 0,2 2-90,1-2-90,1 2 90,8 0-91,-2 0-89,5 1 90,-5-2-90,-1 0 0,1-1 0,-1 0 0,1 1 0,4 2 0,-4 1 0,2 1 0,-4 0-90,-3 0 1,1-2-271,-2 3-90,-3-2 90,1 1-2917,12-2 1247,-14-3 2030,10-1 0,-17-3 0,0 0 0</inkml:trace>
  <inkml:trace contextRef="#ctx0" brushRef="#br0" timeOffset="146686">2384 4738 6813,'9'-14'3276,"-2"6"-2234,4-9-773,-6 8 91,3-2 360,-2 0-450,-2 6-180,1 0 90,-3 5-90,1 1 449,-2 2-449,0 3 90,-1 3 90,-1 8-90,0-2-90,-2 6 0,1-6-90,0 0 90,1 0-90,1 1 0,-2 7-90,1-4 0,-1 4 0,2-8-180,1-1 90,-6-3-90,0 1-359,-8 0 269,9-3-180,-1 1 0,9-5-1169,-3-1 630,0-3-990,-1 0 2069,-3-4 0,1 0 0,-3-3 0</inkml:trace>
  <inkml:trace contextRef="#ctx0" brushRef="#br0" timeOffset="147055">2214 5048 7263,'2'12'3058,"-1"-3"-2698,3 2-90,0-5 0,0 1-1,1-4 181,2 1-90,4-3-787,1 1 696,3-1-179,-2-1 90,2 1 0,13-1 0,-6 0-90,11 0 0,2 0 0,-6 0-90,8 0 90,3 2-2875,-10 0 2785,10 2-270,-12-3 180,-1 0 90,0 0-90,-1 1-270,9 2 90,-9-1-90,7 2-629,-8-4 269,-7-1-179,0-1-1260,-12 0 4428,-2 0-2269,-8-1 0,0 1 0,-3-1 0</inkml:trace>
  <inkml:trace contextRef="#ctx0" brushRef="#br0" timeOffset="147658">2461 5345 9062,'7'3'1619,"-2"1"-1439,-4 0-90,-1 4 90,0-2-90,0 3 89,0 0-89,1 2 90,0 0 0,3 3-90,-1 0 90,0-1-547,0 2 457,-1 2-90,1 1 90,0 4-90,0-4 0,1-3 0,-2-3 90,1-4-90,-1 0 367,0 4-457,0-5 0,-2 3-360,0-3 270,-1-4-89,-2 2-91,1-5 0,-1-2-180,0 0-179,-1-2-990,-4-1 899,3 2 91,-2 0 719,1 0 0,-1 0 0,0-2 0</inkml:trace>
  <inkml:trace contextRef="#ctx0" brushRef="#br0" timeOffset="148071">2249 5388 9332,'3'-3'1349,"2"1"-1169,-1 2 180,3 0-181,-1 0 1,2 0 0,0-2-90,3 2 90,2-1 90,8 1-90,-5 0 0,5 0 90,1 0-270,-4 0 90,6 0-90,4-2 0,-7 0 0,8-1-180,4 0-180,-6 2 180,2 0-360,-10 2 270,-11 0-89,-2 2-91,-3-1-1079,-6-1 629,3 1-899,-2-2 979,-1 0 1,1-2 0,-3 1 0</inkml:trace>
  <inkml:trace contextRef="#ctx0" brushRef="#br0" timeOffset="148922">2704 5508 8612,'0'-6'1529,"-3"2"-1349,2 1-90,-4 2 90,2-2-90,0 2 180,1 0 359,1 0-449,0 3-90,1-1 90,-2 3 0,-1 0-90,0 0 270,-1 3-270,1-1 180,-3 12-180,3-6-1,-3 14 1,3-11-90,1 7 90,1 3-90,1-3 0,1 7 0,0-6 90,3 9-90,-1-9 90,0 7-90,0-12 0,-1 0 0,1 2 90,-1-1-90,1-1 0,-1 1 0,1-1 0,-2 3-90,0-5 90,-1 2 0,0-10-90,0 1 90,0-3-180,-1-1 90,0-1-179,-3-3 89,0 1-270,-1-4 90,-1 1-2917,-4-6 1629,2 1 658,-3-5-300,3 4 301,-1-3 989,-5-6 0,6 2 0,-3-5 0</inkml:trace>
  <inkml:trace contextRef="#ctx0" brushRef="#br0" timeOffset="149417">2639 5630 7533,'9'-4'2878,"-4"2"-2068,2 1-541,-6 1 1,2 0 180,0 0-270,0 0 90,0 0-180,-1 0 0,-1 1 0,3-1 0,0 1 89,3-1-89,0 0 0,12 0-90,-6 0 0,19-1 0,-16 1-180,9-3 1,-15 3-1,1-1-900,-6-2 541,-3 1-181,1-3-1169,-3 3 900,-1 1 89,-2 0 900,-2 3 0,-1-1 0,-2 0 0</inkml:trace>
  <inkml:trace contextRef="#ctx0" brushRef="#br0" timeOffset="150243">2681 5513 7173,'3'-5'1889,"-1"1"-1529,1 0 89,-1 5-359,0-1 0,-1 3 0,-1-1 0,0 0 0,1 0-90,0-1 0,2 2 180,3-3-90,-3 1 0,3-1 0,-5 0 180,0 0-180,-1-2 179,0-1-179,0 0 180,1-1-270,0 3 360,0-1-180,2 2-90,-1 0 0,2 1 270,-1-1-270,-1 2 449,-1-2-539,-1 2 0,1 1 0,0-2 0,4 1 0,0-3 0,5 1 0,-3 0-90,6-1 0,-5 0-179,2-2-901,1-2 91,-5 1-90,1-3-1260,-12 0 1439,0 3 990,-5 3 0,1 5 0,-1 3 0</inkml:trace>
  <inkml:trace contextRef="#ctx0" brushRef="#br0" timeOffset="181939">2151 10550 8612,'1'-6'810,"1"0"-630,-2 1-1,1 2 1,0 7-180,0 0 0,1 2 0,-1-2 0,-1-3 0,4 2-90,-1-2 90,5 0 0,-6-2 630,0-1-540,-6 1 90,2 0-90,0 0 360,0-6-271,1 4 91,-2-2-90,3 3 540,-1 1-540,-1 0-90,2-1 179,-3 8-179,1-2 0,-1 3 90,1-7 90,-1-3-180,1-1 0,-1 0 0,0 1 90,-1 2-90,3-1 0,-3 2 0,3 2-90,-3-1 180,-2 4-180,1-1 90,-2 2-90,2 0 89,-3 4-3301,1 3 3212,-1 0-113,2 0 113,2-3 90,2 0 90,-7 12-90,4-6-90,-4 9 90,5-10 0,-2 6-90,3-4-2201,-3 11 2291,5-11-90,-1 5 2201,2-7-2201,1 0 0,0 0 90,0 6-90,1-4 90,-2 5-90,0-6 0,0 0 0,0 2 90,0 0-90,1 10 0,0-5 0,3 16 0,-2-14-442,2 5 442,-1-8 90,0-2-183,1 0 93,1 0 0,-1-2-90,1 9 90,-3-9 0,2 6 0,-3-9 3027,1 4-3027,-4-4-90,1 2 90,-1-4 860,-2-3-860,1 1 63,0-2-783,-4 2 361,1-7-181,-5 2 0,2-8-269,-1-2-451,0-4-89,0 1 90,-1-4-2018,-7-3 2641,4 2 0,-4-1 0,6 4 0</inkml:trace>
  <inkml:trace contextRef="#ctx0" brushRef="#br0" timeOffset="182231">2009 10983 7173,'17'-3'3276,"-9"3"-436,8-4-2570,-11 4-180,1-1 0,2 1-90,5 0 0,-2 0 0,5 0-180,-5 0 0,0 0-179,-1-1-361,0 0-359,-1-3-91,-4 2-89,0-2 0,-5 3 1259,-2-3 0,-1 3 0,-3-1 0</inkml:trace>
  <inkml:trace contextRef="#ctx0" brushRef="#br0" timeOffset="182794">2219 11110 8252,'3'-3'2699,"1"1"-2429,-3 2 269,3 0-359,-3 0 90,2 1-180,-1 1 90,-2 0 180,2 5-270,-1-1 0,-1 5 0,3 2-90,-2-2 0,1 4 0,-2-4 0,0 0 0,0 3 0,0 1 0,0 2 0,0 2 0,0 2-90,0 8 0,0-5 0,0 3-360,2-4 180,-1-7-90,1 0-179,-2-9-2430,-1-5 990,-6-14 1979,2 1 0,-6-10 0,5 8 0</inkml:trace>
  <inkml:trace contextRef="#ctx0" brushRef="#br0" timeOffset="183160">2289 11105 7443,'4'-4'3276,"-1"2"-2235,-3 1-681,3 1-360,0 0 90,9 0-90,-3 0 0,5 0 0,-2 0 0,0 0 0,1-2 0,-1 1-450,11-3 180,-10 2-269,9-2-271,-13 2-179,-3-1-91,0-1 91,-3 1 89,-1 0 900,-1-2 0,-3 4 0,-1-3 0</inkml:trace>
  <inkml:trace contextRef="#ctx0" brushRef="#br0" timeOffset="183450">2211 11298 7173,'4'6'3276,"0"-1"-1065,0-4-2031,-1-1 0,2 0-90,-1 0-90,1 0 89,2-1-89,3 0-3277,3-2 2499,1 1 1519,1 0-831,0 1-90,0 1-540,6-1 1,-4-2-361,3 0-1169,-5-8 1170,-8 3 90,-1-3 989,-9 5 0,-2 2 0,-1 1 0</inkml:trace>
  <inkml:trace contextRef="#ctx0" brushRef="#br0" timeOffset="194012">2749 10550 6993,'2'-4'1529,"1"-1"-1079,-1 3 0,1-2 269,3-5-629,-3 4 180,4-15-270,-4 14 360,2-13-270,-3 15 270,3-8-181,-5 9-89,1-1 90,-1 1-90,0 2 270,1 0-180,1-1 809,-1 2-899,-6 1 0,1 1 0,-6 2 0,6-1 0,3 0 90,1 3-90,2-2 360,-2 9-360,-1-6 90,1 10-91,2-8 181,1 11-270,-1-8 90,0 6 90,-2-8 90,1 12-90,0-8-90,-1 9 0,-2-12-3367,-1 5 3342,1-5 25,0 9-90,2-9 0,-1 4 90,0-5-90,-1 2 0,2-2 0,-1 7 3276,1-6-3160,0 4-116,0-5 0,0-1 0,0 2 0,0-1 0,0 0 0,0 0 0,0 5 0,0-6 90,1 4-90,0-8 0,3 2 0,-1-1 0,0 1 0,0-2-90,1 2 90,-1 0 0,2 2 0,-2-3 0,0 2 0,0-2 0,0 1-90,-1-1 0,-1-2 90,2 1-360,3-2 270,-2-2 0,3 0-90,-2 2-270,5 3 270,-3-1-539,7-7 449,-5-3-629,8-11 269,-6 3-2647,3-2 1183,-6 2 925,-3 2-1,0-2 91,-3 2 180,-1 0 899,0 0 0,0 3 0,2 1 0</inkml:trace>
  <inkml:trace contextRef="#ctx0" brushRef="#br0" timeOffset="194540">2639 10815 11041,'2'3'1259,"2"-1"-1079,-3 1 0,2-2-90,0 0 180,4-1-180,2-1-1,2 0 181,4-3-270,-2 1 90,4 0-90,-5 0 90,1 1-90,-1-1 0,1 1 0,5-2 0,-5 1 0,3 0-180,-5-1 0,-4 1-179,0 2-2918,-5 0 887,-9 5 1400,2-1 990,-7 4 0,3-1 0,0 0 0</inkml:trace>
  <inkml:trace contextRef="#ctx0" brushRef="#br0" timeOffset="216240">731 2110 8522,'5'0'1259,"0"0"-1079,-3 0 0,0 0 0,1 0-90,-1 0 90,1 0-180,-2 1 270,2 3-90,-2-1-90,3 0 0,0-1 179,-1-2-179,0 0 90,1 0-90,-2 0 90,1 0-90,-1 0 90,2 0 0,-1 0 629,2-3-539,-1 2 180,-1-5-270,-1 2 0,0-2 0,-1 1 0,0 0 89,-1 0 91,-2-3-90,0 3-90,-1-2 180,-2-1-180,2 4 90,-3-3-181,3 4 91,-4 1-90,3 2 90,-11 8-90,7-1 90,-12 12 0,10-5 0,-4 6-361,4-1 451,0 3-90,0 1 90,1 1-90,-2 12-180,4-8 45,2 1 0,2 1 45,1 1-90,1-6 0,1 0 90,4 2 0,2 19 90,1-8-974,-2-2 1,2 2 838,-3-14 0,0 0 0,1 9 0,1 1 45,-2-10 0,-1 1-463,2 10 0,0 2 418,-2-10 0,1 0 0,0 9 0,0 0-45,1 11 45,1-9 0,1 1 45,0 7-90,0-13 0,-1-2 0,-2-6 0,-1-4 0,1-4 0,0-4 262,0-3-802,-2 0 1533,-3-5-1443,-2-2 629,-3-8-2608,-6-10 900,1-3-110,-2-2 1,0-2-1639,-4-8 1638,4 8 1,0 0-1639,-6-9 3121,-2 1 1,0 2 0,0 2-1</inkml:trace>
  <inkml:trace contextRef="#ctx0" brushRef="#br0" timeOffset="216433">461 2753 7353,'15'-6'3276,"-3"2"-706,3-3-950,2 1-4174,-3 1 3903,13-6-1753,-8 4 763,7-2-89,-5 1-360,10-2-270,-6 3-449,8-1-1530,-6 2 630,-10 2-90,0-2-1478,-13 4 1967,-4 2 1310,-4 6 0,-1 5 0,-1 3 0</inkml:trace>
  <inkml:trace contextRef="#ctx0" brushRef="#br0" timeOffset="217435">853 2898 9242,'8'-7'2338,"-2"2"-1888,0 2 540,1-1-631,-1 1 91,1-1 90,-4 3 2736,-1 0-2594,-3 7-682,2-2 179,3 15-89,1-5-90,4 9 0,-2-4 0,1 2 0,-1 2 180,3 9-180,-3-6-2897,1 6 2897,-3-11-180,0-2 90,-1 0-989,0 7 539,-3-11-179,0 6 89,-2-15-180,0-1 1,-2-3 2897,0-4-3078,-2-3-89,-2-3-91,0-4-1168,-6-10 1348,3 2 990,-5-6 0,6 6 0,1 0 0</inkml:trace>
  <inkml:trace contextRef="#ctx0" brushRef="#br0" timeOffset="217676">818 2920 10321,'11'0'2429,"-3"-1"-2069,1 1 179,0-3-179,2 1-180,2-2 0,-1-1 0,-1 1-90,0-1 179,10-1-179,-6 1-90,7-1 0,-7 3 0,-1 1 0,-1 2-179,0-1-271,2 3 90,-5-1-90,0 3-629,-6-2 449,-4 1-269,-2 0-1260,-8 3 1080,0-1-1,-7 5 1080,1-4 0,0 2 0,0-1 0</inkml:trace>
  <inkml:trace contextRef="#ctx0" brushRef="#br0" timeOffset="217846">851 3070 7353,'3'6'3276,"1"1"-1155,6-4-1582,-3 0 1,4-2 90,-5 2-270,1 0-1,1 4 271,7-6-360,7-3-642,1-3 102,1-2-180,-7 2-269,1 0-2160,4-7 1260,-8 2 90,0-4 90,-10 4 180,-1 0 1259,0 2 0,2 1 0,0 1 0</inkml:trace>
  <inkml:trace contextRef="#ctx0" brushRef="#br0" timeOffset="218991">1478 2705 9242,'6'0'3276,"-2"-1"-1245,0 1-1312,-1-1 1,-1 1-90,1 0 359,0 0-539,2 0 359,10 1-809,-3 0 270,8 1 270,18 3-450,-10-2-316,17 1 226,-16-3-508,-1-1 329,2 0 179,0 0-90,-1 0-90,-1 0-450,6 0-2639,-12 1 2009,9 2 541,-19-1-2558,5 5 2197,-15-4-179,0 1-970,-18 0 1060,0 1 180,-10 5 989,7-3 0,-1 3 0,3-1 0</inkml:trace>
  <inkml:trace contextRef="#ctx0" brushRef="#br0" timeOffset="219207">1678 3005 7263,'6'12'3276,"-2"-3"-1065,3 1-1762,-4-3-179,2-5 360,6 1 0,8-5-3843,1 1 3393,8-1 0,-6-1-90,5 1 0,13-2-90,-7 1-717,9 0 537,-15 0-90,0 1-90,-5-1-270,-1 1-899,1-4 1083,-9-1-2073,-3-9 1260,-13 4 179,-6-3 1080,-2 4 0,-3 3 0,0-2 0</inkml:trace>
  <inkml:trace contextRef="#ctx0" brushRef="#br0" timeOffset="219429">1788 2543 6903,'5'-8'3276,"0"2"-2324,2 1-323,0 1-1985,11 2 1715,0 1 1,9 3 598,-1 3-148,16 10-451,-7 0-502,-12-3 1,1 1 592,8 10 0,2 4-90,-3 3-91,-2 2-1299,-11-6 1,-2 1 1119,6 15-817,-6-5 1,-3 1 456,-2 7-379,-5-15 0,-2-1-250,-1 9-246,-2-3-2132,-9 7 1247,2-15-123,-7 4 2153,6-24 0,2-8 0,4-8 0</inkml:trace>
  <inkml:trace contextRef="#ctx0" brushRef="#br0" timeOffset="223677">2524 2655 6993,'-2'5'2429,"2"-1"-1800,1 0-179,0-2 1169,0 5-1349,0-3 809,4 1-809,-3-3 1889,2-7-1889,-3 3 0,1-4-1,-1 4-89,2 0 360,1 0-450,-1 1 270,8-5-360,-5 1 180,8-4-180,-5 3 180,4-1-90,4-2-1,-6 4 91,9-5-180,-12 9 180,8-1-180,-8 3 90,11 4-90,-11 1 0,4 4 0,-9-2 0,-1 0 0,-4 5 0,0-1 90,-9 9 0,3-9 90,-21 22-180,15-19-45,-3 6 0,1-1 45,9-7-90,-4 10 90,14-15 0,-1-3 90,4-2 0,-1-1 180,18-7-180,-7 1-45,10-6 0,0-1-135,-5 1 90,15-8 0,-25 13-180,-2 0 0,0 1-180,-3 1-809,0 2 359,-4 2-89,-1 1-2378,-4-1 1427,0-3 321,-2-1-1080,-6-2 2609,3 2 0,0 1 0,6 1 0</inkml:trace>
  <inkml:trace contextRef="#ctx0" brushRef="#br0" timeOffset="224144">3064 2335 6993,'-4'-7'3276,"-1"3"-435,1 3-2212,-3 1-359,0 1-90,-1 1 180,-3 8-180,1-1-1,-1 7 451,1 9-90,1 10-1192,2 3 1012,3 5 0,3-6 89,3 4 1,2 2-1201,-2-15 0,1 1 841,1 17 0,2 2 0,1-8 0,0-2-45,-1-8 0,0 0 0,1 9 0,1 0-45,0-2 0,-1-3 0,-2-8 0,0 1-586,4 19 1,-1-2 315,-3-4 90,-1-12 0,-2-2-269,-3-9-271,-1-3-90,-3-5-2467,-11-14 1697,4-3 141,-9-13-1601,5 0 1915,1 2 1,0-2 980,-7-13 0,7 10 1,1-1-1,-2-12 1</inkml:trace>
  <inkml:trace contextRef="#ctx0" brushRef="#br0" timeOffset="224294">2854 2810 7263,'7'-1'2968,"1"0"-2428,-1-2-270,1 1-90,-1-1-90,2 1-1,7-5-89,-1 1-89,5-4-361,4-1 0,-6 3-90,7-3-1169,-6 2 810,-5 4 899,5-2 0,-10 4 0,3 0 0</inkml:trace>
  <inkml:trace contextRef="#ctx0" brushRef="#br0" timeOffset="224478">3114 2723 6723,'12'3'3276,"-2"1"-1695,-6 0-1311,-1 0-3442,1 18 3352,-1-7 0,1 16 859,0-12-859,2 2 0,6 21-180,-4-15-45,1 2 0,-1 0-135,-1-6 0,3 9-359,-6-19-451,-2-6-809,-1-3 720,-6-12 3391,-1-1-4290,-9-15 1978,3 6 0,-4-7 0,4 5 0</inkml:trace>
  <inkml:trace contextRef="#ctx0" brushRef="#br0" timeOffset="224649">3096 2675 7803,'9'4'3276,"10"0"-2505,-9-3-681,7 1 0,-8 0 0,1-1-90,1 1-90,1-2 90,-1 2-180,-1-1-270,3 1 181,-4 2-1800,1 5-630,-16 8 2699,3-4 0,-10 3 0,5-8 0</inkml:trace>
  <inkml:trace contextRef="#ctx0" brushRef="#br0" timeOffset="224785">3186 2838 6993,'3'9'3276,"-2"-1"-1335,3 4-1671,-3-7 180,5 1-360,-1-6 0,4 0-270,12-4-90,-6 1-900,19-7-2107,-5-3 1899,-7 2 389,-2-1 989,-14 7 0,1 1 0,0 1 0</inkml:trace>
  <inkml:trace contextRef="#ctx0" brushRef="#br0" timeOffset="224961">3536 2835 6903,'9'9'3058,"0"0"-2428,-3 2 269,1 8-629,-3-3 0,-1 8 0,-3 3-180,0-6-270,0 15 0,-1-17-270,0 4-2338,-3-11 1619,1-7 1169,-4-10 0,5-5 0,0-6 0</inkml:trace>
  <inkml:trace contextRef="#ctx0" brushRef="#br0" timeOffset="225545">3804 2655 8972,'-1'5'3276,"-1"-1"-1605,2-3-861,3-1-451,-2-1-179,4 0 90,0-3 90,8-2-270,0 0 0,5-1 0,-3 2 0,-1 1 0,-1 1 0,5 1 0,-5 1 0,4 2-1,-8 1 1,-2 0 0,-1 2 0,-1 1 90,-1 8-90,-1-1 0,-4 8 0,-2-4-90,-2 3 90,0 0-90,1-1 0,0 1 0,3-3 0,0 1 0,1-4 0,0 0-90,3 2 90,1-5 0,3 4 0,-1-8 0,-2 0 0,1-1 0,-2 0 0,2 2 0,-1 0 0,0 2 90,-2-2-90,0 1 0,-2-1 90,-3 2-90,-2 1 180,-7 7-270,1-4 0,-5 6-90,5-7-90,0-1-269,1 1-91,1-2-989,-2-2 360,5-3-271,-1-7-1747,8-26 1157,2 8 1918,5-17 1,3 16 0,1 1 0</inkml:trace>
  <inkml:trace contextRef="#ctx0" brushRef="#br0" timeOffset="225883">4569 2260 7803,'19'-29'3276,"-4"3"-1335,-12 4-412,-7-2-1080,-2 6-89,-3 3 0,0 13-90,-1 2 0,-1 2 0,-3 4-91,0 3 1,-2 4 90,1 2-90,-1 3 90,1 4 360,-5 20-1240,10-13 0,2 1 610,0 1 0,0 1-694,2 4 1,1 0 827,2-8 1,2 2-15,-1 1 0,2 3 0,-1-1-30,1 6 0,1 1-794,0-4 1,0 2-1,0-2 704,2 5 0,0-2 45,1 2 0,0 1-781,0-2 1,1 1 735,-1-2 0,2 1-183,-2-6 1,1 2 0,0-2 182,0 3 0,0 0 231,2 7 0,-1-1-366,-2-10 0,0-3-225,0 12-179,-3 2-721,-13-21 181,-1-12 1339,-9-5-3318,-3-24 1439,2-2 1481,-6-16-1301,4 2 854,11 14 1,0-1 584,0-1 0,1-1 0,-1-1 0,0 0 0,1-1 0,0 0 0</inkml:trace>
  <inkml:trace contextRef="#ctx0" brushRef="#br0" timeOffset="226033">4156 2858 6993,'23'-6'3276,"0"-1"-2305,6-2-791,-2 1-180,-5-1 0,4 0-180,2 0-180,2 1-1079,11-2-1225,-14 4 1585,8-1-1,-20 5 699,-2-1 381,-1 1 0,-4 0 0,1 1 0</inkml:trace>
  <inkml:trace contextRef="#ctx0" brushRef="#br0" timeOffset="226246">4554 2800 7623,'4'4'3148,"-2"0"-2429,0-2-179,-2 1 1079,-2 6-1259,1-2 0,-1 8-90,0-3-1,1 4 271,4 28-450,-1-15-301,2 3 0,-1-1 211,0 0 0,2 10-540,-2 1-450,-2-12 360,1 3-180,0-19-2467,1-11 1923,-8-14 184,-1 2 1170,-8-12 0,1 8 0,0-2 0</inkml:trace>
  <inkml:trace contextRef="#ctx0" brushRef="#br0" timeOffset="226447">4449 2870 7623,'10'-2'3276,"20"-10"-1515,-10 6-2767,15-6 1096,-15 7 352,1 0-442,-1 1 0,2-1 0,5 1-90,-7 1-90,4 1-990,-6-1-539,-11 0 811,-4 1-92,-15 3-89,-8 5 1079,-2 0 0,-2 0 0,0 1 0</inkml:trace>
  <inkml:trace contextRef="#ctx0" brushRef="#br0" timeOffset="226599">4399 3058 7803,'3'8'3276,"-1"0"-2505,2-2-231,0-1-3532,17 1 3082,-6-3-90,14 1 606,-11-6-966,2 1-1349,13-8 449,-9-2-89,7-8-1169,-8-7 2518,-7 8 0,4-3 0,-8 13 0</inkml:trace>
  <inkml:trace contextRef="#ctx0" brushRef="#br0" timeOffset="227332">4939 3030 6993,'6'-2'3276,"-3"1"-76,1 2-2390,-10 15-630,5-3-90,-5 14 90,5 0-3457,-1 7 2892,-1-2 25,-1 0-109,2-12-161,-1-3-1708,-3-2 988,1-8 91,-4-5 0,2-8 2078,2-6 0,4-5 0,4-3 0</inkml:trace>
  <inkml:trace contextRef="#ctx0" brushRef="#br0" timeOffset="227809">5409 2558 7623,'4'-2'3276,"0"1"-1785,-4 1-682,-8 4-539,4 1 450,-16 16-360,11-7-90,-8 9 359,2 3-359,3-7-90,-2 9 180,5 1-180,4-7-180,1 6 90,4-3 0,2-8-90,0 5 179,9-6 1,4-7 0,1-2-90,3-9 0,-7-5 0,0 1 0,1-3 0,4-3 0,-5 2 0,3 0-90,-1 4 90,-6 4-90,3 2 0,-5 5 90,1 4-90,0 2 90,1 4-90,0 3-90,0 3 0,0 2-270,-2 2-539,-1 6 179,0-9-989,2 7 899,0-18-269,1-2-2198,2-16 1517,-4-3 680,1-9 1080,-2 0 0,0-1 0,2-2 0</inkml:trace>
  <inkml:trace contextRef="#ctx0" brushRef="#br0" timeOffset="228197">5954 2283 6903,'2'-13'3276,"-1"2"-1965,-2 2-861,-1 3-90,0 0 0,-1 2 0,1 0-181,-1 3 91,0 1-90,-6 1 0,0 2 90,-9 2 0,9 1 90,-5 8-91,9-3 1,-3 6 360,-1 5-360,2-3 180,-1 8 179,6-2 1,1 2-270,1 11-1062,1 6 0,1 1 747,1-18 0,0-1 90,1 11 0,1 1 0,0-9 0,-1 0-90,2 0 0,-1 1 0,1-1 0,0 2-45,0-1 0,0 0 45,0-3 0,1 4-892,2 12 1,0 6 0,0-5 846,-3-12 0,1 0 0,0 8 0,2 3 0,-4-9-805,-2-9 715,-2-6-399,-2-6 40,-2-4 1172,-2-5-1623,-1-4 1577,-7-13-1936,3-2-2018,-5-12 0,-4-15 0,4 6 2378,3 10 0,1 1 825,-4-15 0,1 0 1,3-1-1</inkml:trace>
  <inkml:trace contextRef="#ctx0" brushRef="#br0" timeOffset="228424">5629 2443 7982,'4'4'3276,"0"-1"0,11-4-2632,-2 0-284,12-1-180,-2 1 0,2 0-925,2 0 835,2-3-3160,0 0 2440,11-2-604,-11 2 335,7-1-450,-14 1-181,-6 2-1438,-6-3 1709,-5 3 1259,-4 0 0,-1 2 0</inkml:trace>
  <inkml:trace contextRef="#ctx0" brushRef="#br0" timeOffset="229413">6069 2863 8162,'3'-2'2969,"1"1"-1890,-3 2-539,-5 2-180,1-2-91,-4 0 181,8-2-270,3 0 90,3 1-90,0 1 90,-2 2-91,0-1 91,0 2 0,0 1 180,3 5-1477,-1 1 1117,1 4-243,-4-1 243,-1 1 0,-1 2-90,3 2 90,-1 1-180,4 8 90,-4-8 983,0 5-1613,0-7 270,-1-6 287,-1 1-1096,-1-9 629,-2-4-179,0-4-810,-3-11 449,0 1 1,-1-8 0,-1 5 89,0-2 990,-2 0 0,1-1 0,-1 0 0</inkml:trace>
  <inkml:trace contextRef="#ctx0" brushRef="#br0" timeOffset="229624">6037 2823 10591,'9'-2'2429,"-1"1"-2160,-1 1 1,2-1-180,1 0 0,3-1 0,5-1-90,-3 1-90,5-1-90,-1-1 0,-6 1 0,2 0-539,-4-1 269,-5 1-1169,-1 2 899,-7 1-89,-3 4-990,-5 3 989,-1 1 810,-4 3 0,4-1 0,-1 0 0</inkml:trace>
  <inkml:trace contextRef="#ctx0" brushRef="#br0" timeOffset="229757">6099 2908 7803,'-2'16'3276,"-1"-2"-1515,5-9-1312,-1-2-89,1 1 180,2 0-270,0-2-90,2 2 0,6-1-360,5-2-1454,0-2 644,2-4-449,-8-3-1838,3-20 888,-6 9 2389,3-13 0,-4 14 0,1 0 0</inkml:trace>
  <inkml:trace contextRef="#ctx0" brushRef="#br0" timeOffset="230372">6767 2730 8432,'-1'4'3276,"0"0"-1964,1-2-593,0 1 1,1-1-181,0-1 181,0 0 0,2 1-1,-2-1 900,4 3-1169,0-2 989,9 3-899,-1-2-90,6-1 539,23-3-719,2-5-840,-17 3 1,1-1 569,19-7 0,-12 3 0,1-2 0,1-2-90,-1 1-90,-1 0-90,-1 0-89,-2 1-91,-3 0-886,-3 0 617,-5 0-181,-3 1 180,-6 1-539,-5 3-1259,-10 2 2199,-5 0-1300,-8 2-1,-1 1 181,-3 1 180,-4 3 783,-1 0 476,0 2 0,-1 1 0,1 2 0</inkml:trace>
  <inkml:trace contextRef="#ctx0" brushRef="#br0" timeOffset="230648">6802 2920 6993,'-11'18'3276,"3"-5"-1425,1 1-1131,3-8-181,3 1 541,0-2-720,2-2 89,0 1 91,2-1 90,0-1 539,7 2-539,0-2-1,8 2-449,-1-1 270,3-1-325,4 1 234,1-2-179,4 0 45,7-2 0,1 0-915,4-1 690,-3 1 0,-1-1-90,-8-2 0,-2 0-180,-2-1-180,-2 0-359,-3 0 56,-3 0-327,-2 2-1438,0-2 1079,-6 1 29,-2-8-209,-7 0 862,-3-6-592,-6 3 180,-1 0 1169,-3 1 0,0 3 0,-1 0 0</inkml:trace>
  <inkml:trace contextRef="#ctx0" brushRef="#br0" timeOffset="230907">6997 2605 7892,'7'-17'3276,"-1"7"-1245,5-4-1491,-1 8 180,2 2-181,2 1 181,2 2 539,10 5-4161,5 8 3712,12 9-361,-6 3 481,-3 4-660,-11-3 90,0 3-180,-3 3 90,0 2-91,-10-8 1,-2 1-1195,5 14 1060,-8-15 0,-1 2-135,-4-1 0,-2-2-786,-3 13 157,-4 8-1710,-8-7 270,1-14-1118,-28-3 0,19-19 117,-14-8 3160,21-4 0,-1-1 0,0-3 0</inkml:trace>
  <inkml:trace contextRef="#ctx0" brushRef="#br0" timeOffset="233941">8072 2870 9602,'-1'4'1259,"1"0"-1079,1-2 719,16-4-629,-5 0-90,13-5 450,-1-5-361,-4 2 181,1-4 0,0 0-697,-2 1 426,10-10-89,-19 13 0,-3-2 0,1 1 90,6-13-180,-5 9-3220,8-21 3220,-12 21 89,2-9-89,-5 13 0,0-5 436,-3 6-436,0-3 0,-3 8-90,-12-2 90,5 3 0,-11-2 0,8 2 0,1 0 3276,-8 1-3250,7-1-26,-5 1 0,6 3 0,-9 8 0,7 1-3277,-8 7 3072,12-1-2063,0 1 2268,3 3-76,1 2 76,3 2 0,1 16 0,3-8 0,2-3 0,1 0 0,2 6 0,0-6 0,0 1 0,1 3 0,2 7 0,0-2 0,-3-11 0,2 6 2134,-2-12-2134,-1-2 0,0-3 113,-2-3-23,1-2-90,-1-1 0,0-3 3276,-1-1-3119,-1-1-11,0-1 484,0-2-540,0-8-90,1 1 90,2-9-90,0 4 0,6-8 0,-2 4 0,8-15-90,-5 12-151,4-6 241,-4 8 0,0 2 0,4-2 0,-1 3 0,0 1 0,-3 5 0,-3 4 0,0 0 241,-3 2-331,1-2 90,-4 3-90,0 1 90,-1 2 0,0 2 0,0 0 0,-3-1 0,-1 1 0,-5-1 0,0 2 0,-5 3 0,4 0 0,-3 2 0,5-4 0,1-1 0,-1 1 0,-2 2 0,3-3 0,-1 5 0,7-5 0,0 2 0,1 0 0,1 1 0,0 0 0,3 1 0,1-3 90,1 2-90,2-1 0,3 1 0,-2-2 0,2 2-90,-1-6 0,-2 1-90,0-3-90,0 0-449,1-2-541,-1-2-718,1-6 718,-3 0 1,-3-5 90,-3 3 89,0 0 1080,0 1 0,0 2 0,0 2 0</inkml:trace>
  <inkml:trace contextRef="#ctx0" brushRef="#br0" timeOffset="234776">8695 2628 7173,'10'-5'3276,"4"-4"-2594,-5 4 217,6-3-629,-10 6 270,3 0-360,-6 3 629,0 1-539,-8 1-180,3 0 90,-5 2 0,0 2 0,1 1-1,-3 2 181,-5 10-90,4-2-429,-3 9 339,4-3-2980,-4 17 3159,6-6 1,1 2-315,0-6 0,2 0 45,-1 10 0,1-1-435,3-14 1,2-2 434,-1 2 0,2 0-45,-1 0 0,1 1 0,1-1 0,0 2 0,1 10 0,1 1-45,-1-10 0,1 1 0,0 6 0,0 1 0,2-4 0,-1-2 90,1 15-90,-1-18 0,0-2 0,0 4-90,-2-4 0,1-5 0,-1-3-286,-2 0-74,-1-8 2810,-3 2-3799,-5-11 1844,0-1-1394,-6-5-2288,-10-17 1247,6 6 1374,1-3 1,1-2-1,0 0 1,-2-9 0</inkml:trace>
  <inkml:trace contextRef="#ctx0" brushRef="#br0" timeOffset="234958">8417 3163 7353,'5'-5'3148,"0"1"-2608,0 0-181,2 2-179,-1 0-90,3 1 0,-1 1-90,4 0-90,0-1-449,11-2-181,-6 1-269,6-2-1080,-6-1 1079,-7 3 990,1-1 0,-7 6 0,0 2 0</inkml:trace>
  <inkml:trace contextRef="#ctx0" brushRef="#br0" timeOffset="235508">8783 3160 7982,'6'0'2249,"-1"0"-1799,-1-1-180,-2 1 179,1-1-269,-1 1 180,2 2-180,-2-2-90,1 4 270,1 0-270,-2 2 90,4 6-90,-1 8-1157,-1-2 1067,1 5 0,-2-7 0,-1-5 0,1 1 0,-1-3 0,-1 2 0,2-1 0,-3 2 1157,1-2-1247,-1 0 90,-1 1-270,-2 3-90,2 0 90,-1-3-90,2-4-1798,0-6 1168,0-7-89,0-2 179,0-8 900,0 3 0,0-2 0,0 0 0</inkml:trace>
  <inkml:trace contextRef="#ctx0" brushRef="#br0" timeOffset="235826">8788 3198 7443,'8'1'2968,"-2"0"-2608,2-1 0,-1 0-270,0-1 0,2-2-1,-2 0 1,1-1-90,0-1 0,1 2 0,1 0 0,0 0 0,0 1-90,7-3 90,-8 2-359,7-3-1,-11 3-90,1-2-1978,-4 2 1528,-1 0 91,1 0 809,-2 1 0,-2 0 0,1-3 0</inkml:trace>
  <inkml:trace contextRef="#ctx0" brushRef="#br0" timeOffset="236149">8843 3293 7173,'7'3'2698,"1"1"-2158,-1-1-360,-2-2 360,9-1-271,-4-1-179,3-1-90,-6 1 0,-2 1 0,-3 0 0,2 0 0,1 0 0,-2 0-899,4-2-810,-6-4 630,1-2 89,-6-2 990,0 1 0,-2 3 0,0 0 0</inkml:trace>
  <inkml:trace contextRef="#ctx0" brushRef="#br0" timeOffset="246584">2331 10885 7892,'4'4'2159,"1"1"-1979,-3-4 180,4 1-360,-3-3 90,7-3-90,-7 0 90,4-1 180,1-7-270,-3 6 90,7-9 0,-7 9 0,8-10-1,-5 6-89,4-5 90,-5 5-90,4-5 90,-4 5-90,5-6 0,-7 7 90,7-10 0,-6 8 0,7-18-90,-8 15 0,1-8 0,-5 9 90,-1 1 90,0-10-180,0 10 90,0-7 0,0 12-90,0-1 90,-1-1 0,-1 3 0,-3-6 0,1 6 0,-6-6 0,6 8 90,-4-1-180,8 5 90,-4 3-90,3-1 0,-3 3 0,2-1 0,-1 1 0,1 0 0,-1 0 89,1 1-89,-1 1 0,1 0 0,-1 2 90,1-1-90,-1 4 0,1-1 90,-1 2-90,1 7 90,0-4-90,1 8 0,0-6 0,1 12 0,-1-6-406,1 9 406,0-10 0,2 11 0,0-8 0,1 8 0,0-11-6,0 7 6,0-7-3256,1 5 3256,-2-9-2177,2 5 2177,-1-7 182,-1 4-182,0-4 3,-1-7-3,0 2 2358,-1-8-2358,0-2 3276,0-1-2980,0-5-296,-1-1 0,0-4 0,0 0 0,0 0 0,0-4 0,-1 2 0,1-6 0,1 3 0,2-9 0,1 5 0,2-3 0,0 6 0,1 0 0,1 1 0,3-4 0,-1 5 0,2-1 0,-4 6 0,2 2 0,-1 1 0,1 1 0,-1 2 0,1 1 0,-2 1 0,1 1 0,-1 0 0,2 3 0,-3 0 0,1 1 0,-4 0 90,-8 13-90,1-8 0,-10 16 0,5-17 0,-1 4 0,-3-5 0,4 0 0,-4 1 0,3-1 0,4-2 90,-1 1-1113,5-2 1023,-1 0 0,1 0 0,0 0 0,1 2 0,2-1 0,1 2 0,2 2 1023,1-2-1023,1 4 90,2 1-90,-1-1 0,3 1 0,0-1 0,-1-5 0,2 3 0,-1-4-90,-2-3 0,1 0-360,-2-3 1,-2 0-271,2-1-269,-4-2-1440,-5-4 1260,-3 0-1,-7-1 1170,-1 3 0,-3 2 0,0 2 0</inkml:trace>
  <inkml:trace contextRef="#ctx0" brushRef="#br0" timeOffset="274179">12246 14583 7533,'2'-5'3058,"1"0"-1979,-1-1-629,0 4 270,-1 0-450,-3-1 269,2-1-449,-1 0 90,4 0-90,-1 3 0,1 2 630,6 12-361,-3-2 361,11 20-1151,-8-12 701,6 10 89,-3-5 1,0-1-180,4 7-135,-3-5 0,0 0 225,12 7-90,-4-7-1107,8 5 1017,-5-11 89,1-2-179,1 0-249,0-7 1,1 0 338,8 2-45,-2-4 0,-1-1 45,-2-4 0,0-4 0,1-2-90,1-1 45,13-7 0,2-2-45,-7-1 0,5-1 0,0-1 0,-3 1 0,-13 4 0,5-1 0,-3 1 0,-5 2 0,1-1-876,11-4 0,7-2 0,-4 1 876,-2 2 0,-1-1-266,-7 3 1,1 0 0,-2 0 265,4-1 0,-1 1 0,0 0 0,-1 0 0,-8 4 0,1-1 0,17-5 0,0 0 0,-18 6 0,0 1 45,8-2 0,0 0-135,13-4 90,-12 4 0,1-1 0,-7 3 0,-1-1 0,9-3 0,0 2-182,-9 1 1,-2 1 181,1 0 0,0 0-52,0-1 0,0 1 52,0 0 0,0 0 0,1 0 0,-1 0 385,1 1 1,0 0-386,-1 1 0,2 1 0,10 0 0,0 2 369,-10 0 1,1 2-370,18 3 0,-1 2 0,-18 0 0,-2 1 0,8 2 0,0 2 0,-11-3 0,1 2 0,8 5 0,3 2 0,-2-1 0,-5-2 0,1 0-77,7 5 1,4 3 0,-7-4 76,6 6 0,-15-9 0,-1 0 492,6 4-492,5 6 0,-11-8 814,3 3-814,-13-8 605,-1-4-605,-2 0 1866,-1-3-1776,-2-1-180,1-5 166,-1-3-76,1-6 0,-1-15 0,-1 3 0,2-10 0,-1 7 0,4-14-121,1 9 121,5-11 0,-2 12 0,3-1 0,2 0 0,4 0 0,2 1 0,1 2 0,-5 9 0,0 1 0,12-7 0,-11 9 0,1 2 0,3 5 0,1 3 0,16-2 0,-12 5 0,0 1-559,-4 1 1,-1 2 603,3 0 0,2 1 0,3 1 0,1 0-1360,2 0 0,3 1 1375,3-1 0,4 1 0,-2 0-617,-7-2 1,-1 0 0,2 0 578,0 0 1,1 0-1,1 0 1,-2 0-168,1-1 1,-1-1-1,5 1 163,-1-1 0,6 1 0,2-1 0,-1 0 0,-5 1-196,-5-1 1,-3 0 0,0-1 0,3 1 159,5 0 0,5 0 0,0-1 0,-1 1 0,-6-2 108,0 0 0,-5 0 0,0-2-90,0 0 0,1 0 0,-1-1 35,-1 0 1,-1 0 0,1-2-36,-2 1 0,0-2 0,0 1-30,-2-1 0,0 0 0,0-1 30,13-4 0,0-1-208,-3 1 0,-1-2 178,-8 1 0,1-1 0,-1 0 104,-3 1 1,-1-2 0,-1 1-75,14-7 0,-3 0 239,-10 2 1,-3 2-240,0-6 0,-4 2 0,-7 2 0,-2 2 1315,-3 1-1404,-2 2-1,-1 1-90,0 2 2353,-1 1-2173,1 0 2131,-1-1-2581,0 1 1029,-4-1-1298,0 2-111,-3 0-699,1 0-1748,-1-5 1157,-1 0 591,-4-2 180,-3 3 1349,-6 3 0,-5 1 0,-5 2 0</inkml:trace>
  <inkml:trace contextRef="#ctx0" brushRef="#br0" timeOffset="1.16868E6">15054 3740 6671,'40'1'569,"0"0"1,0 1 0,0 0-345,-1 1 0,0 2-1864,-1 0 1,0 1 1235,-2 1 0,-1 1 448,-1 1 0,0 1-857,-3 1 0,0 1 857,10 7 0,0 1 0,-11-5 0,1 2-164,8 4 0,4 4 1,-5-2 163,-6-5 0,-1 0-45,6 5 0,3 1 0,-4-2 45,-10-6 0,-2-1-45,8 4 0,-1 2-338,-5-2 1,-3 0 337,12 13 268,-14-12 0,-1 2-178,2 12-135,-9-9 0,-1 1-405,5 16-225,-8-7 1,-2 0-135,-3 6 574,-5-14 0,-2-2 235,-7 9 0,-7 0 0,0-2 0</inkml:trace>
  <inkml:trace contextRef="#ctx0" brushRef="#br0" timeOffset="1.17422E6">8100 8018 7713,'10'-3'3276,"-1"2"-2325,-3 0-771,-3 1 90,1 1 90,-1 0-90,-1 2-91,1-2 451,0 0-360,0-1 90,1 0-90,-3 0 1708,0-1-1528,-3 4 0,0-2 0,-1 5 89,0-2-179,0-1-90,0 0 180,-1-1-360,2 0 90,0 0-90,1 2 0,2-2-90,1 2 89,1-1 1,2 0 0,2 1 0,0 1-90,1 0 90,1 0 0,-1 0-90,4 0 90,-1 0 0,6 4-90,-4-1 90,10 5-90,-8-6 0,4 1 0,-4-3 90,9 2-90,-5-1 0,7 2 0,-6-3-3277,3 2 3252,2-1-2243,1 0 2358,1 2-90,1-1 0,12 2 0,-11-3 0,9 3 89,-13-4-324,1 1 235,-1-1 0,-2 0 0,2 0 0,-1 0 0,1-1 0,0 0 90,0-2-90,10 2 0,-9-2-90,8 2 90,1 0 0,-7-3 45,-3 1 0,0 0-45,6-2 0,11 1 0,-13-1 0,14 1 0,-9-1 0,1 0 0,8 0 0,-6-1 240,-11 1 0,-1-1-240,9-1 0,4 1 0,-5-1 0,3-2 429,-2-1 1,0 1-430,10-3 0,-10 3 0,0-1 0,13-1 0,-21 3 0,1 1-113,-2-1 0,1 1 113,21-2 0,-16 3 0,-1-2 1823,-1 3-1823,13-3 90,-12 2 1240,12-1-1330,-13 2 0,16-1 0,-10 1 0,10-3 0,-11 2 0,0-1 0,1-1 0,0-1-932,0 2 932,0-3 0,0 2 0,-1 0 0,14-1 0,-12 1 0,11 1-90,-15 0 90,1 2 385,-1 0-385,1 0-90,13 0 70,-10 0 20,-5 1 0,7 0 0,-5 0 0,15 0-438,-14 0 0,4 0 0,-5 0 438,6 0 0,-15-1 0,1 0 284,10 0-284,0 0 0,-1 0 0,-2 0 0,14 1 0,-11 0-2111,11 1 2111,1-1 0,-10-2-251,-13 0 0,0 1 251,12-3 924,1-1-924,0 1 0,2-2-312,0 0 312,1-1 0,1 2 0,-1-1 90,1 0-90,-1 1 0,0 0 0,-12 2 0,1 0 0,14 0 0,-16 0 0,0 0 0,9 0 0,-1-1 2422,0 1-2422,0 0 45,0 0 0,0 0-118,10 1 73,-11-1 0,1 1 0,-8 0 0,-2 2 90,14-3-135,-6 2 0,1 0 489,6-1-444,-15 1 0,5 0 0,13 0 0,8 0 0,-5 0-107,-12 0 0,0 0 107,5 0 0,7 0 0,-1 1 0,-8-1 0,-11 1 0,-1 0 0,19 0 0,0 0 45,-19 0 0,0-1-90,7 1 0,1 0-2428,12-1 2473,-14 0 0,0 2-569,-6-2 1,-1 1 568,6 1 0,0 0-629,11 1 629,-1-2 0,-1 0 0,0-1 0,-12 0 0,0 0 0,15-1 0,-15 0 0,0 1 0,10-3 0,-10 2 0,0 0 0,15-2 0,-15 2 0,0 1 0,11-1 0,-1 1 434,-1 0-434,-1 0 0,1-2 0,0 0 0,-12 1 0,1 0 282,15-2 1,-1 0-283,8 0 0,-1-3 1533,1 2-1533,-1 0 0,0 0 296,-1 2-296,0 0 0,-13 1 0,1 0 78,-9 0 1,1 1-79,16-4 0,3 1-281,-11 0 0,0 0 236,2-1 0,-1 0 45,-4 1 0,1 0-292,1 0 0,0 0 292,-8 0 0,0 1 0,10-1 0,-1 0 0,13-1 45,-13 2 0,0 0-45,-8 1 0,-1 0 45,8-1 0,0 0-45,8 0-1262,1-1 1307,-3 1 0,1-1-177,-15 2 0,1-1 132,22-1 0,0 0 0,-2 1 0,-16-1 0,0 1 0,10-1 0,-1-2 0,0 2 0,-1-2 0,0 0 90,0 0-90,-2 0 0,1 0 0,-11 0 0,1 1 0,13-2 0,-14 2 0,0 0 45,0 0 0,0 1 1256,12-4-1301,10 0 0,-1-2 352,-13 4-442,12-2 90,-15 0 0,15-5 90,-9 2 0,6-2 0,2-1-45,-21 6 0,1 0-650,14-4 1,0 0 604,4-2-301,-11 4 1,0 0 300,-8 2 0,1 0 7,7-2 0,4-2 0,-4 2 38,-6 1 0,0 1-45,13-5 0,1-1 180,-1-2 0,-3 0 447,-11 5 0,0-1-477,4-2 0,4-2 0,-4 1 120,13-8-169,-15 7 1,1 0 78,6-6-90,1-2 372,-1 2-372,-1 0 89,1-1-89,-11 6 0,1-1 0,12-11 291,-12 10 1,-1 0-292,6-8 0,1 1-419,-3 0 329,2-2 1035,-2 1-990,-7 6 0,1-1-45,9-11-44,-11 12 1,1-2 43,-1 1 0,-1 0 90,10-11-45,-11 11 0,0 1 45,4-7 270,4-12-1030,-7 9 850,3-9 778,-8 10-659,-4-6 1,0-10 0,-1 5-210,-2 13 0,0-1-384,1-12 0,0-7 1,-3 9 473,-3 3-185,-1-4 0,0 0 95,-1-3-90,2 4 0,-1 3 0,1 7 45,-1 3 0,0-1-45,-1-6 45,0 7 0,1 1 1768,-1 0-1723,0-1 0,1 1-90,-3-1 90,-3-12 0,0 8-90,-4-10 0,1 12 0,-1-1 0,-3-1 0,-1 1 0,-1-2 0,2 8 0,0 0 0,-7-10 0,7 11 0,-1 0 0,-5-5 0,-9-9 0,7 8 0,-6-4 0,0 2 0,7 8 0,1 4 0,-1 0 0,-2-2 0,-11-5 0,10 8 0,-13-6-2150,7 6 2150,-12-4-351,18 11 1,-1 0 350,-15-5-34,13 5 0,0 0 34,-15-4 0,1 1 0,-1 0 0,11 3 0,0 1 0,8 1 0,-1 0 0,-17-4 0,0 1 0,17 3 0,0 0 0,-17-3 0,0 0 0,17 4 0,0-1 0,-12-1 0,-5-1 0,4 1 0,10 2 0,0 0 0,-9-1 0,-3 0 0,5 0 0,-9 1 0,16 2 0,1 1 0,-10-2 0,0 0-225,-1 0 225,0 0 1331,-2 0-1331,10 0 0,-2 0 0,7 1 0,0 1 0,-10-3 0,1 1 0,8 2 0,0 0 0,-12-2 0,-1 0-111,9 2 1,0 0 110,-9-1 0,0-1 0,12 2 0,1 0-18,-1-1 1,1 0 17,0 0 0,0 1 0,-10-3 0,0 1 0,8 1 0,0-1 0,-7-1 0,0 0 0,-12-2 0,14 0 0,-1 1 0,8 2 0,-1-1 0,-7-2 0,1 0-1259,-14-3 1259,13 2 0,1 0 0,7 3 0,1-1 396,-18-4 1,1 1-397,17 5 0,1 0 0,-17-3 0,0 0 0,-8-1 0,7 2 0,-1 0 0,17 3 0,-1 0 0,-19-3 0,-2 1 0,19 2 0,1 1 0,-11-1 0,0 0 0,10 0 0,2 1-341,0 1 1,-2-1 340,-19-2 0,0 0 0,18 1 0,0 0-48,-15-1 1,2 1 47,1-2 0,13 1 0,0 1 0,-15-3 0,15 2 0,0 1 0,-8-3 0,11 3 0,-1 1 1142,-10-2-1142,-11-1 0,17-1 0,0 1 0,-1-1 0,0-1 0,6 3 0,-1-1 0,-13-2 0,13 3 0,-2 0 0,-2 1 0,0 0 0,6 1 0,-1 0 0,-8 0 0,0-1 41,8 1 0,1 1-41,-1-1 0,0 1 0,0 0 0,0-1 0,1 1 0,-1-1 0,-9-1 0,0 0 0,8 1 0,1 0 0,-7-1 0,0 0 0,-10-3 0,2 2 2192,3-2-2192,1-1 0,-1 3 0,-8-2 0,6 2 357,12 1 0,-1 0-357,-16-1 0,-7 0 0,10 2 0,3 3 0,5-1 0,1 2 0,-6 0 0,7 0 0,0 0-1927,-5 2 1927,5-1 0,-1 1-412,-5-1 412,12 0 0,0 0-354,-10 1 354,-1-1 0,0 1 0,-2-1 0,1 1 0,0-1 0,12 0 0,0 1 0,-13 0 0,15-1 0,-2 1 0,-22 0 0,11 0 0,5-1 0,0 1 0,-7-1 0,14 0 0,0 0 0,-11 1 0,-12 0 0,9 0-248,13-1 1,1 0 247,-11 0 0,10 0 0,0 0 1480,-14 0-1480,6 1 0,0 0 0,-6 0 0,13 0 0,1 0 0,-10 0 0,0 2 0,-1-1 0,0-1 0,3 1 0,-10 1 0,0 0 0,5-1 332,3 0 0,-2 0-332,-5 0 0,-10 2 0,2 0 0,9-2 0,13 0 0,2-1 0,-20 2 0,-1 0 0,20-2 0,1 0 0,-19 2 0,1 0 0,19-3 0,-1 1 0,-14 1 0,-6 1 0,5-1-471,11-1 0,-1 0 471,-4 1 0,-3 0 0,5-1 0,-15 2 250,2 0-250,0 0 0,13-1 0,1-1 0,7 0 0,0 1 0,-8 0 0,1 1 0,-13 2 0,13-2 0,-1 0 0,8-2 0,0 1 0,-8 0 0,1 0-431,-14 1 431,-1 0 0,0 1 0,13-2 0,-1 0 0,9-1 0,-1 0 0,-7 1 0,1 0 0,-14 2 0,0 0 0,0 2 0,-1-1 0,1 1 0,-1-1 0,1 1 0,0-1-1235,1 1 1235,14-3 0,0 0-302,8-1 1,0 1 301,-8 0 0,1 1 162,-11 1-162,-1 1 0,14-3 0,-1 0 0,-16 3 0,18-4 0,-2 1 0,2-1 0,1-1 0,-16 3 0,16-3 0,0 1 0,-9 1 0,3 0 0,1 1 0,-10 0 0,11 0 0,1 0 121,-1-1-121,1 2 0,0 0 1721,0 0-1721,-15 4 0,12-3 2376,-11 4-2376,3 1 171,9-1-171,-10 2 0,14-4 0,-10 4 0,9-1 0,-7 2 0,11-2 0,-9 5 0,8-4 0,-6 5 0,9-6 0,-9 8 0,7-5 0,-8 6 0,10-7 0,-1 0 0,-1 0 1211,-13 6-1211,9-4 0,-11 6 0,-1 1-2493,7-4 2493,0 0 0,2 0 0,12-8-460,0 1 460,0-1 466,0 1-466,-18 13 0,14-8 0,-13 10 0,11-6-443,6-6 443,-4 5 0,8-7 634,2-2-634,1 1 0,0-2 0,1 1 0,-1 0 0,2 0 0,-2 1 0,2-1 0,-1 2 0,-6 7 0,4-3 0,-4 7 0,6-7-193,0 1 193,1 1 0,-2 1 0,1 0 0,0 2 0,-3 11 0,4-8 0,-4 8 0,3 1 0,2-10-90,0 9 90,3-13 0,-1 9 0,2-8 0,-2 15 0,4-16 3269,-1 5-3269,1 2 0,0-1 0,1 0-149,-1 1 1,0-2 148,4-9 90,-1-3-131,1 2 41,0 0 0,0 0 0,1 2 0,1-1 0,1 24 0,0-18 0,0 3 0,0-1 0,0-5 0,2 8 279,-3-11-279,1 1 0,0-1 0,1 1 0,5 8 0,-1-5 184,4 5-184,-3-7 0,5 7 0,-3-6 0,8 14 0,-8-14 0,5 4 0,-5-7 0,2-2 0,-1 2 43,1-1-43,5 6-1968,-4-4 1968,5 4-2673,-5-5 2673,1-2 0,0 0 43,0 0-43,0 0 0,0 0 0,0-2 0,0 1 0,0-1 0,0-1 1159,0 2-1159,-1-1 0,-1 3 0,0-4 0,-2 1 3268,1-3-3268,-1 0 0,9 12 0,-8-8 0,7 10-109,-9-12 109,0-1-25,-1 1 25,0-2 247,0 0-247,0-2 0,1 1 0,-1-1 236,1-1-236,0 1 26,-1-1-26,5 4 0,-4-3 0,4 3 0,0-1 0,-5-2 0,3 2 0,-4-3 0,0 1 0,1-1 0,1 2 0,0 0 0,0 1 0,1-2 0,1 2 0,4 1 0,-4-1 0,2 2 0,2-1 0,-5-2 0,5 2 0,-6-5 0,0 1 0,0-2 0,13 12 0,-10-8 0,11 10 0,-14-12 0,4 3 0,-3-3 0,17 7 0,-12-7 0,10 4 0,-11-4 0,1-2-1197,0 2 1197,2-2 0,-2 0 0,0 0 0,-1 0 0,-1 0 0,0 0 0,4 2 0,-5-2 0,3 4 0,-6-3 0,0 0 0,0-2 1197,0 0-1197,0-2 0,5 6 0,-4 1 0,3 1 0,2-1 0,-5-4 0,5 1 0,-6-4 0,3 2 0,-3 0 0,2 1 0,-5-2 0,2 1 0,0-2 0,1 1 0,0 0 0,0-1 0,0 1 0,15 9 0,-12-7-270,15 9-180,-20-12-989,4 3 180,-5-2-2018,0-2 0,-5-12 0,-4-3 0,-6-13 0,-7 3 539,-9-4 2738,-6 0 0,-6-5 0,18 16 0,-1-1 0</inkml:trace>
  <inkml:trace contextRef="#ctx0" brushRef="#br0" timeOffset="1.26923E6">3954 12010 12030,'3'-1'540,"-2"-2"-180,-4 1-1,3 0 1081,-1 0-1081,2 9-179,2-2 180,-3 11-180,1-5 0,0 4 90,0-3 0,2 0-91,-1 1 91,1 2 0,-2 2 450,2 19-1252,-3-13 622,1 15 180,-1-18-501,0-1 321,0-2 0,0 0-90,0-4 0,0 0 0,0-3 0,2 3-90,0-6 684,0 2-954,-1-7-731,-2-2-977,-2-2 449,1-2-1658,-9-15 257,5 7 3020,-3-11 0,4 12 0,2 0 0</inkml:trace>
  <inkml:trace contextRef="#ctx0" brushRef="#br0" timeOffset="1.26981E6">4094 11883 7083,'1'-15'3276,"-2"-1"-975,0 9-1672,-7-5-359,2 4 720,-16-5-720,11 5 449,-12-2-359,11 7 90,-4 1 539,-10 7-539,4 2-1472,-11 10 1,-1 2 1381,0 3-1405,3-2 1,1 2 1134,4 3-1337,1 2 1337,1 1-286,0 2 286,4 3 0,1 1-90,7-1 0,2 3 1002,-3 10-1002,5-11 0,1 2 0,6-8 0,1-1 0,2 0 0,2 0 0,-1 0 0,2-1 913,2-3 1,2-2-914,10 4 0,9-9 0,4-3-462,13-2 462,-7-3 0,3-6-90,-3-9 0,-1-5 45,-6 2 0,0-2 0,9-4 0,0-3 0,1-5 0,-3-3-45,-9 7 0,0-4 90,4-8 0,1-7 0,-4 4-340,-8 5 0,-3 0 400,0-1 0,0-3 0,-5 3-15,-6 5 0,-3 1 45,0-23 1564,-8 2-1474,-7 3-103,-4 15 1,-3 1 12,-12-11 504,7 14 0,-2 1-639,-4 5 0,0 3-471,7 3 1,-2 1-115,-14-4 1,0 1-905,-4 2 589,15 3 1,0 2-1604,-6 1 119,2 3 270,2 6 271,0 4 1888,6 3 0,0 2 0,-10 13 0,9-7 0,1-1 0</inkml:trace>
  <inkml:trace contextRef="#ctx0" brushRef="#br0" timeOffset="1.27176E6">14856 18030 11400,'0'-4'1350,"1"-2"-1170,2 4 0,0-1 179,-2 3 1,-1-1 180,3 5-450,-2-4 0,2 5-90,-3-5 359,0 1-269,0 1 180,0 3-180,0 0 90,0 6-90,0-4 0,2 11-90,-1-7-3277,1 9 3342,1-2-2243,-1 2 2267,2 8-1516,-2-8 1517,1 4 0,-2-9-90,1 0 1607,1 3-1607,-2-5 2179,1 2-2809,-2-4 3572,-1-7-4291,-3-1 450,1-6-361,-3-5-2017,-4-7 1337,2 5 1940,-4-6 0,5 10 0,0 0 0</inkml:trace>
  <inkml:trace contextRef="#ctx0" brushRef="#br0" timeOffset="1.27238E6">14964 17865 8342,'5'-6'2699,"-2"2"-2429,-1-1 269,-2 1-359,0 2 0,0-2 270,0-2-270,0 2 539,0-1-539,0 3 630,-7-2-630,2 3 89,-9 0-89,6 3 630,-18 14-630,13-7 90,-12 10-1,13-8 451,-13 13-540,10-6 0,-10 11 449,0 11-1365,10-13 826,2-4 0,2 1-90,0 6 0,1 1 180,1 2 0,1 0-180,2 0 0,4 1 0,0-3 0,5-5 0,0-1 0,3 6 44,1-5 1,1-1-45,4-6 0,19 12 0,-11-19 0,13 2 0,13-20-510,-15-2 510,-6 0 0,-1-2 0,4-7 0,-2-4 0,-1-3-2889,-2-5 2889,-3-2 636,-4-4-636,-2-3 89,-12 2 1,-3-8 0,-1 4-816,0 10 1,0-1 725,-3-9 0,0-4 0,-3 8 0,-8-3-222,-2 4-273,5 12 0,-1-1-944,-7-11 494,5 13 1,-2 0-1215,-8-9 1,-7 0 2058,-2 6 0,-3 1 0,13 10 1,-2 1-1,-15-6 0,0 1 1</inkml:trace>
  <inkml:trace contextRef="#ctx0" brushRef="#br0" timeOffset="1.28277E6">4757 6405 7892,'1'4'1979,"1"1"-1799,-1-4 0,0 3 0,-1-3 180,-3 3-180,2-3 269,-4 3-179,2-3 1080,-7 6-1171,6-3 91,-5 1-90,6-3 90,2-2 719,0 1 810,-2 1-1259,2 1 0,-4-1-90,1 0 719,-1-2-899,3-2 449,13-8-719,-4 2 90,11-7-90,-9 5 90,2 0-90,0 0 90,2 0-90,-2 1 0,5-3-3277,-5 3 3252,3 0 25,-4 3 0,0 1-90,3 0 90,-3 2 90,4 2-90,-7 2 0,-5 25 0,-5 6-1088,0-8 1133,-3 11 0,0-2 2808,-2-14-2853,-6 15 0,7-18 0,-3 10 0,9-21 0,2-1 0,0 0 90,26 4-90,-12-5 0,21 4 1441,-18-7-1441,2-1 90,2-3-90,0 1-360,7-8 0,1 0-269,-1 1-1,0-3 0,-4 1-539,-17 7-180,-3-2-180,-5 2 96,0-3 1433,-22-17 0,13 13 0,-17-12 0</inkml:trace>
  <inkml:trace contextRef="#ctx0" brushRef="#br0" timeOffset="1.28333E6">4999 6115 7353,'-11'-14'3276,"-1"3"-346,4 9-1940,-9-2-4146,-1 2 3426,-5 1 0,0 3 886,3 1-886,-1 2 180,0 3-91,-1 2 91,0 1 0,-3 3-121,-2 4 1,-4 5 0,2-2-1309,7-4 1,0 0 1008,-7 7 0,-3 2 0,5-2-287,-2 8 347,1 2-90,2 2 0,2 2 0,9-11 0,1 2-382,3 2 1,1 1 381,1-1 0,1 1-205,4-2 0,3-2 205,4 13 0,3-13 0,1 1 0,8 13 934,-3-15 1,1-2-1025,12 7 90,3-19 0,11-1 0,3-1 0,-6-3-759,1 0 0,1-3 759,2 1 0,6 0 0,-1-1 0,-6-5 609,-4-8 0,-2-3-579,0-2 0,2-1 0,-1-1 15,4-2 0,1-2-45,-9 2 0,2-1 0,0-2 0,-2 0-385,1-4 0,-3 0 1,0-1 384,-1 1 0,0-1 0,-2-2 150,1-6 0,-3-3 0,-3 2-16,-5 2 1,-4 0-171,4-8 1,-5-3 485,-8 2 0,-5 2-225,2 11 0,-6-1-23,-9-1 0,-7-3 1,-2 0-1,2 5-108,1 4 0,-2 1-274,-7-5 0,-5-3 0,4 8-720,-6 6-539,-1 1-110,14 6 1,0 1-881,-12-6 0,-6 0-848,3 10 1728,11 9 1549,-10 10 0,14 8 0,2 2 0</inkml:trace>
  <inkml:trace contextRef="#ctx0" brushRef="#br0" timeOffset="1.28609E6">12218 18065 7173,'6'-4'2608,"-1"2"-2248,-2-2-90,-1 3 180,-1 0 1169,-8-3-1349,4 2-180,-6 0 269,7 2-89,1 1 360,4-4-540,-1 1 90,4-4-90,1 4 90,5-3-90,-3 2 359,20-4-359,-16 5 0,11-1 90,-16 3 0,2 0-180,-4 0 90,3 0 0,-5 0-90,-1 1 90,-1 2 0,0 1-3282,-3 8 3192,0-2 90,-3 6-90,-2-1 0,-2 1 0,-2 2 0,-5 5 0,-2 2-872,0-1 872,1 0 0,1-2 0,6-8 0,3-3 0,0-1 2870,2-1-2960,0-3 270,3 6-90,2-7 1284,3 5-1284,3-8-1,3-1 1,2 1 0,1-4 45,13-1 0,2-2-45,-3 1-573,3-1 0,-2 1 303,-13 2-270,-1-4 1,-4 1-1530,1-5 1079,-4 4-449,-1-4-90,-3 5-1260,-8-4 1530,-1 3 1169,-4-3 0,3 7 0,2 0 0</inkml:trace>
  <inkml:trace contextRef="#ctx0" brushRef="#br0" timeOffset="1.28708E6">12468 17900 6903,'6'1'3276,"-2"-3"0,-2 6-2812,-7-7-284,1 2-90,-3-3 180,3 2-180,0-1 0,-1 2 90,-1 1 359,-20 2-539,13 1 0,-20 2 0,20-4 0,-4 2 0,-19 2 0,18-2-449,-18 4 449,24-5-141,-6 3 141,4-1 0,-4 2 0,-8 12 0,11-8 0,-9 10 0,15-13 0,0 1 0,1-1 0,0 1 0,-16 19 0,15-14 526,-12 14-436,19-18-90,-1 0 244,1 1-244,-1 0 0,1 1 0,5 33 0,-2-23 0,5 24 90,-4-34-90,0 0 90,3 27-90,-1-21 90,3 21-90,-1-31 0,0 2 0,3-1 90,16 13-90,-12-11 0,14 11 0,-14-14 90,-2-2-90,4 1 0,-4-5-3277,15-4 3252,-8-1-2244,12-3 2269,-12 1-1517,0 0 1517,1-2 0,-2-1 90,6-4-90,-4 2 0,11-10 90,-12 8-90,5-5 0,-9 6 1517,-1-1-1517,0 1 90,-1-1-90,0 2-154,-2-2 154,-1 2 90,0-1 315,3-10 0,0-1-225,-2 0 45,0-6 0,-1 1-136,-8 6 91,-1-6-90,-1 8 2058,-2 1-2058,-4-22-90,4 21-90,-4-13-270,3 26-899,-4-1 3435,1 2-3795,-4-4-1658,-9-13 0,6 11 2901,-10-9 0,9 17 1,0 0-1</inkml:trace>
  <inkml:trace contextRef="#ctx0" brushRef="#br0" timeOffset="1.41358E6">13381 7250 7803,'5'0'2158,"0"0"-1888,-2 0-90,-2 1 450,2 4-450,-1 0 179,5 10-179,0-4 0,4 5-90,1-3 0,5 1-1218,12 3 1,3 1 1217,7 1-90,-2-2 0,0 0 0,5-6 0,3-1-90,-14-10 0,10-2 0,6-1 0,1-2 0,-3 1 0,-7 1-406,-4 1 0,-4-1 0,5 0 436,5-1 0,8-2 0,3 0 0,-1-1 0,-6 0 0,-10 1-30,-8-1 0,-5 0 0,6-2 0,0-1-270,1-2-89,-5-1-2828,-19-16 3016,-5 14 1,-14-8 0,3 20 0</inkml:trace>
  <inkml:trace contextRef="#ctx0" brushRef="#br0" timeOffset="2.30186E6">4141 7250 7623,'4'-4'1979,"0"-1"-1800,-3 0-89,0 1 90,-1 0-90,0 2 90,-1-1-90,1 1 270,1 0-270,0 1 90,2-2-90,-3 2 269,1 0-179,-1-2 180,2 2-270,-2-2 180,0 1-180,-2 1 0,0-2 90,-2-1-90,0 2 0,-1-1 0,0 2 179,-5 1-89,2 1-90,-4 1 0,5 0 90,-4 2-90,3-2 540,-16 6-450,11-3-90,-11 4-1,11-4 181,-5 4-180,5-2 180,-11 7-180,10-5 180,-9 7-180,11-7 0,-6 8 0,9-7-90,-2 4 270,-4 29-270,10-24-326,-4 27 326,13-32 0,2 1 0,2-1 0,2 0 0,1-2 0,3 1 0,6 5 0,-3-6 0,4 6 0,-6-6 0,-1-1 0,0 0 0,-2-1 90,1-1-90,3 5 326,-5-5-326,2 4 0,-7-5 0,2 2 0,-5-1 0,0 3 90,-4-5-90,-2 2 0,-2 0 89,-7 5-89,1-1-179,-19 15 89,13-14-90,-10 8 0,13-13-270,-3 2 90,2-4 0,-2 0-89,6-5-541,4-2 361,7-1-91,4-3 0,5-1-89,0-2-180,2-3 989,13-21 0,-10 12 0,9-15 0</inkml:trace>
  <inkml:trace contextRef="#ctx0" brushRef="#br0" timeOffset="2.30206E6">4104 7588 7263,'7'3'3058,"-2"1"-2698,2 2 270,-2 5-451,0-1 1,1 2 180,0 1-2866,-2-2 2596,1 4 0,-1 3-200,-2-6 110,2 5 0,-3-8-90,0 0 0,-2-2-270,-1 2 2650,-1-4-2650,-1 1 57,1-5-1406,-4-6 719,1-3-809,-5-17 1799,7 4 0,-2-8 0,3 6 0</inkml:trace>
  <inkml:trace contextRef="#ctx0" brushRef="#br0" timeOffset="2.30221E6">4134 7428 7443,'4'1'2338,"-1"-1"-1978,0-1-180,-1-2-90,1 1-90,-1-1 0,0 2-180,0 0 0,-2 1-180,3 1-269,-2-1 21,0 1 1,0 1 0,-1 1 0</inkml:trace>
  <inkml:trace contextRef="#ctx0" brushRef="#br0" timeOffset="2.30263E6">4232 7610 6993,'2'9'3276,"1"0"-2504,-2-1-592,-1-1 89,1 3-89,-1-2 0,0 1 0,0 1 0,-1 0 90,1 1-90,-1-3 90,3 3-180,-2-7-90,4 2 90,-4-3-1,1-1-89,0 1 90,1-3 0,2-7-90,0-2-2714,1-5 2714,-1 1 0,-1 1 0,-1-1 0,1 2 0,-1-2 0,1 3 0,0-8 0,0 7 0,1-6 2714,1 4-2714,0 3 0,6-5 0,-4 9-90,3-1 90,-3 7 0,1 5 0,-1 2 90,0 5-90,2 6 0,-2-2 0,2 7 0,-4-5 0,-1-1-90,-3 1 0,-1-1 1,-1 1-1,0-2-180,2 0 0,0-2 0,0-2-90,1-2-629,-2 0 269,0-5-1079,0-2 810,-4-11 179,2-2 810,-2-7 0,1-1 0,1 0 0</inkml:trace>
  <inkml:trace contextRef="#ctx0" brushRef="#br0" timeOffset="2.30286E6">4384 7338 7173,'3'-17'2608,"-1"2"-2158,1 3-90,-1 2-90,-1 3 90,3 5-91,-3 4-89,3 5 0,-1 3-90,-1 2 180,2 13-180,0-2 0,1 12 0,3 10-1726,-1-8 1681,-2-13 0,0 1 0,0 3 0,0 0-45,3 12 0,-4-11 0,1-3 0,0 2-310,-1-2 220,0-7 0,-2-3-180,2 1 90,-2-7-179,2-1 1485,-3-6-2655,1-5 819,-4-2-279,2-5 89,-2-1 900,-1-1 0,0-2 0,-2 1 0</inkml:trace>
  <inkml:trace contextRef="#ctx0" brushRef="#br0" timeOffset="2.30306E6">4422 7620 8522,'3'0'1889,"1"0"-1799,-1-2 0,0-1 0,2 1 0,6-2-90,-2 1-90,4-2-720,0-1 91,-2 0-181,4-4 1,-7 1-1,0-1 900,-2 1 0,-2 2 0,0 1 0</inkml:trace>
  <inkml:trace contextRef="#ctx0" brushRef="#br0" timeOffset="2.3049E6">4519 7248 7982,'0'-10'2519,"0"2"-2159,0 4 449,0 2-539,2 8-90,0 2 0,3 9 0,-1-1 0,1 4-470,0 3 290,-2 1 90,1 2-90,0 1 90,1 16-90,-1-9 0,1 11 90,-2-5-90,0-11 0,1 5 0,-2-15 90,2 2-90,-3-9 0,2 1 90,-2-6-90,-1-4 0,1 0 379,0-9-379,-1 0 0,2-12 0,-2 6 0,1-5 0,0 3-89,2 1 89,2-21 0,-1 14 0,3-17 0,-5 24 0,2 0 0,-1 8 0,0 3 0,1 2 0,1 2 0,0 3 0,0 3 0,0 3 0,0 3 0,-1 4 0,0 3 44,-1 6 1,1 2-1359,0 3 1314,0-4 0,1-1 0,0-7-14,4 11 14,-3-14 0,4 7 0,-1-19 0,-2-3 0,4-4 1312,-3-1-1312,2-11 16,-2 2-16,1-8 0,-5 4 0,0-2 0,-2 1 0,2-7 0,-3 7 0,2-6 0,-3 5 0,-1 0 0,-1-2 0,0 1 0,-1 2 0,1 3 0,-2 2 0,1 2 0,-1 2 0,2 3 0,-1 4 0,1 5 0,0 5 0,-1 1 0,2 4 0,0 6 0,1-2 0,1 5 0,0-5 0,2-1 0,2 6 0,0-6-89,3 2 89,-1-8-90,0-2 0,1-2-90,4-2-90,-3-3 0,7-7 90,-6-2 90,2-5-180,-1-7 180,-2 2 0,3-14 90,-7 12 0,1-5 0,-4 8 0,-1 2 0,-1 1 90,0 3-90,0 3 90,-1 1 0,-1 3-90,0 2 90,-1 3 0,1 4 0,-1 3-90,2 3 90,0 1-90,1 2 90,1 2-90,0 0 0,2-1 90,1 9-90,1-6 0,2 5 0,-2-10 90,2 1-90,-3-5 0,1 1 90,-2-5-90,-1-1 180,0-2-90,-2-1 0,-3-3-90,0 1 0,-4-3 0,3 1 0,-2-3 0,2-1 0,1-5 0,1 3-90,1-3 90,2 5 0,2-2-90,6-12 90,-5 9 0,5-9 0,-5 12-180,15-2 180,-8 4 0,13 1 0,-10 7 0,-4 2 0,3 5 90,-2 15-90,-4-7 90,3 13-90,-6-11 0,-1 0-90,-5-1 0,0 1-180,-6 4 0,7-7-90,-2 1-179,7-9-1350,-3-3 809,-1-6 1080,-9-15 0,2 2 0,-6-11 0</inkml:trace>
  <inkml:trace contextRef="#ctx0" brushRef="#br0" timeOffset="2.30502E6">4919 7418 7173,'4'-4'1889,"1"-1"-2429,-1 2-90,-2 1-179,1 1 629,-3 1 0,3 3 0,1 1 0</inkml:trace>
  <inkml:trace contextRef="#ctx0" brushRef="#br0" timeOffset="2.3054E6">5242 7610 7443,'2'-10'3238,"0"0"-2608,-2 0-91,-2 0-89,-2 1-90,-3 1-90,-2 2 179,-7 2-359,4 4 90,-8 6-90,11 3-90,0 4 0,6-1 0,3 1 0,3 0 0,1 1 0,12 14-90,-4-11 90,11 13 0,2-11 0,-5-5-621,6 3 621,-9-9 0,-2 1 0,-3-1 0,-2-1 0,-8 1 0,-6 2 0,-6 0 90,3 3 531,-4 4-711,3-3 90,-6 3-1349,-26-3 809,21-9-359,-18-2-181,30-10-1168,1-11 1168,4 1 1080,2-8 0,6 2 0,2 0 0</inkml:trace>
  <inkml:trace contextRef="#ctx0" brushRef="#br0" timeOffset="2.30553E6">5399 7680 6903,'10'9'3148,"0"0"-2428,-1-3-270,0 0-271,-3-1-89,0 2-269,-3-2-271,0 1-1349,-7-3 809,-1-1-89,-10 0 1079,-10-1 0,5 1 0,-7 0 0</inkml:trace>
  <inkml:trace contextRef="#ctx0" brushRef="#br0" timeOffset="2.30594E6">4069 8103 10681,'0'-7'3276,"2"2"-2325,2 5-681,5 2 360,18 0-360,0-1-3547,21-1 3102,-14-1 0,5-1 0,-2 1 175,1-1 0,2-1-420,0 1 0,6-1 1,0-1-1,-4 2 285,5-2 1,-1 0-296,-5 1 0,1-1 0,1 1-50,-2-1 0,1 1 1,-2 0-480,6-1 0,0 1 479,-8 0 0,1 1 0,-1 0-914,11 0 0,-2 1 719,-12 1 1,-1 0 622,7 1 0,-2 0 52,-13-1 0,-2 1 0,21 0 0,0-1 0</inkml:trace>
  <inkml:trace contextRef="#ctx0" brushRef="#br0" timeOffset="2.30611E6">5914 8175 9781,'5'-2'3276,"-4"-2"-2594,-3 1-2031,-3-3 90,0 3 1259,-11-15 0,7 11 0,-7-10 0</inkml:trace>
  <inkml:trace contextRef="#ctx0" brushRef="#br0" timeOffset="2.33727E6">3531 13478 8252,'3'-2'1619,"-1"1"-1439,-1 0 90,2 0-180,0-1 0,-1 1 630,-1 1-541,-1-2 91,1 0 180,2-3-270,-1 3 90,0-2 0,-2 2-90,1-1 89,0 1 3007,0-1-2414,-2 9-502,0-3-2546,0 9 2456,0-3 90,-1 2-181,-2 14 1,-1-3-455,-2 11 545,0-4-1155,-2 2 1065,-1 3 0,0 2-90,3-11 0,-1 1-90,-2 13 44,4-14 1,-1-1-45,1 7 0,0 1 1492,2-4-1582,0 0 0,3-4-619,0 1 259,2-8 181,-1 1-541,1-10-782,-1-1 332,0-7 1163,1-4-3052,3-16 2325,-2 3-525,1-10 270,-4 8 1079,1 1 0,-1 1 0,1 1 0</inkml:trace>
  <inkml:trace contextRef="#ctx0" brushRef="#br0" timeOffset="2.33764E6">3524 13543 6993,'2'-10'3276,"0"0"-2324,-1 0-323,-1 0 541,0-4-631,0 4 900,-1-3-899,0 9-180,0 0 989,1 5-899,3 3 269,-1 9-359,3 0-270,0 8 270,7 18-90,0 1-1449,-1-8 0,0-1 1269,8 14-90,0-2 0,-3-14 0,-3 0 0,-1-4-446,3 6 266,-4-11-179,2 4 359,-4-13-540,-3-1 0,-1-1-2737,-6-13 2986,0 0-1058,-7-12-1,0 2 436,-4 0-165,-3 1 90,0 1 989,0 1 0,0 2 0,1 1 0</inkml:trace>
  <inkml:trace contextRef="#ctx0" brushRef="#br0" timeOffset="2.33786E6">3391 13798 7083,'-1'2'3276,"2"-3"0,2-1-1373,4-1-1813,2 0 0,3 2-3302,13-1 3122,-6-1-2178,6 1 2088,-7-2-180,-1 0 0,1-1-989,6-2 180,-5 1-181,4-2-89,-7 0-1169,0-2 1618,-4 2 990,0 2 0,-4 4 0,-1 2 0</inkml:trace>
  <inkml:trace contextRef="#ctx0" brushRef="#br0" timeOffset="2.33834E6">3801 13720 7173,'4'-8'3276,"2"-5"-975,-3 8-1672,1-4-359,-3 9 450,-1 11-540,0 0-90,0 11 90,1 3-91,-1-4-89,1 8 180,2 0-180,-2-6 90,3 5 90,-3-4 0,-1-7-180,-1 2 90,-3-8 0,4-3-90,-1-2 90,5-4-90,-2-3 90,2-3-90,-2-3 90,2-8-90,-1 2 90,0-5 539,9-29-449,-7 27-90,6-22 180,-3 26-270,-2 8 0,4-4 0,-4 8 0,0 0 0,0 1 0,1 2 0,8 6 90,-6-1-90,12 10 0,-11-3 0,3 4 0,-5-1-180,1 10 0,-4-5-564,1 9 384,-5-9-90,0 0-1349,-1 11 1170,0-11-181,2 8-179,-1-18-181,1-3-89,0-4-990,3-5 1260,-1 0 1107,5-7 1,-1 4 0,2-3 0</inkml:trace>
  <inkml:trace contextRef="#ctx0" brushRef="#br0" timeOffset="2.33934E6">4166 13850 7982,'0'-13'3276,"0"-1"-1604,0 8-1313,0-1 361,-4 4-360,1 2-180,-5 4 0,3 1-1,-1 1 1,0 2 90,-3 6-90,3 0 0,-2 4 90,3 4-90,2-3-90,-1 8 90,1-5-90,1-1-90,1 1 0,-1-2 90,5 5-90,-2-8 0,3 1 0,6-12 0,-2-7 0,6-6 0,-4-5 0,0-4-3277,3-14 3162,-5 6 115,0-9 0,-5 11-413,-2 1 413,-1 0 0,1 2 90,1 1-90,0 3 0,1 3 0,-1 3 0,2 2 0,-3 4 3188,2 4-3098,-2 18-90,0-5 0,3 12 0,1-11 0,1 1-90,2-1 706,0-1-705,1 0 89,1-2-360,4-2 180,-2-4 0,2-3-180,0-10 90,-2 0 90,2-8 0,-5 0 1,3-14 89,-5 5-608,3-12 608,-7 10 90,0-2 0,-2-1 0,-4-16 0,0 11 0,0 13 0,0-4 225,-5-19 0,-1 1-1233,2 4 1098,-1-1 0,1 5 0,3 25 270,0 4-270,2 6 0,-2 5 628,2 7-718,-1 4 90,1 6 90,-2 16-528,2-12 0,1 0 393,0 0 0,0 2 45,1 11 0,1-1 0,0 11-46,2-17 1,-1 0-834,3 13 878,2-3-89,0-1 0,-1-15 0,1 0 0,3 11 90,5 5-90,-5-19-90,4 1 90,-2-11 0,4-2-89,-3-12 89,-2-7-90,1-4 0,4-14 90,-2 3 782,1-8-782,-3 7 0,-4 0 780,1 0-780,-3 1 0,-1 0 0,-2-4 0,-2 9-2911,-1-7 2911,0 15 90,0 0-90,-2 10 712,0 5-712,-3 22 0,4-7-365,-1 16 365,3-13 0,0 1 3172,2-2-3172,1 8 0,-1-9 0,2 3 0,8-8 0,-7-11 0,8-3 662,-11-11-752,1-1 90,-1 0 0,-1 0 0,2 2 0,0 1 0,2 3 0,-1 5 0,2 3 0,0 5 0,0 5 90,1 4-90,2 20 90,-1-3-1326,-4-10 1,1 0 1235,1 16 90,2 2-475,0 1 474,-3-13 1,1 1 0,3 15-777,-5-18 1,1-1 686,-1 5 90,-3-4-90,-2-5 0,-7 1-702,-1-9 702,-6-1 0,1-9 341,-3-4-431,-8-5 0,5-4 1051,-5-5-1141,8-1-449,-3-6 179,6 2 0,-1-5-89,8 4-91,3 1 0,1-2-1009,4-5 1,2 1-782,1-4 1835,0 3 1,1 2-406,2 3 1649,1 0 0,2 1 0,1 0 1</inkml:trace>
  <inkml:trace contextRef="#ctx0" brushRef="#br0" timeOffset="2.3398E6">4797 13865 7263,'6'-12'3058,"0"-1"-2338,-1 1-181,0-1 901,0-7-721,-3 2-359,-2-1 0,-5 6-90,-2 7-1,0 1-89,-2 2 90,0 4-90,-1 3 90,-3 8-180,3-2 0,-1 5-90,5-7 90,2 2 0,2 10 0,2-5-90,2 9 90,2-8-90,2 1 0,1 0 0,0-1 0,1 1 0,0-2 0,0 0 0,1-2 0,-2 1 0,0-3-90,-2-1 0,-2-1 0,-1-3 90,-1 1-90,-2-2 90,-2 0-90,-4 0 0,0-3 90,-2-1-90,3-3 0,1-2 0,0-2 0,1-2-90,2-2 0,2-2 0,2-3 1,2-1 89,2-2-90,2 1 90,0 0 0,1 1 0,5-3 0,10-6 90,-6 8 90,4-1 0,-13 17-90,1 2 0,-2 5 0,4 19 0,-8-7 0,2 13-270,-9-3-3007,2-6 2712,-3 6 205,2-12-89,-2-2-271,0-5-89,-1-3-1350,-1-8 989,2-4 91,-1-6 1079,2-14 0,0 3 0,-1-9 0</inkml:trace>
  <inkml:trace contextRef="#ctx0" brushRef="#br0" timeOffset="2.33993E6">4874 13690 7713,'4'-20'3238,"-1"1"-2609,-1 2 91,-1-2-540,-1 7-180,1 0-180,1 7 0,0 4-90,1 2-1169,4 13 630,0-4-990,9 12 899,-3-11 180,5 4 639,-4-4 1,1 0 0,0 2 0</inkml:trace>
  <inkml:trace contextRef="#ctx0" brushRef="#br0" timeOffset="2.34019E6">5062 13750 7443,'17'3'3276,"-1"-1"-2055,-13-6-771,2 2 449,-2-3-449,-1 2-90,-2 0 360,-6 0-451,0 3-89,-4 2 180,-3 9-180,4 0 0,-8 19-180,11-11 90,-2 11-90,10-5 90,1-5-90,4 7 0,0-8 0,1 0 0,2-3 0,1 0 0,2 2 0,-6-5 0,0 0 0,-9-7 0,-2-1-1660,-5 0 1570,-1-1-90,-1 0-540,-7-3 180,4-1-269,-5-1-1800,-3-5 1170,4 1 0,-6-2 671,1 3 768,6 1 0,-2 0 0,8 1 0</inkml:trace>
  <inkml:trace contextRef="#ctx0" brushRef="#br0" timeOffset="2.34182E6">5789 7440 8612,'-5'8'2609,"-4"7"-2340,2-1-89,-3 8-3457,3 9 1164,3-5 1125,1 11 988,3-9 594,5 1-594,0 0 0,4 0 0,1-3-328,1-1 328,2-1 1867,0-4-1957,11 7 0,-7-13 0,6 2-90,-10-15 2791,-1-3-2971,0-3 816,-1-3-1266,-2-2-1079,-1-11 900,-2 3 179,-3-10 880,-2 7 1,-1-1-1,0 1 1</inkml:trace>
  <inkml:trace contextRef="#ctx0" brushRef="#br0" timeOffset="2.3421E6">5717 7373 7803,'8'-3'3276,"-1"2"-2415,-2-2-681,1 2 180,14-4-360,-5 2 0,12-1-90,1 1 0,-6 2-540,14 2 91,-18 0-361,4 4-179,-13 0-1080,-3 4 1260,-6 1 79,-3 3 1,-5 1 0,-3 2 0</inkml:trace>
  <inkml:trace contextRef="#ctx0" brushRef="#br0" timeOffset="2.34226E6">5694 7743 8072,'4'5'3276,"1"0"-1425,-1-4-1761,1-1 0,2-1 0,2-3-90,3-1-90,3-1-179,3-2-1,2-2-360,1 1-2647,14-10 1967,-15 10 230,8-4 1080,-18 11 0,-1 4 0,-1 1 0</inkml:trace>
  <inkml:trace contextRef="#ctx0" brushRef="#br0" timeOffset="2.34277E6">6019 7795 7083,'-3'-8'3276,"-1"2"-2504,0 3-413,0 1-89,-1 1 0,0 3-90,-1 1 270,-6 13-360,5-5 0,-5 10 0,7-9-90,0 2 0,1-2 0,0 2 90,0-3-90,-3 4 0,2-7 0,3 3 0,5-8 0,5-2 0,-1-4 0,2-2 0,0-3 0,5-9 0,-3 0 90,4-6-418,-5 5 328,0-2 0,-1 1 0,-1 1 90,4-4 0,-6 15 0,1-1 0,-7 16 0,-1 5 0,0 3 90,-3 15-90,3-4-526,-2 9 526,5-8-3229,-1-1 3139,1-1-1960,2 1 1960,0-4-61,1 0 61,-1-3 0,-1-3 0,0-2 289,-1-2-200,1-2 2238,-1-2-2147,0 0 3096,0 1-2668,-1 0-195,1 3-53,0-1 180,2 9-270,0-5-1,3 8 1,1-2-180,-1-5 0,3 9-90,-4-11 0,-1 2-270,-2-4-719,-1 2 89,0-4-539,-1-1-1838,-8-9 1517,1-2 321,-6-3 1439,5-2 0,3-3 0,2-2 0</inkml:trace>
  <inkml:trace contextRef="#ctx0" brushRef="#br0" timeOffset="2.34291E6">6562 7975 8162,'14'-39'3276,"-4"3"0,-15 17-1283,-1 1-2532,-8-6-91,3 8-359,-4-4-2160,-7 4 1530,4 6 90,-10-1 180,4 10 1086,-2 2 1,-3 4 0,0 2-1</inkml:trace>
  <inkml:trace contextRef="#ctx0" brushRef="#br0" timeOffset="2.34362E6">5659 7975 11221,'-1'2'2698,"0"-1"-2338,1 6 90,1-6-271,1-1-89,8-3 0,1 1-90,3 2 90,1 2-90,0 0 0,7 1 0,24 2-673,-9 0 538,1 0 0,1 1-224,7 2-541,-14-5 1,4 1-1,-4-2 225,-7 1 1,-1-2-965,15 0 1,-3-2-309,-6 0 1773,3-3 1,-12 4 0,2 0 0</inkml:trace>
  <inkml:trace contextRef="#ctx0" brushRef="#br0" timeOffset="2.37815E6">4442 5050 8342,'2'-6'2609,"2"3"-2070,-2-2-359,0 5-90,1-1 90,-3 1-90,3 0 90,-2 3-90,0 2 0,2 3 0,-2 2 270,3 10-180,-3 0-90,3 7 89,-4-3-89,1 5 22,-1 2 1,-1 11-1,0 1 1,0-6-1438,0-6 1,1 0 1324,-1 5 0,0 7 0,0-2 0,1-11 0,1-5 0,0 6-90,2-10 0,-2 1 0,0-11-90,-1-2-90,0-3-1439,-2 2 720,1-6 2469,-1-2-4628,-1-17 3148,1 4 0,-2-9 0,3 8 0</inkml:trace>
  <inkml:trace contextRef="#ctx0" brushRef="#br0" timeOffset="2.37871E6">4539 5338 8162,'7'-12'3276,"0"3"-3044,-7 9 38,3 4-90,-1 0 180,5 17-270,-4-7 0,2 12 180,-3 4-270,-2-10 180,2 16-180,-1-20 179,-1 15-89,0-17 90,1 8-90,-1-16 90,1-1-90,1-6 90,-1-16-180,0 4 0,2-13 0,-1 10 90,1-2-90,0 1 0,5-7 0,1-1-334,1 2 334,-1 0 0,0 1 0,-1 9 0,-4 4 0,1 1 0,0 7 90,0 2 90,3 14 154,-4-4-244,1 11-90,-2-8 0,-1 2 0,1 0 0,0 9 0,0-5-90,0 4-180,-2-1 90,-2-7-90,-1 5 0,0-6-629,-4 5 359,1-4 0,-2 3-179,3-10-2558,2-6 2971,2-12 1,1-2 0,2-7 0</inkml:trace>
  <inkml:trace contextRef="#ctx0" brushRef="#br0" timeOffset="2.379E6">4734 5435 6813,'5'-5'2609,"0"0"-2070,0 0-179,-1 1-90,1 1-90,-2 1 180,2 4-270,0 3 89,1 2 1,1 7-90,-2-2 90,3 6 0,-2 2-90,-1-3 180,6 15-270,-5-15 90,3 6-90,-4-11 90,0-3 0,0-3 0,1-2 90,1-4-90,0-3-3123,10-15 3213,-1-7-570,3-8 480,-3 1 90,-2-5-180,-4 10 90,3-8-2199,-6 11 1929,4-20-90,-7 21-30,3-14-150,-8 27-90,-2 3-179,1 3 2003,-1 3-2363,1 3-1,-2 3 1080,-3 11 0,2-3 0,-2 7 0</inkml:trace>
  <inkml:trace contextRef="#ctx0" brushRef="#br0" timeOffset="2.3801E6">4992 5573 7353,'11'15'3058,"1"0"-2878,-5-10 180,2-2 179,3-6-2205,-3 0 1846,3-6-91,-3 2 91,0-2 338,1-2-428,-1-2 360,9-24-1481,-9 15 1121,7-17 0,-12 21-90,0 1 269,-2-15-179,-2 15 0,0-10-1281,-3 21 1191,-1 1 90,-1 2-90,0 1 0,0 1 861,0 1-861,0 1 0,-5 3 0,3 1 0,-6 7-522,6-1 522,-1 4-180,3-2 180,1 1 0,0 10 0,3-6 0,2 15 0,1-14 0,2 5 0,12 3 0,-5-15 0,9 7 0,-4-23 3276,-3-2-3204,6-6-72,-1-8 0,-2-1-504,2-2 504,-1 1 0,-2 0 0,-6 7 0,0 2 0,-2-2 0,-1 5-90,2 14 90,-5 5 0,4 16 0,-4-10 0,0 3 0,0-7 0,-1 2 0,0-1-90,1 11 180,-2-11-90,1 7 638,-2-13-638,1-2 90,-1 0-90,1-3 0,-2-9 90,1-35-90,-1 13 0,1-3 0,1 0 0,2 7 0,3-7-135,6 5 0,1 3-735,-1 3 735,0-1 0,1 4-135,-4 16-90,0 1 0,2 1-89,0 2-1,2 1-989,10 3-1640,-8 1 2449,10 6 1006,-15-5-286,1 4 720,-2-1-450,-4-3-1,2 1 271,-4-7-270,-1-1 2854,0 1-2945,-2 1 181,-2 2-180,0 0-90,-2 4 0,0 0-90,-1 4 45,-2 11 0,0 2-135,0 1-91,-1 0 1,2-1 90,2-6 0,0-3-90,2 4 90,-1-6 0,0 17 0,0-18-90,-1 8 0,0-14 0,2-4 0,-3 2-90,4-1 90,-1-1 361,2 3-271,2-2 0,0 1-90,1 0 90,0 0 0,1 0 0,1 0 0,17 3 90,-10-4-90,14 0 0,-13-6 0,-1-3 0,1-1 0,0-3 0,1-1 45,7-13 0,0-2-532,1-1 487,-2-1 0,0-2 180,-2-7-180,-5 7-3141,1-9 3321,-5 2-2250,-5 11 2249,-2-5-25,-4 14 26,-3 3 217,-3 4-218,-2 4 2256,-2 5-1895,-22 20-360,13-4-90,-15 14-1069,24-10 0,2 3 1069,-3 17-280,6-15 0,2 0 190,6 13-186,5-12 186,6-1 0,1-1-270,10-3 0,3-1 1331,3 1-1331,-2-5 0,0-2-360,-2-9-179,-1-3 1999,-2-4-2539,-4-3 870,-5-3-780,-7-2 179,-5-3 480,-4-1 0,-3 3 0,-2-1 0</inkml:trace>
  <inkml:trace contextRef="#ctx0" brushRef="#br0" timeOffset="2.38056E6">4512 5925 7982,'-3'-2'3276,"2"-1"-795,2 1-2031,2 0 90,-1 1-1,2 1 721,8 2-541,2 1-89,12 2-91,1-1-3481,10-2 3032,-6-2 0,5-3 0,-1 1-45,0-1 0,4 0-351,-6-1 0,8-1 0,6 0 0,4-2 0,0 1 0,-2-1 0,-4 1 0,-7 1 246,11-2 0,-8 1 0,7-1-209,-9 1 1,7 0 0,3-1 0,1 0 0,-2 0 0,-6 0 0,-7 2-137,8-3 1,-6 1-275,-5 0 1,0 0 0,-1 0 93,3 0 0,0 0-508,2 1 1,2-2 0,-6 2-949,9-2 1366,-12 3 1,-7 3 1257,-18 3-583,-10 7 0,-6 10 0,-5 5 0</inkml:trace>
  <inkml:trace contextRef="#ctx0" brushRef="#br0" timeOffset="2.40443E6">3241 13253 1444,'5'-30'3276,"-2"13"0,-1-9-2192,-2 17 266,-1-1-207,0 7-694,-4 4-269,0 8-752,-4 5 842,-2 4 1213,-12 16-1213,2-1 179,1 1 1,-2 1-270,8-12 0,-1 4-410,-3 3 0,-4 9 0,-1 2 0,0-1 0,3-5 230,3-5 0,2-4 0,-1 5 18,-3 1 0,-2 5 0,0 2 0,0-3 0,4-5-226,-1 2 1,1-4 207,0 2 0,0-1-45,1-1 0,0-1-180,1-1 1,0-1-106,2-2 0,-2 1-763,-5 3 1,-5 1 0,3-4-2185,-12 9 1638,3-4 1,2-10 1150,12-29 0,5-7 0,1-2 0</inkml:trace>
  <inkml:trace contextRef="#ctx0" brushRef="#br0" timeOffset="2.40495E6">1333 13353 7263,'-7'-15'3276,"-4"1"-2325,4 3 1298,-8 10-1979,10 6 404,-4 25 1,3 9-3952,2 5 3286,0 2 0,0 0 81,2-18 0,1-2-602,0 3 0,0 0 602,0 0 0,-1 2-581,2-1 1,-1 1 535,0 1 0,0 0-45,1-3 0,-1 4-158,0 7 1,-1 7-1,0 1 1,0-7-23,0-1 0,0-1 22,0-1 1,-1 6 0,1-2-1,-1-9-1697,-1 3 506,2-13 0,-4-1 1349,-23-32 0,13 0 0,-19-16 0</inkml:trace>
  <inkml:trace contextRef="#ctx0" brushRef="#br0" timeOffset="2.4052E6">973 13490 8072,'0'-9'3276,"0"2"-2234,0 2-502,1 1-271,1 2 1,0 0 360,34 0-540,-13 2-90,2-1 0,2 1 180,21 3-3457,-9 1 3219,-5 1 1,0 1-2391,6 2 2403,-15-2 0,2-1-659,4 1 0,-2-1 75,9 1 269,-9-2 0,-2-1-539,-3-2-181,-4-2-89,-10 1 1169,-16 5 0,-4-1 0,-12 6 0</inkml:trace>
  <inkml:trace contextRef="#ctx0" brushRef="#br0" timeOffset="2.40538E6">1001 13895 6903,'7'22'3276,"0"-10"-1965,10 9-1221,8-12-90,-3-3-90,11 0-692,-6-2-702,12-4 0,0-1 584,-3 3 405,0-3 1,-3 1 494,-19 3 0,-2-1 0,1 1 0</inkml:trace>
  <inkml:trace contextRef="#ctx0" brushRef="#br0" timeOffset="2.40565E6">1378 14113 7623,'-3'12'3276,"-9"8"-2864,4-6 37,-9 11-269,8-12 0,-2 5 0,4-5-90,2-1 180,0 11-3547,5-6 2392,0 7 1526,11 8-641,-4-17 90,8 10 0,3-22-90,-1-4 45,16-17 0,3-5-1430,-5-1 1385,2-3 0,-3 0-90,-12 2 2144,-2-11-2054,-7 10 408,-3-5-2117,-49 14 809,23 12 228,-8 2 0,1 5-408,9 8 91,1-2-1065,1 2 2054,5-1 0,4 0 0,4 0 0</inkml:trace>
  <inkml:trace contextRef="#ctx0" brushRef="#br0" timeOffset="2.4062E6">1743 14073 7623,'10'-13'3058,"-4"3"-2788,1-1 269,-6 1-359,-2 4 0,-2 1-90,-2 3 270,0 13-270,2 0 0,-1 11-90,1-3 0,1 1 180,-3 17-180,2-14 0,3 24 90,0-33-90,3 9 0,-3-20 0,1 1 0,0-1 0,1-2 0,0-3 0,-1-1 0,4-12 0,-2 5 0,1-10 0,-3 12 0,-1-9 0,0 13 0,0-2 0,0 7 0,-2 5 0,-3 4 0,0-3 0,-1 4 0,5-9 180,1 2-180,-1-11 0,1 0 0,-3-10 0,2 2 90,1-11-90,1 4 0,2-6 89,4-3 1,2 0-1644,0 4 1554,1-3 0,0 4 0,-1 14 0,-1 2 0,0 2-270,14-1 90,-11 4-180,11 1 1,-13 5-541,4 2 91,-3-1-91,2 2 900,-5 3 0,-3-3 0,1 3 0</inkml:trace>
  <inkml:trace contextRef="#ctx0" brushRef="#br0" timeOffset="2.40743E6">1941 13945 10951,'-1'12'719,"-1"0"-539,2 3-180,0-1 90,2 12-3367,-1-9 2393,2 3 1775,1 3-891,-1-11 90,2 6-90,-2-12 0,-1-1 90,2-1 3186,0 0-3188,9-14-88,-4 3 0,6-11 0,-9 4 0,1-1 0,-2-1 0,-2-2 0,4-12-682,-1 4 682,-1 0 0,-1 9 0,-3 14 90,1 9-90,1 3 0,1 4 45,2 13 0,1 1-45,0-5 0,1 8 0,1-3 0,-4-14 768,3 0-768,-3-8 0,1-6 0,-1-2 0,2-18 0,-5 7 0,0-11 0,-4 9 0,0 1 0,-1-8 0,3-8-590,1 8 590,3-4 0,2 17 0,6-2 0,-2 3 0,25-1 0,-21 8 0,12 0 0,-23 6 590,-7 3-590,5 1 180,-5 27-3457,2-15 3162,-2 18-278,-2-8 393,4-10 0,-1 7-180,3-8 180,1-8-90,7 3 90,0-13 0,5-1-90,3-12 90,-4 1 0,7-15 0,0-3 2113,-2 1-2158,0 0 0,-2 1 45,-5 4-117,2-4 117,-3 8 0,0-1 0,-1 3-2799,-3 9 2799,1-2 0,-6 20 0,0-1 715,-1 12-715,1-4 0,2 23 190,-1-17-190,4 14 0,-2-24-90,7 0 3338,-4-9-3248,17-21 0,-13 2-371,10-16 371,-14 17 0,1-3 0,-4 6 419,1-2-329,-4-11-90,0 14 0,-1-10 477,-2 15-477,0 2 0,0 0 0,0 0-90,-6-11 90,6 9 0,-5-7-90,9 9 0,1 2-180,9-4 90,-2 2-89,15-3 89,-10 4 0,15-4 90,-15 3 629,13-2-359,-20 5 0,2 0 0,-12 3 0,-4 6-90,0-2 90,-12 24-180,12-17 0,-7 12 0,12-20 0,-1-1-90,2 0 90,0-2 0,2-2-3277,7-10 3162,-1-1-716,7-19 1,0-5 830,-3 2 0,1 1 0,-3-6 90,-7-12 0,-4 3 0,2-1 0,-1-2 0,-1 4 90,0 20 180,1 1-181,-1 10 901,-7 53-990,6-11-557,-2 16 1,0 2 466,3-2-45,1-15 0,0 0-45,1 11-1394,0 7 0,0 1 225,-2-3 629,1-1 1,-2-6 1027,-4-22-1567,-3-3 1609,-1-3 0,0-1 0,1-2 0</inkml:trace>
  <inkml:trace contextRef="#ctx0" brushRef="#br0" timeOffset="2.40786E6">1098 14580 7533,'7'1'3276,"-1"1"-2325,0-2-1416,3-2 1005,3 1-90,8-3-91,7 1-3636,11-4 3543,-1 2 0,2 0-797,-6 0 1,1 0 560,-3 0 0,1 0 0,3 0-368,2 0 0,3 0 1,1 0-1,-4 0 308,-3 0 0,-2 1 0,2 0-171,4-1 0,3 0 1,0 0-1,-3 1-99,2 0 0,-2 0 1,-2 1-196,6-1 1,0 0-436,0 0 1,3-1-1,-5 1 210,-6-1 1,-3 1 435,6 0 0,-2 0 284,-9 1 0,-2 1 0,5 2 0,7 0 0</inkml:trace>
  <inkml:trace contextRef="#ctx0" brushRef="#br1" timeOffset="3.92864E6">9095 5573 7173,'4'3'1169,"-2"1"-899,0-1-90,1-1-90,2 0 0,1 0-450,-4 2 90,-1-3 90,-5 3-449,3-2 539,0-1 0,0 6 90,1-4-360,0 1-719,0-4 1079,-3-4 0,3 0 0,-2-3 0</inkml:trace>
  <inkml:trace contextRef="#ctx0" brushRef="#br1" timeOffset="3.93059E6">9095 5630 8252,'3'3'1170,"-1"-1"-811,0 1-359,-1-3 180,1 1 0,-2-5-90,0 4 360,0-2-270,0-1 0,0 2-90,0-3 359,0 0-269,-1 2-90,0-2 0,-2 3-90,1 0 180,0 1-90,7 0-90,-4 0 90,5 0 90,-6-3 0,0 2-90,0-4-90,-2 2 0,0-2 0,-1 3 0,0-2 0,-2-1 0,2 2 90,-2 0-90,3 2 0,-2 1 0,1 0 0,0 0 0,0 0 0,1 0 0,-2 0 0,-2 2 0,0-2 0,-3 3 0,4-2 0,-2 0 0,4 1 0,-5 3 0,3-2 0,-2 2 0,2-1 0,1-2 0,0 2 0,2-1 0,-1-1 0,2-1 0,0 0-90,1 1 90,0-1 0,0 5 0,1-2 0,0 4 0,2-3 0,0 0 0,6 5 0,-1-1 0,4 4 0,3 1 0,-4-1 0,3 3 0,-4-5 0,0 0 0,-1-1 0,0 0 0,-3 0 0,2 3 0,-2-3 0,0 2 0,-2-6 0,-3 2 0,0-4 0,-2 0 0,-4 0 0,0-1 0,-4 1-90,2-2-270,-4-1 180,2 1 0,-1-2-90,3 0-269,-1 0-91,2-2-269,1 0 179,3-2-90,2-3 1,0-1-1,0-2 810,1-1 0,2 1 0,1-1 0</inkml:trace>
  <inkml:trace contextRef="#ctx0" brushRef="#br1" timeOffset="3.93081E6">9225 5655 7353,'8'0'2968,"-1"1"-2698,-5 1 270,-1 9-360,-1-3-91,0 9 91,0 0-90,0-4 0,0 18-90,1-17-90,2 17-180,3-18 91,0 3-91,0-9-90,-1-4-180,-1-3-1169,-3-6 810,-1-1-1,-3-5 900,-1 1 0,0-2 0,0 1 0</inkml:trace>
  <inkml:trace contextRef="#ctx0" brushRef="#br1" timeOffset="3.93098E6">9268 5485 6813,'2'-5'2878,"1"0"-2338,-1 0-180,0 0-180,1-2-270,-1 1-1529,2-1 719,-2 4 675,0 1 0,-5 8 1,-1 1-1</inkml:trace>
  <inkml:trace contextRef="#ctx0" brushRef="#br1" timeOffset="3.93143E6">9423 5693 7263,'2'6'2159,"1"0"-1800,-2-1-179,0 0-90,-1 1 0,0 5-90,0-1 0,2 12 0,0-7-232,1 6 232,-2-9 0,-1-4 90,0-2-90,0-2 0,0 1 90,0-4 90,0 1-90,0-12 322,0 3-322,0-9-90,0 6 180,0-11-180,0 7 90,1-8-90,1 3 0,1 6 90,1-5-90,-2 5 0,2-2 90,-1 4-90,-1 1 0,-1 5 0,-1 1 0,0 2 0,1-1 0,1 1 0,1-1 0,1 2 0,1-1 0,0 4 0,0 0 0,-1 3 0,0 3 89,-2 2-89,1 1 0,-1 4 0,1 1-89,-2 3-2816,1 1 2815,-1 0-90,0 0-1169,2 11 450,-2-13-990,2 4 1079,-3-18 810,0-4 0,0 0 0</inkml:trace>
  <inkml:trace contextRef="#ctx0" brushRef="#br1" timeOffset="3.93251E6">9855 5465 9062,'1'-4'1439,"-2"2"-1169,0-1 0,-1 3-90,0-2-1,0 1 1,-1-1 0,1 1 90,-4 3 0,-3 3-90,-2 3 0,-1 3-90,2 2 0,-1 3 0,1 3 0,-1 3 0,0 3-90,-1 3-502,0 2 502,-1 1-769,2 3 859,1-2-90,3 2 0,3-3 0,2-1 0,3 10-90,2-12 90,3 6-179,1-16-1,1-3-270,1-2 0,2-4-539,2-3 454,-3-5-1804,2-9 1260,-7 0 1079,0-7 0,-4 5 0,0-1 0</inkml:trace>
  <inkml:trace contextRef="#ctx0" brushRef="#br1" timeOffset="3.93353E6">9873 5610 8252,'-1'-8'1709,"-2"1"-1349,-1 2 180,-1-2-360,1 2 0,1 0 179,0 2-89,1 2-90,-1 0-90,1 2 0,-2 1 0,0 4 90,-2 9-90,1-1 0,-6 18 0,6-12-90,-3 10 0,6-13 0,0 15-363,1-12 363,1 9 0,0-16 0,1-2 0,2-3 0,1-1 0,1-4 0,8-4 0,-4-3 0,5-5 0,-4-1 0,-2-3 0,0 0 0,0-2 0,-2-2 0,0 1 363,-1 0-363,4-7 0,-5 11 0,3-4 0,-4 12 0,-2 0 0,0 3 0,-1 5 0,-2 7 0,0 3 0,-1 4 0,0-4 0,0 19 0,1-16 0,0 12 0,2-20 0,0-3 0,0-1 0,1-3-90,1-2 90,2-3 0,2-4 0,1-4 0,0-1 0,4-13 0,-3 4-3277,4-17 3162,-3 6-151,-2 3 266,-1 4-180,-4 11 90,1 1-90,-1 4-90,1 2-90,-1 3 3081,2 2-4610,-1 0 1207,-1 2 682,-8 2 0,1 2 0,-5 3 0</inkml:trace>
  <inkml:trace contextRef="#ctx0" brushRef="#br1" timeOffset="3.93396E6">10033 5803 6813,'4'-6'3276,"0"2"-2954,-3 2 38,0 1-270,-5 2 0,3 1 0,-4 3 0,2 1-90,2 2 0,-2 3 90,1-2-90,-2 2 0,2-4 0,0-1 0,1 1 0,1-2 0,0-2 0,1 1 90,1-3-90,1-1 0,2-2 0,2-3 0,6-7-3277,0-6 3162,2-2 115,-2-1-159,-5 3 249,-1 1 0,-1-9 0,-2 8-90,-2-6 90,-1 10-90,-2 2 0,-1 3 0,-3 3-90,-2 3 0,-1 4 1815,-1 3-1995,-1 3 38,0 1-397,1 1-271,0 1 1,1-1-1,-1 0 1,-1-3 899,1-1 0,4-3 0,1 0 0</inkml:trace>
  <inkml:trace contextRef="#ctx0" brushRef="#br1" timeOffset="3.93429E6">10230 5533 7083,'5'-14'2788,"-1"1"-2248,0 0-90,-2 1-180,0 1 89,-2 4-179,-2 2 270,1 3-450,0 2 90,0 4-90,0 3 90,0 6-90,1 3 0,0 5 0,1 15 0,1-6-1260,0 10 1260,1-14-90,2 17 90,-1-13-90,0-3 0,1 0 0,0-3-89,2 5-91,-5-19-450,2 1 90,0-5-269,-1-1 1259,-3-6-1349,-4-4 89,-3-4 900,0-2 0,2-3 0,0 1 0</inkml:trace>
  <inkml:trace contextRef="#ctx0" brushRef="#br1" timeOffset="3.93446E6">10190 5678 8432,'7'0'2069,"0"0"-1889,6-6-180,0 1 0,6-3-90,5 0-180,-3 2-270,4 0-989,-4 1 630,-10 1-1,0-1 900,-9-1 0,0 0 0,2-2 0</inkml:trace>
  <inkml:trace contextRef="#ctx0" brushRef="#br1" timeOffset="3.93469E6">10490 5453 7713,'19'-9'3276,"-9"6"-3044,5-4 37,-7 9-89,-2 3-90,4 5 90,-3 4-90,-4 2 90,-2 4-90,-5 4 90,3 17-806,0-7 626,2 14 0,-1-13 0,-2-10 0,-2 0-180,-1 14 90,0-14 0,0-1-359,-3 9-361,1-3-269,-4-3-91,-2-3 1,-4-4 1169,-8 2 0,8-9 0,-3 2 0</inkml:trace>
  <inkml:trace contextRef="#ctx0" brushRef="#br1" timeOffset="3.94028E6">14739 5805 7083,'5'4'2069,"0"-1"-1799,1-1-1,1-1 91,19-5-270,-11-1-3212,28-10 3122,-26 5-68,10-6 158,-13 6 180,10-13-90,-11 9 450,10-18-451,-19 21 91,0-8-180,-7 13 3186,-3 0-3148,-11 3 198,6 3 34,-23 15-270,21-6 0,-11 12 0,17-9-90,1 0 90,1 1-1,0 11-89,4-8 0,3 14 0,8-14 0,2 1-179,4-4-1,-4-7-540,11 3 0,-6-6-2518,20-6 2159,-20-1 90,6-6 989,-16 1 0,0 3 0,-1-1 0</inkml:trace>
  <inkml:trace contextRef="#ctx0" brushRef="#br1" timeOffset="3.94067E6">15131 5325 6813,'7'-35'3276,"-4"21"-1425,4-16-1671,-6 30 0,3 3-90,-1 5 180,2 4-180,0 3 90,0 2-90,0 3 0,0 2-90,0 1 89,-1 1 1,0 0-90,-4 17 90,0-16-180,-5 19 90,0-26-90,-4 4-89,-1-8-451,-10 0 180,3-4-179,-7-1-271,6-7-1349,-7-10 1260,6-3-1,-4-10 990,9-1 0,3-1 0,1-2 0</inkml:trace>
  <inkml:trace contextRef="#ctx0" brushRef="#br1" timeOffset="3.94083E6">15066 5145 7713,'21'-7'3276,"-5"2"-2685,-13 2-860,0 2-991,1 0 361,-3 1-181,1 0-898,-7 3 1978,1 0 0,-3 4 0,3 0 0</inkml:trace>
  <inkml:trace contextRef="#ctx0" brushRef="#br1" timeOffset="3.94184E6">15244 5250 7623,'10'1'2608,"1"2"-2248,-6-2-180,-1 0 270,-4-3-360,0 0 359,0 0-179,0 8-90,0 1-90,-1 4 0,1 1-90,-3 0 90,2 0-90,0 2 90,-1 0 0,2 1-90,0 0 0,2 0 0,-1-2 0,1 1 0,1-3 0,4 5 90,-2-8-90,3 1 0,1-11 0,-1-1 0,2-5 0,-2 1 0,3-8 0,-3 2 0,3-5 0,-4 3 0,1 0 90,1-5-90,-3 6 0,3-6 0,-6 12 0,0-3 0,-3 7 0,0 2 0,0 1 0,-1 6 0,0 0 0,-1 6 0,0-2 90,1 1-90,-1 0 0,2 0 0,4-2 0,2 3 0,1-4 0,-1 0 0,-1-3 0,-1-3 0,2-1 0,0-2 0,2-3 0,-1-1 0,1-3 0,-1-1 0,-1 0 0,1-1-540,1-15 270,-5 15-629,3-11 179,-6 19-269,-1 1-990,-4 3 989,0 0 990,-4 3 0,3 0 0,0 0 0</inkml:trace>
  <inkml:trace contextRef="#ctx0" brushRef="#br1" timeOffset="3.94215E6">15549 5445 7173,'3'9'3276,"-2"0"-3134,-1-3-52,-3 0 0,3 2 0,-1-1-90,1 2 90,0 0-90,1 1 0,2 2 0,-1-3 90,3 0-90,0-4 90,5-5-90,-1 0 0,8-7 0,-6 1 0,4-5 0,-3-5 0,-3 2 0,1-5 0,-5 4 0,-1 0 0,-3-6-735,-3 3 645,-1 0-90,-5 6 0,2 7-270,-1 2-179,-1 1-181,1 1-89,-1 1 644,1-1-554,-1 0 809,1-2 0,0 2 0,1 0 0</inkml:trace>
  <inkml:trace contextRef="#ctx0" brushRef="#br1" timeOffset="3.9437E6">15757 5273 6543,'2'3'1889,"1"1"-1349,-1-3 90,2 1-451,-2-2-89,2 0-90,-1 0 90,-2 0-90,0-2 0,0 2 0,-1-2 0,3 2 0,-3-1 0,1-1 0,-1 1 90,0-1-90,0-1 0,1-1 0,1-1 90,-1 1-90,0 0 0,-1 1 0,0 1 0,0-1 90,0 2-90,0-2 0,0 2 0,0-1 0,0-2 0,0 0 90,-1 0-90,1 1 0,-1 0 90,-1 1 90,2-2-180,-1 1 90,1 1 270,0 1 449,0-1-719,-3 5 0,1-1-90,-3 5 90,3-2 0,-1 0 90,2 4 90,0 7-180,1-1 0,0 5 0,0-1-90,1-4 0,0 4 0,2-5 0,2 4-90,0-5 90,2 4 0,-1-7 0,-1-2 90,6 2-90,0-1 0,0-1 0,0-1-90,-3-2 0,-1-1 0,-1 0-90,1-1-630,1 2 451,-3-2-181,2 1-1079,-5-4 629,-2-2 91,-1-1-1,-3-2 900,-2-4 0,2 0 0,-1-1 0</inkml:trace>
  <inkml:trace contextRef="#ctx0" brushRef="#br1" timeOffset="3.94408E6">15702 5330 6993,'5'4'2519,"0"0"-1980,0-3-269,-2 0-90,2-2-90,-1 0 0,2-2 0,1 1-90,1-1 90,13-2-3367,-5 3 2982,9-2-425,-4 3-89,-6-1-91,2-1-89,-9 0 989,0-4 0,-3 2 0,1 0 0</inkml:trace>
  <inkml:trace contextRef="#ctx0" brushRef="#br1" timeOffset="3.9488E6">16957 5865 7982,'3'-2'2699,"-1"-1"-2159,-2 1 449,0-4-899,1 2 0,0-1 0,11-7 90,-4 4-180,7-7 270,4 5-90,-7 2 449,10-22-449,-14 18 1169,4-25-1079,-9 30 0,0-4-180,-4 11-90,-3 1 180,-11 4-180,4 1 0,-8 4 0,-9 19 0,17-14 0,0 7 0,2 1 0,10-5 0,9 17 0,0-20-360,17 12-90,-11-17-809,20 1 180,-15-12-1890,14-10 1530,-14 0 90,0-7 1349,-3-7 0,-8 5 0,4-6 0</inkml:trace>
  <inkml:trace contextRef="#ctx0" brushRef="#br1" timeOffset="3.94939E6">17244 5303 6903,'2'-4'3276,"0"1"-435,-3 2-2751,3 3-1,10 2-89,-2 0-89,14 0-1,-10-3-90,3-1-90,-5 0-90,-1 0-180,2-1-89,1 0-361,-3-2-89,-1-1-1,-3-1 91,-3-1 90,1-3 899,1 1 0,2-1 0,2 0 0</inkml:trace>
  <inkml:trace contextRef="#ctx0" brushRef="#br1" timeOffset="3.94963E6">17547 5175 9152,'-2'-4'3276,"1"3"-2774,-5 2-233,2 5-89,-1 3 0,2 4-90,0 2 90,2 2 0,0 13-90,-1-5-90,0 9 90,-1-10-962,0 0 872,-1-1 0,-2 0 0,-1-1-155,-1 0 65,-1-5-810,-13 11 271,8-14-271,-9 4-179,11-14-181,-2-4 91,-1-4 0,-3-3 1169,0-11 0,6 0 0,0-6 0</inkml:trace>
  <inkml:trace contextRef="#ctx0" brushRef="#br1" timeOffset="3.94977E6">17429 5078 7173,'7'-12'3276,"-2"2"-1965,-2 0-411,1-1-720,-2 4-180,1 0-180,-2 4-270,3 1-90,1 1-359,1 1-1350,2 2 1080,-4 2 179,-1 4 990,0 1 0,-1 3 0,3 1 0</inkml:trace>
  <inkml:trace contextRef="#ctx0" brushRef="#br1" timeOffset="3.95025E6">17542 5225 7623,'-4'-11'3276,"2"3"-1965,0 7-1221,2 2 90,0 5 0,0 0-90,0 5-90,0-1 90,2 7-90,0 2 90,1 4-90,0-7 0,0-4 0,-1-5 0,1-4 0,-1 1 0,2-3 90,1 1-90,1-4 0,3 0 0,4-9 0,-1 1 0,2-5 0,-4 2 0,-1 1 0,0 0 0,-3 1 0,0 2 0,0-1 0,-2 5 0,1-1-90,-4 5 90,2 0 0,-2 4 0,3 5 0,0 12 0,1 2 0,0 3 0,0-5 0,1-7 0,0-1 90,3-7-180,0 2 90,-1-2 0,2-2 0,-1 0 90,1-3-90,0-1 0,0-4 0,-1 0 0,4-12 0,-4 4 90,3-10-90,-6 6 0,0-3 89,-2 0-89,1 0 0,-3 1 90,2 0-90,-3-3-90,1 7 1,-2-2-181,0 9-90,1 1 0,0 2-180,3 3-179,0 1-1260,1 5 989,-3-3 1,-2 5 90,-2-5 899,-2 2 0,0 1 0,2 2 0</inkml:trace>
  <inkml:trace contextRef="#ctx0" brushRef="#br1" timeOffset="3.95064E6">17955 5328 7623,'1'-5'2608,"0"1"-2158,-1 0 0,0 2-181,-1-1 1,1 1-90,-3 0 0,2 1 0,-1 1-90,-1 1 0,1 2 0,-2 1 0,-3 5 0,0-2-90,-2 5 90,4-3-90,2 8 0,1-6 0,1 6 0,2-8 0,1 0 90,0-3-90,2 0 0,1-2 0,4-3 0,0-3 0,2-3 0,-4-2 0,-1 0 0,2-4 0,-4 1 0,-1-12-90,-1 12-360,-4-7 180,1 13-180,-1-1-269,0 3-271,-1-1-89,1-1-990,-3-2 2069,4 3 0,-1-1 0,2 4 0</inkml:trace>
  <inkml:trace contextRef="#ctx0" brushRef="#br1" timeOffset="3.95143E6">18172 5035 7443,'0'-7'2968,"-1"-2"-2338,0 1-91,-3 0-89,0 0 0,-1 2 0,1 0-91,1 1-89,0 5 0,0 1 0,-2 9-205,0-7 25,2 4 0,2-6 0,1 4 0,0 5 90,-1 5-90,0 4 0,0 14 0,1-6-783,0 10 693,1-10 90,3 10-90,0-8 0,3 6-90,0-13-60,0-2 60,0-2-90,-1-3-90,0-3-629,6 0 269,-1-7-359,6-2-181,-4-4-89,-3-3 0,-3-1 970,-4-2-700,-2-3 182,0-1 1,-1-1 0,1 1-1</inkml:trace>
  <inkml:trace contextRef="#ctx0" brushRef="#br1" timeOffset="3.9516E6">18037 5270 7713,'-3'-5'3276,"3"-2"-1605,4-1-1491,5-2-90,13-3-180,-1 3-270,3 0 0,2 1-1796,7-2 1571,-11 3 0,2-1-1054,1-2 1,-2 1 1557,7-2 1,12-5 0,-24 15 0</inkml:trace>
  <inkml:trace contextRef="#ctx0" brushRef="#br1" timeOffset="3.95561E6">14186 5398 9062,'6'-3'1349,"-2"1"-1079,-2 0 629,-2 10-719,-2-1 90,-4 31-180,3-17-360,0 22 0,0 3-89,1-15-552,0 6 1,0-2 11,0-20 899,-2-1 0,3-13 0,-1-5 0</inkml:trace>
  <inkml:trace contextRef="#ctx0" brushRef="#br1" timeOffset="3.95587E6">13951 5763 6813,'-4'5'3276,"2"-3"-2504,3 0-682,2-2 90,17 2-180,-2-2-411,15 0 411,-6-1 0,2-2 0,15-2 0,-11 2 0,10 0-90,-15 2-3187,10 1 2600,-18 0-42,6 0-990,-22 0 899,-4-2 810,-9 1 0,-1 2 0,-4 1 0</inkml:trace>
  <inkml:trace contextRef="#ctx0" brushRef="#br1" timeOffset="3.95652E6">13916 6000 8882,'3'-4'1349,"0"1"-1079,-2 1-90,0 0 0,0 1 270,-1-1-361,2 1 1,-1 0-90,1 0 0,-2-2 90,2 2-90,0-2 0,-1 3 270,0-1-270,1 1 0,0 0 90,2 0 0,-3 1 0,2 2 90,2 1-90,1 1-90,0 1 0,-1 0 90,-1 3-90,1-2 0,1 4 0,-2-3 90,0 3 0,-3-2-90,-2 2 90,-1 1 0,0 0 0,-2 2 90,0 0-91,-2 1 1,0 1 0,-2-1 90,-3 8-90,3-7 0,-3 6-90,3-7 90,0 0-90,-1-1 0,3-2 0,0-2-90,-2 1 90,4-5-180,-2 1-180,1-4-89,0-1-451,-2-2-179,-2-1-1440,-4-12 1350,2 1 349,-8-11 1,9 9 0,-3-3 0</inkml:trace>
  <inkml:trace contextRef="#ctx0" brushRef="#br1" timeOffset="3.95671E6">13929 5883 6903,'7'-10'3276,"1"1"-2504,-1 0-323,0 2-179,-2 0-270,-1 0-180,-1 4 1,1 0-901,-1 6 181,-1 0-91,-1 4-899,-1 2 1889,-1-1 0,2 2 0,0-3 0</inkml:trace>
  <inkml:trace contextRef="#ctx0" brushRef="#br1" timeOffset="3.95705E6">14069 6028 7982,'2'5'2339,"1"0"-1889,-1-4-180,2 0 0,0-1-91,1-1 1,0 0 90,2-3-180,-2 1 0,3 0 0,-4 0-90,0 2 0,-1 0 90,2 1-90,-1 0 0,4 2 0,-1-1 90,3 3-90,-4-1 0,4 3 90,-8 6 0,2 0 0,-6 4 0,-2-4 0,0 2 0,-1 1 0,-1-1-90,1-2 0,0 0 0,3 0 90,4-5-90,3 0 0,3-6-90,4-1-180,14-1-1595,9-6 695,-1-1-1073,3-7 983,-12 0 91,2-3 1169,3-1 0,0 0 0,2-1 0</inkml:trace>
  <inkml:trace contextRef="#ctx0" brushRef="#br1" timeOffset="3.95794E6">16082 5780 8792,'-7'-7'3238,"2"2"-2968,-2 0 0,2 2 0,2 1-90,1-1-1,1 1 1,2-1 180,1-2-270,1 2 0,1 0 90,-1 3-180,1 0 90,3 1-90,-1-1 0,2 0 0,0 0 0,3-1 0,3 0-90,20-4 0,-12 2-90,13-2 0,-18 4-180,-1 0-89,-1 1-181,-1 1-180,-1 0-179,-3 2-180,0-2-1,-6 0 91,0-1 831,-4 0 1,-6 3 0,-1 2 0</inkml:trace>
  <inkml:trace contextRef="#ctx0" brushRef="#br1" timeOffset="3.9584E6">16742 5293 7353,'-8'-8'3276,"-1"-1"-2235,1 4-951,1 2 0,0 4 0,3 3 90,-1 6-90,3 0-90,-1 5 90,3 6 0,0-4-90,-1 8 0,0-6 0,-1 12-270,1 13-988,1-6 898,1 4-89,1-21-494,0-2-46,0-3-91,-1-4 91,-2-4 89,-1-3 900,1-2 0,-4-1 0,1 0 0</inkml:trace>
  <inkml:trace contextRef="#ctx0" brushRef="#br1" timeOffset="3.95859E6">16529 5753 7443,'15'3'3276,"-5"-1"-2235,11-2-1041,-6-3 0,2 1-90,1-1 0,1 2-179,1 0-181,0 2-360,-1-1-89,-1 1-91,-6-1 1,-2-1 989,-6 1 0,-2-1 0,-2 1 0</inkml:trace>
  <inkml:trace contextRef="#ctx0" brushRef="#br1" timeOffset="3.95882E6">16569 5998 7083,'-2'17'2608,"-1"1"-1528,-4 15-900,4-12 90,-4 23-180,5-22-1,1 6-89,1-9 90,0 7-90,-2-7 0,0 2 0,-1-13-269,-3-6-1,3-3-270,-4-4-269,3-4-91,-3-4-89,-1-5-1,-3-3 990,-2-3 0,3-1 0,-1 0 0</inkml:trace>
  <inkml:trace contextRef="#ctx0" brushRef="#br1" timeOffset="3.95896E6">16567 5735 6993,'8'-7'3276,"-2"1"-2954,3-2-592,7-2-360,-5 3-179,5-2-91,-7 2-89,-3 1 179,-1 1 810,0 1 0,-2 6 0,0 3 0</inkml:trace>
  <inkml:trace contextRef="#ctx0" brushRef="#br1" timeOffset="3.95929E6">16687 5885 9961,'1'-5'1709,"0"0"-1349,2 6-180,-2 1 0,0 1 0,0 1-90,1-6 0,0 0 0,4-5-90,-1 3 0,6-1 90,-4 4-90,3 1 90,2 5-90,-6 0 90,4 5-90,-7-4 89,0 3-89,-1 0 180,2 5 0,-2 7-747,0-5 657,-2 3 0,0-12-90,-2-1 90,-1 1-180,-1-5 90,3 2-180,1-3 567,2 2-926,2-2-451,1-1-269,-1-3-1350,4-8-571,-5 2 3180,7-7 0,-4 7 0,4 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01T02:47:31.5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5510 8055 5734,'-2'3'0,"1"2"0,1-3 0,2 9 0,0-5 0,2 7 0</inkml:trace>
  <inkml:trace contextRef="#ctx0" brushRef="#br0" timeOffset="2302">8029 7465 5734,'0'0'0</inkml:trace>
  <inkml:trace contextRef="#ctx0" brushRef="#br0" timeOffset="2878">10604 7562 5734,'-22'3'0,"7"-1"0,5-1 0,7 0 0,3-2 0,7-1 0,1 0 0,15-3 0,-6 2-94,10-2 0,-5 0 0,2 1 0</inkml:trace>
  <inkml:trace contextRef="#ctx0" brushRef="#br0" timeOffset="3354">13269 7519 5734,'-6'3'0,"1"-1"0,5-2 0,-1-5 0,-1 2 0,-2-4 0</inkml:trace>
  <inkml:trace contextRef="#ctx0" brushRef="#br0" timeOffset="40815">4702 6465 5734,'-32'4'0,"0"0"0,1 1 0,1-1 0,1 0 0,2 1-1322,1-1 0,0 1 1322,-19 3 0,4 1 0,6 0-422,-6 4 422,14-1 0,7 4 0,3 2 0,4 6 0,-2 18 0,14-10 0,2 6 0,2 5 0,1-11 0,1 4 0,0-2 0,0 0 0,0 2 0,2 3 0,0 8 0,1-1 0,0-5 0,-1-1 0,1 0-483,-1-3 1,1 5-1,1 0 1,-1-5 482,0 2 0,0-1 0,-1-6 0,1 2 0,0 2-185,-1 0 1,1 2-1,0 1 1,-1-3 184,0-3 0,-1-1 0,0 2 0,2 4 0,-1 3 0,0 1 0,0-2 0,-1 5 0,0-2 0,-1 7 0,-2-12 0,1 6 0,-1 2 0,0 1 0,0 1 0,1-3 0,-1-3 0,0 0 0,0-3 0,0-1 0,0 1 0,0 3 0,0 0 0,0 4 0,0 1 0,0 1 0,-1-2 0,1-3 0,-1-7 0,0 6 0,0-7 0,1 0 0,-1 1 0,0 0 0,1 4 0,1-2 0,0 6 0,0 1 0,0-1 0,1-4 0,-1 6 0,1-4 0,0 7 0,-1-10 0,2 6 0,0 3 0,0 2 0,0-2 0,0-3 0,-1-6 0,1 11 0,0-7 0,0 5 0,0-7 0,0 3 0,0 2 0,0 2 0,1 1 0,-1-1 0,-1-3 0,0 1 0,-1 1 0,1 0 0,0-1 0,-1-1 0,0-2 0,2 6 0,-2-4 0,1 0 0,0 1 0,0 2 0,0-4 0,-1 3 0,1 1 0,-1 0 0,1-1 0,-1-3 0,0-5 0,1 11 0,-1-6 0,1 3 0,0-9 0,0 3 0,0 1 0,0 0 0,0-3 0,0 1 0,0-3 0,0 1 0,0 1 0,0 0 0,0 0 0,0 2 0,1-1 0,-1 0 0,1-1 0,-1 1 0,0-1 0,1-1 0,-1-1 0,0-1 0,0-1 0,0 0 0,0 4 0,0-1 0,1 5 0,0 2 0,0 1 0,0-1 0,0-2 0,-2-5 0,2 3 0,-2-5 0,0 0 0,1 3 0,0 5 0,1 3 0,0 2 0,0-2 0,-1-2 0,-1 1 0,1-2 0,-1-1 0,-1-2 0,2 3 0,-1-1 0,0 2 0,0-4 0,0 3 0,-1 0 0,1-1 0,-1-1 0,-1 1 0,1-2 0,-1-1 0,1 2 0,-1-1 0,1 1 0,-1-4 0,0 2 0,1 1 0,-1-2 0,0-1 0,1 1 0,-1-2 0,1-1 0,-1 2 0,1-2 0,-1 2 0,2 9 0,-1 2 0,1-1 0,0-1 0,0-1 0,0-1 0,-1-10 0,1-1 0,-1 2 0,1 8 0,0 1 0,0 1 0,-1-2 0,1 0 0,-1-2 0,0-9 0,-1-1 0,0 2 0,1 7 0,-1 2 0,1 0 0,-1 0 0,-1-1 0,1-1 0,-1 6 0,1 0 0,-1-9 0,0 2 0,1 4 0,0-2 0,1 6 0,0 1 0,0-1 0,0-7 0,-1-3 0,1-5 0,-1 4 0,1 4 0,0 6 0,1 1 0,-1-3 0,0-9 0,1-3 0,-1-5 0,0 3 0,0 0 0,0-1 0,0 1 0,0 0 0,0 0 0,-1-1 0,1 2 0,1 13 0,0 0 0,-2-10 0,0-1 0,2 10 0,-1 0 0,-1-1 0,0-3 0,-1-10 0,1 1 0,-1 12 0,1 6 0,0-6 0,-1-12 0,-1-1 0,1 15 0,0 6 0,-1-8 0,-1-18 0,1 0 0,-2 11 0,1 5 0,-1-5 0,0-11 0,0 0 0,0 14 0,-1 0 0,0-8 0,1-2 0,-2 17 0,0-7 0,1-1 0,-1 6 0,2-17 0,1 0 0,1 17 0,1-13 696,9 11-696,-1-24 0,21 1 0,-5-17 0,17-5 0,-10-7 0,2-3 299,-6 1 1,1 0-300,13-6 0,2-1 0,-10 3 0,1-2 0,-2 2-404,8-4 0,0 1 404,-7 2 0,1 0 0,4-1 0,0 3 0,6-1 0,1 0 0,-1 1 0,-7 3-163,-4 0 1,-4 2 0,3-1 162,4 0 0,6-3 0,1 1 0,-4 1 0,-9 4 0,10 3 0,6 2 0,-17 2 0,3 3 0,-16 2 0,-10 0 0,-2 2 0</inkml:trace>
  <inkml:trace contextRef="#ctx0" brushRef="#br0" timeOffset="42894">488 10989 5734,'6'-2'0,"7"-2"0,-3 0 0,18-11 0,-14 5 0,11-7 0,-5-4 0,-5 4 0,7-9 0,1-8-1241,-4 6 1241,6-11 0,-8 9 0,-1 0 0,0-1 0,-5 0 0,0-7 0,-1 5 0,-2 9 0,-1-1-491,2-8 0,0-4 0,-2 6 491,-5 2-580,-4-7 580,-1 9 0,-2-5 958,0 13-958,-5-2 0,2 7 0,-3-1 0,1 7 0,-10 19 0,6 0 908,-6 20-908,12-1 0,3-2 0,1 2 0,2-5 0,-1 1-44,1 8 1,0 3 43,3 2 0,0 0-961,0-9 1,1 0 960,1 9 0,1 0 0,1-2 0,1-3 0,-1-7 0,1-1-162,1 6 1,1-1 161,1-4 0,1-3 0,4 12 0,6 5 0,-2-12 0,-3-10 0,3 1 470,-7-12-470,4-4 655,-4-3-655,4-4 0,0-11 0,-5-1 2147,3-8-2147,-4-9 0,-2 5 0,0-11 0,-3-2-353,-2 11 353,0-6-60,-2 7 60,-1 23 0,0 3 0,0 25 0,1 5-208,0 3 208,1-6 0,0 1-337,1 13 337,1-14 0,-1 2 0,1-1 0,0-1 0,3 13 0,-2-14 0,-1 1 0,0 9 0,0-1 0,-2-2 0,1-3 0,-2-4 0,-4-15 0</inkml:trace>
  <inkml:trace contextRef="#ctx0" brushRef="#br0" timeOffset="43071">867 10690 5734,'-5'-11'0,"0"1"0,1 1 0,3 3 0,0-1 0,4 1 0,-1 4 0,4 6 0,-1 1 0,3 6 0</inkml:trace>
  <inkml:trace contextRef="#ctx0" brushRef="#br0" timeOffset="43735">1165 10875 5734,'3'14'0,"-1"0"0,2 3 0,-2-4 0,1 5 0,-1 1 0,-1-5 0,0 4 0,-1 6 0,-1-11 0,0 8 0,0-14 0,1-2 0,0-2 0,1-2 0,0-6 0,1-1 0,0-5 0,0-2 0,5-18 0,3-8 0,0 0 0,-2 14 0,0 1 0,-2 6 0,4-6 0,-6 17 0,0 3 0,0 3 0,4 7 0,-2 2 0,2 6 0,-1 0 0,-1 2 0,0 1 0,0 2 0,6 17 0,-5-14 0,3 3 0,1-1 0,0-5 0,7 10 0,-1-11 0,-4-6 0,7 0 0,1-10 0,-3-3 0,4-4 0,-6-3 0,-2-4 0,0-1 0,1-7 0,-1-3 0,-4 0 0,-1-1 0,4-2 0,-2-1 0,-2-17 0,-10 10 0,-1 9 0,-10-19 0,4 24 0,-15-7 0,12 23 0,-20 22 0,20-2-535,-9 19 535,16-13 0,1 2 0,7 22 0,0-17 0,7 16 0,6-17 0,-1-9 0,7 3 0,5-10 0,-7-4 0,7-3 0,-1-7 0,-7-2 0,5-3 0,-9-1 0</inkml:trace>
  <inkml:trace contextRef="#ctx0" brushRef="#br0" timeOffset="44396">1841 10772 5734,'-8'0'0,"0"1"0,0 5 0,1 0 0,-2 5 0,2 0 0,-1 10 0,3-3 0,-2 17 0,8-10 0,1 0 0,-1 11-699,6 10 699,-3-30 0,5 3 0,-3-7 0,10 0 0,-7-10 0,14-14 0,-13 1 0,10-27 0,-14 18 0,2-14 0,-7 6 0,-1 6 0,-1-20 0,-1 23 0,0-8 0,0 17 699,2 4-699,-1 3 0,3 10 0,0 2 0,2 8 0,5 11 0,-2-5 0,4 10 0,5 0 0,1-1 0,-2-4 0,2 2 0,0-3 0,-7-15 0,-2-5 0,0-1 0,-2-7 0,-1-1 0,0-5 0,-1-8 0,-1 2 0,0-7 0,1-21 0,-2 19-284,1-18 284,-1 27 0,0 2 0,-1 0 0,1 5 0,0 2 0,0 6 0,-1 3 0,2 4 284,-1 2-284,2 12 0,0-3 0,1 7 0,2 2 0,-2-8 0,2 6 0,-3-5 0,0-8 0,-1 4 0,-1-8 0,-2-5 0,0-3 0,-2-6 0,1-4 0,-2-2 0,-3-17 0,3 7 0,-3-22 0,4 19 0,3-24 0,5 12 0,0 0 0,4 12 0,-4 15 0,10 0 0,-5 5 0,6 2 0,-8 5 0,1 2 0,0 1 0</inkml:trace>
  <inkml:trace contextRef="#ctx0" brushRef="#br0" timeOffset="44607">2376 10884 5734,'-2'7'0,"0"8"0,0-2 0,0 24 0,2-16 0,2 23 0,1-23 0,0 6 0,5 3 0,-4-12 0,2 7 0,-4-13 0,-2-7 0,0 1 0</inkml:trace>
  <inkml:trace contextRef="#ctx0" brushRef="#br0" timeOffset="44779">2287 10561 5734,'3'-3'0,"1"0"0,2 9 0,0-2 0,4 7 0,-5-5 0,3 3 0</inkml:trace>
  <inkml:trace contextRef="#ctx0" brushRef="#br0" timeOffset="45383">2553 10746 5734,'2'26'0,"0"0"0,1 13 0,0-1 0,0 2-324,0-10 0,0 0 324,2 9-708,-1-12 708,2 5-38,0-6 38,-3-11 0,3 4 0,-5-15 294,-1-3-294,-4-12 700,2 2-700,-6-18 0,4 13 0,-5-15 0,4 15 0,0-4 0,2 0 0,3 5 400,0-5-400,8-3 0,-2 7 0,12-14 0,-4 14 0,5-3 0,22-8 0,-21 15 0,19-6 0,-28 18 0,3 9 0,-4 1 0,1 7 0,-4 6 0,-3-4 0,1 7 0,-2 0 0,5 9 0,-2-11 0,3 3 0,-1-24 0,0-3 0,3-4 0,12-18 0,-7 3 0,6-7 0,-1-1 0,0 0 0,-5 5 0,1 2 0,7 1 0,-6 9 0,19 26 0,-18 5-944,-6 3 0,0 8 0,-1-2 944,-5-4 0,0 2 0,-1 5 0,0 6 0,0 0 0,-1-5-317,-2 0 0,0 0 317,-1 1 0,-1 7 0,0-2 0,0-5 0,-1-4 0,-1-2 0,-1 10 0,-2 3 0,1-6 0,-4 4-185,-13-10 0,-3-7 185,1-19 0,-26-8 0,26-17 0,0-3 0</inkml:trace>
  <inkml:trace contextRef="#ctx0" brushRef="#br0" timeOffset="45564">2203 10765 5734,'12'-3'0,"6"-2"0,-3 1 0,6-2 0</inkml:trace>
  <inkml:trace contextRef="#ctx0" brushRef="#br0" timeOffset="46979">1659 11649 5734,'-2'-11'0,"-1"1"0,2-2 0,0 5 0,0 0 0,2 20 0,0 1 0,0 18 0,-2-7 0,1 1-1759,-2 20 1759,1-14 0,-1 4 0,0 1 0,1 4 0,-1-3-1270,1 1 1,0 0 1269,-1 2 0,1 3 0,0-3 0,0-7 0,0 2-359,1 1 0,-1 5 0,1 0 0,0-4 359,-1 6 0,0-1 0,1-6 0,0 3 0,-1 0 0,1-7 0,0-5 0,0-3 0,0 23 0,0-6 0,0-6 0,-2 2 0,-1-14 0,-2 1 0,0-15 0,0-7 0,-1-5 0,1-6 0</inkml:trace>
  <inkml:trace contextRef="#ctx0" brushRef="#br0" timeOffset="47428">1347 12479 5734,'7'21'0,"1"2"0,1 1 0,3 7-283,-2-5 0,2-1 283,8 12 0,0-13 0,2-1 0,8 5-422,-8-11 1,0-6 421,-1-16 0,1-5 0,-2-6 0,-1-2 0,5-6 0,-6 4 0,-2-1 0,-3-11 0,-4 10 83,-6-5 0,-6 11 0,-4 0 1</inkml:trace>
  <inkml:trace contextRef="#ctx0" brushRef="#br0" timeOffset="48384">852 13024 5734,'-12'1'0,"0"1"0,-1 3 0,-3 4 0,-2 2-1639,-3 6 1,0 3 663,-7 8 975,7-5 0,0 2-71,5-2 1,3-1 70,-6 13 0,8-13 0,1 2 0,7 12 0,3-2 0,4 0-289,2-3 0,3-3 289,11-14 0,3-4 0,2-2 0,8 2 0,-7-3 0,1-2 2013,10-1-2013,-11-2 0,4 0 1116,-9 1-1116,-8-1 0,0 1 0,-9 4 922,-4 1-922,-4 5 0,-17 18 0,5-9 0,-6 6 0,0 0 0,2-3 0,0-1 0,1-2 0,8-8 764,-5 2-764,15-16 0,13-22 0,1 4 0,10-17 0,-6 10 0</inkml:trace>
  <inkml:trace contextRef="#ctx0" brushRef="#br0" timeOffset="49045">986 13319 5734,'1'4'0,"-1"1"0,0 38 0,1-19-860,0 3 1,2 0 859,2-5 0,2 6 225,3-7-225,-2-7 352,3 1-352,-3-9 0,0-3 0,0-2 0,9-15 0,-6 2 0,1-9 0,0-3 0,0-4 0,2-17 0,-6 6 875,-5 10-875,2-17 0,-4 28 267,1-4-267,0 23 0,-1 5 0,1 8 0,2 16 0,-1-4 0,3 12 0,3 2-990,-1-10 990,3 8 0,2-15 0,1-3 0,-2-3 0,15 10 0,-20-32 0,0-3 0,1-4 0,3-20 0,-4 9 0,2-14 0,-4 6 0,-1 9 990,0-11-990,-1 16 0,0 3 0,1 13 0,-1 9 0,2 8 0,2 20 0,-1-3-322,-2-9 0,0 3 322,1 5 0,0 1-952,-1-5 1,0-1 951,2 10 0,0 2 0,1 4 0,0-2 0,-1-8 0,-1-1 0,2 10 0,0 0 0,0-3 0,-1-4 0,-2-8 0,0-2 0,1 5 0,0 0-118,0 9 118,-2-16 0,-4 0 0,-5-21 0,-1-7 508,-4-10-508,-4-21 0,4 2 607,3 10 1,-1-3-608,1-8 0,-1 0-1017,3 6 1,0-1 1016,-2-9 0,1-5 0,7 1 0,3-8 0,0 1 0,0 8-1092,0 2 0,1 1 1092,0-1 0,0-8 0,2 3 0,1 14 0,5 11 0,1 7 0,0 6 429,6 11-429,-5 4 1651,0 9-1651,-9 11 0,-5-3 3079,-3 10-3079,-7-2 0,-1 0 0,-2 4-713,0-3 1,0-3 712,0-6 0,-1-1-163,-7 5 163,6-9 0,-4 3 0,1-11 0,7-7 0,-2-2 0</inkml:trace>
  <inkml:trace contextRef="#ctx0" brushRef="#br0" timeOffset="49602">1554 13565 5734,'28'-23'0,"-7"6"0,7-13 0,-1-1 0,-5 5-992,-1-2 1,-3 2 991,-11 8 0,-3 0 481,-3-5-481,-4 7 0,-2-4 353,-4 6-353,0 4 0,-3 0 0,2 6 0,-15 25 0,13-7 1033,-11 21-1033,21 10 0,3-15-559,2 0 1,2-1 558,3 0 0,5 6-919,11-1 919,-10-15-456,22 10 456,-22-24 0,8 0 0,-8-13 1045,-4-2-1045,6-20 0,-10 12 0,2-27 0,-7 26 0,-2-15 0,1 24 985,-1 0-985,1 11 578,1 11-578,3 16 0,2 12 0,4 6 0,-3-15 0,-2-12 0,-3-13 0,-2-3 0,-3-22 0,1 6 0,-3-18 0,7 1 0,1 0 0,0 0-466,2-1 0,0 1 466,3 10 0,1 2-73,0 2 73,1 2 0,1 3 0,5-1 0,-3 5 0,3-1 924,-2 6-924,-5 3 81,2 2-81,-6 5 0,-2 0 0,0 2 0,0-4 0</inkml:trace>
  <inkml:trace contextRef="#ctx0" brushRef="#br0" timeOffset="49995">2028 13398 5734,'7'31'0,"0"0"0,-1-1 0,1-3 0,2 7-2187,0 2 2187,1 1 0,0 2 0,-3-11 0,0 1 0,4 14 0,-4-15 0,1 0 0,4 18 0,-3-14 0,0 4 671,-3-18-671,-1-3 357,-3-9-357,1-5 0,-5-11 0,-3-25 0,1 9 836,-3-20-836,3 21 0,0 1-1288,0-17 1288,0 13 0,1-1 0,2-1 0,0 1 0,0-16 0,1 17 0,1-1-967,3-18 967,2 14 0,1-6-471,4 11 471,-3 10 234,4-1-234,2 10 1109,-3 5-1109,3 3 1076,-3 12-1076,-3 0 0,0 25 0,-7-13 630,-1 17-630,-9-5 0,-3 0 0,4-6-366,-3 5 1,1-4 365,7-21 0,-1-1 0,1-1 0,1-3 0,2-3 0,1-3 0</inkml:trace>
  <inkml:trace contextRef="#ctx0" brushRef="#br0" timeOffset="50291">2371 13352 5734,'0'9'0,"1"6"0,0-2 0,0 5 0,2 2 0,-1-6 0,2 4 0,0-6 0,0-5 0,1 0 0,2-11 0,-2-1 0,3-7 0,-5-21 0,-3 15 0,-3-16 0,-3 20 0,-1 1 0,-5-4 0,3 6 0,-2-2 0,4 6 0,4 4 0,3 1 0,3 2 0</inkml:trace>
  <inkml:trace contextRef="#ctx0" brushRef="#br0" timeOffset="50734">2571 13246 5734,'-17'16'0,"-3"6"0,10-8 0,-3 5 0,7 0 0,2-4 0,3 5 0,8-2 0,1-4 0,5 3 0,9-6 0,2-1 0,1 1-466,0-1 0,-1-1 466,-7-2 106,4 6-106,-11-3 0,-4 15 0,-11-12 0,-7 10 0,1-9 0,-13 7 0,11-12 0,-7 3 0,15-19 0,5 0 698,1-7-698,4 1 128,6-10-128,0 4 0,11-16 0,-8 14 0,6-9 0,4-4 0,-11 14 0,11-11 0,-18 25 0,4 5 0,-6 10 0,1 7 0,-2 11 0,0-4-497,0 9 497,-1-9 0,2 11 0,-1-10 0,1 7-168,-1-13 168,-1-1 0,0-4 0,-1-4 0,-1-3 0,-1-4 0</inkml:trace>
  <inkml:trace contextRef="#ctx0" brushRef="#br0" timeOffset="50861">2727 13244 5734,'-8'0'0,"2"0"0,6 0 0,6 1 0,0 0 0,5 1 0</inkml:trace>
  <inkml:trace contextRef="#ctx0" brushRef="#br0" timeOffset="51095">2909 13152 5734,'0'11'0,"4"1"0,0 5 0,1 5 0,0 3 0,1 9 0,-1-5 0,0 6 0,-1-3 0,-2-9 0,1 2 0,3 18 0,1 8 0,-1-7 0,-2-19 0,-1-1-603,5 24 1,-1-6 602,-2-23 0,2-2 0,-3-10 0,-1-2 0,-3-11 0,-1-3 0</inkml:trace>
  <inkml:trace contextRef="#ctx0" brushRef="#br0" timeOffset="51345">3005 13515 5734,'33'-17'0,"-5"2"0,4-4-733,-11 6 733,-7 5 238,-2 3-238,7 6 121,-8 2-121,8 25 0,-13-7 0,-1 22 0,-1 3 0,-2-7-472,-1 1 1,0-3 471,0-13-342,-2 6 342,1-13 0,-2 0 0,-1-16 0,0-5 0</inkml:trace>
  <inkml:trace contextRef="#ctx0" brushRef="#br0" timeOffset="51787">3364 13351 5734,'5'23'0,"-1"-4"0,0 9 0,0 3 0,-2-6 0,2 7 0,0-3 0,0-9 0,3 3 0,7-10 0,-3-9 0,7-2 0,-8-9 0,0-2 0,-1-3 0,-1-9 0,-5 4 0,-1-6 0,-11 1 0,1 6 0,-7-4 0,3 9 0,-12-5 0,11 9 0,-8-4 0,17 8 0,0 1 0,6-2 0,1 0 0,5-3 0,-1-1 0</inkml:trace>
  <inkml:trace contextRef="#ctx0" brushRef="#br0" timeOffset="52046">3528 13273 5734,'11'-10'0,"2"-2"0,-4 4 0,1 1 0,-3 12 0,-3 4 0,1 29 0,-4-13 0,3 7 0,0 1 0,2-4 0,0-2 0,2-2 0,0-7 0,2 3 0,4-12 0,-4-7 0,17-18 0,-14 0 0,5-8 0,1-1 0,-1-1 0,-1 1 0,2 0 0,14-6 0,8 14 0,-7 8 0,0 37-1056,-19-4 1056,5 12 0,-3 4 0,-4-8 0,-5-8 0,0 0 0,-3-1 0,-1 5 0</inkml:trace>
  <inkml:trace contextRef="#ctx0" brushRef="#br0" timeOffset="52478">1307 14200 5734,'29'2'0,"0"0"0,2 0 0,2-2 0,2-3 0,4 0 0,-1-1-1093,-4 1 1,-1-1 0,3 1 496,-1-1 0,3 0 0,1 0 0,4-1 596,0 1 0,4-1 0,2 0 0,1 0 0,-2 0 0,-4 0-19,6 0 1,-4 0 0,0 0 0,4 0 18,-8 1 0,3 0 0,2-1 0,0 0 0,0 0 0,-2 1 0,-4 0 0,7-1 0,-4 1 0,-1 0 0,0 0 0,1 0 0,-1 0 0,1 0 0,4-1 0,-7 1 0,2 0 0,3 0 0,1-1 0,0 0 0,-2 1 0,-1-1 0,-2 0 0,-2 1 0,-1-1 0,0 1 0,1-1 0,1 0 0,6 0 0,2-1 0,1 1 0,-1-1 0,-2 0 0,-4 1 0,1-1 0,-3 0 0,-2 0 0,-4 0 0,9-2 0,-3 0 0,-2 0 0,-1 1 0</inkml:trace>
  <inkml:trace contextRef="#ctx0" brushRef="#br0" timeOffset="76462">5918 6825 5734,'-44'-9'0,"12"5"0,5 0 0,-2 1-1639,-1 1 1,0 1 1572,7 0 0,-2 1 66,-12 0 0,-5 2 0,3 0 0,6 0 0,1 1 0,-1 0 0,-3 0 0,1 2 0,-8 6 0,3 1 0,9-3 0,-2 3 0,2 1 0,-4 4 0,-1 1 0,5-2-1009,-4 5 1,1 0 1008,0 1 0,-3 2 0,3 1 0,9-1 0,1 2 0,3-1 0,-5 5 0,2 2 0,3-4 0,1 1 0,1 1 0,4 3 0,1 1 0,3 0 0,-3 6 0,3 0 0,2-5 0,1 2 0,3 0-103,4 2 0,4 0 1,0-1 102,3 7 0,1-1 0,1-6 0,1 1 0,4-1 0,4-3 0,3-1 0,1-3 0,4 6 0,3-2 0,-5-7 0,2 1 0,7-3 0,0-10 0,6-1 0,4-2 0,0-1 0,-1-2 0,-5 0 0,6 1 0,-4-3 0,6 0 0,-6-1 0,5 1 0,3 0 0,0-1 0,-4-2 0,-6-4 0,1-5 0,-6-4 0,2-2 0,2-2 0,3-2 0,-1-1 0,-2 0 0,3-2 0,-3 0 0,2-1 0,-3 0 0,1-1 0,0-1 0,-1-1 0,-3-2 0,-1 0 0,-2-1 0,-1 0 0,0 0 0,-2 0 0,1-1 0,5-7 0,-1-1 0,-3-1 0,-7 2 0,-3-1 0,-4-4 0,-7-1 0,-3-4 0,-2-1 0,0 3 0,2 0 0,0 3 0,-4-2 0,-3 3 0,-2-2 0,-3 1 0,-2 5 0,-13-3 0,-2 6 0,6 7 0,-1 1 0,-7-5 0,-2 3 0,0 7 0,1 3 0,6 3 0,1 1 0,-6-1 0,1 2 0,-6-2 0,4 1 0</inkml:trace>
  <inkml:trace contextRef="#ctx0" brushRef="#br0" timeOffset="79146">5531 6631 5734,'1'-37'0,"0"4"0,0 16 0,2-15 0,-1 4 0,2-8 0,-1-2-3277,1-6 3242,-1 9 1,0-3 34,-1-4 0,0 2 471,-1 15 0,-1-2-471,1-17 0,-1-8 0,-1 7 0,1 20 0,-1 0 132,0-22 0,0 2-132,0 11 0,1 11 0,0-3-107,1 6 107,0 5 1749,0-2-1749,2 1 27,-1 4-27,2-3 335,-1 6-335,5-18 0,-5 17 136,4-14-136,-8 23 0,-7 3 0,0 1 0,-7 2 0,1 0 0,0-1 0</inkml:trace>
  <inkml:trace contextRef="#ctx0" brushRef="#br0" timeOffset="79779">5429 6304 5734,'0'4'0,"3"15"0,-1-9 0,3 14 0,-2-12 0,3 14 0,-1-9 0,2 8 0,-3-11 0,0 0 0,1-1 0,-2-1 0,1-1 0,-1-2 0,0-1 0,2 1 0,-2-4 0,2 0 0,-1-5 0,1-2 0,2-4 0,7-9 0,-1 1 0,2-4 0,2-2 0,0-2 0,2-2 0,0 1 0,-4 4 0,1-1 0,-2 2 0,-3 3 0,5-11 0,-13 18 0,1-3 0,-6 9 0,1 0 0</inkml:trace>
  <inkml:trace contextRef="#ctx0" brushRef="#br0" timeOffset="81670">5190 5119 5734,'-1'-3'0,"0"0"0,1 3 0,-1 4 0,2 2 0,0 6 0,0 1 0,0 3 0,1 12 0,0-4 0,0 11 0,1 2 0,1-6-418,-1 0 0,1-2 418,1-14 0,6 5 0,-3-11 0,3 2 0,-4-10 0,-1-2 0,8-11 836,-5 0-836,8-19 0,-8 9 0,2-10 0,3-12 0,-6 17 0,0-1 0,-1 1 0,-2 6 0,4-17 0,-7 24 0,1-5 0,0 9 0,0 4 0,5-5 0,-4 7 0,3 0 0,-4 4 0,1 2 0</inkml:trace>
  <inkml:trace contextRef="#ctx0" brushRef="#br0" timeOffset="81993">5511 5247 5734,'1'-18'0,"-1"-3"0,-1 12 0,-2-4 0,-3 4 0,2 3 0,-4 0 0,0 5 0,1 2 0,-2 5 0,-2 9 0,4 0 0,-4 8 0,4 5 0,3-7 0,5 6 0,2 1 0,1-6 0,8 18 0,-3-33 0,17-3 0,-8-3 0,12-4 0,-7-4 0,-5 1 0,5-2 0,-8 1 0,0-2 0,-1 1 0</inkml:trace>
  <inkml:trace contextRef="#ctx0" brushRef="#br0" timeOffset="82147">5705 5226 5734,'-5'6'0,"1"1"0,-1 2 0,2 4 0,2-2 0,1 4 0,4 2 0,0-5 0,2 4 0,1-1 0,-2-4 0,2 1 0,2-5 0,-3-4 0,4-1 0</inkml:trace>
  <inkml:trace contextRef="#ctx0" brushRef="#br0" timeOffset="82924">5833 4887 5734,'-5'14'0,"2"-2"0,1 14 0,1 12 0,2-6 0,0 14 0,1-20 0,0-2 0,2 15 0,0-1 0,0 1 0,0-2 0,1 0 0,0-3 0,-1-11 0,2 8 0,-5-18 0,0-6 0,-1-2 0,-1-12 0,-1-9 0,-1-1 0,0-14 0,2 17 0,0-20 0,1 23 0,1-8 0,1 14 0,1 1 0,4-4 0,-1 3 0,5-2 0,-2 3 0,0 1 0,9 0 0,-6 1 0,18 4 0,-15 3 0,6 2 0,-9-1 0,0 6 0,-6-5 0,3 6 0,-5-3 0,-2-1 0,0 1 0,1-2 0,-2-3 0,0 1 0,1-3 0,-1-1 0,2-1 0,1-4 0,1-1 0,2-3 0,4-8 0,-2 1 0,3-7 0,1-3 0,-5 5 0,4-15 0,-7 19 0,0-6 0,-2 13 0,-2 4 0,-1 3 0,1 6 0,0 1 0,2 3 0,-1-2 0,2 1 0,-1 2 0,2 1 0,0 7 0,0-3 0,0 6 0,-1 5 0,0-6 0,0 9 0,0 11 0,-1-19 0,1 14 0,-3-27 0,0-2 0,1-5 0,-1-2 0,2-5 0,-3-10 0,1 1 0,-1-9 0,1-6 0,0 7 0,2-7 0,2 4 0,1 7 0,4-3 0,7 5 0,-2 5 0,6-2 0,13 5 0,-11 3 0,24 2 0,-23 5-156,8 4 1,-8 3-1,1 3 1</inkml:trace>
  <inkml:trace contextRef="#ctx0" brushRef="#br0" timeOffset="83843">8309 6620 5734,'-33'6'0,"0"1"0,0 1 0,-1 1 0,0 0-1199,-4 2 0,-2 3 1199,0 2 0,-5 4 0,0 0 0,5 0-944,9-4 1,4-1 0,-2 3 943,-4 1 0,-2 1 0,0 2 0,3 0 0,-2 5 0,3 1 0,2 0-253,-5 6 0,1 1 253,5-6 0,0 3 0,2 0 0,3 3 0,3 2 0,1-2 0,-2 5 0,2 5 0,8-11 0,1 5 0,1 3 0,2-2 0,1-4 0,2-1 0,3-3 0,0 3 0,0 3 0,1 4 0,2-1 0,4-2 0,7 0 0,5-3 0,1-2 0,4 6 0,4-3 0,-3-6 0,3 0 0,3-4 0,6-5 0,4-4 0,-1-3 0,-8-2 0,-1-2 0,7-4 0,-2-6 0,7-3 0,5-2 0,3-2 0,1-2 0,-2 0 0,-4 1 0,-6 0 0,3-1 0,-7 0 0,1-1 0,4-2 0,1 0 0,6-2 0,4-2 0,0 0 0,-2-1 0,-6 1 0,-7 0 0,-3-4 0,-7 1 0,2-4 0,3-5 0,2-5 0,0-1 0,-4 3 0,-4 3 0,-3 2 0,1-4 0,3-7 0,1-6 0,-2 0 0,-7 5 0,-6-2 0,-6 2 0,-1 5 0,-1-1 0,-4 1 0,-9-13 0,-5 4 0,3 11 0,-5 1 0,-8-2 0,-6-1 0,1 5 0,6 8 0,-2 3 0,-15-7 0,0 0 0</inkml:trace>
  <inkml:trace contextRef="#ctx0" brushRef="#br0" timeOffset="84358">8437 6729 5734,'4'-10'0,"-1"-2"0,2-3 0,0-5 0,1-2 0,6-18 0,-2 6-250,-3 11 1,1-3 249,5-16 0,0-2-1190,-4 15 1,0-1 1189,0-1 0,1-2 0,-1 0 0,3-8 0,-2 1 0,-2 9 0,0 1-673,2-9 0,-1 1 673,-3 13 0,-1 2-697,4-21 697,-2 5 0,-4 8 0,0 0 0,1-7 0,-2 3 0,-1 2 0,-1 9 0,-1-9 8,0 8-8,2 11 1810,-2-7-1810,2 15 1597,-1 2-1597,0 1 1143,-1 2-1143,-1 4 363,1-2-363,-1 4 0,1-4 0,1 1 0,0 0 0</inkml:trace>
  <inkml:trace contextRef="#ctx0" brushRef="#br0" timeOffset="84561">8569 5690 5734,'-14'5'0,"-3"1"0,11-4 0,-1-4 0,8-3 0,3-4 0,10-6 0,-3 3 0,8-6 0,3 4 0,-5 4 0,6 0 0,-3 9 0,-4 4 0,4 3 0,-3 10 0,-1 4 0,1 0-323,-2 1 1,-1 0 322,-7-5-19,1 7 0,-3-10 1,0 4-1</inkml:trace>
  <inkml:trace contextRef="#ctx0" brushRef="#br0" timeOffset="85382">8717 4867 5734,'3'42'0,"1"1"0,-1-3 0,-1-4 0,-2 1-1439,0-11 0,1 0 1439,0 14 0,0-3 0,1-1 0,0-2 0,-1-6 0,1-1 595,0-4-595,-1-2 518,0-6-518,-1-12 0,-1 0 0,0-8 1520,-1-2-1520,-3-9 0,0 1 0,-2-7 0,-2-7 0,2 5 0,-5-17 0,7 17 245,-2-7-245,6-5 0,1 14 0,6-23 0,1 29 0,10-10 0,-4 18 0,5 0 0,12 11 0,-10 2 0,11 6 0,-11 10 0,-6-4 0,2 8 0,-7 4 0,-4-7 0,-3 6 0,-5 0 0,-7-5 0,-2 0 0,-1 6 0,-2-6 0,0-3 0,6-11 0,-2 1 0,3-5 0,3-3 0,0 0 0,5-4 0,2-1 0,6-3 0,0-1 0</inkml:trace>
  <inkml:trace contextRef="#ctx0" brushRef="#br0" timeOffset="85813">9055 5076 5734,'-12'0'0,"2"1"0,-10 7 0,9-1 0,-15 20 0,14-9 0,1 18 0,2 2 0,3-10 0,2 3 0,3-3 0,3-16 0,3-1 0,1-4 0,1-2 0,4-7 0,-2-3 0,10-18 0,-8 8 0,0-11 0,0-1 0,-5 4-435,5-19 435,-10 26 0,0 1 0,0-3 0,-1 8 0,-1-2 0,1 12 0,0 17 0,0-4 0,2 15 0,2-5 0,-1-7 0,3 6 0,1-4 0,-2-6 435,2 2-435,0-5 0,-1-4 0,2 0 0,1-6 0,-1-2 0,2-4 0,4-7 0,-2 2 0,5-7 0,-5 5 0</inkml:trace>
  <inkml:trace contextRef="#ctx0" brushRef="#br0" timeOffset="86244">9233 5037 5734,'-7'-5'0,"2"1"0,0 4 0,-3 9 0,4-2 0,0 8 0,4-5 0,4 16 0,-2-9 0,2 12 0,0-3 0,-1-7 0,2 7 0,1-1 0,-3-7 0,1 5 0,-1-7 0,-2-4 0,-1 0 0,-1 1 0,-1-5 0,-1 4 0,0-4 0,1-3 0,0 0 0,0-3 0,1-1 0,-2-6 0,1 1 0,1-5 0,3-6 0,0 2 0,5-8 0,2-5 0,1-1 0,4-9-113,-3 7 0,0 1 113,6-4 0,-8 15 0,2-1 0,-2 9 0,-3 5 0,1 1 0,-2 9 0,-1 0 0,2 14 0,-2 23 0,-2-13-571,0 17 571,-1-25-350,0 6 350,-1-7 0,0 4-69,0-6 69,0-6 0,0 1 0,0-9 0,-1-4 0,0-4 0</inkml:trace>
  <inkml:trace contextRef="#ctx0" brushRef="#br0" timeOffset="86640">9549 5042 5734,'-10'8'0,"3"-1"0,-3 5 0,0 2 0,3-1 0,-2 4 0,5-3 0,1 0 0,2 3 0,5 16 0,0-11 0,5 12 0,0-12 0,-3-7 0,3 3 0,-4-4 0,-1-5 0,-2 3 0,-1-3 0,-2-2 0,0 1 0,-4-2 0,1-1 0,-4 0 0,-13-2 0,9-5 0,-12-1 0</inkml:trace>
  <inkml:trace contextRef="#ctx0" brushRef="#br0" timeOffset="86873">9316 4852 5734,'-4'-1'0,"8"5"0,1 4 0,3 3 0,-2 2 0,-2-3 0,2 0 0</inkml:trace>
  <inkml:trace contextRef="#ctx0" brushRef="#br0" timeOffset="91491">11160 6615 5734,'-24'-7'0,"-15"1"0,15 3 0,-2 3-1639,-19 5 1,-3 3 907,13-2 0,1 1 731,-12 7 0,2 1-286,17-3 1,1 1 285,0 0 0,-2 3-142,-5 4 1,-3 4 0,3-1 141,0 0 0,1 0 0,0 1 0,-2 2 0,3 1 0,7-2 0,2-1 0,1 0 0,-3 6 0,0 1 0,4-5 0,0 2 0,2 2 0,-2 13 0,3 3 0,2-3 0,0 1 0,2 0 0,4-10 0,-1 4 0,1-1 0,2-4 0,4 9 0,3-4 0,0 3 0,4-1 0,1-2 0,4 2 0,4-6 0,4 0 0,1-2 0,5 4 0,2-2 0,-2-6 0,2-1 0,6-3 0,4-9 0,5-3 0,2-4 0,-4 0 0,-3-1 0,-1-2 0,3-2 0,2-1 0,6-3 0,2 0 0,-2-2 0,-6-2 0,-2-3 0,-3-2 0,0-2 0,10-2 0,1-3 0,-1-2 0,-3-3 0,-1-3 0,-3 1 0,-9 4 0,-1 1 0,0-2 0,6-4 0,0-2 0,-2-3 0,-3-6 0,-4-4 0,-2 2 0,-2 3 0,-3-3 0,-2-5 0,-1-5 0,-5 5 0,-10 14 0,-3 1 0,-2-7 0,-5 1 0,-8 6 0,-2 3 0,3 7 0,0 1 0,-7-5 0,-1 3 0,-9-3 0,3 0 0,3 2 0</inkml:trace>
  <inkml:trace contextRef="#ctx0" brushRef="#br0" timeOffset="94048">7632 5002 5734,'1'8'0,"1"16"0,0-6 0,1 10 0,2 2 0,0 2 0,-1-6 0,0 1 0,5 15-2022,-2-11 2022,3 8 0,2-7 39,-3-11-39,4 4 415,-1-10-415,-3-6 0,8-5 0,-8-9 1008,5-6-1008,-5-14 0,-3 3 0,-1-5 0,-1-1 0,-1-3 0,0 0 0,1-6 0,-1 6 0,0-1 255,1-3 1,0 5-256,-1 19 49,-2 5-49,2 0 0,0 7 0,0 2 0,2 3 0</inkml:trace>
  <inkml:trace contextRef="#ctx0" brushRef="#br0" timeOffset="95066">7971 5236 5734,'8'-24'0,"-2"3"0,-3 2 0,-3 3 0,-5-12 0,0 15 0,-3-5 0,-6 17 0,5 2 0,-4 7 0,7 1 0,3 4 0,0 10 0,3-4 0,2 8 0,5-2 0,-1-6 0,5 3 0,1-6 0,11-4 0,-3-3 0,6-7 0,-11-8 0,8-9 0,-7 2 0,5-8 0,-7-3 0,-4 4 0,0-4 0,-6 3 0,-3 7 0,-1-3 0,-4 5 0,1 5 0,-3 2 0,3 7 0,-2 4 0,4 10 0,1-1 0,0 6 0,6 3 0,-1-6 0,4 5 0,1-5 0,-2-6 0,2 1 0,19-33 0,-15 7 0,15-24 0,-21 12-700,-3-3 700,-1-2 0,-3-2 0,-2 8 0,-1-2 0,-2-1 0,-1-1 0,1 1 0,-2 0 0,0 1 0,0 2 0,-2-2 0,1 2 0,-2-4-319,-4-10 319,9 26 0,-2 4 0,3 6 677,0 5-677,3 17 0,1 0 0,2 13 0,3 15 0,-1-9-107,-2-13 0,2 2 107,-1 1 0,1-1-1282,3 15 1282,-3-16 0,1 1 0,5 18 0,-3-13 0,1 4 0,-2-12 0,-3-9 0,1 0 482,-4-10-482,0-5 1356,-1-5-1356,2-12 0,0 1 0,1-8 0,3-5 0,1-4 0,3 4 0,1 0 0,1-2-268,8-6 268,-14 31 0,-1 0 0,1 2 0,-2 2 0,2 10 0,-5 0 0,0 34 0,-1-23 0,0 19 0,1-26 0,1 4 0,0-7 0,0 2 0,-1-11 0,-1-2 0,-1-3 268,-1-6-268,0 2 0,-2-4 0,2 1 0,0 4 0,-1-3 0,3 3 0,0 3 0,1-1 0,2 3 0,0 0 0,2 2 0,2 3 0,-2-1 0,2 2 0,1 3 0,-4-3 0,3 3 0,-6-3 0,1-1 0,-1 0 0,0-1 0,2-2 0,-1-1 0,1-1 0,0-5 0,-1 1 0,3-8 0,-3 7 0,1-2 0,-2 5 0,1 1 0,0 1 0,3 3 0,1 1 0,2 3 0,3 4 0,-1-2 0,3 2 0</inkml:trace>
  <inkml:trace contextRef="#ctx0" brushRef="#br0" timeOffset="95921">10960 6632 5734,'-3'-17'0,"1"-4"0,2-4 0,3-6 0,2 3 0,1-1-1639,0 5 1,0 0 1600,2-9 0,2-3 38,1-4 0,1 0 0,-3 8 0,1 0 0,1-11 0,1-1 0,1-3 0,-1 1 0,-3 10 0,0 1 0,2-11 0,1-2 0,-1 3 0,0 1 0,-4 11 0,1 1 0,1-8 0,0 0 0,-1 5 0,-1 2 0,-2 9 0,0 1 0,1-6 0,0 1-15,3-15 15,-3 14 0,1-4 570,-3 12-570,-1 8 0,0 0 0,-1 7 1632,-1 4-1632,1 1 0,-10 27 0,3-12 185,-8 19 0,4-19 1,0 1-1</inkml:trace>
  <inkml:trace contextRef="#ctx0" brushRef="#br0" timeOffset="96095">11130 5502 5734,'-20'10'0,"8"-4"0,-5 0 0,9-8 0,1-8 0,5 1 0,1-7 0,9-1 0,0 3 0,5-3 0,4 2 0,-2 6 0,4-2 0,3 7 0,-5 3 0,6 3 0,-1 7 0,-4 0 0,3 4 0,-3 0 0,-8-3 0,2 3 0,-10-5 0,0-2 0,-3-1 0</inkml:trace>
  <inkml:trace contextRef="#ctx0" brushRef="#br0" timeOffset="-165332.46">21816 1562 5734,'-10'37'0,"0"-1"0,4 5-2502,0-6 2502,2-12 0,1 2 0,-1 12 0,0 0 0,-1 10 0,3-12 0,-1 4 0,1-5 0,-1 10 0,2 0 0,0-1 0,0-13-2,-1-3 0,0-2 2,-1-12 0,-2 2 0,1-16 0</inkml:trace>
  <inkml:trace contextRef="#ctx0" brushRef="#br0" timeOffset="-165005.46">21852 1277 5734,'-33'4'0,"5"4"0,-10 13 0,-2 6-1639,16-9 1,0 2 1151,-1 2 0,-3 2 1,3 0 486,1 2 0,2 2 0,0 3 0,-1 2 0,2 0-499,-3 6 1,0 1 498,4-5 0,0 3 0,1 0 0,3 1 0,2 2 0,1-2 0,0 7 0,1-1 0,3-6 0,0 1 0,4-1 0,5-3 0,4-1 0,1-2 0,2 5 0,3-2 0,5 9 0,8-2 0,12-11 0,4-6 0,-6-8 0,2-2 0,-3-4 0,2-1 0,2-4 0,5-7 0,2-4 0,-2-2 0,-7 1 0,-2-2 0,1 0 0,9-4 0,3-1 0,-1-5 0,-5-4 0,1-5 0,-1-1 0,-4 2 0,-3 3 0,-3 0 0,1-5 0,-4 1 0,2-6 0,1-3 0,-1-1 0,-3 2 0,-5 4 0,-2-3 0,-6 3 0,1-3 0,1-3 0,0-3 0,-2-1 0,-4 2 0,-7-2 0,-5 2 0,-2 2 0,-1-5 0,-2 1 0,2 8 0,-2-2 0,-9 4 0,-17 5 0,-12 3 0,-3 3 0,9 4 0,4-1 0,0 4 0,-6 0 0,-8-2 0,2 5 0,12 7 0,0 22 0,-1 3 0</inkml:trace>
  <inkml:trace contextRef="#ctx0" brushRef="#br0" timeOffset="-164320.46">22154 2892 5734,'0'10'0,"1"3"0,2 20-2891,-1 6 2891,-1-15 0,-1 2 0,0 21 0,0 2 0,0-9 0,-1 1-389,0-4 1,1 2-1,-1 1 389,0 3 0,-1 0 0,1-1 0,0-10 0,0-1 0,0 4 0,0 1 0,0 4 0,0 2 0,0-1 0,1-6 0,-1 13 0,1-1 0,0-4 0,0 6 0,0-1 0,1-8 0,-1-7 0,1-3 0,0 14 0,-1-2 0,0-3 831,0-14-831,-5 1 0,0-22 0,-3-6 0,-5-19 0,2 1 0,-5-12 0,-4-8 808,4 8-808,-5-10 0,3 1 0,5 12 0,-3-9 0</inkml:trace>
  <inkml:trace contextRef="#ctx0" brushRef="#br0" timeOffset="-163974.46">21881 3708 5734,'9'18'0,"5"19"0,-6-13 0,2 11 0,1 2-509,-1 1 509,-2-8 0,1 5 0,0-4 0,4 13 0,-4-13 0,2 3 0,-2-4 0,5 10 0,-4-12 0,1 0 0,4 4 0,-5-11 0,11 6 0,-8-22 0,7-2 167,-6-13-167,0-8 0,1-4 0,1-7 0,1-2-972,0 0 1,-1 0 971,0-3 0,-2 1 0,2-6-997,0 1 997,-1 1 0,-6 14 0,0 0 0,3-9 0,1-4-138,-3 12 138,-5 8 0,1-1 0,-2 5 1738,-2 5-1738,1-1 1226,-2 5-1226,0 1 114,-3 8 0,2-2 0,-2 7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08T01:24:37.7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7892 5558 10321,'-4'-4'540,"1"1"-360,1 1 269,1 2-269,0-1 720,1-2-720,-2 3 0,0-4 0,1 4 269,3-8-359,0 4 0,2-5 90,-1 2-180,0 1 90,2-1-90,0 2 90,0 0 0,7-2 0,-6 2 0,7 1-90,-9 3 0,3 1 0,-1 1 90,9 0-90,14 2 0,3 0-1697,3 0 1697,0 0 0,-1 0 0,-7 0 0,0-1 45,2 0 0,0 0-45,9-1-645,-3 0 0,7 1 0,-6-1 645,-11-1 0,0 0 0,21 0 0,-2 1 0,-1-1-1095,-11 0 1,1 0 1094,-8 0 0,1 0 0,8 0 0,0 0-877,13 0 877,-5 0 0,1 1-587,-16 0 1,0 0 586,14 0 0,-1 1 670,-1 2-670,-13-1 0,0 1 0,13 3 812,8 2-812,-17-2 0,-3 1-45,-2 2 0,-1 0 45,4 2 909,-6-1 0,0 1-909,2 0 0,-6-3 0,4 2 44,-8-5-44,-3 1-450,16 5 270,-18-6 955,11 7-4052,-29-11 3740,3 0-1543,-9-2 1080,5-2 0,-3 2 0,-1 2 0</inkml:trace>
  <inkml:trace contextRef="#ctx0" brushRef="#br0" timeOffset="19883">6912 6858 8432,'4'-2'990,"1"0"-900,-2 1-90,0-2 0,0 2 0,-1 0 0,1 1 0,-1 0 90,0 0 89,-1 3-179,-1-2 270,1 2-180,-1-2 0,1 1 0,-1 0 270,0-1-270,0 2 0,0-2 90,0 2 90,0 2-181,0-1 361,0 2-360,0-5-90,0 0-1079,2-9 89,-1 1-179,1-9 349,-9-10 1,1 9 0,-6-9 0</inkml:trace>
  <inkml:trace contextRef="#ctx0" brushRef="#br0" timeOffset="22647">6835 6805 7353,'2'5'2338,"1"-1"-1978,-1 0-90,1-2 0,1 1 90,3 0-180,-1 0 359,3 1-269,-5-4-90,1 1 360,-2-2-270,0 2 89,1 0 181,-1 2-270,0-3 90,-1 0-90,0-4 89,-2 0-89,0-1 90,-2-2 270,0-7-360,0 0-91,-1-6 271,3-9-3662,-1 5 3302,2-1 0,2 0-2268,1-10 2267,6-12-89,0 11 90,2-2-60,-2 10 0,3-6 0,-1 4-744,-2 4 1,1 0 803,5-12 0,4-5 0,-4 6 0,3-1-45,-5 11 0,0 0 1333,5-7-1288,-7 14 0,4-7-90,-7 16 0,-1 2 0,6-3 0,-9 4 0,5-2 0,-8 5 2155,0 2-2155,11 1 342,-4 1-342,17 3-2178,-10 0 2178,5 3 0,-5-1 133,1 1-133,11 2 0,-4-1 0,9 3-781,-10-3 1,1 0 870,7 3 702,-9-4 0,4 2-792,10 0 0,6 0 0,-5-1 0,-12-1 0,1-1 731,16 2 1,8 0 0,-11-2-732,-6-4-1118,-5-2 0,0 0 1208,4-1-90,9 0 0,-14 0 65,1 1-65,12 0-90,-10 1 90,-4 0 0,0 0 0,4-1 45,1-1 0,0 0-45,2 0 0,-8 1 0,2 0 649,1 0 1,-1 1-650,10 0 0,-2 0 0,0 1 0,-2 1-974,2 0 1,0 0 973,1 1 0,-9-1 0,1 1 581,-1 0 1,-2 1-582,10 0 420,-2 1 0,0-1-420,1 0 0,-6-2 0,0 0-1966,6 1 1966,1-2 0,0 0 0,1 0 0,-7-1 0,-1 0 171,3 0-171,0-1-90,0-1 90,-1 1 759,11-2-669,5-2 579,-1 0-669,0 0-90,2 1 682,-11 3-592,11-2-1021,-9 1 1,0 0 1020,5 0-319,-4 0 0,-2 0 229,-4 1 667,-1-1-577,0 1 0,-1-1 0,-1 1 0,13-2-1344,-10 0 1344,-4 2 0,-1-1 0,4-1 0,10 1 0,-13 0 1042,0 1-1042,1-1 0,0 2 0,0 0-90,13 1-831,-9 0 831,9-2 90,-12 1 0,-1 0 1212,1-1-1212,-1 2 0,0 0 3,0 0-3,0 0 0,0 0 0,0-1 2096,0 1-2096,0-1 90,0 0-90,-1 1-261,12-4 261,-10 3 0,-6-2 0,-1 1 0,5-1 0,6 0 461,-1-1-461,-9 2 0,16 0-2072,-17 2 2072,6 0 0,-10 0 1057,1-1-1057,21-3 0,-14 1 0,15-1 0,-19 1 0,-2 2 0,22-6 102,-21 7-102,15-4 0,-25 6 0,-1 1 0,1-2 0,0 0 0,21-1 2394,-15 1-2394,16-1 1498,-21 2-1498,21-2-2603,-15 0 2603,21 0-2197,-24 0 2197,4 0 145,-8 0-145,0 0 0,5-2 0,-4 2 2358,11-3-2358,-8 1 0,6-1 0,5 0 0,-7 1-413,9-1 413,-8-1 0,12-2 0,-7 1 0,4-2 0,-11 2 0,-3 1 0,7-1 0,1 1-2132,1 0 2132,-3 2 0,13-1 1758,-12 3-1758,13-1 0,-17 0 0,0 0-911,0-2 911,18-2 0,-13 2-227,19-3 227,-23 4 0,3-2 0,-8 3 0,-1-2-90,13 3 90,-8-1 0,8 0 0,-12 0 2528,6-2-2528,-4 2 0,5 0 0,-4 1 0,-1-2 0,17 1-88,-13 0 88,11 0 1835,-15 1-1835,-1 0-1518,1 0 1518,-1 0-2514,1-2 2514,-2 2 0,14-2-1518,-11 1 1698,10-2-180,-13 2 0,11 0 0,-9 1 842,14 0-932,-17 0 90,10 0 0,-10-2 0,5 2 0,17-1 2268,-17 1-2268,23-1 0,-27 1 0,16-1-300,-16 1 300,7 0 0,-12 0 0,-2 0 0,0 0 3243,-3 0-3243,0 1 0,-1 0 0,0 2 0,7 1 0,-5-1 449,5 2-449,10 8 0,-12-8 0,12 8-2203,-18-10 2203,1 1 0,-5-1 0,2 1 0,0 1 0,6 11-923,-2-6 923,12 22-2357,-7-16 2357,6 10 762,-3-3-762,-2-4-11,3 8 11,3 4 0,-7-6 89,6 8-1525,-7-10 1436,1 1 745,-1 1-745,2 0 38,-2-1-38,0 0 0,0-2 0,0-2 0,-1 0 10,-1-4-10,0-1 1479,-1-2-1479,1-2-977,-2-2 977,0 0 400,-1-2-490,0 3-269,-1-3-271,0 2 542,-3-4-3189,0 0 0,-4-15 3959,-1 4-682,-7-8 0,2 13 0,-1 4 0</inkml:trace>
  <inkml:trace contextRef="#ctx0" brushRef="#br0" timeOffset="51148">6762 7830 7263,'4'-3'1799,"6"-3"-1709,-3 3 0,3-2-90,-3 2 90,-5 2-90,1 0 180,-3 1-180,0 3 0,0-2 0,1 3 90,1-4-90,1 2 0,1-2 0,-2 0 89,5 0-89,-3 0 0,4 0 0,-4 0 90,-1 0-90,2 0 0,-2 0 0,2 0 0,-3 0 0,1 0 450,-2 0-270,0 0 540,-5-2-451,3 3-89,-5-2 360,2 3-270,1-2 0,-1 1 539,-1 2-719,2 0 90,0 2 0,1-4 0,1 1 180,0-2-90,0 0 89,-3 0-269,1 0 450,-3 0-450,2 0 0,-2 0 90,-1 2-90,1-1 0,-1 3 0,2-1 0,1-1 0,1 1 269,-5 10-89,3-3-180,-5 10 450,3 6-360,1-2 90,-1 11-180,2-5-1562,0 2 1,1 1 1471,-1 10 30,1-2 0,-1 9 0,2-7-556,2-16 1,0-1 585,-1 7 0,1 4 0,0-5-60,2 1 180,1 14-2010,1-12 1920,1 10-1284,-2-17 1194,1 0 912,-1-3-822,3 11-90,-3-16 395,1 8-305,-3-15-90,0-5 0,0 2 1932,0-7-1932,0-1 2620,0-1-2890,0-5-2044,-4-10 1325,3 2-91,-4-7 685,6 6-685,-1-2-179,2-3 0,-4 2 89,0-2 1170,-10-10 0,4 11 0,-6-9 0</inkml:trace>
  <inkml:trace contextRef="#ctx0" brushRef="#br0" timeOffset="51516">6492 8440 8522,'-8'0'2339,"2"0"-1979,3 1-1,0 2 901,-2 12-990,3-4-1,0 10 271,6 3-90,1-3-180,3 8-1,-1-6-3391,1-1 3572,1 3 0,1 1-180,2 2-180,-2-4 0,1-1 269,3-2-2322,-2-7 2143,2 0-90,-4-8 89,0-3 91,18-13-416,-13 2 236,15-12-90,-13-3 0,-4 2-90,3-8 0,-4 7-180,-2 1-809,6-5 269,-5 8-539,6-4 1520,-6 8-1880,4-1-1439,8-4 1888,-1 6 1260,9-1 0,0 8 0,4 1 0</inkml:trace>
  <inkml:trace contextRef="#ctx0" brushRef="#br0" timeOffset="52665">9425 7875 7353,'0'-8'3276,"0"-7"-2235,0 7-231,0-7-360,0 8 179,-2 0-269,0 3 180,-2 2-270,1 1 89,-1 4-89,3 1 180,0 11-180,0 0 0,-1 9 0,0-2-3314,-1 3 3358,1 4 1,1 1-2339,-1 9 2069,1-7 0,0 0 135,0 3-939,0 1 849,0 0-1313,1 2 1358,1-6 0,0 2-135,1 8 563,0-10 1,0 0-519,1-1 0,1-3-45,-1 9 891,1-9 0,-1-1-891,1 0 90,2 15 797,-2-18-887,2 11 3104,-1-22-3104,-3-6 141,1 2-141,-3-8-899,0 0 359,1-4 1,-2 0-181,0-3 90,-3-1 1,0 1 637,1-3-548,0-1-2338,-16-30 2698,11 23-242,-13-22 242,14 32 90,1 0 90,-5-3 0,5 3 90,-3-2 270,1-2-270,4 4 90,-3-5 332,3 6-332,-1 0 809,-1-4-719,3 5 0,0-3 179,3 7 361,0 1 0,-1 10-631,-1-2 1,0 10 270,-1 3-270,2-1-90,0 5 90,2-6-90,1-1 539,12 18-813,-4-16 364,7 14-90,-9-24 360,11 0-270,-8-7 0,18-8-3336,-17-4 3156,8-7 90,-8 0-996,9-14 906,-4 4-454,8-10 454,-5 9-2015,2 2 1655,0 2 1157,1 1-2436,9-2 1,3-1-1639,-2 3 2621,1 0 1,-1 3-1,-10 10 1,-1 2 0</inkml:trace>
  <inkml:trace contextRef="#ctx0" brushRef="#br0" timeOffset="53932">11983 7955 7083,'8'-27'1638,"0"0"0,6-18-507,-9 35-861,0 2 360,1-3-450,-1 5 0,-1-2 180,1 6-181,-2 2 1,1 4 0,-3 1 540,-1 17-2336,-1-2 1886,-1 15 180,-2 10-181,0-11-89,-1 11-90,2-15 90,-1 3-90,2-1 45,0 6 0,0 1-45,2 4-90,-1-5 0,1-2 0,2-7 90,2-2-45,0 4 0,0 0-45,1-4-1399,-1 1 1,0-3 1398,-1-17 0,-2 1 0,0 2 0,-1-4 0,0 3 90,0-5-90,0 1 1200,0-1-1200,0 0 3276,0-1-3160,0 6-116,0-5 0,0 7 0,0-8 0,-5 3 90,2-5-90,-2 3 0,6-5 90,2 0 0,0 0-90,0 0 630,-2 1-540,-1-4 0,1 2-90,0-4 90,2 3 0,1-1-90,-2 2 90,1-2-90,-5 2 180,0-1-180,-1-1 0,0 1 0,-3-4-2744,0 1 2744,-1-4 0,1 2 0,-1-3 0,-4-2 0,2 2-90,-2-1 90,2 2 0,-9-20-632,8 14 632,-7-15 2272,12 17-2272,1 3 0,1-2 0,0 6 90,1-2-90,-1 2 0,2 1 0,0 0-90,1 4 90,0 0 843,1 4-843,0 0 0,8 17 90,-2-8-90,5 13 90,1-2-90,-3-4-181,4 8 271,-3-7-90,1-1 90,0 0-3306,13 8 3216,-8-10 90,9 4 0,-11-14 0,18-8-90,-15 1 0,21-15-947,-26 4 947,6-8 0,-9 4 0,6-16 0,-6 11 304,4-9-304,-7 16 0,4-6-90,-4 10 2538,2-6-3797,-4 11 180,-2 0-630,0-1 1402,0-2-1402,-2-6 1799,-6-5 0,0 7 0,-6 0 0</inkml:trace>
  <inkml:trace contextRef="#ctx0" brushRef="#br0" timeOffset="141553">15712 5280 9691,'7'-5'1350,"-4"1"-1260,3 4 179,-3 1-89,-1 1 90,2-3-90,-3 0 720,-4 2-720,0 0 539,2 3-539,4-6 0,1 1 360,2-5-361,-6 3 1,3-3 0,-3 4 630,-4-4-540,2 2 359,-6-5-359,5 6-90,-3-3-90,4 4 270,-2 0-270,1 2 0,-2 2-90,2 0 180,-2 3-180,-6 22 0,0 8 0,3-3-878,-3 8 1,2 0 877,6-4-2721,2 2 2721,1-3 0,2 6 0,0-3 0,0-10 0,0 1-353,1 17 1,2 6-1,-2-10 353,2-1 0,-1-10 0,-1-1 0,0-1-90,-2 10-1409,0-15 1229,-1 4 478,0-15-748,-1-3 927,0 2-1287,-2-6 1150,1 2-1689,-2-9-91,-1-3-1747,-15-22 3039,7 6 1,-9-12-1,11 15 1</inkml:trace>
  <inkml:trace contextRef="#ctx0" brushRef="#br0" timeOffset="141770">15564 5640 7173,'15'-9'3276,"-5"2"-256,4-2-2480,-8 5 989,2-3-1439,-1 3 0,4-3-270,7-6-90,-5 5 0,9-5-89,-8 5-2918,16-7 1876,-17 7-847,10-5 1168,-22 11 1080,-1 2 0,0 0 0</inkml:trace>
  <inkml:trace contextRef="#ctx0" brushRef="#br0" timeOffset="141984">15837 5525 7533,'3'-2'3276,"1"0"-2415,-1 2-231,-1 2-180,1 0 89,0 2-359,0 0 0,1 2-90,-2 1 0,2 10-90,-1-2 90,0 8-180,0-3 90,-1 2-225,0 2 0,0 1-1587,-1 1 1452,2 17-809,-4-29 269,-1-7-269,-2-3 89,0-7 1,-4-2 90,-1-3 268,0-2 1,2 0 0,1-2 0</inkml:trace>
  <inkml:trace contextRef="#ctx0" brushRef="#br0" timeOffset="142150">15867 5325 7623,'2'-8'3276,"1"1"-1155,4-5-5398,-4 3 1613,4-2 1844,-4 3 1319,-2 2-1769,0-3 859,-1 3-1038,0-3-181,1 0-270,1 2-2377,-3-3 1967,-1 5 3803,-3 2-2493,2 3 0,1 5 0,2-1 0</inkml:trace>
  <inkml:trace contextRef="#ctx0" brushRef="#br0" timeOffset="142433">16042 5165 7263,'2'-7'3276,"1"-1"-2325,-2 2-321,1 1-90,-1 1 179,1 3-539,-2 1 0,2 2 0,-1 3 0,0 4-90,-1 3 90,0 6-3457,0 3 3399,2 14 1,2 4-123,1 5-371,0-1 1,1-1 370,2 0-90,-1 2 90,0 0-90,-1-3-90,-2-2 0,-1-5-405,0-5 1,-1 0 224,0-2-270,1 15-1169,-3-41 720,-1-4 0,0-10-1,-2-1 91,0-3 989,0-3 0,-1 0 0,2-1 0</inkml:trace>
  <inkml:trace contextRef="#ctx0" brushRef="#br0" timeOffset="142688">16207 5130 7353,'13'-11'3276,"1"4"-2415,-7 11-591,1 6 0,0 4-90,-1 6-1136,1 18 0,-2 5 1046,-1-18 0,-2 0-90,2 6 0,-1 3 0,-1-1-493,0 3 0,-1-2 493,0-8 0,0 1 0,0 6 0,1 0 0,2 6-2134,0-5 1954,-1-4 0,1-2-90,0 1-89,2 17-721,-6-37 1581,-3-5-1580,-2-3 1048,-3-7-1048,-3-1 1079,-6-12 0,3 5 0,-2-8 0</inkml:trace>
  <inkml:trace contextRef="#ctx0" brushRef="#br0" timeOffset="142849">16249 5448 7263,'18'-6'3276,"-8"2"-1785,12-5-1491,-12 5-90,6-5-90,-2 3-180,1-1-2917,11-3 1877,-15 5 1400,7 3 0,-18 6 0,0 4 0</inkml:trace>
  <inkml:trace contextRef="#ctx0" brushRef="#br0" timeOffset="143465">16482 5710 7533,'7'12'3276,"-1"-2"-2685,1-1-321,-2-2 90,0-4-180,0 0 90,0-2 449,9-11-539,-6 3-90,7-10 90,-8 7 0,0-8-90,-3 6-90,1-6 0,-4 5 90,0 1 0,-7-9 0,2 10 90,-8-7-180,6 14 90,-2 1-90,1 6 0,-2 2 0,-11 19-410,8-8 410,-6 15 0,9-3 0,4-6 0,0 8 0,4-7-3277,2-2 3268,1 0 9,8 6-2197,-2-8 2197,6 4 0,-4-11-90,6 0 143,-2-8-53,14-7 0,-10-5 0,5-8 0,-7 0 0,-1-4-1517,6-21 1517,-7 13-119,2-14 119,-11 19 1459,-2-6-1459,-3 9 0,-2-7 235,1 16-235,0-1 0,1 8 2297,0 3-2297,0 9 0,-1 2 0,0 7 0,0 0 0,1 1 0,3 24-88,-2-19 88,3 15 0,-1-24 90,0-4 2821,0 0-2911,-2-6 180,-1-3 179,2-13 124,0 2 461,2-24 0,1-4-4066,-1 8 3347,0-11 0,0 2-466,-3 21 241,0-8-449,-1 14 89,0 3-90,1 0-719,3 3 539,1 1 0,4-1 3274,0 2-5921,7 0 0,-8 3 3273,4 2 1,-10 0 0,2 3 0</inkml:trace>
  <inkml:trace contextRef="#ctx0" brushRef="#br0" timeOffset="143677">16862 5538 6993,'8'8'3276,"-3"-2"-1335,3 2-1761,-5-4 90,-1 1-180,-1 0 0,0 1 90,2 10-3457,-1-1 3252,-1 9 25,-3-3 89,-1 14-89,1-7-89,0 8-316,1-11 0,0-2-2313,0-1 2088,-1 13-269,1-35-2339,-7-17 2248,1 3 990,-5-15 0,5 10 0,-1-2 0</inkml:trace>
  <inkml:trace contextRef="#ctx0" brushRef="#br0" timeOffset="143799">16792 5308 7173,'0'-8'3276,"0"-1"-2864,1 4-232,-1 0-180,2 4-1619,1 10 719,-1-5-89,0 9 989,-3-1 0,0 0 0,0 6 0</inkml:trace>
  <inkml:trace contextRef="#ctx0" brushRef="#br0" timeOffset="144183">17029 5550 6903,'7'3'2699,"-1"-2"-1620,1 4-899,-2 0 0,0 4-90,-2-1 90,0 2-1,2 9 1,0-2-90,-2 6 0,-2-5 270,4 18-270,-3-17-90,3 13 180,-4-19-90,-1-5 0,0 0 90,0-7 359,4-15-449,-1 3 90,2-13 180,1-2-270,-1 4-1202,3-10 1292,-2 10-3084,1-2 2994,-1 3 0,-1-4-2002,-1 9 2002,-2-1-90,2 9 0,-3 1 537,4 2-537,-1 4 2269,1 3-2269,0 5 3276,-3 4-3430,-3 14 64,-1-2-3187,0 13 2597,2-9 0,0 1 140,3 8 225,-1-9 1,0-1-757,1-3-9,4-4 1,-2-3-1979,9-8 2511,-3-10 0,10-10 1,-4-8-1</inkml:trace>
  <inkml:trace contextRef="#ctx0" brushRef="#br0" timeOffset="144549">17467 5433 8612,'-6'-3'3058,"-5"5"-2698,0 4-180,-2 5 360,-6 18-3817,8-8 1073,-4 15 2294,8-15 780,4-1-870,0 11 0,3-15 941,0 12-941,3-19 90,-1 1-90,1-11 3211,2-7-3121,-3-9 450,4-19-2844,-3 16 2574,1-12 0,-2 21-91,-1-2 91,3-3-180,0 5 180,2 3-90,2 12 90,2 6 404,4 24 1,1 7-540,-7-16 0,1 1-408,0 6 0,2 4 1,-2-1 541,-1 10 1,-2-2-135,-1-10 0,0 1-572,1 10 0,0-2 437,-3-14 0,0-2-645,0-1 1,-1 0 869,-2 5 0,-2-1-45,-2 12 0,-8 4 504,-3-20-864,-6-4-225,-1-9 1,-2-3-136,-16 5-305,10-7 1,0-2-505,-16-2-540,0-6 796,13-4 1,-5-3 0,5 0-547,6 1 1,1-1 1550,-5-2 0,-3 0 0,7 0 0,0-6 0,4 0 1</inkml:trace>
  <inkml:trace contextRef="#ctx0" brushRef="#br0" timeOffset="144985">15844 6050 10591,'8'0'2608,"1"0"-1978,0-1 90,6 0-3997,6-2 3869,3 1 0,3 0-937,-3 1 1,1 0 613,12-2 1,1 1-508,-4 0 1,1 0 372,3-1 0,3 0-429,2-1 0,4 0 1,-2 0 353,-7 1 0,-2-1 0,2 1-15,-1-1 0,2 1 0,0-1 0,-2 1-45,1-1 0,-1 1 0,-1 0 30,1-1 0,0 1 0,2 0-53,-1-1 1,4 0-1,-1 1 1,-2-1-100,2 0 0,-2 1 0,1-1 54,-2 0 1,2 1 0,-1-1-1,-3 0 58,13-1 0,-3 1-215,-1-1 0,-1 1 344,-3-1 1,-1 1-615,-4 1 1,2 0-599,6-4 1,5-1 0,-5 0-547,-8 2 1,-1-1 1381,9-1 0,5-2 0,-10 1 0,-8 1 0,9 0 0</inkml:trace>
  <inkml:trace contextRef="#ctx0" brushRef="#br0" timeOffset="145166">18500 5900 8522,'7'3'3276,"0"-1"-1245,-4-1-2211,-1 1-809,-1-5-450,-5 3-1440,-6-4 1530,-3 6 1349,-2-1 0,4 4 0,4-1 0</inkml:trace>
  <inkml:trace contextRef="#ctx0" brushRef="#br0" timeOffset="160279">20615 7140 8072,'0'5'2429,"0"0"-2159,0-4 449,0 1 271,0 2-630,0-2-90,0 4 179,0-5 1,0 1-270,-1 0 90,1 2-270,0-1 90,1 0-90,6-2 0,0 1 0,4-1 0,0 0 0,2-1 0,27-1 0,-16 0 0,7-1 0,-1 1 0,-7 0-180,21 2-90,-26 0-180,9 3-2407,-14-3 2407,1 1-270,-8-4-359,-1 0-1260,-3-2 1170,-5-1 90,-2 0 1079,-4 0 0,-1 1 0,-1 1 0</inkml:trace>
  <inkml:trace contextRef="#ctx0" brushRef="#br0" timeOffset="160583">20765 7353 9062,'1'5'3276,"1"0"-1425,0-4-1581,1 0-90,-1 2 89,3-1-269,-1 1 90,9 2-90,-4 0 90,12 2-90,-8-4-90,5-1-3187,-6-2 3072,1 0-112,-1 0 48,1 0-811,8-1 450,-8 0-1618,7-5 988,-14-1 1260,1-9 0,-5 10 0,-1-4 0</inkml:trace>
  <inkml:trace contextRef="#ctx0" brushRef="#br0" timeOffset="161833">21358 7068 8612,'0'-7'2249,"0"2"-1979,0 4 1259,0 1-1439,3 2 0,-1 0-90,3 3 90,-3 0-90,1 1 314,6 18 1,1 3-315,-1-4-495,2 5 1,1 0 494,-3-10 0,1-1 0,7 6-3064,-5-5 3064,6 2 0,-6-6 0,-2-3-90,2 5 0,-5-6 0,2 3 0,-4-5-90,0-1-809,6 9 1200,-6-8-750,4 6 3211,-6-13-3661,-2 0-1,0-1 1,-1-3 89,-1-1 900,-1-4 0,-3 2 0,-2 0 0</inkml:trace>
  <inkml:trace contextRef="#ctx0" brushRef="#br0" timeOffset="162050">21328 7460 7803,'2'-6'2698,"2"0"-1619,8-18-4356,-2 9 3257,7-15 200,-5 11-140,6-10-40,-4 7 745,4-6-745,-5 11-90,-2 2-449,3-5-2622,-5 7 2172,1-5 1086,-4 4-1177,-1 0 1080,0-7 0,0 7 0,0-3 0</inkml:trace>
  <inkml:trace contextRef="#ctx0" brushRef="#br0" timeOffset="162417">21748 6972 7982,'3'-5'2789,"-1"2"-2160,-2 2-539,-1 6 0,-1 1 180,-3 11-180,0-4 0,-2 7 0,2-3 0,0 3 0,-1 13-3367,2-6 3342,0 10-362,3-10 477,2 1-180,2-1 0,2-1-135,4 1 0,1 0-2215,2 1 2215,-2-4 0,2-2-1484,11-11 630,-10-7-1080,14-14 1169,-15-3 900,3-12 0,-7 8 0,-1-2 0</inkml:trace>
  <inkml:trace contextRef="#ctx0" brushRef="#br0" timeOffset="162684">21930 6910 7353,'3'16'2608,"-2"-3"-2338,0 8-90,-1-5 0,-1 4 180,-1 27-3637,0-16 2175,1-5 0,0 2 1102,2-1 0,0-1-432,0 6 432,1 16 1051,-1-28-1141,0-2-989,2 7 359,-2-13-89,0 3 1674,-3-15-865,-2-1 0,-2-4 0,-2 0 0</inkml:trace>
  <inkml:trace contextRef="#ctx0" brushRef="#br0" timeOffset="162804">21850 7250 6903,'8'-2'2249,"-1"-2"-1799,8-3-3727,-4 0 174,7-4 854,3-10 2005,-9 5 1,4-8 0,-11 9 0</inkml:trace>
  <inkml:trace contextRef="#ctx0" brushRef="#br0" timeOffset="163040">21968 6938 6903,'10'2'2519,"0"1"-1080,17 13-3239,-13-4 2070,12 13 90,-11 5-270,-4-5 90,2 12-90,-4-10-90,-1 1 45,-4-3 0,0 1-3116,2 7 3071,-4-7 0,0-1-90,0-2 589,-5 8-769,1-10-180,-3 2-359,-2-10-181,0-3-89,-2-4 189,-1-2 890,-3-5 0,5-1 0,-1-1 0</inkml:trace>
  <inkml:trace contextRef="#ctx0" brushRef="#br0" timeOffset="163383">22413 7133 7892,'8'6'2969,"0"1"-2519,-2-1-271,0 0 1,1 2-90,-2-1 360,12 13-360,-6-7 0,9 11 180,-4-5-270,-3-4 90,8 9 0,2 0-3367,-4-4 3174,-1 1 1,-1-1-359,-7-9 281,-2 0-540,2 0 91,-2-4-271,1-1-179,-6-5 3342,-1-1-2263,-5-8 0,0 5 0,-3-6 0</inkml:trace>
  <inkml:trace contextRef="#ctx0" brushRef="#br0" timeOffset="163788">22593 6987 10501,'-4'6'360,"1"0"90,-4 18-1270,2-8 910,-2 16 294,2-13-384,1 2 0,-3 13-3088,1-6 3178,-1 9-2255,2-9 2165,0-3 0,1 0-693,-2 8 693,1-9 0,1 1-363,-1 8 183,3-11-90,-2 4 1641,2-13-2180,-1-4 743,-3-6-744,3-5 1252,-3-6 0,2 1 0,1-2 0</inkml:trace>
  <inkml:trace contextRef="#ctx0" brushRef="#br0" timeOffset="164084">22443 7195 7713,'8'5'3276,"-2"-2"-2685,12-3-411,-6-3-90,8-2-90,-4 0 90,3-1-90,0 0-3277,1-2 3162,0 1-2153,0-1 2178,-1 2 0,-3 0-450,2-2 1,-8 3-271,1-2-179,-11 2-1,-2-2 990,-12-6 0,4 5 0,-8-4 0</inkml:trace>
  <inkml:trace contextRef="#ctx0" brushRef="#br0" timeOffset="164382">22438 6987 6903,'-4'40'3276,"3"-16"-2845,-2-1 0,1 2-341,1 0-1281,1 1 1191,-1 2 498,1-1-498,0 1-862,1 0 1,1 0 771,-1 2 0,1-4 0,0-1-360,1-3-89,-2-7-271,2 2 541,-3-10-630,0-3 899,0-1 0,0-3 0</inkml:trace>
  <inkml:trace contextRef="#ctx0" brushRef="#br0" timeOffset="164667">22423 7250 7173,'8'-2'3276,"2"-2"-2864,-2 1-232,4 0 0,-2 0-90,1 1 179,13-4-3546,-7 1 3162,11-2 115,-13 2-119,7-2 119,-5 1-90,5-1 0,-8 3 0,-3 1-719,7-3 269,-9 2-270,4 0-899,-9-2 4187,-3 3-2478,-1-4 0,-4 4 0,-1 1 0</inkml:trace>
  <inkml:trace contextRef="#ctx0" brushRef="#br0" timeOffset="166633">22986 6510 8612,'0'-5'1169,"0"0"-809,2 4-270,0 0 0,1 2 180,0 6-180,-1 1 0,1 7 90,-1 0 0,1 2 89,0 15-3546,0-5 3342,1 12-1109,1-2 0,0 0 1044,1 7 45,0 3 0,1 0-45,-1-9 0,-1 4 0,-1 0-1517,2 2 1562,-3-10 0,0 0-45,1 0 1394,-1 11-1394,0-12 0,1 6 0,-1-8 0,1-2 0,-2-1 0,1-1 0,0-3 0,-3-13 0,-1 2 0,0-5 2207,-1 0-2207,2-5 184,-2-9-184,0 1 3276,1-8-3160,-2-3-116,1 4 0,-4-12 0,3 10 0,-3-10-3277,6 11 3162,-1-5 115,3 5-90,4-6 90,0 4 0,2-6-90,3-2 90,-3 6 0,8-12-2101,-10 16 2101,3-4 2351,-3 9-2351,-1 3 0,2 1 0,-2 3 0,0 1 0,6 2 0,-3 1 0,5 3 0,-5 0 3142,-2 3-3142,4 22-3277,-6-11 3174,1 4 1,-2 1-2166,0-1 2178,1 8 0,-2-9-180,1 9-90,-1-8-359,1 6-1080,-1-10 809,0-10 990,-1-1 0,0-7 0,0 1 0</inkml:trace>
  <inkml:trace contextRef="#ctx0" brushRef="#br0" timeOffset="167033">23546 6875 6903,'-8'6'2339,"2"-1"-1350,-5 9-809,5-5 0,-2 7 180,3 1-270,2-3 90,0 6 89,-1 8-89,0-5-3392,0 11 3392,1 6-909,1-8 819,1 10 0,1-12-90,1 0 0,1 0 0,1 0 0,4 11-90,0-11-90,3-4 0,0-1-1997,4-2 1457,2-3 1,2-1 1775,-3-7-2045,8 5-1,-15-14 904,-4 0 86,2-3 0,-1-4 0,4-1 0</inkml:trace>
  <inkml:trace contextRef="#ctx0" brushRef="#br0" timeOffset="167333">23778 6933 7443,'-2'7'2338,"-2"1"-1978,1-1-90,0 2-90,0 0-90,1 2 90,-2 0 0,1 3 90,-1 7-181,3-2 181,1 20-180,3-12-742,1 12 652,-2-10-2936,1 1 2936,0-5 0,0 2 0,1 6-45,0-9 0,-1 0-584,3 13 89,-1-15-1259,-1 10 810,-2-24 989,-7-4 0,1-7 0,-6-3 0</inkml:trace>
  <inkml:trace contextRef="#ctx0" brushRef="#br0" timeOffset="167528">23653 7143 8252,'8'-2'1889,"0"1"-1529,4-1-3637,-2 0 2133,6-3 965,-5 2 845,2-4-2285,2-3 1413,-6-1-693,2-3 899,-6 3 0,-1 1 0,-1 0 0</inkml:trace>
  <inkml:trace contextRef="#ctx0" brushRef="#br0" timeOffset="167750">23916 6985 7533,'41'16'3058,"-17"-4"-6335,17 9 1343,-22-6 2204,-2 2 1319,1 3-1499,-2 3 149,-4 8 0,-2 4-239,0 4 0,-6-7 0,-1 6 0,-2-6-90,-6 8-135,-1-1 1,-2-2-2219,-2-3 1723,-5 5 12,3-14-2350,-17 11 2973,8-15 0,-13 10 0,15-19 1</inkml:trace>
  <inkml:trace contextRef="#ctx0" brushRef="#br0" timeOffset="168587">19890 7990 6644,'8'1'3276,"0"-1"-2200,2-1-86,14-4-451,-1 1-89,16 0 104,1 1-330,-17 2 1,5-1-443,4-1 0,8-2 0,5-1 0,2-1 0,-1 1 0,-7 1 308,10-1 0,-6 1 0,7-1-374,-12 1 1,4-1 0,4 0 0,0 0 0,0 0-1,-4 0 1,-4 2 343,13-2 0,-5 1 0,0 1-417,-9 0 0,1 0 1,1 0-1,-1 1 379,2-1 1,0 0-1,1 0 1,0 1-23,1-1 0,0 0 0,1 0 0,0 1 0,-2-1 0,0 1 0,3-1 0,6 0-41,-13 0 0,5 1 0,3-1 0,3-1 0,2 1 0,1-1 0,0 1 1,-1-1-1,-2 1 0,-4 0 0,-3 1-4,6-1 0,-5 0 0,-2 1 0,-1 0 0,4-1 0,5 0-23,-8 1 1,5-1-1,4-1 1,2 1-1,1-1 1,1 0 0,-1 1-1,0-1 1,-3 1-1,-4 0 1,-3 0 0,-5 1-46,13-1 1,-8 0-1,-3 1 1,4 0 40,-1-1 0,2 0 0,0 1 0,0-1 0,-5 1-48,7-1 0,-3 1 0,-2 0-308,-2 0 0,-1 1 0,3 0 248,0 1 0,4 0 0,0 1 1,-5 0 89,-5 0 0,-3 0 0,2 0 0,13 1 0,2-1 0,-7 2 287,-15-1 0,-2 0-827,6 0 0,-1-1-359,10 2-90,3-2-1,-24 0 1417,-8-2-337,-7 1 0,-6-1 0,-3-1 0</inkml:trace>
  <inkml:trace contextRef="#ctx0" brushRef="#br0" timeOffset="209730">8552 9185 7623,'0'7'2248,"-1"-3"-1888,0-1-90,-2-3 0,1 1-90,-1-1 449,0-1-359,1 0 90,0-3-180,2 2 270,-1-2-360,-1 2 90,0-3 89,-19-5-269,8 4 0,-16-4 90,4 6-90,6 2 0,-9-2 0,8 0 0,-13 0 0,-2 0-1268,0-1 1268,-1 1 0,-1 0-90,-7 2 90,11 0 0,-13 1-2972,15 1 2972,-6 0 0,-1 0-1987,-4 0 1987,5 0 0,2 0-1329,6 0 1329,3 0-24,-9-2 24,10-1 1180,-5-2-1180,6 0 0,0 1 0,0-1 1901,-23-2-1901,22 4 0,6 4-45,-16 5 0,-1 2 2889,7-2-2844,-10 4 0,1 0 0,19-5 1303,-11 4-1303,15-3-45,-5 7 0,-1 0 45,-1 0 0,-5 3 0,1-1-1845,5-4 1845,-8 4 0,9-7 0,6 1 0,-14 12 0,16-10 0,-14 11 0,9-9 0,3-1 0,-3 4 0,2 4 0,0 0 1356,2-1-1356,-2 1 0,2 0 0,7-10 0,0 2 0,1 0 0,0 0 90,-15 26-90,10-19-3113,-9 19 3113,13-21 0,2-3 562,0 3-562,2-5 90,1 28-90,0-18 45,3 4 0,0-1-45,-1-7 0,3 7 0,-3-8 0,1 8 0,0 3-321,-1-2 321,1 1 0,0-1 0,-1-1-120,1-5 120,-2 4 0,-4-8 180,9 27-180,-3-20 2379,10 21-2379,-2-28 89,0 1-89,4 4 0,-2-3 45,8 8 0,2 1-1658,-1-2 1613,-1-1 0,1 0 0,5 0-653,-5-6 683,3 0 0,6 4 0,-3-4-30,7 4 0,3 2 0,0-1 161,-5-8-161,-8-5 0,9 3 0,-11-5 90,12 1 0,1 0-1837,2-1 1792,0 0 0,-1-1-45,-7-7 1060,1-3-1060,1-2 780,0-2-780,2-2 45,12-5 0,1-1-397,-23 8 0,0-1 352,24-6 0,-4 0 0,-14 4 0,0 0 1804,-2 0-1804,1-2 0,-1 0 0,2-5 0,9-7 0,2-2 0,-7 5 0,-3 1 0,0 0-393,4-2 0,7-5 1,-2 1-1,-8 5 483,7-6-90,-1-1 90,-7 3 0,4-4 0,-3 2-45,-7 5 0,0 0-283,5-5 1,3-3-1,-4 2 283,-6 1 0,-4 2-45,-4 5 0,1 0 577,3-7 0,0 0-577,4-12 149,-7 4 1,1-8 0,-2 4-783,-4 9 1,-1-1 722,3-8 0,0-5 0,-4 6 269,-10-8 828,-6 2 1,-3-1-1143,4 18 0,-3-1-473,-5-4 1,-4-4 0,-1-1 0,2 8-21,1 7 1,-2 1-646,-10-11 1,-6-3 0,6 7-2185,0 3 2932,5 6 1,3 0 0,9-1 0,2 2 0</inkml:trace>
  <inkml:trace contextRef="#ctx0" brushRef="#br0" timeOffset="211938">15224 8673 10051,'-9'-4'1349,"0"1"-1169,3-2 450,-16-6-540,9 4 0,-13-6 0,1 8-90,6 1 0,-11 1 0,10-1 90,-19-2-3367,14 1 3264,-1 2 1,1-1 12,-1 2-413,-21-2 413,17 3 0,-8 1 0,9 1 0,-8 4 0,-1 0-2132,-6 2 2132,4-1 0,0 1-357,15-2 0,2 0 357,-14 2 1777,-9 0-1777,13-5 45,-7-1 0,0 0-948,1-1 903,2 0 0,2 1 0,18 0 2211,-1 1-2211,1 1 0,-1 0 0,-9 1 0,-1 1 792,1 0-792,-1 0 0,1 1 0,9-1 0,1 0 0,-1 0 0,1 0 0,-10 2 0,-2 2 0,4 0 0,-7 0 0,3 1-988,12-3 988,-4 0-409,7-2 498,-14 9-89,14-8 0,-9 9 520,13-9-430,4 0-90,-2 1 90,3-2-90,-1 1 0,-9 18 0,5-12 3175,-5 14-3175,9-18 656,-2 5-656,3 3 0,-11 27-724,10-21 724,-7 16 0,9-23 0,2-2 0,-3 2 0,1-3 180,-9 14-180,6-12 90,-5 13 90,2-10-90,3-3 724,-4 5-724,2-4 90,-8 24-3457,7-19 3162,-6 19 23,12-27 182,0-1-90,3 1 0,0-2 0,1 0 270,-5 17-270,4-12 0,-3 13 90,5-14-90,-1-3 179,1 35 2744,0-28-2923,1 25 0,0-24 90,-1-5 41,2 6-131,-2-8 180,5 17-180,-3-13 0,3 12 90,-2-12 0,0-3-90,2 5 90,0-5 270,18 21-1673,-11-15 1403,11 16-167,-10-15 77,-5-8 0,5 5 90,-4-7-45,15 12 0,4 2 45,-6-7-90,7 7 0,-2-2 0,-13-13 0,24 11-725,-17-9 725,19 8 0,-23-11 307,7 4-307,-7-2 0,7 2 0,4-3 0,0 0-1285,0-1 1285,0 1 0,2-1 0,5-1 0,-13-2 0,13 2 0,-1 0 1831,-8-1-1831,7 0 0,0-1 0,-11-3 0,11 0 45,-5-2 0,-1 0-2485,1 0 2440,-1 0 0,1 0 1124,0 0-1124,-8-1 0,6 0 0,-9-2 0,8-5 0,2-1 0,-2 1 0,5-3 0,-1 0-2306,-13 4 2306,7-3 0,-9 4 0,20-19 0,2-4 1036,-8 7-1036,9-6 0,-4 1 0,-20 16 0,11-6 0,-11 6 0,8-4 0,-12 8 0,0 0 84,1 0-84,0 1 0,2-2 0,-1-1 0,1 1 0,23-21 2276,-17 13-2276,0 0 0,-1 0 0,4-4 90,-5 3-90,3-4 0,-6 6-45,3-4 0,1 0 45,0 0 0,-1 1 0,-1 0 0,0 1 0,-6 5 0,3-4 0,-6 6-90,13-20 90,-9 14 0,10-15 1493,-12 18-1493,1 1 0,6-15 0,2-1-945,-3 5 945,2-5 0,-2 0 447,-9 7-447,-2 5 0,1-5 0,-1 8 0,3-8-2997,-2 6 2997,1-7 357,-2 6-267,5-24 0,-5 17-90,7-18 126,-9 24 368,2-16 1,-2-2-405,0 6 45,0-6 0,-2 3-45,-1 16 495,-8-10 0,-2 0 2691,-1-2-2802,-6-7 1,-2-1-295,4 11 380,-12-14-380,12 17-45,-8-3 0,-2-1-1491,0 1 1176,1 1 0,-2 3-1349,-11 9-360,5 6 764,10 5 1,-4 2 853,-5 4 1,-7 3 0,0 0 0,4 0 0,-3-1-1,-1 1 1,-1 0 0,0 0 0,1 0 0,-1 0 0</inkml:trace>
  <inkml:trace contextRef="#ctx0" brushRef="#br0" timeOffset="218787">8948 9400 12120,'-5'-4'1259,"4"1"-989,7-3-180,1 0-3367,4-4 894,-2 2 2563,28-22-614,-15 12 479,0 1 0,1 0 45,2 0 89,1-1 1,7-3 0,-4 2-168,-5 3 0,0 0-12,5-3 0,5-2 0,-2 0 59,-1 0 0,-2 1 0,-1 1-59,-3 3 0,0 0 30,3-4 0,3-1 0,-4 4-30,9-5-484,0 1 574,1 1-119,0 2 1,1-1 28,-13 8 0,-1-1 0,15-5 0,1-1 1,-6 5 0,-1 2-1,-8 2 0,1 0 0,7-2 0,4-1 0,0 2 0,4-1 0,-3 1 0,-5 1 0,0 1 410,5-2 1,3 0-1,-3 2-410,0 0 0,-4 1 0,-6 2 0,0 0 689,8 0 1,0 0-646,-12 2 1,2 1-45,10-1 0,6 1 0,-3 0 0,-6 0 0,0 0-669,4 0 1,4 0-1,-2 1 714,9-1 0,-4 2-45,-13 0 0,-1 0 1003,16 0 0,0 2-1003,-20-1 0,-1 1-739,13 1 1,0 0 738,-8 0 0,0 1-689,9 0 1,0 1 688,-11-2 0,-1 1 352,14 1 1,1 1-353,-10-2 0,0 0 0,11 2 0,1 0 0,1 0 0,-1 0-647,-10 0 0,1-1 647,3 1 0,3 0 0,-4 0 0,-2 0 0,-2 0 0,10 2 0,0 1 413,-14-2 1,-1 1-459,11 4 0,1 1 45,-11-2 0,0-1 0,8 4 0,0 0 0,-1 0 0,-2 0-311,-7-3 1,0 0 310,18 6 0,-1 0 0,-18-7 0,-1 0 0,8 1 0,-1 0 1104,11 3-1104,-4-1 0,0 0-90,3 2-447,-7-4 1,-4 1 536,-10-2 138,-2-3-227,4 5 89,-5-3 0,3 2 1480,0-1-1480,-6-1 0,14 5 0,0 1-103,-10-5 103,7 3 0,-4-2 2073,-17-7-2073,-3-3 2691,-1 2-2691,-16-2 0,6-1 0,-15 0 929,17 0-929,-3-1 0,2-2 0,3 2 0,-3-3 0,-1-1 0,2 1 0,-2-2 90,-7-10-1150,7 8 1060,-9-8 128,8 7-38,2 1 180,-2-5-270,6 6 90,-1-1 90,0 0-90,2 2 1143,-2-2-1053,1 6-90,1 0 59,-2 0-149,2-3 269,-5-8-179,5 6 0,-6-5-90,7 6 270,-9-9-180,4 5-90,-11-10-3277,9 13 3252,-2-4 25,2 6 0,3-1 90,-3 1-90,5 2 0,-3-2 0,4 2 0,1-2 0,0 1 3276,2 3-3250,0 0-116,7 7 90,-3-2 0,17 12-3277,-10-8 3162,9 6 48,0-2 67,-4-2 0,5 3 0,1-2 0,-5 0-921,13 7 921,-16-8 2947,6 4-2947,-14-5 88,0-2-88,-2 2 0,0-1 0,-1-2 0,-2 0 0,-3 5 943,-1-4-943,-17 18 0,10-13 0,-12 11 0,12-13 0,0 0-540,-12 5-625,8-5 536,-11 3-1890,1-4 900,4-7-1658,-11 0 1169,6-6-1169,-1-1 3229,-2 1 0,0 1 0,-1 0 0</inkml:trace>
  <inkml:trace contextRef="#ctx0" brushRef="#br0" timeOffset="219600">9260 8848 6761,'11'-9'3276,"-4"3"-2255,2-2-661,-6 4-126,0 1 215,-1 2-422,-3 6 63,0 2 90,-9 12-3457,2-4 3424,-4 8 33,-4 8-749,4-4 749,-5 9-90,4-9-2050,1 1 2139,-1-1-89,1 1-1371,-1-2 1461,1 1 1142,-1-4-1322,2 1 180,-4 7-180,7-8 0,-3 6 90,7-14-90,1-2 0,1-1-795,1-4 795,2 0 0,2-2 1587,3-1-1677,18 0 0,-4-3 1835,26-3-2285,-19-1-1099,3-4 1,1-1-1420,-4 1 3058,19-6 0,-30 8 0,0 0 0</inkml:trace>
  <inkml:trace contextRef="#ctx0" brushRef="#br0" timeOffset="221855">19422 9613 7982,'-6'-4'3276,"0"-2"-1784,5 0-1132,-1 0-91,2 3 1,0 0-90,0 1 90,0-1 0,0 1 1799,0 0-1530,2 5-449,0-1 0,2 2 0,2-4 0,6 0-90,0 0 90,15-2-90,-7-1-1639,8-5 1,2-1 1523,-1-1 115,-4-1 0,0 0-211,2-4 211,-9 2 90,5-9 0,-13 9 0,-1-5-2259,-13-9 2259,-1 12 1566,-7-9-1746,-14 12 90,8 8 0,-13 0 0,-3 20 0,0 6-1185,0 2 1185,-2 2 0,1 2 0,12 3-1516,0 4 1516,4 2 750,3-1-720,15-6 0,4 7 0,1-6-1126,3 13 1141,5 3 0,4-6-135,8-25 421,4-2-511,2-5 1374,1-4-1734,3-5-1099,10-15 1,1-5-1,-23 9 1,-1 0 72,22-12 0,-4-1 1566,-18-1 0,-6 2 0,1 0 0</inkml:trace>
  <inkml:trace contextRef="#ctx0" brushRef="#br0" timeOffset="222483">19945 8773 6993,'5'-4'3276,"0"-1"-1875,0 1-951,0 0-90,0 5 359,4 9-359,-1 2-90,3 9 270,-4 17-3662,-2-5 3167,-3-8 0,0 0-2134,-1 14 2179,-2 1-420,0 0 420,-3 0 0,-1-1-1468,-1-2 1423,-1-12 0,0-1-45,-4 10 0,-6 8-90,4-17-720,-19 11-553,12-16 554,-12 6-753,5-28 123,8-5 180,-8-13 691,10-4 568,4-6 0,3-4 0,4-2 0</inkml:trace>
  <inkml:trace contextRef="#ctx0" brushRef="#br0" timeOffset="222652">19860 8523 7263,'14'-28'3276,"0"4"-76,-8 9-2480,3-1-3997,-4 7 803,2-1 2115,-4 7 1228,0 1-3118,3 2 1759,0 2-859,0 0 90,-4 3 179,1 1 1080,-2 5 0,2 3 0,-1 3 0</inkml:trace>
  <inkml:trace contextRef="#ctx0" brushRef="#br0" timeOffset="223352">20045 8760 10321,'1'-14'2429,"2"3"-2069,1-1 269,8-5-359,-1 4-2391,6-5 2841,6-2-540,-5 8 55,16-7-145,-15 13-90,7 2 90,-10 4-90,0 2 0,8 12 0,-10-2-778,6 10 778,-15 3-1689,-3-4 1689,-3 8-104,-4-8 104,-1 2-1618,-3-1 1708,0-1-90,-1 1-267,0-4 267,-3 7 1485,3-10-1485,-2 6 95,7-12-95,-1 1 0,4-6 0,0 1 0,5-1 0,0-3 2179,5 3-2179,-1-4 3276,9 1-3430,-2-1-26,6-1-180,-2-2 1,1 0-631,9-7-2287,-5 2 2173,6-4 322,-10 2 242,-1-2 0,-1 1-89,-1-3-361,2-7-1587,-7 3 2307,2-6 629,-5-12 1,-3 13 0,2-12 287,-7 4-287,0 12 270,-3-11-361,0 19 1,-1-1 1646,3 6-1736,0 2 2999,-2 1-3000,3 2 1096,-3 16-1186,2-1 91,0 14 0,1-9-90,-1 2 45,-2 5 0,-1 2 681,0 4-816,0 10 0,1-1 0,3-10-90,2-3 0,0-2-3187,0-6 2622,1 0 385,-3-12-834,1-3 744,1-2-269,2-3-1,2-4-449,1-3-1,0-5-89,-2-5 89,-3-3 91,-2-5 989,-1-1 0,-2-2 0,1 1 0</inkml:trace>
  <inkml:trace contextRef="#ctx0" brushRef="#br0" timeOffset="223656">20443 8603 7982,'-3'-17'3276,"1"5"-1335,2 8-1671,0 3 810,42 18-990,-20-9-432,5 4 1,2 0 431,8-4-90,-10-2 90,8-2-90,-15 2 540,10 0-270,-16-2-180,8-1 346,-19-4-346,0 1-90,0 1 90,-2 3 90,-5 26-180,4-11 0,-4 21-90,4-12 0,0-5-1260,3 5 1,2 0 876,0-9-2804,9 11 1607,-8-38 500,2-8 350,0 0 1,1 0 0,3-2 0</inkml:trace>
  <inkml:trace contextRef="#ctx0" brushRef="#br0" timeOffset="223956">21183 8225 6993,'12'-16'3238,"0"2"-2518,-2-1-91,-3 3-89,-2-1 0,-2 1-90,-3-1 1259,-12-4-1530,4 11 361,-18 8-270,11 12-90,-9 10 180,5 1 269,3 8 1,-2 10 0,2-3-1078,3-9 1,2 3 501,0 0 0,-1 7 0,0 4 0,1-3 0,3-6-1498,1 3 1,3 2 1430,1-7 0,1 8 0,0 5 1,1 2-1,-1-1 0,1-5 0,0-7-260,1 0 0,0-6 1,0 5 77,0 3 0,0 7 0,1 4 0,-1-3 0,0-5 0,0-10-524,-1 9 314,0-12 0,-1-3-494,-2-9-2378,-5-18 0,2-5 926,-7-19 2351,5 0 0,2-3 0,1-1 0</inkml:trace>
  <inkml:trace contextRef="#ctx0" brushRef="#br0" timeOffset="224129">20820 8818 8522,'0'-11'3058,"0"3"-2518,0 2-270,1 1 0,2 1-180,2 0 0,3 3-630,34 2-2737,-17 2 2635,-1-1 0,1 1-2635,4 3 1047,-9-2 1079,1 2 1151,-12-1 0,-5 3 0,-2 3 0</inkml:trace>
  <inkml:trace contextRef="#ctx0" brushRef="#br0" timeOffset="224394">21175 8860 8522,'6'-6'3276,"-3"4"-2324,-2-2-503,-1 4 91,-7 46-540,3-24-135,-2 16 0,0 1-940,4-14 715,-2 12-74,7-21-2843,-5-2 2657,3-10 0,-4-5 0,3-9 0</inkml:trace>
  <inkml:trace contextRef="#ctx0" brushRef="#br0" timeOffset="226496">21493 8355 7982,'7'-2'3276,"-3"2"-1874,-4 4-1132,-1 6 359,-5 15-359,2-1 0,-3 11 90,4-5-91,1 1 1,0 7 0,0-4-1484,1-8 0,1 0 1214,-1 8 0,0 4 0,1-5 45,3-7 0,0-3 520,3 11-655,0 8-765,2-11 1,2-3-856,-1-4 1215,1 2 1,2-7-2783,11-34 617,-12 5 2347,6-15 0,-16 11 1,-1 2-1</inkml:trace>
  <inkml:trace contextRef="#ctx0" brushRef="#br0" timeOffset="226661">21358 8788 7083,'20'-12'3276,"7"-2"-1515,-9 5-1671,10 0-90,-3 3-1639,16-2 1,3-1-726,-3 1 1869,2-1 1,-1 1 87,-16 3 0,-1 3 1,0 1-1</inkml:trace>
  <inkml:trace contextRef="#ctx0" brushRef="#br0" timeOffset="260949">19840 12085 8522,'-4'-2'1349,"0"-1"-1079,1-3-180,0 2 180,-2-3-3516,3 2 3336,-3 0 805,1 0-535,-7-8-270,4 5 90,-8-8-90,6 10 0,-2-1-2426,4 2 2336,-2 0 90,-5-3 1727,1 3-1817,-5-2 0,-3-1 0,3 4 0,-8-2 0,-19 3 0,-3 1-1558,6 1 1558,10 1 0,-5-1 0,7 1 0,3 2 0,-1 2 0,-4 1 0,-1 0 0,-3 3 0,4-2 0,0 1 2449,7 1-2449,0-1 0,0 1-276,0-1 276,-13 6-2556,9-3 2556,3-1 0,1 1 0,-4 1-648,-9 4 648,14-5-256,1 0 256,0 2 90,1 1-90,0 2 0,1 0 0,1-3 0,1 1 0,-1 0 0,-2 0-406,-1 2 406,3-1 0,-1 0 90,-6 7-90,6-6 90,-8 6 1772,9-7-1772,0-2-90,0 1 90,3 1-1722,-4 9 1722,8-3 213,-5 4-303,7-7-148,-1 0 238,1-1 1963,-3 7-2053,4-7 2012,-6 14-2012,9-12 90,0 6-90,4-6 90,0 0 90,0 21-1024,1-14 934,0 16 167,2-19-123,3 14 1,1 2-45,1-3-375,0 3 1,1-3 284,1-16 90,0-2 0,8 15-1659,-4-13 1569,6 12 722,0-3-722,-5-10 90,7 11-90,-6-14 0,1 0-1662,18 11 1751,-10-9 1451,15 8-1540,-15-11 187,16 4-187,-8-4 0,-2-3 0,0-1 0,5 3 45,9-2 0,0 1-759,-4-1 714,-4-2 0,-1 1 0,-8-1 0,-3-1 2618,17 3-2618,-16-5 0,3-2 0,-1-1 0,-4-2-2061,20-2 2061,-20-1-1809,8-3 1898,-8-2 281,2 2-370,-1-1 0,0 0 0,-1 1-1459,12-5 1459,-12 4 0,11-2 1459,-16 3-1459,2 0 0,-1-1 0,1-2 0,1 0 0,-1-2 0,4-4 0,1-1 0,2-1 71,-4 0 1,0 0-72,2-4 0,-7 3 2055,6-6-2055,-7 7-90,-1-1 90,2-5 0,1-1-889,3-2 889,-2 1 0,-1 1 0,2 2 2829,8-14-2829,-5 9-1395,-4 1 1,0 0 1394,5-4-895,-9 9 0,1 0 895,-1 0 0,-1 0 265,8-9-265,6-8 0,-11 13 0,-1 3 0,-1 0 0,-2 2 0,-1 0 90,1 2 1340,2-9-1341,-3 7-89,2-6 0,-7 7-133,-3 1 313,-2-9-1064,4 7 884,2-8 90,1 9 545,1-2-96,-1-19 1,-2-1-450,0 7 1329,-1-9 1,-2 4-1241,-5 23 181,-10-11 578,4 12-668,-17-17-90,11 16 1638,-8-10-1638,-2 3-3392,5 6 3437,-3-1 0,-1 1-1222,0 0 997,-13-6-62,18 14 62,1 0 90,-2 1-90,0-1 0,-2 1-1828,-1-1 1828,0 2-90,-11-3-90,8 4-180,-7-2 316,9 2-1049,-5-5 1,-7-3 0,4 1 623,8 3 1,1-1 0,-12-3 0,-4-3 0,6 2 0,-5-4 0</inkml:trace>
  <inkml:trace contextRef="#ctx0" brushRef="#br0" timeOffset="352443">16224 10753 0,'-19'39'399,"0"0"1,0 1 0,0-1 0,2 2 0,4 0 0,4 4-382,8-2 0,3 6 0,3 2 0,3-2 0,2-3-63,3-5 0,3-2 0,2-2 0,2 3-15,-2-5 0,1 1 0,1 1 0,2 0 0,1 0 0,3 0-159,0-2 1,4 0 0,1-1-1,2 1 1,-1-1 0,1-1-1,-2-2 149,0 1 0,0-2 0,0 0 0,0-1 0,1 0 0,1 2 70,-1-3 0,1 1 0,2 1 0,0 0 0,0 0 0,0-1 0,0-2 0,-2-1 0,4 1 0,-1-2 0,-1-1 0,0-1 0,1 0 0,0 0 0,2 0 0,-1 0 0,1 0 0,0-1 0,0 0 0,1 0 0,0 0 0,0-1 0,0 0 0,0-1 0,1 1 0,-1-1 0,1 0 0,0 0 0,0 0 0,0 0 0,1 0 0,-1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01T02:51:17.8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15729 7362 5734,'2'7'0,"0"-1"0,6 0 0,0-2 0,4-2 0,9-7 0,-4-2 0,9-7 0,6-9 0,-6 4 0,9-8 0,-3 0 0,0 0 0,0 2-262,-1-1 0,-1 4 0,-11 13 0,1 3 1</inkml:trace>
  <inkml:trace contextRef="#ctx0" brushRef="#br0" timeOffset="706">17148 7086 5734,'1'17'0,"0"11"0,-1-4 0,1 10 0,0 0 0,1-8 0,2 5 0,4-6 0,-1-9 0,6 2 0,4-9 0,-1-6 0,8-2 0,6-13 0,-5 1 0,9-9 0,2-7 0,-8 3 0,2-2 0,0 1-404,0-1 404,-1 4 0,-1 2 0,-6 6 0,7-2 0</inkml:trace>
  <inkml:trace contextRef="#ctx0" brushRef="#br0" timeOffset="2374">15048 9084 5734,'-21'37'0,"3"-3"0,6-4 0,5-10 0,-8 22 0,10-26 0,-3 8 0,5-12 0,2-6 0,3 1 0,1-8 0,4-3 0,4-3 0,12-13 0,-2 3-1027,10-11 1027,-6 5 0,1-2 0,1-1 0,1 0 0,-1 0 0,1 1 0,0 0 0,0 2 0,-1 2 0,-2 6-114,3 2 0,-7 8 0,4 1 1</inkml:trace>
  <inkml:trace contextRef="#ctx0" brushRef="#br0" timeOffset="3119">18149 9015 5734,'-6'20'0,"1"-2"0,0 8-729,2-5 729,0 1 0,2 16 0,1-15 0,2 11 0,1-19 237,9-1-237,0-6 0,12-7 0,3-5 0,8-5-334,-5 0 1,3-2 333,-2-4 0,-1-1-847,-7 3 0,0 0 847,8-5 0,0 0 0,-5 1 0,0 0-596,10-8 596,-15 10 0,-1 1-27,1-4 27,-13 8 0,-8 2 0,-12 7 0</inkml:trace>
  <inkml:trace contextRef="#ctx0" brushRef="#br0" timeOffset="4359">15256 9477 5734,'5'-4'0,"1"-1"0,12-2 0,-3 2 0,11-3 0,19 0 0,-13 5 0,2-1 0,-1 0 0,0 1-613,4 0 0,1 1 613,0 2 0,-1 0-976,-6 0 1,0 1 975,11 0 0,2 1 0,-10 1 0,0 0 0,-1 1 0,8 1 0,0-1 0,-5 1 0,1 0 0,1 0 0,3 1 0,0 0 0,-1 0 0,7 1 0,1 0 0,-7-1 0,2 0 0,0 1-780,2-1 0,0 1 1,-2 0 779,-8-2 0,-1 0 0,1 0-73,9 1 0,3 1 1,-1 0 72,1 0 0,0 0 0,-3 0 0,-8-2 0,-2 1 0,1-1 0,8 2 0,3 0 0,-2 0 0,-3 0 0,0-1 0,-3-1 0,6 2 0,-1-1 0,-8 0 0,1-1 0,-1 0 0,9 2 0,-2-1 0,-11-1 0,-1-1 0,5 2 0,0-1 0,-8 0 0,-3-1 0,10 2 0,-9-2 0,-1 1 0,-4-2 0,1 1 1711,-17-2-1711,-8-1 642,-5-1 1,-2-1 0,-3-1 0</inkml:trace>
  <inkml:trace contextRef="#ctx0" brushRef="#br0" timeOffset="4853">15266 9237 5734,'-24'31'0,"2"-2"0,10-8 0,2 0 0,3 7 0,4-6 0,2 6 0,20 1 0,6-2 0,-1-1-338,5 1 1,1-4 337,-2-11 0,12 3 0,-10-6 0,9 2 0,-13-9 0</inkml:trace>
  <inkml:trace contextRef="#ctx0" brushRef="#br0" timeOffset="5980">17146 7711 5734,'-6'0'0,"-9"-1"0,4-1 0,-9 0 0,5-1 0,-14-2 0,-3 1 0,-7-1-238,2 0 0,-3 0 238,-4 3 0,2-1-1079,13 1 0,1 1 1079,-17-2 0,-1 1 0,12 0 0,2 0 0,8 1 0,-1 0-747,-20-2 0,1 1 747,3-1-541,-1 2 0,2-1 541,10 1-174,-1 1 0,1 0 174,6 1 1328,-10 1-1328,13 0 0,5-1 1469,-2 1-1469,1 0 1609,5-1-1609,-4 1 1152,1-2-1152,4 0 0,-3 0 0,-1 0 0,-2 0 0,-14 0 0,9 0-237,-5-1 237,11 0 0,0 0 0,-1 0 0,2 0 0,0 1 0,1-1 0,2 1 237,-3-1-237,5 1 0,-1-1 0,6 0 0,1 1 0,2 0 0,0-1 0,23 2 0,-9-1 0,16 0 0,-1-2 0,-10 1 0,16-1 0,-20 2 0,3-2 0,-4 2 0,-4 0 0,0 0 0,0-1 0,-1 0 0,1-1 0</inkml:trace>
  <inkml:trace contextRef="#ctx0" brushRef="#br0" timeOffset="6446">16069 7570 5734,'2'-4'0,"1"0"0,0 2 0,1-1 0,-1 1 0,-1 1 0,0 0 0,-1 0 0,0 2 0,-7 0 0,2-1 0,-7 1 0,2 0 0,1 0 0,-4 1 0,-5 0 0,2 0 0,-6 2 0,3 0 0,0 1 0,-2 3 0,-1 0 0,-7 6 0,-1 0 0,3-1 0,0 0 0,3 0 0,12-5 0,5-3 0,1 2 0,4-5 0,2 1 0,11 3 0,-3-1 0,10 3 0,-5-3 0,2 0 0,10 4 0,-6-2 0,9 2 0,-9-1 0,1 0 0,7 2 0,-8-2 0,3 2 0,-10-4 0,-2-1 0,-1-1 0,-1-1 0,-1 0 0,-1-1 0,0 0 0,-1-1 0,0 0 0,-2 0 0,1 0 0,-1 0 0,0-1 0</inkml:trace>
  <inkml:trace contextRef="#ctx0" brushRef="#br0" timeOffset="7817">16609 5864 5734,'-2'26'0,"0"-1"0,0 18 0,0 2 0,0-9 0,1 3-820,0-5 1,0 5 0,0 0 0,0-3 24,0-2 1,0-2-1,0 4 795,0 1 0,-1 5 0,0 3 0,1 1 0,-1-2 0,0-4-19,0-2 1,1-3 0,-1-1 0,0 4 18,0 7 0,-1 4 0,0 1 0,1-1 0,-1-5 0,0 4 0,0-5 0,0 4 0,1-7 0,-1 2 0,0 2 0,0 0 0,1-3 0,-1 2 0,0-2 0,0 0 0,1 2 0,-1 0 0,0 2 0,0 1 0,0 0 0,1 1 0,-1-7 0,1 2 0,0 0 0,0 0 0,0-1 0,0-1 0,0 0 0,0-1 0,0-1 0,1 1 0,-1 2 0,0 0 0,0 3 0,0 0 0,1 1 0,-1 0 0,0 0 0,0 2 0,0 0 0,1 1 0,-1-1 0,0 0 0,1-2 0,-1 0 0,1-2 0,-1-1 0,1 2 0,-1 1 0,0 1 0,1 1 0,-1 1 0,0 1 0,1 0 0,-1 0 0,0-7 0,0 0 0,0 1 0,1-1 0,-1 0 0,0-1 0,0-1 0,0 5 0,0-3 0,1 0 0,-1 2 0,-1 5 0,2-10 0,-1 4 0,-1 2 0,1 2 0,0 2 0,0-1 0,-1-1 0,1-2 0,0-2 0,0-4 0,0 9 0,0-4 0,0-3 0,0 1 0,0 4 0,0-2 0,0 3 0,0 2 0,-1 1 0,1-2 0,0-1 0,1-3 0,-1 2 0,1-2 0,-1-2 0,1-2 0,0 0 0,0 0 0,0-2 0,1-1 0,-1 2 0,0 8 0,0 1 0,-1 0 0,1-2 0,1-3 0,-1-1 0,0-2 0,0-1 0,0 1 0,0-1 0,-1 0 0,1 8 0,0 3 0,-1-3 0,-1-5 0,0-1 0,-1-3 0,1 5 0,-2 0 0,2-9 0,-1 1 0,-1-1 0,-3 8 0,0-3 0,2-11 0,0 0 0,-1 4 0,-2 1 0,-6 7 0,-1-4 0,0-1 0,2-4 0,0-3 288,7-18-288,1-2 1189,3-4-1189,1-4 2381,1-5-2381,5-19 0,5 0 0,7-19 0,3 3 0</inkml:trace>
  <inkml:trace contextRef="#ctx0" brushRef="#br0" timeOffset="9719">16895 6152 5734,'33'-6'0,"3"1"0,8 0 0,-2 1-1639,-3 0 1,0 1 1042,-4 0 0,5-1 0,0 1 0,-4 1 559,8 0 1,-2 2 36,3 0 0,1 0 0,-14 1 0,0 0 0,1 1 0,1-1 0,0 2 0,1-1 0,0 1 0,1-1 0,0 2 0,2-1 0,-1 1 0,1 1 0,0-1 0,-1 0 0,4 2 0,0 0 0,4 1 0,0 1 0,-2-1 0,3 1 0,-2 0 0,2 1 0,-3-1 0,2 1 0,1 0 0,-1 1 0,2 1 0,0 0 0,0 1 0,-2-1 0,-9-2 0,-1 1 0,1-1 0,0 1 0,1 0 0,0 0 0,1 1 0,1 0 0,-1 0 0,2 1 0,-1 0 0,1 1 0,-2 0 0,-1-1 0,2 0 0,-3 0 0,1 1 0,1 0 0,0-1 0,1 2 0,0-1 0,1 2 0,-1-1 0,0 1 0,-1 0 0,0 1 0,-1-1 0,-2 0 0,1 0 0,-2 0 0,0 0 0,1 1 0,8 3 0,1 1 0,0 1 0,-1 1 0,-4-1 0,-1 2 0,-1-1 0,-2 0 0,2 1 0,-2 0 0,0 1 0,-3-3 0,1 2 0,0 1 0,-2 0 0,6 8 0,-2 0 0,-3 0 0,-6-7 0,-2 0 0,1 0 0,5 8 0,1 1 0,-4-2 0,0 2 0,-1 4 0,-9-7 0,2 6 0,0 3 0,0 1 0,-1-1 0,-2-5 0,2 5 0,-2-3 0,1 5 0,-2-7 0,1 6 0,2 1 0,-2 1 0,-1-4 0,-4-5 0,1 13 0,-3-4 0,0 2 0,-1 1 0,0-1 0,-2 0 0,-1-1 0,0 3 0,-4-6 0,-1 5 0,0 1 0,-1-4 0,1-5 0,-1-3 0,-1 7 0,-1-7 0,-1 7 0,-1 5 0,-1 1 0,0 1 0,0-2 0,1-4 0,0-5 0,-2 11 0,1-8 0,-2 6 0,2-6 0,-2 5 0,0 2 0,0 0 0,1-4 0,1-7 0,-2 11 0,0-2 0,1-5 0,0 4 0,0 1 0,0-4 0,1-4 0,1-3 0,-1 2 0,-1 3 0,0 3 0,0 1 0,0-4 0,0 1 0,-1-4 0,1-1 0,-2 6 0,-1 0 0,-1 2 0,-2 3 0,1-4 0,0-5 0,0-2 0,2-5 0,0 0 0,-2 1 0,-4 7 0,-2 1 0,2-4 0,0 0 0,-2 2 0,0-1 0,-4 6 0,0-1 0,3-6 0,1-2 0,-1-2 0,-5 7 0,-2 4 0,2-5 0,6-11 0,1-2 0,-6 7 0,-2 1 0,4-7 0,-2 0 0,1-3 0,1 0 0,-3 1 0,-7 1 0,-8 5 0,-4 2 0,1-3 0,7-4 0,-5 1 0,0-1 0,9-5 0,-5 2 0,-2 1 0,2-1 0,6-5 0,-3 1 0,3-3 0,-1 1 0,0 0 0,0 0 0,-1 0 0,3 0 0,-2 0 0,1-1 0,-4 3 0,-1-1 0,6-2 0,-2 0 0,2-1 0,-3 1 0,3-1 0,-1-1 0,0 0 0,3 0 0,-4-1 0,-10 4 0,-5 2 0,2-2 0,10-3 0,1-2 0,-1 1 0,0 1 0,-2-1 0,1 1 0,2-2 0,-12 3 0,5-1 0,10-4 0,1 0 0,-1 0 0,-1-1 0,2 0 0,-3 0 0,-13 3 0,-1 0 0,10-4 0,0 1 0,6-2 0,-2 1 0,0 0 0,-1-1 0,0-1 0,1 1 0,-5 0 0,0 0 0,5-1 0,-2 1 0,3-2 0,-3 1 0,1-1 0,1 0 0,-1 0 0,1-1 0,1 0 0,-1 0 0,1-1 0,0 1 0,1-1 0,-1 0 0,1-1 0,1 1 0,-1-1 0,-13 1 0,-1-2 0,12 1 0,-1-1 0,-9 0 0,-1-1 0,2-2 0,2 0 0,8 0 0,1 0 0,-8-2 0,1 0 0,11 0 0,2 1 972,-22-7-972,3-2 0,1-2 449,3-1-449,2-2 0,2-2 0,1-1 0,2-3 0,2-1 190,3 1 0,-2-4-190,4 3 0,-1-1 0,0 1 0,-7-8 0,0 1 0,9 7 0,-1 0 1,4 2-1,-7-9 0,1-2-670,0-1 670,2-2 0,0 0 0,1-3 0,0 0 0,1-2 0,12 21 0,-1-1 0,1 1 0,0-1 0,-3-9 0,0 0 0,4 7 0,-1 0 0,-1-7 0,-1 0 0,2-1 0,2 2 0,1 6 0,1 0 0,-1-8 0,0 1 0,-1-14 0,3-1 0,1-1 0,1 0 0,3 24 0,0-2 0,0-12 0,1 0 0,0 8 0,1 0 0,0-9 0,0-1 0,0 11 0,0 1 0,0 0 0,1-2 0,-1-12 0,0-1 0,0 9 0,0 1 0,-1-10 0,0-2 0,-1 1 0,0 0 0,0 10 0,0 0-255,0-11 1,-1 2 254,0 11 0,0 2 0,-1 0 0,1 0-312,-1 0 1,0-1 311,0 1 0,0 0 0,0 1 0,1-1 0,-1 1 0,1-1 0,0 1 0,0-1 0,0 1 0,0-1 0,0-1 0,1 1 0,0-1 0,0 0 0,0 0 0,1-1 0,0-1 0,1 1 0,0-1 0,0-1 0,1 2 0,0-4 0,1-5 0,2-8 0,0-1 0,0 4 0,-1 3 0,0 4 0,1-3 0,0-4 0,0-4 0,1 1 0,-1 3 0,0 4 0,-1 3 0,1 3 0,-2 2 0,1 1 0,1-9 0,1-2 0,-1 1 0,1 1 0,-2 9 0,1 0 0,1-4 0,0-3 0,0 4 0,0 1 0,-1 2 0,3-11 0,1-1 0,0-2 0,0 1 0,-2 10 0,0-1 0,2-11 0,-1 0 0,-1 13 0,-2 1 0,1-1 0,-1-1 0,1 0 0,-1 0 0,0-1 0,0-1 0,0 1 0,0-2 0,0 1 0,0-2 0,0 2 0,1-6 0,0-1 0,0 6 0,0-2 0,0 3 0,1-3 0,0 1 0,0 0 0,1 1 0,0 0 0,1 1 0,-1 1 0,2 0 0,-1 1 0,1 1 0,1 0 0,0 1 0,1 1 0,1-1 0,1 4 0,1-3 0,0 2 0,4-5 0,2 1 0,-4 5 0,1-1 0,2 0 0,3 1 0,2 0 0,-1 2 0,5-4 0,0-1 0,-2 6 0,2-2 0,-1 3 0,4-2 0,0 2 0,1 0 0,2 1 0,-1 1 0,2 1 0,-1 1 0,0 0 0,0 3 0,0 0 0,-1 2 0,1 0 0,-3 3 0,2-1 0,3 3 0,3 0 0,-2 1 0,-3 1 0,-1 2 0,6 0 0,4 0 0,-7 4 0,11 8 0,-19-1 0,-1 1 0,8 9 0</inkml:trace>
  <inkml:trace contextRef="#ctx0" brushRef="#br0" timeOffset="10995">17428 8276 5734,'7'-6'0,"3"-3"0,6-3 0,13-10 0,4-3-1639,-8 7 1,0 0 1052,4-2 0,3-2 1,-2 1 585,4-2 0,2 1 0,-7 4 0,3-2 0,0 1 0,0 0-234,3-2 1,-1 1 0,2-1 233,-1 1 0,2-1 0,1-1 0,1 0 0,-5 4 0,1-1 0,1 1 0,-1 0 0,-1 1 0,2-2 0,-2 2 0,0 0 0,2-1 0,1 0 0,0-1 0,2 0 0,0 0 0,1 1 0,1-1 0,1 0 0,1 0 0,-1 0 0,-2 2 0,2-2 0,-2 2 0,0 0 0,2-2 0,0 2 0,2-2 0,1 0 0,-1 1 0,-2 1 0,-2 1 0,-2 1 0,-1 0 0,0 1 0,1-1 0,-1 1 0,1 0 0,-1-1 0,0 2 0,-1-1 0,1 0 0,-1 1 0,-1 0 0,-1 0 0,1 1 0,1-2 0,0 1 0,1-1 0,1 0 0,0 1 0,-3 0 0,11-4 0,-3 1 0,2 0 0,-5 1 0,1 0 0,1 0 0,-2 0 0,5-2 0,0 0 0,-4 1 0,-9 3 0,-2 2 0,1-1 0,5-3 0,1 0 0,-2 1 0,6-5 0,-3 2 0,-11 3 0,-1 1 0,4-2 0,-1-1 0,8-10 0,-13 8 549,2-4-549,-11 5 2422,-4-3-2422,-2 0 1632,-5 5-1632,-4 6 1131,-2 5-1131,-1 1 0,-1 0 0,1 0 0,-3 0 0,0 0 0,-1 1 0,-3 0 0,0 1 0,-2 0 0,-18-3 0,13 3 0,-12-4 0,17 3 0,1 0 0,1-1 0,1 0 0,-5-3 0,7 1 0,-3-2 0,8-1 0,2 3 0,2-4 0,9 2 0,-1 1 0,5 0 0,-2 3 0,-2 0 0,1 1 0,5 5 0,-7 1 0,3 19 0,-12-8 0,-7 17 0,-2 2 0,-1-6-421,-1 2 0,0-3 421,3-9-118,-1 4 118,3-7 0,0 1 0,4-9 0,1-1 0,1-3 832,2-1-832,1-2 0,1-3 0,0-2 0</inkml:trace>
  <inkml:trace contextRef="#ctx0" brushRef="#br0" timeOffset="12016">21233 6400 5734,'31'-15'0,"9"1"0,-15 10 0,21 11 0,-26 2 0,0 31 0,-22-14-665,-9 20 665,0-23 0,-2-1-1409,-8 14 1409,8-13 0,-1 1 0,1-2 0,1 0 0,-4 10 476,-2 6-476,19-10 0,5-2 0,3-4-457,16 18 457,-2-39 0,4-4 0,0-1 0,1-2 0,9-3 0,-10 2 280,6-2-280,-6-1 0,-7 3 1234,3-2-1234,-8 1 0,-7 1 0,-1-1 0,-5 2 0,0-1 0</inkml:trace>
  <inkml:trace contextRef="#ctx0" brushRef="#br0" timeOffset="12646">21965 6311 5734,'-16'13'0,"2"-1"0,-4 8 0,-1 12 0,5-6 0,-2 12 0,4 3-2070,5-10 2070,0 9 0,7-5-36,1-10 36,4 4 410,5-11-410,-2-8 0,5-2 0,4-11 1021,-5-3-1021,6-5 0,-1-10 0,-4 3 589,3-7-589,-4-2 0,-2 6 86,-1-4-86,4 16 0,-7 10 0,6 10 0,-4 18 0,1-5 0,12 15-801,-4-19 801,8 2-99,13-10 99,-5-11 0,-8-7 0,-2-3 0,1-9 0,-7-11 0,-18 11 0,-3-2 0,-12-9 0,1 8 0,-9-6 0,-12 2 0,13 11 508,-9-5-508,21 13 105,2 1-105,3 2 0,7 0 0,4 2 0,7-1 0,3-1 0,2 0 0</inkml:trace>
  <inkml:trace contextRef="#ctx0" brushRef="#br0" timeOffset="13436">22245 6407 5734,'10'1'0,"-2"0"0,0 2 0,0 5 0,-2 1 0,0 4 0,-3-1 0,3 30 0,-3-20-420,4 20 420,-3-27 0,3 2 0,-1-6 0,11 2 0,-7-11 0,7-2 0,-6-7 0,14-25 0,-11 12 420,8-19-420,-13 0 0,-4 14 0,2-13 0,-4 18 0,-1 7 0,1 2 0,-2 11 0,3 21 0,-3-4 0,2 13 0,1-4 0,1-6 0,1 4 0,1-5 0,-3-7 0,3 2 0,0-5 0,-3-5 0,3 0 0,2-7 0,-1-3 0,1 0 0,-3 0 0,-4 3 0,-1 2 0,0 4 0,-1 0 0,0 3 0,0 1 0,0 0 0,2 7 0,0-5 0,2 5 0,-2-8 0,2 2 0,-2-3 0,2 1 0,-2-3 0,1-2 0,0 1 0,0-2 0,0-2 0,3-2 0,-1-1 0,3-3 0,-2 1 0,0-2 0,0-1 0,1 0 0,-2-1 0,0-1 0,-1 1 0,1-5 0,-2 6 0,0-3 0,-1 8 0,0 0 0,-1 4 0,1 1 0,4 10 0,-1 1 0,3 9 0,-2 1 0,1 3 0,4 19 0,-3-12 0,-1 2 0,-1-5 0,0 0-222,1 5 1,0-1 221,-3-7 0,0-2-801,2 11 801,1 7 0,-5-19 0,-1-5 0,-1-4 0,-3-7 0,-1-7 406,-4-6-406,0-7 0,-2-4 0,-3-15 0,0-4 0,-1-7-52,1 3 0,1-3 52,8 12 0,2 1-748,1 7 1,0 0 747,2-7 0,0 0 0,7-9-927,3 3 927,3 2-687,4 4 687,3 3 0,1 4 102,1 4-102,1 3 1205,-1 5-1205,8 3 0,-9 7 0,4 3 0,-14 6 1011,-3 1-1011,-4 4 944,-4 1-944,-5 2 0,-4 1 0,-4 2 0,-12 7 0,5-6 221,-8 4-221,9-9 0,0-2-132,2 0 132,1-3 0,-9 5 0,15-11 0,-3 2 0,19-11 0</inkml:trace>
  <inkml:trace contextRef="#ctx0" brushRef="#br0" timeOffset="14275">22984 6405 5734,'2'17'0,"1"0"0,6 11 0,-1-10 0,9 14 0,-5-20 0,4 1 0,10-12 0,-11-2 0,15-16 0,-20 4 0,-1-10 0,-13-3 0,-2 5 0,-10-16 0,6 16-245,-4-5 245,5 11 0,0-1 0,2 6 0,18-5 0,-2 10 0,15-2 0,2 10 0,-9 0 0,14 10 0,-21-4 245,5 13-245,-12-9 0,1 11 0,-4-3 0,0 1 0,3 6 0,-1-14 0,3 6 0,1-12 0,0-2 0,2-2 0,4-7 0,-1-1 0,13-12 0,-10 6 0,13-15 0,-16 16 0,5-5 0,-6 7 0,-2 4 0,1 0 0,1 6 0,-3 2 0,4 2 0,-1 3 0,-2-2 0,2 3 0,1 1 0,-2-3 0,6 4 0,4-6 0,-3-2 0,4-5 0,-2-7 0,-3-1 0,4-4 0,-6 0 0,0-2 0,-3-1 0,-1-1 0,-3 0 0,-2 0 0,-3 0 0,-7-9 0,-2 11 0,-5-6 0,2 13 0,-1 3 0,-1 3 0,0 2 0,1 4 0,2 2 0,-1 11 0,5-2 0,0 8 0,10 4 0,2-8 0,15 13 0,-3-17-529,9 2 529,-3-11 0,1-4 0,3-3 0,0-5 0,1-4 0,-1-4 0,-1-5 0,0-4 0,-2-3 0,-9 3 0,1-1 0,5-15-829,-7 12 0,-2-1 829,1-16 0,-2-3 0,-7 22 0,-2 0 0,1-1 0,-2 1 0,-1-2 0,0 1 0,-1 1 0,-1-1 0,-1-12 0,-3-1 0,-2 11 0,-1 1 0,-3-19 0,-2 36 0,10 30 0,1 27 0,1-5-422,3-8 0,1 7 0,0-4 422,0-6 0,1 1 0,2 8 0,1 5 0,0-6 0,-1-11 0,1-1 0,3 5 0,1 3 0,-1-5 0,5 13 0,-3-12 0,-1-4 1300,-1-9-1300,-4-6 0,-1-7 0,-4-9 0,-4-6 0,-3-8 0</inkml:trace>
  <inkml:trace contextRef="#ctx0" brushRef="#br0" timeOffset="15613">21893 7063 5734,'-16'-7'0,"0"0"0,2 4 0,-12 4 0,4 3 0,-10 6 0,-5 15-1797,9-2 1797,10-6 0,0 2 0,4 4 0,1 1 0,-6 17 0,8-14 0,2 2 0,4 4 0,1 1-41,2-9 0,0 3 41,3 10 0,1 5 0,1-3 0,0-8 0,1 0-693,0 3 1,1 4-1,0 1 1,-1-6 692,0-2 0,0-1 0,1 17 0,0 0-537,-5-15 1,-1-4 536,-2 15 351,2-17 1,-4-1-352,-14 4 0,-3-6 0,0-7-12,-2 1 1,0-8 11,4-25 0,-1-5 0,0-3 0</inkml:trace>
  <inkml:trace contextRef="#ctx0" brushRef="#br0" timeOffset="15979">21280 7563 5734,'39'-4'0,"-14"3"0,0 0 0,6 2 0,10 1 0,-1 6-1884,-10 0 1884,7 4-70,-15 1 1,-2 0 69,5 5 0,-2 1 0,-2-1 0,-3 0 0,4 4 144,-5-3-144,-6-6 0,0 3 0,-4-3 894,-4-4-894,0 1 605,-3-5-605,-2-3 380,0-3-380,-1-5 0,0-10 0,4 1 0,-1-8 0,5-6 0,-1 5 0,4-7 0,1-2 0,1 9 0,1-1 0,4-1 0,8-6-974,5-5 974,-4 16 0,-8 11 0,2 2 0,15 1 0,-13 5 0,15 3 0,-24 4 0,0 4 0,-10 1 0,-3 2 0,-1 1 0</inkml:trace>
  <inkml:trace contextRef="#ctx0" brushRef="#br0" timeOffset="16263">22014 7742 5734,'21'-23'0,"-7"4"0,6-6 0,-6-2 0,-4 6 0,0-6 0,-6 2 0,-3 7 0,-3-10 0,-2 13 0,0 0 0,-2 6 0,3 8 0,0 2 0,0 4 0,2 10 0,2-2 0,4 14 0,-1-8 0,5 5 0,2-1 0,-2-6 0,4 3 0,5-2 0,-7-10 0,15 0 0,-12-11 0,6-4 0</inkml:trace>
  <inkml:trace contextRef="#ctx0" brushRef="#br0" timeOffset="16745">22268 7527 5734,'-13'18'0,"0"1"0,-2 16 0,6-13 0,0 11 0,8-16 0,1-6 0,1 1 0,3-9 0,1-3 0,2-3 0,2-7 0,-1-1 0,3-4 0,0-6 0,-2 4 0,2-6 0,-4 8 0,0 1 0,-1 1 0,-1 2 0,0 1 0,-2 4 0,-1 3 0,-1 11 0,-2 2 0,0 8 0,-3 20 0,1-12 0,2-1 0,-1-1 0,2-2 0,1 5 0,20-4 0,-10-17 0,16 1 0,-14-16 0,-1-1 0,-1 0 0,3-1 0,-5 5 0,1 1 0,-2 12 0,-2 4 0,0 10 0,-2 22 0,-3 7 0,0-21 0,-1 2-542,1 6 0,-1 6 0,0-5 542,0-5 0,-1-1 0,2 6 0,0 4 0,0-4 0,0-2 0,0 0 0,1 7 0,1 5 0,-1-8 0,2 1 0,-1-13 0,-2-5 0,-4-17 0,-1-9 0,-4-10 0,0-7 0,-1-6 0,0-3 0</inkml:trace>
  <inkml:trace contextRef="#ctx0" brushRef="#br0" timeOffset="17061">22400 7481 5734,'-7'25'0,"3"1"0,2-2 0,4 14 0,1-9 0,3 10 0,7-6 0,-2-10 0,15 10 0,-10-21 0,10 0 0,-3-19 0,-4-2 0,4-8 0,-5-10 0,-6 4 0,-2-4 0,-2-1 0,0 0 0,1-17 0,-6 17 0,-1 9 0,0-4 0,-4 10 0,-1 4 0,-2 1 0,2 6 0,1 1 0</inkml:trace>
  <inkml:trace contextRef="#ctx0" brushRef="#br0" timeOffset="17629">22752 7695 5734,'27'-27'0,"-9"5"0,-2 1 0,-1-4 0,-3-1 0,-3 1 0,-6 7 0,-11-11 0,0 25 0,-10 0 0,2 13 0,4 1 0,-3 5 0,4 9 0,4-4 0,5 5 0,2 0 0,2 1 0,6 16 0,5-15 0,-3-9 0,4 1 0,3-8 0,-3-7 0,4-3 0,0-18 0,-2-5 0,0 1 0,0-3 0,-2-2 0,-7-4-482,-3 7 482,1-6 0,-2 5 0,-2 8 0,0-1 0,-2 10 0,1 5 0,-6 26 0,4-6 0,0 9 0,0 2 0,2-3 0,2 21 0,1-28 0,0 3 0,3-6 482,-3-7-482,3-1 0,3-10 0,-1-3 0,2-6 0,3-10 0,-4 4 0,4-9 0,-3-2 0,-3 6 0,1-6 0,-2 4 0,-1 8 0,-1-3 0,1 8 0,-2 7 0,6 11 0,-4 3 0,4 17 0,-1 4 0,1 5-530,-2-6 0,0-2 530,-2-1 0,1-9 0,0-7 0,8-3 0,-3-9 0,5-5 0</inkml:trace>
  <inkml:trace contextRef="#ctx0" brushRef="#br0" timeOffset="17994">23378 7450 5734,'-21'15'0,"1"1"0,3 8 0,6-4 0,-1 7 0,7 2 0,4-7 0,2 5 0,10 4 0,-1-14 0,10-2 0,3-5 0,-2-7-513,22-5 513,-25-7 0,-1-2 0,5-8 0,-5 3 0,1-6 0,-4-2 0,-6 6-109,1-5 109,-6 8 0,0 1 0,-1-5 0,0 10 0,0-2 507,2 17-507,0 3 115,3 9-115,0 14 0,-1-5 0,0 7 0,-2 0 0,1 1 0,0 2 0,-1-1 0,0-12 0,-2 5 0,-3-28 0,-3-9 0,-2-7 0,-2-4 0</inkml:trace>
  <inkml:trace contextRef="#ctx0" brushRef="#br0" timeOffset="18131">23596 7194 5734,'5'-10'0,"3"-2"0,-1 4 0,3 0 0,-2 3 0,-1 3 0,1 0 0</inkml:trace>
  <inkml:trace contextRef="#ctx0" brushRef="#br0" timeOffset="18432">23779 7672 5734,'15'-11'0,"0"-1"0,1-3 0,-1-2 0,12-20 0,-11 13 0,-2-8 0,-4-1 0,-6 12 0,-4-19 0,-9 35 0,-1 4 0,-8 8 0,5 2 0,-4 7 0,5 10 0,6-4 0,0 9 0,13-3 0,4 0 0,1-3 0,-1 0 0,5-4 0,19-22 0,-13-3-570,15-8 570,-19-2 0,0-2 0,-3-2 0,0-2 0</inkml:trace>
  <inkml:trace contextRef="#ctx0" brushRef="#br0" timeOffset="18599">24056 7447 5734,'-18'-3'0,"3"3"0,9 7 0,2 5 0,3 3 0,12 26 0,-2-12 0,5 7 0,0 0 0,0-2 0,0 1 0,-2 0 0,-6-2 0,-1 5 0,-18-16 0,1-14 0,-7 1 0,3-7 0,-2-3 0,-1-3 0,0-3 0,-1-1 0</inkml:trace>
  <inkml:trace contextRef="#ctx0" brushRef="#br0" timeOffset="18970">21866 8341 5734,'10'6'0,"6"0"0,15-2-1093,5 0 1,9-1 0,-1 0 297,-12-1 1,-1-1-1,3 1 776,6 0 1,4 1 0,2-1 0,1 0 18,-9-1 0,2 0 0,0 0 0,0-1 0,-2 1 0,3-1 0,-1 1 0,0-1 0,2 0 0,0 1 0,2-1 0,1 0 0,0 0 0,0 0 0,1-1 0,0 0 0,1 0 0,-2-1 0,-2 1 0,1-1 0,-3 1 0,0-1 0,2 1 0,-2-1 0,2 0 0,0-1 0,-1 1 0,-3 0 0,5-2 0,0 1 0,0 0 0</inkml:trace>
  <inkml:trace contextRef="#ctx0" brushRef="#br0" timeOffset="19099">24696 8407 5734,'19'1'0,"-5"-1"0,4-3 0,-3-7 0,-5 0 0,1-5 0</inkml:trace>
  <inkml:trace contextRef="#ctx0" brushRef="#br0" timeOffset="93914">16405 13244 5734,'-26'2'0,"1"0"0,-19 5 0,29 6 0,-4 18 0,6-2-1639,1 14 1,2 4 903,5-19 0,1 1 735,0 1 0,-1 3 0,2 0 0,0 13 0,1-2 0,1-9 0,0 1 0,0 11 0,0 2 0,1-16 0,0 0 0,0-1 0,0 5 0,1 0 0,-1 10 0,1 1 0,0-3 0,-1-3 0,1-11 0,-1 1 323,0 6 1,0 0-324,0-5 0,-1-3 0,-1 12 0,0-17 0,0-1 0,-6 5 837,0-12-837,-13-5 0,7-17 0,-8-7 0</inkml:trace>
  <inkml:trace contextRef="#ctx0" brushRef="#br0" timeOffset="94099">15946 13973 5734,'23'-4'0,"1"1"0,-1 0 0,5 1 0,3-1 0,7 0-414,-7 0 1,1 2 413,13-2-1044,-12 2 1044,7 0 0,-8-1 84,-10 1-84,5-1 0,-12-2 0,-2 1 0,-1-1 0</inkml:trace>
  <inkml:trace contextRef="#ctx0" brushRef="#br0" timeOffset="94233">16447 13905 5734,'-9'11'0,"1"16"0,7-7 0,2 9 0,2 10 0,0-5 0,0 8-1571,2 6 1,0-2 1570,-2-18 81,-1 8-81,-1-10 666,-1 3-666,-6-11 0,0-9 0,-4-3 0</inkml:trace>
  <inkml:trace contextRef="#ctx0" brushRef="#br0" timeOffset="94387">16444 13656 5734,'-6'-13'0,"1"-3"0,5 9 0,1 0 0,2 6 0,1 2 0,0 2 0</inkml:trace>
  <inkml:trace contextRef="#ctx0" brushRef="#br0" timeOffset="94714">16714 13387 5734,'-6'-6'0,"-1"7"0,2 8 0,-1 8 0,1 3 0,2 7 0,0 3-590,1 6 590,0-6 0,1 0-800,0-5 0,0 1 800,0 7 0,-1 3 0,1 2 0,1-1 0,-1-8 0,1 0 0,-1 6 0,1 5 0,1 5 0,2 5 0,-1-7-947,-1-12 0,0-1 947,2 11 0,0 3 0,-1-8 0,0-8 280,-1-11-280,-1 1 348,-1-14 1,1-4 0,0-4-1</inkml:trace>
  <inkml:trace contextRef="#ctx0" brushRef="#br0" timeOffset="95020">16947 13473 5734,'-2'20'0,"0"4"0,0 18 0,1-4-1115,1-1 1,0 1 1114,0-14 0,1 1 0,0 18 0,1 1 0,-1-18 0,1-1 0,0 8 0,-1 1 0,1 5 0,0-2 0,0 10 0,-1-1 0,-1-2 0,-3-4 0,0 3 683,-1-22-683,-4-13 90,1-5 1,-3-3 0,5-5 0</inkml:trace>
  <inkml:trace contextRef="#ctx0" brushRef="#br0" timeOffset="95169">16924 13894 5734,'24'-11'0,"-1"0"0,14-6 0,-9 9 0,-9 4 0,-1 1 0</inkml:trace>
  <inkml:trace contextRef="#ctx0" brushRef="#br0" timeOffset="95514">17247 14167 5734,'22'-31'0,"-7"6"0,4-10 0,-6-4 0,-8 13 0,-2-1 0,-1 2 0,-2-1-1267,-3-20 1267,-7 22 0,1 13 404,-3 4-404,0 5 209,-5 9-209,2 2 0,0 7 0,-3 20 0,10-10 0,1 8 0,3 1 0,5-2-506,0-6 1,3-1 505,4 2 0,2-2 585,1-2-585,18 10 0,-9-17 0,13 5 0,-3-25 0,-7-4 0,17-16 0,-18 3 0,7-10 0</inkml:trace>
  <inkml:trace contextRef="#ctx0" brushRef="#br0" timeOffset="95769">17518 13948 5734,'-3'32'0,"1"0"0,2-8 0,0 3 0,1 0 0,0 2-527,0-4 1,1-1 526,0-11 338,0-2-338,0-3 174,2-5-174,-1-4 0,3-13 0,-1-1 0,2-9 0,-2-11 0,-1-2 0,1-1-453,-1-1 0,0 2 453,0 9-975,6-18 975,-3 18 0,5-12-350,-2 22 350,1 3-66,2 2 66,1 1 0,7-2 0,-6 7 1218,7 0-1218,-12 8 0,3 2 0,-6 2 0</inkml:trace>
  <inkml:trace contextRef="#ctx0" brushRef="#br0" timeOffset="95982">17856 13828 5734,'-5'14'0,"-2"8"0,2-4 0,-1 9 0,3 3 0,1 2 0,-1 0-630,2 0 1,0-2 629,1-10 80,1 7-80,-1-12 0,-2 3 0,1-17 0,-2-3 0</inkml:trace>
  <inkml:trace contextRef="#ctx0" brushRef="#br0" timeOffset="96119">17815 13546 5734,'6'0'0,"-1"2"0,0 4 0</inkml:trace>
  <inkml:trace contextRef="#ctx0" brushRef="#br0" timeOffset="96484">18024 13880 5734,'-2'37'0,"-1"-3"0,0 2-1430,1-10 1430,-1 7 0,2-13 453,-1 2-453,2-7 235,8-15-235,-3-7 0,8-15 0,-6 2 0,5-15 0,-2 7-893,4-11 893,-3 10 0,1 0 0,0 0 673,7-7-673,7-4 0,-7 12 0,2 5 0,-15 25 0,1 11 0,-4 2 0,1 11 0,-3 12 0,-1-6 0,0 3 0,1 0 0,0 1 0,4 0 0,0-2 0,0-10 0,6 8 0,-5-22 240,3-5 1,1-5-1,1-2 1</inkml:trace>
  <inkml:trace contextRef="#ctx0" brushRef="#br0" timeOffset="96847">18455 13790 5734,'-14'23'0,"0"-1"0,-8 16 0,18-25 0,10-4 0,-2-9 0,9-6 0,-4-10 0,0-3 0,4-14 0,-2 7 0,1-7 0,-1 3 0,-3 10 0,9-2 0,-8 20 0,14 34 0,-12-2-400,-3-3 0,0 4 400,-1 4 0,-2 0-611,0-6 1,-1 1 610,2 10 0,0 3 0,-1 5 0,-1-1 0,-1-10 0,0 0 0,0-5 0,-1 1 0,-1-1 0,-2 14 0,-2-2 0,1-12 0,-2 0 0,1 7 0,-9-1 0,-11-15 0,-9-1 0,-3-3 0,4-2 0,-1 0 0,-2-2-328,1-1 0,-6 1 0,-2-2 0,5-6 328,-12-12 0,4-6-643,9 4 1,2-1 642,-10-3 0,-1-1 0,6 1 0,2 0 0,8 3 0,0 0-51,-7-1 0,0 1 0,-10 0 0,0 1 0</inkml:trace>
  <inkml:trace contextRef="#ctx0" brushRef="#br0" timeOffset="97121">15782 14835 5734,'24'-3'0,"1"0"0,2-1 0,1 0 0,0-1 0,1-1-1639,5-1 1,5-2 1579,-6 2 1,4 0 0,0-1 0,-1 0-677,6-1 1,-2 1 0,3-2 734,-1 1 0,2 0 0,2-2 0,0 1-5,-4 1 1,1 0 0,0-1 0,-1 1 0,-1 0 4,2 0 0,-3 0 0,1 0 0,2-1 0,-2 1 0,2 0 0,0-1 0,4 1 0,2-1 0,-8 2 0,3 1 0,3-1 0,1-1 0,1 1 0,-1 1 0,-1-1 0,-4 1 0,-3 0 0,3 0 0,-5 0 0,-1 0 0,1 1 0,5-2 0,-1 1 0,7 0 0,2-1 0,2-1 0,-1 1 0,-4 1 0,-4 0 0,-8 2 0,1-1 0,-6 1 0,-1 0 0,16-2 0,-1 0 0</inkml:trace>
  <inkml:trace contextRef="#ctx0" brushRef="#br0" timeOffset="97280">19467 14255 5734,'0'-7'0,"-1"1"0,0 2 0,-3-1 0,-1 0 0,-1-3 0,1-1 0</inkml:trace>
  <inkml:trace contextRef="#ctx0" brushRef="#br0" timeOffset="110866">8205 16551 5734,'-6'4'0,"1"2"0,0 6 0,1 5 0,4 10 0,1 4 0,1 15-820,0-12 1,1 8 0,0 1 0,0-4 539,1 8 1,0 2 279,-1-10 0,0 7 0,0 3 0,-1-2 0,1-4-530,-1 3 1,0-3 0,0 3 529,0-1 0,0 2 0,-1 1 0,1 1 0,-1-8 0,0 1 0,-1 1 0,1-2 0,0-1-78,0 0 1,-1-3-1,1 1 1,0 3 77,-1-1 0,1 3 0,0 1 0,0 1 0,-1-3 0,1-4 0,0 9 0,-1-4 0,1 2 0,-1-5 0,1 1 0,0 1 0,-1-2 0,1 4 0,0-1 0,0-2 0,0 2 0,1-1 0,-1 7 0,0-3 0,-1-3 0,-2-16 0,-1-15 0,0-20 0,1-8 0</inkml:trace>
  <inkml:trace contextRef="#ctx0" brushRef="#br0" timeOffset="111454">6324 18239 5734,'30'8'0,"8"1"0,-12-6 0,2 1-1278,6-2 1,3 0 1277,7-1 0,6-2 0,-1 0-914,-6 0 1,-2 0 0,4 0 913,-1-1 0,3 0 0,1 0 0,3-1-74,-12 1 1,3 0 0,0 0 0,1-1 0,-1 1 0,-1 0 73,0-1 0,-3 1 0,0 0 0,4 0 0,8 0 0,-16 1 0,3 0 0,4 0 0,2-1 0,3 1 0,2 0 0,2 0 0,1 0 0,0 0 0,0 0 0,0 0 0,-1 0 0,-1 1 0,-2-1 0,-2 0 0,-3 1 0,-3-1 0,13 1 0,-5 0 0,-4-1 0,-1 1 0,0 0 0,1 0 0,4 1 0,4-1 0,-11 0 0,2 0 0,4-1 0,1 1 0,2 0 0,1 0 0,0 0 0,1 0 0,0 0 0,-1 0 0,-1 0 0,-1 1 0,-3-1 0,-2 1 0,-3-1 0,-3 1 0,17 1 0,-6 0 0,-4 0 0,-1 0 0,-1 1 0,2-1 0,1 1 0,-1-1 0,1 1 0,-1-1 0,0 1 0,0-1 0,-2 1 0,0 0 0,-1-1 0,1 1 0,-1 0 0,-1 0 0,6 0 0,-1 0 0,-1 1 0,1-1 0,1 1 0,-3 0 0,2 1 0,0-1 0,0 1 0,-2 0 0,-2-1 0,4 1 0,-2 0 0,-2 0 0,3 1 0,-1 0 0,2 1 0,1 0 0,-3 0 0,-6 0 0,-2 3 0,-5-1 0,-1 1 0,8 0 0,-8 1 0,-12 8 0,-41-15 0,-4-4 0,-4-2 0,5 0 0,-1-1 0,-12-2 0,1 0 0</inkml:trace>
  <inkml:trace contextRef="#ctx0" brushRef="#br0" timeOffset="113773">8685 16898 5734,'5'1'0,"1"2"0,-2 0 0,2 2 0,5 9 0,-6-6 0,6 7 0,-7-8 0,0 0 0,0 2 0,-1-1 0,3 9 0,-3-5 0,3 5 0,-2-4 0,-2-3 0,3 7 0,-3-9 0,2 4 0,-4-3 0,1-1 0,-1 3 0,1 2 0,0-3 0,0 4 0,1-2 0,-1 0 0,1 2 0,-1 2 0,1 1 0,-1 4 0,1 1 0,-1 2 0,0 2 0,0 2-824,0 2 824,1 3 0,-1 2 0,0 3 0,0 4 0,-1 3 0,2 3 0,-2-24 0,1 2 0,0 11 0,0 4 0,1-1 0,1 5 0,-1-1-856,1-4 0,-1 2 1,0-3 855,2-4 0,0-3 0,2 11-369,0-8 0,0-1 369,2 8 0,-3-13 0,1 0 0,1 0 0,0-2 0,-2-5 0,0-6 535,-4-12-535,0-1 2491,0-1-2491,-1 0 1103,-1-8-1103,1 2 0,-2-7 0,2 3 0,-1-3 0,1-2 0,0-2 0,1-2 0,-1-1 0,-1-3 0,0-1 0,-1-14 0,-1 6-1024,0-11 1024,0 8 0,0-4 0,-1-7-764,0 8 1,0-5 0,-1-2 0,0 4 763,1-1 0,0 2 0,-1-2 0,1 0 0,-1-2 0,-1 1 0,2 5-683,-2-4 1,0 5 682,2 7 0,-1 1-143,0-7 1,-1 0 142,2 3 0,-1 3 0,-3-14 0,4 16 0,-1 0 0,-3-17 0,2 12 0,0 5 0,1 1 0,0 2 0,-1-8 501,2 18-501,2 3 2484,0 1-2484,0 2 2133,0-1-2133,1 3 609,-1-1-609,1 2 0,0 2 0,0-1 0,1 1 0,0 1 0,3 6 0,-2 0 0,2 7 0,-1 0 0,1 13 0,1-2 0,3 12-526,-1-2 526,1 7-891,-3-17 1,1 2 890,-1 2 0,0 2 0,1 2 0,-1 1 0,1 3 0,-1 1 0,0 2 0,1 0 0,-1 2 0,0 1 0,1-2 0,-1 3 0,0-6 0,0 2 0,0 0 0,-1-1 0,0 0 0,1-1 0,-1-1 0,1 0 0,-1-1 0,0 1 0,0 0 0,-1-4-1006,3 17 1006,-3-21 0,0-1-349,0 7 349,0-11 356,-1-2-356,-1-12 1557,-1-6-1557,0-16 0,-1-4 0,1-15 0,0 6 0,1-3 118,0 5 1,0 0-119,0-12 0,0 0-793,-1 6 1,1 0 792,-1-2 0,1-1 0,-1-3 0,0 0 0,-1-2 0,1-1 0,0 1 0,1-2 0,-1 2-1087,0-6 1,1 0 1086,0 8 0,0-1 0,-1 2 0,1-10 0,0 4-232,0 12 0,0 2 232,1-7 0,-1 3 27,1 0-27,0 3 0,0 15 1301,1 5-1301,-1 16 2550,-1 9-2550,1 6 0,-1 6 1555,0 4-1555,0 3-1109,0 3 1109,-1-1 0,-1-1 0,-2-3 0,-1-3 0,-2-3 0</inkml:trace>
  <inkml:trace contextRef="#ctx0" brushRef="#br0" timeOffset="114197">8682 17050 5734,'10'-19'0,"9"-17"0,-8 15 0,1-5 0,0 0 0,-1 2 0,5-12 0,0 11 0,-7 16 0,5-1 0,-9 20 0,0 3 0,0 3 0,0 3 0,5 20 0,-5-12-400,5 15 400,-2-9 0,-3-8 0,3 3 0,-3-13 0,-2 1 0,-1-2 0,-1 1 0</inkml:trace>
  <inkml:trace contextRef="#ctx0" brushRef="#br0" timeOffset="114985">9222 17332 5734,'2'11'0,"2"12"0,-2 3 0,0 3 0,2 19-1015,-1-13 0,-1 1 1015,0 11 0,-1-22 0,0 2 0,-1 13 0,1 2 0,0-10 0,-1 0-400,1 11 1,1 0 399,-2-13 0,1-1-347,0 0 0,0-1 347,0-2 0,1 1 0,0 18 0,1-1 0,-1 2 0,0-9 0,-1-5 0,0-16 0,-2-4 784,0-6-784,-1-3 1059,-2-5-1059,1-5 0,-1-5 0,1-2 0</inkml:trace>
  <inkml:trace contextRef="#ctx0" brushRef="#br0" timeOffset="115564">9561 17611 5734,'0'13'0,"0"0"0,0 1 0,-1 3 0,1 3 0,-2 16 0,0-4 0,1 12 0,0-17 0,0-1-335,-1 17 335,2-4 0,-1-1-670,0 8 670,1-16 0,0-1 0,1-3 0,0-2 0,1 11 0,0 4 0,0-18 0,-1-6 0,1-5 0,0-8 0,1-5 0</inkml:trace>
  <inkml:trace contextRef="#ctx0" brushRef="#br0" timeOffset="116049">9807 17906 5734,'-3'10'0,"0"2"0,2 5 0,1 3 0,0 5 0,0 4-1707,1 3 1707,0 2 0,0-9 0,1 1 0,-1 11 0,1-7 0,-1-1 0,0 1 0,1 6 535,0-11-535,-1-9 279,0 1-279,-1-10 0,0-2 0,-1-3 0,1-7 0,0-4 0</inkml:trace>
  <inkml:trace contextRef="#ctx0" brushRef="#br0" timeOffset="116652">10060 18136 5734,'1'28'0,"0"-3"0,3 16 0,-3-21 0,3 10 0,-3-25 0,0-2 0</inkml:trace>
  <inkml:trace contextRef="#ctx0" brushRef="#br0" timeOffset="117041">10306 17940 5734,'-1'13'0,"0"3"0,1 13 0,1-5 0,0 22-1902,-1-17 1902,0 9 0,2 8 0,-1-19 0,2 14 377,-1-26-377,0-2 358,-1-2-358,1-3 0,-2-1 0,1-2 982,1-2-982,0-2 0,1-3 0,1-2 0</inkml:trace>
  <inkml:trace contextRef="#ctx0" brushRef="#br0" timeOffset="117298">10546 18042 5734,'-1'7'0,"0"2"0,0 11 0,1-2 0,0 9 0,1 1 0,0-1 0,1 20-429,1-31 429,-1-1 106,0 1-106,0-5 0,-1 1 0,1-8 0,0-2 0</inkml:trace>
  <inkml:trace contextRef="#ctx0" brushRef="#br0" timeOffset="117485">10727 18165 5734,'0'22'0,"0"-6"0,0 4 0,0-7 0,0-3 0,0-2 0,1-3 0,-1 0 0</inkml:trace>
  <inkml:trace contextRef="#ctx0" brushRef="#br0" timeOffset="117632">10939 18213 5734,'5'34'0,"-1"-8"0,0 5 0,-3-13 0,-3-4 0,-1-5 0,-3-4 0</inkml:trace>
  <inkml:trace contextRef="#ctx0" brushRef="#br0" timeOffset="119866">9338 17053 5734,'10'2'0,"1"0"0,-5-3 0,7 0 0,-2-1 0,5 0 0,5 1 0,-5 0 0,7 1 0,-7 1 0,0 0 0,0 1 0,16 2 0,-11-1-332,12 1 332,-15-2 0,11-1 0,-6-2 0,8 0 0,5-4 0,-8 0-775,11-1 775,-13 1 0,1 0 0,-1 0 0,12 1 0,-10 2-357,10 1 357,-13 1 0,2 2 0,1-1 0,0 0 0,2 0 0,15 0 0,-10-2-999,12 0 999,-12-2 0,0 0 0,2-2 0,0 1 0,0 0 0,-10 1 0,0 1 0,12-2 0,-13 3 0,-2-1 0,9 2 0,-2 2 0,10 4 0,2 2 0,-3 0-261,1 0 1,-2 1 260,-15-2 0,-1 0-43,11 1 43,3 0 0,-1-1 0,6-3-4,-18-2 4,6 1 0,-12-1 611,14 5-611,-15-3 0,9 4 1273,-17-5-1273,-1 1 54,-1 0-54,-1-1 696,9 9-696,-7-5 397,6 6-397,-5-3 0,-3-2 0,4 4 0,0 2 0,-2-1 0,6 13 0,-6-7 0,1 7 0,-2 8 0,-2-6-363,2 13 363,-3-9-1072,1 3 1072,1 3 0,1 2 0,-1 4 0,0 1 0,0 2-135,-1-14 0,0 2 135,2 8 0,-1 1 0,0-1 0,-1 0 0,0-5 0,-1-1 0,-3-9 0,-2-3 0,-4-1-89,-6-1 89,-3-15 0,-2-10 0,0-3 0</inkml:trace>
  <inkml:trace contextRef="#ctx0" brushRef="#br0" timeOffset="120804">10291 16520 5734,'-3'1'0,"-1"2"0,2 0 0,0 4 0,-2 7 0,1-1 0,1 8 0,-1 7 0,4-5 0,-1 3 0,1 0 0,2 3 0,-1 16 0,1-10-672,-2-9 672,2 7 0,-1-13-35,1-2 35,-1-1 0,-2 0 0,-1-6 0,-1 1 0,1-7 669,0-1-669,1-2 38,0 0-38,0 0 0,-3-3 0,2 1 0,-2-3 0,1 0 0,1-1 0,-1-1 0,0 0 0,-1 0 0,1 0 0,-1-1 0,0-1 0,-1 1 0,0-2 0,0 0 0,-18-23 0,14 19 0,-13-18 0,19 24 0,1 3 0,-1-2 0,1 1 0,1 2 0,0-1 0,0 2 0,1 5 0,0 0 0,2 4 0,-1-1 0,1 1 0,1 0 0,0 2 0,1 1 0,6 12 0,-3-8 0,4 8 0,-3-8 0,-2-5 0,1 2 0,-2-6 0,3-1 0,-1-2 0,3-4 0,-1-4 0,1-4 0,1-3 0,0-3 0,0-2-210,0-1 210,-2-1 0,-2 0 0,0 1 0,0-7 0,-3 3 0,-1-3 0,-5 11 0,-3 6 0,-3 8 0,0 2 0,1 1 0</inkml:trace>
  <inkml:trace contextRef="#ctx0" brushRef="#br0" timeOffset="134865">22863 13798 5193,'-40'-4'0,"-1"1"0,1-1 0,-5 1 0,-5 0 0,1 0 0,4 0-921,11 1 0,2 1 0,-4-1 921,-6 1 0,-8-1 0,-3 1 0,3-1 0,6 1-773,6 0 1,4 1-1,-2-1 773,-5 1 0,-2-1 0,-1 0 0,2 1 0,-6-1 0,3 1 0,1 0 17,9-1 0,2 1 1,-5 0-18,-3 0 0,-6 0 0,-2 0 0,1 0 0,5 0 0,3 1 0,3-1 0,-7 1 0,8-1 0,-7 1 0,-4 0 0,-4 0 0,-1 0 0,1 0 0,2 0 0,5 0 0,5 0-41,-3 0 0,6-1 0,0 1 0,-4 0 41,-1 0 0,-4 0 0,-4 0 0,0 1 0,0-1 0,4-1 0,3 1 0,-3-2 0,2 1 0,4-1 0,2-1 0,1 1 0,3 0 0,-2 0 0,-3-1 0,-2 0 0,0 0 0,2 0 0,0-2 0,2 0 0,2 0 0,-7 0 0,0-1 0,7 0 0,-2 1 0,3-1 0,0 1 0,-2-1 0,0 1 0,-6-1 0,0 1 0,4 0 0,-7 0 0,-1 0 0,8 1 0,-4 0 0,0-1 0,6 2 0,0 1 0,2 1 0,1 1 0,-2-1 0,1 1 0,-5-1 0,1 1 0,-11 1 0,0-1 0,1 1 0,2 0 0,11-1 0,0 0 0,-11 1 0,2 0 0,13-2 0,2 1 0,-1 1 0,1 0 0,0-1 0,0 1 0,1-1 0,0 1 0,1 0 0,-1 1 0,1-1 0,0 1 0,1 0 0,-1 0 0,-9 3 0,-1 1 0,9-1 0,0 0 0,-8 2 0,1 0 0,-11 6 0,1 1 0,1 1 0,2 2 427,1 0-427,1 1 0,2 1 0,1 1 0,0 1 0,12-6 0,-1 1 0,-12 11 0,14-10 0,1 1 0,-8 10 0,3 2 0,4 3 0,1 4 0,3-1 0,1 1 0,4-8 0,0 2 0,1-2 0,-1 10 0,1 0 0,1 6 0,1-1 0,2-10 0,0 2 0,0 4 0,-1 3 0,2-2-214,1-4 1,0 0 213,2-5 0,-1 2 0,1-2 0,1 3 0,1 0 0,0-1 0,1 3 0,0-2 0,0 6 0,0 1 0,1-6 0,-1 2 0,1-3 0,1 2 0,0 4 0,0-2 0,0 8 0,1 4 0,-1-2 0,1-6 0,-1-2 0,1-4 0,0 4 0,-1 2 0,1 5 0,0 2 0,0-2 0,1-5 0,-1 2 0,2-6 0,-1-1 0,0 8 0,1 0 0,-1-8 0,1 2 0,0-1 0,-1-3 0,1 0 0,-1-1 0,2 4 0,0 1 0,-1-8 0,0 2 0,1-1 0,3 13 0,1-3 0,-2-9 0,2-1 0,1 10 0,1-2 0,-2-13 0,1-1 0,4 12 0,2 1 0,-3-10 0,0 0 0,4 9 0,1 1 0,-3-12 0,-1-1 0,0 1 0,1 1 0,0 0 0,1 0 0,0 0 0,0 0 0,-1 0 0,1 2 0,0-4 0,1 2 0,-2-2 0,4 5 0,-1 0 0,7 9 0,-1-2 0,-6-13 0,0-1 0,0-2 0,1 0 0,-1-2 0,0 0 0,1-2 0,0 0 108,-1-2 1,1-1-109,18 15 0,-2-4 841,1-3-841,1 0 0,5 1 0,-3-3 0,1 1 213,-10-7 1,0 2 0,0-2-214,7 3 0,-4-3 0,7 1 0,3-2 1137,1-1-1137,-7-7 0,6 0 0,1-1 0,1-2 0,-1-1 0,2 0-251,-7 1 0,0-1 0,0 1 0,0-2 251,6 0 0,-1-2 0,0 1 0,-3-1 0,0 0 0,-1 0 0,-7 0 0,0 0 0,1 0 0,10 0 0,2 1 0,1-1 0,-9 1 0,2-1 0,-1 0 0,-1 0-611,4 1 0,-3-1 1,3 1 610,-1-1 0,1 1 0,1-1 0,-3 1 0,1-1 0,-2 0 0,0 1 0,2-1 0,0 0 0,0 1 0,0-1 0,1 0 0,-1 0 0,1 0 0,1 0 0,-1 0 0,1 0 0,0-1 0,0 1 0,1 0 0,-1 0 0,0 0 0,0 0 0,-1 0 0,3 0 0,0 0 0,3 1 0,0-1 0,-3 0 0,3 0 0,-2-1 0,2 1 0,-3 0 0,2-1 0,0 1 0,-3-1 0,-1-1 0,-3 1 0,0-1 0,1 0 0,-1-1 0,-1 0 0,0 0 0,0 0 0,-1-1 0,-1 0 0,0 0 0,-1-1 0,0 0 0,-1-1 0,0 0 0,-1-1 0,0 0 0,-1 0 0,0-1 0,-1-1 0,0 0 0,15-4 0,-1-2 0,-1 0 0,-1-1 0,-1 0 0,-1-2 0,0 0 0,0-1 0,-1 0 0,-1-1 0,-2 0 0,3-2 0,-2-1 0,5-3 0,1-2 0,-5 3 0,-8 5 0,-2 1 0,2-1 0,6-5 0,4-2 0,0 0 0,-5 2 0,-3 1 0,-4 1 0,-1 1 0,6-4 0,-1 0 0,-3 2 0,0-1 0,-2 2 0,3-3 0,-2 0 0,1 0 0,0-1 0,-2 2 0,3-4 0,-2 1 0,4-6 0,0 0 0,-4 4 0,-5 5 0,-3 2 0,2-2 0,4-4 0,3-3 0,0-1 0,-4 1 0,-2-3 0,-3 1 0,-3 2 0,1 0 0,-2 0 0,1 0 0,0-3 0,-3 2 0,-2-7 0,-2 2 0,-2 7 0,-1-1 0,1-9 0,1-2 0,-2-4 0,0 0 0,-2 9 0,1 0 0,-2 4 0,1-2 0,0 2 0,-1-4 0,1-1 0,1 3 0,0-3 0,1 1 0,0-5 0,1-1 0,-1 6 0,0-1 0,1 1 0,1-2 0,-1 1 0,2-1 0,-1 0 0,0 0 0,0 0 0,0 1 0,-1-1 0,-1 0 0,-1 1 0,0 0 0,-2 0 0,-1 1 0,-2-1 0,-1 1 0,-2 0 0,-1 1 0,-2-1 0,-1 1 0,-2 0 0,-1 1 0,-2-2 0,-2 3 0,-2-2 0,0 1 0,-3-6 0,-2 0 0,2 5 0,-1-1 0,0 2 0,-4-6 0,-1 3 0,-2-3 0,-1 0 0,7 14 0,0-1 0,0 0 0,-2 0 0,-1-1 0,0 1 0,-1 0 0,-1-1 0,0 1 0,-1 0 0,-1-1 0,-1 1 0,-1 0 0,0 1 0,-1-1 0,-1 1 0,0 0 0,-1 1 0,-1 0 0,0 1 0,-1 1 0,0 0 0,0 2 0,-5-1 0,1 3 0,-3 0 0,-3-1 0,-4 2 0,-4 1 0,11 7 0,-4 1 0,-3 1 0,-1 0 0,-2 2 0,1-1 0,1 0 0,1 0 0,4 0 0,-1-2 0,3-1 0,1 0 0,1 1 0,-1 0 0,0 0 0,-3 2 0,-3 1 0,-4 1 0,-3 0 0,1 2 0,1-1 0,3 2 0,6 0 0,8 2 0,-13 0 0,9 1 0,0 0 0,1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08T01:30:58.1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6379 6665 8072,'0'-12'2159,"0"0"-2069,-1 10 0,1-2 0,-1 2 0,1-1 450,-2 1-450,1 0 0,-1 1-1,0 0 181,1 1-270,-1-1 0,3-5 0,0 3 0,2-3 0,-1 3 0,1-1 0,-1 2 0,1-3 0,-1 1 0,7-9 0,-6 6 0,5-7 0,-5 5 0,-1 0 0,1-3-3277,-1 2 3252,1-1-81,-1-1 106,5-24 0,-3 15 0,2-25 0,-5 26 0,-1-5 0,0 9 0,0 0 90,-1-21-314,1 19 224,-3-15 0,3 22 3228,-1 0-3228,1-2 0,1 2 153,1 0-153,0-13 0,-1 14 90,1-9 341,-2 15-341,-2 1 0,1-2 0,-1 1 630,-5-8-541,3 7-89,-3-7 270,2 7-180,2 2-90,0 1 450,1 0-540,1 1 90,0-1 0,-2 2-90,2 0 359,-1 0 181,-1 38-450,2-11-90,-1 4 0,1 1 90,3 16-1729,-2-7 1,1 2 1580,0-8 1,0 1-699,1-4 0,-1 1 0,0 0 756,1 4 0,0 1-476,0-2 0,1 2 1,-1-2 475,1 6 0,0 1 30,0 3 0,0 3 0,-1-4-30,0-5 0,0-2-432,1 8 0,-1 4 432,0-6 0,1 4 0,-1-7-45,0-9 0,1-1 45,-1 7 0,0 3 0,1-9 974,2-9-1154,-3-5 0,1-3 1527,-2-1-1707,-1-3-2917,3-1 2674,-3-9-656,-2-9 1259,-5-10 0,-2-1 0,2 0 0</inkml:trace>
  <inkml:trace contextRef="#ctx0" brushRef="#br0" timeOffset="3057">8457 6005 8252,'5'1'2069,"-2"2"-1889,-3 2-90,0 0 0,1 1 0,0 0 270,5 35-270,-2-20 44,0 11 1,0 1-45,-1-8 0,1 16 90,-1-14-30,-2 8 0,-1 9 0,0-4-660,1-8 0,-1 2 528,1 3 0,-1 8 0,0 4 0,0-3 0,-1-8-18,1 2 0,0-2 0,1 7 0,-1 3 0,1-6-1467,-1-15 0,1-3 1467,1 1 0,0-1-918,1 21 918,0-16 0,-1-1 0,2 12 0,0 7 0,-2-21 76,1-4-76,-2-3-89,0-3-1,-1-3-990,0 0 361,-1-8 1482,-6 1-1753,-1-9 1344,-11-1 0,7 1 1,-3-2-1</inkml:trace>
  <inkml:trace contextRef="#ctx0" brushRef="#br0" timeOffset="4587">7190 6263 7443,'9'1'3058,"-1"0"-2878,-5 2 450,0 3-361,-1 0-179,0 3 630,-6-4-630,3-3 0,-4 0 90,5 1-90,0 1 224,-1 18 1,-1 5-624,0-2 354,0 4 0,-1 1-45,1-3 0,-2 18 0,1-6 0,1-13 0,1 0 0,-2 12-3170,2-3 3170,0-3-1135,2-7 0,0-1 1135,-1 5-1026,3 10 756,-3-22-44,1-9-136,-1 0 1649,2-8-1199,-26-28 0,15 14 0,-21-22 0</inkml:trace>
  <inkml:trace contextRef="#ctx0" brushRef="#br0" timeOffset="4936">6955 6360 7173,'1'-4'3276,"0"1"-1785,-1 0-142,5-3-1169,0 2-90,6-3 0,11-2 0,-4 3 0,9-1-135,6 0 0,1 1-1552,-2 1 1507,2-2 0,0 0-809,-5 1-72,-8-1-18,6-1-180,-14 1 1169,1 0 0,-9 6 0,-1 1 0</inkml:trace>
  <inkml:trace contextRef="#ctx0" brushRef="#br0" timeOffset="5653">7317 6868 7892,'5'7'3276,"-2"-3"-2414,-1 1-592,-2-4 1259,0 3-1439,0-2 0,0 3 270,-3-2-270,1 1 0,-3 1 0,3 1 90,0 1-91,1 3 91,0 2-3302,-1 24 3212,1-15 0,0 19-385,3-24 295,-1 1-1,-1-2-268,1 10 89,-1-14 90,1 8 2885,-1-17-3784,0-1-2288,-1-16 1778,-1 5 331,-3-13 268,-2 10 900,1 0 0,0 2 0,1 0 0</inkml:trace>
  <inkml:trace contextRef="#ctx0" brushRef="#br0" timeOffset="5978">7260 6820 8342,'7'2'3276,"-3"0"-2864,-3 2-322,-2-2 90,-2 1-90,3-1 0,5 1 180,27-4-270,-14 0 0,23-1 0,-28 1-90,1 1-90,-5 0-900,5-2 631,-7 2-811,4-1 361,-9 1-1710,-11 7 2609,1-2 0,-8 6 0,5-4 0</inkml:trace>
  <inkml:trace contextRef="#ctx0" brushRef="#br0" timeOffset="6178">7252 7043 6813,'3'3'3276,"3"1"-2054,-3-4-953,7-2-179,-4-2 0,4-4-90,-2 2-539,23-19-484,-15 12 33,14-13-1078,-24 10 1078,-3 6 990,-2-5 0,-1 11 0,0 1 0</inkml:trace>
  <inkml:trace contextRef="#ctx0" brushRef="#br0" timeOffset="6935">6517 6465 6993,'-7'7'3276,"3"-1"-2594,3-3-412,1 1 629,0 2-629,0-3 899,4 3-989,0-6-90,5 3 90,7-3-90,-3-2-90,9 1-3277,-5-1 3252,0-1-142,2 1 167,24-2 90,-15 2-354,-3 1 1,-1 0 173,1 1 90,1 0 0,-2 0 0,0 0-90,-3 1-90,4 0 1,0 1 1966,-1-1-2057,21 2 1,-33-3-521,6-2-199,-5 0 425,-6-13 0,-7 12 0,-8-8 0</inkml:trace>
  <inkml:trace contextRef="#ctx0" brushRef="#br0" timeOffset="7607">7405 6485 7173,'-6'0'3276,"2"0"-2594,1 0-502,1 0 89,-1 0 901,-3-2-1080,5 1 0,-2-1 179,8 4-179,-1 0 0,2 0 0,0 1 450,32 0-450,-17-1-364,25 2 274,-23-4 0,1 0 90,1 0 0,1 0-90,14-1 0,2-1 0,1 1 0,-10-2 0,7 0 0,0 0 0,-8 0 0,15-1 0,-3-1 0,4-2-45,-1-3 0,-4-1-3232,3 0 3235,-1-1 0,-3 0-48,-16 5-357,-4 0 358,-2 1-1,-2 1 90,-3 1-180,1-1 90,-6 3 0,1-2-660,-5 2 660,-1 0 1914,7 7-2004,-5-4-1923,2 6 1204,-7-7-91,-5 2 181,-2-2 1164,-9 2 1,4-2-1,-3 0 1</inkml:trace>
  <inkml:trace contextRef="#ctx0" brushRef="#br0" timeOffset="8331">8177 6273 7353,'3'-6'2878,"-1"2"-2788,-2 0 0,0 1 0,0 1 1439,0 1-1259,2 5 0,-2-2 989,1 2-989,-1-3-180,3 0 90,0-1-180,5 3 90,-1-3 0,22 5-90,-13-1 0,15 4 0,-18-3 0,-1 1 0,0-1 0,-1 2 0,-1-2 0,7 10 0,-10-7 0,4 8 0,-11-9 0,2-1 0,1-1 0,2 0 180,-12 21-90,2-13-90,-11 16 0,6-18 0,0 0 89,0 2-89,0-2 0,0 0-3277,0-1 3162,0-1-23,0 0 48,2-2-2608,-13 4 1439,9-8-181,-10-2 91,10-8 1349,-1-8 0,3 4 0,1-3 0</inkml:trace>
  <inkml:trace contextRef="#ctx0" brushRef="#br0" timeOffset="9126">6687 6255 6813,'6'-1'3238,"3"-2"-2878,-5 1-90,2-1 1529,-8 3-1529,-2 2 0,-5 1-91,0 0 181,-28 17-360,19-9 0,-23 15 90,22-5 0,5-6-90,-3 6 0,7-9 0,-12 26 0,11-21 0,-7 18-90,13-24 90,3-3-90,1 2-1529,39-6 630,-16-6 449,2 0 0,1-3-1798,2-14 473,-9 3 1865,3-4 0,-7 8 0,1 3 0</inkml:trace>
  <inkml:trace contextRef="#ctx0" brushRef="#br0" timeOffset="11982">7485 10575 6723,'7'-2'2789,"1"-2"-2160,-2 1 810,4-5-1349,-7 4 90,3-1 0,-5 4-180,0 1 90,2 1 450,3 23-854,-3-4 404,3 22 89,-4-9-89,1 6 0,-1-5 0,0 2-45,0-7 0,0 0-45,0 12 0,0 0-1569,-1-11 0,0 4 1587,-2 4 0,0 9 0,-1 3 0,0-1 0,1-6-738,0-6 0,-1-4 1,1 4 719,-1 5 0,0 7 0,0 1 0,-1-3 0,1-10-468,0-3 0,-1-5 423,1 0 1,-1-1 44,1-2 0,-1 1-300,2 6 0,-1 4 0,1-4 75,1-9 0,0 0-314,0 21 0,3-6-450,3-24 259,5-5-440,-1-9 181,4-4 989,2-9 0,5-3 0,5-4 0</inkml:trace>
  <inkml:trace contextRef="#ctx0" brushRef="#br0" timeOffset="12684">9323 10828 6813,'-5'-23'3276,"2"2"-1425,3 15-1671,0 1 0,0 3 540,6 38-541,-4-10-1163,1 2 1,0 3 1163,-1 13-90,0 4-1177,-1-24 1,0 6 1206,1 3 0,0 8 0,1 5 0,-1 1 0,1-3 0,-1-6-754,0 1 0,0-5 0,0 5 634,0-1 0,1 6 0,-1 3 0,1 0 0,0-4 0,-1-7-636,2 12 1,-1-7 635,0-8 0,0 0 247,1 7 1,-1 0-248,0-15 0,-1-1 0,2 7 0,-1 1 0,3 11 66,-2-17 1,-1-1-966,1 18 359,-3-18-360,-1 5 1358,-3-23-1717,-1-5 0,-2-6 1259,-15-14 0,6 4 0,-11-7 0</inkml:trace>
  <inkml:trace contextRef="#ctx0" brushRef="#br0" timeOffset="13806">8252 11900 8702,'2'-4'2339,"-1"2"-2069,-1-1 89,1 3-179,0-1 0,2 1 0,-2 0-90,0-1 90,-1 0 270,2-1-270,0 5-91,1 1 361,3 10-270,-3-5-90,1 6 90,-1-3 180,2 14-3637,-2-7 3342,1 12 25,-1-12-90,-1 1 0,1 0 90,-1-2-90,1 1 0,-1-1 0,1-2-180,4 22 0,-5-21-90,5 15 90,-7-27-360,4 0 1324,-3-2-1864,-5-8 1080,-14-22 0,3 8 0,-7-14 0</inkml:trace>
  <inkml:trace contextRef="#ctx0" brushRef="#br0" timeOffset="14176">8190 11878 7083,'11'-2'3276,"-1"0"-1155,21 1-2031,-15-1-90,21 1 90,-15 2-180,-6 1-1080,17 0 1,1 0 90,-8 0 539,5 0 0,-4-2-539,-20 0 180,-3-1 899,-4 1 0,0 0 0</inkml:trace>
  <inkml:trace contextRef="#ctx0" brushRef="#br0" timeOffset="14650">8427 12163 6813,'10'-3'3148,"-3"2"-2788,0-3 719,1-2-989,-5 4 0,2-2 90,-5 5 90,2-1-180,-2 2 0,1 0 0,-1 0 90,0 8 0,1-2-180,0 7 90,2-4-90,-1 0 0,1 2 0,2 8 0,-3-7 0,1 4 0,-3-9 0,1-3-3148,0 1 2158,-6-16-89,2 4 89,-7-13 990,3 7 0,1-3 0,0 1 0</inkml:trace>
  <inkml:trace contextRef="#ctx0" brushRef="#br0" timeOffset="14940">8447 12085 8522,'4'1'2429,"1"1"-2159,-1-2 269,15-5-3816,-8 3 2393,13-4 884,-5 5 859,-7 1-1578,19 5 359,-24-2-180,10 3-989,-17-6-180,0 0 1709,-6 0 0,2 0 0,-6 0 0</inkml:trace>
  <inkml:trace contextRef="#ctx0" brushRef="#br0" timeOffset="15089">8430 12183 7173,'11'5'3276,"2"-2"-3134,-7-4-502,4-3-180,-3 1-2737,0-4 1925,-2 0 1505,-5-11 1,-2 7 0,-3-6-1</inkml:trace>
  <inkml:trace contextRef="#ctx0" brushRef="#br0" timeOffset="16844">8155 11765 8162,'3'1'2339,"0"1"-2159,-2-2 360,3 0-450,-2 0 1978,0 0-1978,-7 0 450,4-3-450,-3 2 0,4-2 180,0 2-90,-1-3-180,0 2 0,0-2 0,1 4 0,-2 1 0,2 1 0,-5 1 0,5-1 90,-3 0 0,1-1-90,2-1 0,-7 3 89,-3-1-1637,-2 1 1548,0 1 0,3 0 0,6-1 0,-3 2 0,3-2 90,-1-2-90,1 1 179,-3 1-179,4-2 1549,-2 2-1549,3-3 180,0 0-180,6-2 0,-4 2 0,4-1 0,-3 1 0,0 0 0,1 0 0,-1 0 90,15 0-90,-5-1 0,22-4 0,-13 1 0,8-3 0,-5 2 45,12 0 0,1 1-1964,-1 1 1919,1-1 0,-3 1 0,-16 2 0,12-1-90,-13 1 90,9 0-90,-12 1-1714,-5-1 1804,2 1 90,-6 1 0,-4-1 1414,1 1-1504,-5 0 0,1-1 0,-3 2 2219,2-1-2219,-1 0 0,-2 2 0,-2-1-90,-28 9-361,15-6 451,-21 8 0,24-9 0,-1 1 0,-2-2 0,-1 1 0,0-1 0,-13 1-3242,9 0 3242,-9 1-453,-8 0 453,18-3 0,-13 0 90,22-2-90,2 0 0,-2 0-1831,3 0 1921,0 0 2112,1 0-2202,6 0 563,-2 0-563,3 0 90,0 0 0,-2 0 3186,2 4-2171,3-2-1195,1 2 0,1-4 90,4-2 0,-1 0 0,3 0-90,-2 1 90,2 1 0,19 0 0,4 0-883,-1 0 883,4 0 0,1 0 0,-6 0 0,14 1 0,-10-1-30,1-1 0,6 1 0,-5-1-3069,9-1 3099,3 0 0,-2-1-949,-10-1 949,-9 3 501,3-1-411,1 3-90,-17-1 0,6 1 90,-18-1 2788,0 0-2788,-3-1-90,-13 0 0,5 0 0,-10 2 1642,8 1-1642,-10 2 0,4-2-90,-11 2 90,6 0-60,-3-1 0,-8 2 0,4-1-801,6 0 1,0 0 860,-8 0 0,-4 1 0,6 0 0,-7 0 0,14-2 0,1 0-1115,-9 1 1115,3-1 0,2 1-545,7-2 545,-10 1 0,28-3 90,1 0 1227,1-1-1407,6 1 90,-2-1 0,22-2-2006,-9 2 1826,16-3-180,-9 2 24,3-2-757,7-3 1,8-2 0,-5 1 623,-12 5 1,0-1 0,12-3 0,5-1 0,-9 5 0,-9 8 0</inkml:trace>
  <inkml:trace contextRef="#ctx0" brushRef="#br0" timeOffset="17532">8422 12053 9062,'9'-6'2698,"0"2"-2518,-9 4 0,2 0 630,5 2-720,-4-1 179,6 4-89,-6-1-90,0 1 360,9 27-360,-7-20-90,7 22 90,-8-21-90,0-3 0,-1 4 0,1-2-90,-1-3 90,-1 0 90,-1-4-180,-1-1 90,0 0 0,0-3-1439,0 1 809,-1-6-269,0 0-181,-3-6 1,-1 0-90,-1-2 1169,-4-5 0,4 2 0,-1-4 0</inkml:trace>
  <inkml:trace contextRef="#ctx0" brushRef="#br0" timeOffset="17837">8480 12010 8342,'4'-1'3276,"-1"0"-2684,0-1-412,1 1 90,-1-1 359,24-1-539,-15 2 0,24 0-90,-26 1-90,5 0-449,-3 4 269,-5-2-180,1 2 0,-7-3-2827,-1-2 978,-4 1 2299,0 0 0,-1 0 0,3 0 0</inkml:trace>
  <inkml:trace contextRef="#ctx0" brushRef="#br0" timeOffset="18198">8417 12183 7083,'3'3'3276,"2"1"-2055,-2-1-1041,1-1 180,0 3-180,-1-3 0,0 3 539,13-4-629,-8 1 0,12-5-90,-10-1 0,1-3 0,3 1 0,0 1 0,21-4-349,-15 4 259,15-3 0,-21 5 0,-2 1 0,0-1-359,1-1-2828,-5 3 2558,2-1-1,-6 0-179,-3 1-181,0-6-1078,-8-3 1168,-1 0 990,-9 5 0,-2 8 0,-3 6 0</inkml:trace>
  <inkml:trace contextRef="#ctx0" brushRef="#br0" timeOffset="64686">15662 7585 7982,'0'4'2069,"0"1"-1889,0-5 90,0 1 90,0 1 0,0-1-360,0 2 0,0-1 90,-2 2-90,2-1 0,-1 1 0,1-2 0,0 1 0,0 1 0,0 1 0,0 0 0,0-2-180,-3 9-90,2-7-360,-4 6-179,3-6-91,-3-4-89,-3 2 989,-7-1 0,2 2 0,-5 2 0</inkml:trace>
  <inkml:trace contextRef="#ctx0" brushRef="#br0" timeOffset="217349">10653 13675 24575,'0'0'0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01T02:54:16.4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5645 9015 5734,'0'7'0,"-1"4"0,1 4 0,-2 4 0,0 22 0,0-5-516,1-11 1,0 3 515,0 8 0,1 0-975,0-7 0,-1 1 975,1 12 0,0 3 0,1-10 0,-1 3 0,1-2-1202,0 11 0,0 1 1202,-1-5 0,1 2 0,-1 2 0,-1-7 0,0 1 0,1 1 0,-2 2 0,1-7 0,0 0 0,0 1 0,-1 2 0,1 5-39,0-4 0,-1 4 0,1 3 0,-1 2 1,1 1-1,0-1 0,-1-1 0,1-3 1,0-3 38,0 8 0,0-4 0,0-3 0,0 2 0,0 2 0,0-1 0,0 4 0,0 2 0,0-1 0,0-2 0,1-5 0,0-8 0,2 10 0,0-5 0,0-7 0,0 0 0,1-2 0,-1 2 0,1-1 0,0 5 0,1-2 0,0 7 0,0-20 0,0-7 0,-1-23 0,1-6 0</inkml:trace>
  <inkml:trace contextRef="#ctx0" brushRef="#br0" timeOffset="1109">5574 8902 5734,'11'4'0,"10"2"0,-2-2 0,8 2 0,9-2 0,-6-1-380,12 0 380,-18-2 0,0-1-1111,15 1 1111,-12-1 0,0 0 0,5 0 0,-1-1 0,-6 0 0,1 0 0,7 0 0,2 0 0,3 0 0,1-1-364,2 0 1,5 0 363,-5-1 0,6-1 0,1 0 0,-5 0-886,-3 1 0,-3 0 0,2 0 886,1-1 0,3 0 0,0 0 0,-5 0-429,5 0 0,-3 0 429,3 0 0,4-1 0,-4 1 0,6-1 0,1 1 0,-4-1 0,-4 1 0,-3 0 0,5-1 0,-7 1 0,6 0 0,1 0 0,1-1 0,-3 1 0,-4 0 0,6-1 0,-5 1 0,2-1 0,-3 1 0,1 0 0,3-1 0,5 0 0,-10 1 0,5-1 0,3 0 0,2-1 0,2 1 0,-2-1 0,-1 1 0,-3 0 0,-4 1 0,12-2 0,-6 2 0,0-1 0,6-1 0,-12 2 0,5-1 0,4 0 0,1-1 0,1 1 0,-2-1 0,-2 1 0,-5 1 0,-6 1 0,11-1 0,-7 1 0,1 0 0,3 0 0,3-1 0,0 1 0,-2 0 0,1 1 0,-1-1 0,2 0 0,-4 1 0,3-1 0,0 1 0,-3 0 0,-1 0 0,-2 0 0,0 0 0,0 1 0,0-1 0,0 1 0,0-1 0,0 1 0,2-1 0,-1 0 0,3 1 0,1-1 0,-3 0 0,2 0 0,-1 0 0,2 0 0,-3 0 0,2 0 0,0 0 0,-3 0 0,-1 0 0,-2 0 0,3 0 0,0 0 0,3-1 0,0 0 0,-2 1 0,3-1 0,-3 1 0,3-1 0,-4 0 0,1 1 0,2-1 0,-1 0 0,-2 0 0,1 1 0,-1-1 0,-2 0 0,1 1 0,-1-1 0,4 1 0,1-1 0,5 0 0,3 1 0,-3-1 0,-5 1 0,-2 0 0,-5 0 0,3 0 0,3 1 0,3-1 0,0 0 0,-3 1 0,-1-1 0,-2 1 0,-2 0 0,6 0 0,0 0 0,-8 0 0,2 0 0,-1 0 0,-2 0 0,-1 0 0,-1 0 0,5-1 0,0 1 0,10-1 0,0 0 0,-1-1 0,-3 1 0,-10 0 0,0 0 0,10 0 0,-1 1 0,-15 0 0,1 0 0,16 0 0,5 1 0,-16 1 0,2 0 0,-1 1 0,12-1 0,0 0 0,-4 2 0,-5 0 0,-8 1 773,-2-1-773,7 2 0,-10-2 2185,5 1-2185,-7-1 0,-8 0 661,1 0-661,-4 0 2115,-5-1-2115,3 2 0,-3 0 0,-1 0 0,1 4 0,-3-4 0,-1 4 0,0 2 0,-1-2 0,-1 5 0,0 2 0,-1-1 0,2 5 0,-1 4 0,1-3 0,0 6 0,1 8 0,-1-5-361,1 12 361,-2-15 0,1 1-1544,0 18 1544,-1-14 0,0 2 0,0 7 0,-1-1 0,0-6 0,1 0 0,-2 11 0,1 3 0,0-12 0,-1 2 0,1-2-1281,0 7 0,0 1 1281,0-6 0,0 2 0,1 0 0,0 2 0,1 0 0,-1-2-634,1 8 1,1-1 633,-1-7 0,1 2 0,0 0 0,0-2 0,0 1 0,0-2 0,1 6 0,0 0 0,-1-9 0,1 1 0,-1 6 0,0-1 0,1 6 0,-1 3 0,1 0 0,-1-2 0,0-7 0,0 2 0,0-4 0,0 4 0,0-2 0,0 7 0,1 4 0,-1-2 0,0-5 0,0-9 0,-1 1 0,0-5 0,1 0 0,-1 0 0,0-3 0,0 2 0,2 16 0,1 0 0,-3-18 0,1-1 0,1 13 0,0-2 0,0-7 0,-1-6 487,0-3-487,0-6 0,1 11 0,-2-15 2474,1 8-2474,-10-12 1742,-2-2-1742,-31 0 0,12-7 0,4-2 0,-1 1 0</inkml:trace>
  <inkml:trace contextRef="#ctx0" brushRef="#br0" timeOffset="2189">6037 11676 5734,'22'3'0,"2"-1"0,-1-1 0,3-1 0,17-1-972,-11 1 0,1-1 972,7-2 0,0-1-1169,-7 2 1,0-1 1168,11-1 0,2 0 0,-12 1 0,0 1 0,-1-1 0,6 0 0,2 0 0,-7 1 0,2-1 0,2 1 0,0 1 0,3-1 0,0 0 0,-3 1 0,-3 0 0,-2 0 0,4 0 0,1 1 0,6-1 0,1 0 0,-2 0 0,-5 1-466,-1-1 1,-4 1 0,1 0 465,10 0 0,2 0 0,0 0 0,2 0 0,0 0 0,-2 0-19,-10-1 0,-1 1 0,4-1 19,-4 0 0,5 0 0,1 0 0,3-1 0,-2 0 0,0 0 0,4 0 0,0-1 0,0 0 0,0-1 0,1 1 0,-1 0 0,1 0 0,0 0 0,-1 0 0,0 0 0,-2 0 0,2-1 0,-2 1 0,-2 0 0,-3 0 0,2 0 0,-4 0 0,2 0 0,2 0 0,3 0 0,0 0 0,-3 0 0,3 1 0,-2-1 0,1 0 0,-2 1 0,2-1 0,0 1 0,-3 0 0,-2 0 0,-2 0 0,2 0 0,0 1 0,2 0 0,0 0 0,-1 0 0,1 0 0,-2 0 0,2 0 0,-4 0 0,2 1 0,0-1 0,-1 1 0,11 0 0,0 0 0,-3 0 0,-10 0 0,-2 0 0,4 0 0,1 1 0,5-1 0,2 0 0,-2 0 0,-5 0 0,-1 0 0,-4 0 0,3 1 0,2-1 0,4 0 0,0 0 0,-5 0 0,5 0 0,-3 0 0,1 0 0,0 0 0,-2 0 0,2 0 0,5-1 0,4 0 0,-4 1 0,-1-1 0,-1 1 0,0-1 0,3 0 0,-3 0 0,6 0 0,-4 1 0,-10-1 0,0 1 0,10-1 0,1 1 0,0 0 0,-3 0 0,-10 0 0,1 0 0,11 1 0,4-1 0,-4 0 0,-10 0 0,1-1 0,1 1 0,6-2 0,0 1 0,-7-1 0,-1 0 0,0 0 0,1-1 0,5-1 0,1-1 0,-7 1 0,-1 1 0,-1-1 0,12-2 0,7 1 0,-7 0 0,-16 2 0,0 1 0,10-1 0,4 1 0,-6 1 0,9 1 0,1 2 0,-2 1 0,-12 1 0,-7-1 0,-1 0 0,-5 1 0,8 3 0,-9 1 0,0 1 1816,-13 3-1816,-8-4 2668,-4 5-2668,-6 3 0,2-2 1250,-4 5-1250,4-1 0,2-5 0,0 3 0,2-8 0,0-1 0,0-3 0,1-1 0</inkml:trace>
  <inkml:trace contextRef="#ctx0" brushRef="#br0" timeOffset="18395">14776 9407 5734,'2'-3'0,"-1"0"0,-1 3 0,2 3 0,-2 0 0,4 15 0,-2-7 0,3 30 0,-3-19 0,2 16 0,-3-15-321,1 0 321,0-1 0,0 8 0,0 1 0,0-4 0,-1 1 0,0-3 0,-1-16 0,0-2 0,0-3 0,0-1 0,-3-8 0,0-2 0,-1-8 0,1-9 0,-1-2 0,0-5 0,2 1 0,0-6 0,0 5 0,1-5-74,1 3 0,0 2 74,2 7 0,1 2 0,1 1 0,3-4 0,0 7 0,2-2 0,-3 10 0,4-1 0,-2 5 0,3 0 0,4 5 469,-2 1-469,9 1 0,-8 1 0,4 1 0,-10 0 0,0 0 0,-3-1 0,0 0 0</inkml:trace>
  <inkml:trace contextRef="#ctx0" brushRef="#br0" timeOffset="18894">15132 9173 5734,'3'-3'0,"1"-1"0,-1 1 0,1-1 0,3-1 0,-1 1 0,4-1 0,0 2 0,-1 1 0,2 0 0,-2 3 0,-1 1 0,5 18 0,-10-1 0,1 9 0,-9-5 0,-5 4 0,3-7 0,-3 6 0,3-5 0,2-6 0,0 2 0,3-5 0,3-4 0,0-1 0,23-13 0,-8 1 0,18-9-676,-14 2 676,2-2 0,9-7 0,-7 4 0,5-5 0,-11 7 0,-3 2 0,0 0 0</inkml:trace>
  <inkml:trace contextRef="#ctx0" brushRef="#br0" timeOffset="19574">15847 9569 5734,'-3'-1'0,"11"0"0,-1 2 0,11-2 0,5-1 0,-3 0 0,8-1 0,2-1 0,-7 2 0,7-1 0,-4 3 0,-7-2 0,5 2 0,-5-2 0,-4 2 0,2-1 0,-2-1 0,-4 0 0,8-3 0,-12 2 0,4-1 0,-8 4 0,-2 0 0,-9 6 0,1-2 0,-9 4 0,5-4 0,0 0 0</inkml:trace>
  <inkml:trace contextRef="#ctx0" brushRef="#br0" timeOffset="19779">16007 9361 5734,'-3'7'0,"1"3"0,3 11 0,0-2 0,1 11 0,2 8 0,-1-8 0,2 10 0,1 1-1233,-2-11 1233,1 8 0,0-4 294,-2-10-294,-1 15 0,-3-24 0,0 6 0</inkml:trace>
  <inkml:trace contextRef="#ctx0" brushRef="#br0" timeOffset="20362">16500 9452 5734,'-4'-4'0,"2"1"0,1 1 0,2 0 0,3 0 0,1 1 0,19-6 0,-8 3 0,12-4 0,-12 5 0,0 0 0,0 0 0,-1 1 0,5 2 0,-6 1 0,2 5 0,-7 7 0,-5-1 0,-8 25 0,-1-13 0,-3 4 0,-1 1 0,1-2 0,-4 13 0,8-12 0,3-9 0,3 6 0,8-5 0,0-6 0,24 2 0,-11-14 0,15-2 0,-2-11-888,-9 0 888,8-4 0,-13 2 0,-1-1 0,-2-1 0</inkml:trace>
  <inkml:trace contextRef="#ctx0" brushRef="#br0" timeOffset="20685">17012 9384 5734,'1'19'0,"0"-4"0,5 30 0,-3-20 0,4 16 0,-2-8 0,-1-10 0,5 17 0,-4-23 0,2 4 0,-4-17 0,-1-4 0,-1-6 0,-4-11 0,-1 1 0,-10-24 0,6 17 0,-7-12 0,8 11 0,2 1 0,3 1 0,-1-21 0,20 27 0,-1 2 0,9 0 0,2 1 0,3-2-177,-5 3 1,1 1 176,16-2-280,-9 5 1,9-1 0,-13 7 0</inkml:trace>
  <inkml:trace contextRef="#ctx0" brushRef="#br0" timeOffset="21196">17638 9327 5734,'-1'13'0,"0"0"0,1 5 0,0-1 0,1 3 0,0 2 0,2 14 0,0-8-749,1 9 749,0-11 0,0 0-427,0-1 427,0 0 0,0-3 0,2 17 0,-3-19 0,0 9 0,-3-20 0,-1-2 0,-2 0 0,-1-3 0,0-3 0</inkml:trace>
  <inkml:trace contextRef="#ctx0" brushRef="#br0" timeOffset="21411">17504 9488 5734,'27'4'0,"-1"-1"0,-3-2-1061,1 0 1061,4 0 0,0-2 0,2 1 0,10-3-252,-9 2 0,-1-1 1,1-2-1,-1 1 1</inkml:trace>
  <inkml:trace contextRef="#ctx0" brushRef="#br0" timeOffset="22044">18194 9262 5734,'1'-8'0,"2"2"0,2-1 0,22-2 0,-9 4-455,16-2 455,-15 6 0,0 1 0,7 3 0,-6 0 0,4 3 112,-11 0-112,-2 2 0,-4 1 0,-4 4 0,-11 23 0,-1-12 0,-4 7 0,-2 0 0,0-4 0,4-2 0,1-1 0,6-5 0,2 4 0,19-5 0,-2-8 0,13 3 0,3-9 0,-8-1 343,7 1-343,-9 1 0,-8 0 0,-5 12 0,-11-5 0,-9 8 0,-20 2 0,-4-2 0,8-4-469,-7 4 1,3-5 468,20-12 0,2-3 0,1 0 0,-1-2 0,4-3 0,-1-1 0</inkml:trace>
  <inkml:trace contextRef="#ctx0" brushRef="#br0" timeOffset="22327">18968 9407 5734,'7'-5'0,"1"1"0,0 2 0,9 0 0,-1 1 0,20-2 0,3-1 0,-8 1-165,6-1 1,-3 1 164,-18 2 0,1 0 0,-7 2 0,-3 0 0,-12 7 0,-4-1 0,-7 4 0,-1-3 0,-1 1 0</inkml:trace>
  <inkml:trace contextRef="#ctx0" brushRef="#br0" timeOffset="22509">18924 9557 5734,'20'-1'0,"-2"0"0,7 0 0,10-2 0,-5 1 0,11-1 0,2-1-1927,-11 1 1927,7 1 0,-15 1 0,-1 1 0,-1-1 0</inkml:trace>
  <inkml:trace contextRef="#ctx0" brushRef="#br0" timeOffset="22795">19663 9366 5734,'-16'3'0,"-7"8"0,7 1 0,0 7 0,0 1 0,1 5 0,-6 15 0,16-9-808,5-9 808,5 6 0,14-11 0,-1-7 262,10-2-262,7-14 0,-7-2 0,-1-7 0,-1-3 0,0-3 0,-8 3 0,-3-1 0,-5-10-195,-8 8 195,-3-5 0,-13 6 0,-10 5 0,-16 6 0,5 6-81,-2 8 1,12-1 0,2 0 0</inkml:trace>
  <inkml:trace contextRef="#ctx0" brushRef="#br0" timeOffset="29300">14892 9943 5734,'-12'3'0,"-1"2"0,-2 3 0,-9 8 0,5 0 0,-7 8 0,7-3-1059,0 4 1059,1 2 0,4 4 0,1 2 0,-2 9 0,7-10 0,1 4 0,2-4 0,3 12 0,6 2 0,2-2 0,5-9 0,-2-10 0,3-2 0,13-1 0,-4-10 0,24-7 0,-21-11 0,12-8 0</inkml:trace>
  <inkml:trace contextRef="#ctx0" brushRef="#br0" timeOffset="29665">15037 10162 5734,'-6'9'0,"1"0"0,-1 25 0,2-11 0,3 8 0,0 1 0,0-1 0,2-7 0,0 1 0,0 9 0,0-10 0,2 13 0,-2-21 0,2 3 0,-2-16 0,0-4 0,1-5 0,-1-13 0,-1 1 0,0-9 0,-1-5 0,1 0 0,-1 2-417,2-2 0,0 3 417,3 13-141,8-4 141,-1 6 0,7-2 0,8 4 0,-5 5 0,9-1 0,5 5 0,-6 0 0,11 0 0</inkml:trace>
  <inkml:trace contextRef="#ctx0" brushRef="#br0" timeOffset="30116">16631 10119 5734,'42'15'0,"-5"1"0,-16-2 0,-1 4 0,4 14 0,-8-5-284,-1 12 284,-13 6-1284,-5-9 1284,0-12 0,-2 1 0,-5 1 0,0-2 0,-7 13 0,6-14 0,-1 1-750,-9 13 750,7-12 0,-4 3-101,5-13 101,4-8 0,-1-3 0,5-8 0</inkml:trace>
  <inkml:trace contextRef="#ctx0" brushRef="#br0" timeOffset="30333">16997 10112 5734,'-24'37'0,"7"-6"0,3 3-456,6-4 456,1 17-762,5-9 762,1-12 0,1-1-590,4 11 590,2-1 0,2-2 0,3-6 0,2-1 0,3 5 0,4-5 0,2-4 0,-2-12 0,10 0 0</inkml:trace>
  <inkml:trace contextRef="#ctx0" brushRef="#br0" timeOffset="30662">17215 10359 5734,'5'32'0,"-1"-7"0,1 9 0,-1-8 0,-1 0 0,0-2 0,2 19 0,-5-36 0,-5-7 0,0-3 0,-4-7 0,-2-11 0,1 1 0,-2-9 0,3 4-633,2-2 633,0 0 0,1 1 0,1 3-219,2 1 219,2 3 0,2 0 0,5 3-9,2 2 9,6 1 0,3 1 0,13 1 0,-3 3-194,10 2 1,-8 3 0,1 1 0</inkml:trace>
  <inkml:trace contextRef="#ctx0" brushRef="#br0" timeOffset="31070">18783 9998 5734,'11'2'0,"13"13"0,1 4 0,1 4-753,2 1 1,-2 3 752,-8 5-995,-4 4 995,-4 4 0,-5 2 0,-8 2 0,-3-12 0,-3 0 0,1-7 0,-1 0 0,-4 6 0,-1 1 0,-4-3 0,-1-2 0,4-7 0,-1-1-124,-6 5 1,-1-3 0,-11 1 0,-2-4 0</inkml:trace>
  <inkml:trace contextRef="#ctx0" brushRef="#br0" timeOffset="31779">16295 10186 5734,'9'-11'0,"-2"2"0,4-2 0,-3 5 0,5-3 0,-3 3 0,5-2 0,-6 5 0,1 1 0,-4 1 0,0 2 0,-2-1 0,1 2 0,-3 0 0,-1 3 0,-2 1 0,-3 2 0,-7 8 0,0-1 0,-6 7 0,-6 4 0,6-6 0,-5 7 0,6-4 0,7-7 0,0 3 0,12-4 0,4-5 0,9 0 0,15-8 0,-4-3-210,14-4 210,3-6-1187,-10 2 1187,7-3 0,-9 4-373,-11 2 373,5 1 0,-10 1 0,0 1 0</inkml:trace>
  <inkml:trace contextRef="#ctx0" brushRef="#br0" timeOffset="32264">18641 10154 5734,'0'29'0,"3"12"0,-1-15 0,1 10 0,-1-9 0,-2-1 0,0 7 0,-5 4 0,-3-1 0,-3-8 0,-1-6 0,1 0 0</inkml:trace>
  <inkml:trace contextRef="#ctx0" brushRef="#br0" timeOffset="32716">15791 10018 5734,'-2'-4'0,"0"3"0,-1 4 0,1 4 0,1 6 0,3 23 0,2-10 0,2 18 0,3-7 0,-2-8 0,2 1 0,0 1 0,-2-5-318,5 15 318,-11-31 0,-3-3 0,-2-3 0</inkml:trace>
  <inkml:trace contextRef="#ctx0" brushRef="#br0" timeOffset="32891">15644 10226 5734,'22'0'0,"2"-2"0,6 0 0,5-1 0,5 0 0,2 0-469,-14 0 1,0 1 0,19-2 0,-2 0 0,-18 1 0,0 0 0</inkml:trace>
  <inkml:trace contextRef="#ctx0" brushRef="#br0" timeOffset="33261">17943 10042 5734,'-2'-5'0,"0"2"0,-1 3 0,-2 11 0,0 1 0,-1 9 0,1 11 0,2-5 0,0 10 0,2-4 0,0 0 0,1 2 0,0-3 0,1-3 0,1-10 0</inkml:trace>
  <inkml:trace contextRef="#ctx0" brushRef="#br0" timeOffset="33678">19467 10117 5734,'20'-7'0,"9"-1"0,-9 6 0,26-1 0,-21 3 0,14-1 0,-17 2 0,-7 0 0,0 1 0,-10 1 0,-4-2 0,-2 0 0</inkml:trace>
  <inkml:trace contextRef="#ctx0" brushRef="#br0" timeOffset="33825">19478 10235 5734,'37'-3'0,"-12"0"0,0 0 0,9 0 0,14-3 0,-10 2 0,-1 0 0,4-1 0,-4 0 0,-3 0 0,-8 1 0</inkml:trace>
  <inkml:trace contextRef="#ctx0" brushRef="#br0" timeOffset="34058">20092 10073 5734,'-22'27'0,"1"-1"0,6 8 0,8 12 0,8-1-1364,8-6 1364,11-22 0,12-16 0,-6-6 0,9-7 0,-12-4 0,-3-5 0,-2-2 0,-6-2 0,-7-15 0,-9 10 0,-11-9 0,-6 14 0,-12 3 0,-4 0 0</inkml:trace>
  <inkml:trace contextRef="#ctx0" brushRef="#br0" timeOffset="34561">17724 10097 5734,'-6'-3'0,"-1"-2"0,3 2 0,0 0 0,4 1 0,0 1 0,3 1 0,32 4 0,0-2 0,-9 0 0,0 1-271,15-1 271,-11-1 0,2-1 0,-6 2 0,0-1 0,3 2-90,13 2 1,-32-1 0,-1 1 0</inkml:trace>
  <inkml:trace contextRef="#ctx0" brushRef="#br0" timeOffset="36114">15264 11064 5734,'-1'19'0,"6"24"0,-1-16 0,5 9 0,1-1 0,-2-11 0,6 18 0,-11-32 0,-3-1 0,-2-5 0,-1-2 0,-5-11 0,2-1 0,-2-8 0,2-12 0,3 5 0,0-11 0,3 10-513,2 1 513,2 0 0,6-12 0,-2 16 0,4-8-147,2 16 147,-2 5 0,5 1 0,3 4 0,-4 2 0,19 5 0,-17-1 0,16 7 0,-22-6 0,2 4 0,-9-5 0</inkml:trace>
  <inkml:trace contextRef="#ctx0" brushRef="#br0" timeOffset="36278">15673 11156 5734,'25'-3'0,"-2"-1"0,-2-2 0,-5 3 0,2-2 0,-12 4 0,-1 1 0</inkml:trace>
  <inkml:trace contextRef="#ctx0" brushRef="#br0" timeOffset="36430">15667 11303 5734,'32'3'0,"-3"-2"0,-11-3 0,17-7 0,-13 4-143,11-4 1,-18 5 0,0 1 0</inkml:trace>
  <inkml:trace contextRef="#ctx0" brushRef="#br0" timeOffset="36829">16176 11203 5734,'16'4'0,"-4"-1"0,8 1 0,5-1 0,-5-2 0,9 0 0,-3 0 0,-7 1 0,2 0 0,-10 2 0,-6-2 0,-3 4 0,-6-3 0,-1 1 0</inkml:trace>
  <inkml:trace contextRef="#ctx0" brushRef="#br0" timeOffset="37555">16637 11101 5734,'11'-11'0,"2"1"0,-1 0 0,6 0 0,-5 3 0,12 4 0,-12 3 0,4 6 0,-8 7 0,-16 15 0,-3 3 0,3 3-608,-6-1 1,-1-1 607,4-11 0,1-1-329,0 6 329,4-7 0,2 4-17,10-6 17,2-6 0,9 0 0,17-10 0,-5-3 0,7-2 0,1-2 0,1-3 0,-7 2 0,-1 0 0,0-4 0</inkml:trace>
  <inkml:trace contextRef="#ctx0" brushRef="#br0" timeOffset="38090">17911 11106 5734,'-6'-1'0,"0"1"0,1 5 0,1 4 0,-1 11 0,2-3 0,-1 9 0,3 13 0,0-14 0,-2 21 0,0-27 0,0 2 0,0-7 0,0-7 0,0 0 0,-5-14 0,2 0 0,-2-20 0,2-4 0,3-4-526,0 4 1,2 1 525,6 3 0,3 10 0,1 1 0,18-9 0,-9 12 0,12-7 0,-1 13 0,-8 2 0,8 1 0,-3 5 0,-7 1 0,4 2 0</inkml:trace>
  <inkml:trace contextRef="#ctx0" brushRef="#br0" timeOffset="38286">18303 11220 5734,'11'1'0,"9"4"0,-4-3 0,11-1 0,1-1 0,-7 0 0,22-5 0,-38 2 0,-2 0 0,-3 0 0</inkml:trace>
  <inkml:trace contextRef="#ctx0" brushRef="#br0" timeOffset="38445">18304 11371 5734,'31'-4'0,"-6"1"0,-1-1 0,2-1-302,16-2 0,-22 1 0,0 1 0</inkml:trace>
  <inkml:trace contextRef="#ctx0" brushRef="#br0" timeOffset="38649">18700 11266 5734,'28'-2'0,"5"-1"0,-1 1 0,-3 1 0,-1-1 0,0 1 0,-1 1 0,-11-1 0,5 1 0</inkml:trace>
  <inkml:trace contextRef="#ctx0" brushRef="#br0" timeOffset="39686">19208 11084 5734,'6'-5'0,"-1"0"0,0-1 0,0-1 0,6-8 0,-3 6 0,5-5 0,-8 11 0,0-2 0,-4 3 0,1 1 0,-1 21 0,-1 10 0,1-6-535,-1 8 0,0 1 535,-2-7 0,-1 1 0,1 0 0,0 8 0,1-10 0,0 4 0,-1-8 0,-1-10 0,-1-1 0,0-11 0</inkml:trace>
  <inkml:trace contextRef="#ctx0" brushRef="#br0" timeOffset="45131">16603 10289 5734,'-9'4'0,"2"0"0,0-1 0,1 0 0,1 0 0,-1 1 0,0 1 0,-7 14 0,5-8 0,-6 11 0,-6 10 0,9-17 0,-11 20 0,15-25 0,-1 3 0,3-5 0,-4 9 0,3-6 0,-4 9 0,6-11 0,-1 1 0,0 4 0,0-6 0,-1 4 0,0-4 0,3-1 0,-2 0 0,3-3 0,-1 2 0,0-3 0,1 1 0,0-3 0,1 0 0,-1-1 0,0 2 0,-1-2 0,-1 3 0,1-2 0,0 1 0,2-1 0,-1 1 0,0 0 0,0-1 0,0 0 0,1 1 0,-1-1 0,-1 2 0,2-2 0,-2 0 0,3-3 0,0 0 0,-1 1 0,4-1 0,0 1 0,2-3 0,-1 1 0,1-3 0,5-4 0,-1 1 0,4-4 0,-3 2 0,2-4 0,-5 4 0,0-2 0,-10 4 0,-1 2 0,-3-1 0</inkml:trace>
  <inkml:trace contextRef="#ctx0" brushRef="#br0" timeOffset="47748">17780 10065 5734,'-13'12'0,"0"0"0,1 0 0,1-2 0,3-2 0,-1 2 0,5-4 0,0 2 0,5-7 0,16-9 0,-3 0 0,12-9 0,3-2 0,-6 3 0,-1 0 0,0 0 0,-2 0 0,14-10 0,-24 19 0,-1 0 0,-12 9 0,-5 5 0,-23 21 0,9-8-563,2-2 1,0 0 562,-3 3 0,0 0 0,-1 1 0,-7 7 0,12-11 0,1-2 0,8-4 0,15-15 0,26-21 0,-6 4-252,-3 3 0,2-2 252,-2 0 0,0 1-178,11-10 178,-12 10 0,0 0 0,14-11 0,-11 9 0,10-6 0,-25 20 0,-5 6 0,-15 12 493,-8 8-493,-10 10 0,4-5 193,-7 7-193,9-8 0,2-3-487,2-1 487,3-3-103,-1 0 103,7-6 0,0 0 0,7-9 1048,4-4-1048,3-5 0,9-8 0,0 2 540,6-6-540,7-2 0,-5 4 123,8-4-123,0 3 0,-9 7 0,6-1 0,-9 10 0,-6 3 0,-2 6 0,-7 2 0,-9 11 0,-2-2 0,-10 11 0,-3 1 0,2-4-272,1-1 0,1-3 272,12-13 0,5-8 0,7-9 0,0-1 0,5-9 0,8-15 0,-8 13 0,2-4 0,0 3 0,-6 8 0,6-6 0,-11 17 544,2 5-544,-2 0 0,-2 11 0,-3-4 0,-11 17 0,6-12 0,-6 7 0,6-8 0,3-4 0,-1 0 0,4-5 0,-1-1 0,-4-6 0,1-2 0,-5-5 0</inkml:trace>
  <inkml:trace contextRef="#ctx0" brushRef="#br0" timeOffset="49312">17630 10490 5734,'6'-1'0,"1"-1"0,0 1 0,3 0 0,7-1 0,-3 1 0,5-1 0,2 2 0,-5 1 0,7 1 0,5 0 0,3 3 0,-1 0 0,-6 1 0,-11-1 0,-4-3 0,1 1 0,-3-1 0,-5-2 0,-1 1 0,-10-4 0,2 1 0,-6 0 0,-7 2 0,7 1 0,-23 1 0,19-1 0,-17-2 0,18 0 0,-6-1 0,-4-2 0,9 0 0,-16-4 0,21 4 0,-12-5 0,19 7 0,-3-2 0,15 3 0,1-1 0,26-1 0,-12 2 0,17-1 0,-4 1 0,-7 2 0,4 0 0,0 0 0,-3 0-547,19 1 547,-33-2 0,-2 0 0,-4 1 0,-2 0 0,-6 0 0,-17 1 0,2-1 0,-12 0 0,-1 0 0,0 1 547,-18 0-547,15-1 0,9 0 0,-3-1 0,9-1 0,8 0 0,4 0 0,15 3 0,2 0 0,8 1 0</inkml:trace>
  <inkml:trace contextRef="#ctx0" brushRef="#br0" timeOffset="53608">16536 10965 5734,'-6'-1'0,"1"1"0,2-2 0,0 0 0,1 1 0,-1-2 0,1 1 0,2 1 0,-2-1 0,3 1 0,-1 0 0,1-1 0,0 0 0,0 1 0,0-2 0,1 2 0,0 0 0,-1 1 0,3 0 0,-3 0 0,3 0 0,-3 0 0,2-1 0,-1 0 0,2 0 0,-2 1 0,4-1 0,-5 1 0,1 0 0,0 1 0,1-1 0,5 1 0,-2-1 0,2 0 0,-4 0 0,1-1 0,-1 1 0,-1 0 0,0-1 0,0 2 0,0-1 0,0 0 0,1 0 0,-1 1 0,2 1 0,4 1 0,-1 1 0,1-1 0,-1 0 0,-3-2 0,2 1 0,1-1 0,-3 0 0,3 0 0,-2-1 0,-2 1 0,1 0 0,-2 0 0,-1-1 0,-1 1 0,1-1 0,-1 0 0,0 1 0,2 0 0,-2 0 0,1 0 0,-1 0 0,1-1 0,-1 2 0,0-2 0,-1 2 0,1 0 0,-1-1 0,1 4 0,-1-2 0,0 3 0,0-3 0,0 0 0,0-1 0,0 0 0,0 2 0,0-2 0,-1 1 0,1 0 0,-2-1 0,1 1 0,-4 4 0,2-1 0,-2 3 0,2-4 0,0 1 0,2-2 0,-3 2 0,2-3 0,0 1 0,-2 1 0,2-2 0,-2 3 0,1-1 0,-2 2 0,0-2 0,0 3 0,1-3 0,1 0 0,-1-1 0,1 1 0,-1-1 0,1 0 0,0 0 0,0 0 0,1-2 0,-1 2 0,0 1 0,0-1 0,-1 1 0,0 2 0,0-3 0,0 2 0,2-1 0,-1-2 0,2 3 0,0-4 0,-1 2 0,2-3 0,-1 1 0,1-1 0,-1 0 0,0 0 0,1 1 0,1 0 0,1-1 0,1 1 0,-2 0 0,2-1 0,-1 1 0,1 0 0,10 1 0,-3-2 0,6 1 0,-5-2 0,2 0 0,-3-1 0,4 0 0,-3 0 0,0 0 0,1-1 0,1 0 0,11-4 0,-8 3 0,15-4 0,-20 6 0,6-1 0,-11 2 0,0 1 0,-1 1 0,3 3 0,-3-1 0,3 3 0,-3-1 0,-1-1 0,2 5 0,-3-5 0,1 2 0,0 2 0,-1-1 0,-2 11 0,-1-9 0,-4 15 0,2-13 0,-7 14 0,5-15 0,-12 14 0,7-15 0,-14 13 0,11-13 0,-5 3 0,-20-3 0,20-7 0,-21 4 0,26-7 0,0 0 0,0 0 0,-2 1 0,3-1 0,-1 0 0,2-1 0,3 1 0,-2-1 0,5 0 0,-3-1 0,4 2 0,-1-2 0,4 2 0,9 0 0,-3-1 0,8 0 0,1-4 0,-1 0 0,5-2 0,3-4 0,-4 2 0,6-3 0,1-2 0,-7 2 0,6-3 0,-6 1 0,-4 4 0,1-3 0,-5 0 0,-4 4 0,1-4 0,-4 1 0,-1 2 0,-4-19 0,0 17 0,-3-11 0,2 17 0,0 2 0,1-1 0,-1 2 0,1 0 0,-3 0 0,2 0 0,-2 0 0,0 3 0,-3 0 0,0 0 0,-17 5 0,12-2 0,-10 3 0,12-2 0,0-1 0,-13 2 0,9-2 0,-8 2 0,12-4 0,1 0 0,0-1 0,0 1 0,2-1 0,0 0 0,2 1 0,2 0 0,-2-1 0,4 1 0,0 0 0,1-1 0,0 1 0,5-1 0,4-1 0,1 1 0,3-2 0,-2-1 0,-1-1 0,7-3 0,-3 1 0,3-2 0,-1 0 0,-4 2 0,3-2 0,-6 3 0,0 0 0,10-12 0,-10 8 0,8-10 0,-12 11 0,-1 0 0,0-1 0,-1 1 0,-1-6 0,-1 3 0,0-5 0,-2-1 0,1 4 0,-1-4 0,-1 6 0,1 2 0,0 0 0,-1 2 0,1 1 0,-2 1 0,1 0 0,-1 1 0,-4-1 0,1 2 0,-3-1 0,-3 4 0,2-1 0,-5 1 0,5 0 0,0 1 0,-2-1 0,1 2 0,-7 2 0,4-1 0,-5 2 0,1 1 0,5-2 0,-4 1 0,-7 2 0,9-2 0,-5 0 0,12-2 0,3-2 0,2 0 0,0 0 0,2 0 0,0 0 0,11-1 0,-4 0 0,7-1 0,-5 0 0,2-1 0,1 0 0,11-2 0,-8 1 0,19-1 0,-19 3 0,9-1 0,-6 2 0,-3 0 0,4 0 0,0 1 0,-4 0 0,3 1 0,-2 2 0,-3 0 0,1 1 0,-1 2 0,-5 0 0,4 4 0,-5 1 0,-1-1 0,-3 0 0,-2-5 0,-3 0 0,1 1 0,-2-1 0,-14 13 0,7-8 0,-11 8 0,6-8 0,3-2 0,-19 9 0,16-9 0,-8 4 0,14-10 0,6-1 0,-2 0 0,4-1 0,-1 0 0,1 0 0,3-1 0,3 0 0,1-1 0,8-1 0,-2-2 0,18-6 0,-10 4 0,10-3 0,-6 3 0,-5 2 0,5 1 0,-4 1 0,-5 2 0,4 1 0,-3 2 0,-3-1 0,1 2 0,-1 2 0,-3 0 0,8 19 0,-9-9 0,4 11 0,-9-12 0,-1 0 0,-2-5 0,1 4 0,-3-5 0,1 1 0,-3-1 0,-1 1 0,-2 1 0,-7 5 0,-5 1 0,-15 9 0,10-8 0,-10 3-263,20-14 263,-2 2 0,5-4 0,5-3 0,-1 1 0,3-2 0,1-2 0,1 0 263,0-2-263,2-1 0,0-3 0,1-2 0,4-3 0,1-2 0</inkml:trace>
  <inkml:trace contextRef="#ctx0" brushRef="#br0" timeOffset="55778">18895 11103 5734,'9'8'0,"-2"-1"0,1 13 0,-6-7 0,0 26 0,-2-19 0,-1 5 0,0 0 0,1-4 0,1 24 0,0-30 0,1 13 0,-1-20 0,-2 1 0,-4-35 0,2 13 0,-3-22 0,5 20 0,-1 0 0,1-6 0,0 4 0,1-4 0,0 0 0,0 6 0,0-5 0,0 9 0,0 0 0,-3-1 0,1 9 0,-3 4 0,3 8 0,-1 7 0,1 7 0,0-4 0,1 7 0,-1 3 0,1-7 0,-1 6 0,2-4 0,-1-6 0,1 2 0,0-5 0,0-5 0,0 0 0,0-5 0,0-5 0,2-9 0,-1 0 0,1-7 0,-3-2 0,-1 5 0,-4-4 0,-1 6 0,-1 0 0,0-1 0</inkml:trace>
  <inkml:trace contextRef="#ctx0" brushRef="#br0" timeOffset="65181">13060 9013 5734,'-7'1'0,"1"0"0,5-1 0,9-1 0,35-7 0,9-1 0,-25 5 0,0 0-364,11-3 0,4-1 0,0 1 364,-6 3 0,-1 0 0,-2 2-522,1-2 1,-1 1 521,1 1 0,2-2 0,-3 2 0,3 1 0,-3 0 0,-9 1 0,0-1 0,18 3 0,-3-1 0,-4 2 0,12 1-290,-28-2 290,-7-1 0,0 0 0,-12-1 0,-24-4 0,6 1 689,-16-5-689,7-2 0,7 1 1369,-19-14-1369,16 6 0,5 0 0,0 0 0,3 0 0,-2-5 0,14 14 367,0 0-367,1 1 0,1 4 0,3 0 0,6 4 0,0 1 0,7 2 0,-1 3 0,1 3 0,8 9 0,-10 4 0,-1 2 0,5 11-563,-9-9 0,-4 0 563,-7 1 0,-4 1 0,-6 10 0,3-9 0,-2 6 0,4-8 0,5-7 0,9 5 0,4-17 0,8 0 0</inkml:trace>
  <inkml:trace contextRef="#ctx0" brushRef="#br0" timeOffset="73186">21313 9019 5734,'-5'21'0,"0"-2"0,-3 13 0,-4 13-2922,2-6 2922,4-14 0,-1 3 0,-2 6 0,-1 5 0,1-4 0,2-7 0,0-1-357,-2 8 0,-1 4 1,2-7 356,0 1 0,1-2 344,0-2-344,1-3 0,1-4 0,-1 6 0,2-13 1205,0 2-1205,3-16 437,1-5 1,2-6 0,0-4 0</inkml:trace>
  <inkml:trace contextRef="#ctx0" brushRef="#br0" timeOffset="73430">21253 9005 5734,'11'14'0,"-1"-2"0,6 10 0,5 8 0,-5-3-644,8 9 644,-11-14 0,-1-1-1289,8 13 1289,-8-13 0,1 2 0,3 6 0,-2 0 0,4 8 0,-4-9 0,-1 0 0,-2-1 0,-2-1 446,0-2-446,-5 21 0,-6-28 0,-4 13 0,-7-34 0,0-1 0</inkml:trace>
  <inkml:trace contextRef="#ctx0" brushRef="#br0" timeOffset="73612">21183 9301 5734,'14'8'0,"1"-1"0,23 3 0,-9-4 0,3-1 0,2 0-2409,4-2 2409,-13-1 0,1 0 0,20 1 0,-13-1 16,5 1 1,-17-4-1,-3 0 1</inkml:trace>
  <inkml:trace contextRef="#ctx0" brushRef="#br0" timeOffset="86847">21987 9277 5734,'2'-3'0,"-1"0"0,-1 2 0,0 0 0,1-2 0,0 3 0,0-2 0,1 2 0,-1 0 0,2 0 0,-2 0 0,1-1 0,-1 1 0,0 0 0,-1-3 0,0 1 0,-1-1 0,1 0 0,0 1 0,0 1 0,0 0 0,-2 3 0,-1 5 0,1 3 0,-1 26 0,2-11 0,1 19 0,2 1-1318,1-10 1318,1 13 0,1-5 0,0-11 0,2 6 0,-1-10 0,-1-5 0,0-13 0,-3-9 0,-1-18 0,-2-3 0,0-3 0,-1-4 0,0-2 0,-1-9 391,0 7 0,1-1-391,1 4 0,0 2-1080,1-14 1080,1 14 0,0 1 0,4-5 0,1 2 0,1 4 0,18-9 0,-3 14-405,8-4 405,-8 17 0,-7 5 454,1 2-454,6 1 0,-7 2 1087,2 0-1087,-9 0 0,-5-1 0,-2 0 0,-3-1 0</inkml:trace>
  <inkml:trace contextRef="#ctx0" brushRef="#br0" timeOffset="89445">22331 9274 5734,'14'6'0,"10"3"0,-11-5 0,16 4 0,-13-6 0,5 2 0,-6-3 0,6 1 0,-5-2 0,5 2 0,-12-4 0,0 1 0</inkml:trace>
  <inkml:trace contextRef="#ctx0" brushRef="#br0" timeOffset="97553">22517 9101 5734,'-7'1'0,"0"0"0,5 0 0,1 1 0,0 0 0,1 1 0,0 0 0,0 0 0,0 0 0,0-2 0,0 1 0,1-6 0,0 3 0,2-3 0,-2 4 0,0 0 0,-1-2 0,0 0 0,1-1 0,1 5 0,-1-2 0,0 3 0,-4-3 0,4-4 0,-3 3 0,6-1 0,-2 4 0,-2-1 0,0 1 0,-3-2 0,1-1 0,1 1 0,0-1 0,2-1 0,-2 1 0,3 3 0,-2-2 0,3 4 0,-2-4 0,0-1 0,-2 5 0,0-4 0,-2 3 0,2-6 0,-1 2 0,-6 0 0,0 2 0,-4 2 0</inkml:trace>
  <inkml:trace contextRef="#ctx0" brushRef="#br0" timeOffset="99778">22587 9053 5734,'4'-5'0,"4"-2"0,0 2 0,3-2 0,5 1 0,-4 2 0,16-4 0,-13 4 0,8 0 0,-6 14 0,-14-2 0,0 12 0,-22 5 0,3-5 0,-7 8 0,3-1 0,6-8 0,-2 4 0,6-5 0,6-7 0,0 2 0,15-5 0,-2-5 0,10-1 0,-5-6 0,3 0 0,15-2 0,-12 4 0,10 0 0,-14 6 0,-5 1 0,0 7 0,-10-2 0,-3 5 0,-19 10 0,4-9 0,-5 2 0,-1-1 0,0-2-570,-11 7 570,16-12 0,1-1 0,4-3 0,0-1 0</inkml:trace>
  <inkml:trace contextRef="#ctx0" brushRef="#br0" timeOffset="104498">21219 9668 5734,'-35'-1'0,"2"-8"0,19-2 0,28-12 0,19-9 0,-2 3 0,-4 7 0,1 1-820,2-2 1,4-3 0,1 1 0,-3 4-373,5-1 0,-3 4 1192,2-1 0,2 0-25,-5 3 1,2-1 0,-1 1 24,4-1 0,0 1 0,-8 2 0,2 1 0,-2 1 0,8-2 0,-3 3 0,-10 3 0,-2 2 0,4-2 0,-3 4 0,-6 13 0,-17 5 0,-19 10 0,-14 7 0,0-3 0,4-4 0,-1 0 0,1-1 0,-4 2 0,-1 0 0,3-3 0,-6 2 0,1-3 0,-2 2 0,0-1 0,1 0 0,-2 0 0,6-3 0,-2 0 0,2 0 0,-4 1 0,2-1 0,-8 5 0,2-2 0,14-8 0,3-2 0,-2 0 0,7-7 0,46-27 0,8-2 445,-6 4 0,4-2-445,-2 2 0,3-1 0,-2 1-120,-5 3 1,-1 1 0,2-1 119,8-6 0,3-1 0,-3 1 0,5-3 0,-2 2 0,0-1 0,0 0-266,-2 1 0,1 0 266,-3 1 0,0 0 0,-3 2 0,1 0 0,-4 2 0,1 0 0,-3 1 0,-3 3 0,-3 1 37,5-1 0,-10 8-37,-28 18 0,-24 20 10,-1-5 1,-4 2-11,7-5 0,-1 0 0,3-1 0,-2 0 0,-1 0 0,-4 3 0,0 0 0,1 0-32,8-6 0,1-1 1,-1 2 31,-7 3 0,-1 2 0,0 1 0,4-1 0,-1 2 0,4 0 0,10-6 0,11 3 0,-13 6 0,9-6 0,45-35 0,20-14 0,-13 6 0,4-2 0,-3 0 0,-5 4 0,-2 0 0,1 0 0,0-1 0,2-1 0,0 1 0,-2 0 0,0-1 0,-1 1 0,0 0 0,1-1 0,-1 1 0,0-1 0,-1 2 0,0-1 0,1-1 0,9-4 0,1-1 0,-2 1 0,-11 7 0,-2 0 0,2 0 0,4-3 0,1 0 0,-3 2 0,-3-1 0,-8 9 0,-14 21 0,-18 1 0,-11 10 0,-7 1 0,1-4 0,-2-2 0,-2 3 0,-2 1 0,-2 0 0,0 0 4,-2 1 1,-1 0-5,0 0 0,-1 1 0,5-2 0,-2 1 0,1-1 0,-4 2 0,1 0 0,7-4 0,0 1 0,1-2 0,-4 4 0,4-2-9,-7 6 9,6-2 137,33-19-137,14-10 0,14-9-46,-1-2 0,5-4 1,-1 1 45,0-1 0,2-2 0,-4 2 0,5-4 0,1-1 0,0 0 0,-6 3 511,8-6 0,0-1-511,-3 1 0,6-4 0,-1 1 0,-8 4-322,-5 5 1,-3 1 321,13-10 0,-8 5 0,-25 15 0,-13 12 0,-28 17 0,-9 8 0,14-9 0,-1 2 0,-4 1 0,-3 3 0,0 0 0,0-1 0,-1 0 0,3-1-127,6-4 1,2-1 0,-2 1 126,-8 5 0,-1 0 0,0 0 0,2-3 0,2 0 0,1-1 0,-3 2 0,0-1 0,9-3 0,0 1 0,-1-8 0,-9-16 0,5-7 0,5-2 0,7-11 0,6-5 0,22-9 0,0-3 0,-3-1 0,-3 12 0,0-1 0,-1 9 0,0 0 0,-1-7 0,-2 0 0,-2 6 0,-1 2 0,-3-9 1441,-7-3-1441,-17 25 0,19 9 0,-16 9 0,26 7 2946,2 1-2946,9 13 0,1-12 0,9 8 0,12-17 0,-3-5 1023,14-4-1023,-12-4 0,1-3-958,-4 0 0,1 0 958,10-4 0,2-2 0,-6 0 0,0-1 0,0 0 0,6-4 0,1 0 0,-4 1 0,1-1 0,0 0 0,0-1 0,-1-1 0,-1 1-1075,4-2 1,0-1 1074,-8 5 0,1-1 0,-3 1 0,-1 1 0,-4 1 0,-1 0 0,-13 10 0,-23 16 0,-11 8 0,4-3 0,-2 2-309,-13 8 1,-4 2 308,6-3 0,-3 1 0,1-1-243,7-5 0,2 0 1,-3 1 242,2-1 0,-1 1 0,-1 0 0,0 0 0,-8 6 0,-1 0 0,3-2 0,8-5 0,2-2 0,-1 2 0,-5 3 0,-2 0 0,3-1 0,-10 4 0,8-6 0,15-10 0,4-7 0,33-16 0,13-8 0,-1 1 0,1-2 0,3-2 0,2-1 0,2-1 0,1-2 0,-1 2 0,2-2 0,-1 1 0,-9 6 0,0 2 0,0-2 0,8-5 0,1-1 0,-2 3 0,0-1 0,-2 3 0,-1 2 0,-1 1 0,-4 2 0,0 2 0,-4 0 0,0 7 0,5 14 0,-4 8 0,-6 5 0,-6 7 0,-7 4 0,-23 14 0,1-11 0,-1 2 0,4-9 0,0 1 0,-4 6 0,0 2 0,2 2 0,2-2 0,-1 8 0,6-8 0,4-3 0,8-9 713,24 3-713,-7-18 0,15-4 0,-12-8 0,9-10 0,-9 4 0,6-7 1865,-9 4-1865,-9 5 1552,1 2-1552,-11 9 1040,-2 4-1040,-5 4 564,-1 4-564,-10 11 0,0 3 0,3-5 0,-3 3 0,3-2 0,9-16 0,2-2 0,0-1 0,1-1 0,1-2 0,2-2 0,1-3 0,5-6 0,-1 1 0,3-6 0,4-4 0,-2 4 0,14-20 0,-8 10 0,2-2 0,-10 10 0,-10 13 0,-10 7 0,-1 3 0,-9 7-525,1 1 525,-4 2 0,-1 1 0,-12 10 0,15-12 0,-6 6 0,26-18 0,6-5 0,8-6 0,22-16 0,-5 0-203,-7 6 0,2-1 203,2-4 0,-1 0-601,-5 4 0,-1 1 601,5-6 0,0 0 0,-6 3 0,-2 1-529,6-7 529,-2-3 0,-20 16 0,-7 8 331,-10 6-331,-21 17 0,6-1 205,9-3 0,0-1-205,-10 9 0,1-1-281,3 0 281,4-2 0,7 0 0,2 0 0,4-3 0,-5 14 0</inkml:trace>
  <inkml:trace contextRef="#ctx0" brushRef="#br0" timeOffset="105563">20986 10401 5734,'-9'-4'0,"-1"3"0,-3 7 0,-2 8 0,-11 24 0,5-1-655,7-10 0,-1 2 655,-1 8 0,1 0-935,3-7 0,-1 1 935,-3 10 0,1 0 0,4-11 0,1-2-681,0 1 0,0 0 681,1 0 0,0 0 0,1-2 0,0 1 0,-3 9 0,1-1 0,4-9 0,-1-1 0,-1 5 0,1 0-339,3-3 1,0-2 338,0 2 543,4 5-543,4-35 0,4-10 0,1-10 0,0-5 0</inkml:trace>
  <inkml:trace contextRef="#ctx0" brushRef="#br0" timeOffset="105733">20837 10448 5734,'24'11'0,"0"0"0,0 1 0,-4 1 0,2 20-1639,-1 6 1,0 2 832,-7-14 1,-1 0 805,1 2 0,1 2 0,-2-2 351,-2-5 0,-1-1-351,3 11 0,0-1 0,-4-8 0,-1 1 0,-2 18 0,-2 8 0,-2-8 0,-3-17 0,-1-1-49,-1 10 0,0 3 1,-5-10 48,-12-11 0,-4-4 0,-1-4 0</inkml:trace>
  <inkml:trace contextRef="#ctx0" brushRef="#br0" timeOffset="105864">20620 10915 5734,'6'-11'0,"2"4"0,10-1 0,23 2 0,-3 2-308,-12 1 1,4 1 307,16 0 0,1 1-460,-18 1 1,1 1 459,7 0 0,4 1 0,-5 1 0,-11 0 0,-2 1 0,8 2 0,-1-1 0</inkml:trace>
  <inkml:trace contextRef="#ctx0" brushRef="#br0" timeOffset="106396">21531 10534 5734,'-26'21'0,"0"4"0,10-2 0,1 3-1610,4-5 0,0 1 1610,-1 8 0,0 2 0,4 6 0,2-1 0,2-8 0,1 0 0,-1 10 0,3 1 0,3-1 0,2-2 0,0-9 0,0 0 0,3 7 0,1 0 0,3-4 0,2-3 0,6 12 294,-6-16 0,2-2-294,13 10 0,-6-14 0,7 0 0,-12-15 0,0-2 0</inkml:trace>
  <inkml:trace contextRef="#ctx0" brushRef="#br0" timeOffset="106576">21629 11071 5734,'14'6'0,"0"-2"0,10 0 0,3 0 0,6-1-311,-6-1 1,2 0 310,15 0 0,-13-2-145,6-1 1,-16-2 0,-1-2 0</inkml:trace>
  <inkml:trace contextRef="#ctx0" brushRef="#br0" timeOffset="106946">21917 10772 5734,'-12'-11'0,"4"-3"0,11 5 0,5-3 0,17-2 0,-1 2-379,14-5 379,-15 8 0,1 1-999,13-2 999,-13 4 0,0 1 0,18 4 0,-14 3 0,-10 16 0,-4 5 0,-9 2-478,-4 3 0,-4 0 478,-12 2 0,0-1 0,-5 10 0,7-10 0,0 5-311,18-2 311,3-14 641,12 7-641,0-17 0,4-1 0,9 2 0,1 2 0,-2 1-369,0-1 0,-3 1 369,-17 0 0,-4 1 885,-13 20-885,-4-12 0,-7 2 0,-2 0-379,-9 0 379,9-8 0,-2 0 0,-1-1 0,0-1 0,-10 6 0,-6 3-332,7-11 332,9-5 188,-1-4 1,10-6 0,3-4-1</inkml:trace>
  <inkml:trace contextRef="#ctx0" brushRef="#br0" timeOffset="107196">22402 10521 5734,'14'-6'0,"2"1"0,4 4-795,3 4 795,2 5 0,12 17 0,-8-1-302,-6 4 1,-1 6 301,-9-3 0,-3 2 0,0 0-459,3 7 0,-1 1 459,-5 2 0,-2 2 0,-2-4 0,-2-10 0,-3-1 0,-1 2 0,-1 3 0,-2-3 0,0-4 0,-1-1-690,-3 8 0,0-2 690,-10 10 0,5-16 0,0-1 0,-8 9 0,8-15 0,1-1 0,-4 1 0</inkml:trace>
  <inkml:trace contextRef="#ctx0" brushRef="#br0" timeOffset="115503">22842 10371 5734,'0'-4'0,"0"0"0,1 3 0,-1 0 0,0-1 0,0 1 0,0-1 0,1 1 0,0 0 0,-1-1 0,0 0 0,0 9 0,1-2 0,0 9 0,0-5 0,1 7 0,-1-5 0,1 5 0,0 0 0,0-6 0,0 5 0,-2-10 0,0 1 0,0-3 0,0-1 0,0-1 0,-1-7 0,1 0 0,-2-12 0,2 7 0,1-6 0,5-9 0,2-2 0,0 4-338,1-4 0,0 1 338,-1 15 0,2 0 0,5-6 0,-5 8 0,4-3 0,-3 10 0,-2 4 0,2 2 0,12 33 0,-12-15-56,0 2 1,-2 0 55,-5 0 0,-1 1-299,-2-1 299,1 0 0,0-2 0,-1-1 0,0-2 0,-1-1 0,0-2 0,-5 2 0,3-7 0,-3-1 0</inkml:trace>
  <inkml:trace contextRef="#ctx0" brushRef="#br0" timeOffset="116856">23041 11139 5734,'-13'-12'0,"7"7"0,1-5 0,10 9 0,18-3 0,-7 2 0,13-2 0,-3 2 0,-5 0 0,10 0 0,1 0 0,-5-1-395,1 2 1,-2-1 394,-7 0 0,-1 0-150,5 0 150,-6 0 0,2 0 0,-6 1 0,-5-1 0,-1 1 0,-7-1 777,-3 1-777,-5 0 0,-13 4 0,2 0 0,-7 0 0,7-2 0</inkml:trace>
  <inkml:trace contextRef="#ctx0" brushRef="#br0" timeOffset="117052">23110 10883 5734,'-1'11'0,"2"10"0,1-3 0,5 29 0,-3-23 0,0 1 0,0-1 0,1 0-821,2 19 821,-2-22-34,-1 4 34,-1-9 0,0 4 0,-1-11 0,1-3 0,1-2 0</inkml:trace>
  <inkml:trace contextRef="#ctx0" brushRef="#br0" timeOffset="117272">23493 10718 5734,'-2'12'0,"1"3"0,-1 18 0,2 10 0,2 4 0,0 1-1639,-1-17 1,0-1 1409,1 13 0,0-3 229,0-7 1023,0-3-1023,0 8 0,-1-13 602,-1 4-602,-2-11 0,1-8 0,-1-2 0,1-8 0</inkml:trace>
  <inkml:trace contextRef="#ctx0" brushRef="#br0" timeOffset="117610">23397 10656 5734,'12'1'0,"-1"0"0,5 2 0,5 2 0,-3 0 0,5 4 0,-1 4 0,-8-1 0,8 18 0,-15-14 0,1 12 0,-12-3 0,-1-6 0,-3 7 0,-1-1 0,3-2 0,11 9 0,2-14 0,13-1 0,-5-12 0,3-1 0,7 1 0,-7 0 0,3 3 0,-10 1 0,-4 3 0,-4 4 0,-4 2 0,-21 21 0,-4 2 0,4-3 0,5-12 0,-3 4 0,3-5 0,-7 8 0,12-15 0,-3 4 0,13-18 0</inkml:trace>
  <inkml:trace contextRef="#ctx0" brushRef="#br0" timeOffset="117848">23965 10580 5734,'-29'9'0,"2"4"0,6 5 0,3 10 0,0 4 0,-2 10-1639,3 3 1,3 1 680,6 1 958,5-8 0,1 0 1046,4 5-1046,2-3 0,2-2 0,2-2 0,-1-10 0,0-1 0,6 0 689,-3-11-689,8 0 0,-8-13 0,4-3 0</inkml:trace>
  <inkml:trace contextRef="#ctx0" brushRef="#br0" timeOffset="119102">24073 10806 5734,'5'9'0,"-1"1"0,0 1 0,-1 3 0,3 11 0,-2-3 0,1 9 0,-1 2 0,-2-8 0,0 9 0,-1-3 0,-1-8 0,0 6 0,-2-8 0,2-7 0,-1 2 0,1-9 0,1-3 0,1-1 0</inkml:trace>
  <inkml:trace contextRef="#ctx0" brushRef="#br0" timeOffset="119427">24240 10509 5734,'14'14'0,"-2"0"0,7 9 0,3 12 0,-3-5 0,-8-9 0,1 2 0,2 11 0,-3 1-647,3 10 647,-7-11 0,-1 4 0,-2-4 0,-4 13 0,-3-14 0,-2 3 0,0-4 0,-7 8 0,-2-1 0,-1-3 0,2-10 211,-6 8-211,5-22 0,5-7 0,-3-4 0,5-6 0</inkml:trace>
  <inkml:trace contextRef="#ctx0" brushRef="#br0" timeOffset="120120">24448 10250 5734,'8'10'0,"0"0"0,2 6 0,-3-2 0,2 7 0,-2 4 0,-2-6 0,0 7 0,-1-2 0,-2-7 0,1 3 0,-1-5 0,-1-6 0,1 0 0,-2-4 0,1-1 0,0-3 0,1-22 0,1 8 0,0-19 0,-1 17 0,2-8 0,0 7 0,1-3 0,2 0 0,-2 9 0,2-4 0,1 11 0,-1 3 0,5 2 0,7 25 0,-8-10-498,9 18 498,-13-17 0,-1 2 0,4 12 0,-5-13 0,3 10-112,-6-12 112,1-5 0,-3 4 0,2-8 0,-1 0 0</inkml:trace>
  <inkml:trace contextRef="#ctx0" brushRef="#br0" timeOffset="131943">19768 10659 5734,'-4'-7'0,"-1"0"0,3 5 0,-5 0 0,2 3 0,-3 3 0,2 6 0,1 1 0,0 6 0,1 8 0,2-4 0,3 25 0,0-21 0,4 11 0,0-15 0,0-7 0,1 2 0,20-23 0,-13 0-373,15-16 373,-17 5 0,-3-1 0,0-1 0,-2 2 0,0-5 0,-2 8 0,-1-2 0,-3 10 0,-1 7 0,-5 48 0,5-19-398,-1 3 1,1 1 397,3-5 0,0 14 0,0-12 0,-1 10-238,-3-6 238,-2-9 0,-1 5 0,-3-8 0,0-5 0,-3 1 0,-1-4 0,3-6 0,-5 1 0,1-7 1137,1-2-1137,-2-2 269,6-2-269,1-2 0,1 0 0,2-1 0,2-5 0,1 2 0,1-4 0,5 3 0,0 1 0</inkml:trace>
  <inkml:trace contextRef="#ctx0" brushRef="#br0" timeOffset="132349">19881 10529 5734,'0'-5'0,"1"7"0,2 12 0,2 5 0,0 6 0,2 9 0,-2-6 0,2 9 0,-2 2-1120,1-11 1120,0 8 138,-1-6-138,-2-8 0,1 4 0,-3-9 0,0-5 0,0-1 0,-1-5 0,2-8 0,2-12 839,1 0-839,0-9 0,0 9 0,-1-2 143,1 2-143,-2 1 0,1 1 0,-1 3 0,0 2 0,1 1 0,-1 2 0,2 2 0,2 7 0,-1 2 0,8 18 0,-1 7 0,-1-2 0,-1 0 0,-4-7 0,-3-9 0,2 6 0,-3-13 0,-1-1 0,-1-1 0,0-1 0,-3-1 0,2-3 0,-2 0 0</inkml:trace>
  <inkml:trace contextRef="#ctx0" brushRef="#br0" timeOffset="133018">19895 10541 5734,'-21'19'0,"-4"9"0,12-8 0,-5 10 0,2 7 0,4-9 0,-1 10 0,6-1-965,3-10 965,2 6 0,7-3 0,0-9 232,4 6-232,3-6 0,0-6 0,2 1 0,4-6 0,-5-4 0,5-2 0,-2-6 0,-5-1 0,2-3 733,-1-4-733,-4 2 0,2-4 0,-4 2 0</inkml:trace>
  <inkml:trace contextRef="#ctx0" brushRef="#br0" timeOffset="133378">20200 10508 5734,'6'3'0,"0"1"0,0 3 0,2 2 0,9 33 0,-12-11 0,-1 2 0,2-2 0,0-1-581,-6 4 1,-3-3 580,-4-3 0,-1-1-454,-2-2 454,1-3 0,0-2-188,-2 2 188,3-8 0,0 3 0,3-10 0,1-5 0,2-2 0</inkml:trace>
  <inkml:trace contextRef="#ctx0" brushRef="#br0" timeOffset="133995">20430 10684 5734,'-4'-2'0,"7"1"0,7 0 0,3 0 0,16-4 0,-12 1 0,9-2 0,-11 0 0,-5 2 0,-2-1 0,-9 5 0,-5 1 0,-2 5 0</inkml:trace>
  <inkml:trace contextRef="#ctx0" brushRef="#br0" timeOffset="134129">20437 10829 5734,'14'2'0,"1"-1"0,1 0 0,1-1 0,1-1 0,-2 1 0,3 1 0,-7 1 0,1 3 0,-6 1 0</inkml:trace>
  <inkml:trace contextRef="#ctx0" brushRef="#br0" timeOffset="152022">15644 8826 5734,'1'5'0,"-1"0"0,0-2 0,1 0 0,0-1 0,-1 0 0,1-1 0,-1 0 0,2 1 0,-1-2 0,1 2 0,-1-2 0,-1 3 0,1-1 0,-1 2 0,0 1 0,0 0 0,0-1 0,0-2 0,0-2 0,0 2 0,0-1 0,1 1 0,-1 0 0,2-6 0,-2 2 0,2-3 0,-1 4 0,0 0 0,1 2 0,1-3 0,-1 0 0,2-1 0,-2 1 0,0 1 0,0 0 0,-1 1 0,1-2 0,-1 0 0,2-1 0,-1 1 0,7-4 0,-4 2 0,3-2 0,-2 2 0,-4 1 0,3 0 0,-3 1 0,-1 1 0,1-2 0,0 1 0,-1 0 0,1 1 0,-1-1 0,0 1 0,0-1 0,-2 1 0,2-1 0,-1 1 0,3 1 0,5 3 0,-1-1 0,5 0 0,-1-3 0,-2 0 0,9-3 0,-6 0 0,5 0 0,9-4 0,-9 4 0,23-6 0,-23 6 0,10-2 0,-11 4 0,0-1 0,0 1 0,17-2 0,-12 0 0,5 2 0,1-1 0,-3 1 0,5 0 0,0 0 0,-3 1 0,14-2 0,-9 1 0,-8 0 0,1 0 0,0 0 0,0 0 0,11 0 0,1 0 0,-9 0 0,-1 1 0,-1 0 0,-8 1 0,13 0 0,-11 1 0,10 0 0,-8 1 0,-4 0 0,4 1 0,-5-1 0,0 0 0,20 1 0,-4-2 0,8 0 0,-10-1 0,3-2-694,-7 0 694,7 0 0,-10 1-304,-1-1 304,1 1 0,-1 1 0,1-1 0,-1 1 0,1 0 0,-1-1 0,11 1 0,-8-1-440,7 2 440,-11 0 0,1 0 397,-1 0-397,1 1 0,-1-1 0,8 1 0,-8 0 0,7 2 0,14 5 0,-18-2 302,17 3-302,-16-1 0,-6-2 0,7 2 0,0-1 0,13 2 0,7-2-756,-1-2 756,-6-5 0,-10-1-462,2-1 462,0 0 0,14 0 0,-10 1-889,10 0 889,-14 0 0,11 0 0,-10 0 0,8 0 0,-2 0 0,-13 0 0,1 0 0,16 0 245,5 0-245,-22 0 0,9-1 0,-8 0 639,8-1-639,-1 1 0,-8 1 0,16 0 0,-16 0 995,5 0-995,9 1 0,-15 0 0,14 2 0,-11-2 0,-6 1 727,5 0-727,-8-2 0,2 1 0,-1-1 0,2-1 0,10 0 0,-5 0 0,2-2 0,2 1 0,1 0-445,-7 0 0,1 0 445,0 0 0,1 0-428,-1 1 428,0 0 0,15-1 0,1 0 0,-3 1-587,2-1 0,-1 0 587,-16 1 0,2-1-112,-2 0 112,1 0 0,10-2 0,-6 2 0,8-1 0,2 1 0,-8 1 0,1 0 0,7 1 0,-5 0 0,11 0-302,2 1 0,-2-1 302,-16 2 0,11 2 336,-8 0-336,-1 0 0,1 1 0,0-1 0,17 3 0,-14-1 561,-8-2-561,8 2 0,-2-1 0,-7-1 0,7 2 0,-1-2 0,-7 0 0,7 0 0,-2 1 0,-6-2 304,6 3-304,-1-1 0,-8-1 1561,7 0-1561,-1 0 0,4-2 0,15-1 0,-14-1 92,5-2-92,-17 0 0,3 1-316,-1-2 316,2 1 0,9-1 0,-8 1 0,7 0 0,1-1 0,-8 1-502,10-2 502,-11 1 271,3-1 1,5-1-272,7 1 0,1 0 0,-5 0 0,0-1-60,3 2 1,-5 1 59,-9 0 0,0 1 0,-1 0 0,-1 1-112,-2 1 112,0 0 0,-1 0 0,13 1 0,-12-1 0,19 3 0,-25-2 519,5 1-519,-11-2 0,-2 0 0,-2-1 456,-9-1-456,-2 1 125,-12-1-125,-20 2 0,3 1 0,10 0 0,-1-1 0,-15 1 0</inkml:trace>
  <inkml:trace contextRef="#ctx0" brushRef="#br0" timeOffset="159815">11645 10405 5734,'-9'-3'0,"3"1"0,-1-1 0,4 2 0,2-1 0,1-1 0,1 2 0,1-1 0,1 2 0,1-1 0</inkml:trace>
  <inkml:trace contextRef="#ctx0" brushRef="#br0" timeOffset="170816">2140 9213 5734,'2'34'0,"1"-1"0,7-1 0,3 0 0,1 2-533,0-1 1,1-3 532,0-7 0,12 6 0,-10-12 0,8 4 0,-13-18 342,-2-3-342,1-5 176,-2-5-176,4-13 0,-5 1 0,2-11 0,-4-7 0,-4 9 0,1-9 0,-3 6 106,0 10-106,0-3 0,2 13 0,0 9 0,7 22 0,-3 2 0,1 7 0,0 2-1159,2 6 1159,-4-11 0,0 3 0,0 8 0,-1-1 0,1 11 0,-2-11 0,-2 0 0,-3 13 0,-2-13 0,-2 8 0,-8-12 0,-3-2 0,1-2 0,0-1 0,-2-6 385,1-17-385,4-2 0,-13-20 0,15 5 0,-5-15 0</inkml:trace>
  <inkml:trace contextRef="#ctx0" brushRef="#br0" timeOffset="171094">2676 9002 5734,'-5'1'0,"-6"9"0,3 4 0,-5 9 0,-1 14 0,2-5-572,-2 13 572,9-18 0,0-1 0,0 16 0,2 2 0,2-1 0,2 1 0,4-11 0,3 5 0,0-7 0,4 1-320,1-3 0,1-4 320,0-16 0,0-5-99,7-8 99,-4-3 0,4-7 0,-3-8 0,-4 3 0,2-10 0,-7 6 0,0-2 0</inkml:trace>
  <inkml:trace contextRef="#ctx0" brushRef="#br0" timeOffset="171299">2812 9122 5734,'-8'6'0,"1"2"0,1 5 0,0 3 0,1 3 0,1 6 0,1 1 0,1 9 0,1 9 0,1 1 0,3-4 0,2 4 0,2-1-1630,2-9 1630,-3-8 0,1-1-91,2 3 91,-3-9-112,4 8 112,-8-17 0,0 2 0,-5-11 0,-2-4 0,-1-3 0</inkml:trace>
  <inkml:trace contextRef="#ctx0" brushRef="#br0" timeOffset="171461">2684 9503 5734,'13'-6'0,"1"-1"0,14-6 0,-3 1 0,10-5 0,3-3-2146,-8 5 2146,8-4 0,-3 3 0,-11 4 64,4-1 0,-12 6 0,-1-1 0</inkml:trace>
  <inkml:trace contextRef="#ctx0" brushRef="#br0" timeOffset="171684">3022 9059 5734,'7'1'0,"3"1"0,2 3 0,2 3 0,3 3 0,8 14 0,-5-2-435,7 12 435,-15-13 0,-1 0-1082,5 14 1082,-6-12 0,-2 2 0,-2 17 0,-3 0 0,-1-19 0,0 0 0,-1 19 0,-2-3 0,-3-9 0,-2-3-543,-4 6 543,2-13 0,-4 2 0,3-12 0</inkml:trace>
  <inkml:trace contextRef="#ctx0" brushRef="#br0" timeOffset="171844">3565 9382 5734,'10'6'0,"-4"-3"0,2 1 0,-8-5 0,0-1 0</inkml:trace>
  <inkml:trace contextRef="#ctx0" brushRef="#br0" timeOffset="174859">22948 10020 5734,'-3'-8'0,"0"3"0,2-1 0,-2 1 0,3 1 0,-1-5 0,0 4 0,1-5 0,-2 5 0,1-2 0,0 4 0,1-1 0,0 0 0,0 1 0,0-3 0,0 1 0,0-1 0,0 1 0,0-2 0,0 4 0,0-2 0,0 2 0,0-1 0,-1 2 0,1 0 0,-1 6 0,0-1 0,-1 6 0,1-3 0,-1 4 0,0-2 0,-1 1 0,1 1 0,0 1 0,-1 1 0,1 1 0,-1 1 0,0 0 0,1 2 0,1-1 0,-2 2 0,2 1 0,-1 1 0,-1 12 0,1-6-656,1 10 656,1-9 0,1 1 0,1 0 0,2 0 0,6 12 0,-2-9 0,11 12 0,3 1 0,-4-8 0,4 4 0,1-3 0,-10-17 0,5 4 0,-5-10 0,11 8 0,-9-9-400,20 5 400,-19-14 0,10-2 0,7-20 0,-13 7 0,13-13 0,-21 12 0,-1 1 0,1-4 0,-4 5 0,0-1 0,-3 2 628,-3 2-628,0 0 428,-2 2-428,0 1 0,-1 0 0,-3-2 0,0 2 0,-5-2 0,5 5 0,-5-2 0,6 3 0,-5 0 0,5 2 0,-6 2 0,4-1 0,-3 2 0,0-1 0,2 1 0,-2 0 0,-3 1 0,4 0 0,-25 14 0,20-11 0,-15 11 0,21-14 0,0 0 0,2-2 0,-4 0 0,2-1 0,-2-2 0,-3-2 0,1-1 0,-5-2 0,-3-7 0,3 0 0,-4-8 0</inkml:trace>
  <inkml:trace contextRef="#ctx0" brushRef="#br0" timeOffset="175262">22902 9831 5734,'4'11'0,"0"1"0,-1 3 0,0 15 0,1-4 0,-1 13 0,1 0 0,1 2 0,0 7-974,1-5 0,0 0 974,2-5 0,1-1-608,-1-12 0,0-1 608,5 11-667,5 8 667,-4-19 0,1-2-209,0-3 209,-1-3 0,1-4 1456,-2-2-1456,0-4 1316,-2-2-1316,3-5 932,-5-2-932,3-3 336,-6-7-336,-3 3 0,-3-7 0,-10-6 0,1 8 0,-15-10 0,8 16 0,-8 0 0,-3 6 0,7 0 0,-6 1 0</inkml:trace>
  <inkml:trace contextRef="#ctx0" brushRef="#br0" timeOffset="175711">22805 10345 5734,'3'-4'0,"2"1"0,7 2 0,10 0 0,-2-2 0,10 0 0,7-3 0,-7 0-825,9-2 825,-12 2-527,5-2 527,-11 1 0,3 1 0,-13-1 0,-9 4 0,-6-1 0,-11 6 778,-5 1-778,-18 6 0,5 0 239,-12 5-239,22-7 0,1 1 0,-11 4 0,-9 3 0,12-2 0,10-5 0,-2 2 0,12-4 0,7-4 0,5 0 0,9-3 0,4-2 0,5-1 0,19-7 0,-4 2-300,-11 2 0,2-1 300,4-1 0,-1 0-611,-5 2 0,-1-1 611,8-1 0,0-1 0,12-3 0,1 0 0</inkml:trace>
  <inkml:trace contextRef="#ctx0" brushRef="#br0" timeOffset="176519">24535 9885 5734,'-5'-6'0,"0"1"0,1 2 0,-1 2 0,0 2 0,0 3 0,-3 10 0,2 1 0,-3 8 0,1 12 0,2-8 0,-2 13 0,5 5-1258,2-10 1258,2 11 0,4-15 0,0-1 0,4 10 0,4 3 0,1-1 0,0-6 0,1-6 0,5 7 0,-4-7 0,3 2-503,1 1 0,-1-3 503,-10-15 0,1-2 0,-1-1 0,0-2 1116,-1-1-1116,0-1 0,3 1 0,-3-2 1148,2 0-1148,-1-3 0,-4-1 0,1 0 0,-4-1 0,-1-1 0,-7-3 0,-7-5 0,-1-1 0,-4-2 0,5 3 0,1-1 0,0-2 0,1-2 0,0-2 0</inkml:trace>
  <inkml:trace contextRef="#ctx0" brushRef="#br0" timeOffset="176852">24546 10000 5734,'-7'17'0,"2"2"0,3-3 0,2 11 0,0 1 0,1 6-1259,0-2 1,1-1 1258,1 1 0,0 1 504,1 1-504,-1-10 0,1 0 0,2 13 0,-2-13 0,1 0 0,8 18-388,-3-11 388,5 5 0,3-9-300,-4-10 300,7 0 990,0-13-990,-4-5 0,3-5 0,0-15 0,-10 5 0,-4-24 0,-10 21 0,-9-12 0,3 14 0</inkml:trace>
  <inkml:trace contextRef="#ctx0" brushRef="#br0" timeOffset="177160">24502 9910 5734,'-2'28'0,"2"13"0,2-13-1152,2 12 1152,2 6-1234,0-10 1234,3 11 0,-1-14 0,6 11 0,-2-11 0,4 6-272,3-7 272,-4-10 0,5 3 0,-1-8 0,-5-7 0,3 0 466,-6-5-466,-6-2 300,0-2 1,-6-4 0,0-1 0</inkml:trace>
  <inkml:trace contextRef="#ctx0" brushRef="#br0" timeOffset="177365">24442 10309 5734,'7'-6'0,"1"1"0,8 0 0,9-2 0,-3 1 0,8-3 0,4 0 0,-8 2 0,8-1 0,-7 2 0,-9 3 0,-1 0 0,-9 2 0</inkml:trace>
  <inkml:trace contextRef="#ctx0" brushRef="#br0" timeOffset="177528">24701 10361 5734,'40'-13'0,"-4"1"0,-14 4 0,0-2 0,10-1 0,-10 3 0,4-1 0,-11 5 0,-3 0 0</inkml:trace>
  <inkml:trace contextRef="#ctx0" brushRef="#br0" timeOffset="178062">24518 10322 5734,'7'1'0,"0"-1"0,2 0 0,9-2 0,-3 1 0,7-2 0,-5 1 0,-2-1 0,0 0 0,-2-1 0</inkml:trace>
  <inkml:trace contextRef="#ctx0" brushRef="#br0" timeOffset="185047">3867 9177 5734,'-7'4'0,"0"-1"0,-9 7 0,8-5 0,-9 7 0,13-9 0,0 1 0,2-2 0,0 0 0,6-2 0,3-2 0,19-1 0,-6 0-286,11 0 286,-13 2 0,7-1 0,-5 1 0,18-2 0,-19 1 0,16-1 0,-21 2 0,3 0 0,-3 1 0,-3 0 0,2 1 0,0 1 0,-6-1 0,7 0 286,-8-1-286,3 0 0,-6-1 0,0 1 0,-21-3 0,8 0 0,-16-1 0</inkml:trace>
  <inkml:trace contextRef="#ctx0" brushRef="#br0" timeOffset="185224">4062 9072 5734,'11'17'0,"-1"0"0,-1 2 0,-2 0 0,-1 1 0,1 7 0,-3-5-430,0 3 430,-2-8 0,-1-3 0,1-1 0</inkml:trace>
  <inkml:trace contextRef="#ctx0" brushRef="#br0" timeOffset="185676">4280 8785 5734,'-3'2'0,"0"1"0,3-2 0,2 5 0,0-1 0,1 3 0,1 0 0,0 2 0,3 3 0,6 9 0,15 14 0,-13-16 0,1-1-520,1 1 0,0-2 520,9 10 0,0-3 0,-6-6 0,3 2 0,-8-8 0,-3-3 0,-1-1 0,-2 0 0,1 2 0,-4-4 1040,0 3-1040,-6-7 0,-2 0 0,-4-2 0,-2 1 0,-9-2 0,4-3 0,-6-1 0</inkml:trace>
  <inkml:trace contextRef="#ctx0" brushRef="#br0" timeOffset="185948">4652 8641 5734,'-13'44'0,"1"1"0,0-6-1639,3-6 1,-1 2 1138,3-7 1,-1 1 499,-2 9 0,-1 2 0,0 3 0,0 0 0,3-10 0,-1 0 0,-2 11 0,1 0 0,2-16 0,1 2-486,-3 13 0,0 7 0,0-6 486,3-11 0,1 0 0,-2 8 0,-1 4 0,3-10 429,4-7-429,2-5 0,1-5 0,1-4 1531,3-6-1531,0-6 0,4-8 0,0-5 0</inkml:trace>
  <inkml:trace contextRef="#ctx0" brushRef="#br0" timeOffset="186310">4930 8923 5734,'-11'22'0,"-1"0"0,-8 21 0,5-9-1639,3 2 1,0 3 1146,4-15 1,1 1 491,-5 14 0,2 1-246,5-9 0,1-3 246,0 17 324,2-18 1,2 0-325,6 21 0,1-16 0,6 7 0,8-13 0,-3-12 0,28-4 0,-22-13 0,15-6 0</inkml:trace>
  <inkml:trace contextRef="#ctx0" brushRef="#br0" timeOffset="187265">5267 9196 5734,'5'25'0,"-1"1"0,1-3 0,0 3 0,0-2 0,-1 2-1429,2 6 0,0-1 1429,-2-5 0,-1 0 0,-1 3 0,-1 0 0,0 15 0,-1-14 0,-1-1 0,-5 13 0,-1-2 0,-2 0-381,-2-3 381,-3-2-22,0-3 22,-1-3 0,-7 3 0,5-12 0,-6 0 0,0-17 0,4-8 0,-5-10 0,7-5 0</inkml:trace>
  <inkml:trace contextRef="#ctx0" brushRef="#br0" timeOffset="187410">5124 9008 5734,'2'-10'0,"0"1"0,2 0 0,5 0 0,0 2 0,5 1 0,-3 4 0,2 1 0,1 2 0</inkml:trace>
  <inkml:trace contextRef="#ctx0" brushRef="#br0" timeOffset="187833">5466 9272 5734,'2'26'0,"2"2"0,2-14 0,1 2 0,15-4 0,-10-9 0,12 0 0,-13-12 0,4-8 0,-4 1 0,4-8 0,-6 0 0,-2 6 0,-1-4 0,-2 9 0,-3 7 0,-1 20 0,-1 12 0,0 9 0,2-2 0,6-5 0,-1-9 0,6 3 0,3-11 0,-1-7 0,5-3 0,4-15 0,-6-1 0,4-9 0,-4-10 0,-8 6 0,1-9 0,-10-5-1093,-3 10 1093,-3-10 0,-7-1 0,3 11 0,-6-9 0,0 5-183,5 9 0,-3-5 0,6 10 0</inkml:trace>
  <inkml:trace contextRef="#ctx0" brushRef="#br0" timeOffset="188059">5785 8665 5734,'21'13'0,"2"3"0,3 3 0,2 5 0,-6-3 0,-1 3-1639,-4-5 1,-1 1 1570,5 7 0,-1 2 68,-2 5 0,-2 1 0,-4-7 0,-1 0 0,2 9 0,-3 3 0,-6 2 0,-3 0 0,-2-10 0,-1 1 0,-1 9 0,-4 1 0,-6-1 0,-1-3 0,2-9 0,0 0 0,-5 8 0,-2-1 0,0-3 0,-1-3 0,3-8 0,1-1 0,-5 6 0,-1-2 0,-11 6 0,1-5 0,-2-3 0</inkml:trace>
  <inkml:trace contextRef="#ctx0" brushRef="#br0" timeOffset="188496">4208 9932 5734,'21'14'0,"6"-2"0,12-3-547,-7-8 1,11-3 0,8-2 0,2-1 0,-3 1 0,-7 0-249,5 1 1,-5 0-1,6-1 784,-9 1 1,6-2-1,4 0 1,0 0-1,0 0 1,-5 0 0,-6 1 10,5-2 0,-6 1 0,2-1 0,2 1 0,2-1 0,-1 0 0,-1 1 0,0-1 0,-2 1 0,4-1 0,-7 2 0,3-1 0,2 0 0,-2 0 0,-5 0 0,1 1 0,-4 1 0,1-1 0,7 0 0,2-1 0,-4 1 0,-2 1 0,-4 0 0,-3 0 0,-1 2 0,18-1 0,-10 5 0,-11 2 0,-4 2 0</inkml:trace>
  <inkml:trace contextRef="#ctx0" brushRef="#br0" timeOffset="-212959.73">4831 11769 5734,'-4'-4'0,"1"3"0,2 2 0,1 5 0,-1 0 0,0 5 0,-2 23 0,2-8-627,-1 2 1,1 1 626,0 3 0,0 10 0,1-1 0,0-14 0,0-1 0,0 0 0,0-1-522,0 20 522,1-19 0,0-12 0,0-3 0,-1-2 1180,1-1-1180,-2-4 0,1 0 0,0-5 595,-2-2-595,0-2 0,-6-18 0,4 6 0,-2-14 0</inkml:trace>
  <inkml:trace contextRef="#ctx0" brushRef="#br0" timeOffset="-212710.73">4549 11654 5734,'-4'-4'0,"3"1"0,7 1 0,3 0 0,6-1 0,5 2 0,4-2-829,6 2 829,4-2 0,2-1 0,2 0 0,9 0 0,-9 0 0,-2 1 0,1 1 0,-4 0 0,-2 2 0,12 5 0,-21 0 0,7 5 0,-25 4 0,-3-2 0,-2 4 0</inkml:trace>
  <inkml:trace contextRef="#ctx0" brushRef="#br0" timeOffset="-212496.73">5038 11851 5734,'1'41'0,"-1"0"0,0 3 0,0 0 0,0-2-2047,0-8 2047,-2 0 0,1-1 0,0 0 632,-2-1-632,2-7 0,-1 0 0,1 5-100,-1 12 100,2-27 0,0-3 0,0-7 0,1-7 0,2-5 0</inkml:trace>
  <inkml:trace contextRef="#ctx0" brushRef="#br0" timeOffset="-212307.73">4968 11800 5734,'9'5'0,"10"1"0,-3-4 0,9 1 0,10-2 0,-7-1 0,13-1 0,3-1 0,-18 1 0,1 0 0,-2 1 0,-2 0 0,12 1 0,-22 4 0</inkml:trace>
  <inkml:trace contextRef="#ctx0" brushRef="#br0" timeOffset="-212165.73">5059 12005 5734,'21'-12'0,"1"1"0,7-5 0,0 2 0,9-5-1382,-11 7 1,-2 0 1381,11-4 0,-1 0 0,-1 0 0</inkml:trace>
  <inkml:trace contextRef="#ctx0" brushRef="#br0" timeOffset="-211973.73">5598 11802 5734,'-13'28'0,"-1"-1"0,1-1 0,1-1 0,-8 15-2835,1 0 2835,0 1 0,3-2-35,6-13 1,0 1 34,-3 12 0,5-15 0,1 0 0,-4 17 0,3-13 0,0 6 153,6-17 1,3-5 0,1-3 0</inkml:trace>
  <inkml:trace contextRef="#ctx0" brushRef="#br0" timeOffset="-211747.73">5809 11752 5734,'0'35'0,"1"0"0,2 9 0,0-10 0,0-3 0,2 6 0,0-4 0,-1-6 0,0-1-1274,2 16 0,0-1 1274,-2-9 0,-2-14 770,-3 4-770,-1-8 103,-6 3 0,1-13 1,-4-2-1</inkml:trace>
  <inkml:trace contextRef="#ctx0" brushRef="#br0" timeOffset="-211566.73">5638 11872 5734,'23'-7'0,"3"0"0,3-3 0,2 1 0,2 0 0,9-2-1358,-9 2 0,-2 1 1358,0 1 0,-3 1 451,-4 2-451,-3 1 0,-4 1 0,0 2 0</inkml:trace>
  <inkml:trace contextRef="#ctx0" brushRef="#br0" timeOffset="-211301.73">6088 11783 5734,'-5'46'0,"-1"-2"0,-1 0-2515,0-9 2515,3-12 0,0 1 0,0 2 0,0-2-396,-2 13 396,-1 11 0,6-7 0,2-14 0,4 4 463,7-13-463,1-9 0,7-4 0,18-16 0,-12 0 0,0-1 0,0-1 0,1-2 0,8-5 0,0 0 410,-10 6-410,7-3 0,-1 4 0,-13 4 0,6-1 0</inkml:trace>
  <inkml:trace contextRef="#ctx0" brushRef="#br0" timeOffset="-210959.73">6761 11808 5734,'-4'-2'0,"2"0"0,5 0 0,2-1 0,2 0 0,2-2 0,2 0 0,3-2 0,-3 3 0,2-1 0,-4 3 0</inkml:trace>
  <inkml:trace contextRef="#ctx0" brushRef="#br0" timeOffset="-210849.73">6822 12004 5734,'2'3'0,"2"-2"0,1-2 0,1-2 0,2-1 0,-3-1 0,2-1 0</inkml:trace>
  <inkml:trace contextRef="#ctx0" brushRef="#br0" timeOffset="-207086.73">5476 12213 5734,'-10'2'0,"0"-1"0,-1 1 0,4-2 0,0 1 0,3 0 0,1-1 0,0 1 0,2-1 0,1 2 0,1 0 0,2 1 0,1 0 0,0 0 0,2 1 0,0 1 0,5 7 0,-2-1 0,3 7 0,-4-1-341,1 3 341,-1 3 0,1 3-795,0 3 795,-1 1 0,1 3 0,0 1 0,-3-7 0,0 2 0,2 16-840,-3-14 1,-1 1 839,1 15 0,-3-22 0,0 0 0,0 0 0,-1 1-135,0-2 1,0 3 134,1 17 0,0 7-552,1-14 1,1 3 0,0 0-1,-1-2 552,0 1 0,0-2 0,0 0 0,2 11 0,1 1 0,-1-10-127,1-3 127,-1-3 0,3 10 0,-3-13 0,3 5 1091,-4-16-1091,0-3 222,0-2-222,-1-3 3039,0-2-3039,-1-1 1065,3 2-1065,-1-5 0,4 2 0,-1-5 0,-1 0 0,1 0 0,2 2 0,-2-2 0,2 2 0,0 0 0,-2-2 0,3 1 0,4 0 0,-3-1 0,7 1 0,-4-1 0,2-1 0,2-1 0,2 1 0,12-2 0,-6 0-664,9-2 664,-10 1 0,2-1 0,1 1 0,0-1 0,0 1 0,0-1 0,0 1 0,8 0-562,-7 0 0,-1 1 562,2 3 0,16 0 0,-11 2 0,-1-2 0,6 2 0,-2-1 0,-3 0 0,0 0-639,1 0 0,1 1 1,-2-2 638,-4 1 0,-3-1 0,16 1-984,0 0 984,1 0 0,1-2 0,0 0 0,1 0 0,-1 0 0,1 1 0,0-1 0,0 2 0,-6 0 0,2 0 0,-8-1 0,1 1 0,6 1 0,-1-1 0,-12 0 0,-1 0 0,0-1 0,0 1 0,15 1 0,-14-1 0,0 0 0,12 0 0,-12 0 0,1-1 0,16 1 0,-18-1 0,3-1 0,3 0 0,4-2 0,-3 1 0,-4 0 0,0 0-339,5-1 0,4 0 0,-5-1 339,-8 1 0,-3-1 0,2-1 0,1 1-15,-1 0 1,0-1 14,1 1 0,1-1 0,12 0 0,1-1 0,-9 1 0,0 0 0,9 0 0,2 0 0,0 0 0,-1 1 0,-9 0 0,1 1 0,8 0 0,2 0 0,2 0 0,-2 2 0,-9-1 0,-1 0 0,10 1 0,2 0 0,-1 0 0,-2 1 0,-9-1 0,-1 0 0,11 1 0,-1-1 0,-13 1 0,-2-1 0,0 0 0,3 0 0,4 1 0,4 0 0,-1-1 0,-4 0 0,-2 1 0,2-1 0,6 1 0,1 0 0,-2-1 0,5 1 0,-1 0 0,2 0 0,-1 0 0,-11-1 0,1 0 0,10 1 0,1 0 0,2-1 0,-2 0 0,-10 0 0,1-1 0,11 0 0,0 0 0,-14-1 0,1 0 0,-2 0 0,2 0 0,0 0 0,5 0 0,0-1 0,-6 2 0,1-1 0,3-1 0,4 1 0,4-2 0,1 1 0,-5 0 0,-7 1 0,-3-1 0,3 1 0,8-1 0,5-1 0,-1 1 0,-6 0 0,-2 0 0,-1 0 0,-2 1 0,2-1 0,-1 1 0,5-1 0,2 1 0,-3 0 0,5 0 0,1 0 0,-6 1 0,5-1 0,-1 1 0,1 0 0,3 0 0,-5 0 0,-6 1 0,-3-1 0,1 1 0,0-1 0,-1 0 0,2 0 0,8 0 0,4-1 0,-3 0 0,-1 1 0,2-1 0,-7 0 0,6 0 0,2-1 0,-2 1 0,-6 0 0,-5 0 0,-4 0 0,4 0 0,7-1 0,7 1 0,2 0 0,-3-1 0,-5 1 0,-6 0 0,-5 0 0,3 0 0,4 0 0,2-1 0,1 1 0,-2 0 0,4 0 0,-1 0 0,-2 0 0,-8 0 0,-2 1 0,5-1 0,3 0 0,6 0 0,2 0 0,-1 0 0,-5 0 0,-1 0 0,-5 0 0,7 0 0,-2 0 0,7-1 0,3 0 0,0 1 0,-2-1 0,-7 0 0,4 1 0,-6-1 0,4 0 0,-5 1 0,3-1 0,1 0 0,-1 0 0,-5 1 0,4-1 0,-5 1 0,1 0 0,1-1 0,-1 1 0,1-1 0,-2 1 0,-1 0 0,7 0 0,-5 0 0,5 0 0,5 0 0,2 0 0,1 0 0,-1 0 0,-4 0 0,-5 0 0,6 0 0,-5 0 0,-1 0 0,6 0 0,-6 1 0,5-1 0,4 0 0,0 0 0,0 0 0,-2 0 0,-5 0 0,-6 0 0,5 0 0,-6 0 0,0 0 0,1 0 0,0 0 0,1 0 0,0-1 0,-1 1 0,1-1 0,0 0 0,-1 1 0,1-1 0,-1 0 0,0 1 0,2-2 0,0 1 0,3 0 0,0-1 0,-2 0 0,2 1 0,-1-1 0,0 0 0,-1 0 0,2 0 0,0 0 0,-4 1 0,1-1 0,-3 0 0,0 0 0,0 0 0,1 0 0,-1 0 0,1 0 0,-1 1 0,1-1 0,-2 0 0,0 1 0,3-1 0,9 0 0,6-1 0,0 1 0,-4 0 0,-5 0 0,-2 0 0,2 0 0,5 0 0,4 0 0,-1 0 0,-5 0 0,-9 1 0,-3 0 0,0 0 0,2 1 0,-1-1 0,1 0 0,0 0 0,0 0 0,0-1 0,0 1 0,0 0 0,1 0 0,0-1 0,0 1 0,1 0 0,-1-1 0,0 1 0,1-1 0,0 1 0,0-1 0,0 1 0,-1-1 0,1 0 0,0 1 0,-1-1 0,1 0 0,-1 1 0,0-1 0,0 0 0,0 0 0,0 1 0,0-1 0,-1 0 0,0 0 0,0 0 0,0 0 0,-1 0 0,1 0 0,0 0 0,-1 0 0,0 0 0,0 0 0,1-1 0,-1 1 0,0-1 0,0 1 0,0-1 0,-1 1 0,1-1 0,-1 1 0,0-1 0,15-2 0,0 1 0,0 0 0,-1-1 0,-1 0 0,1 1 0,-3-1 0,3 0 0,-6 1 0,3 0 0,-2-1 0,6 0 0,-1 0 0,-8 1 0,3 0 0,-2 0 0,-2 1 0,-1 0 0,-2 0 0,6-1 0,-1 1 0,-7 1 0,1-1 0,-2 1 0,-1 0 0,0 1 0,17-1 0,-1 1 0,-17 0 0,-2 1 0,14-1 0,-2 0 0,3 2 0,-14-1 204,2 1-204,-10-3 2281,-15 2-2281,1-4 2200,-14 1-2200,-2-1 1049,-1-2-1049,-2-2 0,-11-10 0,4 1-916,-8-9 916,7 2 0,5 2 0,-1-2 0,4 5 0,-1-2 0,-1-4 0,-2-4 0,0 0 0,1 2 0,0-1 0,1 0-913,-1 0 0,0-1 0,-1 1 913,1-1 0,-1 0 0,1 2 0,-2-4 0,0 2-717,0 1 1,-1 0 716,0 2 0,0 0 0,-8-9 0,0 1 0,7 9 0,0 1 0,-5-5 0,-1-1 0,3 3 0,2 2-323,5 6 0,0 1 323,-4-5 0,2 0 42,-5-7-42,1 3 0,1 1 0,3 7 0,-1-1 0,-5-4 0,6 7 0,0 1 0,-7-3 0,5 5 1891,-5-2-1891,0 0 0,5 4 0,-5-3 0,0 0 0,5 3 1791,-5-3-1791,-1 2 0,5 3 1258,-6-2-1258,7 7 0,0-1 0,-2 3 0,-2 0 0,-13 0 0,-4 1 0,16 1 0,0 0-897,-22-2 0,-1 1 897,20 1 0,1 0 0,-4 0 0,-1 1 0,-3-1 0,-2 1 0,0-1 0,-6 1 0,9 0 0,-6 1 0,-4-1 0,0 0 0,1 1 0,5-1-638,0 1 1,3-1 0,0 1 0,-3 0 637,-4-1 0,-4 1 0,-3-1 0,1 1 0,2 0 0,6 0-213,-8 0 0,5 1 0,1 0 213,-4-1 0,0 1 0,-1 0 0,3 0 0,-1 0 0,-7 0 0,15 0 0,-4 1 0,-4-1 0,-2 0 0,0 1 0,1-1 0,3 1 0,3-1 0,-3 1 0,4-1 0,2 0 0,-2 1 0,-3 0 0,1-1 0,-3 1 0,-3-1 0,-1 1 0,0 0 0,2 0 0,4-1 0,4 1 0,-6 0 0,5 0 0,2 0 0,-1 0 0,-2 1 0,1-1 0,-1 0 0,0 1 0,0-1 0,0 0 0,0 0 0,0 1 0,0-1 0,-1 1 0,1 0 0,-1 0 0,1-1 0,-1 1 0,1-1 0,-1 1 0,0 0 0,0 0 0,0 0 0,0 0 0,0 0 0,1 0 0,-1 0 0,-3 1 0,6-1 0,-2 0 0,-2 0 0,0 1 0,1-1 0,2 1 0,-10 0 0,3-1 0,0 1 0,-2 0 0,9 0 0,-2-1 0,0 1 0,-1-1 0,0 1 0,0-1 0,0 1 0,0 0 0,-1 0 0,1-1 0,1 1 0,1 0 0,0-1 0,2 0 0,1 1 0,-1-1 0,-1 0 0,-1 1 0,-1 0 0,-1-1 0,-1 1 0,1 0 0,0-1 0,0 0 0,-1 1 0,1-1 0,0 0 0,1 0 0,1 0 0,-9 0 0,2 1 0,0-1 0,-2 1 0,9-2 0,-3 1 0,0 0 0,0 0 0,1 0 0,3-1 0,-7 1 0,2 0 0,2 0 0,-1 0 0,-1 0 0,1 0 0,-1 0 0,0 0 0,0-1 0,1 1 0,-1 0 0,0 0 0,2 0 0,-1 1 0,0-1 0,-3 0 0,7 0 0,-3 0 0,-1-1 0,0 1 0,1 0 0,2 0 0,-8 0 0,1 1 0,1-1 0,-3 0 0,10 0 0,-1-1 0,-1 1 0,-1 0 0,1 0 0,0-1 0,-8 2 0,0-1 0,0 0 0,1 0 0,2 0 0,-1 1 0,2-1 0,1 0 0,-3 0 0,1 0 0,-1 0 0,-2 1 0,1-1 0,0 0 0,1 0 0,0 0 0,0 0 0,2 0 0,1 0 0,-1 0 0,2 0 0,0 0 0,-1 0 0,1 0 0,-2 0 0,0-1 0,-1 1 0,2 0 0,0-1 0,0 1 0,1 0 0,1-1 0,1 0 0,-1 1 0,3-1 0,-1 0 0,-1 0 0,3 1 0,-1-1 0,0 0 0,-4 0 0,-5 0 0,11 0 0,-5-1 0,-2 0 0,-3 0 0,-2 1 0,0-1 0,1 0 0,1 0 0,2 0 0,3-1 0,4 1 0,-10 0 0,6 0 0,3 0 0,-2-1 0,-7 1 0,7 0 0,-5-1 0,-4 1 0,-2 0 0,-1 0 0,0 0 0,2 0 0,3-1 0,4 0 0,5 0 0,-9-1 0,5 0 0,4-1 0,0 1 0,-4-1 0,3 1 0,-5-1 0,6 0 0,-5 0 0,-1 0 0,2 0 0,4 0 0,-3 0 0,4 0 0,-2 0 0,3 0 0,-1 0 0,-1 0 0,0 0 0,2 1 0,-1-1 0,1 0 0,2 0 0,-3 1 0,2-1 0,-2 0 0,-10 0 0,-1 0 0,2 0 0,13 1 0,2 0 0,0 0 0,-13 0 0,-5 0 0,12 0 0,-5 1 0,-2-1 0,1 1 0,4 0 0,-1 0 0,4 0 0,-4 0 0,3 0 0,-4 0 0,-1 0 0,0 0 0,4 0 0,-6 2 0,3 0 0,2 0 0,7-1 0,1 1 0,-2-1 0,-9 1 0,-1 1 0,2-1 0,-3 1 0,0 1 0,3-1 0,-2 0 0,2 1 0,9-2 0,1 1 0,0 0 0,-9 1 0,-2-1 0,1 1 0,1 0 0,0-1 0,2 1 0,-7 0 0,0 0 0,7 0 0,-2 0 0,4-1 0,-4 0 0,3 0 0,1 1 0,0-2 0,1 1 0,2-1 0,2 0 0,0 0 0,-8 1 0,2-1 0,12-1 0,0 1 0,-4 0 0,0-1 0,-10 1 0,13-1 0,-2-3 0,16-1 0,2-2 0</inkml:trace>
  <inkml:trace contextRef="#ctx0" brushRef="#br0" timeOffset="-196499.73">11972 14779 5734,'-44'1'0,"1"0"0,10 0 0,-9 0 0,-1 1 0,6-1-1639,-3 0 1,-1 0 1042,2 0 0,-7 1 0,0-1 0,1 0 596,7 0 0,0 0 0,1-1 0,3 1-25,1-1 1,2 1 0,-3-1 24,-3 0 0,-3 1 0,-1-1 0,2 0 0,-5 0 0,2-1 0,2 0 0,-8 0 0,0 0 0,8-1 0,-2 1 0,1-1 0,2 1 0,0 0 0,-4 0 0,7 0 0,-5 0 0,0 0 0,0 0 0,2 0 0,-10-1 0,3 1 0,-3 0 0,3 0 0,-2 1 0,0-1 0,3 0 0,3 1 0,3 0 0,2 0 0,-8 1 0,-1-1 0,7 0 0,-2 1 0,1-1 0,-2 1 0,1-1 0,1 1 0,-8 0 0,1-1 0,6 1 0,-2-1 0,3 1 0,-4-1 0,2 0 0,-1 0 0,1 0 0,0-1 0,1 0 0,1 1 0,-2-1 0,5-1 0,-2 0 0,2 0 0,-6 0 0,0-1 0,7 1 0,-1-1 0,0 0 0,1 0 0,1 0 0,1-1 0,-7 0 0,1-1 0,7 1 0,-2 1 0,0-1 0,1-1 0,1 1 0,1 0 0,-5-1 0,-1 1 0,3 0 0,-5-1 0,0 1 0,5 0 0,-3 0 0,1 0 0,0 0 0,-2 0 0,2 0 0,-4 0 0,3-1 0,9 2 0,-1 0 0,-8-1 0,-4-1 0,3 1 0,9 0 0,-1 1 0,-9-1 0,-7-1 0,-1 1 0,10 2 0,-2 0 0,0 1 0,3-1 0,-1 0 0,2 0 0,-1 0 0,-12 0 0,-1 1 0,9 1 0,2 0 0,1 2 90,13-1 1,-1 0-91,-11 0 0,-10 2 0,6-1 0,12-1 0,-7 1 0,14-2 924,1 1-924,-25 2 0,20 0 2136,-20 3-2136,24-2 0,-12 4 0,7-1 0,-8 2 0,10-2 0,1 1 736,1-1-736,0 1 0,1 0 0,-16 6 0,14-5 0,-12 5 0,0 0 0,14-5 0,-1 1 0,0 0 0,7-2 507,-12 7-507,19-10 0,-4 1 0,8-2 747,1-2-747,0 0 396,2 0-396,0-1 107,-1 1-107,-1 0 0,1 0 0,-4 3 0,0-2 0,1 1 0,0-1 0,4-2 0,0 1 0,1 0 0,-1 0 0,2 3 0,0 0 0,0 2 0,0 0 0,-1 18 0,1-10 0,-1 13 0,1-15 0,-2 9 0,1-5 0,-1 7 0,1-5 0,0 14 0,-1-7 0,0 11 0,1 7-1246,1-10 1246,0 13 0,2 0 0,0-12 0,2 11 0,-1-15 0,3 11 0,-1-10-85,1 8 85,2-3 0,-4-9 0,3 6 0,-3-2 0,0-9-339,0 6 339,-1-10 0,3 9 0,-2-8 0,1 7 0,1-2 0,-2-5 0,1 6 1187,2 8-1187,-1 2 0,0 0-344,-1-5 344,-3-16 0,0 1 0,-1-2 0,2 6 0,-1-6 372,1 4-372,-1-6 0,3 3 0,-1-4 455,1 1-455,5 5 0,-4-8 0,4 6 0,-7-10 0,0 0 0,0 0 0,0 0 0,0-1 0,-1 2 0,2-2 0,6 10 0,-5-7 0,9 8 0,-9-12 0,2 3 0,-2-4 0,0 0 0,1 0 0,2 0 0,-1-1 0,3 1 0,2-1 0,-2-1 0,4 0 0,8-1 0,-8 0 0,20-2 0,-18 2 0,10 1 0,3 0 0,2 0-423,-6 1 1,-1-1 422,4 1 0,-8 1-329,3-1 329,1 1 0,1 0 0,14 2 0,-7 0-909,12 0 909,-12-1 0,2-1 0,1 1 0,1 0 0,9 2 0,3-1 0,-21-1 0,0-1-507,4 1 1,4 0-1,-5 0 507,13 1 0,-1 0 0,-1 0 0,0 1 0,-15-3 0,0 1 0,13 1 0,4 1 0,-5 0 0,-11-2 0,-1 0 0,12 1 0,5 0 0,-6 0 0,-10-1 0,-1-1 0,14 2 0,1-1 0,-8-1 0,-2-1 0,-6 0 0,1 0 0,6 1 0,2-1 0,0-1 0,-1 1 0,-7 0 0,0-1 0,6 1 0,2-1 0,8 0 0,-2 0 0,-14 0 0,0-1 0,13 1 0,1-1 0,-11 0 0,-3 0-311,17 0 311,-18 0 0,3 0 0,6-1 0,5 1 0,-6-1 0,-7 0 0,-1 1-278,9-1 1,4 0 0,-6 0 277,-2 0 0,-1-1 186,0 1-186,1-1 0,-1 1 0,16-3 0,-11 1 0,12-1 0,1 0 0,-11 0 0,-6 2 0,1 0 0,-5 1 0,-1 0 0,-1 1 0,1-1 0,19 0 0,-4 1 0,-11 1 0,9 0 0,-4 0 0,-8 1 0,7-1 0,-11 1 0,12-2 0,-7 1 0,9-1 0,-10 0 0,1-1 0,1-1 0,1 0 0,1-1 0,15-3 0,-10 0 0,11-1 0,0 0 0,-11 2 577,10 0-577,-16 2 0,0 1 446,0 1-446,-1-1 0,0 1 0,6-1 0,1 0 0,5-1 0,-5 0 0,1 0 0,-11 1 0,-2-1 0,16-1 0,2 0 0,10 0 0,-4 1 0,-7 2 0,0-1-296,4 0 0,4 0 0,-6 1 296,-9 1 0,-5 1 0,15-1-447,-1 1 447,1 1 0,0 0 0,0-1 0,1 1 0,0-1 0,-2-1 0,2 1 0,-14-2 0,1 0 0,16-1 0,-15 0 0,3 0 0,-3-1 0,-5 1 0,-2 0 0,15-2 0,0 0 0,-10 1 0,-1 0 0,14-2 0,-15 2 0,0 0 0,-2 0 0,-1 0 0,14-3 0,-14 2 0,0 1 0,9-1 82,-2 0-82,1-1 0,0 1 0,-1-1 0,-8 1 0,1 1 0,14-2 0,-14 1 0,1-1 0,1 1 0,0-1 0,13-3-226,-13 3 0,-1 1 226,10-3 0,-2 1 1218,0 1-1218,0-1 0,-1 2 0,14-3 0,-12 3 0,9-3 0,-3 2 0,-11 1 0,7 0 1022,-15 3-1022,5 0 0,-7 2 0,1-1 0,6 2 0,-16-1 716,9 2-716,-17-2 1304,-2 0-1304,1-1 982,-1 1-982,1-1 0,-4 4 0,2-2 0,-2 1 0,6-6 0,-2 1 0,4-4 0,2 1 0,-1-1 0,3-1 0,2-2 0,-2 3 0,3-4 0,-4 3 0,2 1 0,3-4 0,-3 3 0,3-4 0,4-4 0,5-2 0,-1-1 0,1 3 0,0-1 0,-9 7 0,9-6 0,-12 9 0,6-4 0,-6 4 0,3-2 0,-5 3 0,-3 2 0,1-1 0,-1 0 0,-2 2 0,1-1 0,-3 1 0,-1 2 0,2-1 0,-2 0 0,2-1 0,-1 0 0,1-2 0,-3-3 0,1 2 0,-1-2 0,0-1 0,-1 3 0,1-4 0,-2 4 0,-2-7 0,1 3 0,-3-4 0,-3-4 0,1 4 0,-2-7 0,2 4-280,0-3 280,-1-1 0,0-3 0,-2-2 0,-4-17 0,4 10 0,-4-12 0,1 4 0,3 11 0,-4-8 0,3 9 0,-1 1 0,-1-2-430,2 3 1,0 1 429,2 8 0,2 0-218,-1 0 218,1-1 212,-3-9-212,2 5 0,-1-6 0,2 1 0,1 8 0,1-4 0,-4-3 0,4 14 0,-4-10 858,4 16-858,-2-1 244,-1 1-244,-2-1 43,-1 0-43,-4 0 0,-2-1-547,-5-1 547,-5 1-1036,-5-1 1036,-5-1-1424,-6 2 1424,19 4 0,-1 1-660,-1 0 1,-2 1 659,-1-1 0,0 1-520,-3 0 1,1 0 519,-2 1 0,0-1 0,-1 0 0,1 1 0,0 0 0,-2-1 0,3 1 0,-2 0 0,2 0 0,-5 0 0,0 0-47,6 1 1,-2-1 0,3 1 0,-2-1 0,2 1 0,-1 0 0,1 0 0</inkml:trace>
  <inkml:trace contextRef="#ctx0" brushRef="#br0" timeOffset="-195255.73">14351 14857 5734,'32'-2'0,"-1"-1"0,-1 1 0,1-1 0,1 1 0,2 0 0,-2 0-811,-1 0 1,3 0 810,2 0 0,6-1 0,1 0 0,-6 1-1385,1-1 1,-1 1 1384,-1-1 0,3 1 0,4-1 0,-6 0 0,4-1 0,1 0 0,-1 0 0,-5 1-448,0 0 0,-3 0 0,3 0 448,2 0 0,5-1 0,2 0 0,-3 0 0,-6 1 0,4-1 0,-3 1 0,2 1 0,0-1 0,0 0 0,0 0 0,1 1 0,0 0 0,-1 0 0,2 0 0,-3 0 0,3 0 0,-2 1 0,6 0 0,0 0 0,-6 0 0,2 0 0,-3 1 0,4 0 0,-3 0 0,2 0 0,-1 0 0,-1 0 0,2 0 0,-4 0 0,1 0 0,2 0 0,-3 0 0,2 0 0,1-1 0,-3 1 0,6-1 0,-1 1 0,0-1 0,6 0 0,1 0 0,-6 0 0,-6 0 0,-4 0 0,2 0 0,-1 0 0,-1-1 0,0 1 0,-2 0 0,1 0 0,12-1 0,0 1 0,-11 0 0,0 0 0,9 0 0,0 0 0,-15 1 0,1 0 0,6 0 0,3 0 0,-3 0 0,-1 1 0,1 0 0,2 0 0,6 0 0,0 0 0,-6 1 0,-1-1 0,-1 0 0,1 1 0,3-1 0,-1 1 0,7-1 0,-3 0 0,-9 0 0,2-1 0,11 1 0,6 1 0,-4-1 0,-9 0 0,0 0 0,1 0 0,2 0 0,0 1 0,-7-1 0,0 1 0,-1-1 0,6 1 0,2-1 0,-6 1 0,1-1 0,1 1 0,4-1 0,-1 1 0,0 0 0,-7-1 0,-2 0 0,2 1 0,9 0 0,3 0 0,1 0 0,-8 0 0,1 0 0,0 0 0,-2 0 0,3-1 0,-2 1 0,10 0 0,-14-1 0,6 0 0,6 0 0,3 1 0,4-1 0,1 0 0,1 0 0,-1 0 0,-1 1 0,-4-1 0,-3 0 0,-5-1 0,4 1 0,-6 0 0,-2 0 0,0 0 0,2-1 0,6 1 0,-6 0 0,4 0 0,4 0 0,2-1 0,2 1 0,1 0 0,-1 0 0,-1 0 0,-3 0 0,-2 0 0,-5-1 0,-5 1 0,12 0 0,-8-1 0,-3 1 0,2-1 0,1 1 0,0 0 0,0 0 0,0 0 0,-1 0 0,-1 0 0,1 0 0,-1 1 0,10-1 0,0 1 0,1-1 0,-5 1 0,3 0 0,-1 0 0,-2 0 0,-1 0 0,-2-1 0,1 1 0,6 1 0,2-1 0,-3 1 0,3-1 0,-4 1 0,-16-1 0,-2 0 0,2 0 0,-6 0 0,-15-2 0,-11-1 0</inkml:trace>
  <inkml:trace contextRef="#ctx0" brushRef="#br0" timeOffset="-163512.73">7357 17149 5734,'1'-6'0,"1"2"0,4 1 0,3 1 0,3 3 0,3 2 0,5 7 0,-3-2 0,7 3 0,3 0 0,-6-4-346,7 1 346,-9-4-113,-1 0 113,0-1 0,6-1 0,-7-1 0,13-2 0,-16 1 0,4-2 0,-6 0 0,-5 1 0,3 0 0,-1 1 341,-1 0-341,31 4 0,-22-3-88,23 3 88,-29-4 0,3 0 0,6-3 0,-4 2 0,6-2 0,4 1 0,-8 1 0,12 0 0,1 2 0,-8-1 0,1 1 0,0-1 0,-1 0 0,-5-1 0,6 0 0,-6-1 0,7-1 0,-6 0 0,22-5 0,-19 3 0,12-3 0,-6 2 0,-6 0 0,6-1 0,2 0 0,-9 2 206,8 0-206,-3-1 0,-6 2 0,5-2 0,7 1 0,-13 2 0,12-2 0,-8 1 0,-6 0 0,6 1 0,4 0 0,-9 2 0,16-3 0,3 0 0,-11 1 0,4-1 0,0 0 0,-4-1-402,-5 0 402,6 1 0,0-1 0,-6 3 0,6-1 0,6 2 0,-13 1 0,12-1 0,6 4 0,-16-1 0,17 1 0,-22 0 0,1-1 0,7 1 0,-6-1 0,5 2 0,0-1 0,-6-1 0,5-1-52,-6 1 52,-1 1 0,-1 0 0,0 1 0,10 3 0,-10-2 0,17 5 0,-17-6 0,7 3 0,-3-3 0,-4-2 0,6 1 0,2-1 0,-4 0 0,5-1 0,0 1 0,-6-1 399,7 0-399,-1-1 0,-5-1 55,5 1-55,1-3 0,10-2 0,-11 2 0,1 0 0,14-3 0,8 2-673,-26 2 673,7 0 0,-1 1 0,-6 0 0,5 0 0,-8 0-321,9-1 321,-7 0 0,8-1 0,-9 1 0,6-3 0,1 0 0,4-1-456,-2 1 0,-1-1 456,-2 0 0,2 0 0,10-2 0,-8 2 0,8-1 0,-1 0 0,-8 3-554,7-2 554,-11 3 0,10-1 0,-6 1 0,6-1 0,3 0 0,-8 1 0,9-2 0,-10 2 0,1-1 0,0 1 0,1 0 0,1-1 0,-1 1 0,2 1 0,-1-1 0,2 1 0,14 0 0,-12 0 547,12 0-547,-3 0 0,0 0 0,2 0-142,-1 0 0,-1-1 142,1 0 0,-15 0 0,2 1 0,7-2 0,1 1 0,-7 0 0,-1 0-36,-2 0 1,-3 1 35,1 0 0,1-1-10,0 1 10,0 0 0,-1 1 0,0 0 0,0 0 0,-1 0 0,13 1 0,-10 0 0,10-1 0,0 2-133,4-1 133,-7-1 0,0 0 0,-11 0 0,-1 0 279,5 0 1,2-1-280,9 0 0,0 0 0,6-1 350,-6 2 0,2-1-350,-9 2 0,-2 1-711,10 0 711,-10 0 0,1 0 0,-7 0 0,-2-1 0,14 1 0,-14-1 0,2 0 0,9 0 0,-1-1 0,10 0 0,-10 0 0,5-1 0,-5 1 0,14-2 0,-12 1 0,5 0 0,-5 0 0,-10 1 0,-1 0 0,13 0 0,2-1 0,-9 1 0,-2 1 0,17-1 0,-17 1 0,2 0 0,-1 0 0,-1 1 0,17 0 0,-17 0 0,2 0 0,8 1 0,0 1 0,-15-2 0,2 1-536,7 1 0,8 1 0,3 1 0,-1-1 0,-8 0 536,2-1 0,0 1 0,0 0 0,7 1 0,0 0 0,-7-1-579,-1 0 1,-5 0 578,-5-2 0,0 1-17,7 1 0,2-1 17,-1 1 0,0-1 0,-8-1 0,0 1 0,8 0 0,1 0 0,11-1 0,-2 1 0,-14-2 0,-1 1 0,15-1 0,4 1 0,-8-2 0,2 0 0,-4 0 0,-4 0 0,0 0 0,6 0 0,3 0 0,-5 0 0,-12 0 0,-2 1 0,19 0 0,0 1 0,-17-1 0,1 0 46,13 2 0,-2-1-46,-3 1-92,10 3 92,-14-3 0,-3 2 0,-2-1 0,-1 1 1460,9 2-1460,-17-4 0,-5 0 1749,1-1-1749,-6 1 1298,-1-2-1298,-1 2 1227,-2-2-1227,-1 1 0,-2-2 0,-5 2 0,-7-3 0,-1-1 0,-2-3 0</inkml:trace>
  <inkml:trace contextRef="#ctx0" brushRef="#br0" timeOffset="-161887.73">3520 8698 5734,'-12'-8'0,"-1"-1"0,-2 0 0,-3 0 0,-2 0 0,-18-5 0,5 4-393,10 3 1,-2 0 392,-6 0 0,1 1-836,5 1 1,-1 0 835,-8-1 0,-3 0 0,-3 0 0,0 1 0,8 1 0,0 0 0,-10-1 0,-1 1 0,-2 1 0,2 1 0,9 0 0,0 0 0,-9 2 0,-2-1 0,1 2 0,1 0 0,10 2 0,0-1 0,-8 1 0,-1 2 0,2 1 0,3 1 0,9-1 0,0 0 0,-7 2 0,0 1 0,5 2 0,2 1 0,6-1 0,1 0-265,-5 4 0,0 4 265,2 7 0,2 2 0,6-5 0,0 4 0,2 2 0,0 6 0,0 3 0,2-2-801,2 4 0,2-1 0,0 2 801,0-5 0,0 2 0,1 0 0,1-1-115,2 5 0,1-1 0,1-1 115,2 6 0,0-1 0,2 1 0,1 2 0,2-3 0,1 2 0,0-2 0,0-9 0,0-3 0,1 2 0,1 9 0,2 1 0,3-1 0,2-4 0,3-1 0,1-2 0,4 5 0,2-2 0,-4-6 0,2 0 0,5-3 0,0-7 0,5-2 0,2-3 0,4-3 0,4-5 0,5-6 0,2-2 0,0 0 0,-2 1 0,-7 2 0,-1 1 0,0 0 0,0-2 0,2-3 0,-1-4 0,3-2 0,1-2 0,-1-2 0,-3-1 0,-5-1 0,8-6 0,-5-3 0,-1 0 0,3-3 0,-1-1 0,1-1 0,-11 5 0,1-1 0,-1 0 0,-1-2 0,0 1 0,0-1 0,0-1 0,0-2 0,-1-2 0,2-3 0,-1-2 0,-1 1 0,-2 1 0,0-1 0,-2 2 0,-1-1 0,0-2 0,0 1 0,0-2 0,-1 0 0,-1-2 0,-3 0 0,-1-9 0,-3-2 0,-3 0 0,-1 2 0,0-3 0,-2 2 0,-2-2 0,-2 2 0,-1-2 0,-2 0 0,-3 4 0,-3 2 0,-3 2 0,-3 1 0,-1 0 0,-2 1 0,-2 1 0,-1 2 0,-3 0 0,-1 2 0,-1 1 0,-2 1 0,-1 1 0,-1 1 0,-2 2 0,0 1 0,-1 1 0,-2 2 0,1 1 0,-2 0 0,1 2 0,-2 1 0,1 2 0,-1 1 0,1 1 0,0 0 0,0 2 0,-1 0 0,-9-1 0,-3 0 0,4 2 0,-5-1 0,1 2 0,9 2 0,-1 0 0,3 2 0,4 2 0,3 1 0,-20 0 0,12 5 0,5 1 0</inkml:trace>
  <inkml:trace contextRef="#ctx0" brushRef="#br0" timeOffset="-159226.73">25222 9753 5734,'-42'-11'0,"0"1"0,1 0 0,1 0 0,7 3 0,-2 1-1093,-1-1 1,-4 0 0,2 1 297,6 1 1,1 0-1,-2 0 770,-10-2 1,-4 0 0,3 0 24,9 2 0,0 0 0,1 1 0,-3-1 0,0 0 0,-1 0 0,0 1 0,0-1 0,-5 0 0,5 1 0,-4 0 0,-4 1 0,0-1 0,2 0 0,3 1 0,-3-1 0,5 0 0,-2 1 0,-8-1 0,12 2 0,-5-1 0,-4 0 0,-4 0 0,-3 0 0,0 0 0,-1 0 0,1 1 0,2-1 0,3 0 0,3 1 0,5 0 0,-12 0 0,7 0 0,3 0 0,-2 0 0,-6 0 0,10 1 0,-5-1 0,-3 0 0,-2 0 0,0 0 0,0 0 0,2 0 0,2 1 0,4-1 0,4 1 0,-7 1 0,6-1 0,1 1 0,-5 0 0,3 1 0,-4 0 0,-2 0 0,-1 0 0,0 0 0,2 0 0,4 1 0,-1-1 0,4 0 0,0 1 0,0-1 0,-4 1 0,2-1 0,-3 1 0,-2 0 0,0 0 0,0 0 0,2 1 0,2-1 0,-5 2 0,2 0 0,1 0 0,2 0 0,1 0 0,-1 0 0,3 0 0,-1 1 0,-1-1 0,2 0 0,-2 1 0,0 0 0,0 0 0,1 0 0,-5 2 0,1 1 0,1-1 0,2 0 0,-2 1 0,2-1 0,-1 2 0,5-2 0,-2 1 0,1 0 0,1 1 0,-6 2 0,1 1 0,4 0 0,-5 0 0,-1 2 0,9-2 0,-3 3 0,0-1 0,6-1 0,0 0 0,2 0 0,-6 4 0,-3 2 0,7-3 0,-2 4 0,10-7 0,2 0 0,-2 3 0,8-5 0,-2 2 1609,4-3-1609,5-4 3030,-2 2-3030,1 0 911,1-2-911,-2 2 184,-14 6-184,13-7 0,-12 5 0,16-9 0,1 1 0,0-1 0,0 1 0,-5 4 0,2-2 0,-5 4 0,-4 4 0,2-3 0,-6 6 0,3-2 0,-1 0 0,-2 3-391,2-1 0,1-1 391,2-1 0,0 1-460,1 1 460,-2 3 0,-11 14 0,6-4 0,7-10 0,0 3 0,-1 4 0,1 1-838,3-5 0,1 0 838,-5 7 0,2 4 0,3 4 0,1 4 0,1-3-961,2-6 1,1 1 960,-1 5 0,0 4 0,2-5 0,4-12 0,2-3-179,0 1 0,0 1 179,2 22 0,0-2-147,1-14 0,1-1 147,3 16 0,-2-18 0,1 1 0,2-1 0,1-1 0,5 14 0,-4-14 0,2 0 0,2 0 0,0-2 0,10 15 0,-7-15 0,2 1 0,3 0 0,0-2 0,-3-5 0,1-1 0,3 5 0,8 1 0,0-5 0,9 1 0,4-1 0,-2 0 0,-5-3-81,-1 0 0,-4-4 0,4 3 81,-2-2 0,5 3 0,2 0 0,0 0 0,-2-1 0,-5-5 0,2-1 0,-4-3 0,2 0 0,6 0 0,3 1 0,1-1 0,-2 0 0,4 0 0,-2 0 0,3 0 0,-2-1 0,2 1 0,1-1 0,0 0 0,-6 0 0,0-1 0,1 0 0,-1 0 0,-2 0 0,2 0 0,-2 0 0,0 0 0,3 0 0,-2 0 0,3 1 0,0-1 0,1 1 0,-1-1 0,0 1 0,1-1 0,-1 1 0,0-1 0,-2 1 0,0-1 0,-3 0 0,1 0 0,7 1 0,-9-2 0,6 1 0,3 1 0,2 0 0,1-1 0,-1 1 0,-1-1 0,-4 0 0,-4 0 0,3 0 0,-6-1 0,-1 0 0,1 0 0,4 0 0,-2 0 0,3 1 0,3-1 0,1 1 0,-1 0 0,-1-1 0,-4 0 0,-4 0 0,16 0 0,-8-1 0,1 0 0,2 0 0,-1-1 0,0 1 0,0-1 0,0 0 0,-1-1 0,-1 1 0,0-1 0,2 0 0,-2-1 0,3 1 0,0-1 0,-3 0 0,2 0 0,-2 0 0,1 0 0,-4 0 0,2 0 0,0-1 0,-1 0 0,-4 1 0,-1-1 0,0 0 0,-2 0 0,2 0 0,-3 0 0,2 0 0,7-1 0,1 0 0,-1 0 0,-7-1 0,0 0 0,-3 0 0,5-1 0,-1-1 0,8-2 0,-2 0 0,-15 0 0,-2 0 0,8-6 0,0-2 0,-8 3 0,0 0 0,5-5 0,1-3 0,1-4 0,-3-1 0,-5 5 0,-1-1 0,9-9 0,0 0 0,-9 7 0,1-2 0,-2 1 0,4-4 0,2-2 0,-2 0 0,-2 4 0,0-2 0,-2 3 0,3-5 0,-4 3 0,3-5 0,3-2 0,-1-2 0,0 1 0,-3 2 0,-4 5 0,2-6 0,-4 4 0,0-3 0,3-3 0,1-4 0,0-1 0,-4 1 0,-1-6 0,-5 10 0</inkml:trace>
  <inkml:trace contextRef="#ctx0" brushRef="#br0" timeOffset="-159226.73">25399 10058 0,'-18'-32'0,"-4"3"0,-7 3 0,-3 7 0,0 1 0,-7-5 0,-2 2 0,4 4 0,-2-1 0,-2 3 0,-3 1 0,-1 2 0,1 2 0,9 0 0,0 2 0,0 0 0,-12-3 0,1 1 0,0-1 0</inkml:trace>
  <inkml:trace contextRef="#ctx0" brushRef="#br0" timeOffset="-158090.73">23451 12375 5734,'7'-19'0,"-1"2"0,0 3 0,-1 3 0,-1 4 0,-3 9 0,-3 7 0,-3 11 0,-2 4 0,-1 2-536,2-4 0,-2 2 536,-2 10 0,-1 3 0,-2 8 0,1 0-1333,2-9 1,0 1 1332,2-6 0,0 2 0,1 0 0,1 0 0,1 0 0,0-1 0,0 4 0,1 1 0,0 10 0,2-1-635,2-16 0,0-1 635,2-1 0,0 0-359,0-2 0,1-1 359,3 22-9,0-6 9,1-6 1348,-1-5-1348,-1-6 1388,-2-5-1388,0-4 1152,-1-4-1152,-1-3 1140,-6-8-1140,-9-17 0,-6-23 0,2 1-292,9 15 1,1 0 291,1-6 0,2 0 0,-1-1 0,0-9 0,1 9 0,0-1 0,1-15 0,0 12 0,2-9 0,-1 7 40,2 4-40,0-7 0,0 17 0,1 5 0,0 13 0,0 2 0,0 2 1249,0 6-1249,-2 7 0,0 3 0,-3 4 0,-7 20 0,2-11 0,-2 7 0,0 1 0,0-2 0,-1 3 0,1 0-1003,2-6 1003,-2 13-693,5-17 693,4-8 0,-1 3 0,2-7 0,0-6 0,1 1 928,0-4-928,1-5 768,0-6-768,0-3 0,1-17 0,0-3 0,-1 3-358,1-3 1,0 1 357,-1 7 0,-1 0-148,0 0 148,0 0 0,-2-8 0,1 7 0,0-5 0,-1 3 0,1 7 0,0-4 0,-2-1 0,3 11 0,-1-6 0,1 12 0,0 1 0</inkml:trace>
  <inkml:trace contextRef="#ctx0" brushRef="#br0" timeOffset="-157463.73">23309 12465 5734,'1'-7'0,"0"1"0,0 3 0,1 11 0,-1 3 0,1 11 0,-3 23 0,0-5-466,-1-11 1,1 3 465,-1 7 0,0-1-1107,1-7 1,0 1 1106,-1 10 0,0 2 0,1 2 0,1-2 0,-1-9 0,0 0 0,1 9 0,0 1 0,-1-3 0,0-2 0,1-10 0,-1 0 0,1 6 0,-1 1-614,1 4 0,0-3 614,1-7 0,-1-2 0,0-10 0,1-29 0,-2-7 0,0-8 357,-1-7-357,0 3 0,0-1 261,-1 6 1,1-1-262,-1-8 0,0-1 0,1 9 0,-1 2 427,-1-24-427,-1 2 0,2 4 0,0 9 0,0 1 0,0-2 0,-2-13 0,4 36 0,0 7 264,2 5-264,1 14 0,2 2 0,1 11 0,4 12 1228,0-8-1228,-2-3 0,1 0 148,1 5-148,4 10 0,-5-4 0,-4-11 0,-2 8-96,-4-16 1,-2-3 0,-2-2 0</inkml:trace>
  <inkml:trace contextRef="#ctx0" brushRef="#br0" timeOffset="-157002.73">23005 12973 5734,'10'2'0,"-1"1"0,2 3 0,10 9 0,-6-4 0,10 8 0,-11-6-350,1 2 350,1 1 0,11 19 0,-10-12 0,1 4 0,-1 1 0,-2-2 0,0 3 0,-1 0 0,-3-5 0,2 2 0,-1 0 0,-2-7 0,9 14 0,-13-22 0,4 1 0,18-31 0,-12 7 0,1-4 0,1-1 0,10-13 0,-5 5 0,9-8 0,-14 15 0,-1 1-901,10-8 901,7-6 0,-6 6 0,-9 8 0,1-2 0,-9 10 0,-7 3 0,-1 2 0</inkml:trace>
  <inkml:trace contextRef="#ctx0" brushRef="#br0" timeOffset="-156877.73">23876 13339 5734,'-4'-5'0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08T01:45:51.06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1398 7328 8162,'-4'-3'810,"2"1"-360,2 0-360,4 7-90,-3-4 0,3 5 90,-3-6-90,0 0 0,-1 2 89,1 1 1,0 0-90,1 1 90,-1-1-90,1-1 180,0 1-90,-2-1-90,2-1 90,-1 1 180,0-1-180,0 0 90,0 0-90,2 2 360,-1-1-361,0 1 91,0-1-90,-2 1 180,4-1-90,-4 1 0,2 2-180,-1-3 180,3 5-180,-1-3 90,2 2 0,-3-4 180,8 8-180,-11-5 0,6 5-1,-10-7 1,1-1 0,7 1 0,2-1 0,4 2 0,-1-2-90,0 2 90,-2-1 0,3-1 0,-4 1 0,5 0 0,-5 0 360,6 2-360,-5-4 90,2 2-91,-3-3 181,1 1-180,-1 0 0,1 0 180,2 3-180,-2-4 90,3 4-90,-2-4 0,0 0 0,-1 0 90,-1-3 90,2 1-181,-1-1 1,1 0 90,-2 1-90,0 0 0,0 2 0,0-1-90,0 1 90,0 0-90,0 0 0,1 0 90,4 0-90,-2 0 0,3 0 0,-4 0 90,1 0-90,1 0 90,5 0 0,-4 0 0,9 0-90,-12 0 0,6 0 0,-7 0 0,1 0 0,-2 0 90,0 0-90,2 0 0,-1 0 0,1 0 90,0 0-90,-1 0 0,1 0 90,-1 0-90,-1 0 0,1 0 180,-1 0-180,0 0 0,0 0 0,0 0 90,0 0-90,2 1 89,-1 0 1,5 3-90,-3-3 0,4 3 0,-4-3 90,1 2-90,-2-2 0,1 0 0,2 0 90,-1 1 0,2-1-90,-1 0 0,-1-1 0,2 0 0,-4 0 90,1 0-90,0 0 0,0 0 0,4 2 0,-4-1 0,4 1 0,-1-2 0,0 1 0,0 1-3277,8 0 3162,-8-1 115,8 1 0,-9-2 0,0 0 0,0 0 0,4 0 0,-3 1 0,4 0 0,-5 0 0,5 1 0,-2-2 0,7 0 0,-5 1 0,1-1 0,-3 1 3276,-3-2-3160,0 1-116,0-1 0,0 1 0,-1 0 0,3 0 0,-3 0 0,2 0 0,1-2 0,-3 2 0,2-1 0,-3 1 0,6 0 0,-3 0 0,8 0 0,-7 0 0,16 0 0,-13 0 0,10 0 0,-12 0 0,5 0 0,-4 0 0,8-1 0,-9 1 0,11-1 0,-12 2 0,7-1 0,-4 1 0,-3 0 0,3-1 0,-3 2 0,-2-2 0,1 0 0,11 0 0,-9 0 0,10-2 0,-13 1 0,0 0 0,0 0 0,4 1 0,-4 0 0,13-3 0,-13 2 0,8-2 0,-10 2 0,1 0 0,1 0 0,10-1 0,-6 1 0,7 1 90,-3 0 0,-4 0-90,4-1 180,6-2-180,-9 2 270,14-3-180,-14 3 0,5-1 0,-6-1 90,0 1-90,-1-1 0,1 1-90,-2-1-739,1 1 829,-1-1-90,1 1 0,5-1 0,-4 2 0,3-1 90,-6 2-90,-2 0 738,-1-1-738,-1 1 90,0-2-90,-1 1 90,2-2 0,-1 1-1949,1-1 1948,-1 1 1,2-1-90,-1 1 90,0-1-90,0 2 90,-1 0-90,1 1 90,-1 1-90,1-1 0,-1 0 1950,1-1-1950,0-2 90,1 1-90,1 1 90,0 0 0,1 3 90,10-6-3457,-8 2 3252,7-2-1,-11 1 26,1 1 90,-1-1-90,0 2 0,-1 0 90,1 1 3186,-2 1-3083,0 0-155,-1 0-38,0 1 0,1-2 0,-1 0 0,2 0 0,-2 0 90,4 0-90,-1 0 90,0 0-90,1 0 0,-2 0 90,-1 0-90,1 0 0,-1 0 90,4 0-90,-2 0 0,1 0 0,1 0 0,-2 0 0,1-2 0,2 2 0,-3-1-519,3 1 609,0 0-90,-2 0 0,2-1 0,-4 1 0,0-3 0,-1 3 0,1-1 0,-1 1 0,1 0 0,-1 0 0,1 0 0,3 0 0,-3 0 0,3 0 519,-4 0-429,2 0-90,0 0-1826,3 0 1826,-1 0 0,1 0 0,-2 0 0,6 0 0,-5 0 0,4 0 0,0 0 0,-4 0 0,5 0 1826,-6 0-1826,2 0 0,0-1 0,-1 1 0,6-3 90,-5 3-90,5-1 0,2 1 0,-4 0 0,6 0 0,-6 0 0,0 0 0,0 0 0,-1 0 0,5 0 0,-6 0 0,4 0 0,-3 0 0,-2 0 0,4 0 0,-3 0 0,-2 0 0,0 0 90,2 0-180,2 0 90,12 0-1447,-11 1 1447,9 1 0,-17 0-440,3-1 440,0 2 0,-2-2 90,8 2 0,-6-2 0,4 0 90,-1-1 1285,-3 0-1375,4 0 0,-2 0 512,-3 0-422,9 1-180,-8-1 0,5 2 90,-5 0-90,-1-2 0,2 4 0,-2-4 0,5 1 0,-4-1 0,8 0 0,-8 1 0,3 1 0,2 1 0,-4 0 0,4 1 0,-5-3 0,5 1 0,-4 0 0,11-1 0,-9 0 89,4-1-89,0-3 90,-3 1-90,4-3 90,-4 6 90,6 1 0,-6 1 0,10 0-90,-12-2 180,14-1-270,-13 0 90,9 0 0,-11 0 0,2 0-365,0-1 365,1 0 270,6-3-270,-4 2 0,5 0 0,-7 1 0,-1 0-90,-2-2 90,-1 2-90,1 0 90,-2 1 0,4 0-334,-6 0 424,8 0-90,-7 0 0,5 0-90,-4 0 90,0-2-90,0 2 90,14-2-90,-8 2 90,26-1-90,-26 1 788,11 1-788,-17-1-3277,1 2 3162,0-3 115,3 1 90,7-1-90,-5 1 0,6 1 0,-3 0 0,-4 1-180,3-2 180,-5 1 0,-1-1 0,0 2 0,-1-2 0,3 2 0,-4-1 0,3 0 0,-2 3 0,-2-2 90,8 1-90,-8-2 3276,5 0-3160,-2-1-116,-2 2 89,3-2-89,1 2 90,-5-2-90,3 4 0,-4-4 90,3 2 0,-3-2-90,3 1 0,-4-1 90,8 2-90,-7-2 0,6 1 0,-8-1 0,1 0 0,4 0 0,-2 0 0,5 0 0,-6 0 90,8 0-90,-5 0 90,3 0 0,-5 0 0,-1 1 90,3 2-90,-1-2-90,1 0 90,-3-2-90,0 0 0,8-4 0,-5 4 90,7-3 0,-9 4 90,3-4-180,-3 3 0,7-4 0,-6 2 0,6-2 0,-10 4 0,3-1 0,-2 2 0,-1 0 0,7 0 0,-3 0 0,3-2 0,-1 2 0,13-2 0,-8 2 0,15-4 0,-17 3 0,11-3 0,-11 2 0,7-1 0,0 1-3049,-6 0 3049,6 1-2382,-7 1 2382,0-1 0,0 0 0,0-2 0,7 2 0,-6 0 0,6 1 0,-1 0 0,-6 0 0,4-2 2039,-6 1-2039,-1 0 3276,1-2-3160,0 2-116,8-3 0,-5 3 0,6-1 0,2-1 0,-6 2 0,8-3 0,-9 3 0,0 0-573,0-1 573,-2 1-134,9-1 134,-6 0 0,6 1 0,0 1 0,-6 0 0,4-1 0,-2-2 0,-4 1 0,4-2 0,10 2-2571,-11-1 2571,12 1 0,-14-1 211,-1 1-211,-1-1 101,0 1-101,0 0 0,0 1 0,-1 1 0,-1 0 2687,5 0-2687,-4 1 0,4-1 0,-5 3 279,-1-2-279,1 2 0,10-1 0,-7-1 0,18 1 0,-18-2 0,16 0 0,-18 0 0,7 1 0,-11 0 0,6-1 0,-5 0 0,8-2 0,-8 0 0,3 1 0,1 1 0,-3 0 0,4-1-3277,-4 0 3162,2-2-37,0 1 152,0-1 0,5-1 0,-5 2 0,13-3 0,-14 3 0,6 0 0,-10 1 0,-2 1 3276,14-4-3235,6 2-41,0-2 227,-2 0-227,-12 2 0,0-1-300,0 1 300,1-2 0,4-1 0,-4 1 0,4-1 0,-1 1 0,-5 2 0,4-2 0,-6 2 0,7-2-2077,-6 2 2077,6 0 237,-8 2-237,1-1 0,3 1 0,-2-1 0,3 1 0,-4 0 0,7 0 2140,-5 0-2140,11 0 0,-11 0 0,4 0 0,-1 1 0,-4 0 0,3 2 0,-4-1 0,2 1 0,-1-1 0,1 1 0,10-1 0,-6 1 0,6-1 0,0-1 0,-6 2 0,4-3 0,-7 1 0,-1-1 0,2 0 0,0 0 0,5 0 0,-5 0 0,3 0 0,-3 0 0,-3 0 0,5 0 0,7 0-3277,-6 0 3162,10 0 115,-3 0 0,-5 0 0,27 0-2269,-27 0 2269,17 0 0,-25 0 0,11 0 0,-9 0 0,9 0 0,-4 0 2269,-3 1-2269,3-1-1105,-3 2 1105,-3-2 2845,2 0-2845,4 1 0,-4-1 0,4 1 0,6 2 0,-10-1 0,8 2 0,-11-3 0,0-1 0,1 0 0,2 0 0,-1 0 0,1 0 1652,1 0-1652,-3 0 0,4 0 0,-5 0 0,1 0 0,-1 0 0,0 0 0,4 0 0,-6-1 0,8 1 0,-13-1 0,3 1 0,-4 0 0,-1 0 0,0 0 0,0 0 0,0 0 0,1 0 0,1 0 0,-2 0 0,1 0 0,-1 1 0,1 0 0,0 0 0,-1 1 0,0-2 0,-5-4-360,-2 3-1279,-21 0 1,-5-1-1639,0 1 1638,-3 0 1,-1 1-1639,-9-5 2457,9 0 1,-11-3 0,14 1 0</inkml:trace>
  <inkml:trace contextRef="#ctx0" brushRef="#br0" timeOffset="18814">16764 9400 8432,'4'-2'1709,"-1"-1"-1439,-2 1-90,-1-1 450,0-2-540,0 2 89,0-1 1,0 1-90,1 1 90,0-1 0,1 1 0,-1-1 0,-1 1 90,1-1-90,0 1 179,3-3-179,-1 1 0,0-1 90,0 1 0,-2 2 270,0 0 2068,-1 1-1798,5 1-361,0 0-179,5 0-270,0-1-3212,0 0 3392,0-2 90,1 1-90,8-3 90,-3 1-180,5-2 179,4-2-179,-6 2-2268,8-3 2268,-7 2 0,-1 0 2206,-1 1-2206,-1 0 90,3-4-90,-5 2-90,4-2 90,1 3-90,-5 3-2248,6-1 2338,-8 3-90,2-1 2248,0 1-2248,0-1 0,7-1 0,-6 2 0,12-2 0,-13 3 0,6 0 0,-8 2 0,5 0-2296,-3 0 2296,6 1-34,3-2 34,-4 0 0,4 0 90,-1 0-90,-7 0 1632,13 0-1632,-13 0 0,5 0 0,-6 0 90,-3 0-90,3 1 0,-1-1 0,1 1 3104,14-2-3104,-10 0-90,15-3 158,-19 3-68,2 1 800,-6 2-800,-1 1 0,0-1 0,4 2 0,-1-2 0,3 3 0,-3-2 0,1 1-3277,1-2 3252,1 1-144,8 0 169,-5 0 0,6 1 90,-2-1-90,-4 0 0,4 1 90,-7-2-90,6 1 2614,-4-1-2524,5-1-3011,-7 2 2921,1-3 90,6 2-2055,-2 0 1965,11 1-1370,-12 0 1370,5 1 0,-9-3 310,-1 0-220,16 1 0,-10 0 1568,12 0-1568,-9 1 0,-6-3 0,14 2 172,-15 0-262,7 0 2476,-10 1-2387,7-1-89,-5 1 90,6-1 0,4 2-90,-6-2-2475,9 2 2475,-7-1 1395,0-1-1305,1 1-90,18 0 0,-15 0 0,14 0 89,-12-1-89,-6-2-2117,5 0 2117,-9-1 0,1 3 2117,-1 1-2027,21 3-90,-12-2 45,5-2 0,1 1 45,-3-2-1903,17 0 1903,-22-1-551,0 0 461,0 0 2040,10 0-2040,-8 0-1017,5 0 1106,-2 0-89,-6 0 0,5 0-230,-8 1 230,9-1 0,-6 2 0,7-2-308,1 0 398,-7 0-90,8 1 911,1 1-911,-8 0 90,20 0-180,-19-2 90,7 0 433,9 0-433,-17 0 0,17 0 488,-12 0-488,-7 0-1592,7 0 1502,-10 0 90,1 0 0,1 1 543,1-1 0,2 0-543,7 0-103,-6 0 0,0-1 103,3-1 0,0-1 0,0 1-514,13-2 514,-11 1 0,10 0 1066,-14 0-1066,11-1 0,-9 2 312,8-2-312,-14 2-90,0 0 90,-2 1 0,10 0 2386,-9 1-2386,6-1 0,-9 1 0,-2 1 0,18 2-1193,-13 0 1193,14 2 489,-17-2-489,12 0 0,1-1 0,-1 1 0,1-1 0,-1 0 0,-4-2 0,-7 0 90,5 0-90,7 0 724,-11 0-724,17 0 90,-20 0 1338,3-1-1428,0 0 0,-5-1 0,4 1 0,-6 1 90,7 0-90,-4 0 0,14 2 0,-11 0 0,7 2 0,4-1 0,-6 0 0,8 1 0,-9-2-2772,13 1 2772,-8-1 0,-4 0 0,0 0-354,4 0 354,10 3 0,0-1 0,-10 0 0,10-2 0,-14 0-1206,13-2 1206,-11 0-45,-4-1 0,0 2-374,4-1 419,8 0-1087,11 1 1087,-15-1 0,-8 0 0,1 1 0,13-1 0,-8 0 0,-4 0 0,-1 0-476,6 0 476,9 0 717,-1 0-717,-8 0 0,9 0 0,0 0 0,-9 0 0,10 0 0,-1 0 1272,-10 0-1272,10 0 0,0 0 0,-10 0 0,9 0 0,-1 0-862,-10 0 862,11 0-239,-4 1 239,-9-1 0,0 1 0,-2 0 0,1-1 90,13 0-90,-18 0 90,6 0-90,-5 0 10,12-2-10,-14 2-90,18-2 90,-19 2 0,7-1 0,-10-1 1539,-5 2-1539,9-1 0,-11 1 0,3 0 0,-6 0 523,-1 0-523,-1 1 0,-2-1 3276,0 3-3365,1-2 525,0 0-2594,0 1-1119,-21-5 0,4 1 0,-20-5 1638,9 4 1,0 0-1639,-18-1 3201,10 2 1,0 2 0,5 0 0,0 1 0,-1 0 0,-1 1-1</inkml:trace>
  <inkml:trace contextRef="#ctx0" brushRef="#br0" timeOffset="104078">1591 9640 6723,'-9'-5'450,"0"0"-450,-4-2 0,6 2 0,-5 0 0</inkml:trace>
  <inkml:trace contextRef="#ctx0" brushRef="#br0" timeOffset="105077">1416 9373 7353,'9'8'3276,"-1"-3"-1875,-4-3-1131,0-1 90,-2-1-90,1 1 809,3-2-719,-3 1-90,2-1 269,-4 3-359,-1-1 270,0 4-180,1-1 899,5 7-899,-1-5 0,3 5-90,-3-6 90,0 0 899,19 7-1079,-14-6 90,15 6 180,-16-9-270,1 0 89,3-1-89,-2 0 90,2-2-90,1 0 180,13-2 0,2 0-270,-3 0-554,5 0 1,-2 1 553,-10-1-776,1 2 956,23-2-180,-17 1 45,4-2 0,0 1-45,-6 0 0,22-1 0,-24 3 45,6 1 0,0 2-45,-5 1 44,6-2 1,-1 0-45,-6-2 1095,12-3-1095,-11 0 0,4 2 0,0 0-2423,4-2 2423,-3 2 0,-2 1 0,-1-3-1061,0 2 1061,12-3 0,2 0-1827,0 0 1827,1 0 0,-2-1-494,-10 1 494,1-1 0,1 0 0,14 0 0,-10 1 90,11 1-90,-14-1 0,1 1 0,-3 0 0,-1 0 0,10 0 0,-10 1 0,0 0 0,0-1 0,12 1 0,-9-1-45,13 2 0,1 0 45,-5-1 0,6 2 0,-1 1 0,-14 0 57,-3 0 0,0 0-57,6-1 0,13 0 0,-13 1 0,-2 0 0,8 1 0,-5-1 0,-7 0 0,1 0 0,6 0 0,8 1 0,0-1 0,-8 0 303,-4 0 0,-2-1-303,19 1 0,0 0-478,-20-1 0,3 0 478,9-2 0,10-1 0,1-1 0,-6 1 424,2 0 0,2-1-424,-13 1 0,8-1 0,2 0 0,1 0 0,-5 0 0,-6 0-343,5 0 1,-2 0 342,2 0 0,3-1 0,-5 2 0,-10 0 0,0 2 0,12-1 0,4 1 0,-4 0 45,-10 1 0,0 0-45,12 0 0,6 1 0,-10 0 0,-6 2 385,13 2-745,-20-1 0,-2-1-359,-2-1-450,19 4-2108,-54 6 0,-8-3 2808,-12 2 1,-5 0 0,7-3 0,0-1 0,-13 1 0,1 1 0</inkml:trace>
  <inkml:trace contextRef="#ctx0" brushRef="#br0" timeOffset="107479">1696 12450 8432,'5'-5'2968,"-1"2"-2608,1 0-90,-3 3 630,6-3-720,-3 2-1,2 0 181,-2-3-180,-2 4 0,-1-2 360,-1 2-360,1 0 179,-1 0-179,1 1 180,1-1 180,3 1-90,-1-1-91,4 0 1,-2 0 1079,22-4-1349,-14 1-90,22-4 180,-23 5-180,4-2 90,-6 2 0,1-1 270,26-1-270,-20 3 0,27-1 90,-31 0-135,14 1 0,1 0-1464,-6-1 1419,3 1 0,-1 0 0,-3 3 0,-4 0 0,4 2 0,-5-2 0,-2 1 0,9-1-2411,-2-1 2456,6 0 0,1-2-2169,0 1 2124,-3 0 0,-2-1 0,-6 1 690,-1 0-690,0 0 0,16 2-228,-15 0 228,13 2 1693,-10-2-1693,-4-1 0,9 1 0,-7-2 0,0 0 0,27-3 1911,-22 3-1911,21-4-166,-21 4 166,-7-1 0,7 1 0,-8 0 388,0 0-478,14-6-2548,-11 4 2638,10-4-90,-3 5 423,-6 1-333,8 0 13,-11 0-13,0 0 0,-2 0 0,28-4-478,-18 1 478,19-1 2786,-16 3-2786,-8 1 89,11 0 1,-1 0 363,-5 0-408,0 0 0,-1 0-45,-10 0 90,1 0 171,0 0-261,1 0 0,-1 0 90,1 0 0,23 0-90,-19 0 0,19 0 90,-18 0-90,-7 0 865,7 0-865,-9 0 0,32 0 0,-20 0 0,8-2 0,0 1 0,-9 1-539,14-4 539,-18 4 0,0-1 0,0 1-2370,20 0 2370,-17 1-50,22 1 50,-27-1 180,14 0-180,-13-1 180,27-1-548,-24 1 368,16-1-1625,-21 2 1625,2 0 841,0 1-751,12 5 0,2 0-90,-2-2-11,1 2 0,1-2 11,-3-7 0,-7 0 0,9-2 0,-10 2 0,1-1 0,1 1 0,2 0 90,2 1-90,20-1 90,-19 2-90,-8 0 90,8 0-90,-9 0 90,0 0-1,4 0 1,1 0 222,2 0-267,-3-1 0,1 0-45,6 1 0,-7-1 122,7 1-77,-5-1 0,0 0-778,1 0 733,-2 1 0,0-1-679,8 3 679,-12-3 2194,11-1-2194,-16-3 0,6-2 377,-5 1-377,4 0-1354,-7 3 1354,0 1 865,-2 1-775,6 0-90,-4 1 0,3-1 0,-6-1 0,14 2 0,-13-1 0,16 1 0,-22 0 423,3 0-423,-6 1 3276,13 4-3155,-8-3 239,20 3-360,-17-5 90,8 0 0,-9 1 90,8 2-90,-8 0 0,5 2 0,-11-4 89,0 1 361,5-6-360,-3 3 450,17-2-540,-15 3 0,13-2-90,-17 1 89,2-1-89,-4 2 0,1 0 0,-1 0 0,0 0 90,0 0 0,-1 0 90,1 0-90,0 0 0,-2 1-90,2 3 90,0-2-90,0 1 0,0-3 90,-1 0-90,1 0 90,-1 0-90,1 1 0,-2 1 0,0-1-360,-2 0-2917,-7 7 798,2-5-40,-10 4-449,3-6 89,-5-4 2879,-28 0 0,21-1 0,-21-2 0</inkml:trace>
  <inkml:trace contextRef="#ctx0" brushRef="#br0" timeOffset="186244">1583 15160 6813,'4'-2'2789,"-1"-1"-2520,-2 1 1,-1-2-270,-1 1 90,-1 0 0,-1 0 0,0 1-90,1 0 0,-1 0 90,3 2-90,-2-1 0,0 1 90,-1-2-90,0 1 90,1 0 1979,0 0-1979,5-2 90,-1 2-90,1-2-1,1 2 1,-3 1 90,0 0 0,3 3-90,-3-1 180,6 3-180,-2-3 0,2 1 270,2 1-270,-3-3 0,4 2 0,-5-3 89,7 2-89,-5-1 0,10 4 0,-8-3 180,8 0-180,-6-2 0,5-1 180,6-3-180,-7 1 135,10-1 0,0 0-225,-8 2 0,20-2 90,-20 1-1,-5 2 1,11-3-1873,-11 3 1873,4 0-90,-5 1 90,1 0 90,6 0-90,-5 0 0,10 1-90,-11-1 90,4 2 90,3 2-541,-7-1 451,7 2 1707,-3-2-1797,-5 0 90,5 1-90,-6-2 0,0 1 90,8 1 0,-5-1-3045,10 2 3135,-12-4-1,16 2 1,-13-3 0,15 0-90,-15-1-2358,5-2 2268,-6 1 180,6-2-90,-5 1 0,10-2 2178,-10 3-2268,4-1 0,-6 1-808,1 1 898,10-3 2858,-6 3-2948,27 1 0,-25 1 90,15 0-90,-18-1 0,1 0 0,8 0-1466,9 0 1556,-5 0-90,3 0 676,-15 0-676,1 0 0,-1 1 0,1 1 0,-1 0 0,8 2-2686,-5-2 2686,13 3 0,-12-2 616,13 2-526,-14-3 107,6 2-197,-10-3 0,2 2 0,15-1 0,-13 0 0,12 1 0,-5 0 217,-9-2-217,10 1 139,-12-2-139,0 0 0,0 0-1065,0 0 1065,16 0 0,-12 0 2658,19 0-2658,-22-1 0,5 0 90,1-3-2588,-6 2 2498,6-2 0,5-1 0,-9 3 0,16-2 0,-18 4 0,5-3 0,-6 3 0,-1-2 0,0 2-1151,1-1 1151,1-1-1473,0 1 1473,1-1 1517,-1-1-1517,9-1 0,-7 2-102,5-2 102,-8 2 0,-1-1 0,0 2 1276,0 0-1276,14 1 0,-11 0 2580,17 0-2580,-18 0 0,6 0 0,-7 0 89,1 0 1,9 0-2722,-7 0 2632,6 0-180,1-3 1113,-7 2-933,22-5 0,-20 3 0,13-2 90,0 0-90,-12 2 45,5 0 0,0-1-45,-3 1 215,15-1-215,-19 1-2269,12-1 2269,-9 2-90,1-3 0,0 0 1101,1 2-1011,10-5-5,-19 5 5,-1 2 0,-1 0 0,4 1 0,-4 0 0,10 0 0,-8 1 0,6-1 90,-7 1 1257,9-1-1347,-6-1 0,8 0 6,1-1-96,-6 0 0,13 1-2179,-15-2 2269,7 1 2269,-10-1-2269,7 1 0,-6 0 0,4 1 0,1-1 0,-5 0 0,4-1 0,1 2-2269,-5 2 2269,5 0 0,10 3 1793,-10-2-1793,11 2 0,-16-3 0,1 0 0,-1-1-1377,0 3 1377,7-1 2475,-8 1-2475,13 2 0,-15-4 557,4 2-557,-8-3 0,0 0-177,1 1 177,10 0 2163,-6 0-2163,19 1 0,-20-2 0,8 0 0,-12 0 0,0 0 0,0 0 0,5 0-3277,-4-2 3237,2 2 102,0-1-62,-5 1 0,2 0 0,-2 0 0,-4 0 0,4 0 0,-5 0 3276,3 0-3160,-4 1-116,0-1 0,-1 4 0,-1-4 0,1 5 0,-1-4 0,1 2 0,3 1-180,-1-2-1979,-4 7 270,-7-5-270,-7 3 520,-9-4 1,-3 0-1639,-8 1 2794,5-1 1,-1-1 0,-6-2 0,0-2 0</inkml:trace>
  <inkml:trace contextRef="#ctx0" brushRef="#br0" timeOffset="229395">6157 18098 7083,'-1'5'1619,"-1"0"-1259,2 0-90,0-2 0,0 2-181,0-2 91,0-1 360,0 0 90,4-2-360,-3-2-91,3 2 271,-4-1-270,3 1 0,-2-1 630,4 0-721,-2-1 91,3 0-90,-4 2 0,2-3 0,-2 3-90,1-2 90,-1 1 0,1-2 270,6 2-270,-4 1 0,6 0 90,1 1-90,-5-1-90,6 0 90,-4 0 179,12-3-3546,-6 1 3342,8-3 25,-9 3 270,4-4-360,0 1 90,7-2 0,-4 3 0,-1 1 0,19-4-2358,-19 3 2357,15-2 2180,-22 5-2269,-1 1 0,1 0 0,-1 0 0,1 0 0,16 3 0,-12-1 0,14 3 0,-15-2 3276,8-2-3070,-4 0-206,5-1 90,18 0-3367,-19 0 3162,19 0 115,-27 2 0,1 1 0,4 2 0,-4-3 0,5-1 0,-7-4 0,0 1 0,22-2-494,-15 2 494,16 0-154,-13 2 154,-5 0 0,5 0 0,-7 0 0,0 0 0,28 0 1520,-19 0-1520,19 0 0,-16-1-251,-7 1 251,7-1 0,-10-1 573,6 1-573,-5-1 90,16-3-2511,-15 3 2421,9-1-90,6 3 28,-14 0 62,8 0 0,0 0-1687,-6 0 1687,21 0 0,-26 0-336,6 0 336,-5 0 1706,4 0-1706,-7 0 0,27 0 261,-20 0-261,19 0 0,-29 0 2682,-1 0-2682,0-2 0,1 1 0,0 0 0,30-6 302,-21 4-302,22-3 0,-20 2 0,-7 1 0,6 0-45,4-1 0,0 1 45,0-1 0,9-1 0,0 1 0,-13 1 0,-1 0 0,1 0 0,-2 0 0,3 1 0,0 1 0,0-1 883,13 1-973,2-2 90,-24 2 0,19-2 0,-30 3 0,3 0 0,-4 1 538,-2 0-538,1 2 0,-3-1 90,1-1 332,-2 1-152,4-5-91,-3 3-89,4-2 630,-5-1-540,0-1-90,-2-3 0,2-3 90,0-29-1376,0 14 1241,1 2 0,1-3-387,-1-3 0,0 1 342,2-12 0,-1 8 0,1-1-2649,1-7 2649,1-3 90,0-2-1833,-2-1 1833,-1 9 0,0-6 0,0 4-234,0 6 1,-1 0 143,1-6 0,-1-5 0,1 7 0,-1 11 0,1 3 0,0-24-893,-1 1 953,1 14 0,-1-3 0,0 3 221,-1 4 0,0 0-281,1-21 0,1 3 1571,-1 7-1571,0 0 45,0 6 0,1-9 0,0-1 0,0 8-140,-1 7 0,0 0 95,1-20 0,1-6 0,-2 16 0,-1 26 1910,0 0-1910,3-6 0,-1 5 1327,3-5-1327,-2 9 0,-2-2 0,0 4 2473,-1-2-2383,0 5-90,0-1 90,0-10 248,0 6-338,0-14 90,0 15-90,0-5 0,-1 8 0,1 0 90,-5 0 0,4 1-90,-1 2 90,2-1-90,3 3 90,-3-1-90,2 2 0,0-1 0,0 2 0,1-2 0,0 0 0,2 0 0,2 0 0,6-3 0,-3 2 0,4-3 0,-4 2 0,1-1 0,4-1 0,-3 2 0,1-2 0,-4 2-2578,3-1 2578,-2 2 0,4-1-90,-2 1 90,-1 1 0,9-1 0,-8 1 0,8 0 0,-8 0 0,6-1 0,-4 1 0,5-1 0,2 1 0,-3 0 1805,22-2-1805,-18 2 0,11-1 0,-8 1 0,-6 0 0,7 0 89,-9 0-178,1 0 89,18 0-1509,-16 0 1509,14 0 0,-11-1 0,-7 0 90,29 1-2291,-25 1 2201,16 3 0,-21-2 0,6-1 0,-4 0 0,5-1 0,-6 0 1091,8 0-1091,8 0 0,1 0-2269,5 0 2269,-5 1 0,-3 0 0,-11 0 2269,-3 3-2359,0 0 90,17 1-306,-15-2 306,14 1 90,-15-1-90,-4-2 0,4 0 3276,-4-1-3357,-2 0-9,14 3 90,-12 0 0,9 2 0,-9 0 323,-4-3-323,4 1 0,-5-3 0,0 2 0,8 1 0,-7-1 0,13 3 0,-13-4 0,8 0 0,-10-1 0,4 0 0,-7 0 0,1 0-90,-5-1 180,5 2-90,-3-1 0,7 4 0,-5-2 0,1 2 0,-2-1 0,-1-1 0,1 1 0,-1 0 0,0-1-90,1 1 90,-2-3 0,1 2 0,-2 0 0,1-1 0,1 6 0,1-1 90,2 16-90,-2-9 0,0 11 0,0-11 0,-2 1 0,0 1 0,2 9 0,-2-5 0,2 8 0,-1 2-350,0-1 350,-1-2 0,0 0 0,-1-1 0,0 2 0,0 3-1337,-1 3 1337,-1 1-2833,0 2 2833,1-1 0,-1 2-1895,1 10 1895,0-9 0,1 0-745,0 3 745,-1 3 0,0-2 0,0 2 0,1-14 0,-1 0-698,1 17 698,-2 0 0,0 1 0,1-23 0,1 0 589,-2 13 1,-1 0-590,2-11 0,0-1 0,-1 14 0,1-16 0,0 1 0,1 22-68,1-12 68,0-6 0,0-1 90,2 2-90,0 9 0,-2-16-41,-3 10 41,1-11 90,-1 7 1754,4-6-1844,-1-5 0,1 15 738,-2-17-738,0 9 2900,0-12-2990,-2 6 194,1-5-104,-2 5 90,1-6 90,0 15-180,0-14 0,1 11 1112,1-19-1112,0 1 0,0-2 0,0 4 0,0-5 0,0 3 0,0-7 90,0 0-90,4 0 0,-2-2 0,1 1 0,-2 0 89,-1-2-89,0 2 0,0 0 0,0-2 0,1 2 0,0-3 0,1 1 0,-1-8 0,1 6 0,0-4 0,-2 4 0,2 1 0,-1-2 90,0-1-90,-1 1 0,0-11 0,0 7 0,0-7-90,0 11 180,1-3-90,-1 4 0,1-6 0,-1 9 0,0-1-90,0 2 90,0 1 270,3-1-270,-3 3 0,2-2 90,-2 3-90,0-2 0,3-1 0,-2 2 0,2-2-90,-2 2 180,0-2-90,0 0 0,3 1 0,1-1 0,8 2 0,-2-2 0,18 2 0,-14-2 0,10 0 0,-12 0 0,2 0 0,0 0 0,0 0 45,26-4 0,3-1-45,-9 1-207,10-1 1,-2 0 206,-15 2 0,-6 2-90,23 0-882,-20 0 972,12 0 0,1-2 90,-13 2-90,21-3 0,-23 3 0,20-5 0,-21 3 0,5-1 0,0 1-90,-6 1 90,15-1 0,-22 3 0,17-2-239,-13 1 239,14 0 0,-17 0 0,0-1 359,0 2-359,0-2 0,0 1-2291,1-1 2291,0 0 0,1 1-309,-1-1 309,8-1 0,1 1 0,1-1 0,-1 1 0,0 0-90,-4 1 90,1-1 0,7 2 0,2 0 0,0-1 0,-2 1 0,2 0 121,-4 0 0,-3 0-121,6 0 0,14 0 0,-1 0-704,-11 0 704,-3 0 0,1 0-90,6 0 90,-8 0 0,8-1 2884,-11 0-2974,0-2 90,2 1 0,1-1-562,2 0 562,-4 1 0,-1 1-129,2 0 39,-8 1 90,5 0 0,-8 0 0,-1 1 0,14 0-136,-12 0 136,11 1 0,-15-2 0,6 2 0,-5-2 0,4 3 0,-7-3 0,4 0 0,-6 0-90,2 0 90,-5 0 0,-2 0 0,0 0 0,-2 0 0,1 0 0,-1 0 958,2 0-958,0 0 89,5 2-178,-3 1 231,3 0-232,-6 0 451,1-2-2250,-3 0 0,-8-2 796,-21 2 1,-14 1 0,3 1 727,5-2 1,-2 1 0,1 0 0,-5 0 0,0 0 0,4 1 0,-4 0 0,0 1 0</inkml:trace>
  <inkml:trace contextRef="#ctx0" brushRef="#br0" timeOffset="240644">12381 17748 8432,'-9'-3'2789,"0"1"-1980,0-3-539,4 2-90,-3-2 0,5 1 0,1 1-90,0-1 90,1 0-180,1 3 2428,0 0-2338,3 1-90,-1 0 90,4 0 90,27 0-1219,-11 0 1039,22 0 90,-5 1 0,-11 0-90,10 2 0,-5 2 0,-9 0-1926,3 2 2016,-12-1 179,1 7-89,-6 0 90,-3 14 0,-8-7 91,-6 10-271,-3-6 0,-2 1 0,-11 11 0,5-9-270,-7 8 0,1 0-2649,5-7 2559,1-1 0,1-3 950,8-11-1580,-1-2 900,-15 0 0,-2-1 0,6-1 0,-4-1 0,-1 0 0</inkml:trace>
  <inkml:trace contextRef="#ctx0" brushRef="#br0" timeOffset="241075">12953 18205 8072,'-3'-14'3276,"0"5"-795,-5-5-2031,2 8 179,-3 4-1086,3 3 546,-1 4 222,3 16-311,3-5 90,2 12 0,9 1-90,-2-5-3164,12 17 3164,-7-16 0,5 6 303,-6-9-393,7 3 0,-7-6-179,5 3 142,-7-10-323,-1-2-966,-1-2 876,-1-3-179,-1-3-361,-1-2-89,-1-2 2951,-3-2-4121,-4-5 1366,-3 1 973,-4-1 0,0 4 0,-1 1 0</inkml:trace>
  <inkml:trace contextRef="#ctx0" brushRef="#br0" timeOffset="241227">12811 18560 8792,'2'-10'3276,"2"-1"-1695,8-9-4858,-1 2 1613,7-8 1934,-1 7 83,3-1-173,14-10-270,-5 4-1003,-3 0 1,5-5 0,-5 3 77,-9 8 0,-2 0 535,7-5 0,1-3 1,-6 5-870,-9-2 1123,-2 3 1,-7 4-1,-1 2 1</inkml:trace>
  <inkml:trace contextRef="#ctx0" brushRef="#br0" timeOffset="242478">7342 15748 3033,'4'-22'3276,"-1"9"-791,-3-10-2215,-1 15 623,0-1-444,1 4 21,0 2-200,1 1 1334,0 2-1514,2 3 90,-1 2-1,0 7 91,-1 5-1651,-1 11 0,0 4 1741,0 14-770,0-14 0,-1 7 1,1 1-1,-1-4 545,0 6 0,-1 0-581,1 2 0,-1 5 1,0 0 512,0-11 1,0 0-1,-1-1 1,1 0-377,-1 5 1,0-2 0,0 3 308,0-1 0,0 3 0,0 1 0,-1 0 181,1-5 1,-1 1-1,1 1 1,-1-1-1,1-2-181,0 2 0,-1-2 0,1 0 0,-1 2 0,1 0 0,-1 2 0,1 1 0,-1-2 0,1-2 0,0 10 0,-1-4 0,1-1 0,0-2 0,0 0 0,1 5 0,0-10 0,1 4 0,-1 3 0,1 0 0,0-2 0,0-5 0,0 9 0,0-6 0,0 5 0,1-4 0,-1 5 0,0 1 0,1-4 0,0-7 99,1 0 0,0-5-144,0 0 0,0-1 0,-1-2 0,0 0 0,1-3 0,-1-1-225,0 21-90,0-7 952,0-6-1221,0-8-1773,-1-1 1053,-3-13 1957,-2-5-3127,-9-22 2519,4-6 0,-3-12 0,8 2 0</inkml:trace>
  <inkml:trace contextRef="#ctx0" brushRef="#br0" timeOffset="243659">7150 15988 10141,'0'5'1439,"1"0"-899,1-4-270,1 0 270,0-3-360,-2 0-1,0-1 1,-1 0-90,3 1 360,1-2-360,-1 1-90,2 0 0,-3-1 0,8-9 0,1 0 0,14-16 0,-6 8 0,8-7 0,-8 8 0,-1 1 0,-1 1-3277,11-10 3252,-11 11 25,9-6 90,-10 11-90,-4 3 90,7-2 0,-8 6 0,10 3-2359,-8 4 2359,5 5 2269,-5 2-2269,8 10-1,-4-1-89,4 6 90,1 9-2358,-5-7 2223,-2-3 0,0 1-45,3 4-1697,9 8 1158,-8-13 1007,2-3-3257,6 5 1440,-5-7-254,2 6 584,-5-8 1109,0 2 0,3-1 0,-1 2 0</inkml:trace>
  <inkml:trace contextRef="#ctx0" brushRef="#br0" timeOffset="245595">12998 17985 7623,'2'-9'2968,"-1"1"-2428,-1-1-1,0 0-179,0 3 0,1 0 90,0 2-1,3-1-269,-2 2 0,0 1 90,-2 1 180,-2 7-270,0 0 90,-3 8-91,1-3-3301,-1 3 3842,-1 10-270,1-4-1409,-2 11 1409,-1-9-45,-9 18-135,2-10-90,4-8 0,0 2-135,2 3 0,0-1-1713,-6 18 1758,7-14 0,1-1 247,-3 13-292,5-13 0,2 1 806,0 15-806,4-9 0,2 0-45,4 2-49,-2-13 1,1-1 138,5 3 2030,0-1-2120,20 10 0,-9-16-309,3-5 0,1-4 129,4-10-1905,10-4 1095,-2-10 435,-13 1-1874,10-13 720,-20 7-1568,-7-24 57,-10 19 3220,-8-12 0,0 18 0,0 1 0</inkml:trace>
  <inkml:trace contextRef="#ctx0" brushRef="#br0" timeOffset="246143">12971 17960 7713,'6'-7'3276,"2"-3"-2415,-3 3 488,3-4-989,-3 7 0,0-2 270,-3 4-360,-1 0 809,-1 1-719,-1 9 539,-4 8-539,0 6 180,-5 5 179,-6 11-3996,4-8 3624,-3 11 1,1 1-814,1 3 556,2-7 0,2 0 0,3-8 0,2-2-90,-2 16 45,4-15 0,0-1-45,0 9 0,4-2 90,-1-1-90,3-7 0,0 1-2055,2 5 2055,-1-8 0,1-2 1509,0-3-1509,2-1 385,-3-3-385,1 1 0,3 2 0,-1-5-90,2 3 0,-2-9-630,6 1 181,-2-5 2002,10-6-2543,-9-5-89,3-8-2108,0-21 0,-7 9 0,2-19 3170,-11 17 1,-2 1-1,-2-8 1,1 7 0,-1 0-1</inkml:trace>
  <inkml:trace contextRef="#ctx0" brushRef="#br0" timeOffset="246546">13051 17775 7083,'11'-6'3276,"-7"4"-1425,3-2-1131,-8 5-181,-7 11-269,1-1-1972,-7 11 1972,4-5-2739,0 3 2739,-1 4 89,1 2-372,-5 17 373,3-7-180,5-12 0,0 1 134,1 2 1,0 1-45,-4 15-420,3-5 1,1 1 419,0 7 452,3-16 0,2 0-542,2 11-90,2-11 0,1-1 0,4 15 265,-2-16 1,1-1-356,4 8-1807,1-3 1897,2-2-135,0-7 0,2 0 1998,4 3-2808,2-6 1,1-3-45,-3-10 594,9-4-1224,-15-10-90,-2-6 0,-3-4-1259,-4-13 2451,-5 6 427,-4-6 0,-2 12 0,-1 2 0</inkml:trace>
  <inkml:trace contextRef="#ctx0" brushRef="#br0" timeOffset="247130">12886 18285 9242,'-4'-5'3238,"0"1"-2519,3 0 451,0 3-1,1 0-809,3 2 270,6 1-361,2-1 361,12 0-270,-5-1-3572,8 0 3302,-5 0-626,0 1 536,2 1 90,-1-1 0,9 1 90,-8-2-180,5 2 180,-6-2-180,-8 0 90,3-2 2947,-11 2-3037,0-1 1070,-14 5-1070,-1 0 0,-10 3 0,0-1 0,-9 2 0,-1 1-3277,-4 1 3309,4-2 1,0 1 147,-1 1-90,9-3 90,-3 0-90,12-3 0,2-2 0,2 1 90,3-1-90,3 1-90,0-1 0,4-1 3276,0 1-3070,6-2-206,1 0 89,10 1-2683,-5 0 2594,5 2 0,4-1 0,-5-1 0,6 1 89,-7-2-89,1 0 0,5 0 0,-6 0-1121,9-2 1121,-14 1 0,6-1-90,-6-1 1462,7-1-1912,-5 2-539,4-3-2198,-3-1 257,-6-1 1041,0 0-1298,-12 1 3150,-19-3 1,0 3 0,-13-2-1</inkml:trace>
  <inkml:trace contextRef="#ctx0" brushRef="#br0" timeOffset="251469">9273 16158 7713,'-7'6'2068,"1"0"-1978,4-3 0,-1-1 0,2 1 90,-4 1 90,-2 6-270,0-1 90,-4 4 0,5-3-90,-3 2 90,0 4 90,-9 14-90,4-2-45,0-2 0,-1 2-3322,-5 10 3264,7-12 1,0 0-403,-9 13 415,8-11 0,-1 0 0,4-6 0,0-1 0,-2 6 0,0 0 0,3-2 0,1-2-2221,-2 10 1951,0 13 91,8-25-901,2 4 271,1-18 1141,-1-6-1232,-1-7 900,1-6 0,1 2 0,3-1 0</inkml:trace>
  <inkml:trace contextRef="#ctx0" brushRef="#br0" timeOffset="251882">9490 16225 8252,'-6'12'1889,"-1"0"-5166,-3-2 1164,-2 2 1125,1 3 1168,-1 3 676,-1 3-721,-10 11 0,-2 2-135,10-14 0,1 0-570,-15 18 0,0-1 570,-1 1 0,14-19 0,0 2 45,-9 10 0,-1 1-45,6-7 0,0 2 0,-2 2 0,-2 3 0,2-2-295,3-3 0,0 0 295,-5 8 0,2-1 91,8-13 1,1-1-182,-9 16 1079,1 4-1439,9-13-1169,-2 5 630,8-22 1438,-1-4-449,3-11 0,4-5 0,2-2 0</inkml:trace>
  <inkml:trace contextRef="#ctx0" brushRef="#br0" timeOffset="252296">9743 16198 7713,'3'5'2608,"-2"0"-2338,-4 1-90,-2 0 90,-7 9-90,0-1-395,-5 8 395,0-1-90,-1 4 45,-4 7 0,-1 2-722,9-11 1,-2 2 653,-5 10 1,-5 9-1,0 0 1,3-5-763,0 1 0,1 0 717,3-5 1,-2 3-1,0 1 1,3-5-23,-2 3 0,2-3 0,0 1 0,-1 3-767,2-4 0,-1 2 0,1-2 812,-3 6 0,0 0-424,3-7 0,0 2 1,1-2 333,-1 1 0,2-1 184,0-2 0,0 1-229,-4 9 0,1 0-45,5-12 1,0 0-214,-2 6 1,1-1 77,-2 4 1,5-5-91,2-7 547,4-6-997,3-6 353,1-8-532,1-6-720,3-14 1709,3-3 0,5-8 0,1 2 0</inkml:trace>
  <inkml:trace contextRef="#ctx0" brushRef="#br0" timeOffset="252694">10003 16338 7353,'6'-2'2518,"-1"1"-2158,-3 2-90,-4 2 90,-7 6-270,-1 1-2194,-6 6 2284,2-1-2421,-2 3 2421,-1 5-1540,-3 4 1540,-3 6-90,-1 4 0,11-16 0,0 1-469,-1 1 0,1 0 424,-2 1 0,0 3 15,-6 9 0,-2 4 0,2-2-15,0 0 0,-1 1-134,2-3 0,-3 6 0,0-1 1,2-4 88,0 3 0,0-3-178,3-4 1,-1 2 0,1-3 177,-1 4 0,1-2 0,0-1 0,-1 2 0,3-5 0,0 3 0,0-3 0,-2 4 0,1-1 0,-4 8 0,1-1 407,8-15 1,1-2-498,-8 19-45,9-17 1,0-1-136,-1 8 90,1 2 522,7-18-702,4-5-1079,9-9 540,-1-6-91,6-9 91,-3-7 899,0-6 0,3-5 0,0-1 0</inkml:trace>
  <inkml:trace contextRef="#ctx0" brushRef="#br0" timeOffset="253027">10150 16320 6813,'5'-2'2609,"-1"1"-1800,-3 8-539,-4 3-90,-5 9 90,-8 15-3547,0-2 2924,5-10 1,0 1 1302,-7 15-861,-2 5-1133,3-9 0,-1 1 1089,4-6 0,-1 1-759,-5 9 1,0 0 713,4-8 0,2-1 139,-1 2 1,0 0-140,0 0 0,-1 3 30,1-4 0,-2 4 0,2-3-30,-4 5 0,0 0 0,3-4 0,-1 0 0,1-1-45,-2 0 0,2-2 45,0 0 0,-2 1-120,0 3 0,-1 2 0,0-3-15,2-1 0,-2 1-225,0 2 0,-4 7 1,0-1-1,4-6 635,3-6 0,0-1-785,-5 8 0,-2 4 1,4-7-553,-3 1 1062,5-12 0,0-2 0,3-4 0,-2-1 0</inkml:trace>
  <inkml:trace contextRef="#ctx0" brushRef="#br0" timeOffset="253379">10158 16675 7533,'6'-2'2338,"-1"-1"-1708,-2 2-360,-8 5 180,-6 13-271,-3 4 91,1 2 0,0 2-2878,-5 12 2742,5-10 1,0 1 0,1-5 0,1 0-1073,0 1 0,-2 2 1073,-6 14 0,-1 1-984,4-9 1,1 1 878,1-4 0,0 1 0,0-2-333,-2 4 1,2-1 347,0-1 0,-1 1-45,-5 11 0,0-1 0,6-10 0,0-1-45,-4 8 0,0-1 0,7-13 0,1-2-589,-10 19 364,2-2-122,6-5 0,0-1-58,1 2 318,2-4 0,2-4-677,6-17 737,0-1-738,1-12-89,1-2 899,1-5 0,3-4 0,2-2 0</inkml:trace>
  <inkml:trace contextRef="#ctx0" brushRef="#br0" timeOffset="253643">10183 17085 6903,'10'-4'3058,"-3"3"-2518,0 2-450,-5 3 90,-3 5-90,-2 2 90,-9 15-90,1-1-645,-8 14 555,4-4-2984,-4 4 2984,0 3-1035,9-20 0,0 0 1035,0 0 0,0 1-371,-4 9 1,1 0 370,3-8 0,0 1-540,-3 6 1,2-1 539,-2 9-89,2-3-271,0 5 240,4-13-2489,-4 7 2085,6-25 524,-2 0 0,6-14 0,1 0 0,2-1 0</inkml:trace>
  <inkml:trace contextRef="#ctx0" brushRef="#br0" timeOffset="253881">10208 17440 5462,'6'18'2968,"-4"-4"-2608,-3 21-270,-6-10 0,-4 11-90,-2-7-3277,-1 2 2362,-1 1 915,0 1-437,5-11 0,-1 1 437,-5 10 450,3-4 0,1-1-540,3-3-1480,-1 7 1120,10-22 1247,1-4-2596,2-6 990,-1-5 809,3-5 0,1-2 0,3-2 0</inkml:trace>
  <inkml:trace contextRef="#ctx0" brushRef="#br0" timeOffset="254027">10273 17713 7623,'-6'17'2518,"-2"2"-1888,-11 23-1263,7-14 543,1 0 0,1-1-450,2-2-269,-3 5-91,3-14 1,-3-2 899,-7-2 0,4-5 0,-5 0 0</inkml:trace>
  <inkml:trace contextRef="#ctx0" brushRef="#br0" timeOffset="256710">8790 16140 10051,'-5'-2'3238,"1"0"-2698,1 0 539,0 2-629,1-1 810,0 2-1440,2 2-180,-1 1-1349,2 8 539,-1-7-269,0 5-1529,4-8 1619,-1 1 179,4-1 1170,2 1 0,3-1 0,2 1 0</inkml:trace>
  <inkml:trace contextRef="#ctx0" brushRef="#br0" timeOffset="257394">10360 17925 6903,'-5'-4'2788,"-1"1"-2248,-1-2-360,-2-2-450,-1 0-3007,-9-20 0,7 8 33,-5-14 3244,10 13 0,2 0 0,0 0 0</inkml:trace>
  <inkml:trace contextRef="#ctx0" brushRef="#br0" timeOffset="258032">10315 16118 7173,'5'2'2249,"0"1"-1890,-1-1-89,0 1-90,-2-2-90,1 0 0,-1-1 0,1 0 0,-1 1 90,0 1 0,-2 1 0,-1 0 359,1 6-449,1-4 90,0 6-90,-1-7-90,1-1 0,-1-1-270,1-2 0,-1-4 180,0 2-179,0-2-901,0-3 271,-2 2-91,-2-6-2287,-2 4 1273,-2-2 1962,2 0 0,-1 3 0,0 0 0</inkml:trace>
  <inkml:trace contextRef="#ctx0" brushRef="#br0" timeOffset="265030">15572 16043 7173,'3'-10'3238,"0"0"-2518,-3 1 359,-4-3-629,1 4-90,-1-1 269,0 4-449,1 1 0,1 1 90,1 0-90,1 2 0,-2 0 89,0 3-89,0-2 450,-1 5-450,0-1 180,0 4 269,-7 11-269,3-1-90,-4 8 0,4-5 0,-1 2-1483,1 11 1,0 4 1392,0 9 60,2-5 0,1 9 0,0-5-105,3-12 0,1-1-75,-1 3 0,0 3 0,1 0-111,-1-2 0,1-1 0,1-1 96,-1 10 0,0 0-732,0-6 0,0 2 0,0 3 732,0 0 0,0 4 0,0 0 0,0-3-495,0-5 1,0-2-1,0 4 468,0 1 0,0 6 0,0 1 0,0-2 0,0-6-10,0-4 0,0-4 1,0 0 21,-1 10 0,1 2 0,1-1 113,-1-4 0,1 0 0,0-3-53,-1 6 0,1 0-60,0-7 0,1 0 0,-1-2 15,0 0 0,1-2 0,-1-2 0,0 0 0,1 10 0,0-1-45,-1-11 0,-1-1 0,1 7 0,1 0 32,-1-1 0,0-3-32,-1 4 74,1-9 1,1-2-75,-2-11 0,0 4 1637,0-4-1637,0 5 0,0-6 2312,0 1-2312,-2-3 0,1-5-180,-1 1 2270,2-3-2899,1-2-2468,0 0 1157,-3-2 141,-2-2 90,-1-3-1388,-2-16 2457,3 7 1,0-10 0,3 12 0</inkml:trace>
  <inkml:trace contextRef="#ctx0" brushRef="#br0" timeOffset="266993">14796 17825 8162,'8'0'2699,"-2"0"-2339,-2 0-1,-2 0-89,1 0-90,-1-1 180,2 0-90,-1-1-90,0 1-90,0 0 90,-1 1-91,1-1 91,-1 1 540,1 0-540,-1 0 90,4 1-90,1 0 809,26 12-4266,-16-6 3432,19 7-2204,-21-10 2139,1-2-1470,3-2 1560,1 0-90,1-1 0,2 0 90,1-2-90,-1 1 180,12-2-180,-8 1 0,5 0-1,-11 0 1626,14-2-1535,-13 2 0,11-1-90,-15 0 0,-1 1 2321,11-3-2321,-7 3 0,8-3-2321,-9 4 2231,1-2 202,1 2-202,-1-1-126,1 1 126,0-1 0,0 1 0,1-1 90,8 1-90,-7 0 0,10 3 0,2 1 1689,-5 0-1689,0 0 0,-1 0 2701,-7-2-2701,17 0-2703,-15 0 2703,12-1 0,-19 0-4,5-3 4,-6 2 0,5 0 0,0 0-1687,-4 0 1687,6-1 0,-4 0-1516,1 1 1516,2-2 0,0 0 0,1 0-161,1-1 161,0 2 0,1-2 0,1 0 0,1 0 0,0 0 0,1 1 0,-2 0 0,0 2 0,1 0 0,1 0 1087,3 0-1087,-6 1 0,1 0 987,0 1 1,-2 0-988,5 0 0,3 0 0,-1 0 0,-4-1-1751,8 1 1751,-10-1 369,0 1-369,0 0-1517,-1 0 1517,0 0 0,0 0 0,9 1 0,-8 0 0,-1 1 0,0 0-426,1 0 426,14 2 995,-19-1-995,3-2 1710,0 0-1710,1-2 0,13-2 0,-8 1 0,-4-1 0,0 1-1192,3-1 1192,8 1-435,5 1 435,-16 1 59,14 1-59,-9 1 0,-6 1 0,7 1 0,-8-3 0,11 0 0,-6-1 725,-4 0 1,0 1-726,5 1 0,10 0 0,0 2-988,-10-3 988,9 3-1402,-13-3 1402,-1 2 902,0-2-902,0 0 300,13-1-300,-8 0 0,1-2 0,0 1 0,1 0 0,-1-1 0,-1 1 0,0 1 0,10 0-242,-12 0 242,1 0 0,7-1 0,2 2 0,3-1 940,-3 0 0,-1 1-940,-3 0 0,-1 2 0,1-2 0,-1 0-548,0 0 1,0 0 547,9 0-231,-9 0 1,0-1 230,2-1-1364,0-3 1364,-10 2 0,1-1 0,14-2 0,-16 2 0,3 0 450,14-2 0,0 1-450,6-1 204,1 1 1,-1 0-205,-11 2 0,-7 0 0,1 1 0,3 0 0,9 0 1209,-12 1-1209,-1-1 116,16 1-116,-8 0 0,-4 0 0,1 0 0,8-2 0,-4 1 0,0 0 0,10-3-618,-17 2 1,1 0 617,13-1 138,-2-1-138,-10 2 0,-1 0 0,16-2 0,-16 2 0,1 1 0,-2-1 0,-1 1 0,-5 0 0,-1 0 0,5 0 0,2 0 0,15 0 0,-1 0 0,-20 0 0,0 1 0,20-2 0,-3 1 0,-10-1 288,8-2-288,-12 2-472,9 0 382,-22 2-360,0 0-180,-10-1 1585,-4 0-2664,-1-3-180,-5 1-1388,-13-5 978,-3 4 2299,-6-1 0,-3-1 0,-13 1 0,11 1 0,1 0 0</inkml:trace>
  <inkml:trace contextRef="#ctx0" brushRef="#br0" timeOffset="272512">17122 16335 7892,'1'4'2159,"0"1"-1979,-1-4-90,0 2 180,0-1-180,0-1 450,0 2-181,-1-3-179,1 2 360,-2 1-450,2-2 0,-2 2 180,2-1 90,0-2-271,0 4 1,0-3 0,0 3 0,2-3 540,-2 0-630,1-4 0,-1 0 0,1-1 0,-1 3 90,1 1 90,2 0-180,-2 0 0,3 0 90,-2 0-90,2 0 0,-1 0 90,0 0-90,1 1 90,2 2-90,0-2 90,1 2-90,-3-3 90,1-2-90,-3 1 89,2 0-89,-3 0 0,0 1 0,1-2 0,-1 3 0,0 0 0,0 0 90,1 0-90,-3 1 540,2-1-540,1 0 0,1-1 90,3-1-90,-1 1 0,4 0 0,-3 0 0,4 0 0,-2 0-1972,-1 0 1972,2 0-537,-2 0 626,2 0-89,-2 0 0,4 0 0,-5 0 0,5 0 0,-6 1 0,2 0 0,7 0 0,-5 1 1844,6-4-1844,-8 1 666,8-4-666,-6 2 0,8 0 0,-8 2 0,3 1 0,-6-2 0,13 2-3277,-11-1 3162,10 1 115,-12 0 0,0 0 0,-1 0 0,0 0-1120,0 0 1120,0 0 0,0 0 0,0 0 0,0 0 2837,0 0-2837,0 0 0,0 0 0,2 1 0,5-1 0,-4 2 1675,9-2-1585,-9 0-90,6 0 0,-5 0-90,2 0 90,-1 2 0,-2-1 0,3 4-652,-5-4 652,2 1 0,-3-3 0,3 1 0,-2 0 0,2 0 0,-1 0 90,1-2-90,-1 1 0,1 0-1039,-1 0 1039,1 1 0,-1 0 0,1 0 0,-2 0 0,4 0 0,-2 0 0,3 0 0,-1 0 0,-1 0 0,6 0 0,-5 0 1691,19 0-1691,-14 1-1124,12-1 1124,-16 1 0,0-2 0,-1 0 0,20-1 0,-15 1 0,15 1 0,-20 0 0,0 0 0,10-2-819,-6 1 819,22-5 0,-21 4 0,9-3 1023,-12 5-1023,-5-1 0,5-1 0,-7 2 0,3-1 0,-3 1 0,3 0 920,-2 0-920,2 0 0,0-2 0,-2 0 0,16 2 0,-14-1 0,10 4 0,-15-3-90,-1 0-2069,-1 0-719,-7-7 1349,-1 2 1260,-30-6 1,10 8-1,-21 1 1</inkml:trace>
  <inkml:trace contextRef="#ctx0" brushRef="#br1" timeOffset="286438">15502 17670 7353,'2'-4'1619,"1"1"-1259,-2 0-90,0 1 989,-1 0-899,-1 10-360,1-6 90,-1 7-90,1-9 0,0 0 0,-3-1 0,3 1 269,-2-1-89,3 4-90,-1-2 0,0 3-90,-1-4 0,-2 2-90,1-2 90,5 3 0,-3-1 0,4 3 0,-4-3 0,0 1 0,-3-1 0,2-1 0,-2 1 0,6-1 0,-1 0 0,1 2-90,1 0 90,-4-1 90,3 0-90,-8-2 0,5 1 0,-4 1 0,6 1 0,0 0 0,0 0 0,1 0 0,-1-2 0,-1 1 0,1-2 270,-2 2-180,-2-1 540,2 3-450,-1-3 1439,1 1-1439,-1-1-91,1 0 541,-1 0-540,-1 1 270,-5-2-360,4 0 630,-2 0 719,11-3-1079,-2 2-1,3-3 91,-7 3 2069,0 0-2339,0 5-90,0-2 90,5 5-90,-2-4 0,5 1 0,-4-2 90,2 2-90,-1-2-2154,5 4 2244,-3-3-90,2 2 90,-4-2-90,0-1 89,0 1-89,-1-2 90,3-1 2064,-4 0-2154,4-1 0,-3 3 0,0-1 0,1 3 0,-1-3 0,1 2 90,2-3 0,-2 1-90,3-1 0,-3 0 0,-2 0 90,1 0-90,-1 0 0,-1 0 90,11 7-90,-7-6 0,9 6 0,-9-7 90,6 0-90,-4 0 90,7 0-90,-10 0 90,3 0-90,-6 1 0,-1-1 0,2 2 0,-2-2 0,2 1 0,1 0 0,0 0 90,3 1 0,2-4-90,-4 1 0,3 0 90,3 0-90,-6 1 0,7 0 90,-9 0-90,0 0 180,3 1 0,-1-1 359,13 0-449,-8 0 0,10-1 0,-13 1-90,2 0 0,-6 1 180,9-2-180,-5 1 90,7-3 0,-6 1 0,-1-1 0,2 2 0,-1 0 0,0-1-90,0 2-2098,-1-2 2098,0 2 0,1-1 0,-3 1 0,3 0 0,-3 0 90,6-3-90,-3 3 0,12-4 0,-12 3 90,7-3-90,-10 3 1516,3-1-1516,-4 2 90,-1-2-90,0 1 90,-1 0 0,0 0 90,-1 1-180,1-2 761,0 2-671,9-2-90,-5 1 0,5-1 90,-5 1-90,-2 1 0,1 0 0,-2 0 90,4-1-90,-4 1 0,4-1 0,6 1 0,-7 0 0,10-2 0,-12 1 0,3 0 0,-5 0 0,0 1 0,-1 0 0,1 0 90,5 0-90,-3 0 90,4-2-90,-5 2 0,0-1 90,-1 2-90,2 1 0,-1-1 0,0 0 0,1-2 0,-1 1 0,7-3 0,-4 3 0,6-1 0,-5 1 0,-1 0 90,5-1-90,-4 1 0,5-1 0,-5 1 0,-1 0 0,1 0 0,-2 0 0,0 0 0,6 0 0,-4 0 0,9 0 0,-10 0 0,4 0 0,-6 0 0,3 0 0,-4 0 0,4 0 0,-4 0 0,0 0 0,0-2 90,4 2-90,-4-1 0,5 1 90,0 0-90,-4 0 0,4 0 0,4 1 0,-6-1 0,5 2 90,-7-2-90,-1 0 0,1 0 270,1 0-270,-2 0 90,4 0-90,-5 0 0,3 0 90,-3 0-90,4-2 0,-3 2 0,3-1 0,-3 1 90,-1 0-90,1 0 0,-1 0 0,1 0 0,-1 0 0,9 3 0,-7-2 0,6 4 0,-7-5 89,0 1-89,0 0 0,2 1 0,-1 0 0,2 1-1011,-1-2 1011,1 0 0,5-1 0,-6 0 0,4 0 0,-6 0 0,4 0 0,-4 0 1011,5 0-1011,0 0 0,-1 0 0,20-2 0,-15 1 0,12-1 0,-18 2 0,-1 0 0,-1 0 0,0 0 0,-2 0 0,1 0 0,-1 0 0,1 0 0,-2 0 0,1-1 0,0 1 0,1-1 0,1 1 0,8-4 0,-6 3 0,4-2 90,-8 3-90,1 0 0,-1 0 0,1-1 0,-1 1-90,6-6 90,-3 4 0,5-3 0,-6 4 0,-1 1 90,3-3-90,-2 2 0,1-2 0,-1 0 0,-1 2 0,0-3 0,0 4 0,2 0 0,-1 1 0,2 2 0,-2-4 0,-2 1 0,-1-3 0,-1 1 0,0-1 0,1 2 0,0-4 0,0 5 0,1 0 0,0 0 0,2 1 0,4-5 0,-4 3 0,3-1 0,-1 2 0,-2 0 0,1 0 0,-2 0 0,-2 0 0,1 0-90,2 0 90,-1 0 0,2 0 90,-2 0-90,0 0 0,1 0 0,-2-2 0,1 2 0,3-1 0,-5 1 0,3 0 0,-3 2 0,1-1 0,1 0 0,1-1 0,-1-1 0,-1 1 0,-1 0 0,0 0 0,1 2 0,0-2 0,0 3 0,-1-6 0,3 3 0,-1-2 0,2 2 0,-2 0 0,0 0 0,-1 0 0,1 0 0,-2 0 0,1 0 0,-1 0 0,2 0 0,0 0 0,1 0 0,1 0 0,7 1 0,-6-1 0,4 1 90,-6-1-90,-2 0 90,1 0 1080,-2 0-1170,-4-3 0,2 1 0,-3-3 0,6 3 0,-2 0 0,-5 3 0,3 0 0,-4 1 0,5-2 0,1 1 0,0 2 0,0-1 0,0 2-360,-3-5-2917,-12 2 0,-6-5 0,-12-1 0,-3-3 0,-1-5 2730,8 3 1,0 1 0,-5-3 0,10 4 0,0 0 0</inkml:trace>
  <inkml:trace contextRef="#ctx0" brushRef="#br1" timeOffset="291133">17119 16282 7623,'2'-3'1529,"-1"0"-1169,-1 1-91,0 2 541,3-1-720,-1 1 0,3 0 90,-3 0-90,0 0 539,0 0 91,3 2-630,-3-2 180,4 3-180,-5-3 539,3 1-449,-3-1-90,1 2 90,-2-2 360,2 1-270,-1 1-180,0-2-1,0 2 1,-2 0 90,1-1-90,-1 1-90,3-2 0,1 3 0,0-3 0,0 1 0,-2-1 0,2 1 0,-1 1 0,1-1 360,-2 0-90,-3 0-180,0-1 90,-1 2 270,1-2-450,1-2 89,0 2 1,-3 0-90,2 0 630,-1 2 180,2-2-541,0 0 91,-1 0-360,0 0 450,-3 0-270,3 0-90,-1 0 90,1 0-180,0 0 270,0-2-1,0 2 451,6-10-630,-2 10 90,2-6 180,0 11-270,-2-1 89,1-2-179,-3 0 90,1-1-90,1 0 0,-2 2 0,1-2 0,-4 6 0,1-5 0,-3 5 0,2-3 0,2-3 0,0 2 0,2-2 0,5-2 0,-4 2 0,4-2 0,-6 1 1799,0 0-1709,4 0 0,-1 0-90,2 0 90,-1 1-90,0-1 0,1 1 0,-1-1 0,5 1 0,-4-1 90,7 2-90,-7-2 0,1 0 0,-1-2 0,-2 1 0,0 0 0,1 2 0,-1 0 0,2 2 0,-3-2 0,3-1 0,-1 0 0,1 0 0,3 0 0,-2 0 90,4 0-180,-7 0 90,3 0 0,-3 0 0,3 0 90,-2 0-180,-1 0 90,-2 0 0,0 0 0,0 0 0,2 0 0,1 0 90,-2 0-90,3 0 0,-1 0 0,0 0 0,3 1 0,-4-1 0,7 2 0,-6-2 0,4 0 0,-4 0 0,1 0 0,-1 0 0,-1 0 0,1 0 0,-1 0 0,0 0 0,0 1 0,-1-1 0,1 2 0,1-2 0,-2 2 0,2-2 90,-2 0-90,1 0 0,-1 0 0,2 0 0,0 0 90,0 0-90,-1 0 0,0 0 0,1 0 90,-2 0-571,2 0 570,-2 0 1,0 0 540,-1-2-540,1 3-90,0-2 0,0 3 90,1-2 391,-1 0-481,1 0 90,3 0-90,-3 0 90,1 0-90,-1 0 0,-1 0 90,4 0-90,-2 0 0,1 0 90,-3 0-90,-1 0 90,1 0-90,2 0 0,0 0 0,1 0 0,-1 0 0,-1 0 0,2 0 0,3 0 0,-4 0 0,2 0 90,-1 0-90,-2-2-90,0 2 90,1-1 0,-3 1 90,6-1-90,-2 0 0,2-2 0,-1 2 0,0 0 0,4 1 0,-4 0 0,3-2 0,-6 2 0,2-1 0,-2 1 90,0 0-90,0 0 0,2 0 90,-3-1-90,2 1 90,0-1 0,-2-1-90,2 2 270,5-3-270,-5 1 0,6 0 90,-7 1-90,0 1 0,2 0 0,-3 0 0,2 0 0,1 0 0,-2-2 0,2 2 0,-2-1 0,-1 1 0,3 0 0,-3 0 0,5 0 0,-4 0 0,2 0 0,-1 0 0,-2 0 0,2 0 0,-1 0 0,-1 0 0,1-1 0,-1 1 0,1-1 0,0 1 0,0 0 0,1 0 0,-3 0 0,1 0 0,0 0 0,3-3 0,-2 3 0,2-3 0,-3 3 0,2 2 0,-1-2 0,4 1 0,-4-1 0,6 0 0,-5 0 0,3 0 0,-4 0 0,-1 0 0,1 0 0,-1 0 90,1 1-180,6-1 180,-5 2-90,4-2 0,-4 1 0,-2-1 0,3 1 0,-4-1 0,2 0 0,-2 0 0,2 0 0,0-2 0,-1 0 0,0 0-90,-2 0 90,1 7 0,1-4 0,0 4 0,1-4 0,-1-1 90,2 2-90,0-2 0,1 2 0,1-1 0,-2 0 0,1 0 0,-1 1 0,-1-2 0,2 0 0,2 1 0,-2-1 90,5 2-90,-5-2-90,5 4 90,-3-4 0,3 3 0,-3-3 0,0 1 0,-2 0 0,4 0 0,-4 1 0,3-2 0,-5 0 0,1 2 0,-1-2 0,3 3 0,-3-3 0,1 0 0,-1 0 0,1-2 0,2 2 0,-2-1 0,1 1 0,-2 0 0,1 0 0,-1 0 0,2 0 0,-1 0 90,-2 0-90,2 0 0,-1 0 0,-1 0-90,3 0 90,-3 0 0,1 0 0,-2 0 0,3 0 0,-1 0 90,2 0-90,-3 0 0,1 0 0,-1 0 0,1-1 0,-1 0 0,3-3 0,-3 2 0,1 0 0,-2 2 0,1 0 0,0-1 0,0 1 0,0 0 0,-1 0 0,2 1 0,-1-1 0,1 0 0,-1 0 0,1 0 0,-1 0 0,1 0 0,0 0 0,-1 0 0,0 0 0,-1 0 0,1 0 0,0 1 90,2 1-90,-1-1 0,1 0 0,-1-2 0,1 0 0,4-1 0,-4 1 0,5 1 0,-6 0 0,1 0 0,0 0 0,2 0 0,-2 0 0,1 0 0,-2 0 0,0 0 0,0 0 0,1 0 0,-2 0 0,1 0 809,-2 0-629,0 1 360,-1 1-540,-3-4 0,2 3 0,-3-4 0,3 5 0,0-2 0,0 2 0,0-2 0,-2 0 0,2 0 0,-1 1-1619,1-1-540,-2 2 360,-1 0-270,-3-1-1208,-9-2 0,1-2 0,-23-3 2457,17 3 1,-15 5 0,18 5 0</inkml:trace>
  <inkml:trace contextRef="#ctx0" brushRef="#br1" timeOffset="300294">18435 17658 6723,'5'0'180,"0"0"-180,-6 0 0,-3 1 90,0 0-90,2 2 360,7-4 1978,-2 1-2338,-5 2 0,-3 1 0,-2 1 0,7-2 0,3-8 0,0 2 0,-1-2 90,-1 5 0,4 4-90,-3-2 90,5 2-90,-4-3 180,5-2-90,-5 2 0,4-1 0,-4 1 180,-1 0-90,1 0 0,-1 0 179,0 0-89,-1 1-180,-1 1 0,0 0-90,0 2 90,0-3-90,0 2 0,-3-3 0,2 0 0,-3 0 90,3 0 270,4-5-360,-2 5 90,4-3-90,-5 4 0,2-3 0,-8 4 0,5-4 0,-5 6 0,10-3 90,0 0 0,4 0 0,-4 2-90,-2-2 90,-1 2 0,-1-3-90,0 2 0,1-1 0,1 2 0,-1-2 269,0-1-179,-1 2-90,0 0 0,0 4 0,0-3 90,-1 2-90,0 1 90,-2 5 0,2-6 90,1-1-90,0-12-90,1 2 90,-1 1-90,0 3 0,0 2 90,2 0 0,-1 1 360,1-1-270,-5 1 629,1-1-539,-3 0-90,4 0 360,-1 0-181,1-1-269,-1 0 90,2-1 1079,-1 1-1079,0 0 90,4-2-270,-4 2 0,7-1 180,-1 2-180,0 0 90,2-2-90,-4 2 90,2-1-90,-2 1 90,3 0-90,-3 0 90,0 0-90,0 0 0,-1-1 90,1-2-90,0 1 0,3-2 0,0 4 90,1-1-90,-1 2 0,1-1 90,0 0 0,3 0-90,-3 0 270,7-2-270,-8 1 90,5-1-90,-6 2 0,0 0 0,0 0 0,-1 0 89,0-1-89,0 0 0,0-2 0,1 1 0,-2-1 0,0 2 90,1 0 90,4 1-180,-3 0 0,3 0 0,0-2 0,-3 1 0,7-1 0,-6 0 0,1 2 0,-1 0 0,-2 2 90,2-2-90,-3 0 90,10-3-90,-8 3 0,10 1 0,-12 1 90,4 5-90,-4-4 0,2 2 0,-2-4 90,0 0-90,1-1 0,-2 0 0,1 0 0,-1 1 90,4 1-90,-3-1 0,3 0 90,-3-1-90,-1 0 0,1 1 0,-1 1 0,1 1 90,5 1-90,-4 0 0,0 0 0,-4-2 0,-3 1 360,26 0-360,-14-1 90,18 1-90,-20-3 0,-1 3 0,-1-3-1234,0 1 1234,1-1 0,5 0 0,-4 0 0,3 1 0,-6 1 0,-1-1 0,2 0 0,-2-1 0,3 1 1234,-1 0-1144,1 1-90,0 0 0,-1-2 0,1 3 0,0-3 0,0 1 0,-1-1 0,0 0-1369,0 0 1369,1 0 90,0 0-90,2 1 90,5 1-90,-5-1 0,4 1 90,-7 0-398,-1 0 308,0-1 1322,-1 1-1322,3-2 0,-1 0 0,6 0 0,-4 0 0,2 0 0,-4 0 0,7-3 354,-5 2-354,4-2 0,-5 2 90,4 1-90,-3 0 90,23 0-90,-20 0 90,16 0-90,-16 0 0,-2 0 0,3 0 0,3 0 0,-5 0 0,5 0 0,-6 0 0,-1 0 0,1 0 0,3-2 90,-3 0-90,3-1-1519,-4 1 1519,4 1 0,-2 1 90,5 0-90,-6 0 0,3 0 90,0-2-90,-3 0 0,3-1-129,-5 0 129,0 1 0,-1-1 0,2 1 0,-1 0-90,13 1 90,-9 0 90,8 0-90,-10-2 0,6 1 0,-5 0-90,14-1 90,-14 2-90,6-1 90,-6 2 90,-2 0-90,5-1 0,-5 1 1648,3-1-1558,0-1-90,-2 1 0,1-1 0,-1-1 0,-1 1 0,1 0 0,-1 1 0,4 1 0,-2 1 0,1-1 0,-1 2 0,-2-4 0,1 2 0,3-2 0,-4 2 0,6-3 0,-7 3 0,1-1 0,-2 1 0,4 0 0,-2 0 0,2 0 0,0 0-90,-2-1 180,12 1-90,-13-1 0,9 1-180,5 0 180,-10 0 0,15 0-3277,-17 0 3342,3 0-65,-3 0 0,1 0 0,-2 0 0,3 0 0,-2 0 0,0 0 0,1 0 0,-2 0 0,0 0 0,0 0 0,1 0 0,-1 1 0,2 0 3276,0 0-3250,2 2 64,6-3-90,-2 1-1514,4-1 1514,-4 0 0,7-1 0,-4 0-56,10-1-34,-11 1 90,3 1 0,-7 1 90,-2-1-90,5 2-2962,-5-2 3052,2 0 827,-4 0-917,-3 0 43,2 1-43,-2-1 0,1 1 0,0 1 0,-2 0 0,1 2 0,-3-2 0,3-1-90,0 2 3302,0-2-3571,-1-1-451,-1 0-449,0-4-450,2-2-720,-1 2-179,0-6-669,-13-7 0,-5-3 2470,-16-4 1,-6 5 0,-5 3 0</inkml:trace>
  <inkml:trace contextRef="#ctx0" brushRef="#br1" timeOffset="301510">17117 16543 8432,'4'-2'2699,"-1"1"-2160,0 1-89,-1 0 90,1 1-90,-1 1-91,0 0 721,2 3-810,-3-2-1,2 2 181,-3-3-360,-1-1 0,1 2 90,-1-1-180,1 1 0,0 1 0,0-3-90,0 0-540,-1 0 181,1 1-181,-3-1 0,2 0-359,-2-2-1530,-4 0 1260,2-1-1080,-8 4 1519,6 1 1,0 6 0,6-1 0</inkml:trace>
  <inkml:trace contextRef="#ctx0" brushRef="#br1" timeOffset="301749">17104 16785 7083,'10'0'3276,"-3"0"-1245,3 1-1491,-6 1-1,2 0-359,-4-1 0,1 1-90,-1-2-989,-2 0 539,-4 1-720,-2 1 541,-3 1-181,2 1-1169,0 1 990,1 0 899,-3 6 0,3-4 0,-1 2 0</inkml:trace>
  <inkml:trace contextRef="#ctx0" brushRef="#br1" timeOffset="301927">17087 16950 7533,'4'6'2428,"-1"1"-1978,-1-2-90,0-2 0,-2 1 89,1 0-179,-1-2-90,0 2-90,0-3-540,0 1 91,-2-2-1,0 0-810,-2 1 451,1 1-91,-1 2-809,1 4 1619,1-1 0,0 3 0,2-2 0</inkml:trace>
  <inkml:trace contextRef="#ctx0" brushRef="#br1" timeOffset="302094">17089 17098 7713,'8'5'3276,"-1"0"-2865,-4-2-321,-2-1 0,0 0 0,1-2-90,-1 1-180,1 1-809,0-1 179,-1-3-89,-1 1-31,0-2 1,0 3 0</inkml:trace>
  <inkml:trace contextRef="#ctx0" brushRef="#br1" timeOffset="302232">17087 17283 6993,'0'8'3276,"0"0"-2594,0-4-322,1 1-181,0 0 1,2-2 0,-1 1-90,0-3-450,-1-1 91,-1-2-901,0-1 271,0 1-91,-2 2-899,-3 2 1889,0 2 0,0-1 0,4-1 0</inkml:trace>
  <inkml:trace contextRef="#ctx0" brushRef="#br1" timeOffset="302375">17047 17480 6813,'0'6'2609,"0"-1"-2070,0 0-179,0-2-90,0 1-180,0-1-360,2-1-360,0-2-179,0-1-1080,-1-1 1889,0-1 0,2 1 0,1-3 0</inkml:trace>
  <inkml:trace contextRef="#ctx0" brushRef="#br1" timeOffset="303548">18305 16603 9781,'5'0'990,"0"0"-361,-6 1-449,1 0-90,-1 2 360,4-2-360,0 1 0,-1-2 0,0 3 0,0-3 0,0 1-3367,0-1 617,-7 2 2660,3 0 0,-4 0 0,5 0 0</inkml:trace>
  <inkml:trace contextRef="#ctx0" brushRef="#br1" timeOffset="303826">18265 16808 7443,'2'3'3148,"1"1"-2788,-1-1-180,1-1 89,-1-1-89,1 1 180,-2-2-360,1 0-90,0 0 0,0 0-180,1-2 1,-2 1-91,0-1-90,-1-1-270,0 1-180,0 0 1,0 1 0</inkml:trace>
  <inkml:trace contextRef="#ctx0" brushRef="#br1" timeOffset="304033">18302 16983 6813,'4'5'3058,"0"-2"-2698,-2-1-180,1-2 0,6 4-270,-5-2-180,5 4-180,-7-1-989,-2 1 540,-1-1 89,0-1 810,1-4 0,0 0 0</inkml:trace>
  <inkml:trace contextRef="#ctx0" brushRef="#br1" timeOffset="304239">18300 17220 7083,'5'4'2608,"-1"-2"-2158,-1 1-180,0-2-90,-1 0-90,1 1 90,2-2-180,-2 1-180,1 0 0,-3 2-3097,-4 0 3151,1 0 1,-2-1 0,2 0 0</inkml:trace>
  <inkml:trace contextRef="#ctx0" brushRef="#br1" timeOffset="304404">18307 17393 6903,'14'8'-720,"-3"-1"720,-12-5 0,1-2 0,-1 3 0</inkml:trace>
  <inkml:trace contextRef="#ctx0" brushRef="#br1" timeOffset="304632">18350 17600 7533,'8'4'3276,"0"1"-2954,-5-4-322,0 2-90,1-1-3187,6-1 2326,-5 1 52,6-2 899,-9 2 0,0 2 0,-1 2 0</inkml:trace>
  <inkml:trace contextRef="#ctx0" brushRef="#br1" timeOffset="318234">17334 16430 6723,'3'10'1979,"-1"1"-1529,1 1-90,-1 0-181,0 2-89,-1 1 0,-2 3-45,-4 21 0,-2 4-2341,-1 3 2296,3-15 0,-1 3 0,0-2 0,-1 4 0,-1-3 0,2-6 0,-1 0 0,-1 10 0,-1-1 0,4-12 0,-1 2-30,-1 11 0,0 6 0,0-5-15,1-8 0,1-1-75,-1 6 0,0 3 0,0-7-1139,-2 1 849,2-14-400,-2 2 119,1-13 0,1-2 0,0-1 0</inkml:trace>
  <inkml:trace contextRef="#ctx0" brushRef="#br1" timeOffset="318784">17489 16458 6543,'-1'18'1439,"0"3"-1079,0 3 0,-1 3-90,0 1 0,-2 3-1095,0-1 1,-1 5 0,-1-3 824,1-3 0,0 0 0,-1 6 0,0 5 0,-1-6 45,2-7 0,0-2-45,1-1 0,0 4-135,-4 11 0,-2 10 0,0 0 0,1-7-45,1-5 1,1 0 66,-2 3 1,-1 7-1,0-2 1,1-10-981,-8 5 463,3-11 1,-3 6 629,6-14 0,1-2 0,0 0 0</inkml:trace>
  <inkml:trace contextRef="#ctx0" brushRef="#br1" timeOffset="319366">17760 16252 6993,'7'-3'2519,"-2"0"-2250,1 0 91,-1 1-360,-3 2 90,0 1 90,-3 9-180,0-4 90,-2 6-90,1-3 180,-3 13 0,0 5-1698,0 1 1562,0 4 1,0 0-2904,-2 2 2919,2-5 0,-3 12 0,-2 6 0,1 2 0,-1-4 0,3-7-466,-1-2 0,2-5 1,-2 5 417,0 3 1,-1 7 0,-2 5 0,1 1 0,0-2 0,1-5 0,2-10-13,0 3 0,0-4 0,0 1 0,0 3 0,1-4-755,3-9 1,0-2 709,-1 8 0,1-1 192,-1 13-297,1-11 0,-1 4 0,2-4 60,-2 11 480,0-4 0,0-2-570,0-11 1005,-1-2-1545,-1 0 1,0-1 89,0-3 2331,-6 17-2510,9-35 852,0-2-43,4-5 0,0-4 0,3-2 0</inkml:trace>
  <inkml:trace contextRef="#ctx0" brushRef="#br1" timeOffset="319838">18092 16245 7443,'4'4'2428,"-2"1"-1798,-7 25-540,1-10 0,-2 13 0,-1 4 0,1-1-1729,2-7 1,-1 3 581,-2 10 0,0-1 518,1-12 1,0-1 583,-3 18 0,0 1-265,2-19 0,0-1 220,1 0 0,-1 3 0,-3 7 0,-1 4 0,1-3 0,0-1 0,0 1 0,0 0 0,-1 4 0,1-5 0,2-7 0,0 0 0,-1 3 0,-1 3 0,1-2 0,0-2 0,-1 0-30,1-1 0,0 2 0,0-3-15,0 1 0,1-3 45,-3 13-135,3-11 1,1-2 1381,1-2-1607,-1 4-2917,-3-15 3151,5-11 1,-5-6 0,8-9 0</inkml:trace>
  <inkml:trace contextRef="#ctx0" brushRef="#br1" timeOffset="320337">18200 16282 7982,'7'-2'1889,"-2"-2"-1709,0 2-90,-3-2 270,-1 6-270,-1 0 180,-1 17-270,0-4 90,0 13 0,1-4 0,-5 21 0,-2 5-402,4-24 0,0 2 342,-4 15 0,-1 7 0,1-7-1578,2-14 1,0 2 1547,-2 0 0,-1 9 0,-1 5 0,-2 2 0,1 0 0,1-4 0,1-7-377,0 4 1,1-7 0,-1 7 376,-1-2 0,-1 8 0,-2 4 0,1 1 0,0-2 0,1-6 0,2-10-769,0 2 1,0-6 768,-3 19 0,0-3-1200,4-7 1020,2-13 0,1 0 995,2 3-1085,-1 10-180,6-25-180,-1 0-302,-5-2 32,1-5 91,-5-3 809,2-6 0,1 0 0,0-2 0</inkml:trace>
  <inkml:trace contextRef="#ctx0" brushRef="#br1" timeOffset="320752">18217 17235 6723,'4'14'3148,"0"5"-2968,-3-6 0,0 6-90,-2-3 0,-2 13 0,0 2-921,0 2 831,-1-1 0,1-2 0,0-6 0,1-2 0,0 0 0,1-2-90,1 11-3072,0-14 2802,0 7-269,-1-16-181,-1-2 0,-2-2 810,-6 0 0,5-5 0,-3-1 0</inkml:trace>
  <inkml:trace contextRef="#ctx0" brushRef="#br1" timeOffset="320999">18380 17448 7533,'1'13'269,"-1"17"1,-1 2-1079,0-7 359,0 6 0,0-4 450,2-18 0,0 0 0,0 0 0</inkml:trace>
  <inkml:trace contextRef="#ctx0" brushRef="#br1" timeOffset="389492">1591 2315 9152,'-12'-3'1349,"1"1"-1169,9 3-90,-1 1 899,0-4-899,1 2 180,-2-2-180,1 3 90,-2 2-90,1-2 360,-1 1-270,3-2 89,-1 3 1350,2-3-809,1 2-450,0 0 1709,0 0-1890,0-1 271,1 3-270,0-3 810,4 3-811,-2-1-89,2-1 450,3-1-360,-2 1 90,5-4 809,21 0-899,-15 0 0,19 0 0,-21 2 0,0-2 224,11-3 1,2-1-405,-3 0 90,13 1 0,0 1-90,-19 5 0,17 1 0,-24 1-224,1-1 314,5 1-3367,-3-1 3236,5 1 41,-5-1 0,11 3 0,-9-2 90,10 2 90,-3-1 0,0 0-90,-2-1-15,2 2 0,0-1-75,-3-2 0,-5 1 0,7-1 90,2 2-90,-4-2 0,8 2 90,8 0 0,0 0-90,-2 0 120,5 0 0,8 1 0,-9-2-321,-4 0 246,7 0 0,-2 1-2247,-18-3 2202,7 2 1820,-9-1-1775,11 1 0,3 0 45,-1 0-90,0 0 0,1-1 90,2-1-90,-8 0 90,7-1-2039,-2 3 2039,-10-3 1862,7 2-1907,2 1 0,0 0-45,0-1 0,-2 1 0,4 0 0,7 0 0,-3 0-1682,0-1 1682,3 1 0,-1 1 90,-3 0-90,-8-2 0,10 2 0,-7-1 0,6 0 0,-4 0 800,14 2-800,-14-1 0,5 0 0,-7-1 0,0 1 159,-1 1-159,1-1 30,6 0 0,7 2 0,-4 0-114,-13-3 0,0 1 84,18 2 0,7 1 0,-10-1-1572,-3-1 1542,-7 0 0,4 0 0,-3-1-253,-9 0 1,0-1 282,16 2 0,5 2-305,-9-3 1,1 1-1,-4-1 350,-6 0 0,0 0-45,6 0 0,5 1 0,-2 0 0,13 0 0,-4-1-64,-19-1 0,1-1 64,9 1 0,5 0 0,-7-1 930,11-1-930,-8 0 0,0 1 0,5-1 0,-18 0 0,4 1 0,7 0 0,3 2 0,-3-1 248,-9-2 1,0 1-249,9 0 0,4 1 0,-5 0 0,-7-3 0,-3 0 1796,16 0-1796,-17-1 0,3 2 0,7-1 0,5 0 0,-6 1 170,-7-1 1,-1 1-201,8 0 0,5-1 0,-6 2 30,13 1 382,-10 0-382,12 1 30,-11-4 0,6 1 0,-4-1-128,-11 0 1,1 1 97,11-1 0,4 0 0,-8 0 0,-1 0 0,0 0 30,4 1 0,9 1 0,-5-1 307,-14 1 0,0-1-337,14 0 0,6 1 0,-10-1 0,-4 0 0,-1-1 0,-1 0 0,-2 2 0,1-2 0,1 1-1106,9 2 1106,-8-2 0,0 0-1798,2 2 1798,1-2-567,1 0 567,0 0-429,1 1 429,-1 0 0,2 1 0,0-1 1273,1 1-1251,-6-1 1,9 0-1,2 1 1,-7-1 944,-4-1 1,0 1-968,1 0 0,6 1 0,1-1 0,-3 0 0,-1-3 0,-2-1 0,-4 2-161,-7 0 0,0 1 161,9-2 0,4 0 0,-5 1 0,13 3 2734,-10-2-2734,12 0 0,-13-1 0,6 0 0,-5 0-1156,-9 0 1,0 0 1155,9 0 0,5-1 0,-5 1 0,-9-1 0,-3 1 0,14-2 0,-13 2 0,1-1-527,0 0 1,-1 1 526,13-2-445,-12 2 1,0-1 444,1-1 0,-1 1 0,16-1 0,-14 0 0,-1 1 0,11-2-45,-11 2 0,1 1 45,14 0 0,-5 1 0,6 1 0,-4 0 0,-13 0 0,1-1-85,16 1 0,7 1 0,-9-1-5,4-2 90,-10 1 0,-2 0 0,1 1 0,0 0 0,7 1 0,-5 0 301,-8-2 1,-1 0-302,9 2 0,4 0 0,-3-1 0,-8-2 0,-3 0 90,17 2 83,-17-2 1,5 1-174,11-1 0,5 0 0,-4 0 378,-11 0 1,-1 1-379,12-1 0,5 0 0,-7 0 45,-10-1 0,-5 0-45,18-1 0,-18 1 0,4-1 0,9-1 0,7-1 0,-6 1-333,-10 1 0,0 0 333,11-1 0,4-1 0,-5 1 0,-9 1 0,-4 0 621,17-2-621,-15 2 0,0 1-369,0-1 0,-1 0 369,16-1-759,-16 1 1,1 1 758,0-1 0,-1 0 794,16-1-794,-16 2 0,0 0-446,11 0 446,-2-1 1689,3 2-1689,-1-1 0,-1 1 0,7 0 0,-5 0 537,-10 0 0,-1 0-537,11 0 0,4 0 0,-7 0 147,-2 1-147,-1 0 0,11-1 0,2 1 0,-8 0-506,-4-1 0,-1 0 506,5 1 0,7-1 0,0 0 0,-9 0 0,-5-2 0,-6 0 0,19 0 0,-19 0 0,4 1-30,9 0 0,5 0 0,-5 0 30,-10 0 1,0 0-1,11 0 0,4 0 0,-7 0 0,2-2 0,-11 1 0,1 0 235,16 0-235,-11 0 0,7 1 0,2-1 0,-7 1 0,-3-1 0,0 1 0,11-1 0,6 0 0,-6 0 960,-9 0 1,-5-1-961,-6 0 0,3 1 0,14-2 0,10-1 0,1 0 0,-8 1-1192,-6 1 1,-1 0 1191,2-1 0,6 0 0,-1 0 0,-7 1 0,-4 0 0,-5 0-870,20-1 870,-7-1 0,0 0-486,-16 2 1,-1 1 485,6-2 0,4 1-254,2-2 1,6 0-1,0 0 1,-5 1 298,-2 0 0,1 0 74,-1 0 1,5-1-1,1 0 1,-1 2-120,9 0 0,-1 3 0,-5-1 0,-8 0 0,-1 1 0,12-1 0,5 1 0,-5 0 0,-8-1 0,-5 2 625,-5-1 1,0 0-626,6 0 0,5 0 0,1 0 0,5 0 0,2 0 0,-7 0 56,1 0 1,1 0-57,-1-1 0,5 1 0,0 0 0,-6-1 0,2 1 0,-5 0-368,-6 0 0,0-1 338,2 1 0,2-1 0,-2 1 30,-4 0 0,2 0 30,13-1 0,6 1 0,-5 0-351,-11-1 1,-1 2 320,3-1 0,4 0 0,-3 0 568,10 0 0,-5 0-568,-15 0 0,1 0 22,12-1 1,8 0 0,1 0-1,-10 0 94,-8 0 1,-2 0-117,16-1 0,7 0 0,-11 0 0,-9 1 0,7-1 833,-11 2-833,19 0 0,2 0 0,-4 0 30,-8 0 0,7 1 0,-10 0-30,-6 0 89,12 2-538,-20-3 1731,-13 0-2451,1-4 2652,-18 2-4760,-16-9 0,-3 1 0,-14-4 3150,8 8 0,-6 2 0,3 0 0,2 0 0,-1 1 0,-7 0 0,0 1 1,0 0-1</inkml:trace>
  <inkml:trace contextRef="#ctx0" brushRef="#br1" timeOffset="453131">14969 9123 7623,'-39'-22'2248,"-2"0"-2068,20 10 0,-3-1-1273,-8-3 1,-5-1 0,2 1 524,0-1 0,-1 0 628,-2 0 0,-3-1 0,4 2-528,3 1 1,0-1 579,3 2 0,-3-2 1,-2 0-1,4 2-309,-12-6 0,1 0 197,11 6 0,-2-2 0,-1 0 0,0 1-216,-7-3 0,-1 0 1,1 0-1,3 2 216,6 3 0,4 1 0,-4-1 62,-4-2 1,-2-2-1,-4 0 1,-3 2-102,6 5 0,-5 0 1,-1 1-1,-2 1 1,1 0-1,3 1 1,5 0 15,0 0 1,6 1-1,-1 1 1,-6-2 9,-1 1 0,-7-2 0,-4 0 0,0 0 1,1 0-1,5 2 0,7 2 362,-2 1 1,6 1 0,1 2-350,-2-2 0,0 2 0,-5-1 15,2 1 0,-6 1 0,-4 0 0,0 0 0,2 0 0,5 0 7,2-1 1,3 1-1,1 0 1,-5 0-79,0 0 0,-5 1 0,-1-1 0,-1 1 0,2 0 1,4 0 77,-3 0 1,2 1-1,3 0 1,0-1-23,-3 2 0,1-1 0,-2 0 22,3 0 0,-3 1 1,1 0-1,3 0 8,-1 0 0,3 1 0,0-1-373,1 1 0,-1-1 0,-3 3 379,1-1 0,-5 2 0,-2 1 0,2 0 0,3-1-36,5 0 0,2-2 0,1 1 0,-3 1 18,-5 1 0,-4 1 0,-1 1 0,2-1 0,4 0-45,-1 2 0,5-1 0,-1 1 27,-1 1 0,0 0 0,1 0 42,1-1 1,1 0 0,-7 8 5,17-4 0,-6 4 1,-2 4-1,-4 3 1,-1 2-1,-2 1 1,0 2-1,0 0 1,1-1-1,1 0 1,3-3-1,3-2 1,4-4-31,-8 8 0,5-5 0,3-1 0,-2 1 0,-6 6-11,7-6 0,-5 3 1,-4 3-1,-2 2 1,-2 1-1,1 1 1,0 0-1,3-1 1,3-2-1,5-2 1,6-4-1,7-3 577,0 16 0,9-3-584,-2-1 0,1 6 30,5-6 0,1 8 0,0 4 0,1 0 0,0-2 0,1-6-30,-2 4 0,2-6 0,-1 6 67,1-5 0,0 5 1,0 3-1,0 0 1,2-2-1,1-5-22,3 1 0,1-4 0,2-1 0,-1-3 0,1 12 0,5 3 96,2-14 0,5 7 1,3 3-1,2 2 0,1-2 1,-2-3-1,-2-7-81,3 4 0,0-7 0,3 4-15,-3-3 0,2 3 0,2 3 0,2 0 0,1-3 0,0-4 99,3-3 0,2-3 0,1-3 0,0-1 0,-3-1-458,5 5 0,-2-2 0,11 3 397,-18-12 0,5 2 0,5 0 0,3 2 0,3 0 0,2 0 0,1 0 0,0 1 0,-1-2 0,-1 0 0,-3-2 0,-3 0 0,-5-3-68,9 3 0,-5-3 0,-3-1 0,-1-1 0,4 1 0,4 1 7,-7-1 1,2 0-1,3 2 1,2 0-1,0 0 1,2 0-1,0 0 1,1 0-1,-1-1 1,-2-1-1,0-2 1,-2-1 2,5 0 0,0-3 0,-1 0 0,0-2 0,0 0 1,-2-1-1,-1 1 0,-1-1 0,-1 1-10,4 0 0,-5 1 0,-1 0 0,1-1 0,6-1 0,7-2-39,-20 0 1,3-1-1,3-1 1,3 0-1,2 0 1,3-1-1,2-1 1,1 0 0,1 0-1,2 0 1,0-1-1,0 0 1,0 0-1,0 0 1,0 0-1,-2 0 1,-1 0 0,-1 0-1,-2 0 1,-3 0-1,-2 1 1,-3 0-1,-3 0 12,18-3 1,-6 1 0,-4 0 0,-3 0 0,0-1 0,2 0 0,3 0-1,6-2 7,-13 3 0,4 0 0,3-1 0,3-1 0,2 1 0,2-1 0,0-1 0,1 1 0,0-1 0,0 1 0,-1-1 0,-2 0 0,-2 0 0,-2 0 0,-3 0 0,-4 1 0,-4-1 1,-5 1-19,23-11 1,-11 1-1,-6-1 1,3 0 22,0 1 0,-1 0 0,0-3 0,4-5-10,-11 4 0,2-4 0,2-3 0,1-2 0,0-1 0,0 0 0,-1 1 0,-2 1 0,-3 3-79,6-6 0,-3 3 0,-2 1 0,1-2 0,2-4 89,-5 7 0,1-3 0,2-1 0,1-2 0,0 0 0,-1 0 0,-1 0 0,-3 0 0,-2 3 15,0-6 0,-2 2 0,-2-1 0,-1 1 0,-2 1 0,1 1-15,4-8 0,-1 2 0,-1-1 0,1-2 18,-1 2 0,0-3 0,1 0 0,-2 1 0,-3 2 4,-3 6 1,-1 2 0,-3-1-1,0-3 32,-1-5 0,-1-5 0,-2-2 0,0 2 0,-2 4-24,-1-5 0,-1 3 0,-3-2-48,0 8 0,0-4 0,-1 0 0,-3 2 0,-1 5-117,-12-11 0,-3 6 168,-2 1 0,-5 2-783,-1 6 1,-5-1 0,1 3 271,6 7 1,0 1-1,-1 0-182,-10-5 1,-1 0-1,0 2 60,7 8 1,2 3-1,-2 0 30,0 0 1,-2 2-1,-2 0 570,-3 3 0,-4 0 0,-1 2 0,1-1 0,-3 1 0,1 0 0,-2 0 0,0 2 0,0 0 0,0 0 0,0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08T01:54:15.147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2079 13145 7623,'5'0'1709,"0"0"-1439,-3 0-181,1 0 721,-1-2-630,-1 1 719,1-1-719,-6 2 450,3 0-540,-2 2-90,3 1 270,0 2 179,0-4-359,2-1 90,3 1-180,1 0 0,1 4 0,-3-3 180,6 7-180,-5-4 90,9 8-90,-7-7 90,3 1-90,-2-2 90,-1 1 90,15 23-180,-12-20 0,11 18 0,-15-25 0,0 1 90,2 1-90,-2 1 0,3 2 0,-3-2 0,4 1 0,-5-4 0,11 8 90,-7-5-90,7 5 0,-8-7 90,7 1-90,-7-2 0,6 2 0,-2-1 0,-4-2 0,5 2 0,-6-3 0,14-1 0,-10 1 0,11-2 0,-14 2 0,0 0 0,0 0 0,0 0 0,1 0 90,14-2-90,-9 1 0,9-3 0,-10 0 0,-3 2 0,2-1 0,-3 2 0,2 1-925,-2-1 925,5-2 0,-5 1 0,2-1 0,3 0 0,-5 1 0,5-1 0,-7 0 0,10-3 0,-7 3-2467,13-4 2467,-12 4 0,3 0 0,-6 0 0,0 1 90,9-4-90,-7 2 0,8-3 0,-9 1 0,-2 1 0,3-2 3276,-4 2-3160,2-2-116,6-9 0,-7 6 0,1-7 0,-1 6 0,-4 2 0,12-1 0,-3 2 0,13-6-3277,-10 6 3252,5-5 25,-8 6-439,-5 0 439,7-6-133,-7 4 133,15-16 0,-11 14 0,6-9 0,-9 9 0,-2 2 0,15-24 0,-13 19 0,10-17 3108,-8 19-3108,-3 2 0,4-2 732,-4 4-732,1-2 0,12-14-5,-9 11 5,10-10 0,-8 9 0,-5 4 0,1-2 0,-4 5 0,13-7 0,-9 7 0,8-4 0,-7 0 0,-5 5 309,4-7-309,-3 5 0,7-6-3129,-4 5 3129,6-5 0,-1 3 0,-3 2 0,3-1 0,-5 1 0,0 1 0,-2-2 180,11-13-90,-9 11-90,6-10 89,-12 16-89,0 1 90,0-1-90,12-12 0,-7 10 3129,8-8-3129,-8 12 0,-3 3 0,2-5 0,-2 0 90,6-17-90,-5 11 0,5-8 0,-4 9 0,-1 2 90,1-1-90,-2 1 0,0 0 0,10-19 0,-8 16 0,8-14 90,-5 10-90,-3 3 0,3-7 0,-4 9 0,3-10-2513,-3 7 2603,6-11-2649,-6 14 2559,1-2 0,2 1-59,-3 3 149,9-10 0,-8 10-90,2-3 90,-3 6 1571,-3 3-1571,16-12-90,-10 10 0,12-7 3276,-14 9-3108,3 1-52,-1-1-116,0 1 90,1-1-90,-3 1 180,13-1-180,-9 2 90,8-2-90,-7 3 90,-3-1-90,3 1 90,-5 0 179,15 0-269,-11-1 90,10 1 90,-10-1-180,-3 2 90,3 1-90,-4 2 90,1 1-90,3 0-2320,-3-1 2320,3 0 90,0 0-1697,-2 0 1607,2 1 90,-1 0 0,-2-1-90,0 1 90,0 0 0,10 7-90,-8-6 1915,7 6-1825,-7-5-90,-3-1 270,19 17-270,-17-13 2102,15 12-2102,-14-11 0,-2-1 0,2 3 0,-4-2 90,9 16-90,-7-12 89,7 13 1,-8-12 0,-2-3-90,1 5 0,-2-5 0,-1-1 180,2 17-180,-1-12 0,2 11 0,-3-11 0,0-6 0,1 6 90,-2-6-3367,6 20 3162,-4-13-2153,4 13 2268,-5-18 0,0-1 0,1 1 0,0-1 0,1 1 180,2 27-662,-2-20 572,2 21 1939,-4-27-2029,0-2 45,3 11 0,-1 2 2990,0-4-3035,5 26 0,-6-31 0,-2-6 0,2 3 0,-1-5 0,4 6 1078,-4-6-1078,5 6 0,-4-5 0,0 0 0,0 2 0,-2-5 0,1 0 0,2 5 0,-1-6 0,2 4 0,-4-6 0,1 1 0,-1-1 0,1 3 0,-1-2 90,3 5-90,-2-2 90,2 2-1563,-3-4 1473,1 1 0,0-1 0,0 2 90,1-2-90,-2 1 0,2 0 0,6 12 0,-3-10 0,5 9 1473,-5-9-1473,-2-2-3277,15 16 3162,-13-13 115,9 9 0,-14-14 0,1-1 0,-1-1 0,2 2 0,0 0 3276,4 4-3160,-3-3-116,2 2 0,-3-3 0,-1-1 0,3 2 0,-2-2 0,0-1 90,4 4-90,-4-3 0,5 3 0,-6-5 0,2 1 0,-3-2 0,7 3 0,-3-1 0,4 3 0,-3-4 0,-1 0 0,1-1 0,-2 0 0,0 0 0,0 0 0,2 0 0,-2 0 0,1 0 0,-3 0 0,1 0 0,1 0 0,0 1 0,5 1 0,-5-1 90,3 0-90,-5-1 0,0 0 0,1 0 0,-2 0 0,3-2 90,-2 0-90,3-1 0,0 0 0,-1 1 0,3-1 0,-3 1 0,5-2 0,-4 2 0,3 0 0,-5-1 0,-1 1 0,3-3 0,-3 3 180,6-4-180,-4 2 0,5-3 0,-6 5 0,-1-2 0,0 2 90,5-7-90,-4 7 0,4-6 0,-6 7 0,1-2 0,-1 1 0,1-1 0,0 1 0,8-9 0,-4 6 0,5-9 0,-8 8 0,2 0 0,-2 3 0,0-1 0,7-4 0,-5 1 0,6-2 0,-3-2 0,-3 4 0,4-5 0,-4 3 90,7-8-3367,-4 3 3162,6-6 115,0-2 0,-7 8 0,4-7 0,-8 11 0,0 0 0,4-9 0,-3 8 0,2-7 0,-3 11 3276,-1-1-3160,0 1-116,15-23-1471,-9 17 1471,10-17 0,-12 23 0,1-5 0,-2 3 0,1-3 0,-2 5 0,6-11 0,-4 8 0,5-7 0,-5 7 0,-1 2 1471,1-2-1471,-2 3 0,10-13 0,-7 9 0,9-9 0,-6 10 0,-3 1 0,2-1 0,-4 2 0,-1 1 0,0-1 0,2-3 0,-1 3 0,6-7 0,-4 6 0,3-3 0,-5 5 0,-1-1 0,0 1 0,9-11 0,-6 8 0,7-7 0,-5 6 0,-3 3 0,11-14 0,-10 13 0,7-9 0,-8 11 0,-1 1 0,2-1 0,-2 2 0,2 0 0,12-11 0,-10 7 0,10-8 0,-8 8 0,-4 1 0,5 0 0,-4 0 0,0 2 0,11-7 0,-10 6 0,8-4-90,-10 3 180,-1 3-90,2-2 0,0 2 0,10-7 0,-3 1-2534,2-3 2534,-6 6 0,-4 5 0,-1 3 0,-1 0 0,-2-1 0,-1 0 0,7-2 0,-5 2 2534,5 0-2534,-8 1 0,1 0 89,17-5-89,-10 4-89,14-5 89,-16 6 0,0-1 0,-3 1 0,0 0 0,-3 0 89,6 0-89,-3 0 0,9-1 0,-8 0 0,4-1 0,-4 1 0,9 1 0,-6 0 0,6 0-89,-8 0 89,-1 0 0,1 0 0,-3 0 0,1 0 0,2 1 0,-2 1 0,3 0 89,-5 1-89,1-1 0,1-1 0,-2 2 0,0-2 0,0 0-89,5 4 89,-4-3 0,4 3 0,-6-3 0,1 1 89,11 8-178,-8-5 89,9 7 89,-11-8-89,1 2 0,-3-2 0,2 3 0,-2-5 0,1 2 0,5 7 0,-3-4 0,4 6 0,-2-4 90,-2-3-90,0 1-90,0-2 90,-2 1 0,9 10 0,-5-7 0,4 8 0,-3-8 0,-3-1 0,3 2 0,-3-4 90,11 19-90,-9-13 0,10 13 0,-12-18 0,-2-1 0,2 1 0,-1-2 0,1 1 0,7 8 0,-6-5 0,6 7 0,-7-11 0,0 0 0,12 20 0,-9-16 0,10 17 0,-13-22 90,2 2-90,-2-2 0,3 3 0,-3-2 0,0 0-90,6 10 90,-3-7 0,5 7 90,-4-7-90,-3-1 0,2 0 0,-3 0 0,0-3-90,6 9 90,-4-7 90,5 6-180,-5-6 90,-2-2 0,3 4 0,-3-4 0,8 12 0,-5-8 90,6 9-90,-9-11 0,0 1 0,0-2 0,0 0 0,0-1 0,10 13 0,-8-8 0,8 10 0,-10-14 0,0 0 0,16 17 0,-14-14 0,13 15 0,-18-19 0,1 2 0,0-2 0,1 0 0,1 0 0,7 7 0,-6-5 0,6 6 0,-5-6 90,-1-1-90,1 1 0,-2-2 0,0 0 90,6 7-180,-6-6 90,5 6 0,-4-6 0,0-2 0,1 2 0,-3-3 0,1 1 90,2 2-90,-1-1 0,2 3 0,-1-1 0,-1-3 0,1 2 0,-2-4 0,0 3 0,3 0-90,-3-1 180,2 1-90,-3-2 0,1 0 0,0 0 90,0 1-90,0-3 0,-2 0-90,5 3 90,-5-1 0,4 1 0,-2 0 0,-2-3 0,2 2 90,-3-1-90,4 2 0,-3-2 0,3 1 0,-1-3 0,-2 0 0,2 0 0,-2 0 180,10 2-90,-6-1-90,7 1 0,-7-4 0,0 1 0,2-2 90,14-3-90,-12 2 0,12-2 0,-11 0 0,-3 1 90,3-3-90,-4 2 0,0-2 90,11-5-90,-8 4 0,8-3 0,-10 6 0,3-3 0,-3 1 0,3-2 0,-2 1 0,18-18-314,-14 13 314,14-14 0,-14 14 0,-5 2-54,3-1 54,-4 3 0,-1 2 90,10-19 0,-8 12-90,8-13 0,-8 9 0,-2 6 90,2-5-90,-4 5 0,18-18 312,-13 15-312,13-13 0,-14 17 146,-4 2-146,3-2 0,13-19-377,-10 16 377,11-16 90,-11 16-90,-3 4 90,3-3-90,-3 4 0,3-7-1692,-2 5 1692,6-9 0,-6 10 0,2-3 0,1-1 0,-4 5 309,4-4-219,-4 5 0,13-15-90,-10 11 0,9-10 0,-9 11 0,-2 2 1849,2-3-1759,-2 4-180,15-13 90,-13 11 0,10-10 0,-12 11 0,-1 1 0,1-1 0,-3 2 90,9-11-90,-8 10 90,8-8-90,-10 12 90,18-19-90,-12 14 90,13-15-90,-17 20 0,1-2-90,-1 1 90,2-2 0,0 1 0,5-4-3277,-4 2 3162,3 0 115,-3 0 0,-3 3 0,4-4 0,-7 3 0,2 2 0,-2 3 3276,4-1-3070,-3 2-296,3-4 90,-6 5 0,1-1 0,-1 1 0,0 0 0,0 0 0,1 0 0,-2 0 0,1 0 0,0 0 0,-1 0 0,1 0 0,1 1 0,6 3 0,-4-2 0,5 1-90,-7-2 90,0 1 0,12 11 90,-9-6-90,13 10 0,-14-12 0,2 3 0,-3-3 0,1 0 0,-1 0 0,1 0-1572,0 0 1572,0-2 0,0 2 0,-1-1 90,3 3-90,-3 0 0,3 2 0,-2-2 90,2 1 0,6 12-90,-5-8 1572,6 11-1572,-7-9 90,0-3-90,0 4 0,-1-4 0,0-1 180,8 12-180,-7-10 0,5 8 0,-3-6 0,-2-5 0,2 5 90,-3-6-90,10 16 0,-6-10 90,12 21-3367,-13-22 3162,3 6-55,-4-11 350,13 15-90,-8-8-90,10 11 270,-4-5-270,-7-6 90,7 5-90,-9-8 0,0-2-1887,0 0 1887,0 0 0,0 0-27,1 0 27,-1 0 2271,6 5-2271,-4-2 0,3 2 270,-3-2-360,0-3 180,17 15 2483,-13-11-2393,14 11 31,-11-11-31,-5-3-90,5 4 0,-6-5 0,-1 0 180,16 12-691,-13-10 421,12 9 90,-9-5-90,-7-6 537,5 6-537,-8-8 90,10 13 116,-7-8-206,7 10-3121,-3-5 3121,-5-6 366,5 4-366,-7-6 90,9 8-90,-8-8 0,7 6 0,-9-9 0,-1-1 3276,2 1-3160,-2-3-116,0 0 0,1-1 0,-2 0-1591,3 1 1591,-2-2 0,0 1 0,4-1 0,-2 1 0,2-1 0,-3 1 0,0-1 962,2 1-1682,-6-1-539,1-1-2018,-11-3 0,0-4 116,-7-3 463,-1-4 359,-5 4 2339,-22-7 0,5 3 0,10 4 0,1 0 0</inkml:trace>
  <inkml:trace contextRef="#ctx0" brushRef="#br0" timeOffset="15917">8360 14190 6273,'0'0'0</inkml:trace>
  <inkml:trace contextRef="#ctx0" brushRef="#br0" timeOffset="17057">8392 14200 8252,'4'1'1799,"0"1"-1169,-2-2-540,1 0 0,-1 0 90,1 2 0,-3-1-90,1 3-1,-2-1 181,1 1-180,0-1 90,0 2-90,0-2 810,3 5-720,-2-5-1,2 4 1890,-4-7-1889,-1 2-180,0-2 0,0 2 90,2-1-90,-1 1 0,1 0 90,-2 7-90,2-4 90,2 7 0,-2-4 539,1 21 1,-1 6-2540,-1-4 2000,1 5 0,-2 2 179,-3 0-179,1-10 0,-2 11 0,4-14-90,1 0 90,1-1 0,1 1-1057,0 2 967,3 15-180,-2-26 90,0-5-90,-1 0-180,-1-5-2917,-2-7 3710,2-3-1962,-3-6-1748,-2-20 1337,1 11 1420,-6-12 1,4 16 0,-2 3 0</inkml:trace>
  <inkml:trace contextRef="#ctx0" brushRef="#br0" timeOffset="18372">8310 14193 10771,'-5'1'1529,"0"0"-1079,5 2 899,2-2-1259,0 0 180,1-1-180,-3 1 359,0 1-359,-1-1 450,-1 2-450,0-2 0,-1 1-90,1-2 90,0 0-90,-1 0 0,-1 0 0,1 1 0,-3 1 90,-5 2-90,5-2 0,-12 6 0,14-7 90,-5 4 90,7-7 0,-1 1-90,1-1 0,-1-1 179,-3 2-269,3 0 90,-4 1 270,1 2-180,3-1-90,-3 2 180,3-2 899,2-2-539,-3-2-540,2 1 90,-3-2 89,1 2-179,3-1-90,-2 2 180,1 0-90,1 1 0,-3 0 0,1 0 360,-6 0-450,4 1 90,-6 0-90,6 2 0,1-1 180,1 1-180,0-2 0,2 0 270,0-1-270,0 1 2068,-1-1-1978,0 0-90,-1 0 90,1-1-90,-4 1 0,4 0 0,-3 0 90,5 0 90,-1 0-180,33 6 90,-17-4-90,28 5 0,-12-6 0,-4 1 0,10-2 0,-7 0 0,0-1 0,0 0-3277,10 1 3219,-11-1 1,2 1 57,3 0 0,-3 1-1084,4 1 1084,-5-2 0,-2 1-441,-8 1 441,24 4 0,-22-2 90,18 3-135,-23-5 45,-5-1 0,4 1 2615,-7-2-2615,13 1 1484,-12-1-1484,9 1 777,-12-1-777,-2 1 86,1-1-86,-4 2 0,11-1 0,-6 0 0,8 2 0,-7-1 0,15-1 0,-15 1-90,11-1-450,-21 1 1,1 0-181,-1 0-269,-1-2-1710,-3 0 1350,1 0-1928,-22-8 0,9 3 0,-28-5 2786,19 9 1,-10 4 0,11 3-1</inkml:trace>
  <inkml:trace contextRef="#ctx0" brushRef="#br0" timeOffset="21026">8497 14653 7443,'4'-4'1889,"0"-1"-1260,0 1-449,-2 0 360,2 7-540,-3-3 0,0 6 90,-1-6 539,0 0-269,-2-1-180,1 0 90,-2-1-180,2 2 270,0 4-360,-1-1 90,1 2 0,-2-3-90,1-1 90,-2 1 269,2-2-269,5 2-90,-3-1 90,4 2 0,-6-1-90,2 1 0,-3 1 90,2 1-90,0 0 0,-2 0 0,1 0 180,-6 12-180,4-9 0,-3 9 0,6-12 0,0-1 90,1 8-90,-2-7 0,4 7 0,-1-10 0,1 1 0,1-1 0,-1 1 90,5-2-90,-2 0 0,2-1 0,-1 0 0,-2 0 90,2 0-90,7 0 0,-7 0 0,5 0 0,-7 0 0,0 0 0,13-1 0,-9 0 0,9-2 0,-9-1 0,-2 2 0,2-2 0,-2 2 0,3 0 0,-4 0 0,3 1 0,-4-3 0,-1 1 90,0 0-90,0-6 0,-2 4 90,-1-6-90,0 5 90,-1-1-90,1 3 90,0 1-90,-1 1 270,-4 1-270,2 1 90,-3 0-90,3 0 0,1-1 89,-1 0-89,0-2 0,-1 1 90,-9-7-90,6 6 0,-6-5 90,7 2-90,2 2 0,-2-2 90,4 4 90,-6 1-90,4 0-90,-4 1 0,4-2 0,-1 2 0,1-1 0,0 1 0,-16 10-90,9-6 90,-14 7-90,14-6 90,1-1-180,2 2 0,1-1 1,3-2-181,2-1-1529,0-2-540,9-7 1080,-2 2-1080,13-7 2429,-4 8 0,9 0 0,-2 4 0</inkml:trace>
  <inkml:trace contextRef="#ctx0" brushRef="#br0" timeOffset="21719">9150 14530 9691,'-5'0'3276,"-3"0"-2864,3 0 38,-4-1-180,7 1 180,-1-1-180,11 1-270,-4 0 0,4 0 89,-3 2-89,1-1 0,4 3 0,-1-1-89,32 2-529,-19-4 528,25 3-180,-20-7-90,-7 2 180,4 0-179,-11-1-1,-2 2-1169,1-4 719,-5 1-179,0-3-91,-6 3-988,-5-2 2222,0 3 0,-2-3 1,3 0-1</inkml:trace>
  <inkml:trace contextRef="#ctx0" brushRef="#br0" timeOffset="22121">9198 14593 6813,'-7'7'3276,"4"-4"-1245,-2 3-1761,5-5 90,0 2-180,0-1 359,0 0 91,0 0-270,2-1-270,0-1 0,1 0 0,0 0 0,0 0 269,14 0-269,-5 0 0,12 0 0,-1-1 0,-5 0-90,6-1 0,-7 1 0,-1 1-180,20 0-626,-17 1 626,14-1-540,-18 0 180,-4-2-89,0-3-271,-5-3-2377,-17-10 2589,6 6 1,-15-4 0,8 11 0</inkml:trace>
  <inkml:trace contextRef="#ctx0" brushRef="#br0" timeOffset="22519">9150 14428 11400,'5'2'1260,"0"-1"-1080,0 2 899,27 1-989,-17 0 0,22 0-90,-17 0 0,-3-4 0,5 3-90,-8-2-90,-1 0-2698,17-3 1618,-14-2 1,13-5-1079,-14-2 2338,-4 5 0,3 2 0,-4 5 0</inkml:trace>
  <inkml:trace contextRef="#ctx0" brushRef="#br0" timeOffset="23121">9828 14288 7982,'1'-4'2429,"1"0"-2249,0 3 0,0 1-90,1 2 449,4 15-359,-4-3 180,6 33-270,-5-21 0,0 17-90,-1-18 90,1 9 0,0 1-1543,1-1 1453,-1 0 0,1-1-90,2-7-90,-1-6 90,0 1-180,-2-10-899,-2-2 450,0-6-271,-1 0-809,-1-12 900,0 3 1262,0-7 0,-1 4 0,-1 0 1</inkml:trace>
  <inkml:trace contextRef="#ctx0" brushRef="#br0" timeOffset="23749">9533 14320 7713,'-8'0'3276,"-6"0"-2775,8 1-321,-4 1 270,8 1-270,0 0 0,1 1 90,1-2 179,6 2-269,-3-2 0,5 2 270,-5 0-270,1-2 90,1 3-90,3-2 0,6 1-91,5-3 1,11-2 0,4 0-3239,6-2 3149,-5 0 0,1 0 0,-8 0 0,-3 1 0,16-2-30,0 1 0,10 1 0,-8 1-15,-17 0 0,-1 0 15,11-1 0,5 1 0,-9 1-240,-4 1-987,-10-1 897,5 1 90,-12-1 1,0 0-1530,4 0 1079,-9 0 423,0-4-783,-8 1 1737,-2-1-657,0 5 0,-1 3 0,-4 2 0</inkml:trace>
  <inkml:trace contextRef="#ctx0" brushRef="#br0" timeOffset="24604">10010 14560 8972,'-1'-3'1439,"0"1"-539,1 2-811,0 3 1,0-2 0,0 3 0,1-3 0,-1 0 0,2 2 0,-1-1 90,1 4 0,-2-2-90,2 5 0,0-3 90,-1 2-90,0 0 0,-1 1 180,0 14-270,0-8 0,0 10 89,3-9-2515,-2-3 2426,3 3 0,-2-6 0,1-2-270,3 7 180,-3-8-90,3 5-449,-4-5 2695,0-2-2515,-1-1-91,-1-2-553,0-2 1,0 0 0</inkml:trace>
  <inkml:trace contextRef="#ctx0" brushRef="#br0" timeOffset="25212">9948 14555 10591,'2'7'1529,"3"-3"-1439,-2-3 0,3 1-90,-1-1 270,20 4-270,-10-3 0,19 1 0,-20-3 0,4 0-90,-5 0 90,-2 0-810,7-2 361,-10 0-271,4-3-269,-11 4-1,-2-5 1,-1 3-1,0-3 990,-1 1 0,2 2 0,0 1 0</inkml:trace>
  <inkml:trace contextRef="#ctx0" brushRef="#br0" timeOffset="25766">10015 14648 9781,'2'4'1080,"0"-1"-990,-1-3 359,7-1-449,-4 1 0,4-1 90,-4 1-90,-1 0 0,0 0 0,1 0 0,13 0 0,-7 0-90,19 0 1,-18 0-1,8 0-90,-9 0-2429,11 0 1710,-9-2-91,8 1 990,-14-3 0,1 1 0,0-2 0</inkml:trace>
  <inkml:trace contextRef="#ctx0" brushRef="#br0" timeOffset="37542">15459 3768 6792,'0'-22'2698,"1"10"-2608,1-9 90,2-1-3457,-1 10 1487,2-9 1880,-2 11 1094,-1 1-1094,1 0 0,-1 2 921,1-1-471,-1-4-343,-1 7-107,1-4 3186,-2 6-2946,0 2 199,-2-2 281,-2 38-630,1-12-540,1 3 0,0 2 450,-1 8-1250,0 4 1250,-5 6-1400,5-21 0,0 1 1355,-1 3 0,1 0-906,-1 2 0,0 1 861,0 0 0,1 5-165,-1 2 1,0 8-1,1 4 1,-1-2 0,1-5 164,0-3 0,2-3 0,-2 4-122,1 1 0,-1 7 1,-1 2-1,2-2 0,0-5 92,2 1 0,0-5 0,1-1 30,0-7 0,-1-2 0,1 3-68,-1 4 1,0 5 0,1-1 0,-1-4-23,0 9 0,0-2 0,0-7 0,0 1 0,-1 2-585,-3 0 0,0 3 1,-2-1-1,1-5 90,-1 7 1,-1 0 353,1-8 0,0 4 0,-2-1 0,0-7 168,-3-5 0,-1-3 89,-5 12 0,-2-1 0,4-8 0,0 0 0,-5 8 0,1 0 0</inkml:trace>
  <inkml:trace contextRef="#ctx0" brushRef="#br0" timeOffset="40309">20143 3830 7173,'2'-6'1799,"1"2"-1439,-1-1-180,1 3-1,-1 0 1,1 1-180,-1 1 180,-1 3-180,1-1 0,-2 2 0,0-3 1529,0 0-1259,4-3-90,-2 3 90,4-3-90,-3 2 270,0-4-360,-1 2 0,0-1 89,-2 2 271,0 38-360,1-13 90,1 5 0,1 7 0,-1-3-1786,0-7 0,1 0 1718,1 7 0,1 6 1,0 2-1,-1-6-1156,1 5 0,0-1 1104,0 3 0,1 3 0,0 0-476,-1-2 0,0-1 1,-1-1 415,0-7 0,-1-1 0,0 4-14,0-1 1,1 4 0,-1 3 0,1 1-1,-1-3 1,0-3 13,0 8 0,0-5 0,0 4 0,0-5 0,-1 4 0,1 0 0,0-1 0,-1-5 0,0 1 0,0-4 0,0 0 0,0 1 0,-1-1 0,1-1 0,0 0 0,-1-1 0,1-1 694,1 15 1,-1 0-695,0-5 0,0 2-377,1 0 1,0 4 0,-1-4 331,0-3 0,0 0 550,0-3 1,1 3 0,-1-5-551,-2-10 0,1-4-135,0 20-1170,0-4 1,-1 0 2003,1-7-1284,-1 0 1,-2-9-1890,-4-27 1350,0-2 1169,-1-8 0,5 3 0,1-3 0</inkml:trace>
  <inkml:trace contextRef="#ctx0" brushRef="#br0" timeOffset="42100">20138 3973 7803,'-2'3'1709,"1"1"-1440,1-3 2070,0 1-2069,0-8 90,0 0-180,0-2 89,0-2-179,0 4 0,1-5-302,-1-13 392,0 7-90,-1-14 270,-3 2-180,2 4 0,-4-19-3203,2 16 3203,-1-5 0,-1 0 90,-1-5-600,2 9 1,-1-1 509,-3-6 180,2 9 0,0 0-1,-4-16-134,2 14 0,1 1 225,-3-13-1954,-2 1 1818,1 6 1,0 1-1112,-3-8 842,4 11 0,0 3 1315,0 2-1360,2 2 0,1 2 90,3 1-90,2 0 604,0 0-604,1 0 90,-1 1-90,1 2 1841,-1 3-3460,-5-6 176,2 11-446,-12-3-270,0 11 180,-11 3 1979,-9 5 0,-3 2 0,12-3 0,0 1 0,-2 1 0,-1 0 0,1 0 0</inkml:trace>
  <inkml:trace contextRef="#ctx0" brushRef="#br0" timeOffset="43345">15782 3420 4513,'15'-1'1979,"1"-2"-920,9-3-969,-2 1 0,9-2-90,-5 2-3150,4-2 3150,4 1-1125,5-1 1125,-6 2 0,2 1 1,-9-1 0,3 0-1,14-1 0,6-1 0,-4 2-246,-7 1 1,0 0 245,-2 1 0,6-1 0,0 1 0,-6 1 0,6 3 0,-3 0 0,-3-1 0,1 0 0,-2 0 0,5 0 0,1 0 22,-3 0 1,5 0 0,1 0-1,-4 0-22,-2-1 0,-3 1 0,4 1-243,3-1 0,5 0 1,0 0-1,-5 0 243,-5 0 0,-3 0 0,0 0-63,1 0 1,1 0 0,2 0 62,2-1 0,4 1 0,0-1 0,-3 0 0,3 1 0,-2-1 0,6 0-13,-13-1 0,6 0 0,2 0 0,1 0 0,0-1 1,-3 1-1,-4 0 13,2-1 0,-5 0 0,1 0 0,5 0 0,1-1 0,6 1 0,3-1 0,2 0 0,-2 1 0,-4 0 0,-6 0-30,8-1 0,-6 1 0,2 1 30,-6-1 0,4 1 0,0 1 0,-1-1 0,-3 2 178,8 1 1,-3 1-1,-2 0-268,5 0 0,1 1-90,-2 0 0,3-1 1,-3 1-226,0-1 0,-3 0 661,0 0 0,-3 0-391,-8 1 0,-5-1-45,4 2 0,-5 1 2045,-4 0-1955,1 2 90,-8-2 0,7 2-1674,-11-5 1674,6 2 1872,-4-1-1872,0-1 1150,4 1-1150,-1-2 0,3 0-180,7-1-180,-6-1 0,3 0-146,-12-3 0,-4-1 1,0-2-1</inkml:trace>
  <inkml:trace contextRef="#ctx0" brushRef="#br0" timeOffset="43779">19617 3100 7083,'20'4'2968,"-7"-2"-2518,7 5-270,-10-1 0,1 3-90,-1-1 90,-1 1 89,5 9-1104,-2-3 1105,2 29-180,-8-21-90,-3 17 90,-11-12-90,0-7-225,-5 2 0,-3-1-3052,-1 0 2479,-11 12-1187,3-19 996,7-7-1,-6-3 990,11-9 0,-1-2 0,1-2 0</inkml:trace>
  <inkml:trace contextRef="#ctx0" brushRef="#br0" timeOffset="44645">16087 3043 7353,'5'-8'2518,"-1"2"-2068,-4-2-180,-3 3 0,-2 4-3547,-1 1 2172,-3 4 2641,1 0-1356,-1 1 739,-1 1-740,-2 1 1,-3 2 270,-14 8-270,4-3 0,3-1 0,-1 1-656,-3 5 656,-8 7 45,10-6 0,0 2-1862,-7 6 1726,6-6 1,1 1-330,0 3 330,1-1-1557,2 1 1557,2-2-90,2-2 90,3-2 740,3-1-830,3-3 280,4 1-280,2-4 2106,4 1-2106,2-3 3240,10 6-3330,0-7 821,9 5-731,-1-9-3277,4 0 2634,2-2 1,2-1-77,10 1-916,-7-2 1,0-1 375,2-2-90,1-4 0,-4 0 1034,13-10 0,-9 5 1,-12 2-1,-1 1 1</inkml:trace>
  <inkml:trace contextRef="#ctx0" brushRef="#br0" timeOffset="45835">17287 1448 7173,'5'-4'2788,"-1"0"-2158,-1-1-3250,-1 0 2979,-1 1 1265,-1-1-1444,0 4 404,1-1-224,2 5-180,-2 1 180,5 19-1901,-4-6 1631,2 15-321,2 7 321,-1-6-45,-2-10 0,1 2 0,0 5 0,-1-1-1066,0-5 0,0 1 1021,1 7 0,0 1-528,2 15 528,2-1 0,1-1 0,-1-6 0,1-1-45,-3-15 0,-1-1-545,5 12 0,-2-2 410,-2-4 1242,0-5-1332,-1-3-2429,2 3 2181,-5-15-1820,-5-6 3617,-3-16-1279,-5-5 0,2 2 0,-1 1 0</inkml:trace>
  <inkml:trace contextRef="#ctx0" brushRef="#br0" timeOffset="46211">16952 1435 7083,'-4'-5'3238,"1"0"-2518,0 1-1637,0 1 1277,2 0 910,0-4-1180,4 2 329,4-3-239,5 3-90,6 0-3051,3-1 3320,22-3-179,-7 2-959,-9 3 1,1 0 868,16 0-566,-9 3 0,1 1 386,-8 0 0,1 1-270,9 1 0,-1 1 225,-10 1 0,-2 0 726,-1 0 0,1 1-1040,21 6-378,-4 0-73,-2 0-777,-4 1 507,-5-5 696,-7-1-605,-7-2 1079,-5-1 0,-4 1 0,-2 2 0</inkml:trace>
  <inkml:trace contextRef="#ctx0" brushRef="#br0" timeOffset="47047">17602 2003 8072,'5'-4'2159,"-1"2"-1979,-3 0 90,0 2-180,-2 3-90,1 0 90,-3 4 180,-2 9-3547,1-6 3342,-3 9-1292,5-9 1227,-2 0-211,-1 2 211,2-3 0,-2 2 90,3-3 2457,1-1-2547,-2 1 1829,3-1-1829,-1 1 0,3 0 0,0-1-90,3 0 90,-2-2 723,2-1-723,0 0 0,2-3 0,-1 0 90,5-3-90,-3-1 0,6-4-772,-6 0 772,3-6 0,-6 4 0,1-2 0,-4 3 0,-1 1 0,1-4 0,-4 2 0,0-4-1848,-1 6 1848,0-1 0,0 3 0,-1-4 0,2 2 0,-3-4 0,2 5 0,0 0 90,0 3-90,1 0 0,-7 2 0,4 1 0,-17 7-90,11-2 90,-9 4-302,11-4 122,2-2-179,1 0-271,-2-1-1169,-5 1 810,2-1-1,-6 0 990,6-2 0,1 1 0,1 1 0</inkml:trace>
  <inkml:trace contextRef="#ctx0" brushRef="#br0" timeOffset="64108">20705 8380 0,'-27'-37'0,"-1"0"0,10 13 0,0 0 0,-10-12 0,0 0 0,12 16 0,2 0 0,-1 0 0,0-1 0</inkml:trace>
  <inkml:trace contextRef="#ctx0" brushRef="#br0" timeOffset="66374">19252 7375 7623,'-5'4'2428,"0"0"-1978,1 0-270,2-1 0,-3 2 719,-1 6-719,3-4 0,-5 8-90,5-7 180,-2 5-90,2-1-90,-1 1 90,1 10-180,4-12 0,3 11 90,7-16 0,15 2-90,-1-5 0,2-3 0,1-1-3277,11-4 3219,-3 0 1,1-2-2212,10-2 2269,-15 3 0,-1 0-584,14-3 584,1 0 0,-1 2 0,1-1 0,-2 1 30,-4 0 0,6-1 0,-5 1-30,-12 2 0,0 0 0,10-2 0,4-1 0,-7 2 0,-1-1 0,-10 2 0,16 7 1979,-26 2-1979,9 11 0,-20-5 0,1 4 2960,-4-4-2960,0-2 0,-1 1 0,0-3 1305,1 1-1305,1 10 0,-2-8 0,0 11 90,-4-6-90,1 0 0,0 5 0,0-1-3277,1 2 3252,-2 2 70,1 3 0,1 1-635,-2 8 590,1-7 0,1 0 0,1 2 0,0 0 0,1-2 0,1 1 45,2 10 0,1 2-1293,0-3 1248,0 1 0,0-3 0,-2-17 2482,2 2-2482,-2-6 706,5 10-616,-4-16 0,1 5 90,-6-11 0,0-1 719,-19 7-809,7-4-90,-14 7 1835,9-5-1835,-1 2 0,-4-1 0,-2 2 0,-12-1 0,-10 1 0,4-1-1617,11-1 1,0-1 1616,-1 0 0,-4 1 0,-1 0 0,4-1 0,-6 0 0,3 1-357,10-2 1,-3 0-737,-15 0 1,-7 1 0,9-3-512,18-5 0,2 0 884,-27 1 1,8-8 719,34-27 0,4 7 0,2-9 0</inkml:trace>
  <inkml:trace contextRef="#ctx0" brushRef="#br0" timeOffset="67950">18880 10960 9691,'2'3'1170,"1"-1"-1080,-2-3 0,1 1 0,0-1 719,4-6-719,-4 4 540,2-6-450,-4 7 0,0 0 539,4 0-719,-2 0 90,1-1 0,-1 0-90,26 3 0,-11-1 0,10 0 0,1 1 0,2-3-3277,15-2 3162,-6-1-1650,2-2 1705,1 1 0,9-1 0,-5 0 15,-10 2 0,0 0 45,-2 0 0,5-1 0,-1 1 0,-6 2-45,-4 0 0,-3 1-45,1 0 0,-1 0-337,-1 1 0,2 0 157,14 1 0,6 1 1,-5 0 224,-12-1 0,0 1 15,12 0 0,5 1 0,-9-1 30,-9 0-90,8-1 90,-12 0-90,8-6 0,1-1-90,-2 0-191,1 0 0,-4 0-348,-14 0 645,-4-5-1005,-6 1-1,-7-5 1080,-5 4 0,-6 5 0,-3 3 0</inkml:trace>
  <inkml:trace contextRef="#ctx0" brushRef="#br0" timeOffset="68807">18550 11120 8432,'2'-8'2519,"10"-3"-2429,-5 8 269,16 5-179,-13 7 180,4 17 0,1 11 0,-2-4-2500,0 12 2170,-2-11 0,0 6 0,-2-5-30,-4 6 90,-1 3-353,-1-1 285,-1-11 1,-1 8-1,1 0 1,-1-5-23,1-4 0,1 1 0,-1 3 0,0 6 0,0-1 0,1-10 0,3-3 90,0 3-90,1 2 0,-5-19 90,3 10 0,-2-20-90,0-1 1566,0 0-1386,2-2-180,-1 0 1016,3 0-836,25-3-180,-14 2 0,19-3 45,-4 6 0,0 1-45,1-1 0,0 2 0,8-2-15,-8-3 0,7-2 0,5-1 0,-1 0 0,-2 0 0,-7 0-1078,-2 1 1,-5 0 0,5 0 1072,3-1 1,9 0 0,2-1 0,0 0 0,-4 0 0,-8 0-26,8-5 0,-8 1 45,-6 3 0,0-1 0,6-2 0,2 0 0,1-1 0,2 0 0,-5 1-572,-10 3 1,0-1 571,6-1 0,5 0 0,-9 1 0,-3-1 0,-9 3 0,3-2 2825,6-15-2825,-14 9-2735,8-14 2735,-16 14 448,-3-4-403,-6-12 0,-5-14 0,-2-2 0,3 6-90,1 4 0,1 0 45,-3-6 0,-1-7 0,-1 0 0,2 6 0,1 0 0,2 6-1019,1 8 0,0 0 1019,-3-16 0,0 2-1453,-1 0 1408,5 17 0,0 2-185,-7-10-760,3 18 148,-4-3-1766,-4 20 1438,4 2 1170,-7 8 0,6 4 0,0 3 0</inkml:trace>
  <inkml:trace contextRef="#ctx0" brushRef="#br0" timeOffset="84424">18722 14428 7083,'0'-6'1529,"0"2"-1169,0 1-90,1-1-90,1 2 359,6-8-449,-4 8 0,4-5 0,-7 7 900,1 0-811,0 0-89,-1 1 180,1 2-180,0-1 0,-1 1 360,1 2-270,-1 1 0,0 5 0,1 13 0,0-2-91,0 13 31,-1 1 0,-2 8 0,1-5-1759,0-10 1,0-1 1599,0 12 1,0 5 0,0-7 83,1-10 0,0-4-2313,3 15 2268,2 0 0,0 0-1517,2 1 1517,-2-10 0,1-2-133,-1-2 43,0-4-90,-2-2 1,0-2 1090,-3-1-1361,-1-7 1991,0-2-2441,-2-9-1348,-6-6 1168,-1-3 1,-6-5 1079,4-1 0,1-1 0,1-3 0</inkml:trace>
  <inkml:trace contextRef="#ctx0" brushRef="#br0" timeOffset="85304">18677 14160 7353,'-5'-2'3276,"-2"3"-1515,6 0-1671,-1 3 180,6-3-180,-1-1 0,0 0 359,18 2-359,-7-1-205,20 0 205,9-4 0,-3 0-90,-4-2 0,13-2 0,5 0 0,0 0 0,-10 1-1093,-8 1 1,-5 1 0,6-1 1084,-2 0 0,7-1 0,2 0 0,1-1 1,-4 2-1,-4 0 8,2-1 0,-4 1 0,-2 1 0,8-1 0,0-1 0,-7 1 0,2 0 0,-3 1-45,2-2 0,-2 2 45,-2-1 0,2 1-741,1-1 1,3 0 0,-3 0 740,-2 1 0,1 1-60,11-2 0,6 0 0,-7 1 1194,-18 2 0,-1 0-1134,14 0 0,1 0 0,0 2 0,-4 0-1835,-2 0 1790,0-1 0,-4 3-157,-13 8 202,-6 0 2382,1 4-2382,-2-15 0,-5 3 0,1-8 2634,-3 10-2634,0-2 413,2 2-413,-3-1 0,1 1 0,0-1 0,-1 2 0,0-2 90,-1-1-90,0 5 0,0 0 180,1 16-180,0-11 0,1 10 90,0-7-90,1-3 90,-3 29 0,-2 6-572,4-4 512,-1 0 0,-1 9 0,1-7-30,1-18 0,1-2 0,0 15 0,1 5 30,-2-1 0,0 4 0,-1-6-1250,1-11 0,-1 0 1220,0 10 0,1 5 0,0-9 0,1 0 0,-2-12 90,2 5-90,-3-5 0,0-1 0,0 0 361,-1 23-361,0-29 0,0-5 0,1 4 0,-1-7-1234,1-2 1234,-1-2 1609,1-1-2149,-1-4-1799,-4-10 990,-2-3 0,-4-8 1349,-10-5 0,2 6 0,-7-4 0</inkml:trace>
  <inkml:trace contextRef="#ctx0" brushRef="#br0" timeOffset="86123">18907 15190 7083,'6'0'3276,"-2"1"-2055,-2-1-951,0 2 810,6-4-1080,-3 1 90,7-1 0,-1-4-90,0 0 89,3-1 1,15-5 0,3 1-90,0 1-199,2-2 0,2 2 199,11 0 0,-9 3 0,-13 3 0,3 0-23,6 0 1,5 1-1,2 0 1,-6 0-1608,0-1 0,1 1 1652,0 0 1,6 1-1,-1-1 1,-8 1-23,14-2 0,1 0 0,-1 1-45,-11-2 0,9-1 0,0 0 0,-6 1-592,-3 0 1,0 1 613,1-1 1,7-1 0,-1 0-1,-8 1-22,-7 2 0,-4 0 45,14-1 0,-14 1 0,0 0 0,20-2-90,-13 0 90,-7 0 0,0 1-1758,1 0 1758,5-2 939,-12 4-1029,3-4-179,-7 1-3008,-8-23 2657,-10 19 0,-13-13 0,0 24 0</inkml:trace>
  <inkml:trace contextRef="#ctx0" brushRef="#br0" timeOffset="121946">3074 16173 10231,'3'2'1169,"-2"-1"-899,-2 2-90,0-2 810,-1 3-900,0-3 90,-5 3 89,-3-2-89,1 1 0,2 2 0,6-1-90,4-1 90,0 1 270,-2 1-360,0-2 0,-1 2-1,0-2-89,0 0 0,0 1 180,5 8-90,-3-4-90,5 10-1251,-4-6 1341,2 8 90,0-4-915,1 8 780,4 2 0,1 2-45,1-2 0,0 2 0,0-1 0,-2-11-501,2 6 411,-2-8-90,0 2-90,-4-8-89,0-3-2430,10-11 2789,-7-1-1259,6-11-368,-13-4 638,-4 6 270,-3-2 0,-1 12 0,-2 3 0</inkml:trace>
  <inkml:trace contextRef="#ctx0" brushRef="#br0" timeOffset="122322">3044 16555 8162,'2'5'3276,"0"-1"-2324,0-4-322,0-4-451,1-1 1,1-4 180,10-18 0,2-6-270,0 3-30,-1 1 0,1-6 0,-2 6 30,-1-2-405,9-9 0,0 1-1556,-7 15 1601,2-1 0,1 4-1169,1 10 359,-5 2-89,-1 0-1080,-8 5 2024,-6 3 0,-2 8 0,-2 2 1</inkml:trace>
  <inkml:trace contextRef="#ctx0" brushRef="#br0" timeOffset="122761">3446 16400 7083,'8'-3'3276,"-2"1"-2414,-6 4-683,-1 0-89,-2 3 810,-9 25-810,7-15 90,-8 23 0,11-17-90,0-3 0,2 2 179,16 22-269,-7-24 0,4 7 0,1-1 0,-4-11 0,4 7 90,-1 4-180,-9-13-179,4 11-1,-10-19-180,-1-2-2827,-31-31 2745,17 14 0,-4-2 0,1 0 0,5 6 0</inkml:trace>
  <inkml:trace contextRef="#ctx0" brushRef="#br0" timeOffset="122972">3366 16380 6993,'24'-1'1638,"7"1"0,0 0-417,-3-1-1131,11 1 0,-1 2-180,-14-1 90,13 3-359,-13 2-1,-7-3-2159,5 7-84,-14-7 1703,-2 5 1027,-7-5 0,-3 3 0,0 0 0</inkml:trace>
  <inkml:trace contextRef="#ctx0" brushRef="#br0" timeOffset="123356">3696 16508 6903,'2'6'3276,"-1"0"-2144,-5-1-953,0 0-89,-1 4 90,-6 30-180,5-21 0,1 7 0,1-1 0,4-13 0,1 4 0,6-32 0,-3 6 90,5-34-90,-6 24 270,1-11 0,-1 0-180,0 12 360,6-16-270,-4 40-91,3 7 181,1 23-2077,-5-9 1807,-1 19 0,-2 1 0,-1-9 0,-2 1 0,-1-2-600,-2-14 465,-8 4 0,-3 0-45,0-2 45,-1-1 0,0-2-315,3-13-89,0-3-271,3-3-269,-1-3-1,1-5 1080,-6-21 0,7 9 0,-4-13 0</inkml:trace>
  <inkml:trace contextRef="#ctx0" brushRef="#br0" timeOffset="123657">4176 16208 6813,'22'-43'3276,"-5"5"-885,-17 30-2121,-1 0 539,-23 23-719,12-3-490,-18 17 580,17-7-90,-1 2-90,2 2 90,-1 1-135,3 18 0,1 2-15,2-4-75,0 3 0,4-4-225,9-22-89,3-4 449,17-19 0,3-6 0,-3 3 0,5-9 0,-1 1 0</inkml:trace>
  <inkml:trace contextRef="#ctx0" brushRef="#br0" timeOffset="123907">4384 16033 7533,'1'-20'3276,"-1"6"-1965,-1 17-1041,-1 5-180,-1 3 225,0 28 0,0 5-315,1-3 0,0 7 0,0 0 0,2-10-1093,1-1 1,1 8 0,0-6 181,1 8 581,-1-10 0,0 4 0,-2-16-1829,-1-22 1170,-4-3 279,0-7 0,-1 3 1,1 0-1</inkml:trace>
  <inkml:trace contextRef="#ctx0" brushRef="#br0" timeOffset="124056">4289 16305 6813,'16'-5'2699,"1"0"-2430,9-2 1,3 0-899,-1 0-226,2-1 1,-1 1-46,-14 2 1,0 0 899,-7 0 0,-1 2 0,1 0 0</inkml:trace>
  <inkml:trace contextRef="#ctx0" brushRef="#br0" timeOffset="124258">4602 16058 5864,'23'8'3276,"-10"1"-2325,11 12 100,-16-1-782,1 4-89,-2 2 90,-2 4-180,-7 4 0,-2 7 0,0-3-582,1-12 0,-2 2 252,-2 13 0,-3 6 0,0-9-2469,-5-5 1630,-8 5-91,7-17 1170,-13 4 0,12-12 0,-7 3 0</inkml:trace>
  <inkml:trace contextRef="#ctx0" brushRef="#br0" timeOffset="125074">5064 16445 10141,'5'-1'2519,"0"1"-2069,-2-1 269,1 1-449,1 0 90,1-2 89,23-7-449,-10 4 0,20-7 0,-4 6 0,-8 2-1093,3-1 1,7 0 0,-5 0-2185,2-1 2230,8-1 0,-4 0 845,-24 3 1,-5 3 0,3 1 0</inkml:trace>
  <inkml:trace contextRef="#ctx0" brushRef="#br0" timeOffset="126006">6014 15973 10051,'10'1'2609,"-2"0"-2339,-7 3-180,0-2 0,-2 2 449,4 17-449,-1-9 0,7 24-90,-4-19 30,5 10 0,4 8 0,-3-4-331,3 6 271,1-3 0,3 6 0,-4-8-60,-1-7 0,7 12-180,-8-13-1248,-5-7 888,6 5-2608,-8-12 2788,1 1 87,-4-8-2606,-1 0 1980,-4-6 989,-5-3 0,-1-1 0,-4 2 0</inkml:trace>
  <inkml:trace contextRef="#ctx0" brushRef="#br0" timeOffset="126256">5962 16463 7443,'5'-11'3276,"-2"2"-4461,6-13 0,3-2 1275,0 1 44,6-7 1,2 0-135,1 6 1499,10-8-1589,-7 9-540,-1 4 1,5-3-1,-3 3 447,10-11-910,-9 7 1,4-3 0,-8 5-308,-7 4 1400,5-11 0,-14 20 0,1-1 0</inkml:trace>
  <inkml:trace contextRef="#ctx0" brushRef="#br0" timeOffset="126557">6487 16023 6993,'-5'16'3276,"0"-2"-1785,-1-4-1311,2-1 0,-3 5 270,-1 13 0,1 3-1748,0 1 1343,0 1 0,1 2-45,4 5 308,2-10-308,3 7-855,9-9 1,3-3-742,-1-3 1101,2 1 0,1-6-1574,1-21 1080,-6 1 439,6-7 0,-8 3 1,2 0-1</inkml:trace>
  <inkml:trace contextRef="#ctx0" brushRef="#br0" timeOffset="126805">6775 15958 7533,'8'-3'3238,"-1"2"-2249,-6 29 1,-4 9-900,1-6-1018,1 3 1,0 6-1,0-6 928,0 1 251,2-9 0,1 3-521,1 5 1,2-1-1,-1-2-92,0 2 0,0-4-538,-3-20 900,-13-4 0,5-5 0,-10-4 0</inkml:trace>
  <inkml:trace contextRef="#ctx0" brushRef="#br0" timeOffset="127007">6632 16213 7173,'9'-8'3276,"0"3"-2235,3-2-546,12-4 0,2 0-495,-1 1-90,2-1 0,1 0-450,1 0-179,-8 4-181,7-5 900,1-14 0,-13 13 0,9-12 0</inkml:trace>
  <inkml:trace contextRef="#ctx0" brushRef="#br0" timeOffset="127205">7012 15948 7623,'14'1'3276,"21"17"-1065,-16-5-1717,4 12 1,0 4-225,-7 2-180,-3-6 0,-2 3 0,-2 9 0,-3-1-270,-2 7-1459,-1-7 1,-2 0-866,-17 7 1906,1-14-751,-11 7-1928,3-16 3221,-8-5 0,-3-1 0,-8-1 0,6-4 1,0 1-1</inkml:trace>
  <inkml:trace contextRef="#ctx0" brushRef="#br0" timeOffset="134544">7637 16133 7713,'0'5'1709,"0"0"-1619,0-4 89,-2 0-89,1-1 0,-1-2 90,2 6-90,0-4 0,0 6 180,1-3-180,0 0 0,1 1 270,-2-1-270,1 0-90,-2 1 359,-2-1-269,-1-1 90,0 2-90,2-2 90,1 2-90,0-3 0,1 1 0,-2-2 270,0 7-270,1-6 0,0 5-90,1-6 719,0 0-629,1-2-90,0 1 0,1-2 0,0 3-180,-2-1-3097,-2-17 0,0 9 3229,-1-16 0,3 15 0,1-1 0</inkml:trace>
  <inkml:trace contextRef="#ctx0" brushRef="#br0" timeOffset="136455">7565 16178 7263,'2'3'2249,"1"1"-1890,-1-1 91,1 1-360,-2-1 90,0 2 899,-1 0-989,0-3 90,0 2 90,0-4 0,0 2-90,0 0-90,0-1 90,0 2-180,0-1 0,0 0 180,0-1-180,-2 0 0,-1-1 0,-2-1 0,2 1-180,2-2 180,6 2 0,-2 0 0,2-1 0,-4 1-90,-1-1 90,-2-2 0,1 1 0,-1-2 0,6 0 0,-4 2 0,4-3 0,-4 4 0,0-2 0,1 2 0,-2-1 0,2 0 90,-6 4-90,5-1 449,-3 3-449,5-3 90,-1-1 0,0-2-90,-1 1 0,0-2 180,-6 4-180,3-2 180,-2 2 90,10-5-180,-1 4-90,1-2 90,-5 3-90,0-1 0,1 3 0,1-1 0,1 4 0,0-3 0,2 2 0,-1-3 0,22-3 0,-10 2 0,18-3 0,-7 1 0,-1 2 0,6-1-180,6 0 0,9 2 0,-8-1-2832,5 0 2877,4 0 0,-4 1-315,-19-2-90,-2-1 1,-3 1-271,-4-3-2338,-2 2 2159,-10-1 989,-3 0 0,-8 1 0,0 1 0</inkml:trace>
  <inkml:trace contextRef="#ctx0" brushRef="#br0" timeOffset="137176">7540 16340 10231,'-6'7'1889,"1"-2"-1619,-1-1 90,3-2 179,0-2-359,1 0 90,-1 0-90,2 0 450,-1 5-540,1-2 0,2 2-90,1-5 0,2-1 0,-2-1 0,7 0 0,-3 1 0,4 1 90,-1-1-1,-1 0-89,3-1 90,15-3 0,3-1-90,0 1-207,4-1 0,1 0 207,8-1-1261,-7 2 1261,9-1-564,-12 1 564,3 0 0,0 1 0,-2-1 0,-2 1 0,-3 1 0,-10 2 333,-6 1-602,3 0 1392,-11 0-1302,1 1 781,-5 0-962,0 2 180,0-1-180,0 1 90,0-1-3007,2-2 0,-15-3 3184,10-1 0,-14 0 0,10 3 0</inkml:trace>
  <inkml:trace contextRef="#ctx0" brushRef="#br0" timeOffset="137805">7882 15858 7173,'6'-3'3276,"-1"2"-705,-2 5-2302,-3 1 181,-3 13-270,-2-2 90,-2 9 90,0 0-31,-6 6 1,-3 8 0,1-3-1189,4-8 0,0 1 859,-4 8 0,-2 5 0,2-3 45,4-5 0,1-3-45,3-7 0,0 0 0,-1 7 0,1-2-2793,-2 9 2208,4-5 1,-1 0-1914,1 1 2093,2-6 1,1-4-2310,4-13 1275,1-6 946,2-7-766,0-4 1259,4-5 0,2-1 0,3-1 0</inkml:trace>
  <inkml:trace contextRef="#ctx0" brushRef="#br0" timeOffset="140211">8605 16035 7982,'1'-4'3276,"0"-1"-2594,-2 4 128,1-1-720,-2 2 90,0-2 89,-2 2-179,1-1-90,-1 1 180,3 0 90,-8 7-180,5-5 0,-8 7 0,7-7 0,1 1-90,-1-1 180,-10 12-180,6-9 0,-6 10 0,9-11 90,2 1-90,-1-1 0,0 0 90,2 0 90,-3 0-180,2-2 359,-8 12-359,6-8 180,-9 20-180,10-18 0,-2 10 0,5-13 0,2 0 0,0 8 0,0-5 0,0 6 0,0-10 0,0 0 0,2 1 0,0 5 0,1-3 0,0 5 0,2 8 0,-2-11 0,2 10 0,-1-17 0,-2 1 0,2-3 0,4 1 0,-4 0 0,4 2 0,-4 0 0,-2 0 0,2 1 0,2-3 0,-2 0 0,3 0 0,1 1 0,-3-1 0,2 0 0,-2-1 0,0 0 0,0 1 0,0 1 0,5-1 0,-4-1 0,3-1 0,3-1 0,-5 1 0,18-1 0,-17 0 0,10-2 0,-8 0 0,-3 1 0,15-10 0,-14 10 0,10-3 0,-15 5 0,3-1 0,-3-3 0,-1-2 0,1 0 0,-1-8 0,1 8 0,1-8 0,-1 2 0,-1 6 0,0-6 90,-2 10-90,0 0-90,3-13 90,-2 10 0,3-8 0,-4 10 0,0 4 0,0-5 0,0 4 90,0-7-90,0 4 0,-2-3 0,1 2 0,0 2 0,0-5 0,1 3 0,-4-5 0,2 5 90,-1 1 0,0 2-90,2 0 0,-1 0 0,0-1 0,1 2 90,-1-3-90,0 2 0,-1-2 180,-3-4-180,2 4 180,-1-7-90,3 7 0,1-1 0,1 2 270,-3-5-271,1 4-89,-3-3 0,4 4 90,0 1-90,1-1 0,0 1 180,-3 1 0,3 1-90,-5-1 0,4 1-90,-4-1 0,1 1 90,-10-5-90,7 4 0,-7-3 0,9 4-450,-4 0 180,5 0-179,-4 0-91,8 0-359,-2-2-451,4 0-269,-3-1 0,-1-2 90,-2 2-1169,-5-4 1878,2 4 1,-5 0 0,3 3 0</inkml:trace>
  <inkml:trace contextRef="#ctx0" brushRef="#br0" timeOffset="147894">7600 17180 7533,'2'6'2248,"0"-2"-1888,-1-1 1709,-1-3-1889,0 2 989,-15-1-899,12 1-180,-8-2 180,16-5-90,2 1-180,3-7 90,-3 4-695,3-2 605,-2 3-2253,0 3 2253,1 0 0,-2-3 0,1 3 0,-2-3 0,0-1 464,-1-1-464,9-2 2394,-5 6-2394,6-2 0,-7 7 0,1-2 0,1 3 0,9 9-3277,-5-1 3162,6 8 115,13 14-420,-14-15 420,17 12 0,-11-19 0,-5-6 0,7-1-45,5-14 0,0-3 45,-3 1-179,3-3 1,-3-2-182,-13-3 3277,-8 5-4556,-4-10 1,-3 0-1639,-5 7 1386,-5-22 2,-4 34 1889,4 2 0,-3 4 0,6 4 0</inkml:trace>
  <inkml:trace contextRef="#ctx0" brushRef="#br0" timeOffset="148428">7630 17425 11400,'5'0'2969,"1"1"-2789,5-2-90,0 1 0,4 0 89,9 0-3456,-3 0 2393,9 0 196,-5 0 778,3 0-329,2 0 239,1 0 0,15 1-1827,-11-1 1602,-8 1 0,0 0 1164,3-3-3367,15-3 1258,-27 1-2107,-11-5 3174,-16 8 0,-16 2 1,4 6-1</inkml:trace>
  <inkml:trace contextRef="#ctx0" brushRef="#br0" timeOffset="149960">8537 17200 7623,'3'-4'2428,"-1"-1"-2158,-3 3 360,-2-4-540,0 4 0,-2-3 90,4 4-91,-1 0 451,-6 6-450,3-2 0,-7 5 0,7-4 0,0 0 0,0 2-2249,0 0 2339,0 2-90,0-1 90,-2 4-90,2-3 0,-3 3-90,5-2 90,-2-2 0,1 6-90,-1-4 90,0 6 2158,1-6-2248,4 25 0,0-22 0,10 34 0,-7-37 0,7 17-90,-8-21 0,20 5 90,-13-9 0,17 0 0,-18-2 0,5-4 0,-6 2-89,8-7 89,-9 5 0,8-6 0,-9 7 0,8-7 0,-9 7 0,5-5 0,-6 6 0,1-1 0,-1 2 0,1-3 0,0 2 0,-2 0 0,4-6 0,-3 6 0,1-7 0,-4 9 0,0-1 0,0-3 0,0 3 0,0-5 0,0 4 0,0 0 0,0-7 0,0 6 0,0-5 0,0 7 0,-2-2 0,1 1 0,-1-7 0,2 6 0,-1-5 89,-1 5-89,1 1 0,-1 0 0,0 0 0,0 2 0,-3-2 90,2 3-90,-2-1 90,4-2-90,-1 1 0,0-3 0,0 3 0,-3-2 90,2 1-90,-2 1 0,2-1 0,0 3 0,-1-2 0,2 1 0,-8-2 0,4 2 0,-4 0-90,3 1 90,2 0 0,-2 0-90,3 1 0,0-1-179,1 1 179,1-1-1709,0 0 809,3-3 990,-2-9 0,2 6 0,-2-5 0</inkml:trace>
  <inkml:trace contextRef="#ctx0" brushRef="#br0" timeOffset="486895">5219 15553 4844,'8'-5'2248,"-2"0"-631,-1 1-1348,0 0 428,-2 2-427,0-1 221,-1 1-311,-2-1 784,-2 1-424,-4-2-360,2 0 360,-7-1-270,3 0-91,-3 0 316,-11-2 0,-4 1-315,-2 0-1014,-2 0 0,-1 1 1014,-3 3-46,3 1 1,-10 0 0,-1 0 0,5 1-90,-1 0 0,-2 0 30,2 0 0,-8 0 0,-5 1 0,0 0 0,4 0 0,7-1-675,4 1 0,6 0 0,-4 1 636,-7-1 0,-5 1 0,-3-1 0,2 1 0,7 0-6,5-1 0,5 0 0,-3 1-8,-7 0 1,-4 0-1,-1 1 1,4-1-721,6 1 0,3-1 0,-2 0 698,-9 1 0,-1 0 0,0 0 30,0-1 0,1 1 0,2-1-427,-6 0 0,-1 0 419,11 0 1,-3-1-1,0 0 1,4 0-297,-8 0 0,3-1 304,6 1 0,-2 0 0,3 0-30,-1-1 0,1 1 286,2 0 0,-1 1-196,-11 0 0,0 1-90,11-1 0,1 1 45,-9 1 0,1 0-45,15-1 0,0 1 0,-21 3 90,9 0 0,1 0-90,-10 2 492,13-2 1,1 1-493,3-1 90,-8 4 887,11-4-797,-12 4-180,20-7 180,-2 1 2201,9-3-2291,2 1 862,0-1-952,2 1 1846,-11 2-1756,8-1-90,-7 2 0,10-4 0,-1 2 0,3-2 0,0 2 0,2-1 90,-1-2-90,2 1 0,-2 0 0,2 0 0,-1 1 0,1-1 0,-1 2 0,1 0-2636,-1 2 2636,2 1 0,-2 3 90,3 4-90,-2 2 90,1 4 0,-2 4-1,1 3-876,-1 7 877,1 6-90,0-4 0,0 3 90,0-7 0,1 0 458,0 13 0,0 2-518,0-11 0,1 1 0,1-2-1130,-1 8 1,1 0 1129,0-6 0,0 1 0,1 1-30,0-1 0,0-1 0,1-1 45,1 6 0,0-1-45,0-6 0,0 1 0,0-2-565,2 0 0,0-2 565,0 0 0,0 0 60,0-3 1,-1 1-61,2 9 0,0 0 45,-2-11 0,-1 0-45,1 7 0,0-1 0,0 9-436,-3-11 1,1-1 435,-1 6 593,1-11 0,-1-2-593,1-8 1130,2 7-1040,-4-12 496,2 4-586,-2-11 3203,0-3-3203,2 0 571,0-3-571,0 0 90,2-1 90,6-4-180,0 2 0,6-5 0,-4 4 0,2-1 0,0-1 0,2 2 0,-1-2 0,1 3 0,3-1 0,3 0 0,1 0 0,1-2 0,14-3 0,-8 2-726,12-3 726,-11 2 0,1-2 0,1 1 0,1-1 0,-9 2 0,1 1 0,16-3-1030,-15 3 0,0 1 1030,13-2 0,-1 1-546,-1 1 546,-1 0 0,0 1-736,-1-1 736,2 1 0,0-1 0,1 1-90,1-1 90,0 1-1704,2-1 1704,0 1 584,1 0-584,0 1 0,1 1 0,-1 1 0,-12 2 0,1-1-90,-8 2 0,0 0 90,7-1 0,1 1-45,0 0 0,-1 0 45,-7 0 0,0 1 0,8-2 0,-1 1 0,13-1 0,-1 0 0,-13 1 0,0 1-90,16 0 90,-17 0 0,0 0-90,10-1 90,0 1-826,-12-2 1,1-1 825,16 0-100,-16 0 1,0-1 99,11-2-90,0-2 90,0 1 0,0-1 0,-1 1 1130,-1-1-1130,-1 1-179,-1-1 179,-2 1 253,-1-1-253,-1 1 0,-1 0 0,-2 1 0,-1 1-90,-1 0-90,-2 1 90,8-1-90,-8 4 180,8-1-90,-3 2 90,-8-2 0,6 1 2406,-11-1-2406,1-1 0,-1 1 0,1-1 0,-1 2 1245,1-2-1245,7 3 1088,-6-2-1088,7 1 0,7-4 176,-12 3-176,11-3 0,-16 4 0,-1 0-90,26-3 90,-19 3 90,18-2-90,-12 0 0,-11 1 0,16 0-299,-18 1 299,3 1 460,-2 0-460,-5 0 0,2 0 0,-3 0 90,-1-2-90,1 2 0,0-2 0,5 1 0,-3-1 219,3 1-219,1 1 0,-5 0 0,5 0 0,-4 0 0,-2 0 0,0 0 0,-1 0 0,-3 0 0,-1-1 0,-1 1 0,-1-1 0,0 1 90,-1-3-90,0 2 0,-1-3 89,5 3-89,-1 0 0,2 1 90,-1 0-90,-2 1-90,1-1 90,-3 1 0,1 0 0,-1 1 90,0-1-90,-1 0 0,-1 0 0,0 1 90,0 0-90,1 1 0,0-1 0,2 1 0,-2-1 0,0 1 0,-1-1 0,0 1 90,0-1-90,2 0 90,0 3-90,1-1 0,0 2 0,1 2 90,-1-4-90,0 2 0,1-2 0,-1-2 0,0 3 0,1-1 0,-1 0 0,0 0 0,1 0 0,-1-1 0,0 2 0,1-1 0,-1-2 0,3 3 0,-3-2 0,1 1 0,1-2 0,-1 1 0,4 0 0,-4 0 0,0 1 0,-1-2 0,-1 1 0,2-1 0,0 1 0,2-1 0,0 2 0,2-2 0,11 5 0,-6-3 0,10 1-3188,-8-2 3188,0 0 0,0-1 0,0 1 0,0-1 0,0 1 0,0-1 0,-1 1 0,8 5 0,-8-1 0,15 24 180,-17-11-90,1 10 0,-1 3-90,-3-1 0,0 8 0,-1 0 0,-2-3 0,0-2 0,0-1-707,-2-2 707,3 9 0,-3-17 0,0 0 0,3 17 0,-3-17 0,0 0 90,2 16 2324,-2-17-2414,1 3-90,-1-11 180,-2-1-180,1-3 90,2 4 0,0-2 0,2 3 0,-2-4 975,0 1-975,1-1 506,1 1-506,0-1 0,7 12 0,-4-9 0,6 9 90,-2-6-90,-2-5 90,2 6-90,-3-7 0,1-1 0,0 1 0,1-2 0,-1 0 0,6 2 0,-3-3 90,5 1-90,3-2 0,-4-3 0,6 1 0,3-3 0,-6-1-997,8 0 997,-6-2 0,1 0-307,1-1 307,3-2 0,1 0-846,2-4 846,3 1 0,2-1 0,1-1 0,1 1-1075,1-1 1075,0 1 404,2-1-374,-6 0 0,6-2 0,-5 2-30,-6 1 0,0 0-163,7-1 0,3-2 0,-4 1 163,-4 0 0,-4 2 0,-6 1 0,1-1 0,6 0 0,0-1 0,0 0 0,-1 1-90,16-3 90,-18 4 0,2 1 0,-1 0 0,0 1 0,12-3-906,-6 2 1,0 0 905,4-1 45,-13 2 0,-1 0 676,9-1-721,12-3 0,-12 3 0,9-1 90,-5 1-271,-9 2 181,7 0-90,-6-1 90,-8 1 0,4 0 404,-6-2-404,-4 1 3004,2-4-3004,1-1 0,-5 0 0,5-1 0,0 1 0,-4 2 0,5 0 0,2 2 0,-5 1 99,6 1-99,0-1 0,-6 1 742,7 0-742,-5-1 45,7-1 0,2-1-3105,5 0 3060,-4 0 0,1 0-863,11-1 773,-10 1 55,9 0 35,-2 1 0,-8 4 0,8-3 0,-8 3 0,0 0 0,3-2 0,-4 1 0,0 1 0,-6-2 947,1 1-947,19-3 0,-13 2-104,15-2 104,-19 3 0,0-1 0,0 1 180,21-5-90,-17 2-90,3-2 0,-1-1 0,-7 0 0,13-5-90,-16 2 90,-5 3 5,8-9-5,-12 9 3234,7-9-3234,-12 8 90,2-5-270,1-26 180,-1 13-1617,0-8 0,-1-1 1527,3-6-253,-5 11 1,-2 0 342,-2 5 0,-2 0-45,0-4 0,-1 0 45,0-2 0,-1-3-30,1 0 0,1-4 0,-1 2-927,0-8 1,-1-1 956,1 6 0,1-2 0,-1 0 0,0-2 0,-1-1 0,1 3-238,0 8 0,0 2 1,0-2 207,0-8 0,0-1 0,0 2 30,0 0 0,0 2 0,0 2 0,0 1-394,1 2 0,-1 1 394,0 3 0,-1 1 391,1 2 0,0 1-391,-3-21 700,0 6-700,1 11 0,-1 1 0,-2-6 0,1 2 0,-1 2 0,1 9 0,-3-11 0,5 18 1982,0-5-1982,0 9 2964,-2-2-2964,1 10 1265,-1 1-1265,-2 4 28,0 1-28,-1 2 0,-3 2 0,1-2 90,-2 1-90,-6-3 0,4 0-3277,-6 1 3252,4-2 25,-1 1 90,0-1-90,-11-1 90,8-1 0,-7 0-90,9-2 90,-8 3-90,5-2 0,-8 2-217,7-2 217,-2 0 0,-2-2-90,-1 1 90,-1 0 0,-2 1 90,-2 1-1113,0 0 1023,-2 0 0,0 0 0,-1 0 0,0 0-140,9 0 1,0 0 139,-13 0 0,13 0 0,-2 0 0,1 0 0,1 0 0,-17 0 0,17 0 0,0 0 0,1 1 0,1 0 0,-12 2 0,-10 2 0,2 3 0,11-1 0,-9 2 0,6-1 0,9-2 171,-6 1-171,12-3 314,1 0-314,-9 0-1198,6-1 1198,-8 3 0,9-3 319,-1 1-409,-7-2 90,7 1 0,-5-2 0,9 0 0,2-1 0,-18-3 0,10 0 1511,-13-3-1511,15 1 0,-1 1 0,-13-1-422,7 3 422,-9 0 0,10 2 0,-1 0 0,0 1 90,-14 2-90,10-1 0,-10 3 0,13-1 0,-10 1 0,-2-1-391,-1 1 391,2 0 0,0-1 90,-4-2-90,11 1 0,-12-2 0,0 2 0,11-1 0,-10 2 1767,3 0-1767,11-1 0,-9 2 0,1-2 256,10-2-256,-9 0 0,2-1 0,9 0 0,-8 0 0,1-2 0,9 0-1862,-18-3 1862,18 3 0,-8-2 438,8 2-438,0-1 0,-2 1-90,3 0 0,-1 1 90,-7 1-395,7-1 1,1 2 394,-4 3-495,2 0 495,-3 1 0,2 0 0,-1 0-1549,1 0 1549,0 0-28,-1 0 28,2 0 225,1-2-225,-1 1 0,2-1 0,0-1 0,0 0 0,0 0 0,-16-1 0,14-1 0,-12 0 0,10-2 1870,7 0-1870,-22-9 0,21 4 0,-3-3 0,0 0 0,1 1 1888,-13-4-1888,18 7 1000,0 2-1000,1 1 0,-15-2 0,13 2-1324,-5 1 1,1 1 1323,4 0 0,-18 3-317,23-4 317,-3 2 0,1-1 0,4 1 672,-4 0-672,1 0 237,5-1-237,-9-2 0,9 1 0,-3-2 0,5 2 0,0-1 74,-1 1-74,-1-1 0,1 2 0,0 0 0,1 1 0,1 0 3245,0 0-3245,3 0 442,0 0-442,1 0 0,-5 0 0,5 0 0,-4-4 0,7 3-540,0-2 180,6 3-809,-2-1 0,1 1-2108,-1-1 0,-8-1 1195,0 4 733,-7-1 1349,2 3 0,0-3 0,0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08T01:57:34.813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5334 15748 7443,'0'6'1889,"0"0"-1530,0-3-89,0-1-180,0 1 0,-1-2 0,1 1 0,-2-2 0,0 2 0,1-2 180,-1 0-270,2-3 0,-1 1 0,1 0 90,-2 1 0,-3 6 0,3-2-90,-2 2 90,6-4 0,-1 0-90,2-1 989,-3 0-3418,3 0 1350,-1-3 1079,2-13 0,-2 4 0,1-9 0</inkml:trace>
  <inkml:trace contextRef="#ctx0" brushRef="#br0" timeOffset="2701">5059 12770 10501,'3'-2'450,"-1"-1"719,-2 2-1169,2 2 90,0-1 90,6-1-180,-4 0 90,2-2-90,-5 3 270,2 1-270,-1 1 90,3 0-90,-2-1 0,1-1 90,1-1-90,0-1 0,1-2 0,-2 1 90,5-2 0,-5 3-1,3-1 1,-2 2 90,2 1-90,0 0 0,2 0 0,4-1 0,-3 0 0,4-1-3367,1 1 3252,-4 1 25,2-1 90,1 1 0,-4-1-90,5 1 0,-5 0 180,1 0-180,6 0 90,-3 0-90,4 0-817,0 2 907,-4 1 2773,4 2-2863,-5-2 90,1-1-90,1-2 0,0-3 90,6-1-2427,-6 2 2427,10-1 798,-10 3-798,4 0 0,14 2 14,-11-4-14,13 1-1807,-15-1 1717,0 0 0,0 1 0,7 2 0,-6 1 1704,9 1-1704,-12 0 0,2 1 89,-3-1-89,-4 0 0,5 1-287,9 7 287,-8-4 0,18 5 0,-19-9 0,7-3 2135,-7 0-2135,-1-1-1534,1 1 1534,1 0 0,17-3 0,-10 1-472,-2-1 0,1 0 472,0 0-164,7 0 164,-9 0-2233,9-1 2233,-7 2 0,2-1 0,0 0 997,2 0-997,-1 0 0,0 0 0,-1 0 753,16-3-753,-19 3-1500,6-1 1500,-10 1 0,17 2 0,-14 0 0,22 4 0,-27 0 0,5 3 0,-11-2 0,-2 0 0,0-2-711,0 1 711,5 0 0,-2 0 0,4 1 0,-5-2 0,2 1 1621,0-2-1621,2 0 0,0-1 0,2 1 203,-1 1-203,8 1 0,-6 0 1221,11 1-1221,-14-3 0,4 0 0,-4-2 0,-4 1 0,5-1-1637,-8 1 1637,2-2 0,-3 2 1162,1-3-1162,-3 1 0,1-1 0,-4 0 0,-1 1 0,1-1 1987,0-1-1987,0 3 1635,1-1-1635,-2 2 0,1 0 0,-1 0 0,1 0 0,-1 0 0,2-2 0,-1 1 0,0 0 0,6 0 0,-3 1 0,3 0 0,-5 0 0,-2 0 0,2 0 0,0 0 0,3 0-2032,-2 0 2032,3 0 90,-3 0-90,3 0-90,-1 0 90,2 0 0,-3-2 90,0 1-90,0 0 0,2 1 2032,0 0-2032,0 2 0,3-2 0,-4 0 0,1-1 0,-3-1 0,0-1 0,2 1 0,-1 0 0,1 0 0,-1 2 0,1-3 0,5 3 0,-5-1 0,4 1 0,-5 0 0,-2 0 0,3 1 0,-4-1 0,2 2 0,-4-2 990,0 0-900,0-2-90,-1 7 0,0-5 0,-1 3 0,1-7 0,0 2 90,0 0-90,0 0 90,0 3-90,0-5 0,0 3 90,0-4-90,-1 1 0,-1-4 0,-1 2 0,0-1 0,1 2 0,1 0 0,-2 0-1899,1 0 1899,-2 0 0,-4-4 0,2 2 0,-4-2 0,5 4 0,0 0 90,0 0-90,1 0 90,-2 0-1,3 1 91,-1 1 1899,1 0-1989,1 1 0,-1-1 0,1 2 0,-1 0 180,2 1-270,6 0 0,0 1 0,6 0 0,0 3 0,-4 0 0,4 1 0,-6 0 0,1 0 0,3 4 0,-4-2 0,8 13 0,-7-9 0,4 7 0,-6-8 0,-1 1 0,0 0 0,-1 2 0,0 5 0,-1-5 90,-5 21-90,2-20-90,-2 12 90,0-20-180,0 0-90,-1-1-539,-2 2 179,1-2-1439,-1-2 450,1-4 0,1-5 90,0-3 0,1-2 269,4-3 1260,1 1 0,3 0 0,1 0 0</inkml:trace>
  <inkml:trace contextRef="#ctx0" brushRef="#br0" timeOffset="3582">5399 12485 7173,'5'-4'3058,"0"1"-1349,1-1-1349,-1 2 90,-1 0 89,-2 2 271,-1 0-720,-8 6 90,1-2-90,-6 7 0,1-2 0,-1 1-3213,-17 14 3303,9-8-2358,-13 13 2268,13-13-1517,-9 9 1517,8-5-140,-6 5 50,11-7 0,1-1 0,1 1 0,3-1 1246,2-1-1246,5 1 0,4-2 0,4-2 2065,9 5-2065,1-5 0,15 7-824,-7-10 689,3 0 0,2-1-45,3-2 0,-7-1 0,1-1-3097,16-3 1770,-16-5-39,8-4 197,-22-5-806,-2-2 2155,-2 2 0,-2 2 0,-1 2 0</inkml:trace>
  <inkml:trace contextRef="#ctx0" brushRef="#br0" timeOffset="4198">6157 12120 7623,'-15'-24'3276,"-1"0"-616,10 16-2210,-3 0-270,5 9 270,0 15-836,3-1 476,1 13-1,1-5-3155,0 2 3156,-1 1-45,1 1 0,1 1-2234,-1 9 2189,1-8 0,0 0-1212,-1 2 1167,0-3 0,-1-1-208,0 5 74,0 16-91,-1-28-180,0-3-539,-3 0 179,2-8-269,-3 0-1074,-5-11 894,1-4 1416,-6-5-157,4-2 0,-1 0 0,2-2 0</inkml:trace>
  <inkml:trace contextRef="#ctx0" brushRef="#br0" timeOffset="4560">5852 12143 7083,'-6'0'3276,"2"0"0,4 0-3262,4 0-14,0 0 90,12-4-90,-5 2 90,11-4 90,8-1-90,-3 1-3367,11-2 3399,-7 2 1,0 0-156,11 0 33,-1-1 0,-1 0-90,-1 2-290,-14 2 0,-1 1 200,7-1-2096,-2 1 1557,6 0-1,-11 1-89,2 1-197,-12 0-164,-5 2 458,-4-1 712,-9 9 0,1-5 0,-5 7 0</inkml:trace>
  <inkml:trace contextRef="#ctx0" brushRef="#br0" timeOffset="5514">6374 12418 10321,'-3'1'900,"-1"0"-631,1-1 1,1 0-90,1 1 0,-1 1 180,2-1-360,0 2 90,-1-1 0,1 1-90,-1 0 90,1 1-90,0-2 90,-2 3 0,0-1-90,-2 1 180,1 2-180,0 0 89,-1 2 1,-1 9-90,2-10 0,0 8 0,6-13 0,0-1 0,2 2 0,0-2 0,3 3 0,-3-2 0,6 2 0,-5-3 0,2 2 0,-3-3 0,0 1 0,0-2 0,1 0 0,0 2 0,5 1 0,-2-1 0,4-6 0,-6-1 0,-2-6 0,-6-2 0,0 3 0,2-3 0,7-3 90,-1 7-90,3-7 0,-8 9 0,0-1 0,-2 3 90,0 0-90,0 0 90,0 0-90,0 0 90,-2-2-90,0 5-90,-1 1 0,0 3 0,-1-1-90,-1-1-539,-5-1 89,-1 1-2647,-31 3 0,20 3 2457,-22 5 1,24 0 0,0 3 0</inkml:trace>
  <inkml:trace contextRef="#ctx0" brushRef="#br0" timeOffset="60282">13519 13755 7892,'-4'-2'2159,"0"-1"-1799,2 2-90,-1 0-90,1-1 90,-2 1-180,1-1 89,0 0-89,0 1 810,2 1-720,0-1 0,-1 1-90,1-1 0,-3 1 90,1 0 179,-11 1-269,5-1 0,-6 1-90,6-1 90,-4 1 0,2 1 0,-8 2 0,8 2 0,-12 8-1133,10-2 1043,-5 7 180,4 2-180,4-7 90,-1 4-90,3-9 90,-1 5 0,2 2-90,-2 4-2050,2 0 2230,-4 3-90,2-3-90,-1 3-1331,2-3 1331,2 0-1354,0 3 1354,1-2 90,-3 23-275,4-15 185,1 12 0,1 1 0,1-10 0,1-2 0,1 0 0,2-6 0,-1-6 0,5 10 1270,-2-13-1270,9 17 0,-8-18 1351,6 9-1351,-3-9 0,0-4 0,10 5 0,-7-7 0,8 3 0,-6-5 277,7 5-277,-3-5 0,5 4-90,1-4 90,-6-2 0,5 1-231,5-2 231,-9-1 0,18-2 0,-18-2 0,8-3 3172,3-4-3172,-6 0 0,6-9 0,1-3-43,-1-2 43,-3 2 0,-2-1 0,-4-1 0,-1-1-1478,-1-10 0,-1-3 1478,2-6-1134,-2 2 0,-3-1 1134,-5 1-535,0-2 535,-1 1 0,-5 11 0,-1 0 0,0-15 0,-3 16 0,0 1 90,-5-9-1429,-4 1 1339,0 13 0,-2 0 89,-10-11-134,6 13 1,0 2 922,-13-5-1058,-2 3-360,7 8 0,-2 1-629,-14-7 449,13 7 1,1 0-810,-10-5-802,2-1 2331,11 7 0,1 1 0,-12-5 0,-6-1 0</inkml:trace>
  <inkml:trace contextRef="#ctx0" brushRef="#br0" timeOffset="61249">15854 13823 7623,'-16'-2'3058,"1"1"-2878,6 0-90,-2 0 0,0-2 90,-1 1-90,0-1-1,1 1 1,-3-1 0,-1 1 180,-17-1-3547,11 2 3342,-12 0 25,14 1-1353,0 1 1713,-15 4-360,12 0-1820,-11 5 1820,17-4 90,-8 5-436,5-2 346,-5 5 1571,6-2-1571,-4 3 0,0 3 409,-3 1-409,1 2-1,6 1 91,2 10 0,0 2-90,1 6-45,1-3 0,2-1-45,5 0 90,2 0-90,1 2 0,4 0 2630,1-1-2630,4-1-809,3 1 809,3-4-2001,3 1 1956,-1-11 0,1-1 45,10 11-106,-1-7 0,1-1 106,8 1-262,-10-10 0,1-2 262,11 2-872,2-3 827,-9-7 0,2-2 382,17 0-337,-15-3 0,0-1-90,12-6 90,1-4-888,-1-2 888,-5-7 0,1-3-407,-15 6 0,-1-1 407,14-11 0,-3-2 0,-17 8 0,-3-2 0,0-7 0,0-3 0,-1 1-189,-1 1 0,-1-1 189,-1 1 0,1-4 0,-3 3 238,-4-6 0,-2 4-238,0 8 0,-2 1-45,0-7 0,-1 1 654,-3-5-1599,-1 9 1,-2 1-270,0-2 1259,-12 9 0,-2 6 0,0 16 0,-21 9 0</inkml:trace>
  <inkml:trace contextRef="#ctx0" brushRef="#br0" timeOffset="62104">16019 15948 7083,'-7'-10'2878,"-1"2"-2248,0 1-180,-1 3-180,-1 0-91,-1 2 91,-1-1 360,-17-3-1679,12 3 1139,-12-2 90,17 4 90,-6 1-90,3 0 0,-4 0-1,4 0 1,2 1 90,-9 4-865,4 0 685,-5 4 0,6 0 90,-1 0 1010,-8 8-1100,5-3 0,-7 7 0,1 2 0,7-5 45,-1 1 0,1 2-1736,-1 1 1646,1 0 0,1 1-1893,2 1 1848,-2 9-443,8-7 443,2 0 0,1 3-1684,1 0 1728,5 2 1,0 0 137,2 8-182,1-7 0,3 0 887,7-4 1,3-2-888,5 8-693,-3-10 1,3 0 557,14 0 1,1-5-46,7 3 90,-12-10 0,4 0 0,-4-3 403,12-5-358,-7-4 0,1-4-45,3-5 90,-13 2 0,-2-2 0,-1-4 0,-1-1-1449,9-8 1449,-6 1 0,-2-1 0,3-10-45,-10 11 0,-1-2 1411,5-14-1366,-6 0 0,0-2 0,-5 15 0,-1-1 100,5-22 0,-3 1-280,-5 5-585,-2 3 1,-3 1-585,-1 4 1569,-1 7 0,1 1-1659,-3 3-1259,-1-6 2698,1 11 0,1-1 0,1 12 0</inkml:trace>
  <inkml:trace contextRef="#ctx0" brushRef="#br0" timeOffset="62938">18067 16073 7083,'-7'-7'3148,"-2"1"-2518,-4-1-3907,-20-7 2423,10 7 1213,-3-2 1,0 2 1229,5 2-1139,-24 0-360,26 5 179,-13 6-1408,15 1 1409,-10 13-1517,9-2 1427,-7 11 741,6-4-651,0 2-90,6-6 0,0 1-90,-6 13 0,7-10 0,1 0 0,-3 14-1170,1 2 1214,8 5 1,2 1-135,2-21 0,1 1 0,-1 17 0,6 1 267,11-12 0,3-5-267,7 6 349,7-5 1,3-4-350,9-12 0,-5-14 0,8-3 0,-6-2 0,-8-2 0,-2-1 0,6-2 0,4-2 0,-5-3 0,-1-7 0,-6-2 0,-5 5 0,-1 0 157,6-7 1,-2 0-158,-10 6 0,-3 0 0,0 0 0,-2 0-693,-2 0 0,-1-2 648,1-10 0,-2-1-90,-4 9 0,-2-1-45,2-7 0,-3 0 320,-6-9-859,-1 1-48,-3 2-672,-1 0-1,-5 3-44,4 10 0,-2 0 224,-6-13 1260,7 14 0,0 1 0,0-9 0,3 2 0</inkml:trace>
  <inkml:trace contextRef="#ctx0" brushRef="#br0" timeOffset="63587">18070 13713 7803,'-14'-3'2878,"-1"1"-2428,-3 0-3727,-2 0 3541,-23 3 96,14 1-466,-19 4 286,23 3 848,-1 3-848,1 2-2104,0 2 2104,0 1 0,1 3-264,8-2 1,0 1 263,-7 13 285,9-9 0,1 1-285,-3 16-659,6-6 0,1 1 524,3-7 0,0 2 803,-1 9 1,2 2-804,2-11 0,3 1 14,3 5 1,2 4 0,0-2-60,0-3 0,2 2 22,3-1 1,3 6 0,2 0-1,-1-7-781,2-3 1,3-2 758,-1 1 0,4 2 0,-1-5 199,1-6 0,2-5-154,1 0 0,1-2-618,2-2 0,1-3 573,0-2 0,3-3 60,8-7 0,5-5 0,-3 0-60,-1-2 0,1-4 23,-3-1 0,4-4 0,-1-2 0,-6 0 22,2-6 0,-4-2-15,-5 3 0,2-1 0,-4-3 30,-3-3 0,-4-1 0,-1 1-154,2-6 1,-2-1 153,-5 6 0,1-2 0,-4-1 30,-4-7 0,-4-1 0,-1 3-90,0 1 0,-1 0 40,-3-5 1,-2-4 0,-1 7-266,0 14 1,-1 2-181,-3-6 0,1 2 70,-5-6-1374,2 3-1568,0-7 1337,6 15 1111,3-4 829,8 19 0,6 5 0,2 3 0</inkml:trace>
  <inkml:trace contextRef="#ctx0" brushRef="#br0" timeOffset="64341">20670 14095 6903,'-4'-10'3276,"-2"-3"-2234,3 5-773,-2 0-89,1 5 450,-10-2-360,4 2 3,-20-6-4,14 4 1,-13-3-90,10 5 450,-13-2-360,6 3-3244,-11-7 3333,10 0-89,-1-3 154,-12-2-154,10 4-1701,-10 3 1971,-1 9-1809,9 4 1494,-3 8 0,0 4-45,-3 7-90,2 5 0,1 3-154,17-13 1,1 1 63,-1 4 0,0 4 0,1-2 0,2 0 0,2 0 0,-4 9 0,1 3 0,4 3 0,3-1 45,2-9 0,1 1-15,2 4 0,0 2 0,2-2 88,2-5 1,1 0-164,1 10 0,2-1 45,1-14 0,3-2-45,7 9 1,3-1 316,-3-10 1,2-1-273,6 5 0,5-4 273,8-11 1,3-6-274,-8-3 0,2-3-30,7-6 0,3-3 0,-3-2 30,0-4 0,-3-3 241,-4 3 1,2-2 0,-1-4-242,-6-2 0,1-4 0,-1-1 0,-3 2 0,8-8 0,-2-2-160,-8 8 0,1-2 0,-2-1 0,-4 3 205,-3-5 0,-5 0-45,-1 0 0,-3 0-653,-2 0 0,-2 0 653,-3-11 0,-2 1 138,-1 12 0,-1 1-183,-1-8 0,-2 3-45,-6-3-1169,-10 0 324,5 15-54,-7 3 1109,8 17-1739,0 5 618,-1 8-618,0 5 179,-3 9 1440,7 0 0,2 3 0,2-3 0,1 0 0,-2 11 0,0 0 0</inkml:trace>
  <inkml:trace contextRef="#ctx0" brushRef="#br0" timeOffset="65032">20720 16270 2155,'4'-34'3148,"-3"12"-843,3-13-1945,-5 9-90,1 8 747,-5-4-748,0 7-89,-3 0 630,-8-11-1838,4 11 1298,-8-7 0,5 12 1194,-4 1-1194,-2 2-2587,-3 1 2677,-2 2-1881,-2 1 2016,0 4 0,-2 1-777,-8 2 462,8-1 0,0 2-72,5 1 1,3 1 161,-13 7 437,5 0 0,1 3-437,-3 6 783,5-1 0,2 1-874,-4 8-134,11-11 0,1 2-45,-6 10-683,3 5 773,8-10 0,0 2-45,3-7 0,1 2 0,-3 16 0,1 2-126,6-17 0,1 0 81,-1 6 0,2 1 0,6 0 0,1-2 0,5 13-45,12-3 0,4-3-45,6-7 90,-4-8 0,4-5-39,10-17 0,1-8 39,-15 4 0,2-4 234,7-5 1,5-5 0,-6 0-280,-6 0 0,-2-4-344,-1-2 1,3-5 0,-1-1 0,-3 3 433,2-5 0,-2-1 120,1-1 1,1-3 0,-5 3-31,-5 3 0,-3 1 135,3-11 0,-1-2-135,-5 11 0,-2 0 0,3-8 0,-3-1 708,-4 2 0,-2 2-798,-2 11 0,0-1-635,-3-18 0,-1 1 50,-6 8-705,-9 6 1,-4 4-1185,-5 13 1260,2 5 0,0 3 9,-6 7-549,2 4 1102,4 4 0,6 4 0,2 2 0</inkml:trace>
  <inkml:trace contextRef="#ctx0" brushRef="#br0" timeOffset="67485">20880 16083 5666,'-4'-5'3276,"3"1"-2099,5 0-908,2 0-89,1 4-2221,-1-2 2131,-1-1 90,2 0 575,-3 0-755,4-1 340,-3 3-340,1-1 0,0 0 90,0 0 0,17-3 0,-9 2 0,12-3-1,-2-1-89,-6 2 2049,19-3-2049,-16 4 0,15-1-2444,-11 2 2489,2-2 0,1-1-2627,1-2 2582,-4 3 0,-2 0-1727,0-1 1727,13-2-1155,-10 3 1155,8-2-284,11-4 284,-16 5 975,17-5-975,-21 6 0,-1-1 0,7 0 0,-2-1 0,0 1-90,-3 2 90,7-2 0,-12 4 237,8-3 1,2 0-238,-3 1 750,1-1 1,-2 1-751,-14 2 0,1-1 0,16 5 0,-13-1 0,12 2 0,-4 2-89,-8-4 154,17 2-65,-16-3 0,22-3 0,-19 1 0,11-3 1480,-15 3-1480,4-2 0,-5 1 303,2 1-303,-8 1 0,-1 1 0,-1 0 0,6 0 0,-5 0 0,14 0 0,-12 0 0,8 0 3276,-5 0-3160,-2 0-116,2 0-2086,-8 0 2086,0 1 0,-2 0 0,-1 2 90,-2-1 0,0 1 270,-1-3-271,-1 4 1998,1-2-2087,-1 4 90,1-1-90,0 0 90,4 7-90,-1-5 0,5 7 0,-3-7 89,2 4-89,-2-3 0,3 3 90,-1 2 0,-3-3 0,4 11-633,-4-8 633,3 6-90,-2-4-26,2 9 26,-2-4 89,3 5 1,-3-7-90,0 0 90,2 10-3143,-2-6 3053,1 7 90,0 2-14,-3-7 14,2 19 0,-4-18-7,1 7 7,-2-9 78,0-2-78,0-1 180,0 14 790,1-11-970,0 9 0,4-3 124,-2-12-124,2 15 0,-4-19 0,1 13 304,-2-12-394,2 3 0,-2-2 0,1-8 2257,-1 7-2257,1-8 90,-1 5-566,0-4 476,-1 2 0,1-4 180,-4 0-180,3-1 90,-3 0 180,-1-1-90,1 0-90,-4-1-1682,1 0 1682,-1-2-90,0 0 90,-5 0 0,2 0-90,-5 0 90,2-2-90,1 1 0,-4-1 90,1-2-1235,-21-4 1145,11 1 45,-7 1 0,0 0-662,-1 0 617,9 2 0,-2 1 90,-19-2 0,11 2 0,-13 1 0,14-1 0,10 3 0,-1 0-1,-12-1-1740,-12 1 1696,19 0 0,0 0-665,-8 0 620,8 0 0,2 0-1312,-1 0 1312,3 0 0,0 0 0,1 0 0,0 0 1159,1 0-1159,1 0 0,-8 0 0,9 0 596,-8-1-596,1 1 0,7-1 0,-7 1 0,9 0 90,-9 0 90,6 1 2018,-19 1-2108,16 1 0,-9 1-305,10-2 305,0 1-90,0-1 0,1 2-1591,0-2 1951,-16 4-360,15-4 2376,-18 2-2376,25-4 90,-3 0-1079,6 1 989,-5-1-1460,5 1 1460,-4-1 1325,-23 3-1325,19-2 0,-21 3 0,21-4 90,5 0 89,-27 1-1068,29-1 889,-16 1 90,29-1 2108,0 0-2108,2 0 662,0-1-662,1 0-90,0-3 0,0 0 3276,1-1-3070,0 0-296,1-41 90,-1 23-864,-1-6 0,0 0 774,0 2 90,1-3 0,1-1 0,-1-1-2819,1-8 2819,0 8 0,0 0-812,-2 1 767,1-1 0,0 0-776,1-11 821,0 2 0,0-1 0,1 1 0,-1 3 0,0 0-794,1 4 794,0-12 1383,2 22-1472,-5 11-1,2-7 338,-3 9-698,2 2 0,0 1-860,3 5 231,-2 0 2212,5-1-2212,-3 2 122,3-2-1562,2 2 1350,-2-2 179,0 1 170,-3 0 1,-3 1 0,0 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08T01:59:36.430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8120 15193 6723,'-3'6'2069,"1"0"-1619,-1-2-90,2 0-91,0-2-89,0-1 1169,0 1-1259,-1-5 1170,9-3-1170,-7 1 90,7-1 539,-6 3-539,-1 2 720,2 0-361,-1-1 1260,0 5-1619,0-3 540,5 5-540,-4-5-90,4 1 89,-5-1-89,-1 1 90,1 1-90,-1 0 1619,-1 4-1439,2-5 90,-1 2-270,2-8 629,1-1-629,-1 1 270,1 1-180,-1 4 810,3-2-901,-4 1 91,6 1-90,-5 2-90,1 0 0,0 0 90,4-4 0,-2 2-90,4-1 180,6 0-180,-4 1 90,8-3-90,-8 2 90,21-5-90,-17 4 0,20-2 0,-27 2 0,9 2 0,-12-1 90,2 1-90,-4-1 90,-1 0 0,2-2-90,0 2 90,1 0 0,1 1 0,-1 0-2082,6 0 2082,-4 0-90,2 0 90,-1 0-90,-2 0 0,0 0 90,-1 1-90,2 0 180,10 2-90,-6-2 0,9 0 180,-1-1-180,-6 0 1991,5 0-1991,-8 0 90,8-1-180,-8 1 0,5-1 0,-10 1 0,2 0 90,-1 0-90,1 0 0,-2 0 90,11 0-90,-6 0 90,9 0-90,4-4 90,-9 3-90,9-2 90,-4 3-90,-8 1 0,8-1 0,-10 3 0,5-3 0,-3 1 0,4-2 0,-5 1 90,17 1 0,-12-1-90,13 3 0,-14-3 0,-4 0 0,3 0 0,-4 0 89,13 0-89,-9 0 0,11 0-179,-6-3 179,-5 4 90,6-2-90,-9 4 89,11-7 1,-11 3-90,9-4 0,-11 1 0,-1 1 0,3 1 0,-3 1 0,1 1 90,-1 0-756,1 0 756,-1 0 0,1 0 0,-1 0-90,2 0 90,0-2 0,1 2 0,0-2-90,-1 2 90,14-4-90,-12 4 0,11-4-3142,-12 3 3142,-1-1 0,2 0 0,-4 1 0,1 1 596,5 0-596,-6 0 0,5 0 0,-6 0 0,0 0 3276,1 0-3160,-1-1-116,2 1 90,16-4 0,-11 4-90,12-1 0,-15 1 0,0 1 0,0-1 90,-1-1-90,0 1 0,12-4 0,-11 3 0,12-3 0,-14 2 90,2-1-90,22-2 0,-17 3 0,17-1 0,-26 3 0,0 0 0,-1 0 0,0 0 0,0 0 0,0 0 0,5-2 0,-4 0 0,3 0 0,-4 1 0,0 1 0,0 0 90,0 0-90,0 0 0,0 0 0,15-3 0,-11 3 0,12-4 0,-14 4 0,-1-2 0,-1 1 0,-1-1 0,6-1 0,-5 2 0,6-1 0,-2 2 0,-2 0 0,4 0 0,-3 0 0,5 0-394,-4 0 394,7 0-1980,-8 0 1980,3 0 0,-4 0 0,-1 0 0,-1 0 0,1-1 0,13 0 0,-8-1 314,9 1-314,-11 1 2060,2 0-2060,-3 0 0,12 0-908,-9 0 908,4 0 0,-8 0 0,1 0 0,-3 1 0,5 2 0,-5-1 0,9 0 0,-7-1 0,9-2 0,-10 1 908,6 0-908,-7 0 0,10 0 0,-5 0 0,4 0 0,-6 0 0,-3 0 0,0 0 0,1 0 0,1 0-3277,7-2 3162,-5 1 115,4-1 0,-7 0 0,-1 2 0,0 2 0,0-1 0,0 0 0,0-1 0,5 0 0,-2 1 0,2-1 3276,-2 2-3160,0-2-116,-1 1 0,0 0 0,0 0 0,-1 1 0,5-2 0,-5 0 0,4 0 0,-3 0 0,-1 0 0,1 0 0,0 0 0,-2 0 0,7 0 0,-6 0 0,6 0 0,-4 0 0,-1 0 0,1 0 0,-2 1 0,5-1 0,-4 1 0,7 0-2173,-5 1 2173,1 0 0,-2 1 0,-1-2 0,1 1 0,-1-2 0,1 3 0,-1-3 0,2 2 2173,-1-2-2173,9 1 0,-2-1 0,2 0 0,-4 0 0,-5 0 0,2 0 0,-4 0 0,3 2 0,-4-1 0,2 0 0,-1 1 0,2-2 0,-2 0 0,0 0 0,-1 0 0,4 0 0,6 1 0,-3-1 0,5-7 0,-9 4 0,-1-4 0,5 10 0,-6 0 0,10 3 0,-9-4 0,11 1 0,-11-2 0,14-1 0,-14 0 0,8 0 0,-9 0 0,7 0 0,-5 0 0,2 1 0,-2-1 0,-3 2 0,1-2 0,0 0 0,3 1 0,-1-1 0,18 1 0,-14-2-1231,15 1 1231,-18-1 0,2 1 0,-4 0 0,4 0 0,1 0 0,-1 0 0,0 0 0,0 0 0,-3 1 0,3-1 1231,-3 2-1231,-2-2 0,3 3-776,1-3 776,0 1 0,0-2 0,0 1 0,-2-1 0,0 2 0,-1 0 0,-3 0 0,8 3 776,-6-3-776,7 4 0,-6-3-1909,6 1 1909,-5-1 0,3 0-55,-3 1 55,12 0 0,-8 0 0,15 2 0,-16-4 0,4 2 0,-5-3 0,0-2 0,9 3 0,-4 1 1896,4 0-1896,-7 2 68,-5-3-68,1 1 0,-1-2 0,4 1 0,-3-1 0,3 1-3277,2 0 3162,-3 1 115,5 0-92,7 2 92,-8-3 0,16 1 0,-15-2 0,15 0-349,-15 0 349,9 0 3174,-13 0-3174,0 0 130,-3 2-130,4-1 0,-5 0 0,7 1 0,-6-4-2023,7 2 2023,-7-1 0,3 2 0,-4-1 0,1 2 0,-1-2 0,1 1 0,-1 0 0,1 2 0,3-1 0,0 2 2552,1-2-2552,-1 1 0,0-2 0,-3-1 0,3 0 0,-4 0 0,1 0-2675,3 0 2675,-3 0 0,3 0 0,-4 0 0,4 0 0,-3 0 0,2 0 0,-3 0 0,0 0 0,0 0-278,4 0 278,-3 0 0,3 0 0,-3 0 0,2 0 0,-4 1 0,4-1 0,-5 2 0,2-2 0,5 0 0,1 1 2953,0 0-2953,2 3 0,-7-3 0,3 0 0,-5-1 0,0-1 0,2 1 0,0 0 0,2 0 0,-1 0 0,1 0 0,-2 0 0,2 0 0,-3 0 0,3 0 0,-2 0-1439,2 0 1439,-3 0 0,1 0 0,-1 0 0,1 0 0,-1 0 0,1 0 0,-1 0 0,4 0 0,-2 0 0,7 2 1079,-8-2-1079,4 2 0,-3-5 0,-2 4 0,2-2 0,-2 3 0,0-2 0,4 0-2878,1 0 2878,0 1 255,-2 0-255,-2 2 0,-1-1 0,1-1 0,-1 1 0,1-2 2983,0 0-2983,10-2 0,-1 2-2469,4-1 2469,-5 0 0,-5 1 0,0-1 0,-2-1 0,0 2 0,-2-1 0,1 1 0,3 0-513,0 0 513,1 0 2305,-1 0-2305,-2 0 0,-1 1 0,1 1 0,0-1 0,-2 1 0,1-2 0,-1 2 0,4-2 0,-2 0 677,0 0-677,-3 0 0,-1 0 0,0 0 0,0 0 0,0 0 0,0 0 0,0 0 0,4 0 0,1 0 0,0 0 0,-1 0 0,-5 0 0,-3 0 0,2 0 0,0 0 0,2 0 0,0 0 0,1 0 0,-2 0 0,1 0 0,-1 0 0,-2-2 0,4 3 0,-2-2 0,1 3 0,-2-2 0,-1 0 0,0 0 0,1 0 0,-1 0 0,0 0 0,-4-3 0,1 3 0,-3-2 0,4 2 0,-2 0-1889,-6-4-1388,-26-9 0,-4-1 1638,10 2 1,-2 1-1,5 3 1,0 1-1,-2 0 1,-1 0-1,-1 1 1,0 1 1169,-2-1 1,0-2 0,-1-1 0,1-1 0,-1-2 0,0 1 0</inkml:trace>
  <inkml:trace contextRef="#ctx0" brushRef="#br0" timeOffset="5473">13111 8930 7173,'5'3'1799,"-1"-2"-1439,-1 0-90,0-1 899,-1 0-1169,-1 1 1529,1-1-809,-8-3-630,5 2 89,-5-3 271,1 5-270,2 0 450,-1 0 2646,4 1-1155,6 0-2031,-4-2 0,5 3-1,-6-3 181,0 0-90,-1 3-90,0-2 180,0 2-180,-2-6 0,-1 0 180,-2-2-180,3 2 180,-1 2-181,2 3 181,0 0-180,1 0 3186,0 0-2864,4-4 398,-2 2-720,1-1 1079,-2 1-1169,-5 0 90,0 0 90,-7-2-180,3 1 90,-3-1 90,-6 1-180,9 1 0,-7-1 0,12 1 0,1 0 0,0 0 0,1 0 0,4-3 0,-3 3 0,3-2 0,-3-1 0,0 3 0,1-2 0,-1 0 0,1 2 0,3 5 0,-2-4 0,2 5 0,5-6 0,-3 0 0,6 0 0,-7 0 0,1 0 0,3 0 0,-4 0 0,7 0 0,1 0 0,3 1 0,2-1 0,25 1 0,-25-1 0,22 0 0,-26 0 0,-1 0 0,1 0 0,-3 1 0,1-1 0,-2 2-1262,-2-2 1262,3 2 0,-4-1 0,2 2 0,-1-2 0,-2 0 0,2-1 0,8 3 1262,-6-3-1262,8 1 0,-6-1 0,-5 1 0,3 1 0,-4-1 0,15 3 0,-10-3 0,11 4 0,-13-5 0,0 2 0,29 1 0,-21-2 0,25 2 0,-32-2 0,5-1 0,-5 1 0,-1-1-2712,2 1 2712,-3 1 0,1-1 0,1 1 0,11-2 0,-7 2 0,9-2 0,-11 0 0,21 0 0,-17 0 0,14 0 0,-17 0 0,-4-2 2712,3 1-2712,-5-1 0,20 1 0,-14 0 0,16 3 0,-12-2 0,-3 0 0,3 0 0,-5 0-3277,11 0 3162,-7 0 115,8 0-1439,-12-2 1439,-2 1 0,1-1 0,-1-1 0,0 2 0,0 0 0,0 1 0,17-3 0,-13 1 0,13-3 0,-13 0 0,-3 2 1439,4 1-1439,17-1 0,-16 3 0,16-2 0,-16 2 0,-3 0 0,5 0 0,-4-2 0,-1 1 0,18-3-1189,-14 3 1189,13-1 2541,-17 2-2541,-2 0 0,0-2 0,-1 2 0,0-2 0,23-1 0,-18 2 1723,17-1-1723,-22 2 317,1 0-317,0 0 0,0-2 0,21-1 0,-16 1 0,26-4 0,-29 6 0,9-2 0,-11 2 0,5 0 0,-5 0-3277,8 0 3162,-8 0 115,12 0-25,-9 0 25,6 0 0,-10 0 0,1 0 0,19-2 0,-14 1 0,27-1 0,-29 0 0,7 2 0,-11 0 0,18 5 3276,-15-3-3172,21 3-104,-22-4 37,5 0-37,-6-1 0,12 0 0,-10 0 0,8 0 0,-5 0 0,-6 0 0,7 0 0,11 0-532,-14 0 532,14 0 0,-12 0 0,-4 0 0,5 0 0,-4 0 0,21 0-660,-16 0 660,17 0-134,-18 0 134,-3 0 488,1 0-488,-3 0 0,-2 0 0,10 0 0,-9 0 0,8 0 686,-9 0-686,-1 0 152,2 0-152,-4 0 0,1 0 0,9 0 0,-7 0 0,8 0 0,-10 0 0,-1 1 0,0-1 0,-1 2 0,1-2 0,9 1 0,-6-1 0,9 2 0,-10 0 0,2-1 0,-4 1 0,2 0 0,0-1 0,18 0 0,-11-1 0,21-2 0,-24 1 0,31-1-936,-28 2 936,18 0 0,-19-1 0,-4 1 0,4-1 0,-3 1 0,11 0 0,-10-2 0,8 2 0,-13-1 0,3 1 0,-2 0 0,3 0 0,-2 0 0,18-2 0,-14 1 0,14-1 936,-13 1-936,-5 0 0,4-1 0,-6 1 0,17 1 0,-12-1 0,11 1 0,-11-1 0,-4 1 0,3 0 0,-5 0 0,15 0 0,-10 0 0,12 0 0,-11 0 0,-3-2 0,2 2 0,-4-1 0,17 5 0,-12-2 0,12 2 0,-14-4 0,-2 0 0,2 0 0,-3 0 0,13 3 0,-11-2 0,11 3 0,-10-4 0,-3 0 0,3 0 0,-2 0 0,0 0 0,14 1-3277,-4-1 3162,7 1 115,-8-1 0,-5 0 0,0 0 0,0 1 0,-1-1 0,20 2 0,-15-2 0,14 0 0,-13 0 0,-5 0 0,5 0 0,18 0 2875,-19 0-2875,19 0 0,-23 0 0,-3 0 0,2 0 0,-5 0 0,21-3 0,-14 3 0,14-2 0,-18 0 0,2 1 517,-2-1-517,1-1 0,-1 2 0,0-2 0,3 2-983,-3 0 983,5 0 0,-6 1 0,1 0 0,-2 0 0,-1 0 0,1 0 0,-1 0 0,21-4 0,-14 3-3066,21-2 3066,-22 3 0,9 0 66,-9 0-66,14 0 0,-16 0 0,9 0 0,-13 0 0,4-1 0,-2 0 0,3-1 3099,-4 1-3099,19 2 0,-13-1 0,19 2 0,-23-2 884,4 0-884,-6 0 0,11 1 0,-9-1 0,9 2 0,-12-1 0,0 1 0,1 0 0,-1-2 0,1 2 0,13-2 0,-9 0 0,16 0-247,-18 0 247,6 0 0,-7 0 0,3 0 0,1 0 0,-1 0 0,0 0 0,-4 0 0,-1 0 0,1 0 0,-1 0 0,11 0 247,-8 0-247,17 0 0,-18 0 0,8 0 0,-10 0 0,2-2 0,9 2 0,-10-1 0,9 1 0,-14 0 0,1 0 0,-3 1 0,2 1 0,-2-1 0,3 0 0,2-1 0,-1 0 0,2 0 0,-3 0 0,0 0 0,0 0 0,-1 0 0,-2 0 0,1 0 0,1 0 0,1 0 0,-5-2 0,-1 0 0,-5-3-3277,-22 3 0,7 0 0,-21 1 2912,11 3 1,-5 1 0,2 0 0,4-1 0,-1 0 0,-8 1 0,-1 0 0,1 1 0</inkml:trace>
  <inkml:trace contextRef="#ctx0" brushRef="#br0" timeOffset="7640">12878 9113 7803,'5'-3'2428,"4"1"-2428,-6 0 0,3 0 1529,-6-1-1349,-4 3 180,0-4-270,-2 3-90,2-2 90,1-1-90,1 1 0,0-2 0,2 4 0,0 0 0,-1 5 0,1 2 0,-2 23 0,2-13 0,0 18 0,0-8-90,2-6-1035,2 9 1,1 1-237,-3-9 372,7 20 989,-18-41 0,4 0 0,-5-2 0</inkml:trace>
  <inkml:trace contextRef="#ctx0" brushRef="#br0" timeOffset="8104">12938 9570 7083,'8'1'3276,"-2"2"-2504,-1-1-413,-3 2-179,0 0 0,-2 0 0,0-2 0,1 1 0,0 0 90,2 1-90,-1 1 0,0 1 269,5 15-359,-4-4-90,4 7-90,-3-9 0,-2-5 0,1 0-89,-1 0-2160,11 12 1349,-9-10-89,5 9 90,-13-15-1,-4 0 990,-1 0 0,2 1 0,-1 0 0</inkml:trace>
  <inkml:trace contextRef="#ctx0" brushRef="#br0" timeOffset="8540">12951 9985 7443,'5'-6'3276,"-1"2"-1605,-2-1-1131,-1 3 449,-1-2-719,0 2-90,3 9-180,-2-2 0,3 10 0,-3-6 0,0 2 90,-1 13-3367,0-4 2892,0 5 192,0-10 13,0-5-180,0 0 0,0 0-2917,5 5 1607,-6-6 591,2 4 1079,-7 1 0,4-4 0,0 9 0</inkml:trace>
  <inkml:trace contextRef="#ctx0" brushRef="#br0" timeOffset="8972">12928 10483 13829,'4'5'1349,"1"10"-1259,-2-6 0,-1 9 90,-1-5-180,-1-2 0,0 2 0,0-2 0,0-1-899,-4 17 359,1-12 0,-3 13-1978,2-14 1348,1-4-89,0 1 180,-1-5 1079,-2-1 0,2 1 0,-1 2 0</inkml:trace>
  <inkml:trace contextRef="#ctx0" brushRef="#br0" timeOffset="9330">12866 10938 10951,'1'5'2159,"0"-2"-720,-1 4-1349,2-4 269,0 8-269,1-6 0,0 3 0,1-3 0,0 0-90,8 8-90,-7-5-90,4 6-359,-8-3-1,-2-3 0,0 3-179,-3-5-91,0 1-2467,-22 14 2457,14-9 1,-15 12 0,20-14 0</inkml:trace>
  <inkml:trace contextRef="#ctx0" brushRef="#br0" timeOffset="9632">12781 11428 8432,'4'2'3276,"-1"4"-1515,-1-4-1491,-1 4 90,-1-4-270,1 1 90,0 1-90,2-2-90,5 16 0,-4-8-180,4 12-360,-6-8 180,0-2-269,-1 2-181,0-5-359,-1 0-1260,-3 1 1350,0-1-2198,-5 3 2978,6-3 0,-1 3 1,3 1-1</inkml:trace>
  <inkml:trace contextRef="#ctx0" brushRef="#br0" timeOffset="10023">12903 11855 7623,'-5'7'3276,"0"-1"-2235,3-4-771,1 1-90,-1 0 719,1 13-719,1-7-90,-2 10 180,-1-5-270,1-2 90,-2 5-90,1-5 0,1 1-360,-5 16 90,4-14-89,-2 13-631,5-15 361,0-3-181,0 1-179,0-6-91,-1-1 1080,-3-1 0,2-1 0,-1 0 0</inkml:trace>
  <inkml:trace contextRef="#ctx0" brushRef="#br0" timeOffset="10322">12826 12283 9691,'0'5'2159,"1"0"-1709,-1-4-90,1 2 269,2 2-359,-2 0 270,4 3-270,-2-4-180,-1 2 0,-1-1 0,-1 4-90,2 0 0,-1 3 90,1-2-180,3 9-743,-1-2 563,0 3-449,-2-3 179,-2-6-899,3 7 359,-3-8-1168,-1 5-1029,-2-8 1369,-3 3 2002,2-5 0,-1 2 0,1 0 1</inkml:trace>
  <inkml:trace contextRef="#ctx0" brushRef="#br0" timeOffset="10585">12831 12678 7083,'7'5'3276,"0"0"-1335,-5-3-412,1 1-1259,-2-1 0,-1 1-90,0-1-90,1 2 90,2 2-91,-1-1-89,2 3-1775,-3-1 1685,0-2 90,-1 4-90,0-3-360,0 5 1,0-2-451,3 8 360,-2-6-1978,4 12-759,-4-10 1958,-1 6 329,-3-11 1320,-2 7 1,0-4 0,-2 5 0</inkml:trace>
  <inkml:trace contextRef="#ctx0" brushRef="#br0" timeOffset="10834">12838 13128 6903,'4'7'3276,"1"5"-885,-1-6-1941,0 5-1,-3-7-89,0 1-810,0 0 1079,2 2-252,-2-2-198,-1 3-89,0-3 90,0 0-90,0 0-90,3 0 614,-2 1-614,3 10-3277,-2-3 2892,2 9 205,-3-8-89,-1-3-91,0 0-90,-1-2-90,1 1-89,1 0-91,0-1-89,2 0-2294,-1-1 1934,-1 0 3104,-2-1-2834,-1 0 899,-1-2 0,2-3 0,0 1 0</inkml:trace>
  <inkml:trace contextRef="#ctx0" brushRef="#br0" timeOffset="11036">12863 13525 6993,'2'19'3276,"-1"-3"-615,-1-13-2719,0-1 418,-1 1 616,1 0-706,-2 0 84,2 1-85,0-3 181,0 0-450,0 1 0,0 0 0,0 3 167,-1-1-707,0 4 181,0-1-721,-2 8 451,3-5-1620,1 15-351,-1-9 1521,-1 7 89,-3-9 990,-1-2 0,2-3 0,-1 2 0</inkml:trace>
  <inkml:trace contextRef="#ctx0" brushRef="#br0" timeOffset="11249">12836 13898 7443,'5'8'3276,"-1"0"-1785,-1-1-322,-1-2-629,0 0 449,-1 0-629,1-2 0,-1 1-90,-1-2-90,0 1 0,0-1 0,0 1-90,1 0-90,0 1 0,1 1 0,-1 1-180,-1-1-90,-1 3-540,-2 1 361,-1 1-91,1 1-90,-1 0 91,1-1-2738,1 3 2244,-1 0 314,1-1-1,1 0-269,-2-1 89,2-1-89,-2 3 89,1-3 900,1 1 0,-1-1 0,2 0 0</inkml:trace>
  <inkml:trace contextRef="#ctx0" brushRef="#br0" timeOffset="11429">12851 14225 6903,'2'9'2878,"0"-2"-2068,-1 0 269,-1 3-629,0-4 1079,0 3-1259,0-7-90,1-2-810,-4 2 181,2 1-181,-4 3 0,4 1-269,0 0-181,2 1-1078,-3 2 1168,2-1 990,-6 2 0,3-4 0,-2 1 0</inkml:trace>
  <inkml:trace contextRef="#ctx0" brushRef="#br0" timeOffset="11600">12851 14495 7353,'5'5'3276,"-2"-2"-1245,1-1-1132,0-1-539,-2 1 629,3 3-899,-3-1-90,3 3-90,-4-5-89,0 2-91,-1-1-180,0-1-1439,3 5 1080,-1-1-271,2 4-89,-1-2-990,-5 5 1260,0 0 899,-3 1 0,4-2 0,-1-2 0</inkml:trace>
  <inkml:trace contextRef="#ctx0" brushRef="#br0" timeOffset="11766">12906 14780 7533,'2'10'3238,"0"-1"-2609,0-4-89,1-1 540,5-1-901,-4-1 91,2 1-270,-4-3 0,-2 3 0,2-3-359,-2 1 89,3 0-450,-2 2 180,1 1-89,1 2-1260,-2 4 899,-1 0 1,-2 2 179,-1-2 810,-1-1 0,3 2 0,0 1 0</inkml:trace>
  <inkml:trace contextRef="#ctx0" brushRef="#br0" timeOffset="11917">12956 15080 6993,'-11'32'3276,"3"-6"-1785,7-25-1491,1 0-360,0 1 91,0 0-1,0 2-180,1-2-90,0 2-89,2 0-181,-2-2 1,-1 3-1,-1-2 91,-2 2 719,1 0 0,1 0 0,-1-1 0</inkml:trace>
  <inkml:trace contextRef="#ctx0" brushRef="#br0" timeOffset="50741">13644 10873 6813,'7'0'2249,"0"0"-1799,-1 0-181,-1-2-89,-1 2-90,-1-1 450,3 1-360,-4 0 180,3-1-91,-5 1 811,0-4-810,0 3-90,0-2 1079,-5 0-989,3 2 1439,-7-1-1349,7 3-91,-3 1 91,5-1-180,0 0 1259,8 6-1349,-2-3-90,9 5 0,-1-3-3212,5 1 3392,8 1 0,7 4 0,-2-2-1063,-2 0 1,2 0 882,7 3 0,4 1 0,-2 0 45,-4-2 0,2 1-45,-2-2 0,7 3 0,3 1 0,-1-1 0,-5-1-552,1 0 1,-3 0 0,6 1 541,-11-3 0,5 1 0,3 2 0,3 0 0,1 1 0,0 0 0,-3-2 0,-4 0 0,-5-2-289,5 2 0,-7-3 0,-1 1 0,5 0 299,1 2 0,4 0 0,1 1 0,1 0 0,-3 0 0,-3-1-23,1 1 1,-3-1-1,-1-1 1,-2 1-38,3 0 0,-2-1 0,2 2 30,8 3 0,1 1 0,-3-1 390,1 0 1,-1 1-421,-5-2 0,2 1 0,-2-1 15,3 2 0,0 0 45,-6-2 0,1 0 0,-3-1 0,-1 0 0,-2-1 0,-1 0 0,-1 1 620,-1-3 0,-1 2-665,7 4 0,-1 0-45,-9-5 0,1-1 0,4 4 0,-1-1-630,14 10 28,-12-8-748,-5-2 1,-1-1-1619,-4-3 1439,0 0 180,-19-14 2315,-8-3-876,-6 1 0,-6 0 0,-5 3 0</inkml:trace>
  <inkml:trace contextRef="#ctx0" brushRef="#br0" timeOffset="51737">13806 10708 7533,'12'1'3148,"-4"0"-2878,2-1 179,-5-1-269,-1 0 0,0-2-90,-2 2 90,1-1 0,-2 1 270,0 1-270,-1-2 0,1 1 359,0-1-179,0 0 360,-4 2-361,1-1-179,-2 1-519,0 0 519,2 0-90,-1 0 0,1 0 90,-2 1-180,0 0 180,-13 5-180,6-3 0,-11 3 90,2-1-90,4 0 519,-5 3-519,6-1 90,-21 16-926,16-10 836,-14 11-90,16-7 90,4-5 0,-3 8 0,7-8 0,1 2 0,-2 13 0,7-5 0,0 7 0,8-9 0,2-5 0,2 0 0,2 0 90,22 20-3295,-12-15 3160,-1-3 0,0 1-45,0-5-2499,11 4 2139,-6-6 295,9 1-654,-8-5-830,-1-1 1,-1 1 818,1 0 1,13 6 0,-30-9 0</inkml:trace>
  <inkml:trace contextRef="#ctx0" brushRef="#br0" timeOffset="53422">16324 11933 10051,'4'-3'810,"-1"2"-540,-2 0 269,-1-1 1,3 1-450,-1-1 90,3-1 0,-3 2-90,1 0 180,1 1-91,-1-2-89,2 2-891,-1-1 891,0 2 270,5 2-270,-2 1 90,5 1 0,-2 0-1,2 1-89,1 1 180,9 10-180,-4-3 0,4 6 0,0 1-2501,3 2 2456,-4-3 0,-1 0-530,4 4 575,2 2-90,1 1 90,0 1 0,1 0-90,-1 2 0,1-2-586,2 4 0,1 0 630,-14-14 1,0 0-45,13 12 0,-1-1 0,1 3 1938,-8-10-1938,3 6 454,-9-10-454,-2 0-1080,17 17 14,-17-16 616,11 11 895,-18-18-2334,-1-2 1498,-2-2 391,-9-6 0,0-2 0,-6-2 0</inkml:trace>
  <inkml:trace contextRef="#ctx0" brushRef="#br0" timeOffset="55823">16819 12843 11850,'-17'7'1439,"-2"7"-1259,10-1 120,-3 21 0,-3 16 0,3-6-1886,4-18 1,1 1 1585,-5 17 0,-2 7 0,4-9 644,3-4-1214,-2-2 1,-2 8-1,1-6 31,-1 5 239,3-7 0,-2 5 0,1-18-689,6-22 989,-6-28 0,5 10 0,-2-21 0</inkml:trace>
  <inkml:trace contextRef="#ctx0" brushRef="#br0" timeOffset="56058">16757 12820 7263,'9'-11'3276,"0"6"-1065,-5 10-2031,0 7 0,0 3-1,-3 6 1,7 21 0,1 3-612,0 2 402,1-7 0,3 6 0,-2-7-1452,4 3 1437,-3-11 0,0-1-135,-1-3-90,0-3-3007,2 4 1967,-4-7-669,-5-3 1148,-6-11-248,-8-8 179,-2-6 900,-2 0 0,-2-1 0,-1 0 0</inkml:trace>
  <inkml:trace contextRef="#ctx0" brushRef="#br0" timeOffset="56225">16534 13243 7173,'6'3'3276,"1"1"-2055,-1-1-681,1-2-270,0 0 449,32-13-719,-14 5-180,14-5 1,3 0-1460,-17 7 1,-1 1 971,7-3 1,-1 1-143,11 1-2468,1 6 3084,-21-1 0,9 4 1,-24-2-1</inkml:trace>
  <inkml:trace contextRef="#ctx0" brushRef="#br0" timeOffset="56629">16994 13225 7443,'8'8'3276,"0"2"-1875,-5-4-861,2 8-270,-2-2 89,0 11 1,0 3-2479,-1 2 2164,-1-1 0,1 1 45,-1 18-90,0-8 0,0-14 0,1 1 90,1 10-2372,1 0 2282,0 4 0,1 0-1390,1 3 1390,-2-6 0,0-1-530,2 0 530,-2-16 786,1 5-786,-3-19 2241,-1-6-2151,-3-3-90,-1-7 225,0-4-225,4-5 0,0-5 113,4-22-113,-1 7 0,-2 12 0,0 0 0,0-16-19,2 1 19,0-2-2347,2-1 2392,0 16 0,0-1-807,5-15 762,0 11 0,1 3-341,3-2 341,5-3 10,-5 19 80,6 0-90,-6 8-90,18 7 90,-20 5 0,10 8 90,-15 2-90,-4-2 1805,-2 5-1805,-4-2 0,-3 3-135,-8 5 0,-2 0 375,-2 4-375,0-3 0,-1-1-135,-2-3 1326,1-3-1596,-1-3-180,5-2-269,0-3-181,2-4 1170,-2-17 0,10 7 0,0-13 0</inkml:trace>
  <inkml:trace contextRef="#ctx0" brushRef="#br0" timeOffset="57722">17359 13273 7353,'13'-3'3238,"-2"2"-1439,4 10-1349,-10 9-270,1 7 89,-10 22-3546,0-12 3123,1-10 0,1 1 244,-2 13-90,1 1 0,4 1 0,0 1-1329,0 2 1329,1-7 0,1 0 487,2-1-397,-2-16 0,1 5-90,-1-19 1874,-7-13-1874,2-2 0,-6-12 0,3-11 0,1 4 2318,-1-13-2318,4 7 0,2 4 0,1-5 0,1 1-1202,-1-3 0,2-1 1202,-1 3 0,1-3 0,0 5 0,0 1 0,2 4-329,2 1 1,2 3 328,7-12 0,-1 10 0,0 3 0,3 1 0,11-1-1337,-15 17 1337,6 6 90,-13 8 2131,-1 6-2221,-4 1 748,-3 1-658,-2 3-90,-1 0 90,-12 15-1132,-3-4 1042,-5 4 0,2-10 1454,1-6-1544,6-5-90,-4 1 0,9-8-1529,-5-5 1420,8-2 19,-1-5-449,12-2 269,2 1 1283,4-3-1373,-1 3-90,2-1-1169,20-6 2058,-13 5-79,16-4-1233,0 3 1772,-16 7-420,13-3 1140,-13 19-1259,-10-4 0,3 13-15,-10 2-75,-2-6 0,0 9 0,0-10 0,0-1 450,1 13 2736,-1-17-2837,2 9 280,0-20-539,-1-2-67,-1-3-23,-1-5 44,-4-14 1,-1-4-929,2 1 839,-1-2 0,1 0-45,3-1 90,2 8-90,0-6 0,2 12 0,0 3 0,12-5-213,-4 9 213,10-3-90,5 10 90,-8 0 0,10 4-90,-14-1 90,4 5-2451,-6 1 2451,3 4 0,-4 3-454,-5-2 454,1 5 145,-6-4-145,-1 2 0,-5 8 90,1-4-90,-11 24 1339,7-21-1339,-6 11 0,6-19 563,2-1-563,0-3 0,2 0 0,1-1 0,-1-1-2744,15-2 2744,-3-6 1195,15-4-1195,-3-7 0,9-10 0,-9 2-205,5-8 205,-14 5 0,0 0 0,0-5 0,0 0-593,0-1 548,-1 2 0,-2 2 2296,-5 4-2521,-2 6 230,-1 0-410,-1 7 479,1 2-1198,-3-1 809,3 4 35,-1-1 235,3 6 679,0-3-589,2 4 90,-1-5 449,6 0-89,-3 0-180,2 0 360,-3-2-360,-3 1-91,2-1 991,21 13-1080,-14-3 0,19 14 0,-18-8 0,0 1-343,2 0 343,0 0-90,1 1 0,0-1-180,3 4 0,2 0-179,1 1 224,-2-2 0,0 0-855,1-4 361,-5-4-271,2-1-179,-9-5 786,-3-3 1,-12-4 0,-6-2 0</inkml:trace>
  <inkml:trace contextRef="#ctx0" brushRef="#br0" timeOffset="58071">18207 13560 8252,'-3'-2'3276,"3"-7"-885,5-4-5668,2-3 1164,2 0 2292,-1 2 947,2-2-1036,3 0-90,1-2-315,5-2 0,1-1 258,-1 1-78,0 2 0,-1 1-494,-5 6 359,-3 5 2887,2-1-2887,-5 5 413,1-2-323,7-3 1292,-7 3-1022,5-3 90,-7 4-90,-4 0 90,1-2 90,-3 4 899,-2 7-809,-1 6-180,-2 5-90,1 2 0,1-4-90,0 0 0,1 1 0,-1 0-450,-3 18-1225,3-15 1136,-2 9-451,4-21-1438,-4-2 1168,-2-5 91,-6 0 1169,2-4 0,1 0 0,1-1 0</inkml:trace>
  <inkml:trace contextRef="#ctx0" brushRef="#br0" timeOffset="58222">18390 13103 7803,'-1'-16'3276,"-1"2"-1156,0 5-2389,-1-7-451,4 11-2557,1-5 1877,-2 22 1400,2 5 0,-4 10 0,2 2 0</inkml:trace>
  <inkml:trace contextRef="#ctx0" brushRef="#br0" timeOffset="59176">18607 13253 7533,'0'-7'3276,"0"-1"-1245,0 5-1761,0-2 89,0 3 271,0-1-630,-1 18 0,0-4 0,-2 17 0,1-9 0,-1 2 0,1 10 0,1 2 0,-1-5 0,1 9 0,0-4-307,1-22 307,1 6 90,0-13 269,3-4-359,-3-2 90,2-3 0,-3-10-90,0 1 0,1-8 0,0 5-3084,2-1 3084,-1 2-402,1 0 402,0-5-2225,0 7 2225,1-4 0,-2 9 0,0-1 0,-1 5 2135,-1-1-2135,1 6 0,2 9 0,1 0 402,0 8-402,-1-3 3276,0 7-3160,0-4-116,1 6 0,-2-9 0,1 0 0,5 6-238,-4-9 238,4 4 0,-6-13 0,2-3 0,-1-1 0,4-10 0,-3 2 0,10-29-3277,-7 19 3241,4-15 36,-7 23 159,1 1-249,-2 3 90,0 1 0,0 4-180,4 16 180,-4-2-180,5 13 0,-4-8-90,1 2 0,1-1-3007,16 17 798,-9-18 1399,7 9 1080,-12-22 0,-3-2 0,4 0 0</inkml:trace>
  <inkml:trace contextRef="#ctx0" brushRef="#br0" timeOffset="59741">19047 13355 7982,'-10'-20'3276,"-3"0"-1065,2 13-1941,-2 0-90,-1 5 450,-15 7-3907,10 0 1243,-12 7 873,17-2 1251,1 2-90,0 1 1075,2 2-1075,0 2 0,2-1 0,1 0 0,2-1 0,2-1 0,2 7 0,3-11 0,2 4 2185,2-14-2185,1-3 0,1-2-45,12-15 0,1-5 45,-2 5 0,2-6 0,-1 2 0,-12 12 0,0-2 0,-2 10-90,-1 1 90,-1 8 0,-1 1 0,7 10 0,-3-4 0,4 10-90,-5-8 90,1 1-90,1 0 0,0-2-90,1 1 0,-1-3-360,15 6 2954,-11-10-2504,12 2 0,-14-13 0,1-2 0,0-4 0,-1-3 90,0-3-90,-2-3 90,1-2 0,1-9 0,-1-2-2195,2-5 2239,-1 3 1,-1 1-905,-2 2 1264,-3-11 1,0-1-2069,0 6 1709,-1-2 0,-1 6 45,-1 26-90,0 6 180,0 11-90,-1 3 90,0 10-90,-2 2-596,1 5 551,1 3 0,0 1 19,0 12-64,1-9 0,0-2 0,1 6-90,0-14 0,-1 0-90,1 12 1941,-1 9-2031,1-22-2968,4 12 2068,-5-23 1,0 5 2136,-12-32-967,5-1 0,-4-5 0,7 3 0</inkml:trace>
  <inkml:trace contextRef="#ctx0" brushRef="#br0" timeOffset="60071">19112 13300 7982,'6'0'3276,"-1"0"-2414,-1 0-682,2 0 0,1 0 360,21-1-1965,-10 1 1425,16-1-2695,-1-3 2695,-13 1-79,11-2 259,-10 3-90,-11 1 90,4 2 628,-13 0-538,-1 3 3006,0-2-3024,0 3-162,0 0 360,4 25-834,-1-12 384,3 18 90,-2-10-180,-1-5 90,-2 8 0,-2-6-180,-2-1-1169,3 21-23,0-23 563,3 12-2468,-7-28 977,-4-7 1556,-1-3 0,1-4 0,7 2 1</inkml:trace>
  <inkml:trace contextRef="#ctx0" brushRef="#br0" timeOffset="60215">19395 13023 7892,'0'-20'3276,"-1"3"-2054,1 7-2122,6-3 1,-1 8-180,5-1-1080,-6 10 1079,-2 5 1080,2 2 0,2 5 0,3 2 0</inkml:trace>
  <inkml:trace contextRef="#ctx0" brushRef="#br0" timeOffset="60496">19632 13430 8882,'-2'5'2608,"-2"0"-2068,0-2 90,-4 1-450,0 0 90,-4 4-1,-5 6-179,4-1 0,-4 7 0,7-5 0,2 2-90,-2 18-438,8-19 438,1 14 0,14-26 0,0-4 0,6-4 0,-3-4 45,10-18 0,-1-5-1578,-3 1 1533,1-4 0,-3-1-90,-18-5 90,-3 12 279,-4-8-369,-2 16-2518,-28-4 1528,20 14-1078,-29 0 1078,33 13 1080,-4 2 0,10-4 0,3 1 0</inkml:trace>
  <inkml:trace contextRef="#ctx0" brushRef="#br0" timeOffset="60790">19750 13353 7623,'12'8'3276,"-2"-1"-1875,-6-1-1311,-1 1-90,0 5 90,0-1 90,9 26-1033,-5-19 853,6 19 0,-9-25 0,1-1 90,-2-4-90,0 0 90,0-6 359,18-14-359,-10 3-129,17-19 219,-19 14-313,2-6 312,-3 8 1,-2 1 450,4-3-630,-3 8 90,3 0 209,1 16-209,-1 1-1729,12 28 1,2 5 189,-6-14 729,4 11 1,-4-5-630,-14-26 1349,0-3 0,-6 1 0,0-2 0</inkml:trace>
  <inkml:trace contextRef="#ctx0" brushRef="#br0" timeOffset="61377">16672 13893 7713,'24'-11'3276,"-3"5"-1515,17-4-1267,-6 9 1,10 2 0,1 1 0,-5 0-2134,8 0 1,1 0 1269,-12 0 0,4 1 0,3 0 1,-1 1-1,-1-1 459,3 2 0,-1 0 0,-1 0 0,-1 0-450,7 1 1,-3 0 0,3 0 377,-10-2 0,2 1 0,1-1 0,-1-1 0,-1 1-128,-2-1 0,-3 0 0,2-1 1,6 1 49,-3-2 0,5 1 0,5 0 0,2-1 0,2 0 0,0 1 0,-3-1 0,-2 0 0,-5 1-197,5-1 0,-5 0 0,-2 1 0,2-1 1,5 0 216,-5 0 0,4 0 0,2 1 0,3-1 0,0 0 0,-1 0 0,-2 0 0,-2 0 0,-5-1 28,5 1 1,-3-1 0,-2 0 0,-2 0 0,-1 1-102,1-2 1,-4 1 0,2 0 0,7 1-253,-5-1 1,5 1 0,6 0 0,1 1 0,2-1 0,-2 1 0,-2-1 0,-4 1 0,-7-1 165,2 0 1,-6-1 0,-2 1 0,7 1 0,0-1 0,8 1 0,3 0 0,0 0 0,-4 0 0,-7 0 0,-11 0 0,7 2 0</inkml:trace>
  <inkml:trace contextRef="#ctx0" brushRef="#br0" timeOffset="61541">20405 14090 7173,'-1'9'3276,"0"-2"-4663,-16-30 217,7 11-916,-12-19 2086,12 19 0,-3 3 0,2 0 0</inkml:trace>
  <inkml:trace contextRef="#ctx0" brushRef="#br0" timeOffset="81745">13023 14653 7083,'-6'-4'2519,"0"0"-2070,1-1-89,0 1-90,0 1 360,-4-2-361,4 1 1,-4-3 0,7 3-90,-1 0 540,0-2-630,0 3 629,-9-8-719,7 8 0,-8-6 270,-3 1-270,7 5 270,-20-9-270,17 9 270,-29-3-180,24 5-1,-9 0 1,0 1-90,9 0 90,-18 0 0,-1 0-90,9 0 0,-12-1 0,-2 2 0,12 0 0,6-1 0,-4 1 30,-8 0 0,-6 1 0,5 0-1271,9-1 1,0 0 1240,-11 0 0,-4 0 0,4-1 0,11-1 0,2-1 0,-14 0 0,16 0 0,-3 0 45,-20-2 0,0 0-1634,0 0 1634,1 0 0,1 0-45,5 2-270,9 0 270,-5 1 0,-7 0 0,5 0 768,-10 0-768,13 0 0,-4 1 0,6-1 0,3 1 0,-1 1 0,0-1 0,0 2 0,-6-2 0,-10 0 0,7 0 903,14 0 1,-1 0-904,-10 0 0,-6 0 0,2 0-45,-10-1 0,6 0-200,0 0 245,8 0 0,-5 0 0,8-1-72,-1 0 72,-9-2-776,13 2 821,-15-2 0,-2-1-45,22 3 0,1 1 0,-7-2 0,-3 0 0,2 1 0,4 0 0,2 1 0,-14-1 0,13 0 0,1 1 0,-9-1 60,1-1 0,-6 0 0,4 0-629,11 2 1,-1-1 568,-8-1 0,-5 0 0,5 1 90,-9-2-1322,10 2 1232,4 1 0,0 0-1163,-6 1 1163,-11 1-406,14 1 406,-2 0 553,0 1-463,0-1-90,1 1 0,0-1 180,-5 1 0,-9 0 0,5 0 266,15-1 0,-1-1-416,-12 2 0,-6 0 0,8-1 150,-5-2 2199,10 0-2379,-10 0 89,-1 0 1,-1 0-1163,3 0 1073,-2 0 0,2 0 0,8 0 496,8 0-496,-6 0 45,1 0 0,0 0 847,1 0-892,-1 0 0,1 0 0,0 1 0,6 1 0,-9 1 0,-8 2 0,5-1 1073,-9 2-1073,12-2 0,-6 1 0,7 0 0,-6 2 0,11-1 0,-8 0-2052,-4 0 2052,14-2-1949,-11 2 1949,18-2 435,-11 5-435,10-4 0,-8 5 0,16-5-90,-22 7 90,17-5 2165,-17 6-2165,17-8 90,3-1 3146,-2 1-3146,-14 5 0,15-4 0,-13 4 0,18-6 0,1-2 559,0 1-290,-5-1-269,4 0 180,-9 0-270,9-1-3228,-5 1 3408,5-2-90,1 0 90,1 1-90,1-1 180,-10 1-270,7-1 0,-14 3 0,15-1 0,-4 3-90,-16 25 90,15-12 0,-6 14 0,1 4 3276,7-1-3255,2-8 0,0 6 69,1 3 0,0 6 0,0 1 0,1-5-1362,-1 1 1,1 0 1271,0 1 0,-2 6 0,1-1 0,2-8 45,1-7 0,1-5-45,1 2 0,0 0 45,0-2 0,1 0-45,0-1 0,0 2 90,3 13 0,2 7 0,0-6-90,-2-11 0,1 0 30,1 10 0,1 3 0,-1-8-30,1-8 90,0-1 180,-3 10 0,0 0-180,0-6-45,0 6 0,-1-4-325,1-21 280,0 4 90,1-7 0,0 1-1,-1 0 2506,0-1-2595,-1 0 0,0-2 90,0-1-90,1 1 0,1-3 587,0 2-587,2-2 90,20 8 0,-10-5-90,17 6 0,-6-2 0,-4-2 90,9 4-90,-5-5 0,3 1 0,7 0 0,-3 0-1639,-6-2 1,1 0 1629,7 1 1,5 2 0,-5-1 8,-9-3 0,-1-1-532,2 1 1,0 0 531,3 0 0,0 0 0,1 1 0,1-1-958,0 1 0,3 0 958,7 0 0,5 0 0,0 1-427,-6-2 0,0 1 0,1-1 449,-5 0 1,2 0-1,0 0 1,-2-1 55,2 1 1,-2 0-1,-2-1-78,6 0 0,-2 0-18,-1 1 1,1-2 17,0 1 0,-1-2 646,0 1 0,0-1-646,-4-1 0,4 0 0,-2-1 0,6 0 0,3 0 0,-1 0 0,-6 0 0,9 0 0,0 0 0,-1 0 0,7 0 0,-1 0 0,-11 1-175,-14 0 1,-3 1 174,1 0 0,0 0 759,24 3-759,-1-2-30,-7 1 0,6 1 0,-4 0-705,-9-2 1,0 0 734,8 2 0,4 0 0,-5 0 0,-5 0 0,-4-1 286,-5 0 1,0 0-287,8 0 0,-1 1 930,15 1-960,-9-2 0,8 1 0,-6 0-15,-7-2 0,-1 1-312,8 0 1,4 0-1,-6 0 357,4-2 0,0 1 559,-2-1-559,0 1 1078,0 2-1078,-1-3 0,8-1 0,-4 0-522,-12 1 0,1-1 499,4 0 1,6-1-1,0 0 1,-8 0 22,-7 1 0,-3 0 579,12-1 1,-1-1-580,-11 2 0,2-1-90,8-1 0,6 0 0,2-1 0,-6 1-358,5 0 0,0 0 425,-4 0 1,5-1 0,-1 1-1,-3 0-67,8-1 0,-4 2-555,-10-1 1,3 1 569,-1 0 0,7 0 0,5 0 0,0 0 0,-2 0 0,-8 0 75,-1 0 0,-6 0 0,5 0 0,6 0 0,7 1 0,2-1 0,-4 0 0,-9 0-278,-7-1 1,-4 0 277,2 0 0,0 0 0,-1 0 0,0-1 722,0 1 0,0-1-722,-2 1 0,2-1-23,6-1 1,6-1 0,1 0-1,-6 1-182,4-1 1,-1 0 204,-3 1 0,5-1 0,-1-1 0,-4 2 0,2-2 0,-4 1 978,-6 0 0,0 1-978,4 0 0,3-1-60,3 0 0,3 0 0,-5 1 122,-9 1 0,0 0-62,7-1 0,4 0 0,-7 2 0,-9 1 90,11-1-90,-17 2 2986,7-1-2986,-21 1 0,1 0 0,1 0 1224,1-1-1224,1-2 45,-1-19 0,-1-7-45,1-3-404,-1-2 1,-1-4 448,-5 6 0,-1 1-45,0 5 0,0-1 45,-3-7 0,-5-6-45,-2 5 0,-5-6 0,-2-3 0,0 2 0,3 6 0,2 3 0,2 4 0,-3-3 0,-2-6 0,-3-5 0,-1-1 0,1 3 0,3 8-816,2 4 1,-2 3 159,-1 0 1,-6-6-1,-1 0 1,2 0 0,3 6-984,-1-4 1,0 1 1169,-4-6 1,-6-7 0,3 1 0,12 10 0,12 3 0,1-18 0</inkml:trace>
  <inkml:trace contextRef="#ctx0" brushRef="#br0" timeOffset="83715">18380 8513 5248,'-33'-4'819,"0"0"0,0 0 0,-13-2 0,3 0-478,13-1 0,3-1 1076,-20-5-1327,20 5 0,-6-2 135,-2-2 0,-6-2 0,-1 0 0,5 2-1864,-3 0 1,1 0 1637,-1-1 0,-5-3 1,0 1-1,7 3 46,5 2 0,3 0-382,0 0 1,-3-2 0,1 2 381,-5-2 0,0 0-294,6 3 0,-1-1 0,-6 0 279,0 2 0,-6-1 0,-5 1 0,1-1 0,2 2 0,5 0-390,-4-2 1,5 2-1,-6 0 360,5 0 0,-6-1 0,-3 0 0,0 0 0,2 0 0,6 2 30,-8-1 0,5 2 0,2 0 338,6 1 1,1 0-1,-1 0-368,4 0 0,-1 0 0,-2 1 0,-5-1 0,4 1 0,-5 1 0,-3-1 0,-2 0 0,0 1 0,1 0 0,4-1 0,4 1 0,-6 0 0,5 0 0,1 0 0,-6 0-12,6 1 1,-5-2 0,-3 1 0,-1 0 0,0 0 0,2 0-1,3 0 1,4 1 11,-4-1 0,4 1 0,3 0 0,0 0-152,-4-1 0,2 1 0,-1 0 152,2-1 0,-2 1 0,0-1 0,3 1 85,3-1 1,2 1-1,-6-1-100,-1-1 0,-7-1 0,-4 0 0,0-1 0,3 1 0,6 1 15,-4-1 0,6 0 0,-5 0 0,4 0 0,-5 0 0,-2-1 0,1 1 0,4-1 0,8 2-521,0-3 1,5 2 520,0-1 0,-1 1 287,4-1 0,-3 0-332,-7-3 0,-8-3 0,-1-1 1,7 3 191,1 0 1,0 0-171,1 0 1,-6-3-1,0 1 1,6 2 22,-4 0 0,6 2 0,-13-2-125,11 3 0,0 0 125,-1 1 0,0 1 0,1 0 243,-13 2-243,14 0 0,-9 1 0,16 1 90,-16-1 0,16 1 880,-10-3-700,-3-1-180,22 1-90,-16-1 0,27 4 2009,-5 0-2009,4 0 3004,-4 1-2914,-14 13-1,12-5 1263,-14 11-1262,17-9 0,-1 4 224,-3 14 1,-5 15 0,-1 3 0,4-8-1921,1-2 0,0 0 1642,2-4 0,-3 6 0,0 2 0,1-1 0,2-5 84,4 0 0,2-2 0,0-3-75,-1 9 0,0 1-16,1-6 1,0 1 0,0 2-726,2 0 0,0 1 0,1-1 741,-2 5 0,1 2-380,2-9 1,-1 3 0,1 0 0,1-4 334,-1 8 0,2-2 279,0-5 0,0 1 0,1-3-234,-1 0 0,2 0 0,0 9 0,1 1-45,-1-12 0,0 0 45,1 7 0,-1-2-45,2 9 225,-1 0 0,0-1 456,0-5-591,0-2 0,0-6 2270,0-21-2180,0-4 1330,0-2-1240,25-10-180,-10 2-90,20-7 90,-15 6-90,-1 0 29,18 0 1,14 0 0,-6 0-129,-16 2 1,0 0 98,3-1 0,7 0 0,0 1 0,-5 0 0,0 2 0,-4 1 45,-6-1 0,1 2-90,10-1 0,-1 1-1233,-10 1 1,1 0 1232,14 1 0,1 0-810,-10-1 1,1 1 854,11 1 0,1 0 0,-12-1 0,1 0 0,-2 0 0,7 1 0,1-1-108,-5 1 0,2-1 0,-3 1 108,6 0 0,-2 0-473,2-1 1,0 1 472,1 0 0,0 0 76,-1-1 0,5 1-51,-11-2 1,8 1 0,3 0-1,3 0 1,-1 0 0,-3-1-1,-5 1-25,0-1 0,-6 0 0,1 0 0,5 1 0,0-1 0,5 0 0,2 1 0,2 0 0,-1-1 0,-4 0 0,-5 0 0,12 0 0,-6-1 0,-2 1 366,-7-1 0,-2-1 0,1 1-366,6 1 0,2-1 0,5 1-15,-9 0 0,6 1 0,1 1 0,1-1 0,-3 1 0,-5-2 15,4 2 0,-5-1 0,4 0 0,-4 0 0,5 1 0,2-1 0,0 1 0,-3 0 0,-5-1 0,-1 1 0,-4-1 0,-1 0 104,4 0 1,4 1-105,0-2 0,9 1 0,5 1 0,0-1 0,-3-1 0,-8 1 0,-3-1 0,-6 0 0,6 0-13,-1 0 0,7 0 0,5 0 1,0 1-1,-2-1 0,-5-1 0,-8 1 870,4-1 0,-3-1-857,0 1 0,3 0 0,0 0-559,6-2 0,1 1 1,-2-1 558,-9 1 0,-2 0 0,2 0 0,12 0 0,2-1 0,-3 1 0,-1 0 0,-4 0 227,-10 0 0,-1 0-227,0 0 0,1 0 0,-1 0 0,0 1 45,-1 0 0,4 0-45,6 0 0,10 1 0,4 1 0,-2 0 0,-8-1-437,-6 0 1,-5 0 0,5 0 436,6 0 0,6 1 0,3-1 0,-4 1 0,-9 0-45,3 0 1,-8 0 698,-7-1 0,0 0-654,4 0 0,2 1 45,12-3 0,-2 1 1802,-4 0-1892,3-1 0,-5 0 952,-23 0-907,11-3 90,-16 0-90,6-3 3276,-11 1-3275,0 0-1,1 0 0,-2-2 348,1 1-348,0-7 0,0 3-3277,0-11 3252,-2 9 115,-1-6-90,0 7 180,-2-7-90,0 4-90,-2-5 89,0-9 1,0-2-820,0-2 730,0-1 0,0-2 90,-2-10-90,2 7 44,1 14 1,-2-5 45,-4-10 0,-2-10 0,0-1 0,1 7-45,0 1 0,0 1-27,2 6 0,-1-5 0,-2-2 0,2 2 0,0 6-18,-2-7 0,2 5 0,0 7 0,1-1 45,-1-5 0,-1-4-45,1 3 0,1-1 0,0 2-1013,1 5 0,1 0 1013,-1-4 0,0-2 0,1 5-1028,0-3 1118,1-8 996,1 18-1086,1-9 0,1 18 90,1 3 1965,2 9-2055,0 2 3074,0 2-3074,-1-4 962,0-4-4239,-8-2 0,5 11 0,-7 1 0,-7 15 1363,-2-6 1914,-14 0 0,-1-5 0,-2-2 0</inkml:trace>
  <inkml:trace contextRef="#ctx0" brushRef="#br0" timeOffset="86131">18660 8713 7623,'0'6'3058,"0"-1"-899,0-6-1170,-1-8-719,1 1 90,0-4 1799,10-16-1980,-5 16-89,9-17 90,-3 17 90,14-11-3547,0 2 3354,-1 2 1,3-2-1038,1 2 1,0 0 959,1 0 0,0 1-246,2-2 0,-1 2 246,-7 5 0,-1 1 0,0-1 0,1 0 90,16-9 0,0 0-272,-15 9 0,1-1 204,8-4 1,7-4-1,0 1 1,-7 4 279,-8 4 0,-2 1-302,10-5 0,5-1 0,-9 2-90,-4 2 1947,-9 4-1947,1-2-899,-9 8 449,-6 4-180,-1 4-269,-8 3 797,-1 2-1337,-3 0-1748,-18-8 1761,8-1 1244,-14-4 0,15 4 0,-2 4 0</inkml:trace>
  <inkml:trace contextRef="#ctx0" brushRef="#br0" timeOffset="86972">19400 8107 5160,'-1'13'3276,"-1"-7"-653,0-2-2264,1-5 342,-4 0-431,2 3 175,-1 2 365,5-9-85,-1 2-545,2-8 0,-1 4-90,0 2-1,2-2-89,-1 5 90,3-3-90,3 3 0,1 0 0,9 3 0,-5 0 90,7 2-90,-5 0 0,0-1 0,5 2 0,-5-2 90,6 5-3367,-10 2 3342,-1 2-1938,-6 1 1963,-3-1-1,-2 2 1,0 2 0,-3 1-90,-1 3-1588,-1 0 1588,-3 2-270,-4 10-89,2-6-1,-2 8 854,4-11-1214,1-1-645,2-2 106,-1-4 1823,0-7-1913,-1-6 89,-1-7 1260,0-5 0,3 2 0,1-1 0</inkml:trace>
  <inkml:trace contextRef="#ctx0" brushRef="#br0" timeOffset="88021">19863 8013 7173,'-3'2'2968,"0"1"-2248,2-5-181,-1 1-179,0-3 0,1-1 719,-2-4-899,1 3 0,-1-2 0,0 5-90,2 3-90,-2 1 90,2 4 0,-3 4 90,-2 10-180,1-1-3212,-5 19 3302,5-13-2359,-3 9 2359,5-10-131,-1 0 41,3 0 0,-1-2 0,1 1 89,1 16-89,-1-20 90,2 16 90,2-29 2158,-2-1-2338,1-8 90,0-5-90,3-14 0,7-5 0,0-5 0,2 1 152,-4 5-152,4-10 90,-4 8-90,2-7 90,-5 13 90,8-19-596,-6 22 416,6-14-90,-3 23 90,-2 3 3096,4-3-3186,-4 5 0,-1 0-360,5 2-2050,-4 4 2140,2 4-848,-4 4-51,-1 5 359,-2-3 183,1 2-452,-3-8 89,-1-4 1080,0-2 0,-1-1 0,0 1 0</inkml:trace>
  <inkml:trace contextRef="#ctx0" brushRef="#br0" timeOffset="88277">20125 8143 7892,'3'2'3276,"-2"1"-1334,0-3-1673,-1 1 271,0 9-450,0-1 0,0 8 0,0-4-90,1-1 0,3 16 0,-2-13-180,1 12-360,-3-13 181,0-2-361,0 1-359,0-6-91,-2-4-89,-1-6 0,-2-8-1360,-1-4 2619,2-2 0,-2 0 0,2 1 0</inkml:trace>
  <inkml:trace contextRef="#ctx0" brushRef="#br0" timeOffset="88422">20155 7800 7353,'0'4'1619,"0"-2"-2439,3-19 1,-2 17 0,5-11 0</inkml:trace>
  <inkml:trace contextRef="#ctx0" brushRef="#br0" timeOffset="88866">20298 8205 7892,'0'11'3059,"-2"-1"-2430,1-1-179,-1 0-90,-1 0 0,1 2-90,-1 1 269,-3 33-1222,3-17 683,0-1 0,1 1 90,2 14-90,2-7-992,0 10 1081,1-12-89,-1-4 0,2-1-1293,-2-9 1293,2 1 0,-3-12 0,1 0 676,-2-6-676,-4-11 910,2-1-910,-2-9 0,1 2-2874,2-5 2874,0-18-806,2 5 806,0 11 0,0 0 0,3-14 0,2-1-1655,1 2 1655,0 0 1655,1 4-1655,-1 3 0,3 2 0,0 1 507,2-1-507,-2 4 0,1 3 0,-2 9 0,2-1 0,-1 6 2636,2 2-2636,-3 5 0,0 2 0,1 8 90,-1 5 1466,-1 2-1556,-4 4 0,-6 3 90,-2-5-90,-5 7-90,-1-9 90,-2 1-1639,-7 1 1,-2 2-215,-6 7 874,7-8 1,-1-2-191,1-5 262,6-13-262,-1-7 1169,1-7 0,6 1 0,3-2 0</inkml:trace>
  <inkml:trace contextRef="#ctx0" brushRef="#br0" timeOffset="89670">20583 8195 8612,'0'-6'3276,"-4"-10"-2324,3 8-772,-3-7-1,3 12 1,-2 5-90,1 6-90,-1 7 90,1 6-90,-2 6 45,1-4 0,1 3-1684,0 5 1,0 2 1625,0-1 1,0 1 12,1 1 0,1 0-493,0-9 0,0-1 493,1 0 0,-1 1-574,1 22 664,0-2-90,-1-3 0,0-5 0,2 7-1752,0-10 1752,0-4 0,-1-15 1752,-1-13-1842,0-5 979,0-6-889,-1-7 671,-1-20-671,-2 4 1534,-1-16-1534,1 20 0,0 0-2776,-1-18 2776,1 15 0,1-1 0,-2-14-929,2 12 1,2-1 928,0 10 0,0 0-280,1-8 0,1 1 280,2-6 0,2 4 0,7-4-584,-2 12 584,12-8 0,-7 18 1291,6 0-1291,-4 8 0,0 4 0,1 3 0,5 7 0,-4 0 0,9 10 90,-7 0-90,-3 1 0,-6 3-213,-12 2 303,-4-1 1556,-6 0-1556,-5-8-1826,-5-3 1646,-3 0-89,-17 8-1,9-6-439,6 0 1,0-1-101,-1 0-546,-5 1 6,12-9 1287,2-8-1287,0-5 179,2-5 1080,6-3 0,3 2 0,5 0 0</inkml:trace>
  <inkml:trace contextRef="#ctx0" brushRef="#br0" timeOffset="89920">20860 7740 6191,'11'-26'3276,"-3"0"-1245,-7 16-909,-1 2-492,-2 11 180,1 15-3955,-1 4 3549,2 4 1,0 1-1297,-1 14 982,1-12 0,0 1-376,-1 17 331,1-23 0,0 0-1,0 1 1,0-1-45,0 0 0,0 1 45,0 9 0,0 1-45,0-12 0,0 3-390,0 9 1,0 5-1,0-5-150,0 11 135,-1-6 1,2 0-1621,2-4 676,0-12 0,1 1 1774,-2-18-1774,-3-9 1349,0-9 0,0 1 0,2-4 0</inkml:trace>
  <inkml:trace contextRef="#ctx0" brushRef="#br0" timeOffset="90276">21018 8503 7083,'14'23'3276,"0"-5"-1425,-9-16-1491,0-2 0,0-2-91,3-3-3031,7-10 2942,-1 3-2179,6-9 2179,-5 8-1517,0-4 1427,0 0-17,0-2 17,-1-1 1643,4-9-1463,-7 6 180,-1-1 0,-1 0-180,-3-1 179,2-12-179,-8 20 2459,-3-3-2549,-4 6-90,-3-2 240,-8 10-330,3 3 89,-19 12-858,16-1 859,-11 9 2499,4 11-2499,10-8-90,-5 15 0,15-13 0,4 2 0,14 22-1379,0-17 1379,2-3 0,4 0-2864,15 3 2234,0-1-31,-1-4-329,-9-9-629,1-3 19,-1-3-1677,7-13 599,-12-5 2678,7-14 0,-21 8 0,1-3 0</inkml:trace>
  <inkml:trace contextRef="#ctx0" brushRef="#br0" timeOffset="90734">19585 8663 7533,'17'15'3276,"10"-3"0,-8-12-2719,15 0 27,-6 0 1,2 0-360,-5 0 0,6-1-113,0-1 0,10-1 1,7 0-1,5-1 1,0-1-1,0 1 1,-5 0-1,-7 1-932,2-1 1,-5 1 0,-1-1 0,7 0 684,-3 0 0,7 0 0,4 0 0,2-1 0,-1 0 0,-3 0 0,-4 1 0,-8 0-445,5-1 0,-7 1 1,-1 0 339,1 0 0,0 0 0,-1 1-548,-2 1 1,0-1 0,1 1-33,4-1 1,2 0 0,0-1 0,-4 1-820,9-2 1,-2 0 1162,-2 0 0,2 0 0,-6-1 529,-10-1 0,-5 2 0,6 0 0,1 4 0</inkml:trace>
  <inkml:trace contextRef="#ctx0" brushRef="#br0" timeOffset="109578">4011 4970 9871,'9'-2'720,"-4"0"-540,0 1 0,-5 1 1529,4-8-1529,-4 7 3096,2-5-616,5 11-2570,-2-3 90,6 1 450,4-3-540,-4-1 629,25-2-719,-21 2 90,14-3 270,-10 1-360,-9-1 450,13-4-450,-15 4 90,5 0 0,-4 2-90,1 0 0,2 2 90,-2-1-45,15-3 0,1 1-45,-7 1 0,7-2 0,-2 0 0,-15 3 0,18-3 0,-11 3 0,15-1 0,-13 2 0,-3 0 0,4 0 0,16 1 0,-15-2 0,7 0 0,-1 0 0,-9 0 0,14-1 0,-18 2 0,31-3 0,-20 3 0,24-3 0,-20 3 0,-7 0 0,5 0 0,-8 0 0,27 0 0,-22 2 0,22-1 0,-21 3 0,-3-3 0,6 3 0,10-3-3277,-3 0 3162,13 0 115,-18-1-293,-4 0 293,-7 0 0,-1 0 0,1 2 0,8 0 0,1 0-2171,-1 2 2171,1-1 0,-1 0 0,-8-1 0,2 1 189,0-2-189,1 1 0,0-2 0,26 4-688,-24-4 688,20 3 1924,-25-1-1924,-4-1 2878,4 3-2878,-6-1-90,26 0 90,-18 0 12,20 1-12,-18-2 0,-5-1 1541,6 1-1541,-5-1 0,5 3 0,1 1 0,0-2 0,22 6 0,-24-9 0,1 0 0,1 0 0,23 0-1223,-27 0 1223,21 0-225,-23 1 225,-3 1 0,4 0 0,-6 1-90,2-2-2273,-2 0 2453,7-1-90,-4 0 0,5 0 0,6-1 0,-4 1 124,8-1-124,-8 1 56,-1 0 34,7-2 0,0-1 0,1 1-90,-1-1 0,-1 0 0,-1-1 0,-7 3 90,6-1-90,-9 2 180,28-4-90,-21 3 0,20-2 0,-29 2 0,1 1 0,1-3 2485,2 3-2485,1-1 135,7-2 0,2 0-1072,0 0 892,-2-1 0,1 0 224,1-4-89,-7 3-90,7-1 526,-9 1-481,5 1 0,1 1-135,2-3 45,-3 2 0,0 0 45,11-6 266,-14 4-356,15-3 135,-9 1 0,-1 2-45,4-2-45,3 0 0,0 0-2160,-9 3 2205,7-2-90,-9 2 0,-1-1 134,3 1 1,1-1-45,2-1 387,-4 1 1,1 1-388,1-2 0,-5 2 0,4 0-90,-7 0 90,-1 2 0,24-7-902,-16 5 812,17-3 0,-22 6 0,11-2 2104,3 0-2104,2 0 0,-3 0 0,-1-1-732,0 1 732,-5 0 0,0 0 697,13-1-607,-16 2-90,12-1 0,-11 1 0,-1 2 0,1 0 0,-4 1 0,-6 0 0,7 0 0,-5 0 0,4 0 0,-6 0 0,2 0 0,25 2 70,-17-1-70,18 3 0,-24-1 378,6-1-378,-6 1 0,5-1 0,-7 1 0,18 2 0,-15-1 0,16 3 0,-20-3 0,23 3 0,4 1-1080,-9-2 1080,7 1 0,0 0 0,-16-4 207,-6 0-207,5 1 197,-7-2-197,-1 1 0,23 5-1208,-14-5 1208,17 6 708,-12-6-708,-7 0 0,8 1 0,-10-2-90,2 1 135,1-2 0,2 1-42,2 0-3,-4-1 0,1 0 0,12 0 0,-13 1 0,12-1 0,-17 1 0,8-2 0,1-1 0,2 2 663,-1-1 0,-1-1-663,-6 1-45,22 0 0,4 0-2855,-7 0 2900,6 0 0,-2 1 0,-20 1-1600,11 1 1600,-7 0-692,9-1 692,-5 0 0,0-1-1387,6-1 1387,-5 1 0,-1 0 1171,-3 1-1171,0-1 1442,0 1-1442,0 0 0,2-1 0,-2 0 0,10 0 0,1 0-474,0 1 474,-1 0 0,-1 0 0,1 0 1839,-11 1-1839,11-2 0,-14 0 45,14-1 0,2 0-1066,1 0 1021,0 1 0,-1-1 0,1 0-242,-10 3 242,9-2 0,-14 2 1517,1-1-1517,3-1 0,0 1-1909,5-1 1909,2 0 0,-2-1 1124,-6 0-1124,9 0 0,-13 0 0,0 0 0,8-1 0,2 0-913,0-1 913,-1 1 0,0 0-1737,0 0 1737,-8-1 1827,8 2-1827,-11-1 0,10 0 0,1 0-511,1 0 511,-1 0 0,0 1 0,0 3 0,-9-1 0,8 2 0,-11-3 752,0 2-752,5-2 0,0 1 0,3 1 0,-2 0 0,-1-1 0,-4 1 90,0-2-90,0 0 0,1-1 2500,0 0-2545,19 0 0,2 0-2525,-2 0 2570,3-1 0,-3 1 0,-16 0 524,0-1-524,-2 1 90,1 0-90,-2 0-45,4 0 0,1 0 45,3 0 0,-5 0 0,1 0 492,5 0-492,-8 0 30,3 0 0,6 0 0,-4 1-1306,8-1 1276,4 0 0,0 1-90,-9-1 1406,-8 0-1316,8 0 332,-10-1-332,-1 0 0,2 0 0,2 1-568,2 1 568,-5-1 0,1 1 0,5 0 1270,-8-1-1270,7 0 1296,-10 0-1296,5 1 0,1 1-2885,0 0 2929,4 1 1,-2-1 526,-8 1-571,6-1 0,-6 0 0,-2 1 0,0 0 89,24 2-89,-17-1 396,18 2-396,-14-3 0,-7 0 0,13 2 0,0 0-1057,-8-1 1057,2 1 0,-2-2 2637,-11 0-2637,-6-2 70,4 2-70,-5-1 0,1 1 0,14 0 0,-8-1 0,11 0 90,-3-2-90,-6 1 1629,9-1-1539,-9 2 180,28-2-180,-23 0 350,20 0-260,-24 0-90,-5 0 0,4 0 0,-4 0 0,0 0-3212,10 0 3302,-5 0-180,8 0-80,-7 0 80,-1 0 0,4 0 0,-7 0 0,2 0 0,-8 0 0,8 0 0,-11 0 1575,7 0-1575,-12 0-1521,0-2-457,-9 3-1171,-4-5 91,-11 1 1419,-21-2 1,-6 0 1228,20 3 0,-1 0 1,-6 0-1,-5 0 1,4 1-1,6 2 0,0 0 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08T02:04:52.730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18905 1932 7083,'4'9'2249,"-1"-1"-1979,0-2 449,3 5-629,-3-6 360,3 3-270,-5-7 719,0-1 360,-4-6-1079,2 4 90,-2-5 450,3 3-540,0 2 449,2-5-269,0 2 809,6-9-899,-4 8 90,6-7 719,24-7-989,-16 12-90,21-10 0,0 14-90,-16 2-789,18 0 699,-21 2-180,-1 1-1449,8 5 999,-11 0 1,4 5-2468,-19 1 0,-6-5 2779,-9 6 0,-6-6 0,-2 2 0</inkml:trace>
  <inkml:trace contextRef="#ctx0" brushRef="#br0" timeOffset="301">18947 2153 7083,'-4'12'3276,"1"-1"-2145,0-3-411,1-3-90,0-3 359,1 0-89,0-6-631,1 2 91,0-2-90,1 1-90,3 2 180,2 0-270,1 1 90,2 1-90,1 0-90,4 2 90,11 0-90,-4 0 0,9 1-90,8 0-90,-11-1-315,0 2 0,-1 1-44,-5 0-91,9 3-989,-14-1 360,-5-5-1,-1 0-1258,-9-11 1438,-4 3 1080,1-7 0,-1 6 0,3 0 0</inkml:trace>
  <inkml:trace contextRef="#ctx0" brushRef="#br0" timeOffset="1268">19910 1773 7263,'8'2'2878,"0"1"-2608,-2-2 90,0-1 269,-5-3-359,-1 1 90,-1-3 630,-4-6-721,1 4 1,-2-8-90,-1 8 0,1-2 90,-1 2 90,-5-4-180,3 3-1,-3-1-89,5 4 90,-8 0-90,4 2-90,-7 2 0,-5 7 90,5 1-90,-8 4 0,9 0-3237,1 2 3237,-5 7 0,8-3-40,-2 6 40,9-8 0,-1 1 0,4 6 0,1-6 0,4 6 0,3-7 0,2 0 0,3 0 0,3-1 0,0 0 0,10 4 0,-5-3 0,3-1 0,-1 1 0,1 0 3276,10 8-3244,-15-10-32,-6-3 59,1 2-59,-4-4 0,-3-1 0,1-1 90,-5 0-90,-1-3 0,-3 1-180,-4-1 180,-1-2-90,-2 1-180,-1 3 91,4-2-1,-2 2-450,1-12-1523,4-1 1793,-1-8 90,7 4-90,3-2 0,5-1 1,1-1-271,20-21 540,-9 14 45,-5 4 0,2 0-45,11-7 0,-8 7-1418,5-2 1598,-9 7-594,-4 3 594,3-4 0,-5 7 0,0-2 0,-5 8 90,-1 1 3096,1 8-2600,-3 1 257,1 9-573,-7 10-270,2-2-535,-3 15 625,-1 7-1199,1-8 1019,-2 7 0,0-7 0,2-14-90,-1 7-89,3-6-91,0-8-90,1 1-630,1-11-510,0-6 330,-2-15-898,-3-16 2068,0-4 0,-2-9 0,4 11 0</inkml:trace>
  <inkml:trace contextRef="#ctx0" brushRef="#br0" timeOffset="1401">20038 1643 9332,'5'0'1889,"-2"-2"-1620,-1 0-179,-2-1-180,0 0 0,1 1-89,0 2-181,2 2-360,-1 0-179,-1-1-91,2-1 1,-2-1-1</inkml:trace>
  <inkml:trace contextRef="#ctx0" brushRef="#br0" timeOffset="1777">20190 1868 7713,'0'13'2698,"1"0"-2248,-2-2-90,1-2-91,1 0-89,1-1 180,1 7-180,0-2-90,1 8 135,-2 3 0,-1 1-430,1 1 295,0 22 90,-2-33-90,0-4 89,0 0-89,0-4 0,0-1 450,0-5 25,0-1-205,-1-6-181,0-4-89,-2-2-90,1-4 0,-1 4 90,1-3-90,0 0 0,1-5 0,1 5 0,0-2 0,1 4 0,1 4 0,0-1-90,1 4 90,-2 1 0,1 2 0,1 4 0,1 3 0,1 1 0,4 8 0,-3-2 90,5 5-180,-2 4 0,-1-4 1,1 7-631,1 1 180,-3-5-269,4 5-451,-5-10-1348,-1-8 1259,-3-6 1349,0-6 0,-2 0 0,0 0 0</inkml:trace>
  <inkml:trace contextRef="#ctx0" brushRef="#br0" timeOffset="2986">20728 1890 7713,'0'6'3058,"0"-1"-899,0-2-1890,-1-9 181,3 0-270,-2-4-90,5 3 90,3-2-90,0 1 90,6-2 90,5 0-180,-2 5 0,6 0 179,11 5-3075,-12 0 2896,12 0 0,-18 1 40,-1 0-41,-1 3 181,-6 7-180,-3 0 0,-4 6 0,-5 5-90,0-4 90,-7 9 0,-3-8 0,-3 0-457,-4 4 367,0-1 0,1-1 0,2-4 0,-3 3 48,11-10-48,3-1 90,2-3-90,1-1 0,2-1 0,-1-3 3266,2 1-3266,3-1 0,2 0 0,17 2 0,-7-2 0,12 0-90,-1-3-90,-6 0 0,5-1-360,-1 0 90,-8 1 91,6 0-181,-9 1-450,6 1 541,-5 0-1,3-1-719,-3-3 809,-7 1-450,4-4 271,-7 3-1,1-3 0,-1-2-89,1-1 89,1-4 90,0 1-269,4-9 629,-2 5 180,2-4 89,-1 7 181,-1 0 90,1 2 180,-1 0-1,1 1 389,4-3-479,-5 1-89,4-1-90,-7 3-90,-1 2 90,0 0 629,3-2-629,-3 4-90,2-2 421,-4 4-421,-2 2-90,0 2 270,0 5-270,1 2 0,1 5-1,2 7-89,1-2-90,1 9 90,3 9-180,-3-11 0,4 19 0,-6-24-89,2 5-181,-4-6 0,1-6 90,-1 2-449,-1-5 179,-2-3-90,0-3-179,-2-3-181,-1-5-2248,-13-23-39,6 8 3023,-8-17 1,11 17-1,2 0 1</inkml:trace>
  <inkml:trace contextRef="#ctx0" brushRef="#br0" timeOffset="3300">21115 1773 8972,'3'6'2159,"-1"0"-1979,1-3 89,-1-1-89,2-1 180,3 3-270,1-3 0,3 3 90,13 0-90,-9-2 0,20 3-90,-16-5 0,2-1 0,-7-4 90,-2-2-90,-1 2 0,0 0 0,-3 3 0,-1 0 90,-2 2 180,-3-1-181,-1 2 181,-4 9-180,2 0 90,-4 27-180,4-14 90,-1 16-90,3-6-3277,3 5 3252,1-2-506,2-1 531,1-12 0,-1-3-90,0 0 1,-1-4-91,-1-1 0,0-1-180,0-3-809,3 1 3308,-1-6-3218,2-4-466,-2-18 465,-3-3 260,2-11 1,-2 4 0,1-2 0</inkml:trace>
  <inkml:trace contextRef="#ctx0" brushRef="#br0" timeOffset="3807">21775 1578 8162,'3'-4'2969,"-2"-1"-2340,-2-1-179,-3-3 989,-6-10-1079,2 7 450,-8-11-451,7 15 91,-3-1 540,-8 6-721,6 3 721,-23 18-630,21-1-181,-11 14 271,9 9-2056,6-7 1606,3-10 0,1 2 180,1 5 0,2 0-180,0-5 0,1 0 45,-1 9 0,1 2 45,1 3 0,1 2-1475,0 4 0,0 0 1385,1 1 0,-1-1-572,2-1 0,-1-2 572,1-13 0,0-1 0,1-1 0,-1 1 0,3 17 0,0 0 0,0-18 0,-1 0-45,2 12 0,-1-1-83,2 5-52,-3-15-90,0 7-1079,-3-10-540,-3-2 899,0-4 955,-2-10-1404,1-10-1838,-15-23 1247,8 6 2046,-9-17 1,11 15-1,3-1 1</inkml:trace>
  <inkml:trace contextRef="#ctx0" brushRef="#br0" timeOffset="4036">21378 2043 7982,'-3'3'3276,"8"-4"-1784,0-2-1402,12-3 0,-4 5-90,6-1 0,-3 2 0,2 0-90,0 0-1375,9 2 1105,-6-1 90,4 4-90,-9-1-179,-2 2-1080,4 1 629,-7-2 1,1-2 989,-5-4 0,-2 0 0,1-3 0</inkml:trace>
  <inkml:trace contextRef="#ctx0" brushRef="#br0" timeOffset="4401">21700 2100 7173,'0'6'2788,"0"-1"-1708,0 0-721,0-3 1890,0 0-2159,-2-2 0,-3 6-90,0-1 0,-3 8 0,3 10-3277,3-7 3162,-1 9 115,3-14 0,0 0 0,2-2 0,-1 0 0,4-2 0,-1-2 0,12-4 0,-6-4 3276,6-6-3160,-4-7-116,-5 2 0,2-5 90,-4-4-90,-4 5 0,1-6 0,-3 7 90,0 0-90,-3 3 0,0 3-180,-7 0 0,3 7-90,-5-1-719,3 10 89,4-2-269,-2 1-1260,2-10 1350,2 0 1079,0-4 0,7 6 0,2 2 0</inkml:trace>
  <inkml:trace contextRef="#ctx0" brushRef="#br0" timeOffset="5151">22053 1705 7803,'7'-4'2428,"-2"1"-1888,-2-2-180,-1-2 89,1 1-179,-1 0 360,1-5-270,-2 5 89,0-3-269,-1 5 90,0 0-90,0 0 0,0 2 180,-1-2-270,0 4 90,-2 1 179,0 9-179,-1-1 90,-1 7 90,-2 10-270,1-2-718,-1 11 718,2-5 90,-2 17-180,1-9 0,2-14 0,1 1 45,1 1 0,1-1-45,0 12 0,2-12 0,1 0 0,4 18 0,0-11-90,3 8-180,2-10 90,-3-8 0,4 3-498,-1-7 229,-1-4 89,2 0-900,0-5-718,1-9-744,-3-2 294,1-21 1348,-9 5 985,2-11 0,-2 7 0,0 1 1</inkml:trace>
  <inkml:trace contextRef="#ctx0" brushRef="#br0" timeOffset="5378">21870 1925 7083,'4'8'3058,"1"-2"-2518,3-2-90,2-3-270,3-1 89,15-5-269,-3 0-135,0-1 1,1 0-406,7-3-360,12-3-629,-20 1 0,0-2 709,11-3 1,4-6 0,-20 15 0</inkml:trace>
  <inkml:trace contextRef="#ctx0" brushRef="#br0" timeOffset="6132">19840 2673 7083,'2'8'2878,"1"0"-1798,2-1-810,-1-3-91,3 1 271,7-1-270,2-2 135,14 0 0,4 0-135,12-1-650,-7 0 0,4 0 560,4-1 0,-1 0-1385,-8-1 1,0 2 1324,-3-1 0,1 0 0,2 1 0,4 0 0,1 0 0,-2 0-30,-6 1 0,-2-1 0,2 0 0,9 1 0,3 1 0,1-1 0,-11-1 0,1 0 0,0 0 0,1 1-541,3-2 0,1 1 0,-1 0 0,1-1 518,0 1 1,0 0 0,0-1-1,0 1-362,-2-2 1,1 1 0,-2 0 0,-2-1 354,1 1 0,-4 0 1,1-1-31,0 0 0,0 0 0,0 1-250,-1-1 1,-1 0 0,1 0 189,-2 0 0,1 0 1,-1-1-61,15 1 0,-1-1-90,-2-1 0,-1-1-135,-3 2 1,1-2-336,-8 0 1,1 0-1,-3-1 497,4 0 0,-1-1 243,5-2 0,-1 0 0,3-4 0,-7-1 0,-3 1 0</inkml:trace>
  <inkml:trace contextRef="#ctx0" brushRef="#br0" timeOffset="9217">22676 3120 7443,'-6'-7'3058,"-1"-1"-2518,-1 1-1,-1 0-179,-1 1 0,0 1 629,-15 0-899,10 4 90,-16 8-90,17 3 90,-13 28-90,14-11-607,4 3 1,1 13-1,-1 6 1,1-1 0,2-10 516,0 3 0,1 0 15,1-6 0,0 9 0,-1 4 0,1-1 0,1-5 0,1-8-609,2-2 1,1-4 593,1 18 0,0-3 0,1 0-90,-1-6-610,-2-2 0,-1-1 250,0-4-1964,-14 15 1154,3-47-1168,-16-21 1348,12 2 1478,-6-13 1,7 8-1,0-2 1</inkml:trace>
  <inkml:trace contextRef="#ctx0" brushRef="#br0" timeOffset="9617">22253 3620 7982,'16'-2'3276,"-3"-1"-2594,-3 1-3959,4-4 1288,-1 1 1989,5-3 1380,-3 2-1470,11-5 0,-5 2 455,8 0-545,-10 3-90,6 2 90,-8 2-2196,7 6 2286,-14 1 1,0 3 2044,-6-2-2045,0 3 90,-3-1 0,-1 3 460,-3 2-460,1-3 3276,-2 5-2890,0 2-296,2-2 0,-2 5 269,0 1-179,2-4-90,-2 5 90,2-7 90,-2 5-180,1-6 0,1 4-90,1-9 180,1 0-180,0-3 90,0 0-90,1-2 180,10-6-90,2-6-2751,5-5 2751,-1-11-90,-7 6-180,0-7 270,-7 6-90,-1-1 0,-4 1 90,-1-5-90,-1 7-90,-4-2-450,-1 5-179,2 3-1530,-6-7-657,6 4 1827,0 1 1120,4 4 0,6 8 1,2 3-1</inkml:trace>
  <inkml:trace contextRef="#ctx0" brushRef="#br0" timeOffset="10969">22936 3535 10321,'0'5'1259,"1"0"-989,0-2 0,2-2-90,-1 0 0,1-1 90,-1 1-180,1 1 90,-1 0-180,1 0 90,-1 0-90,1-1 89,-1-1-89,1 0 0,0-1 0,8 1 0,-2-2 0,6 2-89,2 0-1,-3 0 0,4 0-180,-4 0-360,4 0 180,-3-1-179,2 0-271,-6 0 900,0-2 0,-5 3 0,0-1 0</inkml:trace>
  <inkml:trace contextRef="#ctx0" brushRef="#br0" timeOffset="11191">22971 3725 7803,'1'5'3276,"4"0"-2685,-1-2-501,2-2 0,-1 0 0,2-2-90,0 1 0,4-3-90,2 2 0,-2 0 0,4-2-539,1 0-2648,3-4 643,0-1 1645,-1-2-99,-5 0 1088,-1-2 0,0 3 0,-1 0 0</inkml:trace>
  <inkml:trace contextRef="#ctx0" brushRef="#br0" timeOffset="26528">23708 3060 7982,'0'4'1799,"0"0"-1259,0-4 180,4 2-630,-3-2 179,3 4-179,-3-4 90,2 1-90,-1-1 270,4 3-270,-4-1 0,4 4 90,-5-2 0,2 2-90,-1 1 90,0 1 359,-2 25-539,-1-15 90,1 6 0,-1 1 0,1-9-90,0 10 90,0-13 90,6 28-180,-2-20 0,-1 6 0,1-1 0,-2-9 0,0 8 0,0-13-90,4 15-90,-4-14-90,2 10-719,-4-21-1,0-3-2287,-4-11 0,1-2 0,-5-6 3105,4 2 1,0 2-1,0 0 1</inkml:trace>
  <inkml:trace contextRef="#ctx0" brushRef="#br0" timeOffset="27139">23418 3698 6993,'4'4'3276,"1"-1"-1965,-2-2-861,1-1 270,0 2-450,0-4-1,0 1 181,2 0-270,-2 0 0,3 1 0,-2 1 0,1 0 0,2 2 0,2-1 269,12 1-179,-1-2-90,13 0-45,-9-1 0,0 0-3167,20-1 3077,-15 0 0,3 1 0,5-3 0,0 0-45,-9 0 0,2 1 45,10-1 0,1-1-1179,-12 1 0,0 1 1134,0 0 0,2-1-789,12-1 1,-1 1 788,-10 1 0,-1-1-108,8 0 1,-1 1 62,-14 0 0,-2 1-135,7 0 0,0 0 0,13-1 461,-18 3 1,-1 1-732,4 4-630,3 7 541,-10-6-451,-1 1 444,-17-8-803,-6 1 2994,-10 1-1645,-12 4 0,3 1 0,-8 2 0</inkml:trace>
  <inkml:trace contextRef="#ctx0" brushRef="#br0" timeOffset="27789">23793 3975 6993,'3'-9'3276,"-1"1"-1695,2-1-1131,-1 2 360,0-2-541,0 4-89,-2 0 180,3 3-180,-4 2 90,3 3 180,0 6-181,0 1-89,0 6 360,1 8-360,-1-4 0,0 11 270,-1 8-3727,-1-6 3354,-1-1 0,0 1-595,0 9 563,0-13 0,1 0-45,-1 13 0,2-13 0,0 2-90,-1 14 45,1-18 0,0 1-405,0 0 0,1-1-89,0 4-91,1 12-180,-2-29-89,-1-5-2378,-6-13 1157,1-3 951,-5-12 1169,3 0 0,0 2 0,1-2 0</inkml:trace>
  <inkml:trace contextRef="#ctx0" brushRef="#br0" timeOffset="28188">23538 4015 7713,'-4'-5'3276,"0"-4"-796,2 0-2030,0-1 450,2 2-541,1 4 1,0-1 90,7 1-270,2 3 0,7-1 90,16-1-270,-2 2 89,15-2-89,-16 2 0,0 1-523,-6-1 1,1 1 477,8 0 0,2 0-225,0-1 1,0 1 89,-9 0 0,1 0-135,6-1 0,1 0-360,-4 0 1,-1 0-136,14-2-829,-4 3 1,-2 0-1639,-7 2 0,11 3 3174,-34-1 1,-4 3 0,-1-1 0</inkml:trace>
  <inkml:trace contextRef="#ctx0" brushRef="#br0" timeOffset="29139">24093 4400 11490,'-3'-1'360,"-2"0"-270,2 1 90,-1 4-180,2-1 90,-1 5 90,-2 1-90,0-3-90,-1 5 90,2-5 0,1 2-90,-2 2 90,1-1-90,-1 2 0,2-4 0,0 4 0,0-4 90,1 7-90,0-9 0,4 6 0,-2-7-90,2 2 90,1-5 0,-1 0 90,4-1-90,-3 1 0,4-1 0,-3 2 0,2-2 0,-1-2 0,0 2 0,0-2 0,0 1 90,0-2-90,0 1-2527,5-4 2527,-3 1 0,4-2 0,-4 2 0,1-1 0,-1-1 0,-3 0 0,-3 0 2527,-3-1-2437,1 0-90,4 1 0,1-1 0,4 2 0,-2-1 0,-1 1 0,-1-2 0,-1 1 0,0 0 0,-2 1 90,2-1-90,-3 2 89,1-2 1,-1 5-90,0-2 180,-2 0-90,0 2 0,-2-2 0,0 2 0,0 0-90,-3 0 0,-2 2 0,2-1 0,-5 2 0,-1 0 0,1 0 0,-2 1 0,-1 0-180,5 1 0,-3 2-989,3 0 90,0-4-181,-1 0-1258,0-1 1348,6-1 1170,0 4 0,5 0 0,0 2 0</inkml:trace>
  <inkml:trace contextRef="#ctx0" brushRef="#br0" timeOffset="62682">18532 6180 8792,'-4'-5'2339,"1"0"-1980,0 1 1,1 1-90,-1 0-90,2 0 90,0 1 270,1 1-1,-4-2-449,2 3 540,18-4-540,-6 1 0,17-3-90,-12-1 90,24-11-90,-17 6 45,1-1 0,-1-1-45,-4 2 0,15-19 0,-16 13 0,8-10 90,-9-9-90,-11 18 89,3-14-89,-12 26 90,-11-1-90,3 8 90,-11-1-90,7 7 180,-4 7 0,-1 2 0,-2 2-135,2-1 0,2 3 405,-6 20-360,11-13 0,-4 16 0,15-11-1105,4-7 1015,3 6 90,3-12-225,11 1 0,2-2-45,4 0 45,-1-2 0,1-1-764,15-7 89,-10-3 1,11 0-2468,-1-13 1067,-16 1 1041,5-7 1169,-21 3 0,-3 2 0,0-1 0</inkml:trace>
  <inkml:trace contextRef="#ctx0" brushRef="#br0" timeOffset="63241">18865 5563 8342,'-7'-11'3276,"1"1"-2054,2 8-952,2-2 89,1 2-269,2-1 0,0 1-90,6 2 90,0 1-90,5 2 0,9 0 0,-4 1 0,7 1-450,9 3-1207,-4-2 1027,7 0-449,-10-3-2198,-9-5 1844,-7 2 1433,-4-1 0,-6 1 0,0 0 0</inkml:trace>
  <inkml:trace contextRef="#ctx0" brushRef="#br0" timeOffset="65376">19182 5423 7892,'7'0'2159,"-2"-2"-1889,-3 1 0,-1 0 1799,-1 0-1979,1 6 0,1 0 90,0 5 449,6 7-449,-4-4 0,4 10 0,-6-5 180,-1 13-270,-2-6 0,-2 3 0,-1 1-1,0 1-89,-4 14 0,3-15 90,1-9-90,-2 3-90,2-11-449,-2 4 89,3-11-90,-2 3-1978,3-23 89,-5-4-848,0-7 1442,-5 1 1835,3 4 0,1-1 0,3 1 0</inkml:trace>
  <inkml:trace contextRef="#ctx0" brushRef="#br0" timeOffset="65575">19225 5223 7623,'1'-13'3276,"0"2"-2595,-1 0-231,0 2-90,0 1 0,0 1-360,0 3 0,1-1-900,4 5 361,1 1-361,1 4-179,-2 3-1,-2-1 1,-2 3 1079,1 7 0,1-2 0,2 7 0</inkml:trace>
  <inkml:trace contextRef="#ctx0" brushRef="#br0" timeOffset="66157">19365 5418 6813,'5'-16'3276,"-1"2"-2414,-3-2-682,-1 7 89,0-4 1,-1 8-90,-1 0 0,0 1 0,-1 1 0,1-1-90,0 2 90,0 0-90,0 4 0,-1 1-90,-1 3 90,1 5-90,0 0 0,-1 5 90,1 5-90,0-2 90,-1 7-90,3 5 0,1-7 0,1 9 0,4-3 0,-1-8-3277,6 10 3162,-3-17 115,6 4-1494,-5-11 1494,7-3 0,-5-5 0,3-5 0,-3-3 0,-1-2 0,0-2 0,1-12 0,-3 3 90,0-8-90,-5-3 2652,-1 7-2652,-1-7-367,-2 4 367,1 9-90,-3-4-180,0 7 90,2 7-179,-2-2-811,0 6 271,0 2-181,-3 2 1522,-8 3-1431,0 0 989,-3 1 0,7 0 0,2 1 0</inkml:trace>
  <inkml:trace contextRef="#ctx0" brushRef="#br0" timeOffset="66360">19345 5515 8342,'4'1'2879,"0"-2"-2520,-1 0-179,2-2 180,2 2-270,1 1-90,3 0 0,1-1-90,7-2-90,-4 1-180,7-1-359,-7 1-271,-2 2-89,-2-4-1080,-4 2 2159,-3-1 0,1 4 0,-3 3 0</inkml:trace>
  <inkml:trace contextRef="#ctx0" brushRef="#br0" timeOffset="67040">19535 6015 7803,'5'-2'2338,"1"0"-2068,0 1-90,5 1-180,0 0 90,2 0-90,3 0 0,-3 1 0,9 2 0,-8-1 0,4 2-180,-1 0-360,0-2 1,0 1-991,-4-2 721,-8-1-1,-3-2 810,-4-1 0,0 0 0,0 1 0</inkml:trace>
  <inkml:trace contextRef="#ctx0" brushRef="#br0" timeOffset="67312">19560 6128 10951,'3'-1'1079,"0"0"-809,4-7-180,0 3 0,11-4 90,0 9-180,0-1-3277,0 6 2982,-5-3 115,-1 2-90,0-2-270,-1 2-359,-2-1-180,-3-1-1170,-2-1 1259,-3 1 1809,-1-2 0,1 3 0,0 1 0</inkml:trace>
  <inkml:trace contextRef="#ctx0" brushRef="#br0" timeOffset="68272">20175 5813 7982,'-6'1'2069,"1"0"-1709,0-1-270,2 0 180,-5 3-180,3 0 0,-4 4 0,-1 2 0,2-2-90,-3 4 180,0 1-180,4-2 269,-9 13-179,9-9 0,-6 8 0,5 0 0,1-4-90,-1 7 0,3-6 0,0 8-2952,2-7 2952,2 11 0,3-14 0,2 2 0,4-7-90,-1-5 90,4-1 0,2-6 0,0-3 0,3-2 2952,2-5-2952,-4 0 0,7-9-3277,-9 8 3162,1-5 115,-4 6 0,-3 1 0,-1 1 0,-1 1 0,-1 1 90,-1 0-90,-1 2 3276,-1 0-3160,-2 11-26,-1-1-90,0 9 0,1-5 0,1 2-90,0 5 90,1-3 0,3 10 0,1-12-90,5 5 90,-1-7 0,2 2 0,-2-3 0,2-1 0,-2-7 0,-2-3 0,4-10-90,-6 0 90,1-6 0,-4 5-90,-2-2 90,-5-7-1524,0 6 1524,-3-4-90,1 9 0,1 1 0,-1 1-89,1 4-91,0 0 0,1 4 1254,2 1-2603,-2 3 720,2 0-810,0 1 1709,2-3 0,3 1 0,1 1 0</inkml:trace>
  <inkml:trace contextRef="#ctx0" brushRef="#br0" timeOffset="68558">20350 6080 7533,'2'-6'3276,"-4"-2"-2595,-2 4-411,-2 1 90,-3 2-270,3 5 0,-4 0 0,6 5-90,1-2 0,0-2 0,2-1 0,3 0 0,0 0 0,10 10 0,-4-6 0,12 9 0,-8-7-90,3 1 90,-8-2-90,-1-1 0,-5-2 90,0 0-90,-2-3 90,-4 1-90,-2 1 90,-7 1-180,-26 8-777,12-3 912,5-3 0,0-1-135,-2 2-90,2-3-905,0 2 365,8-5-89,1 0 899,12-16 0,6 4 0,5-11 0</inkml:trace>
  <inkml:trace contextRef="#ctx0" brushRef="#br0" timeOffset="69410">20628 5893 8342,'4'-3'1709,"-1"0"-1439,0 1 450,-2 0-540,0-1-1,-1 1 181,0 0-180,-1 7-90,0-1 0,-2 7 0,0 6-90,0-3 90,-2 8 0,-1 3-90,2-4-3277,-5 15 3162,6-14-2063,2 13 2178,3-16-143,4 4 143,0-8 0,3-5 0,4 2 0,-1-7 0,11-3 0,-8-6 0,6-5 0,-6-1 0,4-10 0,-5 2 0,2-9 90,-8-5 1537,-4 6-1537,-1-8 2444,-7 1-2534,-1 11-180,-3-6-89,-5 9 89,3 5 96,-4 0-1265,1 4 360,4 3-1,-3 1-64,-3 3 1054,3 2 0,-5 2 0,7 1 0</inkml:trace>
  <inkml:trace contextRef="#ctx0" brushRef="#br0" timeOffset="69606">20548 6093 7623,'7'1'2788,"1"-1"-2338,0-1-90,1-3-91,2 0-89,2-1-90,1-1 90,10-4-180,-6 2-90,7-2-449,-1 3-1,-6 3-2339,9-3 1890,-18 5 90,1-1 899,-10 3 0,0 0 0,0 0 0</inkml:trace>
  <inkml:trace contextRef="#ctx0" brushRef="#br0" timeOffset="70284">21003 6063 10861,'8'1'629,"0"-1"-539,-1 0 0,10-1-3367,-2-1 1917,16 0 1360,-10-1 1101,6 0-1101,-9 0 0,-1 1 0,-1-1 764,-2 1-854,-2-1 90,-1 1-90,-2 0 2678,-1 1-3038,-1 1 365,-3 1-1534,0 3 809,-3-2-89,-2 2 899,-4-4 0,-1 2 0,-2-2 0</inkml:trace>
  <inkml:trace contextRef="#ctx0" brushRef="#br0" timeOffset="71085">21333 5955 8072,'-3'-2'2519,"1"-1"-2069,2 1-180,0 0 449,4 12-539,0 0-1397,3 11 1397,-1-1 0,0 5 89,5 22-179,-2-7-45,-4-12 0,0 0 135,3 15-90,-1-1 0,1 1-1282,-2-2 1282,0-1 0,-2-3-2535,-1-2 2535,-7 10-1784,1-13 1694,-5 6 279,2-16-369,0-4-90,0-3 609,-1-2-2408,-13-4 810,6-9 2268,-9-6-3258,4-22 2159,4 2 0,-6-12 0,6 8 0</inkml:trace>
  <inkml:trace contextRef="#ctx0" brushRef="#br0" timeOffset="71235">21318 5775 7457,'16'-27'2878,"-7"14"-5576,-1-16 1708,-11 23 173,-5 0 817,3 8 0,0 4 0,3 2 0</inkml:trace>
  <inkml:trace contextRef="#ctx0" brushRef="#br0" timeOffset="73553">21630 5753 7533,'4'-4'2338,"-1"-1"-2068,-3 2-90,-2 0 0,0 0 90,-3-2-180,1 3-90,-11-1 90,6 3-90,-9 1 0,1 2 90,3-1-90,-4 1 90,5-1 359,-18 3-359,14-1-90,-15 4 90,20-2-90,-4 1 0,5 0 0,-2 0 0,6-2 0,0 9 0,4-5 0,1 8-3277,6-3 3162,0-4 115,7 9-17,-2-9 106,4 5-89,10 3 0,-9-5 0,9 6-89,-5-5 89,-5-3 0,4 4 0,-6-3 3276,-4-3-3169,0 1-171,-4-2 64,-1-3-90,-1 1 90,-4-1-90,-3 1 90,-2 3-90,-1-2 90,-1 1-89,0-1-1,1 0-720,-7 8 450,11-11-89,-4 5-271,13-13-90,2-1 1,0-1-1,3-4 810,-1 0 0,1-2 0,0-1 0</inkml:trace>
  <inkml:trace contextRef="#ctx0" brushRef="#br0" timeOffset="73743">21615 5953 7083,'7'-3'2339,"-1"1"-1890,-1-1-89,-1 1-90,-1-1-90,0 2 180,1 1-180,-3 2 269,1 11-359,-3-4 0,0 9 0,-3 1-90,2-4-90,-2 5-90,0-3-90,2-5-1169,-4 7 540,2-11-1,-3-1-989,0-12 1069,2-2 1,-1-4 0,2 1 0</inkml:trace>
  <inkml:trace contextRef="#ctx0" brushRef="#br0" timeOffset="73850">21613 5845 7982,'5'0'-90,"1"0"-539,-4 0 389,0 0 0,-2 0 0</inkml:trace>
  <inkml:trace contextRef="#ctx0" brushRef="#br0" timeOffset="74237">21670 5980 6903,'3'9'2249,"-1"-2"-1799,0 0 89,0 2-2110,-2-2 1751,3 7 431,-3-5-431,4 8-180,-2-8 363,3 4-274,-6-5 1,1-4 90,-3 1 778,2-4-419,1 0-449,2-4 0,0 0 0,3-7-90,-3 2 0,3-3 0,-1 0 0,2-2 0,2 0 0,0-2 0,2 0 0,5-7 0,-4 6 0,3-3 0,-1 5 90,-4 5 0,9-3-90,-9 10 180,7 6-180,-10 2 90,1 6-90,-5-3 0,1 1 0,-1 0-90,0 6 0,-1-4-90,0 5-270,-1-1-179,-1-1-2648,0 0 2082,-3-3 386,3-5-91,-3 1 1,3-3-1,-2-2 900,2-1 0,4-2 0,1 0 0</inkml:trace>
  <inkml:trace contextRef="#ctx0" brushRef="#br0" timeOffset="74669">22093 5818 9242,'0'-7'1529,"0"2"-1259,0 5 89,-3 9-269,1-1 90,-2 8-90,3-4 90,0 10-180,-2-3 90,1 7-90,-2-5 0,3-1 0,1 1-2747,3 7 2747,2-8 0,3 5-489,11-10 489,-7-7 90,15-1-90,-13-10 0,4-1 90,-2-5 0,-4 0 0,1-4 2650,-4 2-2560,1-20-90,-4 8-90,-2-2 0,-1 0-737,-2-3 647,0-7-629,-4 6 179,0 12-180,-3-5-359,-1 12 0,0 0 89,-2 1 990,-7 3 0,4 3 0,-5 2 0</inkml:trace>
  <inkml:trace contextRef="#ctx0" brushRef="#br0" timeOffset="74834">22033 5965 7173,'21'2'3276,"0"-1"-2145,-4-8-861,14-1-270,-5 0-1950,11-2 1861,-10 1-181,-1-2-180,-1-1 155,-3-2-1774,-5-3 1080,-8 6 318,-5 0 671,-7 6 0,-3 5 0,0 0 0</inkml:trace>
  <inkml:trace contextRef="#ctx0" brushRef="#br0" timeOffset="76254">18642 7098 6993,'3'8'2788,"-1"0"-1888,2-1-630,-1-3-90,1 0 179,4-1-269,0-2 180,9-1-90,-4-3-1639,13-6 1639,-10-1 90,4-3-90,-6 1-1,-2 0 1,0 1 0,-1-3-90,-1 0 0,-1-1 90,4-13-180,-6 9 1729,3-13-1729,-13 18 0,-2-2 90,-8 5-90,8 5 0,-2 0 0,-1 9 0,1 1 0,-15 13 0,8-3 0,-4 6 90,0 3-90,4-4 90,-2 6 0,5 0 90,5 2-3457,1 1 3252,5-2 25,4-9 77,1 0-77,2-5 0,3-1 0,3-2 0,2-3-90,10-1 1,-3-3-271,7-4-540,5-5-1079,2-6 630,-4-1 90,-5-5-175,-18 5 354,-3-1 1080,-1 0 0,-2 3 0,0 0 0</inkml:trace>
  <inkml:trace contextRef="#ctx0" brushRef="#br0" timeOffset="76761">19060 6745 6993,'10'3'3276,"0"-1"-2864,-5-2 128,1 2-361,-1 1 1,1 2 0,-1 1-90,-1 2 180,0 6-180,-3-1 90,0 4-90,-1-5 90,0 1-90,-1-1 0,-1-1 0,-6 4-90,2-5 0,-2 0-180,0-2-90,4-4-630,-7-1-89,3-4-90,-4-3-1,-1-4-1079,-7-10 2159,5 1 0,-3-5 0,10 6 0</inkml:trace>
  <inkml:trace contextRef="#ctx0" brushRef="#br0" timeOffset="76905">19090 6605 7443,'11'-2'1799,"0"-1"-2789,4-4 271,-9 5-1,3-6-89,-9 5 809,0 0 0,3 0 0,-1 2 0</inkml:trace>
  <inkml:trace contextRef="#ctx0" brushRef="#br0" timeOffset="77238">19315 6665 11221,'-5'9'719,"-5"12"-629,4-7 0,-3 15-90,5-14 0,0 5 0,4 2 0,0-10 0,3 5 0,0-12 0,1-3 0,2 1 0,4-8 0,0-1 0,2-8 0,1-7 0,-3 2 0,1-5-90,-5-5 90,-3 8-90,-1-5-90,-4 5-3097,0 7 2623,-1-1 294,1 6-270,2 3-179,-2-2-181,0 3 91,1 1-1,0 2 900,1 2 0,0 0 0</inkml:trace>
  <inkml:trace contextRef="#ctx0" brushRef="#br0" timeOffset="77440">19277 6798 7533,'0'4'3276,"4"-3"-2055,-2-3-1131,2-3 0,0 2-90,9-7-90,-4 4-90,9-3-629,1 1-91,-3 3-89,3-2-1080,-8-2 1079,-4 3 170,0-1 1,-2 5 0,2 1 0</inkml:trace>
  <inkml:trace contextRef="#ctx0" brushRef="#br0" timeOffset="77858">19710 6903 7173,'-5'2'3276,"1"1"-1065,3-5-2211,9 2 0,-2-1 0,15 1-90,-7-1 0,6 1-360,0-1 90,-6 2-179,5-1-1170,-4 1 629,-7-1 607,-4-1 1,-11 1 0,-5-1 0</inkml:trace>
  <inkml:trace contextRef="#ctx0" brushRef="#br0" timeOffset="78006">19757 7010 7173,'5'4'2878,"0"-2"-2428,-1 0-90,1-4-180,1 1-180,3-1 0,5-1-90,2 1-90,4-2-1349,10-2 629,-6-3-89,5-2-1,-10-1 990,-1 2 0,2 4 0,2 1 0</inkml:trace>
  <inkml:trace contextRef="#ctx0" brushRef="#br0" timeOffset="78685">20318 6775 8522,'-7'-1'2069,"1"0"-1799,-1 1-90,-2 0 539,-14 3-539,8 0 0,-11 3 0,11-1 180,-7 6-180,4-3-90,-1 6 90,5 2-91,5-2-89,0 6-3277,4 9 3252,2-9-2153,2 16 2178,2-18 0,2 2 0,1-7 0,2-2 0,1-2-180,11 1 180,-5-6-270,21-4 270,-17-4-90,15-9 0,-17 4 2359,1-4-2269,-1 2 0,-6 1 0,1 0 3276,-5 1-3250,-1 4-26,0 1-90,-1 6 0,-2 0 90,1 3 0,-3-1 0,2 4 0,0-1 0,2 3-90,-1-3 90,2 1 0,0-1 0,1-1 0,-1-1 0,-1-1 90,-3-1-90,1-2 0,-1-4 0,2-4 0,-1-2 0,-3-4-1228,-1 4 1138,-3-1 0,1 2 0,0 2-90,0 0-90,1 1-809,3-4 449,3 3-179,3-2 238,3 1-239,-1 1 810,4-1 0,-2 3 0,1 1 0</inkml:trace>
  <inkml:trace contextRef="#ctx0" brushRef="#br0" timeOffset="78925">20490 6890 8072,'8'0'3276,"0"0"-2684,-5-1-322,1 0 90,-3-2-180,1 2-180,0 0 90,0 1-90,2 1 0,-1 0 0,0 4 0,0 0 0,-1 3 0,3 2 0,-1-1 0,2 2 0,1-1 0,-2-1 0,1 2 0,-6-3 0,-1-1 0,-4 0 0,-10 1 0,3-2-180,-17 5-90,12-7 90,-7 2-90,10-3-1079,-2-1 360,6-2-91,-2-2-989,2-7 2069,5 1 0,2-2 0,6 4 0</inkml:trace>
  <inkml:trace contextRef="#ctx0" brushRef="#br0" timeOffset="79894">20410 6948 6813,'18'-2'2699,"-4"2"-2250,9-1-359,-11 1 0,1 1 90,-5 1-90,-3 0 0,0 2-90,0 0 90,-1-1 0,0 4-90,-1-2 90,1 2 0,-3 0-90,0-1 90,-1 1-90,-1-2 90,-1 2-90,-1-1 0,-2 1-270,-1 1 90,0-2-180,0 1-1169,0-3 630,2-4-810,-2 0 1709,6-4 0,1 2 0,6-2 0</inkml:trace>
  <inkml:trace contextRef="#ctx0" brushRef="#br0" timeOffset="80295">21065 6750 8432,'-6'-1'2519,"-1"1"-2070,0 1 181,-4 6-450,3 0 90,-3 5 90,2 8-270,2-3 90,-2 10-91,3 3 1,3-5 0,0 6-90,5 3 90,0-12-90,1 7 0,1-16 0,0-5 90,1-6-90,3-6 0,-1-1 0,3-4 0,1-6 0,-3 1 0,1-7 0,-5-5 0,-3-4-2231,-2 0 2051,-2 3 0,-2 10-90,-2 2-180,0 3-89,-1 2-181,1 1-269,-1 3-1170,-6-2 1080,3 5 179,-7 1 1435,5 5 1,-1 3-1,2 2 1</inkml:trace>
  <inkml:trace contextRef="#ctx0" brushRef="#br0" timeOffset="80444">20898 6972 7892,'11'4'3276,"-2"-1"-2684,3-3-232,6-4-360,-3 0 0,7-2-270,6-3-180,-7 1-359,8-2-1260,-3-2 990,-6 2 1079,12-3 0,-15 7 0,5 2 0</inkml:trace>
  <inkml:trace contextRef="#ctx0" brushRef="#br0" timeOffset="80963">21285 6998 8792,'2'-1'3276,"-1"1"-1515,8-6-1671,-5 4 0,6-2-90,-3 2 90,5-1-90,11 1 0,-2 0 0,8 1 0,2 1-90,-7 0 90,7 0-360,-4 1 90,-8 1 1,1 0-631,-13 1 360,-6-2-89,-2 0-2070,-10-2 810,-3-2 1069,-3 0 1,0-2 0,4 0 0</inkml:trace>
  <inkml:trace contextRef="#ctx0" brushRef="#br0" timeOffset="81177">21363 6878 7533,'0'6'3276,"2"-2"-2415,0 0-501,1 0 360,0 9-540,-1-1 89,0 6 1,0 4-180,-2-2-90,1 5-90,-1 3-90,0-9 1,0 6-901,1-7 91,1-6-181,0 1-1258,4-8 1348,0-3 1080,3-4 0,1-1 0,2-2 0</inkml:trace>
  <inkml:trace contextRef="#ctx0" brushRef="#br0" timeOffset="81449">21755 6905 7533,'12'-11'3276,"-2"2"-1605,-4 5-1221,-1 3 89,2 7-269,-1 2 0,2 8 90,0 12-180,-2-1-391,1 12 301,-3-15 0,-1 1-1081,0 14 991,-2-14 0,1 2 45,-2-1 0,0-2-45,-1 14 0,-2 9 0,-3-7-630,0-12 540,-3 4-423,-4-9 63,3-9 0,-6 1-1529,0-11 720,2-5-521,-5-6-738,-2-16 2046,6 2 1,-4-9-1,9 7 1</inkml:trace>
  <inkml:trace contextRef="#ctx0" brushRef="#br0" timeOffset="81610">21733 6663 7623,'7'-5'3148,"0"0"-2698,-1 0-360,-2 1-90,1 0-1080,1-1 91,-2 1-1080,5-6 1169,-3 3 900,4-2 0,-2 6 0,2 1 0</inkml:trace>
  <inkml:trace contextRef="#ctx0" brushRef="#br0" timeOffset="82267">22138 6660 7173,'9'-6'2608,"0"0"-2068,-1-2 0,1 1-180,-3-1 89,1 1-179,-4-1 90,0 1-180,-3-1 90,-3 1-90,0-1-90,-5 2 89,-7 0-89,1 3 0,-8 1 90,-2 5-90,-1 3-2420,-1 2 2420,6 3-90,7-2 90,4 1 0,1 6-90,5-4 0,1 5 0,4-4 90,3-1-90,3 1 0,0-1 2420,9 7-2420,-4-5-3277,7 6 3162,-5-8-867,2 1 982,-1-1 0,-3 1 0,2 3 0,-5-3 0,3 3 2906,-2-3-2816,-2-3-90,-2 2 1468,-6-3-1468,-2-2 0,-3 1 0,0-2-90,-2-1 0,0 0 0,-1 0-180,-3 0 90,2-3 0,-2 1-359,1-6 179,3 2 90,1-3-360,2-3 361,3 0-91,1-5-270,9-5 360,-2 3 0,6-5-3007,-4 6 2803,1 0 564,6-4-900,-5 4 1080,5-1-159,-7 5 159,-1 3-90,1 0 90,-1 2 2912,1 0-2912,0 2 1599,4 1-1599,-4 2 360,10 10-540,-12-2 0,5 8-90,-10-3-3274,0 1 3274,-2 1 0,-1 2-360,-1 3 0,0-5 0,-3 1-989,-2-6 360,-1-6-91,-1-2-899,-4-10 2798,3 0 0,-3-5 0,5 2 0</inkml:trace>
  <inkml:trace contextRef="#ctx0" brushRef="#br0" timeOffset="82395">22288 6660 7083,'8'-8'1889,"-2"0"-3418,-5 3 719,0 0 810,1-1 0,1 1 0,1 0 0</inkml:trace>
  <inkml:trace contextRef="#ctx0" brushRef="#br0" timeOffset="82744">22388 6743 6813,'5'10'2789,"0"0"-2250,0 0 181,0 4-450,-1-2-90,1 4 179,2 2-269,-1-4 0,1 3 90,-1 0-90,-3-6 180,5 7-180,-5-11 540,3 1-541,-5-8 361,4-9-360,-9 1-90,3-9 0,-5 5 0,2-2 0,9-1 0,6-6 0,0 6 90,4-3-90,-7 4 0,-2 5 90,0-1-90,-3 4 0,0 4 0,1 1 0,-3 2 0,0 3 90,1 4-90,1 0 0,2 5 0,0-2-90,0-1-180,5 8 0,-3-7-809,5 10 269,-7-11-269,0 2-180,-4-8-990,-1-1 1949,0-3 0,0 0 1</inkml:trace>
  <inkml:trace contextRef="#ctx0" brushRef="#br0" timeOffset="83251">22801 6645 7533,'8'-4'3238,"-2"2"-2788,0-2 269,-4-2-359,1 3 0,-2-3 90,0 2-271,-1 3 271,0-1-360,2 5 180,-2 5 0,1 4-90,-4 5 269,-4 18-3662,4-12 3258,-1 1 0,1 1 45,1-1-90,1 7 0,4-5 0,2-8 0,3 2 90,9-8-90,-1-6 0,8-2 3276,8-9-3339,2-8-2004,2-2 2067,-3-4 0,-12 1 0,-2-2-385,0-11 295,-7 6 90,-3-7-90,-8 11 0,-3 2 0,-5 1-1079,-11-11 629,4 12-1079,-17-6 540,16 18-181,-8 3 91,7 2 90,-2 2 179,1-2 900,0 3 0,1 0 0,1 3 0</inkml:trace>
  <inkml:trace contextRef="#ctx0" brushRef="#br0" timeOffset="83409">22816 6735 7353,'25'9'3276,"-11"-5"-1515,15-2-1941,-7-8-450,-3-2-359,4-1-180,-4 0-1170,1-3 1260,-4 0 1079,-1-1 0,-6 5 0,-3 0 0</inkml:trace>
  <inkml:trace contextRef="#ctx0" brushRef="#br0" timeOffset="97552">24506 5650 7173,'4'-6'2788,"0"1"-2158,-3-1-270,-1 1 0,-1 1 719,-8-1-719,4 5-90,-3 2-91,6 6 91,-1 3 90,3 10-180,-1-1 0,1 8 0,0 2-180,0-3 0,0 4 0,0-2-90,0-7-180,0 11 90,0-17-3097,1 17 0,-1-23 365,2 8 1743,-4-21-1,1 1 1170,0-3 0,-2 0 0,2 0 0</inkml:trace>
  <inkml:trace contextRef="#ctx0" brushRef="#br0" timeOffset="98013">24436 5638 8162,'-18'-7'2789,"0"2"-6066,-3 0 1793,5 3 1664,-6-1 1498,6 2-1318,-3 2 270,-17 16-450,14-2 859,-10 16-769,16 10-180,5-6-201,5-11 1,1 2 110,3 4 0,2 0 797,1 17-797,1-15 0,2 0 0,4-3 0,2-3 0,9 11 0,7-20 0,9-1 0,-4-5 0,15-3-740,-5-11 0,6-3 0,-7-4 740,-17-3 0,-3-2 0,14-10 0,-2-3-174,-16 9 1,-3-2 173,0-1 0,-1-1 587,-1 1 1,-1-5-558,-1-10 0,-1-8 0,-1 5-955,-1 6 1,-1 0 924,0-5 0,0-4 0,-1 6-90,-4-5 1165,-2 5-1344,1 6-91,-3 7-270,1 7 214,-4 6-843,-1 8 318,-4 7-319,-3 7 91,-1 8 1791,0 5 1,-2 8-1,2 4 1</inkml:trace>
  <inkml:trace contextRef="#ctx0" brushRef="#br0" timeOffset="98567">24351 6805 7713,'-4'-15'3276,"-2"-4"-2235,1 4-141,-1-7-631,3 10 1,3-2 90,5 2-270,-2 3 0,5 1 90,4-2 0,3 4 0,19-2-90,-14 6-90,10 3 180,-15 7-180,-4 0 89,1 5 91,-7 4-180,-3-3-3212,-16 31 3302,1-15-90,-7 13-114,8-17 114,6-10-90,2 4 90,1-6-90,2 3-89,4-6-1,3-3-90,3-2 2616,7-5-2886,-2-2-2737,14-8 724,-9 1-724,6-6 2037,-9 1 150,-1-2 101,-2-1 989,-2-1 0,-1-1 0,0 1 0</inkml:trace>
  <inkml:trace contextRef="#ctx0" brushRef="#br0" timeOffset="98911">24636 6550 6993,'-14'-8'3276,"1"1"-2324,-15-4-593,7 4 1,-9 0 360,-8 3-360,7 2-341,-11 3 701,-4 8-1957,11 2 1417,12-3 0,0 4-1151,-4 9 1,3 3 1150,-7 9-45,9-6 0,2 1-470,4 5 515,6 2-90,4 0-45,7-9 0,2 0 45,7 12-90,-3-14 0,4 0 0,7-3 0,3-2 0,15 6 0,-10-9 0,3-3 0,7-6 0,0-4-806,-7-1 1,1-1 760,10-2 0,0-2-300,-10-2 1,-2-2 299,1-1 0,0-2 79,13-10 1,-1-2-35,-10 4 0,-2-1 0,10-8 0,-3-1-45,-13 7 0,-3-2-238,-1-5 0,-1-5 0,-2 3 283,-1 1 0,-2-1 0,5-16 0,-5 2 750,-11-1-840,-6 4 0,-3 4-360,-13-4-90,0 12-179,-8-1-540,6 15-583,-13 8 313,7 5 1529,1 7 0,0 2 0,-8 6 0,11-3 0,0 1 0</inkml:trace>
  <inkml:trace contextRef="#ctx0" brushRef="#br0" timeOffset="219888">16414 3985 8072,'0'-8'1799,"-1"0"-1529,0 3-90,-2 0 90,-3-2 0,2 1-180,-2-1 0,2 1 0,2 1 0,-1 0 359,-8-7-449,5 6 90,-8-4-90,1 5 90,4 2-90,-5-1 0,6 1 180,-14-7-180,9 5 0,-12-5 90,13 8-90,-1-1 180,-19-7-180,13 5 90,-15-5-90,-1 4 0,15 3 0,-15-3 0,20 4 0,-11-1 0,9 2 0,-7 0 0,11 1 0,-18 4 0,14-1 0,-26 10 0,29-5 0,-10 4 0,9-2 0,2 0 0,-5 2 0,6-2 0,-20 18 0,15-14 0,-12 15 0,12-13 0,5-4 0,-15 13 0,13-12-3277,-17 23 3162,18-18 115,-7 11-105,8-6 0,1-1 105,1 2 0,-3 7 0,2 0 0,6-10 45,0 3 0,-1 1-45,1 4-2199,-2 6 2199,2-10 90,3-7-90,-2-1 230,2-1-230,-1 1 0,1-2 90,0 11-90,1-10 0,1 9 0,0-9 0,0-4 0,0 3 2269,0-5-2179,0 0 3186,0 1-3160,0 0-26,1 3-90,-1 0 0,3 1 0,-3-2 0,1 1 90,0 15-90,1-12 0,0 11 0,3-7 0,-3-9 90,1 13-90,-3-15 0,1 3 0,3 2 0,-1-3 0,2 6 0,-3-7 0,1 1 0,-1-5 89,3 4-89,-1-4 0,2 3 0,1 0 0,-1-1 0,1 2 0,4 4 0,-4-6-905,6 7 905,-4-9 0,0 1 0,1-1 0,3 4 0,-3-3 0,3 3 0,-5-3 0,0-1 905,0 1-905,2-1 0,3 3 0,-3-2 0,2 2 0,-4-2 0,-1-1 90,0 0-90,4 0 0,-4-1 0,4 1 0,1 0 0,-2 2 0,3 1 0,2 4 0,-4-8 0,3 1 0,2-5 0,-4-1 0,5 3 0,3 0 0,3-3 0,-1 2 0,-2-3 0,-2 0 0,-4 0 0,4 0 0,-6 0 0,-1 0 0,5 0 0,-3 0 0,5 0 0,-1 1 0,-4-1 0,3 1 0,0-2 0,-2 0 0,2-2 0,-4 1 0,4-2-686,-4 1 686,4 3 0,-6 2 0,0 1 0,0 1 0,0-6 0,-1 0 0,0-4 776,0 1-776,0 0 0,1 0 0,-1 3 0,1 2 0,0 1 0,6-4 0,-3-2 0,5-2 0,-2-3 0,-4 4 0,3-2 0,6-6 0,-9 7 0,7-7 90,-8 7-90,-4 1 0,7-7 0,-8 6 0,8-12 0,-8 10 0,4-6 0,-5 6 0,0-1-3277,2-4 3252,-1 2 25,1-2 90,-2 4-90,2-4 90,-3 1-90,2-2 0,-3 2 90,0 2-90,1 0 0,1 1 0,0 0 3276,0-2-3160,0 1-116,-1-1 0,1-1-449,-2 1 449,4-8 0,-3 5 0,3-5 0,-2 3 0,3-7 0,-4 6 0,2-6 0,-4 9 90,2-4-90,-1 5 0,0-7 0,-1 11 0,0-3 449,-1 4-449,2 1 0,-1 0 0,2-3 0,-1 2 90,-1-3 0,0-1-90,-1 1 90,0-4 180,-1-2-180,0 3 0,0-5 90,0-2-91,-1 3-89,-1-7-3122,-2-12 3392,-1 6-2448,-1-7 2358,-2 5-417,1 15 237,-4-6 90,1 7-90,-1 1 0,-9-8-90,4 7 0,-7-3-809,0 0-271,7 6-359,-5-4-1499,9 5 1409,-3 2 133,-17-4 1486,6 3 0,-14 0 0,11 5 0</inkml:trace>
  <inkml:trace contextRef="#ctx0" brushRef="#br0" timeOffset="221797">19492 3775 7173,'-7'-2'2968,"-4"-4"-2608,2 1 90,-8-4-270,6 3 0,-4-1 269,0 1-269,3 2 0,-3-2 90,-1 2-3392,-2-1 3212,-1 1 0,-1 1 0,-1 0-90,4 1 0,-5 0 0,7 1 90,-1 3-90,-8 4 0,5 1 0,-8 3 0,1 3 0,4-3 0,-5 4 0,-2 2 90,8-3-90,-17 11 0,16-7 0,-8 6 0,11-5 0,0 0-1358,-6 6 1358,6-6 0,1 2 90,-9 11-90,8-7 0,-6 8 0,2-1-182,5-7 182,-3 6 90,2-1-90,5-7 2629,-4 8-2539,2-1-90,4-4 0,-1 4 90,1 4 1873,5-8-1918,-1 8 0,1 3-1493,0 8 1448,2-13 0,1-2 0,0 6 90,3-12-90,0-1 0,1 1 0,0-2 90,0 18-90,0-15 90,0 14-90,0-10 90,0-7-90,1 4-2770,0-2 2770,2-7-1013,-1 6 1103,1-7-90,-1-1 0,1 0 0,-1-3 0,4 2 2268,-2-3-2268,4 1 3276,-2-1-3160,-1-1-26,9 8-90,-6-8 0,5 7 0,-3-5 0,-5-2 0,5 2 0,-3 0 0,0-3 180,8 9-180,-7-9 0,6 4 90,-2-3-90,-2-4 0,3 1 90,2 1-90,-4-3 0,8 4 0,-4-3 0,1 0 0,-2 0 0,-4-2 0,0 0 0,1 1 0,1 0 0,0 1 90,1-1-90,7 1 0,-4-2 0,5 1 0,-6-1 0,6 0 0,-5-1 0,4 0 0,-1 0-2144,-6-1 2144,8 3-518,-10-2 518,3 2 0,5-3 0,-7 0 0,7-1 0,-10 0 2006,1 0-1916,-1 0 566,5 0-656,-3 0 0,4 0 0,-5 0 0,3-1 0,-3 0 0,3-2 0,-4 1 0,1-1 0,0 1 0,9-3 0,-7 2 0,7-2 0,-5 1 0,-3 2 90,8-3-90,-8 1-90,3-1 180,-2-2-90,-1-3 0,1 0 0,-1 1 0,-4 1 0,1 2 0,-1-1 0,1-2 0,-1 0 0,1-1 89,4-7-89,-4 5 0,4-6 0,-4 5 0,-1 1 0,1-1 0,-1 1 0,1 0 0,-1 1 0,2 0-3277,0 0 3162,0-2 115,-1 1 0,0-1 0,-2 1 0,4-8 90,-4 5-90,2-5 0,-1-1 0,-1 6 90,1-4-90,0 0 3276,-1 6-3070,1-5-116,-1-1 0,-1 7-90,0-6 90,0 1 0,-2 3-90,0-4 0,1 0 0,-1 5 0,0-5 90,1 1-90,-1 4 0,-3-5 0,-2-2 0,-1 5 90,7-19-90,-3 16-3277,9-16 3252,-8 18-2243,3-11 2268,-2 12 90,-1-4 0,-1 7 89,-1-11 1,-1 9-90,1-7 2359,-3 7-2360,2 4 1,-1-5 0,1 9-90,-1-3 270,-1 0-270,0-3 90,-1-2-90,2 1 180,-3-9-180,2 9 90,-3-6-90,0 7 90,1 3 90,-7-10-180,6 8 3276,-4-7-2980,1 4-296,2 2 90,-4-1 0,0-1-90,2 4 90,-10-13-90,7 10 90,-3-5-90,6 8 0,1 0 89,1 0-89,-1 0 90,-4-5 0,4 5-90,-7-7 0,6 8-3277,-5-6 3162,6 6-154,-3-1-91,3 2-270,1 1-269,-2-1-720,2-1-270,-4 3-1388,-13-6 1157,-3 7 770,-16-4 1005,-2 7 0,19 2 0,0 0 0,-3 2 1,1-1-1</inkml:trace>
  <inkml:trace contextRef="#ctx0" brushRef="#br0" timeOffset="225511">9220 4858 8612,'3'-3'2968,"-1"1"-2338,-2-1-90,-1 0 1798,1-5-2158,-1 6 900,1-4-541,5 25-539,-1-10 90,5 16 90,1-11-90,-2-1-90,3 4 0,-3-5 0,15 14 0,-12-14-989,14 17 629,-19-20-90,1 4 0,-4-4-1708,-1-8 89,-2 2-989,-4-6 2068,-2 0 990,-4 0 0,3-2 0,-1 0 0</inkml:trace>
  <inkml:trace contextRef="#ctx0" brushRef="#br0" timeOffset="225754">9188 5038 9871,'0'-8'2339,"3"-6"-2069,-1 6 90,3-6 179,0-1-449,0 3 90,3-6-90,0 4 0,5-8-3367,2 2 3162,0 0 25,-3 5 0,-3 5-270,1-2 91,-2 4-1171,6 0 811,-7 5-2340,3 1 1980,-7 2 90,0 0 1718,-2-1 0,-1 1 0,1-2 0</inkml:trace>
  <inkml:trace contextRef="#ctx0" brushRef="#br0" timeOffset="226055">9498 4825 8522,'4'-2'3148,"-1"-7"-2788,-1 6 90,1-7-180,-1 8-90,1-1 179,-1 2-179,-8 9-180,2-2 90,-4 8-90,4-4 90,2 1-90,-1 0 0,1 6-879,0-3 879,1 3 0,3-5 0,1 6-90,1-4 0,0 4-90,-2-5 0,1-2 790,-1 0-970,1-1-450,1 2 361,1-3-2160,5-3 1620,-4-8 989,5-10 0,-6 0 0,1-6 0</inkml:trace>
  <inkml:trace contextRef="#ctx0" brushRef="#br0" timeOffset="226310">9660 4755 7353,'9'-1'3276,"-5"0"-2684,3 1-413,-5 1 91,-1 1-90,-1 2 180,1 5-270,0-1 0,2 4 90,1 10-90,-2-7-90,3 12-797,-5-12 797,2 0 0,-1 0 0,2 4-90,-1-5 0,1 3 0,-1-9-90,-1 1 0,0-3 0,0 1-90,1-2-90,-1 0 708,-1-2-978,0 1-179,0-3-990,0 1 1799,-6-10 0,3 1 0,-6-6 0</inkml:trace>
  <inkml:trace contextRef="#ctx0" brushRef="#br0" timeOffset="226479">9620 4935 6993,'17'-4'3276,"-7"0"-2684,16-7-502,-12 3-969,8-2 879,-6 1 194,2 1-284,-1 0-3097,1 0 2917,-2-1-2259,1 2 1989,-1-2-68,-2 2-202,-3-1 1,-5-1-1,-2 1 810,-3-2 0,-1 1 0,0 0 0</inkml:trace>
  <inkml:trace contextRef="#ctx0" brushRef="#br0" timeOffset="226671">9870 4750 8792,'9'1'2069,"2"3"-1889,-5 0 0,2 3 359,5 10-449,-4-5 90,5 8-90,-6-7-3367,2 5 2482,-4-5 1681,2 6-886,-5-6 0,-1 0 0,-1 1-90,-5 2-180,0-3-1529,-7 3 720,2-10 3360,-3 0-3360,2-5 275,2 1 804,3-2 0,5-2 0,3 1 0</inkml:trace>
  <inkml:trace contextRef="#ctx0" brushRef="#br0" timeOffset="227172">10565 4810 10771,'3'2'1529,"1"0"-1349,-1-4 0,2 1-180,-1 1 90,1-1-90,2 1 0,1 2 0,5 1 0,-2 2-180,1-1 0,1-3-90,-1-1-809,5-5 89,-4 1-1169,1-4 1170,-8 2 0,-4-1 989,-4 3 0,1 2 0,0 1 0</inkml:trace>
  <inkml:trace contextRef="#ctx0" brushRef="#br0" timeOffset="227333">10520 4968 6993,'5'1'2878,"2"-1"-2248,-1-1-360,3-3 0,9-3-180,-1 0-180,10-4 0,-4 2-270,0-2-1279,4-2 1,0-1-1639,2-1 3010,-3 1 0,-1 1 0,-7 4 0,0 1 0</inkml:trace>
  <inkml:trace contextRef="#ctx0" brushRef="#br0" timeOffset="233950">3174 5065 8072,'4'-4'1889,"-1"1"-1529,-1 0-90,-1 1 1079,-1-4-1079,1 2 270,0-3-360,2 5 269,-2-1-269,1 2-90,-1 1 720,3 2-720,-3-1-90,3 1 90,2 4 0,-2-3-90,4 7 0,-3-4 359,20 28-179,-5-4-1819,-5-8 1,0 1 1613,2 9 25,-4-8-1154,1 1 1243,2 0-89,0-1 0,7 4 0,2 1 0,-1-2-45,5 6 1,-1-2-955,-11-14 909,6 9 2235,-11-15-3404,11 12 989,-12-11 1334,7 8-1963,-17-11 269,0-8-2428,-3-11 3775,-1-1-1707,-2-6 170,0 7 1,0 1 0,0 0 0</inkml:trace>
  <inkml:trace contextRef="#ctx0" brushRef="#br0" timeOffset="234461">3194 5668 7173,'0'10'2698,"0"-2"-1348,0-5-811,2-12-359,1-2 0,3-9 0,0 2 90,3-3 180,8-14-271,-2 5-1204,7-10 1205,-4 9 0,1 0-1,1-2-89,0 1 0,0-1 90,0 2-244,0 0 108,-6 9 1,-1 0-45,8-11-392,3-8 392,-4 6 0,-6 11 0,2-2-90,-5 9-180,-6 7 90,2 0-360,-5 6 1307,-1 1-1307,-1 3-910,0 5 281,-1 0 457,0 3-1447,0-2 1339,1-3 1,-1 1 0,0-1 0</inkml:trace>
  <inkml:trace contextRef="#ctx0" brushRef="#br0" timeOffset="240424">3714 5175 8432,'2'-4'1889,"0"3"-1529,0 1-90,-1 3 809,7-2-989,-5 0-90,4-1 90,-7 0-90,0 1 90,0 7 0,-1 1 90,-1 12-3457,0-6 3432,1 15-65,-1-11-229,2 8 229,0-6-45,0 4 0,-1 2 45,0 3-90,0-6 0,1 4 0,-3 7 0,0-2 0,2-2 0,-2 9 0,0-3 0,4-22 0,-1 8 3276,4-16-3364,9 3 88,-5-4 253,7 1-343,-7-6-1549,11-19 1,1-5-1639,-9 6 3202,9-8 1,-5 2-1,-15 11 1,0 3 0</inkml:trace>
  <inkml:trace contextRef="#ctx0" brushRef="#br0" timeOffset="240696">3656 5168 7263,'11'-10'3276,"-2"3"-1155,-4 4-1761,-1 0-181,0 1 91,2 0-270,-2 1 90,13 1-180,-6 0 90,8 0-180,-5 1-3097,0 2 2623,1 1-59,-1-1 83,-1 1-359,0-4-181,-2 1-1978,6-5 3148,-7 2 0,4-1 0,-6 4 0</inkml:trace>
  <inkml:trace contextRef="#ctx0" brushRef="#br0" timeOffset="241512">3951 5410 6813,'10'8'3276,"-3"-1"-2594,-4-6-53,3 1-269,-1-4 540,6-2-630,-3-1-90,2-3 89,2-3-89,-2 0-180,3-3 180,0-5-180,-4 6 0,2-5 0,-1-2 90,-2 6-90,3-18 0,-7 15 0,-2-23 90,-3 23-90,-3-8 0,0 11 90,2 4-90,-3 1 0,0 3 0,1 2 0,-2 1 0,2 4 0,-7 7 0,5-2 0,-5 3 0,3 2 0,2-3 0,-2 5 0,4-2 0,0 1-90,1 12-3187,0-4 3162,-1 10-197,3-7 312,0 2 0,1 1 0,0 0 0,0 2 0,0 0 0,0 0 0,1-1-87,0-2 87,4 15-90,-2-17 90,2 9 0,-4-19 0,2-3 0,-3-3 3276,1 2-3268,-1-6 543,0 3-551,0-5 496,0 0-496,-2-5 90,1 0-90,-1-5 0,4-2 0,1 0 0,2-3-90,4-5 90,2 0 0,10-10 0,-10 9 0,7-4 0,-12 16 0,2-1 0,0 5 0,-3 3-90,0-3 0,-2 3 90,-2 1-90,0 1 0,-3 1 90,1 0 0,-4-1-90,1 2 90,-1 2 0,1 1 0,0 2 0,1 2 0,0-1-90,-1 2 90,3-1 0,0-1 0,1 3 0,1-3 0,0 0-90,4 0 90,2 0-90,1-1-90,2-1 0,2 1-1079,12 1 360,-7-4-181,11-1-1258,-6-12 1258,-5 0 1080,7-7 0,-9 5 0,2 0 0</inkml:trace>
  <inkml:trace contextRef="#ctx0" brushRef="#br0" timeOffset="241998">4417 5095 8252,'5'-6'3238,"-2"1"-2428,7 0-630,-5 3 90,10-2-180,-7 3-90,11-1 90,-7 2-90,3 0 0,0 0 0,-4 0 0,2 0 0,-6 0 0,0 1 0,-4 1 90,2 0-90,-3-1 0,0 1 90,-2 0-90,1 1 0,1 3 89,0 1-89,1 2 90,-1 2-90,1 2 90,-2 9 0,0-2-90,0 7 0,-1-6 90,3 11-90,-3-5 90,0 9-90,0 0 0,0 1-1562,0 1 1562,0-1 0,1-3 0,3-11 0,-2-3 0,2-1 0,-1-3 90,-3 6-90,0-8 0,-3 4 1562,-1-6-1562,2-4 0,-2 2 0,0-4 0,2-2-90,-2-1-360,0-1 1,2-4-451,-3 1-1528,-6-5 1168,0 1 91,-7-3 1169,-5 0 0,3 2 0,-6-1 0</inkml:trace>
  <inkml:trace contextRef="#ctx0" brushRef="#br0" timeOffset="248834">3051 7350 6814,'6'4'2789,"0"1"-1216,4 0-1213,-5-3 1814,12-7-1995,-12 1 541,25-33-720,-20 22-339,14-22 339,-17 22 0,2-10 0,0-1 0,0-1-519,-1-1 0,-1 1 519,-4 5 0,0-1 90,-3-18-90,-1 18 180,-8-22-180,5 36 0,-2-5 0,6 14 390,0 0-390,1 2 1106,-1 1-1106,-1 22 0,-1-9 0,-1 19 0,1-12-3277,1 4 3162,1 15 115,-1-9-756,1-2 0,0 5 0,0-5 756,-1 6 45,1 2 0,0-4-45,0-24 0,0 2 90,0-7 2178,0 2-2178,0-8 3186,0-9-3070,0 1-3483,2-19 3072,1 13-1098,2-10 1303,0 14 0,0-1 0,0 2 0,3-3 0,-2 3 0,3-4 2657,-4 6-2657,-2-1 1948,-2 6-2038,-1 2 90,-2 4 0,-1 2-90,-6 9 90,4-6 0,-3 7 0,4-6-90,3-2 1,-2 2-181,3-2 0,0-2-810,5 5 541,-2-5-1260,9 1 629,-5-5-89,3-3-900,-2-4 2159,0-1 0,2-1 0,0 3 0</inkml:trace>
  <inkml:trace contextRef="#ctx0" brushRef="#br0" timeOffset="249059">3434 7263 6813,'14'-5'3276,"-6"2"-1695,5-2-1311,-8 3 180,2-2-360,-1 1-90,2 0 0,2-1-90,-2 1 0,3 1-360,0-1 90,-3 2-2158,5-1 1528,-8 0 1,0 1 989,-5 1 0,0 0 0</inkml:trace>
  <inkml:trace contextRef="#ctx0" brushRef="#br0" timeOffset="249199">3506 7298 6813,'-1'6'2968,"0"-1"-1978,1 0-810,1-4-90,0 1 0,2-2-90,0 0 0,1-1-90,4 0-90,-1-1 0,4-1-270,2 1-269,0-2-1980,9-7 1890,-9 4 809,5-8 0,-9 9 0,0-1 0</inkml:trace>
  <inkml:trace contextRef="#ctx0" brushRef="#br0" timeOffset="249383">3781 7153 7083,'12'1'3276,"-5"0"-1605,4 1-1311,-7 2 0,1 6-90,-2 3-91,0 4-89,0 4-3302,-1 3 3212,1 5-90,3 14-2358,-1-8 1998,4 6-981,0-16 261,-3-3-246,1-3 157,0-1 1971,-1-5-712,5-5 0,0-4 0,4-4 0</inkml:trace>
  <inkml:trace contextRef="#ctx0" brushRef="#br0" timeOffset="250789">7100 7298 5859,'4'6'2788,"-1"-1"-1655,0-1-234,1-2-719,-1-1 206,2 0-206,-2-1 104,-1 0-194,2-1 771,7-4-681,-1-1-90,5-4 90,1-1-91,-5 3 1,5-3 0,-2-2-90,-4 3 90,11-16-90,-14 15 0,7-22 0,-11 19 0,-1-16 0,-2 13 0,-2 0 0,-1 6 0,-2 3 0,1 1 0,0 0 0,1 1 0,0 2 0,1 0 0,-1 2 0,2 0 0,0 0 0,-2 2 0,1 3 0,-3 2 0,0 1 0,-3 8 0,3-2-3277,-2 6 3072,2-3 205,1 2 0,0 21 0,3-12-209,-1 14 209,0-16 0,0 0 0,0-1 0,0 1 3276,2 9-3264,-1-10-12,0 2 0,-1-1 0,2-4 90,-2 14-90,2-26 0,0-1 90,0-3 223,1-3-223,-1-14-90,1 3 0,1-18 0,0 13 0,2-7 0,3-10 0,1 6-3277,2-8 3162,0 14-710,-4 7 825,1 2-90,-1 2 90,1 2 0,-2 2 0,3 1 2983,-2 3-2983,5 2 1234,-7 2-1234,3 2 0,-5 0 0,0 1 0,-2 2 0,-1 6 0,-2-2 90,-3 0-90,-6 1 0,3-7 0,-4 5 0,2-4 0,4-1 0,-2 1 0,4-2 0,1 1-90,0 12 90,4-7 0,0 9 0,6-6 0,0 0 0,2 2 0,0-2 0,-1-2-360,16 6 91,-9-8-181,13 2-1079,-7-14 359,-4-1-2107,9-12 2457,-15 6 1,0-2 0,-7 9 0</inkml:trace>
  <inkml:trace contextRef="#ctx0" brushRef="#br0" timeOffset="251139">7475 7450 10231,'-4'1'1979,"0"0"-1259,2-1-181,1-1-89,1 0-450,2 0 180,0 0-180,1 1 0,0 0 0,-2-2 0,0 2-90,7-1 0,-3 1-90,7 0-809,1 1 449,-4 1-90,6-1-359,-7 0-2288,-1-3 3016,-4 1 1,-2-1 0,-1 2 0</inkml:trace>
  <inkml:trace contextRef="#ctx0" brushRef="#br0" timeOffset="251422">7497 7573 7443,'3'6'3276,"-1"-3"-2235,0 0-501,3-2-360,-1 2 90,2-1-90,-3 2-180,0-5 90,0 0-90,1-4 0,-2 0 0,0 0-90,-2 1-720,17-2 270,-5 3-269,13-3-1350,-8-4 1080,-6 2 89,1-4 990,-7 3 0,0 4 0,0 0 0</inkml:trace>
  <inkml:trace contextRef="#ctx0" brushRef="#br0" timeOffset="251853">7830 7465 6993,'5'0'3276,"0"0"-435,-5 0-2752,1-1 1,3 0-90,1-2 0,2 2 0,2 0 0,0 1-90,1 0 1,1 1-181,0 0-90,2 0-2249,12-2 1440,-12-3 0,8-2 1169,-13-3 0,-2 5 0,1 0 0</inkml:trace>
  <inkml:trace contextRef="#ctx0" brushRef="#br0" timeOffset="252188">8152 7225 7892,'5'5'3276,"-3"6"-2414,-4-2-502,0 16-270,0-7 90,1 28-594,2-21 414,1 14-180,3-13 0,-1-6-56,2 4-1293,0-8-630,-7-2-1118,-2-4 1957,-6-2 1291,4-6 0,0-1 0,2-2 0</inkml:trace>
  <inkml:trace contextRef="#ctx0" brushRef="#br0" timeOffset="255742">11791 7068 8612,'1'-5'1349,"0"2"-89,-1 3-901,2 6-179,0-1 360,4 24-360,-3-10 90,1 18 0,0 3-270,-1-7 45,0 0 0,0 2 44,0-4 1,0-3 0,-1 0 495,1 0 0,-1-4-405,-2-19 179,0 0-269,1-12 0,-1 0-90,2-6 0,6-10 0,0-1-3277,0 3 3219,5-7 1,0 2 57,-3 12 0,8-6 0,2 0-90,-8 5 90,17-14 0,-27 25-180,-1 3 180,-5 6 3276,1 0-3160,-4 7-206,-16 20 90,9-12 0,-5 9 0,0 1 0,7-8 0,1 2 0,3-1 0,5-8 0,2 7 0,3-14 0,3 2 0,13 3-677,-6-4 587,11 2-361,0-6 91,-6-4-90,7 2-989,-3-7 270,-5 1-2108,6-13 2904,-13 10 1,-1-7-1,-7 12 1</inkml:trace>
  <inkml:trace contextRef="#ctx0" brushRef="#br0" timeOffset="256584">12173 7325 9691,'3'1'1979,"-1"1"-450,3-5-1439,-3 3 0,4-2-90,-3 2 0,1 0 0,1 0 0,0 1 0,1-1-90,7 3-89,-3-1-1,4 2-540,-3-2 180,-4-1-89,2 1-2430,-4-2 2070,-3-3 90,-1 2 899,-4-4 0,2 3 0,0 0 0</inkml:trace>
  <inkml:trace contextRef="#ctx0" brushRef="#br0" timeOffset="256816">12151 7400 8072,'5'3'2339,"0"-1"-1979,-3 1 269,3 2-539,-2-1 0,3 2 0,1-5-90,0-1 0,4 0 0,3-1-180,-1 1-809,15 0 179,-13 0-179,8 0 90,-13-2-900,2-2 979,-2-1 1,4-1 0,-2 3 0</inkml:trace>
  <inkml:trace contextRef="#ctx0" brushRef="#br0" timeOffset="257193">12516 7328 7803,'3'-3'3276,"-1"1"-2505,-9 9-681,3-3 180,-6 13-90,4-9 270,-4 26-270,5-17-1118,-2 16 938,7-20 90,1 1-90,2-1 90,4 2-90,0-4 0,21 4 0,-10-12-373,15-2 373,-10-8 0,1-5 0,1-3 0,-1-4-2269,-2-1 2269,-2 0-2086,1-9 2086,-8 7-206,-2-7 206,-8 9 176,-3 0-356,-8-12 1,1 12 1441,-7-11-2251,6 17-2288,-16-8 1876,10 11 2156,-11-5 0,11 11 1,1-1-1</inkml:trace>
  <inkml:trace contextRef="#ctx0" brushRef="#br0" timeOffset="258386">12483 7323 7982,'0'8'720,"-1"-2"-540,5 0 450,-2-2-451,0-1-89,-1 2 0,-1-2 90,0-1 810,0-1-900,1 1-90,0-2 180,3-3-91,-2 2-89,1-2 90,-2 1-90,2 1 90,-1-3-90,0 0 90,0-1 0,-1 0 90,3-4-90,0 0 0,2-6 0,-1 6-90,1-3 90,-1 6-90,0-1 0,1-2 0,1 0 0,1-1 0,1 0-90,11-9 0,-8 8-90,6-6-270,-8 7 1,-2 3-361,1-3-1169,-6 0 990,-4 0 989,-3-5 0,2 10 0,-1-1 0</inkml:trace>
  <inkml:trace contextRef="#ctx0" brushRef="#br0" timeOffset="259737">13369 7055 8792,'1'-4'2788,"1"0"-1169,3 2-1439,-3 2 0,3 0 90,-2 9-180,0 0 90,4 7-90,1-1 450,14 23-1806,-7-11 1311,-1-6 0,0 2 135,10 13-180,-5-9 90,7 10-90,-1-2 0,-6-10-270,3 0 0,0 0 0,-1-5-180,-3-2 1,0-3-271,-5-8-269,1-1-1440,-2-7 1170,-3-2 1597,-2 0 1,-7 3 0,-3 3 0</inkml:trace>
  <inkml:trace contextRef="#ctx0" brushRef="#br0" timeOffset="260002">13484 7575 7713,'-3'-7'2968,"2"-1"-1529,2-19-1169,2 9 270,7-27-360,0 19-520,6-10 520,-2 8 80,1 2-170,0 0-45,-1 3 0,1 1-1788,5-6 1653,-5 7 1,0 1-181,2 1-90,-1 2-360,2-1-269,-1 1-1225,3-10 1045,-8 6 1169,6-10 0,-10 16 0,4-1 0</inkml:trace>
  <inkml:trace contextRef="#ctx0" brushRef="#br0" timeOffset="260399">13891 7110 8252,'4'4'3148,"0"0"-2968,-4-1-90,-1 1 0,-1 2 0,0 2 90,-2 2-506,-1 8 416,1-2 0,-1 6 27,4 13-117,1-3 90,4 14-90,1-17 0,4 8-90,-4-20 0,1 7-180,-3-12 90,0-3-89,1 0-721,-1-5 589,-1-4-1668,-2-5 1150,-3-3 20,-1-3 899,2 0 0,1 1 0,1-1 0</inkml:trace>
  <inkml:trace contextRef="#ctx0" brushRef="#br0" timeOffset="260604">13856 7080 7173,'12'-8'3276,"-2"1"-2504,-3 2-503,-1 0-179,3 0 0,1 0-90,9-2-90,-2 2-1169,22-3 360,-18 5-1170,16-3 1079,-25 5 990,3 0 0,-10 4 0,1 3 0</inkml:trace>
  <inkml:trace contextRef="#ctx0" brushRef="#br0" timeOffset="261006">14074 7233 10861,'1'5'719,"0"0"-539,-1-2 180,0 4-180,-1 0 0,0 4 90,-1 5-180,1-2 90,-1 21-780,0-15 690,-1 12-296,1-8 206,2-6 0,2 3 0,1-4 0,1-6 90,8 3-90,-3-10 0,11-8 586,-10-2-586,5-12 0,-6-1-2259,-2-7 2259,-3 4-90,-5 1 90,-1 8-90,0 0 0,1 2-90,0 1-90,0 1-540,-3 0 91,2 4-2429,-8-3 4637,5 4-1489,-6-2 0,7-1 0,2 1 0</inkml:trace>
  <inkml:trace contextRef="#ctx0" brushRef="#br0" timeOffset="261548">14301 7050 12480,'3'3'540,"5"-3"-540,-1-2 0,5 0-2910,3 0 2910,-5 2 864,3 0-864,-6 0 470,1 2-470,6 1 0,-5 0 0,4 1 0,-6-2 1576,1 0-1576,-1 0 90,0 3-90,-3-1 0,-1 2 89,3 1 1,-1-1-90,1 1 90,-3-1 0,0 1 0,-2 0 0,0 2 90,0 10-90,0-6 0,0 23-90,-1-18 90,0 21-90,0-18 0,0 7 0,0 6 0,0-8 0,-1 0 0,1-1-1083,-1 0 1083,0 9-219,1-21 219,0 1 0,0-3 0,0-1 0,0 3 0,0-6 0,0 3 1058,0-6-1148,0 0-90,-1 0 334,1-2-424,-1 1-449,1-2-1,3-1-269,-1-3-1440,-1-4 1260,-2 0 89,-4-1 1080,2 0 0,1 3 0,2-1 0</inkml:trace>
  <inkml:trace contextRef="#ctx0" brushRef="#br0" timeOffset="262648">13871 7430 9961,'-3'-2'900,"0"0"-810,2 1 359,-3-1-359,1 1 0,0-1-90,0 2 630,2 0-630,0 1 90,1 1-90,0 0 90,0 2 180,0 5-180,0-3 0,0 6 0,0-2-90,-1-2 90,0 3-90,-1 0 0,2-3 90,-1 10-90,1-9 0,0 6 0,-1-4 0,0-1 0,0 1 0,1-1 0,0-1 0,2 5 0,0-7 0,2 3 0,-1-5 89,0-3-89,1 2 0,-1-3 0,0 2 0,1-2 0,-1 0 0,0-1 0,1-1 0,-1 0 0,1-1 0,0 1 0,2 1 0,-3 0 0,4 0-89,-4 0 89,1 0-360,-2 0 0,-1 1 0,2 1-449,0-2-271,0 0-2197,4-17 3264,-1 7 0,2-9 1,0 12-1</inkml:trace>
  <inkml:trace contextRef="#ctx0" brushRef="#br0" timeOffset="263855">14461 7555 8252,'6'0'1979,"-3"0"-810,-2 0-1079,-6 1 0,3 1 0,-3 0-90,5 1 90,0-1 90,-1 5-90,0-3 0,0 4 90,-1 3-180,0-4 0,-1 6 0,1-8-423,1-1 423,1 0 0,1-1 90,0 1-90,-1 1 360,-4-2-270,1-2 0,-2-1 423,3-1-423,-1 1-1,0 0 1,-1 1 0,-2 0 0,0 0 0,-6 3-90,6-4 0,-4 3-180,8-3-719,1 0 359,5-2-2737,3-8 1427,-1 3 1850,7-9 0,-7 10 0,3-1 0</inkml:trace>
  <inkml:trace contextRef="#ctx0" brushRef="#br0" timeOffset="264308">14914 7358 9512,'-6'1'3058,"2"0"-2698,0-1 899,3 0-1169,5-1 0,3-2 0,3 1-90,1-1-90,-1 2-90,6 1 90,-5 0-180,6 0 0,-6 0-90,2 0-2428,13-4 1619,-14 1 89,9-5-899,-19 4 1979,-1 0 0,-1 2 0</inkml:trace>
  <inkml:trace contextRef="#ctx0" brushRef="#br0" timeOffset="264527">14839 7508 11131,'6'1'539,"0"0"-449,0-1 0,2 0-90,1 0 0,2 0 0,0 0-360,29-2-708,-18 0 619,21-1-1662,-17-2 1121,-8 1 1,3-4 0,-8 3 989,1-1 0,-2 2 0,2 1 0</inkml:trace>
  <inkml:trace contextRef="#ctx0" brushRef="#br0" timeOffset="265578">15394 7345 7982,'0'-7'3059,"-2"-1"-2969,-1 8 90,-2-2-91,3 2-89,-2 1 90,0 0 0,-2 2 180,-3 0-180,1 0 360,-7 4-180,7-3-180,-5 4 90,7-3-90,-2 0 0,1 1 89,-1 0 1,-2 5-90,1-3 90,-8 13-180,8-10 90,-4 8 0,4-5-90,4-4 0,-1 4 90,1-6-90,3-1 0,1 4 0,2-4 0,2 2 0,1-2 0,-3 0 0,4 7 0,-4-6 0,6 5 0,-2-9 0,3 1 0,2-2 0,1-1 0,1 0 0,17 6 0,-18-8 0,12 5 0,-15-13 0,-3 4 0,2-2 0,-2 3 0,2 0 0,-1 0-2769,1-2 2769,1 2 0,0-2 0,-2 0 0,0 0 0,-1-2 0,7-6 0,-5 4-90,8-7 90,-9 8 0,0-1 2769,-2 3-2769,-1 1 0,-1 0 90,-1 0-90,-1-2 0,-2 1 0,-1-4 0,2 5 0,0-6 0,2 6 0,-1-3 0,-1 4 0,1 0 0,-3-4 90,2 4-90,-3-5 90,2 6-524,-2 0 613,2 0-179,0 1 90,1-1-90,0-2 0,0 2 0,-2-1 0,1 1 525,-1 1-525,1-1 0,-1 1 0,1 0 0,-1 1 90,2 1 0,-2 0-90,2 0 90,-1 0-90,0 0 89,0 0-89,2-1 0,-3 1 90,2-1-90,-1-1 0,-1 1 180,-17-1-180,15 0 0,-13 1 0,22 1 0,-2 0-90,0 0-1888,1-2 718,-1 0-1528,2-7 1439,-5 4 179,-3-2 1170,-3 7 0,-1 3 0,-1 2 0</inkml:trace>
  <inkml:trace contextRef="#ctx0" brushRef="#br0" timeOffset="285030">5139 10298 8342,'0'4'2519,"-1"-1"-1440,1-3-1079,-2 0 0,0 0-270,6 0 0,-2 0-89,6 0-2918,27-12 3014,-15 5 1,4 0 0,-1 0 0,1 3 0</inkml:trace>
  <inkml:trace contextRef="#ctx0" brushRef="#br0" timeOffset="285490">7372 10235 7083,'13'-1'2968,"16"-6"-3058,-11 1-270,5-3 1,0 0-1515,-3 0 1065,12-5-2468,-15 7 3198,9-7 0,-6 4 1,7-4-1</inkml:trace>
  <inkml:trace contextRef="#ctx0" brushRef="#br0" timeOffset="285639">7987 10213 6903,'22'3'2159,"-5"-1"-2699,11-6-90,-11 0-89,3-3-91,-6 0 810,-2 1 0,2-2 0,0 1 0</inkml:trace>
  <inkml:trace contextRef="#ctx0" brushRef="#br0" timeOffset="285903">9390 10140 7353,'20'-5'1889,"-1"0"-3418,14-8-90,-2-3 799,9-2 1,-4 4 0,-5 8 0</inkml:trace>
  <inkml:trace contextRef="#ctx0" brushRef="#br0" timeOffset="286041">10590 10225 6813,'20'0'2699,"0"-1"-2430,0-4-628,0-1-361,0-2-90,2-2-2467,1-1 2979,0 0 1,1 0 0,18-7 0,-11 6 0,-1 0-1</inkml:trace>
  <inkml:trace contextRef="#ctx0" brushRef="#br0" timeOffset="286407">12118 10040 7083,'8'1'3276,"-1"-1"-1155,5 3-1941,-4-2-90,13 1-360,-9-3 90,9-2-180,-6 0-2917,29-4 0,-17 2 2024,-3 2 1,1-1 1252,0 1 0,1 2 0,2 2 0</inkml:trace>
  <inkml:trace contextRef="#ctx0" brushRef="#br0" timeOffset="286539">12866 10088 4948,'31'-4'2608,"-13"2"-2250,16-4-538,-20 5-180,5-3-270,-5 4-89,1-1 719,14 0 0,-8 0 0,11-2 0</inkml:trace>
  <inkml:trace contextRef="#ctx0" brushRef="#br0" timeOffset="286848">14709 10302 6543,'-10'2'-270,"-2"-1"-550,-7-2 1,-5-2 0,-4 0 0</inkml:trace>
  <inkml:trace contextRef="#ctx0" brushRef="#br0" timeOffset="292215">3386 9158 9152,'2'-4'1979,"-1"0"-1620,0 2-89,0-1 180,3-3-270,-1 2 719,0-7-809,-1 6 0,-1 0 0,-1 4 0,0 1 1259,-4 1-1169,4 0 540,-5 0-540,4 2 180,-2-3 719,0 1 720,1-1-989,6 4-721,-1-2 181,4 2-270,-6-4 630,-1 0-540,3 0 90,-2 3-90,3-1 90,-1 4-1467,0-4 1377,2 0 0,-1-1 179,15 1-179,-8-1 0,11 0 270,17-1-360,-20 0 0,22 0 90,-12-1-90,-7 0 0,10-2 0,1 0 1377,-6 0-1377,12 1 0,-2 0 0,-15 2 0,23 2-3277,-33 0 3162,4 1-10,-6 0 125,0 0 0,0-1 0,0 2 0,0 0 0,1-1 90,0 1-90,8-3 0,-6 1 0,5-2 90,-5 1-212,5 1 122,-4 2 0,4 0 0,-6 0-90,0-2 90,-1 2 0,-1-2 0,16 5-166,-11-2 166,13 1 0,-7-1 0,-3-4 0,7 2 3276,-7-5-3276,1 1-90,14-4-3031,-12 3 3121,11-1 0,-15 3-69,7 0 69,-6-1 0,5 1 0,-2-1 0,5 2-2079,7 1 2079,-6 0 0,-3 0 0,-8-1 0,6 2 0,-6-1 2155,6 1-2065,-8-2-90,16 2 71,-13-1-71,12 3 0,-16-2 1763,0-2-1763,8 0 0,-5-1 0,6 0 0,-7 0 0,0 0 0,8 1 0,-5-1 0,6 2-177,-6-2 177,0 1 0,1-1 0,0 2 0,1 0 0,-1-1-90,27 1-709,-19 0 799,21-1 0,-17 1 0,-6-2-188,8 3 188,-10-3 0,1 1-45,4-1 0,1 0 545,5 0-500,-6-1 0,1 1 90,6 0 76,-9-1-166,8-1 0,-1 2 0,1-1-1641,-1 0 1641,2 0 0,-3 2 0,-10 0 163,0 2-163,25-2 759,-19 0-714,6 0 0,1-1-2584,-5 0 2539,11 3-455,-20-2 455,-4 2-90,-1-1 90,1-1 0,1 1 135,14-2 0,1 0-135,-3 0 738,3 0 0,-1 0-738,-15 0 2999,0 0-2999,-1 0 0,-2 0-2999,5 0 2999,-5 0 0,4 0 0,-6 1 0,2 0 0,0 2 0,2-2 0,0 0 0,2-1 0,0 0 0,9 3-1008,-10-1 1008,5 1 0,-12-5 0,-4 1 2500,0-1-2500,-2 2-3277,-24-9 0,6 3 0,-17-5 2457,1 13 1,9 3 0,-8 6 0</inkml:trace>
  <inkml:trace contextRef="#ctx0" brushRef="#br0" timeOffset="293838">9028 9198 7713,'2'-4'2788,"1"-2"-2428,-3 3 0,-2-3-1,1 3 1,-1 0 360,-2-1-450,1 1-1,0 1-89,1 1 90,0 1-90,1 0 180,-2 0 2788,2 0-2788,0 2-90,-1 1 0,2 0 539,-1 0-629,4-5 90,-1 1-90,3-2 270,-2 3 269,-2 0-89,-3-5-450,1 4 89,-2-3-89,4 4 180,1 0-180,1 0-180,-1 0 180,30-5-1871,-12 3 1736,4-1 0,2 0-45,4 1 0,0-1 0,-3 1 0,0 0 0,12 0 0,0-1 45,-6 1 0,-1-1-195,2 2 1,3 0 171,-3-1 1,5 1 0,1 0-1,-3 0-933,-4 0 0,-2 1 0,5-1 911,0 1 0,5-1 0,2 1 0,-1 0 0,-6 0-609,-2 0 0,-4 1 0,3 0 609,7-1 0,4 1 0,0 0 0,-5 0-245,-5 0 0,-3 0 1,1 0 244,9 0 0,2 0 0,-4 1-454,1-1 0,0 0 454,2 0 0,4 1 0,-4 0 0,-4-1 0,0 1 0,-1-1 0,2 1 0,-6-1 1015,8 2-1015,2 0 0,-15-2 0,0 0 0,-14-1 1516,-4 0-1516,2 2 0,-7-1 2359,2 1-2359,-6-2 423,-1 0-1772,-2-2-270,1-1-1658,-10-6 0,-6-3 0,-3 0 2457,-7 2 1,3 6 0,-3 1 0</inkml:trace>
  <inkml:trace contextRef="#ctx0" brushRef="#br0" timeOffset="297597">18212 9458 9062,'-1'5'1529,"1"-2"-1349,-1 0 0,1-2-90,0 2 359,-3 5-269,2-2 360,-3 14-360,3-6 45,1 25 0,1 5-225,1-14 0,-1 9 0,1-1-90,1-16 90,-1-4-3148,6 21 2068,-7-27 1,3 10-1,-9-25 1080,1-3 0,0 2 0,2-2 0</inkml:trace>
  <inkml:trace contextRef="#ctx0" brushRef="#br0" timeOffset="298038">17785 9988 9242,'3'-4'2698,"1"1"-2518,0 2 90,3 0-180,1-2-90,5 1 180,14-4-180,-1 3 0,11-2 0,2 1-144,9 0 144,-10 0 0,3 1-1639,4 2 1,-2 2 1619,-14-1 0,-1 0-605,16 1 1,-2 1 623,2 0-101,-3 1-349,-5-2 0,7 1 1,-6-1-270,-13 0 0,0-1 389,11 1 1,3 0-1,-12-1-1739,-17-1 2394,-8 0 1,-9 3-1,-3 1 1</inkml:trace>
  <inkml:trace contextRef="#ctx0" brushRef="#br0" timeOffset="299143">18005 10318 8612,'1'-3'3276,"0"1"-1515,-1 2-1671,1-2 90,1 2 270,5-2-360,-3 1-90,5-2 90,-2-3 0,-2 2 0,3-2 0,-3 1-1,0 1 271,11-3-360,-7 3-3277,8 1 3252,-8 5 115,0 0 0,0 2-90,-1 0 0,0 2 90,-3 1 90,-8 32-180,-2-18 0,-8 8 0,-2 0 0,-2-9 90,-13 10-90,-6-3 0,19-15 0,-11 9 0,24-17 3276,4-3-3250,0 0-26,5-2 0,17-3 0,6 0 0,-3 0 0,5-1 0,0-1-90,3 0-90,-8 4-315,-1-1 1,2 0-2783,5-7 1453,6 1 834,-15-6-1348,-9-2 1168,-4 5-989,-2-8 2159,-5 10 0,-2 2 0,1 5 0</inkml:trace>
  <inkml:trace contextRef="#ctx0" brushRef="#br0" timeOffset="299439">18442 10283 7713,'4'-3'3276,"0"1"-2145,-2 0-501,1 1 539,-1 2-899,0 2 449,-1 12-269,1 11-270,0 3-90,1 5-3367,1 0 2482,-1-7 1289,0 9-494,-1-12 0,-1 15 0,-1-11 0,-1 10 0,-1-19-90,0-2-90,-3-1-1688,1-6 1688,-2 2-180,1-9 0,-1 0-899,-4-6 2688,2-3-2598,-3-6-90,1-1-2018,0-3 1982,-3-2 216,2-2 934,2-2 0,2-2 0,2-1 0</inkml:trace>
  <inkml:trace contextRef="#ctx0" brushRef="#br0" timeOffset="299605">18377 10190 7803,'21'-8'3276,"-4"1"0,-16 7-2633,0-1-2621,0-3-1171,3-8 1620,0 3 90,2-3 1439,-1 10 0,0 2 0,0 3 0</inkml:trace>
  <inkml:trace contextRef="#ctx0" brushRef="#br0" timeOffset="301238">19070 9878 9332,'5'0'2248,"1"0"-1888,-3 0-90,-1 0 90,-1 1-90,0-1 359,4 1-539,-3 0 0,4-1-90,-5 2 0,1-2 0,0-2 90,-1 2 0,41-5-90,-22 2-45,10 0 0,0-1 45,-9 2-360,21-3-2917,-23 3 2263,12 0-1704,-21 2 2178,-1 0-269,-6 0-181,-3 0-89,-4 1 89,-2-1 990,-8 2 0,4-2 0,-3 0 0</inkml:trace>
  <inkml:trace contextRef="#ctx0" brushRef="#br0" timeOffset="301492">19110 9985 8522,'1'4'3276,"1"0"-975,7 0-2211,-4-3 90,6 4-90,-3-5-1575,21-7 1,3-2 225,-8 2-134,9-3 0,-2 0 134,-19 3 89,2-1 1170,0 2 0,0 0 0,-1 1 0</inkml:trace>
  <inkml:trace contextRef="#ctx0" brushRef="#br0" timeOffset="302046">19807 9500 7353,'2'-10'3276,"-1"3"-885,0 8-2301,0 1 359,13 34-449,-9-17 0,9 26 90,-10-17-90,-6-6-810,5 7 1,1-1 90,-5-8-271,8 18-1259,-6-35 1589,1-2 1,-2-1 0</inkml:trace>
  <inkml:trace contextRef="#ctx0" brushRef="#br0" timeOffset="302315">19732 9905 6903,'5'3'2878,"0"-2"-2338,0 0-180,2 0-180,-1-1 180,37-4-360,-21 0 45,3 1 0,1-1-45,4-1-90,-6 3 0,6-2-3187,12-8 1517,-24 7 1760,13-7 0,-29 11 0,-2 1 0</inkml:trace>
  <inkml:trace contextRef="#ctx0" brushRef="#br0" timeOffset="302734">19712 10148 6993,'-1'3'3238,"0"1"-2518,1-1-181,1-2-179,0 0 630,20-4-900,-9 0-90,24-5 90,-17 4-90,6 0 89,1 2 1,-1 2-605,-5 1 515,24 6 180,-40 4-90,-2 4 0,-2 1 629,-13 17-629,7-16-90,-8 12 0,12-23 90,1 1-2609,49-11 1170,-26-5-290,19-7 1,1-3 1123,-12-2 1,-7 4 0,0 1-1,1 5 1</inkml:trace>
  <inkml:trace contextRef="#ctx0" brushRef="#br0" timeOffset="306633">20463 9868 8612,'4'-3'3276,"-2"-1"0,-1 3-1013,-1-1-2263,1 2-1979,2 0 630,1-3 1349,5-17 0,-3 10 0,4-12 0</inkml:trace>
  <inkml:trace contextRef="#ctx0" brushRef="#br0" timeOffset="307241">20910 9448 5449,'7'-33'3276,"-5"21"-1731,4-16-1365,-6 27 306,0 1-396,2 3 270,2 13-920,1-2 830,-2 18-180,-2-10 89,-3 7-93,0-6-86,-1-1 90,0 1-90,3-1 0,6 23-822,-1-22 552,4 15 562,-4-24-562,-1-7 181,0 0-720,-3-7-181,0 0 990,-4-16 0,1 10 0,-3-11 0</inkml:trace>
  <inkml:trace contextRef="#ctx0" brushRef="#br0" timeOffset="307489">20765 9830 7803,'3'5'2968,"4"0"-2698,0-4-90,5 0-1,1-1-44,11 0 0,1 0-2361,5 2 2226,-2-2 0,2 0-270,15 0-180,-9-1-269,10-2 236,-19 1-507,-4-2 990,3-2 0,-12 4 0,3-1 0</inkml:trace>
  <inkml:trace contextRef="#ctx0" brushRef="#br0" timeOffset="308072">20938 10195 6813,'3'8'3276,"2"10"-2234,0-4-413,1 26-539,-4-18-1672,3 14 1671,-4-16 462,1 0-416,-4 5 0,-2 1-2039,-1-2 1904,-6 23 0,-4-31 0,3-5-90,-5 1-2429,-8-13 1440,12-2 1079,-19-17 0,23 9 0,-8-8 0</inkml:trace>
  <inkml:trace contextRef="#ctx0" brushRef="#br0" timeOffset="308272">20920 10093 8432,'8'-2'3276,"-3"1"-2504,0 1-502,-3 0-630,4 1-90,-1-1-449,1 0-181,-3-3-89,0-4-90,-2 0 179,-1 0 1080,-3 5 0,-4 3 0,-2 3 0</inkml:trace>
  <inkml:trace contextRef="#ctx0" brushRef="#br0" timeOffset="315849">21488 9830 8432,'-3'-7'2609,"1"2"-2160,3 1-359,0 1 0,2 0 0,0 0 0,19 2 0,-8 2 0,16 8 0,2 3-90,-7 1-150,5 5 0,6 5 0,-6-3-120,-3-2-360,6 5 1,-4-3-270,-23-15-1080,2-1 1079,-9-6 900,-1-1 0,1 0 0,0 1 0</inkml:trace>
  <inkml:trace contextRef="#ctx0" brushRef="#br0" timeOffset="316041">21690 9955 7083,'5'-7'2608,"2"-1"-2158,-1-3-180,3-2-90,-1-2-90,4-1-90,0-3-90,12-7 0,1-2-978,0 0 798,1 2 0,-1-2-3007,-4-6 3219,-11 17 0,2-9 1,-11 23-1</inkml:trace>
  <inkml:trace contextRef="#ctx0" brushRef="#br0" timeOffset="316349">22251 9583 6993,'13'-10'3276,"0"4"-525,-9 8-2392,1 5-179,-4 3 180,0 19 0,-1 4-823,-1 0 463,0 9 0,-1-1 0,0-11-1035,-15 7 1,-4-2-45,3-14 494,-6 3 1,-1-6-676,2-25 1,-4-2 180,-1-5 1112,2-2 1,1-1 0,2-1 0</inkml:trace>
  <inkml:trace contextRef="#ctx0" brushRef="#br0" timeOffset="316475">22153 9273 7263,'21'-10'3276,"-2"0"-1065,-3 0-1492,-3 1-359,-3 1-2339,4-4 720,-8 6-2018,-4 8 3084,-7 10 0,-6 16 1,4 2-1</inkml:trace>
  <inkml:trace contextRef="#ctx0" brushRef="#br0" timeOffset="316897">22141 9978 8072,'-3'-4'3276,"1"0"-165,-1 3-2751,2 0 359,0 1-629,6 0-90,2-2 0,32-1 0,8-1-3072,-6 2 3012,-11 0 0,6-1 0,-5 1-570,15-4-594,-14 3 595,9-5-388,-18 3-2260,9-5 2522,-18 6 0,2 0 0,-19 7 0</inkml:trace>
  <inkml:trace contextRef="#ctx0" brushRef="#br0" timeOffset="317225">22273 10205 7353,'4'5'3276,"-3"-1"-2505,3 1 1208,-3 33-3832,0-13 1943,0 0 0,0 3 90,-1 13-90,0-15 0,0 8 149,0-18-59,-6 25-180,2-21 90,-4 17-90,-1-25-90,0-2 436,-3 1-526,1-5-2878,-13-13 1888,11-1-89,-8-12-900,13-6 2159,4 4 0,0-5 0,4 8 0</inkml:trace>
  <inkml:trace contextRef="#ctx0" brushRef="#br0" timeOffset="317493">22276 10148 8702,'1'5'3276,"1"0"-1785,1-2-1491,-1-1-539,6-3-181,-2-2-269,3-5-1530,-1-6-758,-3 4 1138,2-6 2139,-3 9 0,1 2 0,0 1 0</inkml:trace>
  <inkml:trace contextRef="#ctx0" brushRef="#br0" timeOffset="323417">19232 11275 8972,'3'-3'2608,"-1"1"-2068,1 3-180,-1 1-90,2-1 449,18-7 1,4-4-540,-6 4-90,5-3 0,3-1-90,17-3-180,-24 8-135,3-1 0,-1 0-45,-14 3-179,3-2-2738,-6-8 1786,-3 6 412,-1-4 1079,-9 10 0,1 5 0,-6 4 0</inkml:trace>
  <inkml:trace contextRef="#ctx0" brushRef="#br0" timeOffset="323615">19222 11405 7533,'-4'5'3276,"2"-2"-1875,2 2-861,1-3 179,12-2-629,-5-1-90,9-3 90,1-4-90,-4 1-90,6-2 90,-5 3-90,0 2-1439,7-5 630,-10 3-181,3-5-2197,-9-2 2457,-1 5 1,3-1 0,-1 7 0</inkml:trace>
  <inkml:trace contextRef="#ctx0" brushRef="#br0" timeOffset="325072">19830 11318 8612,'5'6'2878,"0"0"-2518,-1-3-90,-1-1 0,1 1 90,0-1 89,0 1-359,-2-2-539,2 1 629,-1 0-90,0 0 90,2 1 89,16 1-269,-5-2 180,12 2-180,-8-4 0,24-2-2762,-15 1 2762,-1-1 0,-1 0-2448,-2 0 2358,5-2 0,-14 3-90,-1 0 0,-4 1-90,-1 0-160,1-7-560,-9 4 2134,-8-9-2134,-5 8 990,-4-3 0,6 7 0,1 0 0</inkml:trace>
  <inkml:trace contextRef="#ctx0" brushRef="#br0" timeOffset="325459">20370 10940 7892,'5'-7'2969,"0"3"-2699,-2 3 359,-1 4-539,0 0-90,1 4 180,2 6-90,0 0 0,3 6-90,-4-2 90,-1 1 0,1 11-90,-3 2-3277,2 2 3162,-3-4-2153,0-9 2178,0-2-1607,0 0 1427,0-3-21,-1-3-2986,-4 0 2664,3-7 613,-2-3 0,5-2 0,0-2 0</inkml:trace>
  <inkml:trace contextRef="#ctx0" brushRef="#br0" timeOffset="325711">20340 11343 7263,'5'2'3276,"12"4"-1155,-7-4-2031,9 4 0,-3-6-90,-2 1 0,4-1-90,-4 0-270,4-1-2377,-4 0 1388,7-5 270,-11 1-1,2-3 1,-8 3 89,-2 1 990,-1 1 0,0 5 0,1-1 0</inkml:trace>
  <inkml:trace contextRef="#ctx0" brushRef="#br0" timeOffset="326242">20343 11573 10411,'2'2'1619,"2"1"-1259,-1-3-90,1-2-90,0 1 0,2-3-1,1 1 1,1-4-90,2 1 90,2-1-90,0-1 0,2 1 360,24-14-1277,-16 11 1007,19-8-154,-19 14-26,-6 3 90,3 1-90,-8 2 90,-2 2-1,-2 21-89,-6-9 0,-4 16 0,-12-4 0,3-6 0,-6 8 0,4-13 90,-16 16 553,16-20-643,-9 11 255,19-20-255,1-2 360,5 4-270,0-4-90,6 2 0,-1-4 263,0 0-173,2 0-90,0-2 0,3 2-90,7-3-3187,5 0 2442,-1-2 386,0 0-1170,1-7-677,-6 1 947,6-8-90,-9 0-1775,-1 0 3214,9-5 0,-8 9 0,8-1 0</inkml:trace>
  <inkml:trace contextRef="#ctx0" brushRef="#br0" timeOffset="327845">20990 11160 7173,'12'-2'3276,"-5"1"-2414,2 2-233,-3 8-449,-2-2-90,3 8 90,-1-4 360,11 28-3469,-5-4 2974,-4-10 0,0 0 45,-2 11-642,-6-8 642,-2-1 0,-1 1 90,-2-2 45,-8 6 0,-2 1-225,2-4 0,-5 4 0,0-5-180,9-18-1349,-20-9 719,19-9-269,-9-11-1260,10-10 1170,4 4 3046,-4-8-1877,6 8 0,2 3 0,3-2 0</inkml:trace>
  <inkml:trace contextRef="#ctx0" brushRef="#br0" timeOffset="328034">20973 10990 8162,'7'-2'3276,"-3"0"-1065,2 2-2031,-3 0-180,-1 2-90,1-2-629,0 0-361,1-3-89,-1 3-90,-1-5-91,-3 3 181,1-1 1169,-1 0 0,-1 6 0,-1 0 0</inkml:trace>
  <inkml:trace contextRef="#ctx0" brushRef="#br0" timeOffset="331705">23073 7980 7083,'7'14'2519,"-2"1"-4158,-5 21 1,-3 6 1525,-1-14 1,-1 0 202,0 18 0,-1-1 704,-1-19 1,0-5-616,-3 8 181,-6 1 0,-1 0 500,1-5-1805,-13 2 1,-2-9-2333,8-30 1149,-17-2 1048,22-15 1428,2-7 1,5 8-1,-2-8 1</inkml:trace>
  <inkml:trace contextRef="#ctx0" brushRef="#br0" timeOffset="331887">22988 7838 7533,'10'-16'3276,"-7"-16"-6553,1 18 855,-4-12 84,7 18 2487,-3 2-1138,2 0 989,-3 8 0,0 6 0,0 5 0</inkml:trace>
  <inkml:trace contextRef="#ctx0" brushRef="#br0" timeOffset="332544">23156 8115 7353,'-13'1'3276,"1"-1"-1605,5 0-412,15-3-1169,0 2-90,13 0 0,6 5-90,-5 0 90,9 2-3277,-9-1 1943,9 2 614,-3 1-1768,5 2 1589,-11-3-181,-8-3-89,-8-5 179,-4-1 1,-4-3 989,1 2 0,-2 1 0,3 2 0</inkml:trace>
  <inkml:trace contextRef="#ctx0" brushRef="#br0" timeOffset="332715">23223 8290 6993,'-2'5'3276,"-3"-1"-1605,3-2-1311,-2 0-180,3-2 270,0 0-360,5 0-90,-1 0-1709,39-2-1568,-24 1 1638,8-1 1,-2-2 122,-11 0 1516,5-3 0,-6 3 0,3 0 0</inkml:trace>
  <inkml:trace contextRef="#ctx0" brushRef="#br0" timeOffset="334397">23866 7783 10321,'-5'2'1259,"-1"2"-989,2 3-90,-2 3 90,-2 0 0,-2 3 0,-1-1 89,-4 14 1,-3 9 0,2-3-1134,3-10 0,1 0 834,-6 11 0,-1 6 0,2-6 120,-3 2-90,0 0 90,1 0 90,-3 5 0,-1 2-2392,1 0 2122,1-3 0,1-4 90,8-15-113,-1 3 23,5-6 90,-2 1 0,6 0 0,2-9-90,2 4 1436,10-7-1346,-1-4 2612,11 1-2612,-3-4-3208,4 0 3208,6-1-2359,3 0 2269,3 1-284,5-2 284,2 1 90,2-1-90,2 1 0,-2 0 0,1 1 0,-16 0 0,0 1-120,11-1 0,4 1 1,-6 0-151,10 0 135,-12 0 0,-1 0-675,3 0 181,-13 0 283,2 0-554,-13-3-359,-3 1-90,-3-6 1349,-18-8 0,4 8 0,-13-5 0</inkml:trace>
  <inkml:trace contextRef="#ctx0" brushRef="#br0" timeOffset="335597">23858 7938 10591,'-5'-3'1079,"0"1"-809,3-1-90,-1 1 630,-1 0-720,2 2 0,-3 3 89,4 2 1,-2 5 0,1 1 270,-5 34-1689,3-23 1239,-3 24-697,3-19 697,1-9-2661,-2 8 2661,2-12-43,1-2-227,-1 4 180,2-8-365,0 5 185,1-8 481,0 1-751,1-5 2876,1-2-3145,2-3 809,-1-39 0,0 23 0,-2-4 0,0 0 0</inkml:trace>
  <inkml:trace contextRef="#ctx0" brushRef="#br0" timeOffset="336047">23736 7953 8972,'7'7'2249,"-2"-2"-2159,4 0-90,-3-2 89,2-2 1,0 0-45,16-3 0,1-2-45,-3 2 0,4-1 0,-2-1 0,-13 2 0,-2-1 90,-1 1-90,-1-1 360,3-9-180,-6 7 90,3-9 0,-7 11-180,-1 1 90,-1 1 269,-5 3-359,3 1 0,-5 3 90,0 11-90,3-3-90,-4 9 45,7 1 0,0 0-3322,0-1 3162,0 24 115,4-33 0,0-1-90,2-1 0,-1 0-1619,9 13 900,-6-14-181,7 6-179,-9-18-1,-1-4 1170,2-10 0,2 5 0,4-6 0</inkml:trace>
  <inkml:trace contextRef="#ctx0" brushRef="#br0" timeOffset="336396">24128 7968 8252,'7'-2'2069,"-3"1"-1439,-3 2-360,-3 2-1,0 1 991,-9 25-4292,0-1 3211,-5 14-1443,4-9 1354,1-8 0,-1-1 0,1 0 0,-3 7 0,-1 2-1233,1-1 1188,0 0 0,0-2-45,1-5 2004,3-8-2004,-1 4 1584,5-9-2214,-7 5 270,7-8-89,-1 3-721,13-11 2310,1-2-2220,-1-4-89,-5-3 1169,3-10 0,-1 6 0,6-6 0</inkml:trace>
  <inkml:trace contextRef="#ctx0" brushRef="#br0" timeOffset="340413">24038 8278 10321,'5'1'1079,"-2"-2"-989,-2-1 0,-1 0 0,1 1 180,9-9-270,-4 6 0,8-7 90,7 5-90,-11 3 90,13-1-90,-17 4 270,5 2 0,-7 1-90,1 2-2704,-6 4 2704,-1 0-90,-2 3 90,-1-2-90,-1 0-90,-1 1 90,0 1-90,-1 0 2973,1-1-2973,-1 1 0,-6 11 90,7-13-90,-4 8 0,8-17 90,1 1 0,1 0 180,-1-1-270,6 0 90,-1-1-90,2 0 90,16-2-90,-15 0 0,15-2-90,-17 1 0,4-1-450,14-3 180,-6 0-179,13-1-1440,-2 0-1298,-10 4 733,4-2-733,-12 4 2037,-2-1 1240,3 2 0,0 2 0,3 1 0</inkml:trace>
  <inkml:trace contextRef="#ctx0" brushRef="#br0" timeOffset="357489">22478 10983 9062,'0'-6'2968,"3"0"-2788,-1 7 764,5 25 1,-1 10-675,-2-2-120,0 0 0,0 6 0,-1-4-61,-2-10 1,-1 1-781,1 8 1,0 7-1,0 2 1,0-7 735,0 3 0,0 0-45,1 7 0,-1 4 0,1-7-675,0-12 1,0-4 674,-1 0 0,2 2-45,1 16 0,1 0-45,-2-19 0,0 2-781,2 5 1,2 5 0,-1-8 241,4 0-913,17 8 192,-15-42 1880,7-7-1610,-10-7 410,-2 2 1,0-1 0,-1 1 0</inkml:trace>
  <inkml:trace contextRef="#ctx0" brushRef="#br0" timeOffset="358443">22926 10893 6344,'7'-15'3276,"-3"4"-1959,2-2-957,-4 4 273,-1 0-453,-2 4-43,-1 0-47,0 4 323,-1 7-323,2-1 90,0 17-432,0-6 342,0 11-90,0 6 0,3-7 0,1 9 0,1-10-225,-2 7 1,0 3-3053,-3 9 2586,1-11 1,-1-1-2423,-2-4 2034,-2-13-224,0-4 1303,-11 2 0,8-4 0,-6 2 0</inkml:trace>
  <inkml:trace contextRef="#ctx0" brushRef="#br0" timeOffset="358692">22621 11500 8162,'11'-6'3276,"15"-5"-6553,-1 3 2745,16-4-57,-1 2 619,2 3 0,9 1 0,-4 1-75,-11 1 0,1 0 0,-2 1 0,4 0 0,0 0 0,-7 1-90,-5 2 1,-4 2 172,25 0-758,-4 1-269,-6-2-181,-5 0 1170,9 0 0,-23 3 0,8 1 0</inkml:trace>
  <inkml:trace contextRef="#ctx0" brushRef="#br0" timeOffset="359300">22763 11778 6993,'-1'-5'3276,"-3"-13"-1695,5 10-1401,-3-8-90,4 13 0,0 0 0,0 1-90,1-1 90,6-2-90,-2 2-2015,6 0 2105,-4 2-256,0 2 166,1 0 0,0 3 90,0 0 0,-1 1-90,0 1 360,2 21-360,-8-12 90,3 18 0,-12-12-90,0-3 90,-2 7-90,1-9 179,-2 12-179,6-15 1975,-1 7-1885,7-17-90,0-1-90,42-4-671,-24 1 671,6-1 0,-1 0-270,-3-3 90,-6 2-180,2-2-89,-8 3-1350,0-4 11,-4-1-191,-1-7 1360,-5 4 0,-1 0 0,0 7 0</inkml:trace>
  <inkml:trace contextRef="#ctx0" brushRef="#br0" timeOffset="359561">23106 11708 7173,'4'-8'3276,"0"4"-1965,0-1 308,1 21-1439,-2-4 270,1 26-270,-4-13 30,-1 17 0,0 12 0,0-7-1849,0-19 1,0 0 1569,1 16 1,-1 6 0,0-10-112,0-6-139,0-12 49,-2 3-90,0-12-539,-6-2-2070,1-5 1890,-5-4-181,0-6 91,-1-5-343,-2-2 433,1-4 1538,1-3 1,3 0-1,2-2 1</inkml:trace>
  <inkml:trace contextRef="#ctx0" brushRef="#br0" timeOffset="359705">22986 11623 7533,'7'-26'3276,"4"3"-1335,-4 20-1851,3 0-180,-2 4-3187,29 2 0,-20-1 2457,23 0 1,-27-3 0,2-1 0</inkml:trace>
  <inkml:trace contextRef="#ctx0" brushRef="#br0" timeOffset="360164">23588 10788 6993,'-1'-13'3276,"-5"-3"-76,4 14-2570,-5 17-180,6 12-180,-2 21 89,3-2-892,1-8 0,1 10 0,0 2 0,0-6 578,0 2 0,0 1-339,0-2 0,0 5 1,1 1-1,-1-7 294,2 7 0,0-6-722,-2-10 1,1 0 586,1 10 0,-1-3-413,0-15 1,-1 0-1092,3 21 1,0-2-842,0-4 1760,-1-4 1,-1-7 111,-2-26 608,-1-3 0,0-2 0,0 0 0</inkml:trace>
  <inkml:trace contextRef="#ctx0" brushRef="#br0" timeOffset="360638">23893 11418 9691,'-1'-7'2699,"2"-1"-2159,1 2 179,4-2-449,-3 4-1544,1-1 1544,-1 3 396,-1 0-576,1 1 0,1 0 90,15-3-151,-7 2-29,13-1 0,-5 2 0,-4 1-90,5 0 695,-7 1-785,0 2-2428,10-2 1528,-14 0-1258,5-2 1258,-17 0 244,-3-1 836,0 1 0,0 3 0,0 1 0</inkml:trace>
  <inkml:trace contextRef="#ctx0" brushRef="#br0" timeOffset="360839">23813 11610 7353,'14'-3'3276,"-3"1"-1515,-6 0-1671,0-1 90,2 1-90,0-1 0,22 2-392,-13 2 212,15 1-270,-19 4-179,0-3-361,-2 0-269,1-3 0,-1-3 1169,8-2 0,-6 2 0,6 0 0</inkml:trace>
  <inkml:trace contextRef="#ctx0" brushRef="#br0" timeOffset="361591">24501 10960 8882,'0'-5'1259,"0"1"-989,0 4-90,0 5 180,-1 13-360,1-4 90,-1 8 90,2-3-90,-1-4-1,1 6-89,-1-6 90,0 1 90,2 7-3384,0-4 3294,0 13 0,0-12 0,-2 14-2421,1-14 2331,0 14 0,0-16-802,1 5 262,4 5 270,-3-14-180,4 9 519,-6-18-1958,-2-4 1889,-2-4 0,2 0 0,-1-1 0</inkml:trace>
  <inkml:trace contextRef="#ctx0" brushRef="#br0" timeOffset="362164">24339 11533 8702,'-2'-4'2159,"2"0"-1709,2 2 359,3-3-719,-1 3 0,2-1 0,-3 3-90,1 0 90,12 0-90,-5 0-3277,16 0 3162,-12-2 115,7 1-449,-5 0 449,0 0 0,1 1 0,-1 0-90,-1 0 90,1 0-180,-4 0 90,1 0-1529,6 0 809,-9 0-179,3 0 3169,-11 0-3080,-3 0 673,0-3 227,0 1 0,0-1 0,0 1 0</inkml:trace>
  <inkml:trace contextRef="#ctx0" brushRef="#br0" timeOffset="363257">24419 11775 10231,'2'-7'1529,"2"0"-1349,-2 5 180,4-3-270,-3 3 0,2-1 90,-2 2 0,2-4-180,0 1 0,3-3 90,-1 4 0,10-5 0,-6 3-1764,7-2 1674,-9 3 90,-2 2 90,4-1-180,-4 2 90,3 1 0,-7 1-90,2 2 180,-1 3-180,0 0 1122,0 5-1122,-2-2 0,-1 1 0,1 0 90,-2 0-90,0 0 90,-2 0-90,1 0 90,-1 0 270,-5 9-355,-3-1-5,-1 2 89,-7 4-89,7-11 0,-8 8 0,9-12 90,-10 6-90,11-8 0,-6 2 0,5-6 0,3-2 180,-5 0-180,9-1 816,-3-2-726,7 0-90,-1-1 0,3 6 0,-2-2 0,2 3 0,1-3 90,4-2-90,1 1-3121,1-1 3121,0 1 89,-1 0 91,2 0-180,0 1 90,3-1 0,0 1 90,33-1-737,-23 0 557,0 1 0,1-2 2744,-2 0-2924,-6 0-90,5 0 0,-8-2-89,-2 3-2250,3-3 243,-9 2 926,2-1 91,-11 1 1349,-4 3 0,-1 0 0,-1 3 0</inkml:trace>
  <inkml:trace contextRef="#ctx0" brushRef="#br0" timeOffset="375609">4219 14208 7263,'-27'-12'3276,"1"2"-2684,5 4-143,1 1 361,-11 7-4087,7-1 3509,-6 0 1,-2-1-53,0 1 406,2-3 0,-7-1 0,5 1-406,-4 1-45,6 9 0,-12 6 0,-5 3 0,-2 3 0,5-2 0,7-3-290,-4 5 1,-1 2 199,13-5 0,-7 4 0,-4 3 0,-1 1 0,-1 1 0,3-1 0,5-2 0,6-4-1024,-9 11 1,4-1 1000,4-4 1,-4 4 0,2 0-1,4-3 260,1 1 1,4-2-103,-1 3 0,1 0-162,1-1 1,0 5 295,1 1 1,-1 5 0,0 3 0,4 3-189,5-1 0,2 4 0,3 1 0,-1 0 0,-1-1-349,-2-6 0,-1-1 0,0 0 0,1 0 1,3 1 222,3 4 0,2 3 0,3-2 0,1-2 0,1-6 287,5 6 1,3-5-288,0 2 0,2 2 303,-1-7 0,3 4 1,1 1-1,-1-4-303,-3-4 0,0-3 0,5 5-203,0-3 1,5 6 0,2 3-1,2 1 1,0-1 0,-2-3-1,-3-6 203,3 2 0,-1-4 0,2 2 0,2 2 0,3 5 0,2 0 0,-2-2 0,-3-8 0,3 0 0,1-5 299,6 2 1,5 2 0,-3-4-300,-2 0 0,3-5-272,-3-9 0,7 0 1,3-2-1,-1-3 0,-8-3 272,9-5 0,-2-6 26,-6 2 0,5-3 0,-1-2 0,-6-2-71,3-8 0,-4-4 22,-8 4 1,1-2 0,0-2-1,-2 2-7,3-3 0,-3 0 0,2-1 18,-1-1 1,1-1 0,-1-1 0,-2 1-19,-1-1 0,-2 1 0,1-6 17,-6 3 0,2-5 0,0-3 0,1-3 0,-2 1 1,0 1-1,-2 5-10,2-6 1,-2 3-1,0 1 1,1-6 7,-3 6 0,3-4 1,-1-3-1,1-1 1,-1 2-1,-2 2 0,-3 5 45,1-11 0,-4 5 0,-1-3-12,-1 2 0,-1-4 0,-1-1 0,-1 1 0,0 4 12,0-4 0,-1 3 0,0-3-192,-1 9 0,1-2 0,-1-2 0,-3 2 0,-4 1 184,-7-3 1,-7 0-1,0 3 1,1 4-21,4 7 1,1 3 0,-2-2-48,-5-5 0,-2-3 0,-1 2 0,0 7 351,-10 3 1,0 6-712,10 5 1,-4 3 404,-12 5 0,-11 4 0,0 1 0,7 1 0,7 2 0,0 1 0,-3 2 0,-1 0 0,1 0 0,-1 0 0</inkml:trace>
  <inkml:trace contextRef="#ctx0" brushRef="#br0" timeOffset="413699">17507 9043 7803,'-7'-3'2158,"-3"1"-2068,6 0 180,-3 1-180,6 1 180,0 0-180,4-1 0,0 2-90,2-2 90,-1 2 359,21-3-359,-8 0-586,22-1 586,-10-1 0,7 0 0,5-2-45,-7 2 0,9-1 0,1 0 0,-5 0-1629,5 0 0,0 1 1606,-2-1 1,7 0-1,-2 0 1,-5 2-597,-1 0 0,-2 1 574,1-1 0,3 1 0,-1 0-506,-10 1 1,-1-1 0,7 1 495,-5 1 0,7 0 0,4 0 0,4 1 0,1-1 0,0 1 0,-2-1 0,-4 1 0,-5-1-284,9 1 0,-6-1 0,-1 0 0,7 1 294,-7 0 0,5 0 0,3 0 0,1 0 0,1 0 0,0 1 0,-3-1 0,-3 0 149,2 0 1,-2 1 0,-1-1 0,-2 1 0,-1-1 0,-1 0-128,2 1 1,-4-1-1,3 1 1,7 0-88,-12-1 0,6 0 0,4 1 1,4-1-1,1 1 0,2 0 1,0 0-1,-1 0 0,-2-1 1,-2 1-1,-5 0 0,-4-1 65,8 1 0,-7 0 0,-2-1 0,1 1 0,6 0 13,-3-1 1,5 1-1,3 0 1,2 0 0,0-1-1,0 1 1,-3 0-1,-4 0 1,-4 0-14,7 1 0,-4-1 0,-4 1 0,-1 0 0,5 0 0,-3-1 0,2 1-23,-5 0 1,1 0-1,1-1 1,5 1-43,-6-1 1,6 0 0,1 0 0,2 1 0,-2-1 0,-2 0-1,-5-1 35,12 1 0,-7 0 0,6 0 0,-5 0 0,4 0 0,3 0 0,1-1 0,-4 1 1,-5-2-36,-2-1 0,-4 0 0,-2-1 0,-2 0 20,11 0 0,4-1-15,-11 1 0,8-1 0,3-1 0,0 0 0,-3 1 0,-8 0 618,7 0 1,-1-1-559,-6 1 0,6-1 0,2 0 0,-4 1 0,-9 0 1814,7 0-1814,-13 1 0,3 0 0,10 0 0,-3 1 0,-5 2 0,2-2 0,-1 4 90,-8 8-90,-13-5 0,10 4 2978,-12-6-2978,-4-2 342,3 2-162,-5-3 539,-2 1-539,-7 0-90,2-2-189,-4 3 189,5-2 0,1 0 0,-2 0 0,0 1 0,-1-2 180,-3 0-1,1-2-179,-2 3 90,-8 2 919,9 0-1189,-22 5 90,21-5-90,-11 3-450,12-2-90,3-2-359,-4 2 989,-12 2 0,-5 1 0,-4 2 0,-3 0 0,1 0 0</inkml:trace>
  <inkml:trace contextRef="#ctx0" brushRef="#br0" timeOffset="415315">17389 9343 6903,'12'-30'3276,"-2"4"-2504,-7 13-502,-1 3 1259,-8 41-1259,4-4-861,-2 4 0,1 5 816,2 11 0,2 2-1477,-1-11 1,1 8 1314,-1-14 0,0 8 0,-1 5 0,1 4 0,-1 3 0,1 1 0,-1-1 0,1-3 0,-1-3 0,1-6-468,-1 3 1,1-5-1,-1-2 1,1 2-1,-1 6 405,1-5 0,-1 4 0,0 4 0,0 2 0,0 1 0,0 0 0,1-1 0,-1-2 0,0-4 0,0-3-271,0 5 1,0-3-1,0-3 1,0-2 0,0 1 270,0 1 0,0-2 0,1 0 0,-1 2-171,0 7 0,1 3 1,-1 0-1,1-1 171,0-5 0,0-1 0,0 0 0,1 2 36,0 1 0,0 2 0,1 0 0,0 0 0,-1-3-36,0-2 0,0-2 0,0 0 0,1 1 0,0 6 0,0 2 0,1-3 0,-1-8 0,1-10 0,-1-5 318,2 21-318,0-8 1257,-2-7-1167,1 18-90,-3-29 1751,0 15-1751,-4-34 2617,2 0-2617,-2-4 2326,5-17-2326,-1 12 12,4-12-12,0 16 0,-2 2 0,2 0 0,5-3 0,-1 1 0,6-3 0,-1 1 0,2 1 0,2-2-89,13-2 89,-5 1 0,9 1 0,-1 3 0,7 2 0,-5 0-1639,-7 1 1,0 1 1599,11-2 1,6 1 0,-7 0-801,-11 3 0,-3 0 839,3 0 0,0 0-857,0 0 1,4 1 856,9 1 0,9 1 0,2 1 0,-6-1-382,-10-1 0,-4-1 1,4 2 363,0-1 0,5 1 0,1-1 0,2 1 0,-2 1 18,1-1 0,1 1 0,-1 0 0,-1-1 0,-3 1-30,3-1 0,-3 1 0,3-1-23,-2 1 0,2 1 0,2-1 1,3 1-1,0-1 27,-2-2 0,2 1 1,3 0-1,-1-1 0,-1 0 1,-2 0-1,-5 0 26,2 0 0,-6-1 0,0 1 0,5-1-13,0 1 0,6 0 0,2 0 0,1-1 1,0 1-1,-4-1 0,-6-1-32,1-1 0,-4 0 0,-3-1 0,0 0 45,4 0 0,-2 1 0,2-1-30,7-1 0,1 0 0,6 0 4,-14 0 0,3 0 1,3 0-1,0 0 1,1-1-1,-3 1 0,-4 0 26,7 0 0,-5 0 0,0 0 0,5 0-15,-1 0 0,6-1 0,2 0 0,-1 1 0,-4 0 0,-7 0 46,-3 0 1,-6 1 0,5 0-32,1 1 0,6 0 0,1 0 0,-2 1 0,-6-1 0,9 0 0,-2-1 0,2 1 0,7 1 0,-2-1 0,-12 1 0,-2 0 735,9-2-735,-14 0 0,8-3 0,-4-2 0,-9-3 0,6-1 0,-13 1 1236,-4 2-1236,-1 1 2037,-2-3-2037,-1 3 697,6-10-697,-8 9 90,4-7 3186,-5 5-3070,-3 0-206,2-5 90,-3 3 45,-2-14 0,-1-3-2034,-3-4 1899,0-1 0,-1 1 90,-5-1-539,2 8 0,1-2 449,-5-16 0,5 16 0,-1-6 22,4-1 1,0-7 0,0-1-1,1 6-22,0-5 0,0 0 0,1 3 0,-1-5 0,1 0 0,2 5 45,2-7 0,1 6-45,-1 9 0,0-1 0,2-14 0,1-6 0,-1 8-1480,0-3 1480,1-3 0,-1 10-90,-5 34 1483,0 0-1393,-1 2 0,31-7 0,-17 8 0,22-4 0,9 10-67,-24-1 67,22 3-41,-30-2 41,-4-1 1810,1 0-1810,12-7 0,2-3 0,-1 1 0,3-2 0,2 1-90,4 0 90,-6 3 0,8 1 0,9 4 0,1 1-1056,-1 0 1056,1 0 0,2 0-90,0-3 90,-7-1 22,-5-5 1,10-6-1,1 0 1,-7 1-23,-2 0 0,0-2 18,1-3 0,8-6 0,2-2 0,-4 0 0,-9 3 5,-3-4 0,-5 0-23,5-3 0,2-4 0,-4-1-839,-12 5 0,-3 0 0,-1-1 839,3-7 0,-1-2 0,0-1-581,0 0 0,0 0 0,-1-2 581,-1-1 0,0-1 0,-1-1-114,-3 9 0,0-1 0,-1 1 0,-1 2 84,1-3 0,-2 2 0,1-1-209,1-9 0,0-2 0,-1 4 194,-3 1 0,-2 3 330,1 5 0,-6-2-1378,-12-4 1,-8-2 0,1 6-162,5 10 1,-2 3 833,-6-6 0,-5-2 1,2 12 419,-14 22 0,-2 7 0,0 5 0</inkml:trace>
  <inkml:trace contextRef="#ctx0" brushRef="#br0" timeOffset="417048">21150 12108 7713,'2'-7'3058,"-1"1"-2429,-1 2-89,0 1-90,0 1 2788,0 1-2968,1 4 1709,-5 39-1889,3-17 45,-4 9 0,0 1-45,1-3 89,-3 13-1785,2-9 0,0 0 1696,0 12-846,2-17 0,0 3 0,0-2 756,0 15-131,2-15 0,-1-1 131,-1 10 0,1 0 0,-1-2 0,2-1 0,0 10 0,0 0 2094,0-5-2094,1 1 0,-1-5 2692,1-25-2692,0-3 751,0-3-751,1-1 630,17-9-630,-6-1 90,13-8-90,-4-4 90,-4 4-90,5-2 45,9 1 0,0 2-1663,2 0 1708,0 0 0,2 1 108,-9 2 0,-1 2-198,8-2 30,0 3 0,5 0 0,-6 2-611,4 0 581,3 2 0,-5 1 0,-17 1 0,-2 1 0,12 2-90,-17-4 1492,9 3-1942,-21-9 180,0 0 0,-3-3-989,-1-4 629,1 2-1767,-3-3 1497,1-4 631,2 5-181,-1-11 360,3 11 90,2-4-2576,2-3 2666,0 10 90,1-5 360,-1 12 1558,0 2-1738,0 2 2428,13 42-2248,-9-20 44,3 19 1,-2 3-405,-5-8-90,0-9 0,-2 4-150,-2 0 0,-3 3 0,2-4 1254,-3 13-1464,-2 4 1,0-4-720,2-25-850,0-1-1129,3-1 1439,1-9-1658,1 2 1214,2-10 2063,-3 5 0,3-1 0,0 4 0</inkml:trace>
  <inkml:trace contextRef="#ctx0" brushRef="#br0" timeOffset="421668">5244 5033 5516,'-11'-4'2249,"3"2"-1318,-2-1-841,4 3 179,-1-4-89,1 3 175,-1-4 454,-6-2-404,5 1-225,-6-2 686,3 0-686,3 3 0,-4-2 360,-3-1-360,1 2 179,-16-7 1,-4-2-1966,10 5 0,1 0 1651,-14-6 0,0 0 0,13 6 0,1 1 45,-4-2 0,0 0 90,-15-5-1180,4 2 1,-1 0 1044,16 7 0,0 0-351,-8-2 0,-1 2 396,-13-1-30,7 5 0,-7 1 0,3 1-60,5 0 0,0 0 0,-7 1 0,-4 0 0,4 1-597,13 0 0,-3 1 633,1 1 0,-8 1 0,-2 1 0,0-1 0,6 0 274,1 0 1,3-1 0,-3 1-293,-2 0 0,-6 0 0,-1 1 0,3 0 0,6-1-334,-7 2 0,6-1 316,-4 1 0,0 0 45,0 0 0,-1 1 627,0 0 0,1 1-627,1 0 0,-4 1-9,11-2 0,-6 2 0,-2 1 0,1 0 0,5-1-6,-1-1 0,4 0 0,-4 1-257,-8 3 1,-5 1 0,1 0-1,7-2 272,5 1 0,3-1 535,1 1 0,-3 2-520,-2 2 0,-4 1 0,3 0-700,3-1 1,-2 1 657,6-2 0,-6 4 0,-1 0 0,2 0 0,5-3-18,-2 2 0,1 0 102,-4 3 0,-4 2 1,7-2-103,11-8 0,2 1 611,-7 6 1,-2 4 0,2-3-567,5-2 0,-1 1-205,-2 6 0,-4 5 0,1 1 0,5-5 160,6-3 0,2-1 60,-2 3 0,-1 3 0,1 0 30,0 8 0,3-3-46,5-10 1,0-1-45,-5 12 0,2 0 719,1 2-599,5-3 0,-1 8 0,2-5-75,1-7 0,1 1 22,0 7 1,1 7-1,1-1 1,1-7-68,3-6 0,1-3-647,3 19 1,1-2 646,-1-21 0,1-2 0,4 11 0,0-1-96,-2-8 1,1 0 95,2 7 0,0-1 0,9 9 0,-1 0 391,3-2-301,-7-11 0,2 1-45,-4-6 0,0 1 0,3 3 0,4 3 45,6 5 0,5 4 0,-3-4-90,-6-7 0,0 0 39,6 8 0,4 2 1,-4-5-40,-12-12 0,-1-3 449,0 1 1,1 0-450,-1 0 0,1 0 216,17 15-216,-19-17 0,4 3 22,6 3 1,8 5 0,0 0-1,-4-4 635,1 1 0,1-1-657,2 3 0,7 4 0,-1-2 0,-6-6 324,-7-8 1,-3-3-325,9 5 0,1 0-700,-11-8 1,2-1 699,6 2 0,3 0 0,0 0-779,10 1 1,1-1 778,-9-1 0,1 0 0,0 0-253,0-1 1,-1-1 0,-2-1 252,-2 0 0,0 0 0,10 1 0,-1-1 338,-12-2 1,-1 0-339,0 0 0,3 0 0,4-2 0,8-1 0,0 0 0,-5 1 0,3-1 0,1 0 0,-5-1 0,4 1 0,1-1 0,-6 1 0,4-3 0,-4 0 0,-9 1 0,3 0 0,3-2 0,9-1 0,2 0 0,-1 0 0,-8 0 0,5-1 0,-2 0 0,2 1 0,7-2 0,-1 0 0,-8 2 91,-6-1 1,-4 1-92,18-3-45,-17 3 0,-1 1 45,11-3 0,-9 3 0,6-2 0,-4 1 350,-6 1 1,0 1-351,5-2 0,4 0 0,-3 1 0,-4 1 0,-2 0 1089,14-1-1089,-13 1 0,-1 1 2071,9-2-2071,-10 1 0,1 0-2354,12-1 2354,-7 0 0,0 0-844,3 1 844,-7 0 0,0 1-845,1 0 845,8 0 89,-15 0-89,-1-2 0,6 0 0,0-1 907,1 0-907,-1 0 0,1 0 1966,5-1-1966,-6 0 30,11-10 0,10-7 0,-7 3-30,-18 10 0,-1 0 0,16-9 0,5-4 0,-12 5-540,-15 5 540,2-6 0,-1-2 491,1-3-491,-2 2 0,-1 0 0,-1-9 0,-3 8 0,2-9 0,-3 9 0,-1-11 0,-1-5 90,-3 10 0,-2-1-868,4-12 0,-1-1 778,-3 5 0,-1 3 249,-1-8-249,1 16 0,0-2-353,0-1 1,-1-4-1,-1 4 353,1 4 0,0-1 0,0-3 0,0-3 0,0 1 0,0-12 0,0 3 0,0 13 0,0 0 0,1-15 0,-3-7 22,-1 11 1,-1-5 0,-1 0-1,0 6-67,0-7 0,0 1 45,-1 4 0,1-5 0,-2-1 0,0 4-389,-3 0 0,0 3 1,0 3 388,0-1 0,-1 0 235,1 0 1,-2-3 0,1 6-191,1 6 0,-1 1-45,-8-10 0,-3-5 0,1 5 0,3 5 0,-1 0 0,-2-2 0,-3-4 0,0 3-237,-7-1 1,2 5-34,9 11 1,1 1 486,-8-9 1,-2-1-1857,-5-6 1,3 3-1639,0 5 2621,0-4 1,1 6-1,10 21 1,-2 3 0</inkml:trace>
  <inkml:trace contextRef="#ctx0" brushRef="#br0" timeOffset="430406">22213 13805 7533,'7'-8'2518,"-3"1"-2338,-2 3 0,-2-1 0,0 4 90,0-1 269,0 13-449,-2-5 630,0 33-540,0-20 30,-1 10 0,-1 9 0,1-6-210,1 1 0,-2 12 0,1-3 0,3-25-3277,0 6 3162,0-9 25,0 6 0,0-10-90,1 0-180,1-8-2428,10-7 1708,-7 1 1080,-3-7 0,-6 6 0,-7 0 0</inkml:trace>
  <inkml:trace contextRef="#ctx0" brushRef="#br0" timeOffset="430841">22040 14370 7623,'-1'-9'3276,"0"-2"-1245,1 7-1762,1-3-89,2 4-90,10-6 0,-2 5-90,10-4 0,-6 6 0,12-2 0,-3 0-579,10-1 579,-8 0-90,0 1-225,3 0 0,1 0-134,1 0 224,-4 1 0,-1 1-315,-9 1-2737,2 2 1517,-13 0 1760,1 2 0,-15 1 0,1 2 0</inkml:trace>
  <inkml:trace contextRef="#ctx0" brushRef="#br0" timeOffset="431291">22065 14600 8072,'3'3'3059,"2"-3"-2790,-1-2-89,3-1 90,-1-1-90,3 0 180,6-4-90,-3 2-90,5-3-90,-6 6 269,8 1-269,-9 3 0,5 2-90,-12 2 180,-2 7-90,-2-1 0,-3 6 0,-2-2-3367,-2 2 3432,-3 0 25,0 1-352,-5 5 262,5-7-90,-1 3 90,7-4-90,2-5 0,8 3 0,0-7-90,15 0 1840,5-9-2020,1-1-575,-1-7 1,-1-1-325,3-3-91,-1-2 1,-1-2-2018,-4-1 1359,8-10 1918,-14 12 0,1 2 0,-1 3 0</inkml:trace>
  <inkml:trace contextRef="#ctx0" brushRef="#br0" timeOffset="431840">22798 13893 8302,'-21'1'3276,"6"0"-2305,-12 4-701,13 0 0,-4 4 0,6 1 359,-8 11-3906,5 0 3000,-5 9 637,5-1-1481,0 3 1481,1 5-871,0 3 691,3 2-328,1 2 238,2 1 0,4 0 1572,2-1-1572,3 0 913,2-3-1093,1-14 0,1 1-702,2-1 0,1-1 612,0 0 0,1-2-1662,10 14 1123,-5-18-271,3-5-359,1-5-90,-1-4-1350,5-8 1552,-8-1 1237,4-8 0,-7 1 0,2-2 0</inkml:trace>
  <inkml:trace contextRef="#ctx0" brushRef="#br0" timeOffset="432269">22798 14398 7173,'-7'-4'3276,"1"-3"-1335,4 2-1671,0-1 0,4 0-180,1 3 0,14-4-946,-5 2 856,18-4-2145,-15 3 2145,11 0-90,-12 3-90,4 2-180,-4 1-1349,12-2 475,-10 1 154,8-3 1241,-9-3 1,-6 3 0,2-3 0</inkml:trace>
  <inkml:trace contextRef="#ctx0" brushRef="#br0" timeOffset="432655">23201 14303 10321,'1'-4'1349,"0"1"-809,-1 2-360,2 1 180,1 3-180,0 2 0,-1 3-1,-7 2 1,-1 3 0,-4 1 270,8 21-3146,2-12 2786,6 17-393,-1-3 392,-2-6 1,-1 9-90,-3-11 0,-2-2-2159,-2-1 2159,-1 1 0,-8 8-318,2-10 318,-6 6-270,-2-8 91,3-8-181,-5 1 1309,2-11-1668,5-6-2520,-13-19 1899,13 2 171,-9-15 1169,4-3 0,6 7 0,-2-9 0</inkml:trace>
  <inkml:trace contextRef="#ctx0" brushRef="#br0" timeOffset="432809">23048 14215 7533,'4'-2'2968,"0"-2"-2518,-2 1-270,0 0-90,0 0-1440,4-2 451,-4 3-91,1-2-898,-5 3 1888,0-2 0,0 2 0,3 0 0</inkml:trace>
  <inkml:trace contextRef="#ctx0" brushRef="#br0" timeOffset="433441">23361 13975 8072,'0'-8'2969,"0"1"-2340,0 4-179,0 1 450,-2 0-541,0-2-179,-1-2 90,3-1-180,2 1 0,1 2 0,2 1 0,2 1 0,1 1 270,11 8-1506,-6 0 1325,7 8 1,-10 1 180,6 14-180,-3-3 0,-2 0 0,0 1 0,0 10-995,-5-4 1,-1 5 0,-1-3 814,-2-8 0,0-1 30,0 6 0,-1 2 0,0-4 523,-5 10-553,-1 0 0,-2-2 0,-1-13 0,-1 1-2178,-5 12 2133,1-8 0,-1 0-1501,-3 3 1366,-5 7-53,-2-9-487,7-11-2557,-10 7 1619,13-20 129,-1-1 1303,5-8 226,0-4 0,4 3 0,2-1 0</inkml:trace>
  <inkml:trace contextRef="#ctx0" brushRef="#br0" timeOffset="437739">22268 15758 11490,'0'-6'900,"1"2"-720,1 1 0,0 1 134,26-1 1,5 2-405,-11-1-1034,23 3 0,-2 0-495,-28 1 629,10 2 660,-26-4 0,-4 0 1</inkml:trace>
  <inkml:trace contextRef="#ctx0" brushRef="#br0" timeOffset="437957">22341 15838 6993,'0'9'3276,"0"-1"-2234,1-5-773,0-1-89,2-2 450,7 0-540,-3-1-90,7 0 0,-5-2 0,6-1-90,-2 3-1529,18 1-1658,-14-1 104,7 1 2093,-16-4 1080,-3-2 0,-2 2 0,1-1 0</inkml:trace>
  <inkml:trace contextRef="#ctx0" brushRef="#br0" timeOffset="438357">22843 15413 9781,'0'-5'2339,"-2"12"-2249,0 1-3367,0 9 2560,1-3 2072,2 8-1355,0-2 90,2 13-2010,-1-6 1920,0-1-90,-1-3-180,-1-4 90,1-5-89,0 2-3008,2-2 2773,-6-8 504,-2 3 0,-3-9 0,1 0 0</inkml:trace>
  <inkml:trace contextRef="#ctx0" brushRef="#br0" timeOffset="438572">22713 15830 6813,'9'1'3276,"6"-4"-2594,3-3-592,2-2-90,-2 0 0,-2 2 0,1 1-90,0 1-180,1 1-2428,11-6 1798,-16 7 1,7-5 899,-19 6 0,0 1 0,0-1 0</inkml:trace>
  <inkml:trace contextRef="#ctx0" brushRef="#br0" timeOffset="438893">22771 15980 7533,'-5'5'3276,"1"-2"-2145,1-1-681,2-3-180,2-2-90,2 1-90,2-3-3123,11-3 3123,-5 1 0,8-2 0,-8 5 90,4 3-90,-3 1-90,2 4 90,-6-1 360,-5 29 2227,-3-11-2587,-5 20-90,-3-17 90,1-1-85,-1-3 85,2-2-90,0-3 90,2-3-90,3 1-90,4-8 0,4 0-630,7-8 181,-2-2-271,9-4 348,-4-2-887,2-4 1349,-2-6 0,0-2 0,3 0 0,-5 3 0,0-1 0</inkml:trace>
  <inkml:trace contextRef="#ctx0" brushRef="#br0" timeOffset="444595">23591 15070 6813,'6'-3'2699,"0"1"-1350,-4-4-1169,0 3 269,-3-4-269,1 5 0,0 0 1169,-11 25-1169,6-8 0,-6 15 0,-1 2-90,2 2-893,1-4 0,-4 9 0,0 1 0,2-6 848,1-5 0,0 1-45,-1 3 0,-3 7 0,0-1 0,3-7-343,2-10 1,-1 1 432,-2 9 0,-4 9 0,-1 4 0,1-2 0,2-7-631,0-1 0,-1 0 594,1-1 1,-2 7 0,-1 2 0,2-5 0,3-9 36,-3 5 0,-5 5 180,9-8 0,1-3-270,1-4 0,0 1 0,2-4 0,6-17 2428,1-2-2428,5-1 1024,-1 1-1024,4-2 1977,-2 0-1977,0 0 0,-1 0-980,0 0 980,-1 0 0,-2 1 180,-1-1-90,0 1 360,3-1-360,-1 0-90,2 0 90,-3 0 979,0 0-979,2-2 0,-1 0-90,13-5 0,-7 4 0,7-3 0,-8 4 0,-2-1 0,1-1 0,-2 3 180,1-4-180,-4 5 0,2-2 0,-1-1 90,0 2-90,4-3 0,0 0 0,1 2 45,27-8 0,5-1-45,-4 4-839,9-4 1,-1 1 838,-10 5-2746,2 0 2791,10 0 0,2 1-45,-22 1 0,1 1 0,4-1 0,3 0 0,0 1 0,11-2 0,-2 2 0,-14 0 0,0-1 0,13 0 0,8-1-108,-8 0 0,8-2 0,3 0 0,-3 0 0,-8 1-432,6 0 1,0-1 503,-5 1 0,9-1 0,2 0 0,-5 0 0,-12 2-234,8 0-90,-1-1-1508,-4 2 1373,-15-1 0,-1 0-1079,10-1 945,4-2 459,-18 2-1089,-6-2 1492,-5 0-1493,-8-1 2367,-5 1-2276,-6 2 1169,-5 3 0,-6 4 0,-3 2 0</inkml:trace>
  <inkml:trace contextRef="#ctx0" brushRef="#br0" timeOffset="445253">23653 15750 9062,'-13'-14'3276,"6"7"-1785,-7-6-1131,11 10 0,1-1-1,1 0-179,0 2 1260,1 0-1171,4 4 271,8-1-360,3 3 90,4-4-90,-3 0 90,4-2-181,6-1 1,1-2-1610,3 0 1475,-2 0 0,-1 0-135,2 0-90,-9 1-89,2 0-181,-13 2 0,-2-1-809,-4 2 629,-1 0-809,-2 1-1748,-7 4 1967,1-4 231,-7 3 1609,4-5-530,1-4 0,-1 1 0,1-2 0</inkml:trace>
  <inkml:trace contextRef="#ctx0" brushRef="#br0" timeOffset="445664">23981 15213 6862,'12'-33'3276,"-2"7"-2235,-7 17-572,-1 3-290,0 0 158,-1 1-157,0 1 574,-1 4-485,3 5 13,-2 4-12,3 8-90,-2-1-90,2 7-90,-2-3 180,1 1-135,-5 9 0,0 1-135,0-1 0,2 2 0,1-3-90,2-15 0,5-1 0,-4-7-180,-2-2-1529,1-5 900,-2-3-1260,-4-12-1028,0 1 1183,-6-7 1527,3 2 0,-3-1 0,0-1 0</inkml:trace>
  <inkml:trace contextRef="#ctx0" brushRef="#br0" timeOffset="446010">23888 15040 7443,'10'-4'3276,"-2"1"-2325,-2 3-591,2 1 0,2 0-90,2 2 0,3-1-46,9-1 1,2-2-930,4 1 750,-3-2 0,1 0-45,16 1 0,-19-1 0,11 2 0,-23-2 90,0 2 0,-6-1-1160,1 1 1250,-6 0 270,-1 1-271,-3 3 1,-1 1 710,-3 4-710,-1 1 629,-12 28-2754,7-14 2080,1 0 0,0 0 45,1 3 0,-2 2-1,4 7 1,0 9 0,1-6-360,-2 8 60,3-9 0,-1 4 1,2-10-241,5-17 772,0-3-1042,2-3-180,0-3-89,3-3 899,11-34 0,-7 16 0,7-25 0</inkml:trace>
  <inkml:trace contextRef="#ctx0" brushRef="#br0" timeOffset="446315">24449 15183 6903,'24'-17'3276,"-5"5"-76,-21 10-2750,-1 5-90,-7 4 90,2 6 269,-6 14 1,0 3-2677,-2 7 2092,2-3 0,-1 4 180,2 2 0,1-1-270,4-13 0,1 0 0,-5 13 0,-1 4-744,4-10 0,-1 2 0,2-4 654,2-6 0,-1-1-45,-5 20 0,1-1-809,5-12 359,2-13-2216,11 3 1496,-3-21 1,10-4-1080,-6-13 2339,-2 2 0,-2-3 0,-2 6 0</inkml:trace>
  <inkml:trace contextRef="#ctx0" brushRef="#br0" timeOffset="446699">24389 15675 6903,'20'-19'3276,"-3"3"-2144,-9 9-953,0-1 91,1 1-90,2-2 1349,27-14-1349,-21 11 270,21-9-180,-33 18-90,2 1-90,-4 0 539,5 4-539,-4 0 90,3 4 0,-5 2 0,-1 1-3316,-1 2 3226,-2 1-1135,-3 4 1314,-11 9 1,-2 1-240,1 0 15,-2 0 0,1-1 135,5-6 0,4-5-90,1 2-1,6-7 181,27-1-360,-8-5-270,14-4 1,3-2-361,-4-5 1532,-5 1 1,-1-2-2252,0-2-1838,-2-13 2457,-12 16 1,-5-5 0,-11 18 0</inkml:trace>
  <inkml:trace contextRef="#ctx0" brushRef="#br0" timeOffset="449186">22991 15173 6993,'-3'-5'2429,"0"-3"-1980,-2 2-89,-2-3 90,-6-1-270,2 2 0,-5-1 269,-11-5 1,-10-3 0,5 2-360,-7-1-30,9 1 0,-7-2 0,1 6 60,-1 9 0,-1 7 0,5 0-1759,8-2 1,0 1 1629,-11 2 1,-6 0 0,9 3-179,-1 9 277,0 4 0,0 3 22,12-2 0,-5 8 1,1 1-1,3-4-1072,1 0 1,0 0 959,0 1 0,-4 4 0,1 1 0,6-6 90,-2 14-962,1 2 962,11-22 0,-1 1 765,2-3 1,0 6-694,3 9 0,0 11 0,2 4 0,0-1 0,1-8-978,0 4 0,2 1 816,-1-6 0,-1 9 0,1 1 0,2-4 0,3-12-31,5-9 0,2-5 31,6 10 0,3 0-270,4-2 1,2 0 269,-1-1 0,2 0-186,10 2 0,1-4 186,-14-10 0,1-2 0,8 4 0,0-1-45,-8-5 0,0-2 45,1 0 0,0-1 0,-1-1 0,4-2-68,7-4 1,8-2 0,1-2-1,-3-2 8,-3-1 0,-2-3 0,2 1 60,4 0 0,4 0 0,0-1 0,-7-2-30,-7-3 0,-4-2 0,-3 1 390,5-4 0,-3-1-405,-1 1 1,1-6-97,-4-5 0,4-10 0,0-4 0,-2 1 0,-3 6 141,-2 3 0,-4 4 0,2-5 56,2-4 1,3-5 0,0-3-1,-2 2 1,-6 4-87,-6 0 0,-5 4 0,-1 1 63,2-8 0,-1 1-33,-1 7 0,-1-1 0,0 2-45,-1 2 0,-3-1-585,-7-7 1,-5-4-1,1 6 90,2 10 1,-1 1 270,-3-6 0,-2-3 0,-4 11-1354,-13 16 1,-1 8 1873,-10 3 1,7 3-1,1 3 1,-3 15 0</inkml:trace>
  <inkml:trace contextRef="#ctx0" brushRef="#br0" timeOffset="450045">22661 16750 7623,'1'-6'2878,"0"0"-1259,-5 3-1349,1 2 90,-1 2-90,3 2-1,1 0 1,0 2 0,0 3 0,0 2 629,0 23-3661,-3 5 2897,3-14 0,-1 1-2134,-4 20 2224,2-19 0,0 0-748,-3 17 568,3-13 0,-1-1-481,-1 12 496,2-7 0,0 6 0,0-4-105,0-9 0,1 1 45,-1 14 0,0 7 0,1-10 1060,0-2-1465,0 3 1,0-3 44,1-16-90,-2 14 2140,3-35-2410,1-3 1312,0-2-1582,3-3 1158,0-4-1427,0-1 1259,-2-27 0,-2 21 0,-1-17 0</inkml:trace>
  <inkml:trace contextRef="#ctx0" brushRef="#br0" timeOffset="450395">22501 17500 6903,'0'-9'3276,"1"1"0,-2 4-2722,1 2 256,0 0 539,5 14-899,-1-3-181,4 11 91,-3-5-90,-1 2 0,1 0 0,-3 1 0,3-2-91,-1-1 181,11 9-180,-5-15 0,9 5-90,1-25-90,-2-2-516,9-10 426,-5 0-90,2 1-913,-3-2 1,3-4 0,-3 2-547,-5 5 1,0 1 545,5-7 1,2-4 0,-4 3-1742,0-8 465,0-2 1020,3 1 865,-1 6 0,1 0 0,-1 5 0</inkml:trace>
  <inkml:trace contextRef="#ctx0" brushRef="#br0" timeOffset="451163">24223 16385 7443,'7'-9'3276,"-3"0"-166,5-30-2570,-7 24 359,3-21-449,-7 32 0,0 1 0,-1 4 1528,-6 41-1708,5-20-270,-1 5 0,1 2 270,0 10 0,3-8-90,-2 12 134,3 1 1,0 1-1954,0-19 1,0 1 1689,1 5 1,-1 2 0,1-1-1096,0 3 0,0-3 1089,0-7 0,1 0-804,-1 8 1,0 0 758,2 11-320,-2-4 185,2-3 0,1 0-135,0-5 0,0-3 1,-3-5 413,-5-18-1133,-1-3-2288,-31-12 0,18 5 1393,-19-12 895,23 11 989,2-1 0,1 0 0,-1 0 0</inkml:trace>
  <inkml:trace contextRef="#ctx0" brushRef="#br0" timeOffset="451597">24016 17248 6903,'12'-25'3276,"0"-2"-1245,-10 14-1491,2-1 1888,2-1-1888,-1 11 360,9 0-361,-4 9-179,6 3 90,-5-1 449,29 8-3931,-3-8 3032,-12-1 0,1-2 90,3-8 0,-1-3-1046,8-4 956,-12 2 0,0-2-90,9-5-675,-1-8 1,-1-1-135,-3 3 359,-1 0 0,-5 1-899,-17 13-270,-5 1-90,-4 0 1799,-28 11 0,13-1 0,-20 11 0</inkml:trace>
  <inkml:trace contextRef="#ctx0" brushRef="#br0" timeOffset="453746">1706 11145 6903,'0'-14'2519,"0"2"-1980,-1-2-89,1 3-180,-3 1 90,2 2-90,-2 2 449,-1 0-539,1 3 899,0 11-719,3 1 0,3 12 90,-1-3 269,2 16 1,0 11 0,0-5-1735,-2-10 0,1 1 1105,0 14 0,1 6 0,-1-8-45,-2-15 0,0-3 0,0 2 0,-1 0 0,2-2 0,-1 1 0,1-3 0,0 3-135,0 8 0,0 4 0,1-4-1315,-1-9 0,-1 0 1270,3 22 0,-2-5-1894,-2-24 1669,0-4 939,-1-3-3856,4-49 2416,-2 16 339,1-16 1,-1-3 251,0 0 1212,0 13 0,-2-1-1032,1-17 135,-2 10 0,-3-8 0,0-1 0,1 5 146,1 1 0,-1 0-146,0 1 0,-1-7 0,0 1 0,1 7 180,1 4 0,1 4 44,1-15-179,-1 18 0,1-1-55,4 1 1,2 3 414,2 8 270,12 8-1948,-7 32 1497,6 16-52,-3-4 142,0-3 1,4 7 0,-2-4-659,-4-9 0,0 0 359,3 8 0,3 4 0,-3-7 1149,7 9-1119,-8-16 0,7 4 90,1-27 0,2-6 927,0-2-1107,0-3 0,-1-5 90,0-27-90,-7 7 0,-5 9 0,0-1 0,5-11 0,-4 8 0,2-4 0,0 3 807,6-9-807,0-1 0,-1 8 0,-9 29 1781,-1 9-1781,-1 9 0,-3 13 90,0 10-234,-1-8 0,0 9 0,2 4 0,-1-1 1,-1-5-923,2 9 0,1 1 562,-2-6 0,3 9 0,0 2 1,-1-4-1,-1-9-1085,-1-2 0,0-4 689,1 10 1,0 0-275,-5-15 1,-1 0 107,-1 11 0,-2-1 1066,1-10 0,-2 0 0,-1 9 0,-2-1 0,1-12 0,0 0 0</inkml:trace>
  <inkml:trace contextRef="#ctx0" brushRef="#br0" timeOffset="454502">1843 15508 6964,'1'-17'3276,"-3"-1"-1186,-2 8-1550,-1 1-71,0 3 2410,-4 5-2240,3 5-9,-5 8 359,-2 19-629,2-2-330,-6 11 150,4-9-45,-2 12 0,0 3-1261,8-23 1,1 1 1080,-8 21 0,1-1-45,8-13-448,2-2-1101,-3 3 1,2 0-1639,7-10 1646,-3 21 371,12-53 1,-1-5 90,-2-4 179,-2-4 739,1-2 0,-3 0 1,1-1-1</inkml:trace>
  <inkml:trace contextRef="#ctx0" brushRef="#br0" timeOffset="454713">1771 15475 7263,'2'-6'3276,"0"1"-2415,-1 0-321,-2 2-90,1 3 584,3 19 1,4 10-675,2-1-392,0 4 0,3 3 302,-1-10 0,2-1-180,6 15-45,-7-15 0,1 3-75,4 3 0,0 5 0,-1-5-240,6 12-30,-5-12 0,1 5 1,-5-9-241,-6-12-2737,-22-18 0,2-3 2914,-19-21 0,13 13 0,1-1 0</inkml:trace>
  <inkml:trace contextRef="#ctx0" brushRef="#br0" timeOffset="454909">1688 15755 7892,'-5'-17'3276,"2"9"-1065,1-8-2031,6 13 0,5-2-90,2 2 45,15-2 0,4 1-1753,1 1 1528,1-1 0,0 2-630,8 4-179,-9 0-181,7 2-179,-14-4-1170,4-4-848,-9 1 3200,3-2 0,-8 5 1,-2 2-1</inkml:trace>
  <inkml:trace contextRef="#ctx0" brushRef="#br0" timeOffset="456966">22306 17985 7173,'-4'-9'3276,"-1"-3"-2055,1 6-861,0-2-90,1 3-90,0 1 180,1 1 359,-3 0-629,3 5 90,-1 2 0,3 7 270,2 14-270,-1-2 0,3 10-3303,0 5 3213,-2-8-629,2 12 719,-1-14 0,-1 3 0,0 0-90,0-1-45,0-4 0,0 0 494,-2-6-449,0-11 0,-2 0-90,1-14 3081,-1-7-3081,-1 0 30,4-20 0,2-12 0,1 5-30,-2 15 0,0 0 313,2-17 1,1-5-1,0 8-403,4 7 90,4-3 0,1-1-1998,-1 3 1953,-1 1 0,1 5 45,-4 18 0,4 6 0,3 10-2476,-1 5 2476,5 18 0,-8-7 90,3 11-490,-5-8 490,0 1 0,0-2-90,-1-1 180,0-3-180,-2-2 179,8 13-179,-6-18 1370,5 7-1370,-5-24 0,-2-3 90,4-5-90,-3-3 0,3-8 0,1-3 1948,-2 2-1993,1-1 0,0 1 553,-4 6-508,-2 6 0,4 1 0,-4 6 89,7 11-3073,-4 3 2984,7 12-237,2 19 237,-2-5 0,-5-11 0,0 0-179,7 11-545,0 2 184,2-3-180,0-1-919,12-17 1,4-5-1639,1-3 2621,1-6 1,0-7-1,-4-18 1,3-3 0</inkml:trace>
  <inkml:trace contextRef="#ctx0" brushRef="#br0" timeOffset="457898">24369 17935 6993,'3'-7'3276,"0"-1"-2145,-2 1-1196,-1-3 1055,0 2-119,-1 1-422,0 5 129,-3 6-218,0 3 450,-4 14-361,0-1-932,-4 11 1,-4 10 0,2-5 482,6-11 0,-1 1-727,-4 10 1,-2 4 0,4-5 636,2 1-345,3-2 255,0-3-139,2-4-851,-2-1 1,0-1 540,3-4-181,-6 15 725,15-44-1264,-1-1 3055,0-8-2965,-4 1 674,-3-12 1,2 4 0,0-10 0</inkml:trace>
  <inkml:trace contextRef="#ctx0" brushRef="#br0" timeOffset="458114">24273 17975 7803,'8'-11'3058,"-2"1"-2519,0 2 1,1 3-90,-1 3 1799,29 29-1980,-17-10-445,2 1 0,0 4 626,3 10-157,-5-7-203,7 10-45,-10-11 0,-1 0-3229,5 7 3184,-4-7 0,-2-1 0,-2 1-274,-1-3 184,-2 1-273,-1 3 93,-4-6-89,1 2-181,-6-10-2737,-18-18 797,6 3 4595,-18-15-2115,2 2 0,5 4 0,-7-3 0</inkml:trace>
  <inkml:trace contextRef="#ctx0" brushRef="#br0" timeOffset="458296">24153 18225 7803,'-10'-9'3276,"8"4"0,8-6-2992,12 6-104,14-2-3457,2-2 3012,-3 1 0,7-2 0,-4 1-29,-5 2 0,1 0 144,5-2 0,3-1 0,-4 1-479,10-1-451,-4 0-269,-4 2-90,-6 1 0,-7 2 1439,1 1 0,-15 2 0,4 1 0</inkml:trace>
  <inkml:trace contextRef="#ctx0" brushRef="#br0" timeOffset="461346">15024 13060 7713,'-9'-2'1638,"-19"-5"0,-4 1-687,8 1-861,-7-2 0,-3 2 360,9 4 0,2 1-271,-3 1 91,-16 2 0,-1 3-180,15 1 314,2 10 1,-8 8 0,0 3 0,8-4-1966,10-4 0,1 2 1651,-12 11 0,-3 6 0,9-5-1911,12 6 2030,9-3 1,2 7 0,0-5-210,-1-7 0,1-1 30,2 8 0,1 5 0,2-8-49,6 2 64,5-10 0,3-2-1644,8 5 1554,11-10 0,4-7 420,2-14-375,-7-4 0,-1-4-45,-14-1 0,-1-3 324,12-10 0,0-3-324,-9 7 0,0-3 15,1-4 0,3-3 0,-4 1-60,-3 3 0,-3-4 0,-3-5 0,0-8 0,-2-1 0,-3 6 0,-3 3 0,-4 0-90,1-14 0,-1-6 1,-6 10-271,-13 5-405,2 9 1,-2 3-987,-5 6 1841,-9 8 0,-4 5 0,1 9 0,2 2 0,0 1 0</inkml:trace>
  <inkml:trace contextRef="#ctx0" brushRef="#br0" timeOffset="462395">15021 16863 7161,'-10'-17'2878,"5"7"-1988,-10-5-710,8 10 274,-3-1-274,2 1 989,-21-10-809,8 8-3385,-13-6 3205,16 11 90,5 3 190,1-1 889,-21 5-1169,16-2 180,-16 3-1,15-4-179,6-1 0,-5 2 900,-19 11-721,19-3-224,-5 4 0,1 2-729,7 3 954,-4 10-180,7-5 0,0 3 90,1 6 0,1 2-270,0 4-91,1-5 0,2 0 91,9 6 0,2-12-526,4 10 526,2-14 90,1 0-90,9 0 0,2-1-1172,8 2 1172,-5-4 0,5-4-45,9-15 0,0-5 45,-12 0 0,0-2 95,19-4 1,0-3-141,-20 1 1,1-5-263,2-4 0,4-7 1,1-1-1,-4 3 262,4-4 0,0-2 296,-6 5 0,4-2 0,-2-2 0,-4-1-251,-4-7 0,-4 0 0,-3 1 1031,1 1 0,-2-1-1031,-1 1 0,-1-2 0,-3-1-1031,-7-11 0,-6 3 806,-2 8 0,-1 1 600,-1-8 0,-3 3-555,-1 14 1,-3 4-901,-9-5-449,-4 4-110,3 10 1,-1 2-575,-16-3 1968,11 10 1,-6 2 0,3 2 0,6 2-1,0 2 1,-16 3 0,0-1 0</inkml:trace>
  <inkml:trace contextRef="#ctx0" brushRef="#br0" timeOffset="2.92595E6">5691 17522 24575,'0'-16'0,"0"2"0,0 14 0,0 0-4298,-13 0 4298,9 0 1322,-9 14-1322,13-11 700,13 10-700,-9-13 0,9 0 0,-13 0 0,0 14 0,13-11-4508,-9 24 4508,22-24 0,-22 10 0,9 1 0,-13-11 0,0 24 0,0-24 0,13 24 0,-9-24 6784,9 23-6784,-13-22 0,0 22 0,0-22-2876,0 22 2876,13-22-4201,-9 22 4201,9-9 0,0 13 0,-10-13 0,11 9 0,-1-9 0,-10 13 0,24 0-2976,-24 0 2976,24 0 0,-24 0-1268,24-14 1268,-24 11 0,24-10 0,-24-1 0,11 11 0,-1-24 4537,-10 24-4537,24-24 0,-24 24 0,10-24 6784,-13 10-6784,0-13 0,0 0 0,-13 0 0,10 0 0,-24-13 0,24 10 0,-24-11 0,11 14 0,-14 0 0</inkml:trace>
  <inkml:trace contextRef="#ctx0" brushRef="#br0" timeOffset="2.92623E6">5691 18271 24575,'-17'-16'0,"17"-11"0,4 24 0,9-24 0,-13 10 0,13-13-6784,4 0 6784,13 1-2990,-13-1 2990,23 0-642,-21-14 642,25 11 0,-14-10 0,0 13 0,0 0 0,0-13 0,0 9 0,-1-9 0,-12 26 0,10-9 1703,-24 22-1703,10-22 750,-13 23-750,14-11 0,-11 14 0,10 0 6200,-13 0-6200,0 0 0,0 0 0</inkml:trace>
  <inkml:trace contextRef="#ctx0" brushRef="#br0" timeOffset="2.92653E6">6290 17702 24575,'17'0'0,"-4"0"0,-13-13 0,0 9 0,0-9 0,0 13 0,0 0 0,0 13 0,0-9 0,0 9 0,-13 0 0,9-9 0,-9 22-6674,0-9 6674,9 13 0,-9 0 0,0 0 0,10 0-144,-11 0 144,14 13 0,-13-10 0,10 11 0,-11-14 0,28 0 0,-11-1 0,10-12-4526,-13 10 4526,14-11 0,-11 1 4417,10 10-4417,0-37 143,4 20-143,0-24 0,9 1 0,-22-4 0,22-13 0,-22 0 0,22 14 0,-9 3 0</inkml:trace>
  <inkml:trace contextRef="#ctx0" brushRef="#br0" timeOffset="2.92674E6">6560 17672 19142,'16'13'0,"-16"-9"2508,-3 22-2508,-10-9 0,13 13 0,13 0-6748,-10 0 6748,11 0-2327,-14 0 2327,0 0 408,0 0-408,0 0 0,0 0 0,0 0 0,0 0 0,0 0 0,0-14 0,0 11 277,0-24-277,0 24 0,0-24 4540,0 10-4540,0-13 0,0 0 0,0 0 0</inkml:trace>
  <inkml:trace contextRef="#ctx0" brushRef="#br0" timeOffset="2.92693E6">6470 17882 24575,'16'0'0,"-2"0"0,-1 0-8751,-10 0 8751,24 0 0,-24 0 2395,24 0-2395,-10-13 0,13 9 0,0-9 1375,-1 0-1375,1 9 0,0-22 0,-13 22-1599,10-22 1599,-24 22-405,10-22 1,-13 9 0,0-13 0</inkml:trace>
  <inkml:trace contextRef="#ctx0" brushRef="#br0" timeOffset="2.92713E6">6949 17582 24575,'13'17'0,"-9"-4"0,9 1-4711,0 2 4711,-9 14 1145,9 0-1145,0 0 0,-9 0 0,9 0 829,-13 0-829,13 0-5878,-9 13 5878,9-10-2822,-13 11 2822,0-14-1993,0 0 1993,0 0 0,0-14 0,0 11 3492,-13-24-3492,9 24 5222,-22-24-5222,22 10 0,-22-13 0,9 0 572,0 0-572,-9 0 0,22 0 0,-9 0 0</inkml:trace>
  <inkml:trace contextRef="#ctx0" brushRef="#br0" timeOffset="2.92734E6">7368 18002 24575,'17'0'0,"-4"0"0,1 0 0,-11 0 0,10 0 0,1 0 0,-11 0 0,24 0 0,-24-14 0,24 11 0,-24-10 0,23 13-6582,-9 0 6582,0 0 0,-4 0 0,-13 0 0,0 0 0,0 0 0</inkml:trace>
  <inkml:trace contextRef="#ctx0" brushRef="#br0" timeOffset="2.92753E6">7338 18301 24575,'0'17'0,"0"-4"0,14-13-1213,-11 0 1213,24 0 396,-24 0-396,24-13 201,-24 9-201,24-9 0,-11 0 0,14 10-6168,-13-11 6168,9 14 0,-22 0-64,9 0 64,-13 0 0,0 0 0,0 0 0</inkml:trace>
  <inkml:trace contextRef="#ctx0" brushRef="#br0" timeOffset="2.92889E6">8477 17852 24575,'16'-17'0,"-2"4"0,-14 13 0,0-13-3249,0 9 3249,0-9 0,0 13 1021,0 0-1021,0-13 533,-14 9-533,11-9 0,-10 13 0,13 0 1695,0 0-1695,-14 0 0,11 0-4705,-10 0 4705,-1 0 0,11 0 0,-24 0 0,24 0 0,-24 0 0,24 13 0,-23-9 0,22 9 0,-22 0-2079,22 4 2079,-22 0-4537,9 9 4537,-13-9-3034,0 13 3034,13 0-70,-9 0 70,9 0 0,1 0 0,-11 0 0,24 0 0,-24-1 0,24 1 0,-24 14 0,24-11 0,-11-3 0,14-3 0,0-11-299,0 14 299,14-13 2852,-11 9-2852,10-22 4263,1 22-4263,-11-22 0,24 9 0,-24-13 1430,24-13-1430,-11 9 0,1-22 0,9 22 916,-9-22-916,0 9 0,9-13 0,-22 0 0,22 0 0,-22 14 0,22-11 0,-22 10-2232,9 1 2232,0 2 4491,-9 1-4491,9 10 0,-13-11 0,0 14 0,-13 14 0,9-11 3004,-9 24-3004,13-11 0,0 14 0,0 0-6784,0 0 6784,-13 0-394,9 0 394,4 0 0,4 0 0,9-13 0,-13 9 0,13-22 6589,-9 9-6589,9-13 0,0 0 0,-10 0-1974,24 0 1974,-24-13 0,24-4 0,-24-13-675,11 0 675,-1 0 0,-10 0 0,11 0 0,-14 0 0,0 0 0,0 0 0,0 14-3209,0-11 3209,0 24 0,-14-24 550,11 24-550,-10-10 0,-1 13 0,11 13 0,-10-10 0,13 10 5897,0-13-5897,0 14 0,0-11 0,0 10 0,0-13 0,13 0 0,-10 0 0,11 14 0,-14-11 0,13 10 0,4-13 0</inkml:trace>
  <inkml:trace contextRef="#ctx0" brushRef="#br0" timeOffset="2.92913E6">8656 18092 24575,'14'-17'0,"-11"4"0,10-1-4190,-13 11 4190,0-10 0,0 13 1291,0 0-1291,0 13 684,0-10-684,0 24 0,0-24 0,0 24-6050,14-24 6050,-11 24 0,10-24 1481,1 24-1481,-11-11 0,24 1 0,-24 10 0,10-24 0,-13 24 6784,0-24-6784,0 10 0,0 1-1164,0-11 1164,0 10 0,0-13 0,-13 13 0,10-9 0,-11 9 0,1-13 0,10 0 1164,-11-13-1164,1 9 0,10-9 0,-24 0-1696,24 10 0,-11-11 0,14 14 0</inkml:trace>
  <inkml:trace contextRef="#ctx0" brushRef="#br0" timeOffset="2.92983E6">9136 17822 23486,'0'17'0,"0"-4"537,0-13-537,0 0 0,-14 0 0,11 13 182,-10-9-182,13 9-6600,0 0 6600,0 4-4351,-14 13 4351,11 0-256,-10 0 256,13 0 0,-14 0 0,11 0 0,-10-1 0,13-12 4409,0 10-4409,0-11 0,0 1 3376,0-4-3376,0 1 0,13-11 481,-10 10-481,11-26 0,-1 10 0,-10-24 0,11 24 0,-1-24 3311,-10 10-3311,24 1 0,-24-11-2905,24 11 2905,-24-1-5399,11-10 5399,-1 24 0,-10-10 0,10-1 0,-13 24 0,0-20 2012,0 24-2012,0-1 6292,0-10-6292,0 24 0,0-10-6784,0 12 6784,0 1 0,0-13 0,0 10 0,0-11 0,0 1 0,0 10 0,14-24 6784,-11 24-6784,10-24 0,-13 10 0,14-13-6784,-11 0 6784,24-13 0,-11 10 0,1-24 0,10 10 0,-24-13 0,24 0 0,-24 0-274,24 0 274,-24-13 0,10 10 0,-13-10-4446,0 13 4446,0 0-30,13 0 30,-9 0 0,9 0 182,-13 13-182,0 4 4522,0 0-4522,-13 9 6761,9 4-6761,-22 4 0,23 9 0,-24 0 0,10 4 0</inkml:trace>
  <inkml:trace contextRef="#ctx0" brushRef="#br0" timeOffset="2.93018E6">9585 18211 24575,'0'17'0,"-13"-4"0,9 1-9831,-9-11 9715,13 24 2729,0-11-2613,0 1 1541,0 9-1541,0-22 0,0 22 0,0-22 5793,0 22-5793,0-22 0,0 9 0,13-13-6340,-9 0 6340,22-13 0,-9 9 0,13-22 0,-14 9 0,11-13 0,-10 0 0,-1 0 0,11-13 0,-24 23 0,24-20 0,-24 23-4684,11 1 4684,-14-11 0,-14 24 4240,11-10-4240,-24-1 0,24 11 0,-24 3 0,24 3 0,-24 11 6784,24-14-6784,-10 0 0,13 0 0,0 13 0,-14-10 0,11 10 0,-10-13 0,13 0 0</inkml:trace>
  <inkml:trace contextRef="#ctx0" brushRef="#br0" timeOffset="2.93048E6">10034 17702 24575,'17'-33'0,"-4"6"0,-13 27 0,0 0 0,0 14 0,0-11-8503,0 23 8503,0-9 116,-13 26-116,10 4 0,-11 13 0,14 0 0,0 0 0,0 0-527,0-14 527,0 11-3831,0-11 3831,0 14 0,14-13 0,-11 9 0,10-22 590,0 9-590,-9-13 0,9-13 0,0 9 379,-9-22-379,9 9 4311,0-13-4311,-9-13 0,9 9 0,-13-22 0,0 9 0,-13-13 0,9 0 0,-9 0 0</inkml:trace>
  <inkml:trace contextRef="#ctx0" brushRef="#br0" timeOffset="2.93068E6">9854 18151 24575,'17'0'0,"10"-13"0,-24 10 0,24-11-9831,-11 1 8928,14 10-1543,14-24 2446,-11 11 0,23-14 1591,-9 0-1591,0 13 0,-4-10 0,-13 11 0,-14-14 0,11 13 0,-24-9 0,11 9 0</inkml:trace>
  <inkml:trace contextRef="#ctx0" brushRef="#br0" timeOffset="2.93301E6">10573 17193 24575,'-16'0'0,"-11"-13"0,24 9-1407,-24-9 1407,10 13 458,-12 0-458,-1 0 233,0 0-233,0 0 0,-14-13 0,11 9 0,-10-9-6068,0 13 6068,9-13-4537,-22 9 4537,9-22-768,-13 22 768,0-22 0,0 22 0,-13-22-1468,-3 23 1468,32-10 0,-2-1 0,-5 5 0,-1 1 0,-1 0 0,-1 0 0,-5-7 0,-2 3 0,1 10 0,1 1 0,-1-13 0,0 1 0,-7 11 0,1 1 0,4-13 0,0 1 0,-10 11 0,-2 1-667,5-13 1,2 1 666,-1 11 0,-1 1-530,-5-5 1,2-2 529,10 1 0,1 1 0,-6 5 0,0-1 0,7-5 0,1 1 0,-2 6 0,2 0 278,5-7 0,1 0-278,-5 6 0,0-1-245,11-4 1,1-1 244,-7-1 0,2 2 1485,-25 3-1485,32-3 0,1-1 0,-20-7 0,-10 11 0,26-10 0,-9-1 0,9 11 0,1-24-664,-11 24 664,24-10 0,-24 13 0,24 0 209,-24-14-209,11 11 2448,-14-10-2448,13 13 0,-9 0 4000,9 0-4000,-13 0 0,0 0 0,0 13-3287,0-10 3287,14 11-290,-11-14 290,24 0 0,-10 0 0,13 0 0,0 0-128,-14 13 128,25-10 0,-21 11 0,23-14 1516,0 0-1516,-9 13 1063,9-10-1063,0 11 851,-9-1-851,22-10 179,-22 11-179,9-1 3189,1-10-3189,-11 24-1473,10-10 1473,-13 12-4537,0 1 4537,14 0-543,-11 0 543,10 0 0,-12 0 0,-1 14 0,0-11 0,13 23-806,-10-9 806,24 13 0,-24 0 0,24 0 0,-24 0 0,24 0-409,-10-1 409,13-12 0,0 10 0,0-11 486,0 14-486,0-13 0,0-4 0,13-13 0,-10 13 0,11-23 0,-14 20 0,13-23 3298,-10 13-3298,11 0 1113,-1 0-1113,-10 0 0,11-1 0,-14 1 0,0 0 434,0-13-434,0 10 0,13-24 0,-10 24 0,11-11 693,-14 14-693,13-13 271,-10 9-271,11-22 0,-1 22 0,-10-22 6784,11 22-6784,-1-22 0,-10 22 0,10-22-2984,-13 22 2984,0-22 0,14 9 0,-11 0 0,10-9 0,-13 9 0,0-13 0,14 0 0,-11 0 2984,10 0-2984,-13 13 0,0-10-900,0 11 900,0-14 0,0 0 0,0 13 0,0-10 0,14 11 0,-11-14 0,10 0 900,1 0-900,-11 0 0,10 13 0,1-10-6784,-11 11 6784,24-14 0,-24 0 0,10 0 0,0 13 0,-9-10 0,22 11 0,-9-14 0,0 0 6784,-4 13-6784,0-10 0,-9 11-3838,22-14 3838,-22 0-1995,22 0 1995,-22 0 0,9 13 0,0-10 0,-9 11 0,9-14 3377,0 0-3377,-10 0 0,11 13 0,-1-10-1517,-10 11 1517,24-14 0,-24 13 0,24-10 0,-24 10 0,24 1 0,-10-11 0,-1 10 0,11-13 0,-10 14 0,12-11-2811,1 10 2811,0-13-953,0 14 953,0-11 0,14 10-455,-11-13 455,23 0 0,-22 0 0,9 0 0,0 0 0,-10 0-4070,24 0 4070,-24 14 0,24-11 0,-24 10 157,10 1-157,1-11 0,-11 10 0,10 1 0,1-11 0,-11 24 0,10-24-2567,0 23 2567,-9-22 0,22 9 0,-22-13 522,22 0-522,-23 13 0,24-9 0,-24 9 50,24-13-50,-24 0 0,24 0 0,-24-13 0,24 9 0,-11-9 0,1 13 0,9 0-526,-22 0 526,22-13-171,-9 9 171,-1-9 2505,11 13-2505,-10 0 0,-1 0 4055,11 0-4055,-24 0 0,10 0 0,-13 0-2580,0 0 2580,0 0 35,0 0-35,0 13 0,0-9 0,0 9 0,0-13 0,0 0 0,0-13 0,0 9 0,13-9-841,-10 13 841,11-13 0,-1 10 0,-10-11-372,24 1 372,-24 10 0,23-11 0,-22 1 0,9 10 4203,-13-11-4203,13 14 0,-9 0 0,9-13 0,-13 10 0,13-11 264,-10 14-264,11 0 0,-1 0-145,-10-13 145,10 10 0,-13-11 0,0 14-4242,14 0 4242,-11 0 0,10 0 0,-13 0 277,0 0-277,0 0 0,13 0 0,-10-13 0,11 10 0,-14-11 0,0 14 0,13 0-2862,-10 0 2862,10 0 0,-13-13 0,0 10 2421,0-11-2421,14 14 0,-11 0 0,10-13 195,-13 10-195,0-10 0,13 13 0,-9-14 0,9 11 0,-13-10 0,0-1 0,-14 11 554,11-10-554,-10 13 0,13-14 9,-14 11-9,11-10 0,-24-1 0,24 11 4537,-24-10-4537,24 13 0,-24 0 5298,24 0-5298,-24 0 0,24-14 0,-24 11 0,10-10 0,1 13 0,-11 0 0,10 0 0,1 0 0,-11-14 0,10 11 0,1-10-2629,-11-1 2629,10 11 0,1-10 0,-11 13 0,10 0 0,-13-13 0,0 9 0,0-9 0,0 13 4115,0-13-4115,0 9 0,0-22-6784,0 22 6784,0-22 0,0 9 0,0-13 0,0 13 0,0-9 0,0 9-4537,13-26 4537,-9 10 4537,9-11-4537,-13 14-4537,13 0 4537,-9-13-3034,9 10 3034,-13-10 2906,0 13-2906,13 0 0,-9 0 0,9 0 0,-13 0 0,0 0 0,0-13 0,0 9 0,0-9 320,0 13-320,0 0 14,0 0-14,0 0 0,0 14 0,0-11 4639,0 10-4639,0 1 6219,0-11-6219,0 11 257,0-1-257,0-10 0,0 24-3873,0-24 3873,0 24 0,0-10 0,0 13 0,0-14 0,0 11 0,0-10 0,0 13 3873,0 0-3873,0-14 0,0 11 0,0-10 0,0 13 0,-13 0 0,9 0 0,-9 0 0,0 0-5404,-4 0 5404,0 0 0,-9 13 0,23-10 0,-24 11 0,10-14 0,-13 0 0,0 0 0,0 0 0,0 0 0,0 13 0,1 4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08T02:27:06.409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3799 5718 6813,'-13'20'3276,"6"-9"-1875,-3 5-951,7-12-90,2 0 180,0-2-181,1 1 91,0-1-90,0 1 90,0-2-180,0 1 539,1-2-629,0 2-90,1-1 0,0-1 0,-1 2 0,2-2-90,-2 2 90,2-2-90,-2 0 0,0 0-90,2 0 0,-2 1-90,1 0-720,3 3-89,2-2-360,-2 2-1799,2-6 1618,-4-3 181,4-8 1349,-1-3 0,4-4 0,0-1 0</inkml:trace>
  <inkml:trace contextRef="#ctx0" brushRef="#br0" timeOffset="1566">18887 5510 7713,'1'-6'2698,"-2"1"-2158,-2-1-180,-1-1 89,-1 2-89,0-1-90,0 1 360,-1-1-451,1 2-89,1 0 180,1 3-180,3 1 0,8 0 0,1 0-90,10 0 90,13-2 0,-2 0-411,15-3 366,-19 2 0,1 0-45,15-3 90,1-1 0,9-1 0,-8 1-1080,-17 2 0,-1 0 990,12-2 0,4 0 0,-8 2 90,-6 0-401,-8 1 311,0 0-90,-7 2 180,-5 0 226,1 1-316,-6 1 0,1 0 0,-1 0 1980,-1 0-2070,-1 0 496,1 1-406,-1 1 0,3 0 0,-2 1 0,2-1 0,0 2 90,-2-3-90,3 2-90,1-1 0,0-1-810,11 6-89,-5-3-180,5 2-1620,-4-7 1530,-7 0 90,3-5 1169,-4 2 0,2-1 0,-1 2 0</inkml:trace>
  <inkml:trace contextRef="#ctx0" brushRef="#br0" timeOffset="15639">8137 0 748,'-46'0'179,"-1"0"1,0 0 0,0 0 0,1 0 0,-1 0 0,0 0 0,0 0 0,1 0 0,2 0 0,6 0 0,2 0 0,-2 1 0,-4-1-314,3 0 1,-5 1 0,-3-1-1,-2 0 1,0 1 0,2 0 0,3 0-1,5 0 1,6 1-47,-5 2 0,6 0 1,1 2 213,-3 1 0,1 1 0,-1 1-274,1 0 0,0 2 0,-2 0 202,-1 2 1,-2 1 0,0 0-1,3 1 1,-2 0 0,2 0-1,-1 1 1,1 0 0,0 0-1,0 0 1,0 0 0</inkml:trace>
  <inkml:trace contextRef="#ctx0" brushRef="#br0" timeOffset="1.14802E6">5742 17710 7623,'-5'1'3148,"0"-1"-1529,-5-5-1079,5 0 359,-5-6-539,6 7 989,-3-3-1169,4 5 0,-1 0 90,5 2-180,3 2 180,1 1-1,4 3 361,10 7-3572,-2-1 3302,11 5 29,6-1 1,10 3 0,-4-2-1435,-10-5 1,3 1 1089,-1-2 0,8 2 0,4 1 0,1 1 0,-3-3 0,-7-2-759,12 1 1,-2-3 713,-4 0 0,4 1 0,0-1 0,-5-2-254,3-1 1,-2-4 283,0 0 0,2-2 0,-2 1-30,-8-1 0,-1 0 0,1 0 0,7-2 0,2 1 0,1-2 0,-5-1 0,2 0 0,-1-1 0,-3 1 0,10-2 0,1 0 0,-8 0 0,4 0 0,-1 0 0,-6 1 240,-4 0 1,-4 1-241,8-2 0,-3 2 0,4 0 0,-7 1 0,-5 3 531,-5 0-531,-3 1 90,16 4 1766,-16-2-1766,18 5-90,-22-4 0,4 1 2776,-5-2-2776,1 1-90,-1-1-180,0-1 1681,-1 1-3480,4-7 90,-7 2-269,4-7-1,-11 4 1429,-14-6 1,-2 7 0,-13-2 0</inkml:trace>
  <inkml:trace contextRef="#ctx0" brushRef="#br0" timeOffset="1.14936E6">9310 17623 7263,'8'-8'3148,"-3"-1"-1979,0-1-4446,-4 2 2895,-1 0 2047,-1 3-1305,-2-1 700,2 1-610,0-1-90,1 2 0,0 0 2462,0 3-2012,0-2-720,1 3 0,1 1-90,1 1 0,0 2 0,-1-2 90,-1 1 90,13 9-90,-7-6 90,14 9-90,-11-10-1,3 2 1,-2-2 0,1 0 360,19 6-1556,-11-4 1196,15 3 0,-16-6 90,3-1-90,2-2 0,17 0-2996,-8 0 2996,12 1-2004,-13 0 1914,14 2-318,-11 0 318,10 1-312,1 2 312,-9-2 0,11 4 90,-15-4-90,1 1-23,4 0 1,12 2 0,3 1-1,-8-3 23,-2 1 0,0-1 0,-5-1 0,5 2 0,3 0 0,-4 0 0,-7-2 823,1-1 1,-5-1-779,1 0 0,3 0-337,8 1 1,4 0 0,-2-1 291,-1 0 0,0 0 0,2 0 0,2 0 0,-3-1 0,-7 0 0,-1 0-217,-3-1 0,3 0 0,-2 0 172,6-1 0,-1 0 45,-5 0 0,1 0 0,-3 0 0,2-2 0,-1 1 0,-2-1 0,2 0-30,7 0 0,5-2 0,-5 1-353,-6 0 0,0 1 383,3-1 0,3-1 0,-7 2-90,6-2 90,-14 1 0,0 0 808,14-3-808,-14 3 0,-1-1 596,9-1-507,4-2 1,2-1-90,4-1 0,-4 1 0,-1 0 0,-4 1 744,0-2-833,-1 0 89,-1-1 790,0 0-790,-2 0 319,6-3 1,1 0-320,-6 3 0,2-2 0,-5 1 3188,-21 10-3188,1-1 0,-5 2 615,-1 0-615,-3 0 0,-5 0-180,4 0-270,-3 0-2827,-8-9 0,2 2 2689,-22-10 0,6 9 1,-12-1-1</inkml:trace>
  <inkml:trace contextRef="#ctx0" brushRef="#br0" timeOffset="1.62642E6">21656 4673 16454,'-17'0'0,"4"0"0,13 0 3550,0 0-3550,-13 0 1397,9 0-1397,-9 0 744,13 0-744,0 0 0,-13 0 0,9 0-2558,-22 0 2558,22 0 0,-22 0 0,9 0 0,-13 0 0,0 0 0,14 0 0,-24 0 0,20 0 0,-24 0 0,14 0 0,1 0-5132,-1 0 5132,0 0 2255,0 0-2255,13 0 0,-10 0 0,11 0 0,-14 0 0,0 0 0,13 0 0,-9 0 6248,9 0-6248,0 0 1617,4 0-1617,13 0 0,0 0 0,0 13 0,0 4 0,0-1 0,0 11 0,13-24 0,-9 24 0,9-24 0,0 10 0,4-13 0,13 0-6784,-14 0 6784,11 0-4537,-10-13 4537,13 10-68,0-24 68,-14 11 0,11-1 0,-10-10 0,-1 24 0,-2-10 4504,-1 13-4504,-10 0 6734,10 0-6734,-13 0 151,0 0-151,14 0 0,-11 0 0,10 0 0,-13 0 0,0 0 0,0 13 0,0 4-6784,14 13 6784,-11 0-4537,10-1 4537,-13 1-128,0 0 128,14 0 0,-11 0 0,24 0 0,-24-13 0,10 9 0,-13-22 0,14 9 4474,-11-13-4474,10 0 0,1 0 0,-11-13 0,23-4 139,-22-13-139,9 0 0,-13 0 0,0 0 0,0 0 0,0-13 0,0 10 0,0-10 0,0 26 0,0 4 0,0 13-1840,-13 0 1840,9 0 0,-9 0 0,0 0 5846,-4 0-5846,-13 0 68,0 0-68,0 0 0,0 0 0,0 0 0,1 0 0</inkml:trace>
  <inkml:trace contextRef="#ctx0" brushRef="#br0" timeOffset="1.62858E6">20997 3594 13822,'17'-13'0,"9"10"4387,-22-11-4387,9 1 1865,-13 10-1865,0-11 1023,0 1-1023,13 10 0,-10-11 0,11 1 485,-14 10-485,0-10 0,0 13 0,-14 0 0,11-14 0,-10 11 0,0 3 0,9 3 0,-22 11 2993,9-1-2993,-13 3-6784,-13 14 6784,9 0-4537,-9 14 4537,0 2-1666,10 14 1666,-11 0-699,14 0 699,0 0 0,1 0 2207,-1 0-2207,0 0 0,13-1 0,4-12 0,13 10 0,0-24 237,13-3-237,4-3 925,13-24-925,0 10 0,-1-26 0,1 10 732,14-24-732,-11-3 0,10-3 0,-13-24-1980,13 10 1980,-9 1-2938,9-11 2938,-13 11 0,-13-1 224,9 4-224,-22 13 0,9 0 0,0 0 3071,-10 13-3071,11 4 0,-28 13 1813,11 13-1813,-10-9 0,0 22 0,9 4 5262,-9 4-5262,0 22 0,9-23 0,4 11 0,4-14 0,9 13-5254,0-10 5254,-9-3-2027,22 10 2027,-23-33 0,24 33 0,-24-37 1972,11 10-1972,-1-13 154,-10-13-154,24 10 5544,-24-24-5544,11 10-3040,-14-13 3040,0 0-4537,0 1 4537,0-1-396,-14 0 396,11 0 0,-10 0 0,-1 13 0,11-10 0,-10 24 0,13-23 4340,0 22-4340,-14-9 0,11 13 5087,-10 13-5087,13-9 823,13 9-823,-10-13 0,11 0 0,-1 0 0,4 0 0,-1 0 0,11 0 0,-10 0-5317,13 0 5317,-14-13-4537,11 9 4537,-24-9 0,24 0 0,-24 9 0,24-9 0,-24 13 4537,10-13-4537,-13 9 6784,0-9-6784,0 13 0,0 0 0,0 13-2495,0-9 2495,0 9 0,14-13 0,-11 13 0,10 4 0,-13 13 0,14-14 0,-11 11 2495,10-10-2495,1 13-6784,-11 0 6784,24 0-4537,-24 0 4537,10-14 0,-13 11 0,0-11 0,0 1 0,0 10 0,0-11 4537,-13 14-4537,-4-13 0,1 10 0,-24-11 0,33 1-4537,-33 9 4537,23-22-86,-13 22 86,14-22 0,-11 9 0,24-13 0,-10 0 0,13 0 1123,0-13 1,13 9 0,4-9-1</inkml:trace>
  <inkml:trace contextRef="#ctx0" brushRef="#br0" timeOffset="1.62917E6">22075 3714 24575,'0'-30'0,"0"0"0,0 0 0,14 0 0,-11 0 0,-3 14 0,-3-11 0,-11 24-5723,14-24 5723,0 24 0,-13-10 1260,10 13-1260,-24 13 0,24 3 0,-11 14 0,1 0 0,10 0 0,-24 14-5306,24 2 5306,-11 14-1552,14-13 1552,0 9-171,0-9 171,0-1 0,0-2 0,0-14 0,14 0 0,-11 0 0,24-14 4452,-24-2-4452,24-14 0,-11 0 0,14-14 0,-13-2-186,10-14 186,-11 0 0,14 0 0,0-14 0,0 11 0,-13-23 0,9 22 0,-22-9 0,22 13-4390,-22 0 4390,9 14 3987,-13-11-3987,13 24 428,-10-11-428,11 28 0,-14 2 0,-13 14 0,9 0 0,-22 0 6578,22 13-6578,4-9-6161,4 22 6161,22-23-1308,-23 11 1308,24-14-133,-24 0 133,11 0 0,-1-14 0,-10-2 0,24-14 0,-10 0 6070,13-14-6070,-14-2-4776,11-14 4776,-24 0-1118,24 0 1118,-24-14-568,24 11 568,-24-23 0,10 22 0,-13-22 0,0 22 0,0-9 0,0 13 0,0 0 0,0 0-2371,0 14 2371,0 2 455,0 14-455,0 0 0,0 14 0,0-11 0,0 10 0</inkml:trace>
  <inkml:trace contextRef="#ctx0" brushRef="#br0" timeOffset="1.62955E6">22824 4133 24575,'-17'0'0,"4"0"0,0 0 0,9 14 0,-22-11 0,9 24-6784,1-11 6784,-11 1 0,24 10 0,-11-24 0,14 24 0,0-11 0,0 1 0,0 10 0,0-11 6784,14 1-6784,-11 9-5577,10-22 5577,-13 9 0,14-13 0,-11 0 0,24-13 0,-24-4 0,23-13 0,-22 0 0,22 0 0,-22 0 0,9 0 0,-13 0-4937,0 0 4937,0 14-807,0-11 807,0 11 0,0-14 0,0 13 0,0 4 0,0-1 4537,0 11-4537,0-10 6784,0 13-6784,0 0 0,13 0 0,4 0 0</inkml:trace>
  <inkml:trace contextRef="#ctx0" brushRef="#br0" timeOffset="1.6298E6">23393 3534 22560,'33'-63'0,"-6"7"0,-27 39 981,0-10-981,-13 24 339,9-10-339,-22 13 0,22 13-6439,-22 4 6439,23 26-2342,-24 4 2342,24 12-815,-24 1 815,24 0 0,-11 13 0,1-9 0,11-22 0,1 2 0,-13 33 0,12-32 0,4 0 0,12 31 0,-11-3-1708,10-13 1708,-13-13 293,0 9-293,0-36 0,14 20 0,-11-23 4347,10 0-4347,-13-4 6499,0-26-6499,0 9-5924,-13-22 5924,10 9-1135,-11-13 1,14 0 0,0 0 0</inkml:trace>
  <inkml:trace contextRef="#ctx0" brushRef="#br0" timeOffset="1.62995E6">23154 4074 24575,'29'-17'0,"1"-10"-9831,0 24 8341,0-24 2164,14 11-674,-11-1 1944,23-10-1944,-22 11 0,22-14 0,-22 13 0,-4-9 0,-4 9 0,-22 0 0,9 4 0</inkml:trace>
  <inkml:trace contextRef="#ctx0" brushRef="#br0" timeOffset="1.63281E6">21057 4763 24575,'0'-17'0,"0"4"0,-13 13 0,9 0 0,-9-14 0,13 11 0,0-10 0,0 13 0,0-14 0,0 11 0,0-10 0,0 13 0,0 0 0,-13-14 0,9 11 0,-9-10 0,13 13 0,-13 0-1950,9 0 1950,-9 0 0,13 0 0,-13 0 0,9 0 0,-22 0 0,9 0 0,-13 13 0,13-10 0,-22 24-4834,19-24 4834,-24 11-4349,28-1 4349,2-10 0,14 11 0,0-14 0,0 0 0,14 0 4629,-11 0-4629,10 0 6504,1 0-6504,-11 0 0,24-14-6784,-11 11 6784,1-10 0,9 13 0,-22 0 0,22 0 0,-22 0 0,9 0 0,-13 0 0,13 0 6784,-9 0-6784,9 0 0,-13 0 0,0 0-4692,-13 13 4692,9-10 0,-9 11 0,26-14 0,-9 0 0,9 0 0,-13 0 0,0 0 4692,13 0-4692,-9 0 0,22 0-6784,-9-14 6784,0 11-1721,23-10 1721,-21 13 0,11-14 0,-16 11 0,-1-10 0,-23-1 5932,33 11-5932,-33-10 0,24 13 0,-1 0-4211,4 0 4211,-1 0 0,11 0 0,-24 0 0,11 13 0,-14-10 0,0 11 0,-14-14 6784,11 13-6784,-24 4-6784,24-1 6784,-24 11-4537,24-10 4537,-10-1-117,-1 11 117,11-24 0,-10 10 0,13-13 0,0 0 0,13 0 0,4-13 0,-1 10 4479,11-24-4479,-10 24 0,13-24 0,0 24 0,-1-24 0,1 24 175,0-24-175,-13 24-4537,10-24 4537,-24 24 0,10-24 0,1 24 4537,-11-10-4537,10 13 0,-13 0 0,0 0 0,-13 0 0,10 0 0,-11 13 0,1-10 272,10 24-272,-11-24 0,1 24 0,10-24 0,-24 11 0,24-1 0,-11-10 0,1 11 6512,10-14-6512,-11 13 0,14-10 0,0-3-3314,14-3 3314,-11-10 0,24 13 0,-11 0 0,28-14 0,-11 11-881,23-24 881,-9 24 0,0-24 0,-4 24 0,0-24-3292,-23 24 3292,20-24-4304,-23 24 4304,-1-10 470,-2 13-470,-1 0 0,-10-14 0,11 11 4537,-14-10-4537,0 13 6784,-14 13-6784,-2-10-6784,-14 11 6784,0-1-4537,0 4 4537,0-1-23,0 11 23,0-10 0,0-1 0,0 11 0,0-10 0,0 13 0,0-14 0,14 11 0,-11-24 0,24 24 0,-24-24 0,24 24 23,-11-24-23,14 10 0,0-13 0,0 0 4537,14 0-4537,-11 0 326,24-13-326,-24 10-4645,24-24 4645,-11 24 0,1-24 0,9 10 0,-22 1 0,9 3 4319,0 13-4319,-9 0 6784,9-14-6784,-13 11 0,0 3 0,0 3 0,-13 11 0,9-1 0,-22 3 0,9 1 0,-13 10 0,14-24 0,-11 24 0,10-11 0,-13 1-6784,14 10 6784,-11-24-4537,24 24 4537,-11-24 0,14 10 0,0-13 0,-13 0 0,10 0 4537,-10 0-4537,13 0 6784,13 0-6784,-10 0 0,10-13 0,-13 10-6784,14-24 6784,-11 10 0,10 1 0,-13 2 0,0 14 0,0 0 0,14-13 0,-11 10 6784,10-11-6784,-13 1 0,0 10 0,0-11 0,0 14 0,0 0 0,14-13 0,-11 10 0,24-24 0,-24 24 0,24-24 0,-24 24-6784,24-24 6784,-11 24-747,1-24 747,9 24 0,-22-10 0,9-1 0,0 11 0,-9 3 0,-4 3 0,-4 24 6414,-22-10-6414,9 13-5667,-13 0 5667,14 13-1405,-11-10 1405,10 10-201,1-13 1,2 0 0,14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08T02:47:21.157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11352 6290 24575,'0'-17'0,"0"4"0,0 0 0,0 10 0,0-11 0,0 14 0,0-13 0,0 10-5944,0-11 5944,-13 1 0,9 10 0,-9-24 0,13 24 0,0-11 0,0 1 0,0 10 0,0-11 0,0 14 0,0-13 0,-13 10 4978,10-11-4978,-11 14 0,14-13 0,-13 10 0,10-11 0,-11 14 0,1 0 0,10-13 966,-24 10-966,24-10 0,-11-1 0,1 11-6784,-4-10 6784,1 13 0,-11-14 0,11 11 0,-1-10 0,-10-1 0,11 11 0,-28-10 0,11-1 0,-10 11-4537,0-10 4537,9-1-3034,-22 11 3034,9-10 2530,0 13-2530,-9 0 0,23-14 0,-24 11 0,24-10 0,-24 13 0,24 0 0,-24 0-2867,24 0 2867,-10-14 0,0 11 0,9-10 2610,-9 13-2610,13 0 0,0 0 0,-13 0 0,10 0 0,-24 0 489,24 0-489,-24 0 3973,24 0-3973,-24 0 0,24 0 0,-24 0-3997,24 0 3997,-10 13-53,13-10 53,0 11 0,-13-14 0,9 13 0,-9-10 0,13 11 0,0-1-2722,0-10 2722,-13 11 0,10-14 0,-11 13 3016,28-10-3016,-11 11 55,11-1-55,-14-10 0,0 24 4537,0-24-4537,13 11 4909,-10-1-4909,24-10-3308,-24 11 3308,24-1 0,-24-10 0,24 10 0,-23 1 0,22-11 1541,-22 24-1541,22-24 3642,-22 24-3642,9-24-4265,0 24 4265,-9-11 0,22 1-5371,-22 10 5371,9-24 0,0 24 0,-9-24 0,23 23 0,-24-9 2852,24 13-2852,-24-13 0,24 9 0,-11-22 3142,1 22-3142,10-22 0,-11 22 0,14-9 0,-13-1 0,10 11 0,-11-24 0,14 24 0,0-10 0,14-1 0,-11 11 0,-3-10 0,-3 13 0,-11-14-2352,14 11 2352,0-24 0,0 24 0,0-24 0,14 24 0,-11-11 0,10 14 0,1 0 0,-11-13 0,24-4 1615,-24 1-1615,24-11 0,-11 24-149,14-11 149,0 1 0,0 9 0,0-22 0,-13 22 0,9-22 0,-9 22 0,13-22-2878,0 9 2878,0 0-1953,0-9 1953,0 22 0,0-22 104,0 9-104,0-13 0,13 0 0,-10 13 0,10-9 0,1 9 0,-11-13-2066,24 0 2066,-24 0 0,10 0 1206,0 0-1206,-9 0-34,9 0 34,-13 0 0,0 0 0,0 0 0,0 13 0,0-10 0,0 11 0,0-14 0,-1 0 0,1 0 1134,14 0-1134,-11 0-32,10 0 32,-13 0 0,0 0 0,0 0 0,0 0 0,-13 0 0,9 0 0,-9 0 0,26 0 0,-9 0-765,9 0 765,-13 0-35,13-14 35,-10 11 0,24-10 0,-24 13-332,24 0 332,-24 0 0,10-13 0,1 9 1593,-11-22-1593,23 22-1744,-22-9 1744,9 0 0,0 9 96,-10-9-96,11 0 0,-14 9 330,0-22-330,0 22-1417,0-22 1417,13 22 0,-10-9 0,10 0 0,-13 9-325,0-22 325,14 23-11,-11-24 11,-3 24 0,-4-24 0,-9 10 0,13 1 0,0-11 0,-13 10 0,9 1 0,-22-11 0,22 10 4371,-23-12-4371,11-1 0,-1 0 0,-10 0 0,11 0 485,-1 0-485,-10 0-4520,11 13 4520,-14-9 0,0 9 1497,0 0-1497,0-9 0,-14 22 0,11-22 0,-24 22 0,11-9 0,-27 13 4459,-4 0-4459,-13 0-2123,0 13 2123,-13-9 0,10 22 0,20-17 0,-1-1 0,-32 22 0</inkml:trace>
  <inkml:trace contextRef="#ctx0" brushRef="#br0" timeOffset="20173">7908 8297 24575,'16'0'0,"11"0"0,-24-13-8980,10 9 8980,1-9 0,-11 0 0,10 9 2439,-13-9-2439,0 13 1408,0-13-1408,0 9 0,0-9 0,0 13 5133,0 0-5133,14 0 0,-11 0-656,10 0 656,-13 0-1169,0 13 1169,14-9 0,-11 9 0,24 0 0,-11-9 0,28 22 0,-11-22 0,10 22 0,-13-9-5767,13 13 5767,-9-14-3729,22-2 3729,-9-1-557,-1-10 557,24 24 0,-20-24-950,23 11 950,1-14 2099,2 13-2099,-31-10 0,0-3 0,0 1 0,0-2 0,6 1 0,1-3-1404,-6-4 0,1 1 1404,11 6 0,1 0-862,-6-7 1,0 0 861,7 6 0,0-1 144,0-4 1,0-1-145,-7 0 0,0 0 567,6 7 0,-1-3-567,-11-10 0,-1-1 0,6 12 0,-1 1 1645,-5-5 0,-2-1-1645,1 0 0,0 1 0,0 5 0,0-2 0,31-23-2547,-3 22 2547,-26-9 1236,10 13-1236,-24-13 0,-3 9 0,-3-9 4271,-11 13-4271,1 0 6387,9 0-6387,-22 0-4233,22-13 4233,-22 9 0,22-9 0,-22 13 0,22-13 0,-9 9 0,0-22 0,9 22 0,-22-9 0,22 13 0,-23 0 0,11 0 0</inkml:trace>
  <inkml:trace contextRef="#ctx0" brushRef="#br0" timeOffset="21172">12940 8267 23445,'16'0'0,"-2"0"557,-1 0-557,4 0 189,-1 0-189,11 0 95,-24 13-95,10-9 289,1 9-289,-11 0 0,24-9-6784,-11 9 6784,14 0-585,-13-9 585,10 9 0,3 0 0,3-10 0,23 11-1485,-9-1 1485,13-10 0,0 11 0,0-14 0,13 13-3504,3-10 3504,1 11-665,-27-13 0,0-2 665,30 1 0,-29 0 0,1 0 0,-7 0 0,0 0 0,0 0 0,0 0 0,0 0 0,-1 0 0,1 0 0,0 0 434,0 0 0,0 0-434,7 0 0,-1 0 0,-4 0 0,0 0 0,4-7 0,1 0 0,-7 6 0,0-1 0,0-4 0,-1-1 1054,33-7-1054,-34 14 0,0-3-1054,34-24 1054,0 11 0,-4-1 0,-13-9 0,-14 9 0,-2 0 0,-1-9 0,-10 22 0,10-22 212,-26 9-212,10 0 1083,-24-9-1083,10 22 4435,-13-22-4435,0 9 1658,0 1 0,0-11 0,0 10 1</inkml:trace>
  <inkml:trace contextRef="#ctx0" brushRef="#br0" timeOffset="23694">10663 8596 24575,'-16'-16'0,"2"3"0,14 13 0,0 0 0,-13-14 0,10 11 0,-24-10 0,10-1-6784,-13 11 6784,0-10 0,0-1-39,1 11 39,-1-10 0,0-1 0,-14 11 0,-2-10 0,-14 13 0,0 0-4524,0 0 4524,0 0 0,0 0 0,0 0-609,0 0 609,1 0 0,-1 0 0,13 0 0,-10 0 0,11 0 0,-1 0-2823,-9 0 2823,22 0 0,-22-14 0,23 11 0,-24-10 0,24 13 176,-11 0-176,1-14 0,10 11 0,-24-10 0,24 13 0,-24-14 0,24 11 0,-23-10 0,22 13 0,-22-13 0,22 9 0,-9-9-269,0 13 269,10 0 2484,-24 0-2484,24 0 0,-10 0 0,-1 0 0,11 0 0,3 0 0,3 0 0,11 0 1428,-14 0-1428,13 0 877,-9 0-877,9-13 378,-13 9-378,0-9 5337,13 13-5337,-9 0 0,9 0 0,0 0-799,-9 0 799,9 13 0,-13-9 0,0 9 0,0-13 0,14 0 0,-11 13 0,10-9 0,-13 9 0,14-13 0,-11 0 0,24 0 4682,-10 0-4682,-1 0 0,11 0 0,-24 0 0,24 0 0,-24 0 0,11 13 0,-1-10 485,-10 11-485,24-14 0,-24 0 0,11 0-5565,-14 0 5565,0 0 0,13 0 0,-9 0 0,22 0 0,-22 13 0,22-10 0,-9 11 0,0-28 5565,9 11-5565,-22-10 0,22 13 0,-9 0 0,13 0 0,-13 0 0,10 0 0,-11 0 0,14 13 0,0-10 0,-13 11 0,10-14 0,-11 13 0,1-10 0,10 11-3650,-11-1 3650,1-10 0,10 24 0,-24-24 0,24 24 0,-24-24 0,10 11 0,1-1 0,-11-10 0,24 24 0,-24-11 0,11 14-3134,-1-13 3134,-10 10-1849,11-11 1849,-1 14 0,-10 0 0,24-13 0,-10 9 0,-1-9 5869,11 0-5869,-10 9 0,0-9 0,9 0-1143,-9 9 1143,13-9 0,0 13 0,0-13 0,0 9 0,0-9 0,0 13 0,0 0 0,0 0 0,0 0-5490,0 0 5490,0-14 0,0 11-1356,0-11 1356,0 14 0,0 0 0,0-13 0,13 10 0,-9-24 0,9 24 0,0-11 4819,-10 14-4819,11-13 0,-1 9 581,-10-9-581,11 0 0,-1 9 0,-10-22 0,11 22 0,-1-9 0,-10 0 0,24 9 0,-24-9 0,24 13-5011,-24-14 5011,24 11 0,-24-24-539,24 24 539,-11-24 0,1 24 0,10-10 0,-24-1 0,24 11 4743,-24-24-4743,10 24 6160,1-24-6160,-11 24 0,10-24-2987,-13 10 2987,14 1 0,-11-11 0,10 24 0,1-24 0,-11 24 0,10-24 0,0 10 0,-9 1 0,9-11 2987,-13 10-2987,0 1 0,27-11-4663,-7 10 4663,23-13 0,-13 14 0,0-11 0,0 10 0,0-13 0,0 0 0,0 0 0,0 0 0,0 0 0,0 13-4579,-14-9 4579,11 9 0,-11-13 3313,1 0-3313,23 0 0,-20 0 0,37 0 0,-24 0 0,10 0-4820,-13 0 4820,13 0 0,-9 0 0,22 0-572,-23 0 572,24-13-527,-24 9 527,11-9 0,-1 13 0,-10 0 0,24-13 0,-24 10 0,24-11 0,-24 14 0,23 0 0,-22 0-2507,22 0 2507,-22-13-329,22 10 329,-23-11 0,24 14 0,-24 0 0,24-13 0,-24 10 0,24-11 0,-11 14 0,1-13 0,10 10 0,-11-11 0,1 14 2871,-4 0-2871,0 0 0,-10 0 303,11 0-303,-14 0 4442,0 0-4442,0-13 0,0 10 0,0-11 0,-1 14-948,1 0 948,0 0 263,0 0-263,0 0 0,0 0 0,0-13 0,0 10 6304,0-11-6304,0 14-3814,0 0 3814,0 0 0,-13 0 0,9 0 0,-9 0 0,13 0 0,-14 14 0,11-11 0,-24 10 0,11-26 0,-14 10 0,0-11 0,0 14 0,13 0 0,-10 0 0,24-13 5263,-10 10-5263,-1-11 0,11 14 0,-24-13 0,24 10 0,-24-24 0,24 24 0,-11-10 0,1-1-2989,10 11 2989,-24-10 0,10-1 0,-13 11 0,0-10 0,14 13 0,-11-14 0,10 11 0,-13-24 0,0 24 0,0-24 0,14 24 0,-11-10 0,10-1-2600,1-2 2600,-11-1 0,10-9 0,-13 9 0,0-13 0,14 13 0,-11-9 0,10 22 0,0-9 0,-9 13 4113,9 0-4113,-26-13 0,9-4 0,-9 1 0,26-11 0,-9 24 0,9-24 0,-13 24 1476,0-24-1476,13 24 0,-9-24 0,9 10-3834,-13-13 3834,13 14 0,-9-11 0,22 11 0,-22-1 0,9-10 0,-13 11 0,0-1 0,0-10 0,0 24 0,13-24 0,-9 11-624,9-1 624,-13-10 0,13 24 0,-9-23 0,9 9 0,-13-13 0,0 0 0,0 0 0,0 0 0,13 13 0,-9-9 0,9 9-5307,-13 1 5307,0-11 0,0 24 2981,0-24-2981,0 24 0,-13-11 0,9 1 0,-9 10 0,0-24 6784,-4 24-6784,-13-24 0,0 24-6705,0-11 6705,0 14 0,0 0 0,0 0 0,0 0 0,0 0 0,0 0 0,0 0 0,14-13 0,-11 10 0,10-24 0,-12 24-20,-1-10 0,13 13 0,4 0 1</inkml:trace>
  <inkml:trace contextRef="#ctx0" brushRef="#br0" timeOffset="35695">11562 9825 24575,'16'0'0,"-2"0"0,-14 0 0,0 0 0,0 13 0,0-10 0,13 10 0,-10-13 0,11 0 0,-14 0 0,0 0 0,13 0 0,-10 0 0,11 14 0,-1-11-2564,-10 10 2564,24-13 0,-24 0 0,24 0 0,-10 0 0,12 14 0,-12-11 0,10 10 0,-11-13 2564,14 0-2564,0 14 0,0-11-6784,-13 10 6784,9-13 0,-9 0 0,13 0 0,0 14 0,0-11 0,0 10 0,0-13 0,0 0 0,0 0-4537,0 14 4537,0-11 0,0 10 0,13-13-247,-10 0 247,10 0 0,-13 0 0,14 0 0,-11 0 0,10 0 0,1 0 0,-11 0 0,23 0 0,-9 0-2952,0 0 2952,9 0 308,-23 0-308,24 0 2524,-10-13-2524,-1 10 0,11-11 0,-24 14 0,24 0 0,-24 0-2749,23-13 2749,-22 10 0,22-11 0,-22 14 2049,9 0-2049,0 0 0,-10-13 0,24 10 0,-24-11 0,24 14 0,-11-13 0,1 10-2322,10-11 2322,-11 1 0,14 10 0,-13-11 2295,9 1-2295,-9 10 0,-1-24 0,-2 24 0,-1-24 0,-10 24 0,11-24-2339,-14 24 2339,13-10 722,-10-1-722,10 11 0,-26-10 0,10-1 450,-11 11-450,1-10 3417,9 13-3417,-22 0 3381,22-14-3381,-22 11 6784,9-10-6784,-13 13-1696,0 0 0,-13-14 0,-4-2 0</inkml:trace>
  <inkml:trace contextRef="#ctx0" brushRef="#br0" timeOffset="45876">16534 9405 24575,'-77'17'0,"4"-4"0,13-13 0,14 13 0,2-9 0,28 9 0,2-13 0</inkml:trace>
  <inkml:trace contextRef="#ctx0" brushRef="#br0" timeOffset="51044">6050 10424 24575,'17'0'0,"-4"-14"0,-13 11-816,0-10 816,0 13 0,0 0 268,0-14-268,0 11 136,0-10-136,0 13 0,0 0 0,0-14 0,0 11-4428,0-10 4428,0-1 0,-13 11 0,10-10 0,-11 13 0,14 0 0,0 0 0,-13-14 0,10 11 0,-10-10 0,13 13 0,0 0 2261,-14 0-2261,11 0 0,-10 0 0,-1-13 0,11 9 0,-10-9 0,-1 13 0,11 0 0,-10-13 0,-1 9-1048,11-9 1048,-24 13 0,24-13 0,-24 9 0,11-9 0,-14 13 0,0 0 0,0 0 0,0 0 3627,0-13-3627,0 9-6784,-13-9 6784,10 13-4537,-24 0 4537,24 0-640,-24 0 640,11 13-2822,-1-9 2822,-10 9 0,24-13 2605,-24 0-2605,24 0 0,-23 13 0,22-9-2333,-22 9 2333,9 0 1922,1-9-1922,-11 22-361,10-22 361,-12 22 0,-1-23 2571,0 24-2571,13-10 0,-9 13 0,9-14 0,0 11-2460,4-10 2460,0 13-454,10-1 454,-11-12 466,1 10-466,10-11 0,-11 14 0,14 0 0,14 0 3790,-11-13-3790,11 10 0,-14-11 0,0 27-2694,0-9 2694,0 9-338,0-13 338,13 0-384,4 0 384,0 13 0,9-10 0,-22 11 0,22-1 0,-22-10 0,22 10 0,-9 1 0,13-11 2924,0 24-2924,0-24 444,13 10-444,-9 0 0,22-9 0,-22 22 0,22-22 0,-22 9-3411,22 0 3411,-9-10 0,13 11 0,0-1-838,-14-10 838,11 10 332,-10 1-332,13-11 0,13 10 2685,-10-13-2685,24 0 0,-24 0 0,24 0-1839,-11 0 1839,1-13-2757,9 9 2757,-9-9-365,26 0 365,-10-4 1926,11-13-1926,-14 0 0,13 0 0,-10 0 0,-20-7 0,0 1 0,34 2 0,0-22 0,-34 17 0,0 1 0,34-22-301,-32 16 1,0-2 300,-7-5 0,0-1-201,6 6 1,-1-2 200,-5-10 0,0 0 0,7 11 0,0 1 0,0-13 0,0 1 0,31-5 0,-31 6 0,-3-3 0,21-16 0,-19 23 0,-1-1 0,20-33 0,-26 34 0,-1 0 81,24-37-81,-36 24 0,-1-1 288,33-27-288,-32 28 0,-1-1 0,23-23 1922,-2 0-1922,-14 1 0,0-1 0,-14 0 0,11 13-1273,-24-9 1273,10 22 634,-13-9-634,0 13 0,0 0 0,0 0 0,14 0 0,-11 0 0,10 0-1775,-13 0 1775,-13 14 0,23-11 0,-20 10 0,23 1 0,-13 2 0</inkml:trace>
  <inkml:trace contextRef="#ctx0" brushRef="#br0" timeOffset="53344">10334 10304 24575,'0'-17'0,"0"4"0,0 13 0,0 0 0,-14 0 0,11-13-2355,-10 9 2355,13-9 0,-14 13 562,11 0-562,-23 0 0,9 0 0,-13-13 0,0 9 0,0-9 0,-13 13-4991,9 0 4991,-22-13-4537,9 9 4537,-26-9-1410,10 13 1410,-10-13 0,-1 9 0,-2-9-369,31 13 1,0 0 368,0-6 0,0-1 0,1 5 0,-2 0 0,-5-5 0,-1 1 0,6 5 0,-1 2 0,-5-1 0,1 0 0,5-1 0,2 2-735,-1 5 0,0 1 735,-6-5 0,-1 0-157,5 4 1,1 1 156,-6 0 0,1-1 0,5-4 0,2 0 0,-1 5 0,0-1 0,-1-5 0,2-2 2590,-33 1-2590,34-1 0,0 2 0,-20 12 0,-11-9 0,1 9 0,10 0 392,-10-9-392,13 22 0,-13-22 0,9 9 0,-9 0 0,13-10 0,0 24-2720,0-24 2720,1 24 0,-1-24 0,13 24 826,-10-10-826,24-1 289,-23-2-289,22-1 0,-9 4 0,13-1 0,0-3 3272,0 1-3272,0-11 0,0 24 0,0-24 0,0 24 0,14-11 2868,-11 1-2868,10 10 0,-12-11 422,-1 14-422,0 0 0,13 0 0,-10 0 0,24 0 3219,-24 0-3219,24-13-4628,-24 9 4628,24-9 0,-10 13 382,26-14-382,-10 11 0,11-10 0,-1 13 2448,-10-14-2448,24 11-893,-10-10 893,13 13-4537,0 0 4537,0-14-1258,-1 11 1258,15-11-484,2 14 484,1 0 0,23 0 0,-20 0 0,-15-8 0,3-1 3674,35 13-3674,-10 9-1247,-20-28 1,1 0 1246,-6 6 0,0 1-1237,7-6 1,0 2 1236,0 11 0,0-2 634,6-16 1,1-2-635,-5 12 0,0-2-1225,4-16 1,1-3 1224,0 14 0,-1-1 0,-5-11 0,1-1 1224,11 13 1,1-1-1225,-6-11 0,0-1 0,6 6 0,2 0 0,5-7 0,1 0-635,-6 0 1,1 0 634,11-6 0,1-2 0,-6 1 0,0-2 0,6-6 0,2 0-883,5 0 1,1 0 882,-6 0 0,1 0 0,5 0 0,-1 0 0,-6 0 0,0 0 0,0 1 0,0-2 0,-7-5 0,0-1 0,-1 6 0,-1-2 0,-6-10 0,0 0 0,0 11 0,0 0 0,-7-11 0,0 0 0,6 11 0,-1 1 0,-11-13 0,-1 1 509,0 11 1,-2 1-510,-7-6 0,-1 1 0,24-9 0,0 0 0,-14 0 0,-2 0 0,-14 0 0,0 13 0,-14 4 736,-2-1-736,-1 11 3029,-10-10-3029,11 0 1268,-14 9-1268,0-9 5158,13 0-5158,-23 9 4910,20-9-4910,-23 0 0,13 9-1696,0-22 0,0 9 0,0-13 0</inkml:trace>
  <inkml:trace contextRef="#ctx0" brushRef="#br0" timeOffset="54941">15096 10394 24575,'-13'-17'0,"10"4"0,-11-1 0,1 11 0,-4-10 0,-13 13 0,0 0 0,14-14-6784,-11 11 6784,11-24-4537,-14 24 4537,0-23 0,0 22 0,0-9 0,-14 0-541,11-4 541,-23 0 0,9-9 0,-13 9 0,0 0 0,-13-9 0,-4 22 0,33-9 0,-1 0-634,0 10 1,0 2 633,0-5 0,0-1 0,0 6 0,0 2 0,-6-1 0,-1 0-686,-1 0 1,-1 0 685,-5 0 0,-2 0 0,2 0 0,-1 0 0,0 0 0,0 0 0,0-1 0,0 2 0,0 6 0,0-1 0,0-5 0,0 2 0,1 10 0,-1 0-83,-1-10 1,2-2 82,5 5 0,1 1 0,-5 0 0,0-1 0,11-5 0,1 2 0,-6 10 0,0 0 0,7-11 0,1 0 0,-33 24 0,33-23 0,2-2-734,-22 12 734,-9-13 0,13 13 0,14-9 2287,-11 9-2287,24-13 0,-24 0 0,24 0 0,-24 0 0,24 0 1514,-24 0-1514,24 13 0,-10-9 0,0 9 0,9 0 0,-22-10 0,22 24-313,-22-24 313,23 24 0,-11-24 0,14 11 0,0-1 4244,1-10-4244,-1 11 69,0-1-69,13-10 0,-10 11-1538,11-14 1538,-1 13-23,-10-10 23,24 11 0,-10-1 0,-1-10 5516,11 10-5516,-10-13 0,13 14 0,0-11 556,0 24-556,0-24 0,-13 24 0,9-24 37,-9 24-37,13-24 0,0 24 0,0-11 0,0 14 0,-13 0 0,9-13-2756,-9 9 2756,13-22 0,0 22 0,0-22 0,0 22 2567,0-22-2567,0 22 0,0-22 0,13 22 0,-9-22 0,22 22-3545,-22-9 3545,9-1 0,0 11-3930,4-10 3930,-1 13 0,11-14 0,-24 11 0,24-10 0,-10 13 0,-1 0 0,11-1 0,-10 1 0,13 0 0,-14-13 622,11 10-622,-11-11 0,14 14 0,0 0-491,0 0 491,14 0 0,-11 0 0,10-13 0,0 9 0,-9-22-3278,9 22 3278,0-9 0,-10 0 0,24 9 1733,-24-23-1733,24 24 0,-11-24 0,1 24-257,10-24 257,-11 11 0,1-14 4010,9 0-4010,-9 13 2954,13-10-2954,0 11-4538,-14-28 4538,11 11 50,-10-10-50,12 13 0,-12 0 0,10 0 0,-24 0 0,24 0 0,-11 0-3502,1 0 3502,9 0-1386,-22 0 1386,9 0 1522,0-14-1522,-10 11 330,11-10-330,-1 13 0,-10 0 3733,24 0-3733,-11 0 0,1 0 0,10 0 0,-11 0-2381,14 0 2381,0-14-2438,0 11 2438,-14-10-360,11 13 360,-10 0 0,-1 0 0,11 0 0,-11-14 0,1 11 0,-4-10 0,-13 26 459,13-10-459,-9 11 0,9-14 0,-13 0 2751,0-14-2751,0 11 550,0-10-550,-14 0 0,11 9 4879,-10-22-4879,13 22 3104,0-9-3104,0 0 0,0 9 0,-1-9 0,1 0-7,0 9 7,0-22 0,0 22 0,0-9 0,0 0 0,0 9-5904,0-22 5904,0 22-2765,0-9 2765,0 0 3,0 10-3,0-24 0,-14 24 0,11-11 4537,-10 1-4537,13 10 0,0-24 6784,-14 24-6784,11-24 0,-10 24-2759,-1-24 2759,11 24 0,-11-24 0,14 24 0,-13-24 0,10 24 0,-24-24 0,24 24 0,-24-24 2759,10 24-2759,-13-10 0,14 13-650,-11-14 650,10 11 0,-13-10 0,0 13 0,0 0 0,-13-14 0,10 11 0,-24-24 0,24 24 162,-24-10 1,24 13-1,-11 0 1</inkml:trace>
  <inkml:trace contextRef="#ctx0" brushRef="#br0" timeOffset="55948">18331 10543 21830,'-46'-16'0,"2"2"0,1 14 0,-4 0-1566,-12-13 1566,-1 10 0,0-11-5938,-14 14 5938,11 0-2093,-10-13 2093,13 10-1295,0-10 1295,0 13-118,0-14 118,1 11 0,-1-10 0,0 13 0,0-14 0,-13 11 0,9-10 0,-9 13 0,13-14 0,0 11 9,-13-10-9,10 13 59,-10 0-59,13 0 0,0 0 0,-13 0 0,9 0 0,-9 13 0,0-10 0,10 11 0,-11-1 0,1-10-1200,10 24 1200,20-19 0,-1 1-88,-19 20 88,-10 1 0,0 0 1685,10 0-1685,-11 0 0,14-13 0,1 10 0,-1-11 0,13 14 0,-10-13 127,24 9-127,3-9 1059,4 26-1059,9-9 0,0 9 4149,-9-13-4149,22-14 6204,-22 11-6204,22-10-5033,-9 13 5033,0 0-4043,9 0 4043,-9 0-35,13 0 35,0-1 0,0 15 0,0-11 0,0 10 0,0 1 4765,13-11-4765,-9 23-736,9-22 736,0 22-4488,4-22 4488,13 9-818,0 0 818,13-10-447,-9 11 447,22-14 0,4 0 2447,3-1-2447,-21-20 0,3-1 0,-1 6 0,2-1 0,-1-11 0,3-1-1374,10 12 1,0 1 1373,-5-12 0,1-1-1114,5 6 0,2-1 1114,5-5 0,1-2-372,-6 1 1,1 0 371,11 1 0,0-2 0,-11-4 0,-1-3 0,13 1 0,-1-3 0,-11-4 0,-1-2 1145,5 1 0,1 0-1145,1 1 0,-3-1 0,-10 0 0,0 0 0,11 0 0,-2 0-394,-17 1 0,-1-2 394,6-6 0,-1 0 725,-5 7 0,-2-3-725,-5-10 0,-1 0-194,35-6 194,-27-22 2232,-2 9-2232,-14 0 0,0-9 0,0 9 0,-14 1-1840,-2-11 1840,-14 24-24,0-10 1,0 13 0,0 0 0</inkml:trace>
  <inkml:trace contextRef="#ctx0" brushRef="#br0" timeOffset="56848">22405 10543 24575,'-14'-16'0,"11"-11"-9831,-24 10 8341,11 1 1490,-14-11 2139,-13 11-2139,9-14 0,-22 13 917,22-10-917,-22 11 0,9-1-4046,-13-10 4046,-13 11 0,10-14 0,20 21 0,-1 1-2462,-32-18 2462,31 24 0,0 0-257,0-11 1,0 0 256,1 11 0,-2 0 0,-5-11 0,-1 0 0,6 10 0,-1 2 0,-11-6 0,-1 1 0,13 5 0,-1 2 0,-11-1 0,0 0 0,11 0 0,1 0 0,-6 0 0,0 0 0,0 0 0,1 0 0,5 0 0,-1 0 0,-11 0 0,0 0-64,11 0 0,0 0 64,-4-1 0,-1 2 0,0 6 0,1-1 0,5-5 0,-1 2 0,-11 9 0,-1 2 0,6-5 0,0-1 0,0 0 0,-1 1 0,-4 4 0,0 0 0,4-5 0,1 1 0,0 5 0,0 2 0,-6-2 0,1 2 0,12 5 0,-1 1 284,-11-5 0,0-1-284,11 5 0,1 2 0,-7-1 0,2-1 883,-25 12-883,32-6 0,1 3 0,-20 16 0,26-23 0,1 1 0,-24 32 0,13-22 0,-9 22-1779,22-9 1779,-9 0 839,13 9-839,0-9 0,0 13 0,0-1 0,14 1 2763,2 0-2763,1 14 0,10-11 0,2-20 0,2 0 0,2 21 0,3-21 0,1 0-619,7 20 619,-8-19 0,4-1 0,34 20 0,-22-26 0,2-1 0,10 3 0,5-5-692,6-8 1,0-2 691,0 13 0,4-4 0,13-14 0,5-4 0,0 7 0,3-1 0,-13-9 0,4-2 0,1-2 0,2-1 0,1-2 0,2-1-437,6 2 0,2-1 1,0-2 436,0-6 0,0-3 0,1 1-311,3 4 1,1 1-1,1-2 311,3-5 0,1-3 0,-1 0 0,-3 5 0,-1 1 0,2-3 0,-16-2 0,1-3 0,0 0 0,-1 2 0,16-1 0,-2 1 0,1-3 0,-18 1 0,1-3 0,-1 0 0,0 1 0,17-2 0,0 1 0,-1-1 0,-2-2 0,-2-2 0,0-2 0,0-1 0,-1-3 0,0 2 0,-3 3 0,-1 2 0,-2-4 0,-5-5 0,-3-3 0,0 3 0,0 7 0,0 2 0,-3-4 0,13-19 0,-4-3 166,-5 7 1,-2 0-167,-4 1 0,-7-3 537,-14-3 1,-5 0-538,28-20 2726,-40-11-2726,-17 28 3406,-17-11-3406,-26 24-874,-17-10 874,23 20 0,-3 2 0,-4 5 0,-2-1 0,2-4 0,-1-1 0</inkml:trace>
  <inkml:trace contextRef="#ctx0" brushRef="#br0" timeOffset="77702">21267 12640 24575,'-17'0'0,"4"0"0,13 0 0,0 0 0,-14 0 0,11 0-5303,-10 0 5303,-1 0 0,11 0 1181,-24 0-1181,24 0 0,-10 13 0,-1-9 0,11-4 0,-24-4 4122,24-9-4122,-24 13 0,24 0-5269,-23 0 5269,22 13 0,-22-9 0,22 22 0,-22-22 0,22 9 0,-22 0 0,9-9 5269,0 22-5269,4-22 0,13 22 0,0-22 0,-13 22-6671,9-9 6671,-9-1 0,13 11 0,13-10 0,-9-1 0,9 11 0,-13-24 0,0 24 0,0-24 0,0 11 0,13-14 4271,-9 0-4271,9 0 0,-13 0 0,13 0 0,-9-14 0,22-2 0,-22-14 0,22 0 0,-22 0-5989,22 0 5989,-9 0-2932,-1 0 2932,11 0-821,-24 0 821,24 0 0,-24 13 0,11-9 4130,-14 22-4130,0-22 6176,0 23-6176,0-11 1836,0 14-1836,0 0 0,0 14 0,0-11 0,0 23 0,0-9 0,0 0 0,0 9 0,0 4 0,0 4-6784,0 9 6784,0-13 0,0 13 0,0-10-474,13 11 474,-10-1 0,11-10 0,-14 10 0,13-26 0,-10 10 0,11-24 0,-14 10 0,0-13 0,0 0 6549,0-13-6549,0 10 0,0-24 0,0 10 0</inkml:trace>
  <inkml:trace contextRef="#ctx0" brushRef="#br0" timeOffset="78791">21267 12640 24575,'0'10'0,"0"-17"0,0 34-8400,-14-27 8400,11 0 2324,-10 13-2324,13-9 1325,0 9-1325,0 0 0,-14 4 0,11 0 4751,-10 9-4751,13-9 0,0 13-6784,0-14 6784,0 24-1543,0-20 1543,0 24-463,-14-14 463,11 0 0,-10-1 0,13 15 0,0-11 5790,0 10-5790,0-13 0,-14 0-4306,11 0 4306,-10 0-351,13 0 351,0 0-52,0-13 52,0 9 0,0-22 0,0 9 6327,0-13-6327,0 0 0,0-13 1300,0 9-1300,0-22 82,0 22-82,0-22 0,0 22 0,13-22 0,-10 9 0,11 0 0,-14-9 0,0 23-6784,13-24 6784,-10 10 0,24 1 0,-24 2 0,24 1 0,-24 10 0,11-11 0,-14 14 6784,13 0-6784,-10-13 0,10 10 0,-13-11 0,0 14 0,14 0 0,-11 0 0,10 0 0,-26 0 0,10 0 0,-11 0 0,14 0 0,0 14 0,0-11 0,0 10 0,0-13 0,0 14 0,-13-11 0,10 24 0,-10-24 0,13 24 0,0-24 0,0 24 0,0-11 0,0 1 0,0 9 0,13-22 0,-10 9 0,10 0 0,1-9 0,-11 9 0,24-13 0,-11 0 0,14 0 0,-13-13 0,10 9 0,-24-22 0,24 9 0,-11 0 0,14 4 0</inkml:trace>
  <inkml:trace contextRef="#ctx0" brushRef="#br0" timeOffset="79195">21746 12880 24575,'16'0'0,"-2"0"0,-1 0 0,-10 0-5237,24 0 5237,-24 0 1577,24 0-1577,-10 0 849,-1 0-849,11 13 0,-24-10 0,24 11 2811,-24-28-2811,10 11 0,-13-10 0,0 13 0,0 0 0,0-14 0,0 11 0,0-10 0</inkml:trace>
  <inkml:trace contextRef="#ctx0" brushRef="#br0" timeOffset="79596">21746 13059 24575,'33'0'0,"-6"0"0,-27 0 0,0 0 0,13 0-2572,-10 0 2572,11 0 611,-14 0-611,0 0 0,13 0 0,-10 0 0,24 0 0,-10 0 0,-1 0-3422,-3 0 3422,1 0-5001,2 0 5001,1 0 0,10 0 0,-24 0 0,10 0 0,1 0 3600,-11 0-3600,10 0 6784,1 0-6784,-11 0 0,10 0 0,-26 0 0,10 0 0,-11 0 0,14 0 0,0 0 0</inkml:trace>
  <inkml:trace contextRef="#ctx0" brushRef="#br0" timeOffset="80443">22315 12790 24575,'0'-17'0,"0"4"0,0 13 0,0 0 0,0-13-3216,0 9 3216,0-9 753,0 13-753,0 0 0,0 13 0,0-9 0,0 9 0,0-13 0,0 0 0,0 13 213,0-9-213,0 9-2987,-13 0 2987,9 4 0,-9-1 0,13 11 0,0-10 0,0 13 1881,0-14-1881,0 11 0,0-24 0,0 24-1456,13-24 1456,-9 24 0,9-24 0,-13 10 0,13 1 0,-10-11 0,11 10 0,-1-13 0,-10-13 4812,11 10-4812,-1-11 0,-10 1-6784,24 10 6784,-24-24-2581,24 11 2581,-24-1 0,24-10 0,-24 11 0,24-14 0,-24 13 0,11-10 0,-14 11 0,0-1 0,0-9 0,0 22 2775,0-9-2775,0 0 0,0 9 3225,0-9-3225,0 13 0,0-13 0,-14 9 0,11-9 0,-24 13 0,24 0 0,-24-13-855,11 9 0,-1-9 0,4 13 1</inkml:trace>
  <inkml:trace contextRef="#ctx0" brushRef="#br0" timeOffset="81574">21866 13988 16950,'16'0'0,"-2"0"3371,-14 0-3371,0 0 1309,13 0-1309,-10 0 0,10 0 0,-13-13-1806,0 9 1806,0-9 0,0 13 1942,14 0-1942,-11 0 0,10 0 0,1 0 0,-11 0 0,10 0 2809,-13-13-2809,14 9 0,-11-22-4085,10 22 4085,1-9 0,-11 0 0,10 9 0,-13-22 0,0 9 0,0 1 0,0-11 0,0 24 4085,-13-24-4085,10 24 0,-11-24-6784,14 24 6784,0-24 0,0 24 0,-13-11 0,10 14 0,-11 0 0,14-13 0,0 10 0,-13-11 6784,10 14-6784,-11 0 0,14 0-1029,0 14 1029,-13-11 0,10 10 0,-11 1 0,14-11 0,-13 24 0,10-11 0,-10 14 0,-1 0 0,11 0-5755,-10 0 5755,-1 0-3445,11 0 3445,-10 0-2189,13 0 2189,0 0 0,0 0 0,0 0 0,13 0 0,-10 0 0,11 0 3994,-14 0-3994,0 0-1285,0 0 1285,13 0 0,-10-14 2925,11 11-2925,-14-24 0,0 24 0,0-24 0,0 10 0,0-13 6784,13 0-6784,-10 0 0,10 0 0,-13 0 0,0 0 0,0-13 0,0 10 0,0-24 0,0 24 0,0-24 0,0 24 0,0-24 0,14 24 0,-11-24 0,24 24-3593,-24-24 3593,24 24-5594,-11-24 5594,1 24 0,10-24 0,-24 24 0,24-10 0,-24 13 0,24-14 2403,-24 11-2403,23-10 0,-22 13 6784,9 0-6784,-13 0 0,0 0 0,0 13 0,-13-10 0,9 11 0,-9-1 0,0-10-3937,10 24 3937,-24-24 0,24 24 0,-11-24 0,1 11 0,10-1 0,-11-10 0,14 11 0,0-1 0,0-10 0,0 11 0,0-14 0,0 13 2548,0-10-2548,14 10 0,-11-13 0,24 0 0,-24 0 0,24-13 0,-24 10 0,23-10 0,-22 13 0,9 0 0,0-14 0,4-2 0</inkml:trace>
  <inkml:trace contextRef="#ctx0" brushRef="#br0" timeOffset="82994">22375 13688 24575,'0'17'0,"13"-4"0,-10-13 0,11 0 0,-14 0 0,0 14 0,13-11 0,-10 10 0,24 1-2190,-24-11 2190,11 10 0,-1 1 0,4-11 0,-1 24 0,11-11 0,-24 1 0,24 9 0,-11-22 0,14 22-4579,-13-22 4579,10 9-4542,-11 0 4542,1-9 0,-4 22 0,1-22 0,-11 22 0,24-22 0,-24 22 4527,10-22-4527,0 9 0,-9 0 0,9-9 6784,-13 9-6784,0-13 0,0 0 0,0 13 0,0-10 0,0 11 0,0-14 0,-13 0-3765,9 0 3765,-9 13 0,0-10 0,-4 11 0,1-1 0,-11-10 0,10 11 0,-13-1 0,0-10 0,0 24-5537,0-24 5537,14 24-1563,-11-24 1563,11 24-2276,-1-24 2276,4 11 0,13-1 0,-14-10 3636,11 10-3636,3-13 4658,3 0-4658,-3 0 0,-3 0 0,-10 0-485,13-13 1,0 10 0,0-10 0</inkml:trace>
  <inkml:trace contextRef="#ctx0" brushRef="#br0" timeOffset="89218">23273 13778 24575,'-16'0'0,"2"0"0,14 0 0,0 0 0,-13 0 0,36 0 0,-29 0 0,32 0 0,-26 0 0,14 0 0,-11 0 0,24 0 0,-24 0 0,24-13 0,-24 10 0,24-11-3600,-24 14 3600,23 0 0,-22 0 0,22 0 0,-22 0 0,22-13 0,-9 10 0,0-11 0,9 14 3600,-9 0-3600,0 0 0,9 0-469,-22 0 469,9 0 0,0 0 0,-10 0 0,11 0 0,-14 0 0,13 0 0,-10 0 0,11 0 469,-14 0-469,0 0 0,0 14 0,0-11 0,0 10 0,-14 1 0,11-11 0,-10 10 0,-1-13 0,11 14 0,-10-11-2525,0 10 2525,9 1 0,-22-11 0,22 10 0,-22 1 0,9-11 0,-13 23 0,0-22 0,13 9 0,4-13 0,13 0 0,0 0 0,0 13 2525,0-9-2525,0 9 0,0-13 0,0 0 0,0 13 0,0-9 0,0 9 0,0-13 0,0 0 0,0-13 0,0 9 0,0-9 0,0 13 0,0 0 0,0 13 0,0-9 0,0 9 0,0-13 0,0-13 0,0 9 0,0-9 0,0 13 0,0 0 0,-13 0 0,9 0 0,-9 0 0,13 0 0,0 0 0,0 13 0,0-9 0,13 9 0,-9-26 0,9 9 0,-13-9 0,0 13 0,0 0 0,0 13 0,0-9 0,0 9 0,0 0 0,0-23 0,0 7 0,0-14 0,0 31 0,0-34 0,0 40 0,0-47 0,0 27 0,0 0 0,13 0 0,-9 0 0,9 0 0,-26 0 0,9 0 0,-9 0 0,13 0 0,0 0 0,13 0 0,-9 0 0,9 0 0,-13 0 0,0 0 0,13 0 0,-9 0 0,22 0 0,-22 0 0,22 0 0,-22 0 0,22 0 0,-22 0 0,22 0 0,-22 13 0,9-9 0,0 9 0,-10-13 0,24 0-1101,-24 13 1101,11-9 0,-1 9 0,-10-13 0,11 0 0,-1 13 0,-10-9 0,11 9 0,-14 0 1101,0-9-1101,-14 9 0,11 0-1508,-10-9 1508,13 22 0,0-23 0,-14 24 0,11-24 0,-24 24 0,24-24 0,-24 24 0,24-10 0,-23-1 0,22 11-5276,-22-24 5276,22 24 0,-22-24-423,9 11 423,0-1 0,-9-10 0,22 10 0,-22-13 0,22 0 6575,-22 0-6575,22 0 0,-9 0 0,0 0 632,10 0-632,-11 0 0,1 0 0,10 0 0,-11-13 0,1-3 0,10-1 0,-24-10 0,24 24 0,-11-10 0</inkml:trace>
  <inkml:trace contextRef="#ctx0" brushRef="#br0" timeOffset="90241">22465 14497 24575,'0'-16'0,"0"2"0,0 14 0,0 0 0,13 0 0,-10 0 0,11-13 0,-14 10 0,0-11 0,0 14 0,0 0 0,13 0 0,-10 0 0,11 0 0,-1 0 0,-10-13 0,10 10 0,1-11 0,-11 14 0,24 0 0,-24 0-6784,24-13 6784,-11 10-1125,1-11 1125,10 1 0,-11 10 0,14-11 0,-13 1 0,9 10 6226,-22-11-6226,9 14 0,-13 0 0,13 0 466,-9 0-466,9 0 0,-13 0 0,0 0 0,0-13 0,0 10 0,0-10 0,0 13 0,0 0 0,-13 0 0,9 0 0,-9 0 0,13 0 0</inkml:trace>
  <inkml:trace contextRef="#ctx0" brushRef="#br0" timeOffset="91807">21536 13479 24575,'17'0'0,"-4"13"0,-13-10 0,0 11 0,0-1 0,-13-10 0,9 11 0,-9-1 0,13-10 0,0 11-6198,0-1 6198,0 4 0,0-1 0,0 11 0,0-11 0,0 14 0,-13 0 0,9 0 0,-9 0 0,13 0-4731,0 0 4731,0 0-392,0 13 392,0-9-508,0 9 508,-13 0 0,9-9 0,-9 9 0,13-13 0,0 13 0,0-10 0,0 11 0,0-14 0,0-1 0,0 1 0,0 0 0,0 0 255,0 0-255,0 0 0,0 0 0,0 0 0,0 0 0,0 0 0,0 0 0,0 0 0,0-13 0,0 9 0,0-22 253,-13 9-253,10-26 0,-11 9 0,14-22 0,0 9 0</inkml:trace>
  <inkml:trace contextRef="#ctx0" brushRef="#br0" timeOffset="92693">22285 13599 24085,'13'-17'0,"-9"4"243,9 13-243,-13 0 82,0 0-82,0-14 41,0 11-41,0-10 0,0 13 0,0 0 124,-13 0-124,9-14 0,-9 11 0,13-10 0,0 13 0,0 0 0,0 13-3028,0-10 3028,0 11 0,0-14 0,0 0 0,-13 0 0,9 0 0,-9 13 0,13-10 0,0 24-3756,0-10 3756,0 13-4537,-13 13 4537,9-10-343,-9 24 343,13-11 0,0 14-874,0 0 874,0 0 0,0 13 0,13-10 0,-9 11 0,9-14 0,-13-1 0,0 1-464,0-13 464,0 10 434,0-11-434,0 14 0,0-13 0,0 9 0,0-23 0,-13 11 0,9-14 0,-9 0 0,13 0 0,13 0 811,-9-14-811,9 11 429,-13-24-429,0 24 4534,0-24-4534,13 10 6779,-23 1-6779,20-11 0,-23 10 0,0-13 0,9 0 0,-9 0 0</inkml:trace>
  <inkml:trace contextRef="#ctx0" brushRef="#br0" timeOffset="101875">24232 12011 24575,'0'-17'0,"0"4"0,0 13 0,0 0 0,-13-13 0,9 9 0,-22-9 0,9 13 0,-13 0 0,0 0 0,-13 0-6784,9 0 6784,-35 0-4537,19 0 4537,8 0 0,-3 0-1657,-31 0 1657,31 1 0,0-2-431,-7-5 0,1-1 431,4 5 0,0 1 0,-10-6 0,-2 0 589,6 7 1,-1 0-590,-5-6 0,-1-1 0,-7 5 0,0 1 0,6-6 0,-1 0 0,-10 6 0,-2 2-718,6-1 1,-1 0 717,-12 0 0,-1 0-781,5 0 1,1 0 780,1 0 0,1 0-131,-1 0 1,3 0 130,10 0 0,1 0 0,-13 0 0,1 0 0,18 0 0,1 0 479,-12 7 1,2 0-480,17-6 0,1 1 0,-7 5 0,3-1 0,-27-6 0,4 14 0,13-11 1296,0 10-1296,0-13 0,13 13 1477,4-9-1477,13 9 0,0 0 0,0-9 4109,0 9-4109,0-13 0,0 13 0,14-9-3162,-11 9 3162,11 0 145,-14-9-145,0 9 0,13-13 0,-10 13 4649,11-9-4649,-1 9 0,-10 0-339,24-9 339,-23 9 0,22-13 0,-9 0 0,13 0 0,0 0 0,0 13 0,0-9 0,0 9 6784,0-13-6784,0 0 0,0 13 0,0-10 0,13 11 0,-9-1 0,9-10 0,-13 24 0,0-24 0,0 37-6784,13-20 6784,-10 37 0,11-11-4537,-14 14 4537,0 14-1859,13-11 1859,-11-21 0,-1 2-453,6 1 1,0 0 452,-6 1 0,-2 1 0,1 11 0,0 1 0,0-6 0,0 0 0,0 0 0,0 1 0,0 4 0,0 0 0,0-4 0,0-1 0,0 6 0,0 2-515,0-1 1,0-1 514,0 1 0,0 0-414,0 0 1,0 0 413,0 0 0,0 0 623,0-7 0,0 0-623,0 6 0,0-1 0,0-11 0,0-1 0,0 12 0,0 1 0,0-12 0,0-1 0,0 5 0,0 1 0,0-7 0,0 0 0,0 0 0,0 0-564,0 31 564,0-32 0,0-1-63,0 20 63,-7-20 0,0 0 1878,4 21-1878,-10 9 0,13-13 0,-14 0 0,11 0 0,-10-14 0,13 11 0,0-24 0,0 10 0,-13-13 1244,9 0-1244,-9 0 796,13-13-796,0 10 4496,0-24-4496,0 23 0,0-22 0,0 9 3508,0 0-3508,0-9 155,0 9-155,0-13 0,0 0 0,0 13 0,0-9 0,0 9 3245,0-13-3245,0 0 0,13 0-6424,-9-13 6424,22 9 0,-23-9 0,24 13 0,-10 0 0,13 0 0,0 0 0,0 0 0,0-13 0,13 9 0,-10-9-4656,37 13 4656,-20 0-121,-8 1 1,2-2 120,1-5 0,0-1-809,1 5 1,1 0 808,11-4 0,1-1 0,-6 6 0,0 2-937,13 0 0,2-2 937,-1-5 0,2-1 0,5 4 0,2 3 0,-1-1 0,0 2 0,-1-1 0,1 3 0,0 4 0,0-1 0,0-6 0,0 0 0,-7 7 0,0-1-533,6-4 1,-1 0 532,-11 4 0,-1 1 110,6 0 1,-1-1-111,-6-5 0,0 2 0,0 10 0,0 0 0,0-10 0,-1-2 0,-5 5 0,-1 1 0,6 0 0,-2-1 0,-10-5 0,0 2 0,11 10 0,0 0 0,-11-10 0,-1-2 0,7 6 0,-3-1 540,27-6-540,-33-7 0,-1 1 812,20 2-812,10-9 0,-13 0 0,-14 9 0,-2-9 3059,-14 0-3059,0 9-808,0-9 808,-14 0 0,11 9 827,-24-9-827,11 0 4584,-1 9-4584,-10-9 0,10 13 0,-13 0 6556,0-13-6556,0 10 0,0-11 0,0 1-3516,14 10 3516,-11-24 0,10 24 0,1-24 0,-11 10 0,24-13 0,-24 0 0,24-13-957,-11 10 957,14-24-3002,0 11 3002,-13-28-4279,9-2 4279,-17 32 0,-1-2-1431,6-5 0,2-1 1431,-1-7 0,0-2-633,0-6 1,0-2 632,0-5 0,0-2 0,0-5 0,0-1 0,0-1 0,0-1 0,-5 25 0,0-1 0,0 0 0,0-4 0,0-1 0,0 1 0,0 2 0,0 2 0,0-1 0,0-4 0,1 1 0,-2 0 0,-3 3 0,-2 2 0,2-1 0,3 0 0,1 0 0,-2 0 0,-6-24 0,-1 2-83,6-1 1,0 3 82,-7 10 0,0 3 818,0 6 1,0 2-819,0 7 0,0 1 841,-6 5 1,-2 2-842,-8-32 0,-1 3 0,-10 13 0,11 13-196,-14 17 196,13 4 644,-10 22-644,11 4 0,-27 4 0,9 22 609,-22-9-609,9-1 0,-13 11 0,-13-10 0,-4 13 0</inkml:trace>
  <inkml:trace contextRef="#ctx0" brushRef="#br0" timeOffset="118009">6440 16055 24575,'16'-17'0,"-2"4"0,-14 13 0,13 0 0,-10 0 0,11 0 0,-28 0 0,11 0 0,-10 0 0,13 0 0,-14 0 0,11 0-6784,-23 13 6784,9-10-3543,-13 24 3543,0-10-274,0 13 274,-13 0 0,10 13 0,-24-10 0,10 24 0,-13 3 0,14 3 0,17-21 0,1 2 0,4-6 0,2 1-484,-1 5 1,-1 2 483,-5-2 0,1 2-830,11 5 0,1 1 830,-6-6 0,1 1-518,4 4 1,4 1 517,4 0 0,1-1 0,1-4 0,1 0 0,4 5 0,4-1 0,11 25 0,-5-32 0,1-1 0,8 20 0,2-20 0,2 1 0,-1 19 0,-1-25 0,5-3-966,19 12 966,4 9 167,13-23-167,-1 11 0,15-14 0,-11-14 0,10 11 0,0-10 0,-9-1 0,9-2 0,0-14 0,-10-14 0,10 11-255,1-24 255,-11 11 0,-20-5 0,0-2 0,21-10 0,-21 6 0,0-3 0,-10 1 0,-3-1 0,1-1 0,-2-2 0,2-9 0,-5-2 0,7-33 0,-11 26 0,-1-1 0,-4 6 0,-4-1 0,-3-11 0,-3-1-17,2 6 1,-5 0 16,-9 0 0,-3-1 0,7-4 0,-1 0 0,-10 11 0,-3 1 0,1-7 0,-2 3 0,-17-27 0,6 33 0,-3 2 0,-16-22 0,11 26 0,-3 3 0,1 10 0,-3 3 0,-10-1 0,-3 3 0,0 4 0,-1 2 113,-5-2 0,-2 2-113,2 4 0,-1 4 0,-6 4 0,-1 4 0,-2 6 0,1 0 0</inkml:trace>
  <inkml:trace contextRef="#ctx0" brushRef="#br0" timeOffset="118957">2037 16893 16209,'0'-16'0,"0"2"3637,0 14-3637,0 0 1440,0 14-1440,0-11 769,0 10-769,0-13 0,0 0 0,-14 0 2520,11 14-2520,-10-11 0,13 24 0,0 3-527,0 16 527,0 1 0,0 23 0,0-20-3305,0-8 0,0 2 3305,0 19-2210,0-20 0,0 1 2210,0 32-436,-7-31 0,1 0 436,2 32 0,-9-4 0,13 0 0,0-9 0,0 9 0,0-27 0,-13 11 1162,9-24-1162,-9 10 0,13-26 0,0 10 4564,-13-24-4564,9 10 1896,-9-26-1896,0-4 0,-4-13 0,0-13 0,-9-3 0,22-14-1977,-9-14 1977,13-2-2269,0 32 1,0-2 2268,-1-5 0,2-1-1014,6-1 1,-1-1 1013,-5 1 0,2 0-520,9 1 0,2 1 520,-5-2 0,-1 3 0,9-30 0,-4 28 0,0 4 0,4-2 0,13-20 0,0 37 0,0-11 0,0 15 658,0 12-658,0 4 1152,0 13-1152,0 13 0,0-10 0,-1 24 3914,1 3-3914,-13 3 0,10 10 0,-24-13-2657,10 14 2657,-13-11-208,-13 23 208,10-22 0,-24 22 0,10-22 0,-13 9 0,1-13 0,12 0 0,-10 0-2965,11 0 2965,-14-14 0,0-2 0,0-14 2965,0-14-2965,0-2 0,0-1 0,13-10 0,4 11 0</inkml:trace>
  <inkml:trace contextRef="#ctx0" brushRef="#br0" timeOffset="119406">2486 16294 24575,'17'-30'0,"-4"14"0,-13 2 0,13 14-5037,-9 0 5037,9 0 1524,-13 14-1524,0 2 817,0 14-817,0 0 0,0 14-1318,0 2 1318,0 14 0,0 0-3785,0 13 3785,0-10-4201,0 11 4201,0-1-1497,0-10 1497,0 10-183,0-13 183,0 0 0,0-13 0,0-4 0,0-13 3369,0 0-3369,0-13 0,0 9 3071,0-23-3071,0 11 2838,0-14-2838,0 0 1753,13-14-1753,-9-2 0,9-1 0,-13-9 0,13-4 0,-9-4-4135,9-9 4135,0 0-4537,-9 10 4537,22-24-434,-9 24 434,-1-11 0,11 14 0,-10 0 0,-1 1 0,11-1 0,-10 0-2890,13 13 2890,-14 4 0,11 13 0,-11 13 2448,1-10-2448,-4 24 412,1-24-412,-11 24 4307,10-10-4307,1 26 0,-11-10 0,10 10 0,-13 1 0,0 2-3843,0 1 3843,0 9-3034,0-22 3034,0 22-600,0-22 600,14 9 2736,-11-27-2736,10 11 4092,-13-24-4092,0 11 0,0-14 0,14-14 0,-11 11 0,10-10 0</inkml:trace>
  <inkml:trace contextRef="#ctx0" brushRef="#br0" timeOffset="119743">3325 16893 24575,'16'-16'0,"-2"2"0,-14 14-3750,-14 0 3750,11 0 0,-24 14 1166,24-11-1166,-24 24 614,24-11-614,-23 1 0,22 10 0,-22-11-4814,22 14 4814,-9 0-4537,13-13 4537,0 9-240,0-9 240,0 0 0,0 9 0,0-22 4418,0 9-4418,13-13 6606,-9 0-6606,9-13 0,0 9 0,-9-22-6247,22 9 6247,-23-13-4537,24 13 4537,-24-22 0,11 19 0,-1-10 0,-10 3 0,11 10 4537,-1-13-4537,-10 14 0,11 2 0,-14 1 6784,0 23-6784,0-7 0,0 27 0,-14 0 0,11 0 0,-10 0 0,13 14-907,0-11 907,0 23-6483,0-22 6483,0 9-4336,13-13 4336,-10 0 0,11 0 0,-1-14 405,-10-2-405,11-14 4537,-14 0-4537,13 0 6784,-10-14-6784,24 11 0,-24-24 0,11 11 0</inkml:trace>
  <inkml:trace contextRef="#ctx0" brushRef="#br0" timeOffset="120048">3744 16744 24575,'17'0'0,"-4"-14"0,-13 11-2868,0-10 2868,-13 13 909,9 0-909,-9 0 0,0 13 0,9-10 471,-22 11-471,9-1 0,1 4 0,2-1-5296,1 11 5296,10-11-4537,-11 14 4537,14 0 0,0 0 0,14 0 0,-11 0 0,24 0 0,-11-13 0,1 9 0,9-9 0,-9 13 0,13 0 0,0 0 0,0-13-417,0 9 417,0-22 0,-13 9 0,9 0 4330,-23-9-4330,24 9 6475,-24-13-6475,11 0 933,-14 0-933,-14 0 0,11 0-1527,-10-13 1527,-1 9 0,11-9 0,-23 13 0,22-13 0,-22 9 0,22-9 0,-22 13 0,22-13 0,-22 9 0,22-9 0,-9 13 0,13 0 0</inkml:trace>
  <inkml:trace contextRef="#ctx0" brushRef="#br0" timeOffset="120953">3774 17492 24575,'0'17'0,"0"-4"0,0-13 0,0 0 0,-13 0 0,9 0 0,-9 0 0,13 0 0,-13 14 0,9-11 0,-9 10 0,13-13 0,0 0 0,0-13 0,0 10 0,0-11 0,13 1 0,-9 10 0,9-24 0,0 24-787,4-24 787,13 11-6524,0-14 6524,-13 13 0,9-10-333,-9 11 333,13-14 0,0 0 0,0 13 0,0-9 0,-14 9-4252,11 0 4252,-24-9-2614,24 22 2614,-24-22 2957,11 22-2957,-1-9 232,-10 13-232,10-13 4537,-13 9-4537,0-9 6784,0 13-6784,0 0 0,0-13 0,-13 9-4604,10-9 4604,-24 13 0,11 13 0,-1-9 0,-10 9 0,11-13 0</inkml:trace>
  <inkml:trace contextRef="#ctx0" brushRef="#br0" timeOffset="121493">4193 17193 24575,'17'17'0,"-4"-4"0,-13-13 0,0-13 0,14 9-3050,-11-9 3050,24 13-5294,-11-13 5294,14-4 0,0 0 0,0-9 0,0 9 0,0-13 0,0 13 0,-13-9 0,9 9-4020,-22-13 4020,9 14-904,-13-11 904,0 24 0,0-24 3572,0 24-3572,-13-24 0,9 24 0,-22-11 5341,9 14-5341,0 0 4355,-9 0-4355,9 0-6784,-13 14 6784,0-11 0,14 24 0,-11-11 0,10 14 0,1 0 0,-11 0-593,24 13 593,-24-9 0,24 9 0,-11 0-4341,28-9 4341,-11 9 0,24-13 0,-24 0 0,37 0-241,-20-14 241,23 11 0,-13-24-2565,13 11 2565,-9-28 0,9 11 2951,-13-24-2951,0 11 0,0-14 0,0 0 0,0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08T02:50:19.403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11322 6080 24575,'17'0'0,"-4"0"0,0 0-2895,-9 0 2895,9 0 917,-26 0-917,9 0 475,-9 0-475,13 0 0,0 0 0,0 14 1503,0-11-1503,0 10 0,0-13 0,0 0 0,0 14 0,0-11 0,0 10 0,0-13 0,0 0 0,0 14 0,0-11 0,0 10 0,0-13 0,0 0 0,0 14 0,0-11 0,0 10 0,0 1 0,0-11 0,0 10 0,0-13 0,0 14 0,0-11 0,0 10 0,0-13 0,0 0 0,0 13 0,0-9 0,0 9 0,0-13 0,0 0 0,-13 0 0,9 0 0,-9 0 0,13 0 0,0 0 0,0 13-1117,0-9 1117,0 9 0,0-13 0,0 0 0,0 13 0,0-9 0,0 9 0,0-13 1117,0 0-1117,0 13 0,0-9 0,0 9 0,0-13-1407,0 13 1407,0-9 0,0 9 0,0-13 0,0 0 0,0 13 0,0-9 0,0 9 0,0-13 0,0 0 0,0 13 1407,0-10-1407,0 11 0,0-14 0,0 13 0,0-10 0,0 11 0,0-14 0,0 0 0,-13 0 0,10-14 0,-11 11 0,14-10 0,0-1 0,0 11 0,0-23 0,0 22 0,0-9-6784,0 0 6784,0-4 0,0 0-2604,0-9 2604,0 9 0,0 0 0,0-9 0,0 9 0,14 1 0,-11-11 0,10 24 0,-13-24 0,0 24 0,13-24 0,-9 24 3563,9-24-3563,-13 24 3440,13-24-3440,-9 24 0,9-11 0,0 1 0,-9 10 0,9-11 2385,-13 1-2385,0 10 0,0-10 0,0 13-1906,0-14 1906,0 11 0,0-10 0,0 13 0,0 0 0,13 0 0,-9 0 0,9 0 0,-13 0 0,0 0 1906,0 13-1906,0-10 0,0 24 0,13-24 0,-9 10 0,9-13 0,-13 0 0,13 0 0,-9 0 0,9 0-1696,-13-13 0,13 10 0,4-10 0</inkml:trace>
  <inkml:trace contextRef="#ctx0" brushRef="#br0" timeOffset="1648">13329 6230 24575,'17'0'0,"-4"0"0,-13 0 0,0 0 0,0-13 0,13 10 0,-9-11-1574,9 14 1574,-13 0 0,0 0 0,-13 0 0,9 0 0,-9-13 0,13 10 0,0-11 0,0 14 0,0 0 0,0 14 0,0-11 0,0 24 0,0-11 1574,0 1-1574,0-4 0,0-39 0,0 19 0,0-20 0,0 27 0,0 0 0,0 14 0,0-11 0,0 10 0,0-13 0,0 0 0,0 14 0,0-11 0,0 23 0,0-22 0,0 22 0,0-22 0,0 22 0,13-22 0,-9 22 0,9-9 0,-13 0 0,0 9-1606,0-22 1606,0 22-3493,0-23 3493,0 24 0,0-24 0,0 24 0,0-24 0,0 11 1308,0-1-1308,0-10 3791,0 11-3791,0-14 0,0 0 0,0-14 0,0 11 0,0-10 0,-13-1-6784,9 11 6784,-22-10-4537,22-1 4537,-9-2-202,13-1 202,0-9 0,0 22 0,0-22 4436,0 22-4436,0-22 6634,0 9-6634,0-13 453,0 13-453,0-9-6784,0 9 6784,0 1 0,0 2 0,0 14 0,0 0 0,0-13 0,0-4 0,0 1 0,0-11 6784,0 24-6784,-13-11 0,9 1 0,-9 10-737,13-11 737,0 14 0,0 0 0,0-13 0,0 10 0,0-11 0,0 14 0,0 0 0,0 14 737,0-11-737,0 10 0,0 1 0,0 2 0,0 1 0,0 10-6784,0-11 6784,0 14-4537,0-13 4537,0 9 0,0-9 0,0 13 0,0-13 0,0 9 4537,0-22-4537,0 22 6784,0-22-6784,0 9 0,0-13 0,13 13-4924,-9-9 4924,9 9 0,-13-13 0,0 0 0,13 0 0,-9-13 0,9 9 0,-26-22 0,9 22-465,-22-22 0,9 9 0,-13-13 0</inkml:trace>
  <inkml:trace contextRef="#ctx0" brushRef="#br0" timeOffset="4211">11292 6050 24575,'0'-16'0,"14"3"0,-11-1 0,10 11 0,-13-10 0,0-1 0,0 11 0,0-24-6784,0 24 6784,0-24 0,13 24 0,-9-24 0,9 11 0,-13-14 0,0 0 0,13 0 0,-9-13 0,22 9 0,-22-22 0,9 9 0,0-13 0,-9 0-4537,22-13 4537,-9 10-619,-9 20 0,1-1 619,17-32 0,-24 31 0,0 0-639,11 0 1,0 0 638,-10-31 0,11 32 0,-1 1 0,-10-33 0,10 31 0,1 0 0,-5-1 0,-1 2 0,8-33 0,-1 34 0,-3 0-1506,-9-21 1506,11 21 0,-1 0-82,-10-20 82,11-11 0,-1 15 0,-10 12 0,11-10 2189,-14 24-2189,0-10 0,0 13 0,0 0-1375,0 0 1375,0 13 2907,0-9-2907,0 22 382,0-22-382,0 22 4537,0-9-4537,0 0 6784,0 10-6784,0-11 0,0 14 0,-14 0-4387,11 0 4387,-10-13 0,13 10 0,0-11 0,-14 14 0,11 0 0,-10 0 0,13 0 0,0 0 4387,0-13-4387,0 10 0,0-11 0,-14 14-791,11 0 791,-10 0 0,13 0 0,0 0 0,-14 0 0,11 0 0,-24 0 0,24 0 0,-10 0 0,13 0 0,0 0 0,-14 0 0,11 0 0,-10 0-1402,-1 0 1402,11 0 0,-10 0 0,13 0 0,-13 0 0,9 14 0,-9-11 0,13 10 2193,-13-13-2193,9 0 0,-9 0 0,13 0 0,0 0 0,-13 0 0,9 0 0,-9 0 0,13 0 0,0 14 0,0-11 0,0 10 0,-13-13 0,9 0-1734,-9 0 1734,13 14 0,0-11 0,0 10 0,0-13 0,0 0 0,13 0 0,-9 13 0,9-9 0,-13 9 0,0-13 1734,0-13-1734,-13 9 0,9-9 0,-22 13 0,9 0 0</inkml:trace>
  <inkml:trace contextRef="#ctx0" brushRef="#br0" timeOffset="6212">11172 4133 24575,'17'0'0,"-4"0"0,-13-13 0,0 10 0,0-24 0,14 24 0,-11-10 0,10-1-3141,-13 11 3141,0-24 0,0 24 0,14-24 0,-11 24 0,10-10 0,-13 13 0,0 0 0,0-14 0,0 11 0,0 16-3643,0 7 3643,0 24 0,0-1-3785,0 17 3785,0 16-1152,-6-32 0,-1 2 1152,6 5 0,-1 1-727,-11 1 0,-1 1 727,6 5 0,-1 2 0,-6-2 0,0 2 0,7 4 0,0 3-234,-6 0 1,1 0 233,4 0 0,2 1-366,-1 4 1,-1 0 365,-5-11 0,1-1 4,12-1 1,-1 0-5,-11-1 0,-1-2 0,12-10 0,1 0 0,-6 4 0,1 1 863,5-7 0,2 0-863,-1 31 0,0-3 0,0-26 0,13-4 0,-10-13 1377,11 0-1377,-14-13 883,0-4-883,13-26 0,-10-4 0,11-13 0</inkml:trace>
  <inkml:trace contextRef="#ctx0" brushRef="#br0" timeOffset="6712">13329 3774 24575,'0'-17'0,"13"-9"0,-9 22-2842,9-9 2842,-13 13 0,0 0 900,0 27-900,-13-7 0,9 50-2731,-22-7 2731,23-13 0,2 3 0,-12-1 0,0 3 0,10 10 0,2 3-2209,-5-7 1,-1 1 2208,6 11 0,2 0-1887,-1-11 1,0-1 1886,0 13 0,0-1-423,0-12 0,0 1 423,0 12 0,0-2-1122,1-16 1,-2-2 1121,-5 12 0,-1-2 0,5-17 0,0-1 660,-4 5 0,-1 1-660,0 0 0,1 0 0,5-5 0,-1-1 0,-12-1 0,1 0-558,10 28 558,-24-40 0,10-6 0,-13-27 745,0-14-745,0-2 0,14-14 0,2 0 0</inkml:trace>
  <inkml:trace contextRef="#ctx0" brushRef="#br0" timeOffset="7273">11652 3864 24575,'0'17'0,"0"9"0,-14-22 0,11 22 0,-10-23 0,-1 11-7525,11-1 7525,-10-10 0,13 11 1571,0-14-1571,0 0 0,13 13 0,-10-10 0,24 11 0,-24-1 0,24-10-830,3 11 830,3-14-4537,24 0 4537,-24-14-684,24 11 684,-11-10 0,14 13-1192,13 0 1192,4 0 0,-33-7 0,2 0 0,-1 6 0,0-1 0,31-11 0,-32 12 0,-1 2 0,20-1 0,-20-1 0,0 2-1479,21 12 1479,-4-10 87,-4 11-87,-23-14 2778,11 13-2778,-14-10 0,0 11 4294,-14-1-4294,-2-10 0,-14 11 1100,0-1-1100,0-10 0,-14 11 2061,-2-14-2061,-14 0 0,-14-14-831,-2 11 831,-14-10 0,0 26 0,0 4 0</inkml:trace>
  <inkml:trace contextRef="#ctx0" brushRef="#br0" timeOffset="7823">11442 3834 24575,'17'-30'0,"-4"13"0,-13 4 0,-13 13 0,9 0 0,-9 0-6972,0 0 6972,9 0-3484,-22 13 3484,9 4 0,0 13-1177,-9 0 1177,9 0-225,1 0 225,2 13 0,1-10 0,10 11-743,-11-14 743,28 13 0,-11-10 0,24 10 482,-11-13-482,27-13 0,-9-4 0,9-13 0,-13-13 0,13 10 0,-10-24 0,11 10 0</inkml:trace>
  <inkml:trace contextRef="#ctx0" brushRef="#br0" timeOffset="8074">12880 3774 24575,'76'-13'0,"-16"9"0,-17-9-947,-13 0 947,0 9-7928,0-9 7928,0 13-2660,-13 0 2660,10 13-102,-11 4 102,1 0 0,23 9 0,-20-9 0,10 13-320,-4 13 320,-9-9 0,0 9 0,9 0 0,-22 4 3255,9-1-3255,-13 11-3811,-13-11 3811,9 1-193,-22 10 193,-4-24 0,-4 10 0,-22-13 0,22-13 0,-9 9 0,13-9 0</inkml:trace>
  <inkml:trace contextRef="#ctx0" brushRef="#br0" timeOffset="18016">10813 6919 24575,'0'17'0,"0"-4"0,0-13 0,0 0 0,0 13 0,0-9 0,0 9 0,0-13 0,0 0 0,0-13 0,0 9 0,0-9 0,0 13 0,0 13 0,13-9-2901,-9 9 2901,9-13 0,0 0 0,-9 0 0,22 0 0,-22 0 0,22 0 0,-23 0 0,24 0 2901,-24 13-2901,24-9 0,-24-4-6347,24-4 6347,-10-9-4681,-1 0 4681,-2 9 0,-1-9 0,-10 0 0,11 9 0,-14-9 0,0 13 0</inkml:trace>
  <inkml:trace contextRef="#ctx0" brushRef="#br0" timeOffset="18557">11172 6679 24575,'17'0'0,"-4"0"0,-13 0 0,14 0 0,-11 0 0,10 0 0,-13 0 0,0 0 0,-13 14 0,10-11 0,-11 24 0,14-11 0,0 1-6784,0 10 6784,0-11-3522,0 14 3522,0-13 0,0-4 0,0 1 0,0-11 0,0 10 5039,0 0-5039,0-9 5267,0 22-5267,0-22 0,0 9 0,0-13 0,0 0 0,-13 0 0,-4 0 0,1-13 0,2 9 0,14-9 0</inkml:trace>
  <inkml:trace contextRef="#ctx0" brushRef="#br0" timeOffset="18812">10963 6650 24575,'16'0'0,"-2"0"0,-1 0 0,-10-14 0,11 11 0,-1-10-8503,-10-1 8503,24 11 1430,-10-10-1430,13 13 0,-14 0 0,11 0 0,-11 0 0,14 0 0,0 0 0,0 0 6641,0 0-6641,13 13-6352,-9-10 6352,9 11-2388,-13-14 2388,-13 0 0,9 0 0,-22-14 0,22 11 0,-9-10 0</inkml:trace>
  <inkml:trace contextRef="#ctx0" brushRef="#br0" timeOffset="19200">11083 7099 24575,'16'13'0,"11"-10"0,-24 11 0,24-14 0,-11 0-8503,1 0 8503,10 0 0,-11 0 1719,14 0-1719,0 0 0,0-14 0,0 11 0,-13-10 0,9 13 0,-22-13 0,9 9 0,-13-9 0,0 0 0,0 9 0,0-9 0</inkml:trace>
  <inkml:trace contextRef="#ctx0" brushRef="#br0" timeOffset="19562">11083 7368 22515,'30'-16'0,"-1"2"0,1 1 0,0 10 1003,-13-24-1003,10 24 346,-11-10-346,14 13 0,0 0 175,-13 13-175,-4-10 0,-13 24 47,0-24-47,0 24-61,0-11 61,-13 14 0,-4 14 0,1-11 0,-11 23 0,24-9-6602,-24 0 6602,24-4-4197,-11-13 4197,1 0 28,10-14-28,3 11 0,3-24 0,10 11 4537,1-14-4537,2 0 6784,14 0-6784,13 0-6784,-9 0 6784,9-14-4537,0-2 4537,-9-1-419,9-9 419,-13 9 0,13-13 0,4 0 0</inkml:trace>
  <inkml:trace contextRef="#ctx0" brushRef="#br0" timeOffset="20475">13149 6679 24575,'17'0'0,"-4"0"0,-13 0 0,0 0 0,0 14-3601,0-11 3601,0 10 0,0-13 836,0 0-836,0 14 0,0-11 0,0 10-4277,0-13 4277,0 14 0,0-11 0,0 10 0,0 1 2097,0-11-2097,0 24 0,0-24 0,0 10 4945,0 1-4945,0-11 0,0 24 0,0-24-2830,0 10 2830,0 0 0,-13-9 0,10 9 0,-11 0 0,14-9 0,14 22 0,-11-22 0,10 22 2830,-13-22-2830,0 22 0,0-22-5717,14 9 5717,-11 0 0,10-9 0,-13 9 0,14 0 0,-24-9 0,20 9 0,-24-13 0,14 0 0,0-13 0,0-4 0</inkml:trace>
  <inkml:trace contextRef="#ctx0" brushRef="#br0" timeOffset="20857">12940 6650 24575,'0'-17'0,"13"4"0,-10 13 0,24 0 0,-10 0 0,12 0-8503,1 0 8503,0-14-2818,14 11 2818,-11-10-368,24 13 368,-24 0 0,10 0-142,-13 0 142,0 0 0,0 0 4284,0 0-4284,0 0 0,-14 0 4120,-2 0-4120,-14 0 0,0 0 0,0 13 0,0 4 0</inkml:trace>
  <inkml:trace contextRef="#ctx0" brushRef="#br0" timeOffset="21320">13059 7069 24575,'0'17'0,"0"-4"0,0-13 0,14 0 0,-11 0 0,10 0 0,1-13 0,-11 9-6784,24-9 6784,-11 13-866,14 0 866,-13 0 0,10 0 0,-11 0 0,1 0 0,9 0 6355,-22 0-6355,22 0 1295,-9 0-1295,0 0 0,9 0-5735,-22 0 5735,22 0 0,-22 0-145,9 0 145,-13 0 0,0 0 0,0 0 0</inkml:trace>
  <inkml:trace contextRef="#ctx0" brushRef="#br0" timeOffset="21813">13059 7368 24575,'17'0'0,"-4"0"0,1-13-9831,-11 10 8341,24-24-665,-11 24 2155,14-11 2155,-13 1-2155,10 10 0,-11-24 0,14 24 0,-13-10 4537,9 13-4537,-22-14 0,22 11 0,-22-10 5631,9 13-5631,-13 0 0,13 0 0,-9 13 0,-4-10 0,-4 24 0,-9-24 0,13 24 0,-13-11 0,9 14-5631,-22 0 5631,9 0-4537,0 0 4537,-9 0-1276,9-13 1276,1 10-11,-11-11 11,24 14 3900,-24-13-3900,24 9 5830,-11-9-5830,1 0 0,10-4 0,-11 0 620,14-9-620,0 9 0,0-13 24,0 0-24,14 0 0,-11 0 0,24 0 0,-11 0 0,1-13 0,10 9 0,-24-9-3106,23 13 3106,-9 0 0,0 0 0,-4 0 0,-13 0 0,0 0 0,13 0 0,4 0 0</inkml:trace>
  <inkml:trace contextRef="#ctx0" brushRef="#br0" timeOffset="77126">22944 17463 20518,'17'0'0,"-4"0"1916,-13-14-1916,0 11 688,0-10-688,0 13 353,13 0-353,-10 0 1100,11 0-1100,-14 0 0,0 13 0,13-10 0,-10 11-488,24-14 488,-24 0 0,24 0 0,-24 0 0,24 0 0,-24 0 0,24 0 0,-24 0 0,24 13-6296,-11-10 6296,14 10-4537,-13-13 4537,10 0 0,-11 0 0,1 14 0,10-11 0,-11 10 0,14-13 0,0 0 0,0 0 0,0 0 0,0 0 0,0 0-46,0 0 46,0 0 0,-13 0 0,9 0 4513,-9 0-4513,13 0 6750,0 0-6750,0 0-6680,0 0 6680,0 0-4537,0 0 4537,-1 0-258,1 0 258,0 14 0,0-11 0,14 10 0,-11-13 0,10 0 0,-13 0 0,0 0 0,0 0 0,-13 0-2892,9 0 2892,-9 0 0,13 0 0,-14 0 0,11 0 2977,-24 0-2977,24 0 261,-24 0-261,11 0 4449,-14 0-4449,13 0 0,-10 0 5217,11 0-5217,-14 14 0,0-11 0,0 10 0,0-13 0,0 0 0,-14 0-2473,11 0 2473,-10-13 0,-1 10 0,11-11 0,-24 14 0,11 0 1362,-14-13-1362,0 10 0,0-11 0,0 14 0,-13 0-5897,9 0 5897,-22 0-2746,9 0 2746,-13 0-2116,14 0 2116,-11 0-211,24 0 211,-10 0 0,-1 0 0,11 0 0,-10 0 0,0 0 0,9 0 0,-9 14 0,13-11 0,13 10 2053,-9-13-2053,22 0 274,-9 0-274,0 0 0,10 0 0,-11 0 4537,14 0-4537,0 0 0,14 0 6784,-11 0-6784,10 0 0,0-13 0,-9 10 0,9-11 0,-13 1 0,0 10 0,0-11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08T02:54:36.869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1348 2546 24575,'0'17'0,"13"-4"0,-9-13 0,9 13-5944,-13-9 5944,0 9 0,0-13 61,0 0-61,0 13 0,0-9 0,13 9 0,-10-13 1289,11 0-1289,-28 0 0,11 0 0,-10 0 2971,13 0-2971,0 0 1623,0 13-1623,0-10 0,0 11 0,0-14 0,0 0 0,0-14 0,0 11 0,0-10 0,0 13 0,0 0 0,0-13 0,0 9 0,0-9 0,0 13 0,0 0 0,0 13 0,0-9 0,13 9-3636,-10-13 3636,11 0 0,-14 0 0,13 0 0,-10 0 0,24 0 0,-24 0 0,24 0 0,-24 0 0,24 13 0,-10-10 2021,13 11-2021,-14-14-1938,11 0 1938,-11 0 0,1 0 0,10 0 0,-11 0 0,14 0 0,0 0 1450,-13 0-1450,10 0 0,-11 0-4681,14 0 4681,0 0-4537,0 0 4537,0-14 0,0 11 0,0-10 0,0 13 0,0 0 0,0 0 0,0 0 0,0 0 0,0 0 0,-14 0 0,11 0 0,-10 0 0,-1 0 4537,11 0-4537,-11 13 0,14-10 0,-13 11 0,10-14 0,-11 0 6784,14 0-6784,-13 0 0,9 0-6784,-9 0 6784,0 0 0,9 0-40,-22 0 40,22 0 0,-9 0 0,0 13 0,9-10 0,-9 11 6764,0-14-6764,9 0 0,-9 0 0,-1 0-5147,11 0 5147,-10 0 0,13 0 0,0 0 0,0 13 0,-14-10 0,11 11 0,-11-14 0,14 0 0,0 0 0,0 0 0,-13 0-1577,10 0 1577,-11-14-56,14 11 56,-13-10 0,9 13 0,-9 0 0,0 0 0,9 0 6756,-22 0-6756,22 0 0,-22 0 0,22 0-5148,-9-14 5148,0 11 0,9-10 0,-9 13 0,-1 0 0,11 0 0,-10-14 0,13 11 0,0-10 0,-14 13 5232,11 0-5232,-10 0 0,12 0-6784,1 0 6784,0 0-1330,0 0 1330,0 0 0,0 0 0,0 0 0,0 0 0,0 0 0,0 0 0,0 0 0,0 0 0,0 0 1180,-13 0-1180,9 0 0,-9 0 0,13 0 0,0 0 1456,0 0-1456,0 0 0,-14 0 0,11 0 0,-10 0 0,12 0 0,1 0 0,-13 0-632,10 0 632,-11 0 0,14 0-125,0 0 125,0 0 0,0 0 0,0 0 0,0 0 0,13 0 0,-9 0 0,-4 0 0,-4 0-4244,-9 13 4244,26-10 0,-10 11 0,-3-14 0,-3 0 4251,-10 0-4251,13 0 0,0 0 0,-1 13 126,-12-10-126,10 11 0,-24-14 0,24 0-1734,-11 0 1734,1 0 2074,10 13-2074,-24-10 0,24 11 0,-11-14 0,14 0 0,-13 0 2017,9 0-2017,-9 13 0,13-10 0,-13 11-3039,9-14 3039,-9 0 0,0 0 0,9 0 0,-9 13 0,13-10 0,-14 11 0,11-14 0,-24 0 6784,11 0-6784,-1 0 0,-10 13 0,24-10-6784,-10 11 6784,13-14 0,-14 0 0,11 0 0,-11 0 0,14 0 0,0 0 0,-13 0 0,10 0 6784,-11 0-6784,14 0 0,-13 0-4625,9 0 4625,-22 13 0,22-10 0,-9 11 0,13-14 0,0 0 0,-13 0 0,9 0 0,-9 0 0,13 0 4625,0 0-4625,0 0 0,-14 0-6784,11 0 6784,-10 0 0,-1 0 0,11 13 0,-10-10 0,-1 10 0,11-13 0,-24 0 0,10 0 0,1 0 0,-11 0 0,24 0 4654,-24 0-4654,10 0 0,1 0 0,-11 0 0,24 0 0,-24 0 0,24 0 0,-24 0 0,24 0 0,-24 0 2130,23 0-2130,-22 0 0,22 0-6784,-22 0 6784,22 14 0,-22-11 0,22 10 0,-9-13 0,0 0 0,9 0 0,-9 0 0,13 0 6784,0 0-6784,0 0-6784,0 0 6784,0 0-4537,0 0 4537,0 0-3034,-1 0 3034,1 0 0,0 0 0,-13 0 3034,10 0-3034,-11 0 4537,1 0-4537,10 14 0,-11-11 0,1 10 728,9-13-728,-9 0 0,13 0 0,0 0 0,-13-13 0,9 10 0,-9-11 0,13 14 0,-13 0 0,9 0 0,-9 0 0,-1 0-728,11 0 728,-10 0-2427,13 0 2427,-14 0 0,11 0 0,-24 0 0,24 0 0,-11-13 5582,14 10-5582,-13-11 0,10 14 0,-11 0-3155,14 0 3155,0 0-2985,0 0 2985,-13 0 0,9 0 0,-9 0 0,13 0 0,-13 0 5306,9-13-5306,-9 10 4463,0-10-4463,9 13 0,-9 0-6784,0 0 6784,9 0-4537,-23 0 4537,24 0 0,-24 0 0,24 0 0,-10 0 0,13 0 4537,-14 0-4537,11 0 0,-10 0 0,-1 0 6151,11 0-6151,-11 0-5446,1 0 5446,10-14 0,-24 11 0,24-10 0,-24 13 0,24 0 0,-24 0 460,24 0-460,-24 0 0,24 0 0,-11 0-1165,14 0 1165,0 0 0,-13 0 0,9 0 0,-9 0 0,13 0 0,0 0 0,0 0 0,0 0 0,0 0 0,0 0 0,0 0 0,0 0 0,0 0 0,0 0 0,-1 0 0,1 0 0,0 0 0,0 0 0,0 0 0,0 0 0,-13 13 0,9-10 0,-9 11 0,13-14-4537,-13 0 4537,9 0 0,-9 0 0,0 0 0,-4 0 0,0 0 0,-9 0 0,9-14 4537,-13 11-4537,0-10 0,13 13 0,-9 0 0,9 0 0,-13 0 6784,0 0-6784,0 13 0,0-10 0,0 11 0,0-14 0,0-14 0,0 11 0,0-10 0,0 13 0,0 0 0,0 13 0,0-10 0,0 11 0,0-14 0,0 0 0,-13 0-6784,-4 0 6784,-40 0 0,7 0 0,8 0 0,-2 0 0,-33 0 0</inkml:trace>
  <inkml:trace contextRef="#ctx0" brushRef="#br0" timeOffset="2401">11472 2696 24575,'-13'16'0,"9"11"0,-9-24 0,13 11 0,0-14 0,0 0-2099,0 13 2099,0-10 504,0 11-504,0-14 0,0 0 0,13 0 0,-9 0 0,9 0 1595,-13 0-1595,0 0 0,13-14 0,-9 11 0,9-10 0,-13 13 0,0 0 0,13 0 0,-9 0 0,22 0 0,-23 0 0,24 0 0,-10 0-5972,13 0 5972,-14 0-4806,11 0 4806,-10 0 0,13 0-466,13 13 466,3-10 0,1 11 0,10-14 0,-11 0 0,1 0-3059,9 0 3059,-9 13-346,13-10 346,-14 11 0,11-14 0,-24 0 78,24 0-78,-24 13 0,24-10 0,-24 11 2433,24-14-2433,-11 13 0,1-10 0,9 10 0,-9-13 363,0 14-363,9-11-2670,-23 10 2670,24-13 0,-10 0 357,-1 0-357,-3 0 0,1 0 2963,-11 0-2963,10 0-391,-13 0 391,0 0 0,0 0 0,0 0-2969,-13 0 2969,9 0 130,-9 0-130,13 0 3034,-13-13-3034,9 10 4537,-9-11-4537,13 14 0,0 0 0,-14 0 79,-2-13-79,-1 10 0,-10-10 0,37 13 0,-20 0 0,23 0 0,-13 0 0,0 0 0,0 0 0,0 0 0,14 0 0,-11 0 0,10 0-4563,-13 0 4563,0 0 0,0 0 0,0 0 0,0 13 0,0-10 4484,0 10-4484,-14-13 0,11 0 0,-10 0 6784,13 0-6784,0 14-5808,0-11 5808,0 10 0,-14-13-4860,11 0 4860,-11 0-54,14 0 54,0 0 0,0 0 0,0 0 0,13 0 0,-9 0-3232,9 0 3232,-13 0-434,0 0 434,0 0 163,0 0-163,0 0 35,0 0-35,0 0 3115,0 0-3115,0 0 0,0 0 4658,0 0-4658,13 0-367,-10 0 367,10 0-4537,-13 0 4537,-13 0-466,10 14 466,-11-11 0,14 10 0,0-13 4306,0 0-4306,-13 0 6438,9 0-6438,-9 0 0,0 14 0,9-11-5741,-22 10 5741,22-13 0,-23 0 0,24 0 0,-24 0 0,24 0 0,-10 0 0,-1 0 0,11 0 6784,-10 0-6784,13 0 0,0 0 0,-1 0-6784,1 0 6784,0 0-562,0 0 562,0 0 0,0 0 0,0 0 0,0 0 0,0 0 0,13 0 0,-23 0 0,20 0 0,-23 0 0,13 0-3975,0 14 3975,-14-11 0,11 10 0,-10-13 0,-1 0 0,11 0 4537,-10 0-4537,13 0 6784,0 0-6784,-1 0-6784,1 0 6784,0 0-4537,0 0 4537,0-13-214,14 10 214,-11-11 0,10 14 0,0 0 0,-9 0 0,9 0 0,0-13 0,-10 10-2963,11-11 2963,-14 14 0,0 0 0,0 0 2243,0 0-2243,-14 0 197,11 0-197,-11 0 4172,1 0-4172,10-13 6238,-11 10-6238,14-11 0,0 14 0,0 0-2275,0 0 2275,0 0-5414,0 0 5414,-13-13 0,9 10 0,-9-11 0,13 14-436,13 0 436,-10 0 0,11 0 0,-14 0 0,-14 0 0,11 0-1850,-10 0 1850,13 0 3958,-14 0-3958,11 0 0,-24 0 0,24 0 521,-11 0-521,1 0 6606,10 0-6606,-11 0 0,1 14 0,10-11-5634,-11 10 5634,14-13 0,0 0 0,0 0 0,0 0-27,0 0 27,0 0 0,0 0 0,0 0 0,0 0 0,-14 0 0,11 0 0,-10 0-4731,13 0 4731,0 0 0,0 0 0,-14 0 0,11 0 4120,-11 0-4120,14 0 26,-13 0-26,10 0 6784,-11-13-6784,14 10 0,0-11-6784,0 14 6784,0 0 0,0 0 0,-13 0-145,9 0 145,-9 0 0,0 0 0,9 0 0,-9 0 0,13 0 6712,-14 0-6712,11 0 0,-10 0-3782,13 0 3782,0 0-5141,0 0 5141,0 0 0,0 0 0,-1 0 0,1 0 0,0 0 0,0 0 0,0 0 0,0 14-1917,0-11 1917,0 10 0,0-13-264,0 0 264,0 0 0,0 0 0,0 14 0,0-11-190,13 10 190,-10-13 0,11 0 0,-1 0 0,-10 0 0,24 14 0,-24-11 0,24 10-1865,-24-13 1865,24 0-240,-24 0 240,23 14 0,-22-11 0,22 10 0,-22-13 0,22 0 0,-23 14 0,11-11 0,-14 10 0,13-13-1069,3 0 1069,14 0-133,0 14 133,0-11 0,0 10 0,0-13 0,-13 14 0,9-11 0,-9 10 0,13-13 0,-14 0 0,11 13 0,-24-9 0,24 9 2214,-24-13-2214,24 0 0,-24 0 0,10 0 0,0 0 0,-9 0 645,9 13-645,-13-9 0,0 9 0,0-13 0,0 0 0,0 0 378,0 0-378,0 0 0,0 0 0,-14 0 0,11 0 0,-11 0 4408,1-13-4408,10 9 0,-24-9 3911,24 13-3911,-24 0 0,24 0 0,-24 0 502,10 0-502,-13 0 0,0 0 0,14 0 0,-11 0 0,-16-13-5869,-7 9 5869,-37-22 332,10-4-332,-12 10 0,-15-20 0,-2 23 0</inkml:trace>
  <inkml:trace contextRef="#ctx0" brushRef="#br0" timeOffset="24490">3714 5751 24575,'0'17'0,"0"-4"0,0-13 0,0 0 0,-13 0 0,10 0 0,-11 0 0,14 0 0,0 0 0,-13 0-1709,10 0 1709,-11 0 0,14 0 0,-13 0 0,10 0 0,-11 0 0,1 0 0,10 0 0,-24 13 0,24-9 0,-11 9-827,1-13 827,10 0 0,-24 0 0,24 0 0,-24 13 0,24-10 0,-10 11 0,-1-14 0,11 13 0,-10-10 0,13 11 0,-14-14-1884,11 0 1884,-10 0 2269,13 13-2269,0-10 0,0 11 0,0-14 0,0 0 0,0 13 0,0-10 0,0 11 0,0-14 0,0 13 2151,0-10-2151,0 11 0,0-1 0,13-10 0,-10 24 0,24-10-6784,-10 12 6784,-1-12 0,24 10 0,-20-11 0,23 14-1183,1 0 1183,2 0 0,14-13 0,0 10 0,13-11 0,-10 1 0,-20-10 0,1-1 0,33 7-2073,-33-17 1,1-2 2072,0 12 0,0-2-227,0-9 1,0-3 226,0 1 0,0 1 0,0 5 0,0-2 0,31-23 0,-32 17 0,-1 1 0,20-8 0,10-11-2622,-26 10 2622,10 1 0,-24-11 0,10 24 2595,-13-24-2595,-13 24 1240,9-11-1240,-22 14 4521,9-13-4521,0 10 6761,-9-11-6761,9 14 0,-26 0 0,-4 0-6714,0-13 6714,-9 10 0,9-10 0,-13 13 0</inkml:trace>
  <inkml:trace contextRef="#ctx0" brushRef="#br0" timeOffset="33821">8267 7878 20057,'17'0'0,"-4"0"2118,-13 0-2118,0 0 767,0-14-767,0 11 396,0-10-396,0 13 0,0 0 0,0-14-1128,0 11 1128,0-10 0,0 13 0,0 0 0,-13 0 0,9 0 0,-9 0 0,13 0 0,0 0 0,0-14-425,0 11 425,0-10 0,0 13 0,0 0 0,-13 0 0,9 0 0,-9 0 0,13 0 0,0-14 1037,0 11-1037,0-10 0,0 13 0,-13 0 0,9 0 0,-9 0 0,13 0 0,0 0 0,-13 0 0,9 0 0,-9 0 1753,13-14-1753,0 11 0,0-10 0,0 13 0,0 0 0,-13 0 0,9 0 0,-9 0 0,13 0 0,0 0 0,0 13 0,0-10 0,0 11 0,13-14 0,-9 0 0,9 0 0,-13 0 0,0 0 0,0-14-3001,0 11 3001,0-10 0,0 13 0,0 0 0,13 0 0,-9 0 0,9 0 0,-13 0 0,0 0 0,13 0 581,-9 0-581,9 0 0,-13 0 0,13 0 0,-9-13 0,9 9 0,0-9 0,-9 13 0,9 0 0,0 0 0,-9 0 1965,9 0-1965,-13 0 0,13 0 0,-9 0 0,9 0 0,0 0 0,-10 0 0,24 0 455,-24 0-455,24 0 0,-24 0-2243,24 0 2243,-24 0 0,24 0 0,-24 0 0,24 0 0,-24 0 0,24 0 0,-24 0 0,11 13 0,-1-9 0,-10 9 0,10-13 0,-13 0 1472,14 0-1472,-11 0 0,10 0 0,1 0 0,-11 13 0,10-10 0,1 11 0,-11-14 771,24 0-771,-24 0 0,10 0 0,1 0-1134,-11 0 1134,10 0 0,-13 0 0,14 0 0,-11 0 0,23 0 0,-22 0 0,9 0 0,0 0 1134,-9 0-1134,22 0-6557,-9 0 6557,0 0 0,9 0 0,-22 0 0,22 0 0,-22 0 0,22 0 0,-9 0 0,-1 0 6557,11 0-6557,-24 0 0,11 0 0,-14 13-1542,13-10 1542,-10 11 0,11-14 0,-1 0 0,-10 0 0,24 0 0,-24 0 0,24 0 0,-24 0 1542,24 0-1542,-24 0 0,11 0-1978,-1 0 1978,-10 0 0,10 0 0,-13 0 0,14 0 0,-11 0 0,10 0 0,1 0 0,-11 0 1978,10 0-1978,-13 0 0,0 0 0,14 0 0,-11 0 0,24 0 0,-11 0 0,1 0 0,10 0 0,-24 0 0,24 0 0,-24 13 0,23-10 0,-9 11 0,0-14-6784,9 0 6784,-9 0 0,0 0 0,9 0 0,-9 0 0,13 0 0,-14 0 0,11 0 0,-10 0 0,-1 0 0,11 0 2611,-10 0-2611,-1 0 0,11 0 0,-10 0 0,-1 0 0,11 0 0,-24 0 0,24 0 0,-11 0 4173,14 0-4173,0 0-6784,-13 0 6784,10 0-4537,-11 0 4537,14 0 0,0 0 0,-13 0 0,9 0 0,-9 0 4537,13 0-4537,-13 0 6784,9 0-6784,-9 0 0,13 0-5971,-13 0 5971,9 0-4806,-9 0 4806,13 0 0,0 0 0,0 0 0,-14 0 0,11 13 0,-10-10 3993,12 11-3993,1-14 0,0 0 0,0 0-3130,-13 0 3130,10 0 0,-11 0 0,1 0 0,10 0 0,-24 0 5234,23 0-5234,-9 0 4680,0 0-4680,9 0 0,-22 0-6784,22 0 6784,-9 0 0,0 0 0,9 0 0,-9 0 0,0 0 0,9 0 0,-23 0 0,24 0 6784,-10 0-6784,13 0 0,-14 0-4293,11 0 4293,-10 0 0,-1 0 0,11 0 0,-24 0 0,24 0 0,-24 0 0,24 0 0,-11 0 0,1 0 0,10 0 0,-24 0 1298,24 0-1298,-24 0 0,24 0 0,-24 0 0,24 0 0,-24 0 0,23 0 0,-9 0 0,0 0 0,9 0 0,-22 0 0,22 0-962,-9 0 962,0 13 0,9-10 0,-22 11 0,22-14 0,-9 0 0,-1 0 0,11 0 0,-24 0 0,24 0 0,-10 0 0,-1 0-4966,11 0 4966,-10 0 0,13 0 0,0 0 2718,-1 0-2718,1 0 0,-13 0 0,10 0 0,-11 0 0,14 0-627,0 13 627,0-10-3500,0 11 3500,0-14 0,0 0 0,0 0-73,0 0 73,0 0 0,0 0 0,0 0 0,0 0 0,0 0 0,-14 0 0,11 0-982,-10 0 982,-1 0-2968,11 0 2968,-10 0 0,12 0 0,1 0 3034,-13 0-3034,10 0 4537,-11 0-4537,14 0 0,0 0 0,-13 0 0,10 0 0,-11 0-1231,14 13 1231,0-10-250,0 11 250,0-14 0,0 0 0,-13 0 6051,9 0-6051,-9 0-4845,13 0 4845,0 0 0,-14 0-3099,11 0 3099,-10 0 0,-1 0 0,11 0 0,-10 13 0,12-10 5113,-12 10-5113,10-13 5045,-11 0-5045,14 0-6784,0 0 6784,0 14-4537,0-11 4537,13 10-117,-9-13 117,9 0 0,-13 0 0,0 0 0,-13 0 0,9 14 4479,-9-11-4479,13 10 0,-14-13 4291,11 0-4291,-24 0 229,24 0-229,-24 0 0,24 0 0,-24 0 0,24 0 0,-10 0 2439,12 0-2439,1 0 0,-13 0 0,10 0-6784,-11 0 6784,14 0-116,0 0 116,0 0 0,-13 0 0,9 0 0,-22 0 0,22 0 6727,-22 0-6727,9 0 0,0 0 0,-9 0-2967,9 0 2967,0 0 0,-9 0 0,9 0 0,0 0 0,-9 0 0,9 0 0,0 0 3140,-9 0-3140,22 0 0,-22 0-2849,9 0 2849,0 0 0,-10 0 0,11 0 0,-14 0 0,13 0 0,-10 0 0,11 0 0,-14 0 0,0 0 0,-14-13 2849,11 10-2849,-10-11 0,-1 1 0,-2 10 0,-1-11 0,-9 14 0,22 0 0,-9 0 0</inkml:trace>
  <inkml:trace contextRef="#ctx0" brushRef="#br0" timeOffset="39358">9465 8477 24575,'0'16'0,"0"-2"0,0-14-4273,0 0 4273,0 13 1315,0-10-1315,0 11 697,0-14-697,0 0 0,13 0 0,-9 0 0,9 0 2261,-13 0-2261,0 0 0,0-14 0,0 11 0,0-10 0,13 13 0,-9 0 0,9 0 0,-13 0 0,0 0 0,13 0 0,-9 0 0,9 0 0,-13 13 0,0-10 0,13 11 0,-9-14 0,9 0 0,-13 0 0,0 0 0,0 13 0,13-10-1723,-9 11 1723,9-14 0,-13 0 0,0 0 0,-13 0 0,9 0 0,-9 0 0,13 0 0</inkml:trace>
  <inkml:trace contextRef="#ctx0" brushRef="#br0" timeOffset="40297">9495 8656 24575,'0'17'0,"0"-4"0,0 1 0,0-11 0,0 10 0,0-13 0,0 0 0,13 0 0,-9 0 0,9 0 0,-13 0 0,0 0 0,13 0-5954,-9 0 5954,22 0 0,-9 0 0,0 0 0,9 0 0,-9 0 0,13 0 0,0 0 5954,-14 0-5954,11 0 0,3 0-6784,3 14 6784,10-11-1137,1 10 1137,-11-13 0,24 0-738,-24 0 738,23 0 0,-22 0 0,9 0 0,0 0 0,-9 0 0,22 0 0,-23 0-3200,24 0 3200,-24 0 538,24 0-538,-24 14 0,10-11-509,1 10 509,-11-13 0,10 0 4285,0 0-4285,-9 13 897,9-9-897,0 9-4582,-9-13 4582,9 0 0,0 0-95,-10 0 95,24 0 0,-24 0 0,11-13 0,-15 9 0,1-9 0,0 13 0,0 0-594,0 0 594,0 0 3740,-13 0-3740,9-13 859,-22 10-859,22-11 0,-22 14 0,22 0 6519,-9 0-6519,0 0 0,9 0 0,-9-13-5983,13 10 5983,0-11 0,-14 14 0,11 0 0,-10 0 0,13 0 0,0 0 0,0 0 0,-14 0 0,11 0 0,-10 0 0,12 0 83,-12 0-83,10 0 0,-11 0 0,14 0 0,-13 0 0,10 0 0,-11 0 0,14 0 0,0 0 0,0 0 0,0 0-83,0 14 83,0-11-4537,0 10 4537,-13-13 0,9 0 0,-9 0 0,13 0 0,0 14 4537,-14-11-4537,11 10 0,-10-13 0,13 0 0,0 13 0,-1-9-4537,1 9 4537,14-13-30,-11 0 30,10 0 0,-13 0 0,0 0 0,0 0 0,0 0 0,0 13 0,0-9 0,0 9 1531,0-13-1531,0 0 0,0 0 0,0 0-375,0 13 375,0-9 0,0 9 0,0-13 0,-1 0 0,1 0 0,-13 0 2138,10 0-2138,-11 0-1784,14 13 1784,0-9 0,0 9 424,-13-13-424,9 0 0,-22 0 0,22 0 2633,-9 13-2633,0-9 0,9 9 2381,-22-13-2381,22 0 0,-22 0 0,22 0 0,-9 0 0,0 13 0,9-9 0,-23 9 0,24-13 0,-10 0 0,-1 0 0,11 0-2381,-10 13 2381,13-9 0,-14 9 0,11-13 0,-24 0 0,24 0 0,-24 0 0,24 0 0,-24 13 6784,10-10-6784,1 11 0,-11-14 0,24 0-6784,-24-14 6784,24 11-979,-11-23 0,14 9 0,0-13 0</inkml:trace>
  <inkml:trace contextRef="#ctx0" brushRef="#br0" timeOffset="42812">16654 8836 24575,'0'17'0,"0"-4"0,0-13 0,0 0 0,-14-13 0,11 9 0,-10-9 0,13 13 0,0 0 0,0-13 0,-13 9 0,9-9 0,-9 13 0,13 0 0,0 0 0,0-13 0,0 9 0,0-9 0,0 13 0,0 0 0,13 0 0,-9 0 0,9 0 0,-13 0 0,0 0 0,13 0 0,-10 0 0,11 0 0,-14 0 0,13 0 0,-10 0 0,11 0 0,-14 0 0,13 0-5214,-10 0 5214,24 0 0,-24 0 0,24 0 0,-24 13 0,24-9 0,-10 9 0,-1-13 5214,11 0-5214,-11 0 0,1 0-4233,10 0 4233,-24 0 0,24 13 0,-11-9 0,1 9 0,10-13 0,-24 0 0,24 0 0,-11 0 0,1 0 0,9 13 0,-22-9 1972,22 9-1972,-22-13 0,22 0 0,-22 0 0,22 0 0,-22 0 0,22 0 0,-9 13 0,0-9 2261,9 9-2261,-9-13 0,-1 0-1396,11 0 1396,-24 13 0,24-9 0,-24 9 0,24-13 0,-24 0 0,24 0 0,-24 0 0,11 0 0,-1 0 0,-10 13 0,11-9-1270,-14 9 1270,13-13 0,-10 0 0,10 0 0,1 0 0,-11 0 0,10 0 0,1 0 0,-11 0 2666,24 0-2666,-24 0 0,24 0-4046,-24 0 4046,24 0 0,-24 0 0,24 0 0,-24 0 0,10 0 0,0 0 0,-9 0 0,22 0 0,-22 0 0,9 0 0,0 0 554,-9 0-554,22 0 0,-22 0 0,9 0 0,0 0 0,-9 0 0,22 0 0,-22 0 3492,22 0-3492,-9 0 0,-1 0-4384,11 0 4384,-24 0 0,24 0 0,-24 0 0,11 0 0,-1 0 0,-10 0 0,24 0 0,-24 0 0,11 0 0,-1 0 0,-10 0 0,24 0 0,-24 0 2181,24 0-2181,-24 0 0,24-13 0,-24 9 0,24-9 0,-24 13 0,24 0 0,-24 0 0,24-13 0,-24 9-2276,24-9 2276,-24 13-2225,24 0 2225,-24 0 0,23 0 0,-9 0 0,0 0 0,9 0 1959,-22 0-1959,22 0 0,-9-13 0,0 9 1328,-4-9-1328,0 13 0,4 0 0,0 0 0,9 0 0,-23 0 0,24 0 0,-24 0 0,11 0 0,-1 0 0,-10 0 0,24 0 0,-24 0 844,11 0-844,-1 0 0,-10 0 0,24 0 0,-24 0 0,24 0 0,-24 0 0,24 0 2573,-11-13-2573,14 9 0,-13-9-4218,10 13 4218,-11 0 0,1 0 0,10 0 0,-11 0 0,14 0 0,-13 0 0,9 0 0,-22 0 0,22 0 0,-22 0 0,22 0-5387,-9 0 5387,13 0 0,-13 0 2821,9 0-2821,-9 0 0,13 0 0,-14-13 0,11 9 0,-10-9 6784,-1 13-6784,11 0 0,-10 0-5489,-1 0 5489,11 0 0,-24 0 0,24 0 0,-24 0 0,24 0 0,-24 0 0,24 0 0,-11 0 0,1 0 0,10 0 0,-11 0-1295,14 0 1295,0-13-3323,0 9 3323,-13-9 0,9 13 0,-9 0 0,0 0 0,9 0 5138,-9 0-5138,0 0 0,9 0 0,-22 0 3098,22 0-3098,-22 0 0,22 0 0,-23 0 0,24 0 0,-24 0 0,24 0 0,-24 0 0,24 0 0,-24-13 0,24 10 0,-10-11-2748,-1 14 2748,11 0 0,-24 0 0,24 0 0,-24 0 0,24 0 0,-24 0 0,24 0 0,-11 0 4619,14 0-4619,-13 0 0,10 0-2342,-24 0 2342,24 0 0,-24 0 0,23 0 0,-22 0 0,22 0 0,-22 0 0,9 0 0,0 0 0,-9 0 2342,9 0-2342,0 0 0,-9 0-889,22 0 889,-22 0 0,22 0 0,-22 0 0,22 0 0,-22 0 0,22 14 0,-23-11 889,24 10-889,-24-13 0,11 0-2277,-1 0 2277,-10 0 0,24 0 0,-24 0 0,24 0 0,-24 0 0,11 0 0,-1 0 0,-10 0 0,24 0-4507,-24 0 4507,24 13 0,-24-9-609,10 9 609,1-13 0,-11 0 0,10 0 0,1 0 0,-11 0 6482,24 0-6482,-24 0 911,24 0-911,-24 0 0,24 0-3556,-11 0 3556,1 0 0,9 0 0,-22 0 0,22 0 0,-22 0 0,22 0 0,-22 0 0,22 0 0,-22 0 0,22 0 0,-22 0-3228,22 0 3228,-9 0-4537,13 0 4537,-14 0 0,11 0 0,-10 0 0,13 0 0,-14 0 4537,11 0-4537,-24 0 0,24 0 0,-24 0 2308,24 0-2308,-24 0 0,11 0 0,-1 0 0,-10 0 0,24 0 0,-24-13 0,10 9 0,1-9 0,-11 13 0,24 0 0,-24 0 3344,10 0-3344,1 0 0,-11 0 0,10 0 0,-13 0 0,14 0 0,-11 0 0,24 0 0,-24 0 1132,23 13-1132,-22-9 0,22 9-2368,-22-13 2368,22 0 0,-22 0 0,22 0 0,-9 0 0,0 0 0,9 0 0,-9 0 0,0 0 2368,9 0-2368,-9 0 0,-1 0-2020,11 0 2020,-24 0 0,11 0 0,-1 0 0,-10 0 0,24 0 0,-24 0 0,11 0 0,-1 0 2020,-10 0-2020,11 0 0,-14 0 0,0 0 0,13 0 0,-10 0 0,11 0 0,-14 0 0,0 0 0,0 13 0,0-9 0,0 9 0,0-13 0,0 0 0,-14 0-2155,11-13 2155,-24 23 0,11-20 0,-14 10-490,0-4 490,-14-22 0,-2 9 0,-14 1 0,0 2 0</inkml:trace>
  <inkml:trace contextRef="#ctx0" brushRef="#br0" timeOffset="87911">4613 10693 24575,'13'-16'0,"-10"2"0,11 14 0,-14 0 0,0 0 0,13 0 0,-10 0 0,11 0 0,-14 0 0,13 0 0,-10 0 0,11 0 0,-1 0 0,-10 0 0,11 0 0,-14 0 0,13 0 0,-10 0 0,24 0 0,-24 0 0,24 0 0,-24 0 0,24 0 0,-24 0 0,24 0-6784,-11 0 6784,14 0-4537,-13 0 4537,10 0-46,-11 0 46,14-13 0,0 10 0,0-11 0,-13 14 0,9 0 4514,-9 0-4514,13 0 0,-13 0 0,9 0 0,-9 0 0,13 14 69,-14-11-69,11 10 0,-10-13 0,13-13 0,0 10 0,0-11 0,-1 14 0,15 0 0,-11 0-4537,10 0 4537,-13 0-3034,0-13 3034,0 10 0,-13 3 0,9 3 3034,-9 10-3034,0-13 4537,9 0-4537,-22 0 0,22 0 0,-9 0 0,13 0 0,-14 0-4537,11 0 4537,-10 0 0,13 0 0,0 0 0,0 0 0,0 0 0,0 14 4537,-1-11-4537,15 10 3059,-11-13-3059,10 0-5550,-13 0 5550,0 0-373,0 0 373,0 0 0,0 0 0,0 0 0,0 0 0,0 14 2407,0-11-2407,0 10 0,0-13 0,0 0-4080,13 0 4080,-10 0 0,11 0 0,-15 0 0,1 0 0,0 0 0,0 0 0,0 0 0,-13 0 0,10 0 0,-24 0 0,24 0 0,-11 0 0,1 0 4537,-4 0-4537,-13 0 0,-13 13 0,9-9 0,-9 9 0,13-13 0</inkml:trace>
  <inkml:trace contextRef="#ctx0" brushRef="#br0" timeOffset="89141">10424 10603 24575,'16'0'0,"-2"0"0,-14 0 0,0 0 0,13 0-2969,-10-13 2969,-3 10 699,-3-11-699,-10 14 0,13 0 0,0 0 0,13 0 0,-10 0 2270,10 0-2270,-13 0 0,0 0 0,14 0 0,-11 0 0,10 0-4655,1 0 4655,-11 0 0,24 0 0,-24 0 0,24 0 0,-24 0 0,24 0 0,-11 0 0,14 0 0,0 0-2129,0 0 2129,0 0-4537,13 0 4537,-9 0-286,9 0 286,0 0 0,4 0-797,13 14 797,0-11 0,-1 10 0,1-13 0,14 14 0,-11-11 0,10 10 0,0-13-2502,4 0 2502,-1 0-452,-32 7 1,-1 0 451,33-4 706,-31 4 0,0-1-706,32-6 0,-33 0 0,-2 0 0,22 0 0,9 0 0,-13 14 0,0-11 0,0 10 0,-14-13 1472,-3 0-1472,-13 0 1120,0 0-1120,0 0 0,-13 0 4297,10 13-4297,-24-9 6426,23 9-6426,-22-13 0,9 0 1082,-13 0-1082,0 0 0,0-13 0,0 9 0,0-9 0,13 0 0,-9 10 0,9-11 0,-13 14 0,0 0 0,0 0 0</inkml:trace>
  <inkml:trace contextRef="#ctx0" brushRef="#br0" timeOffset="90440">19739 10573 24575,'-30'0'0,"13"0"0,4 0 0,13 0 0,0 0 0,0 14 0,0-11 0,0 10 0,0-13 0,0-13 0,0 10 0,0-11 0,0 14 0,13 0 0,-9 0 0,22 0-6784,-9 0 6784,13 14 0,-13-11 0,9 10 0,-9-13 0,13 0 0,0 0 0,0 14 0,-14-11 0,11 10 0,-10-13 0,12 0 0,1 14 0,-13-11 0,10 10 0,-11-13 0,14 14 0,0-11 0,14 10-543,-11 0 543,10-9 0,-13 9 0,0-13-4357,13 13 4357,-9 4-1722,22 13 1722,-23-13 126,11-4-126,-1-13 0,-23 0 3567,20 13-3567,-24-9 0,28 9 5333,2-13-5333,14 0-2712,13 0 2712,-9 13-1588,9-9 1588,0 9 0,-10-13 0,11 0 0,-15 0-1384,1 0 1384,14 0 0,-11 13 0,10-9-3451,0 9 3451,-10-13 0,11 0 0,-1 0 123,-10 0-123,10 0 0,-13 0 0,0 0 0,0 0 0,0 0 942,0 0-942,-13 0 0,-4 0 0,0 13 0,-10-10 0,11 11 780,-14-14-780,-1 0 0,1 0 0,0 0 4364,-13-14-4364,-4 11 1631,-26-23 1,10 22-1,-11-9 1</inkml:trace>
  <inkml:trace contextRef="#ctx0" brushRef="#br0" timeOffset="93042">9495 11262 24575,'-17'17'0,"-9"10"0,22-24 0,-9 10-7916,0-13 7916,10 0 0,-11 13 2222,1-9-2222,10 9 1255,-11-13-1255,14 0 0,0 0 0,0 13 4439,-13-9-4439,10 9 0,-11-13 0,14 0 0,0 0 0,14 0 0,-11 0 0,10-13 0,-13 9 0,0-9 0,14 13 0,2 0-6784,14 0 6784,0 0-4537,0 0 4537,0 0 0,-13 0 0,9 0 0,-22-13 0,22 9 4537,4-9-4537,17 13 0,-1 0 0,11 0-4537,-10 13 4537,-1-9-3034,11 22 3034,-11-22-182,1 9 182,-4-26 0,0 9 0,-9-9 2905,9 13-2905,-13 0 0,0 0 0,13 0 0,-10 0 0,-3 0 0,-3 0 0,-10 0 271,13 0-271,0 0 0,-1 0 0,1 0 0,0 0 40,0 0-40,-13 0 0,10 0 0,-24 0 0,24 0 0,-24 0 0,24 0 4537,-24 0-4537,23 0 0,-22 0 0,9 0 0,0 0 0,-9 0 0,22 0 0,-9 0 0,13 0 0,0 0 0,-13 0 0,9 0 0,-9 0 0,13 0 0,0 0 0,0 0 0,0 13 0,-14-9 0,11 9 0,-24-13-4537,24 0 4537,-10 0 0,-1 0 4537,11 0-4537,-11 0 0,14 0 0,0 0 0,0 0 0,0 0 0,0 0 0,0 0 0,0 0-4537,0 0 4537,0 0 2805,0 0-2805,0 0-340,0 0 340,0 0 0,-14 13 0,11-9 0,-10 9 0,13-13 0,-14 0 0,11 0 14,-10 0-14,-1 0 0,11 0 1685,-11 0-1685,14 0 389,-13 0-389,10 0 0,-11 0 0,14 0 6768,0 0-6768,-13 0 0,9 0-6784,-22 0 6784,22 0 0,-22 0 0,22 0 0,-22 0 0,22 0 0,-22 0 0,22 0 0,-22 0 6784,22 0-6784,-9 0 0,0 0-6784,9 0 6784,-9 0-248,13 0 248,-14 0 0,11 0 0,-10 0 0,-1-13 0,11 9 6661,-24-9-6661,11 13 371,-14 0-371,13 0 0,-10 0 0,11 0 0,-14 0 0,0 0 0,13 0-2816,-10 0 2816,10 0 0,-13 0 0,0 0 0,-13 0 0,10 0 0,-10 0 0,13 0 0,0 0 0,-14 0 758,11 0-758,-10 0 0,13 0 0,0 0 0,-14 0 0,11 0 0,-10-13 0,13 9 2058,0-9-2058,-14 13 0,-2 0 0,-1 0-5593,-10 0 5593,24 0 0,-24-13 0,11 9 0,-1-9 0,-9 13 0,9 0 0,-13 0 0,0 0 0,0 0 0,0 0 0,0 0-1191,0-13 1191,0 10-384,-13-11 384,10 14 0,-24 0 0,24 0-1045,-24 0 1045,11 0 0,-1 0 0,4-13 0,0 10 0,-4-11 0,0 14-1593,-9 0 1593,22 0 335,-22 0-335,23-13 0,-24 10 0,24-11 0,-24 14 0,24 0-3647,-10 0 3647,13 0 0,0 0 0,0 0-815,0 0 815,0 0 341,0 0-341,13 0 3412,-9 14-3412,22-11 5102,-22 10-5102,22-13 0,-9 0 0,0-13 4063,-4 10-4063,0-11-4561,-9 14 4561,9 0 0,1 0 0,-11 0 0,10 0 0,-13 0 778,14 0-778,-11 0-1986,10 0 1986,-13 0-4537,14 0 4537,-11 0-1488,11 0 1488,-14 0 0,0 0 0,13 0 0,-10 0 0,24 0 3800,-10 0-3800,-1 0 0,11-13 0,-23 10 1192,9-11-1192,-13 14 0,0 0 2456,13 0-2456,4 0 0,13 0 0,0 0 0,-13 0 0,9 0 0,-9 0 0,0 0-731,9 0 731,-22 0 0,9 0 0,1 0 0,-11 0 0,24 0 0,-24 0 0,10 0 0,-13 0 6092,14 0-6092,-11-13-6784,10 10 6784,-13-11-1961,1 14 1961,-1 0 0,0 0 0,0 0 0,0 0 0,0 0 0,0 0 0,0 0 5812,13 14-5812,-9-11-3851,9 10 3851,0-13-2313,-9 0 2313,22 0 0,-22 0 0,22 0 0,-9 0 0,13 0 0,-13 0 5638,9 0-5638,-9-13 0,0 10 0,10-11 2600,-11 14-2600,14 0 0,-13 0 0,10 0 0,-11 0 0,1 0 0,10 0 0,-11 0 0,14 0 859,0 0-859,-13 0 0,10 0-850,-11 0 850,14 0 0,0 0 0,14 0 0,-11 0 0,24 0 0,-24 0 0,24 0 0,-11 0 0,27 0-5934,-9 0 5934,9 14-4537,0-11 4537,4 10-1148,-1-13 1148,11 14-196,-10-11 196,-1 10 0,11 1 2822,-11-11-2822,14 10 0,0-13 0,0 0 0,-13 14-2505,9-11 2505,-9 10 111,13-13-111,0 0 0,0 0 238,-1 14-238,-12-11 0,10 10 0,-24-13 0,24 0 0,-24 0 0,23 13 2701,-22-9-2701,9 9 0,-13-13 0,0 0-18,0 0 18,0 0 0,0 13 0,0-9 0,0 9 0,0-13-3191,0 0 3191,-1 0 0,1 0 0,-13 13 1069,10-9-1069,-11 9 117,14-13-117,0 0 4537,0 0-4537,-13 0 6784,9 0-6784,-22 0 0,22 0 0,-22 0-3929,22 0 3929,-22 0 0,22 0 0,-22 0 0,9 0 0,0 0 0,-9 0 0,22 0 0,-9 0 3929,-1 0-3929,11 0-6784,-10 13 6784,-1-9 0,11 9 0,-24-13 0,11 0 0,-1 0 0,-10 0 0,11 0 0,-14 0 0,0 0 0,-14 13 0,11-9 4659,-10 9-4659,13-13 0,0 0 0,0 0 0</inkml:trace>
  <inkml:trace contextRef="#ctx0" brushRef="#br0" timeOffset="95649">15965 11652 24575,'17'0'0,"-4"0"0,-13 0 0,0 0 0,13 0 0,-10 0 0,11 0 0,-14 0 0,0 0 0,13 0 0,-10 0 0,11 0 0,-14 13 0,0-10 0,0 11 0,0-14 0,0 0 0,13 0 0,-10 0 0,11 0 0,-14 0 0,-14 0 0,11-14 0,-10 11 0,13 3 0,0 3 0,0 11 0,0-14 0,0 0 0,0 0 0</inkml:trace>
  <inkml:trace contextRef="#ctx0" brushRef="#br0" timeOffset="98692">20787 11592 24575,'17'0'0,"-4"13"0,-13-10 0,0 11 0,0-14 0,0 0 0,-13 0 0,10 0 0,-11 0 0,14 0 0,0 0 0,14 0 0,-11 0 0,10 0 0,-13 0 0,0 0 0,14 0 0,-11 0 0,23-14 0,-22 11 0,22-10 0,-22 13 0,22 0-6784,-22-14 6784,22 11 0,-9-10-4274,0 13 4274,9 0 0,-9 0 0,13-14 0,0 11 0,0-10 0,0 13 0,0 0 4667,0 0-4667,0 0-393,13 0 393,-10 0-3970,24 0 3970,-24 0-3222,24 0 3222,-11 0 0,1 0-21,9 0 21,-22 0 0,9 0 3212,0 13-3212,-10-10-565,11 11 565,-14-14 0,0 0 2723,-14 0-2723,11 0 38,-11 0-38,1 0 0,10 0 0,-11 0 0,14 0 0,-13 13 0,10-10 0,-24 11 1168,24-14-1168,-24 0 0,24 0 1983,-24 0-1983,10 0 0,-13 0 0,0 0 0,-13 0 0,10-14 5438,-11 11-5438,14-10 0,0 13 0,0 0 0,-13 0 0,10 0 0,-11 0-4919,1 0 4919,10 0 0,-11 0 0,1 0 0,10 0 0,-24 0 0,24 0 0,-24 0 0,10 0 4919,-13 0-4919,14 0-6784,-11 0 6784,11 0-166,-14 0 166,13 0 0,-10 0 0,11 0 0,-14 0 0,-14 0 0,11 0 6095,-10 0-6095,13 0-6341,0 0 6341,-13 0-4400,9-14 4400,-9 11-381,0-10 381,10 13 0,-24-13 0,24 9 0,-10-9 0,-1 13 0,11 0 263,3-13-263,3 9 0,11-9 0,-14 13 3958,13-13-3958,-9 9 570,9-9-570,0 13 0,-9 0 0,9 0 6585,-13-13-6585,13 9 0,-9-9 0,22 13-4443,-22 0 4443,23 0 0,-11 0 0,1-13 0,10 9 0,-11-9 0,14 13 0,0 0 5044,14 0-5044,-11 0 0,24 13-6784,-24-9 6784,23 9 0,-22-13 0,36 0 0,-20 0 0,36 0 0,-9 0 0,13 13-1062,0-9 1062,0 9-4185,0-13 4185,-1 0 0,1 0 0,0 0-2799,0 13 2799,0-9 95,-13 9-95,9-13 0,-23 0 0,24 13 0,-37-9 2846,20 9-2846,-23-13 0,-1 0 946,11 0-946,-24 13 0,11-9 4724,-14 9-4724,0-13 0,0 0 0,0-13 944,-14 9-944,11-9 0,-10 13 0,-1 0 5275,11 0-5275,-24 0 0,11-13 0,-14 9-6784,0-9 6784,-14 13-2148,11 0 2148,-23-13-508,9 9 508,0-9 0,-9 13-1904,-4-13 1904,-3 9 0,-10-9 0,13 0 0,0 9-1890,0-9 1890,0 13-2177,0-13 2177,0 9 695,0-9-695,14 0 0,-11 9 0,24-9 0,-11 13 2855,28 0-2855,-11-13 0,24 10 0,-24-11 0,24 14 3770,-10 0-3770,13 0 6137,0 0-6137,-14 0 1160,11 0-1160,-10 0 0,13 0 0,0 0 794,13 0-794,-10 0 0,11 0 0,-14 0 0,0 0 0,13 0 0,-10 0 0,11 0 0,-1 0-3799,4 0 3799,-1 0 0,11 0 0,-11 0 0,14 0 0,0 0 0,0 0 0,0 0 0,13 0 0,-9 0 0,22 0-5526,-22 0 5526,22-13-3695,-9 10 3695,-1-11 1631,11 14-1631,-10 0 0,12 0-774,-12 0 774,10 0 0,-24 0 0,23 0 0,-22 0 0,9 0 0,-13 0 0,0 0 63,-13 0-63,9 0 779,-22 0-779,22 0 4537,-23 0-4537,11 0 6784,-14 0-6784,13 0 0,-10 0 0,11 0 0,-14 0 0,0 0 0,0 14 0,0-11 0,13 10 0,-10-13 0,11 0 0,-14 0 0,0 0 0,-14 0 0,11 0 0,-24 0 0,24 0 0,-24 0 0,11 0 0,-27 0 0,9 0 0,-9 0 0,0 0 0,-4 0-6784,-13 0 6784,0 14-4537,0-11 4537,1 10-788,-1-13 788,0 13 0,0-9 0,0 9 0,0-13 0,13 0-2773,-9 13 2773,23-9 0,-11 9 0,28-13 1115,-11 0-1115,24 0 632,-24 0-632,24 0 3638,-11 0-3638,1 0 5440,10 0-5440,-10 0 4057,13 0-4057,0 0 0,13 0 0,-10 0 0,10 0 0,1 0-3113,2 0 3113,14 0-5753,0 0 5753,0 0 0,14 0 0,-11 0 0,23 0 0,-22 0-456,22 0 456,-9 0-2359,-1 0 2359,11 0 0,-10 0 0,13 0-2914,13 0 2914,-23 0-33,20 0 33,-24 0 0,14 0 2103,-13 0-2103,9 0 0,-23 0 0,11 0 0,-28 0 0,11 0 0,-10 0 0,-1 0 3941,-2 0-3941,-1 0 554,-10 0-554,11 0 1246,-14 0-1246,0 0 6784,0 13-6784,0-9 0,-14 9-1670,11-13 1670,-10 0 0,-1 0 0,11 0 0,-24 0 0,11 0 0,-14 0 0,-14 0-753,11 0 753,-23 0-4909,22 0 4909,-22 0-4355,9 0 4355,-13 0 0,-13 0 0,10 0-634,-10 13 634,26-9-2475,-10 9 2475,24-13 0,-23-13 2815,22 9-2815,-9-9 0,13 13 0,13 0-1647,-9 0 1647,22 0 3394,-22 0-3394,23 0 0,-11 0 0,14 0 0,0 0 0,14 0 667,-11 0-667,23 0 0,-22 0 3673,22 0-3673,-9 0 0,13 0 0,13-13 0,-9 9 0,22-9 0,-9 13-4831,13 0 4831,0 0-596,-1 0 596,15 0-2055,-11 0 2055,10 0-772,-13 0 772,13 0 2659,-23 0-2659,20 13 0,-23-9 4453,-1 9-4453,-2-13 0,-15 0 52,-12 0-52,10 0-3025,-11 0 3025,1 0 556,-4 0-556,-13 0 0,0 0 0,-13 0-3508,10 0 3508,-24 0 0,24 0 2137,-37 0-2137,20 0 0,-37 0 2917,11 13-2917,-14-9 0,0 9 0,-13-13-4165,-4 0 4165,1 0-81,32-1 1,1 2 80,-20 12-515,20-11 0,-1 0 515,-19 11 26,3-13-26,4 0 3201,22 0-3201,-9 0 0,13 0 0,0 0 0,13 0 0,4 0 0,13 0 0,0 0 5173,13-13-5173,4 9 0,26-9 0,-9 13 1208,22 0-1208,-23 0-4374,24 0 4374,-24 0-3816,24 0 3816,-10 0-572,-1 0 572,11 0 0,-24 0 0,24 0 0,-24 0 489,-3 0-489,-4-13 4236,-22 9-4236,22-9 0,-22 0 0,9-4 0</inkml:trace>
  <inkml:trace contextRef="#ctx0" brushRef="#br0" timeOffset="108067">6949 12311 24575,'-17'0'0,"4"0"0,13 0 0,0 0 0,-13 0 0,9 0 0,-9 0 0,13 0 0,0 0 0,0 13 0,0-10 0,0 11 0,-13-14 0,10 0-2703,-11 0 2703,14-14 0,0 11 0,-13-10 0,10 13 0,-11 0 0,1 13 0,10-10 0,-11 11 2703,14-14-2703,-13 0 0,10 0 0,-11 0 0,14 0 0,0 0 0,0-14 0,0 11 0,0-10 0,0 26 0,0-10 0,0 11 0,0-14 0,0 0 0,0 13 0,0-10 0,0 11 0,0-14 0,0 0 0,14 0 0,-11 0 0,10 0 0,-13 0 0,0 0 0,14 0 0,-11 0 0,10 0 0,-13 0 0,14 0 0,-11 0 0,10 0 0,-13 0 0,0 0 0,14 0 0,-11 0 0,10 0 0,0 0 0,-9 0 0,9 0 0,0 0 0,-9 0 0,9 0 0,0 0 0,-9 0 0,22-14 0,-22 11 0,9-10 0,0 13 0,-9 0 0,22 0 0,-22 0 0,22 0-2625,-22 0 2625,9 0 0,0 0 0,-10 0 0,11 0 0,-14 0 0,13 0 0,-10 0 0,11 0 2625,-14 0-2625,0 0 0,13 0 0,-10 0 0,24 0 0,-24 0 0,24 0 0,-24 0 0,24 0 0,-24-14 0,24 11 0,-24-10-3101,24 13 3101,-24 0 0,24 0 0,-24 0 0,10 0 0,-13 0 0,0 0 0,14 0 0,-11 0 0,10 0 0,-13 0 0,14 0 0,-11 0 0,10 0 0,-13 0 0,14 0 3101,-11 0-3101,10 0 0,1 0 0,-11 0 0,10 0 0,-13 0 0,0 0 0,14 0-1684,-11 0 1684,10 0 0,-13 0 0,13 0 0,-9 0 0,9 0 0,-13 0 0,13 0 0,-9 0 0,9 0 0,-13 0 0,0 0 1684,13 0-1684,-9 0 0,9 0 0,0 0 0,-9 0 0,22 0 0,-22 0 0,22 0 0,-22 0 0,22 0-4456,-22 0 4456,9 0 0,0 0 0,-10 0 0,24 0 0,-24 0 0,11 0 0,-1 0 4456,-10 0-4456,11 0 0,-1 0 0,-10 0-6528,24 13 6528,-24-10 0,24 11 0,-24-14 0,24 0 0,-24 0 0,24 0 0,-11 0 6528,1 0-6528,10 0-6784,-24 0 6784,24 0 0,-24 0-2823,10 0 2823,1 0 0,-11 0 0,24 0 0,-24 0 0,24 0 0,-24 0 0,23 0 5386,-22 0-5386,22 0 0,-22-14-2176,9 11 2176,0-10 0,-9 13 0,22 0 0,-22 0 0,9 0 0,0 0 0,-9 0 0,9 0 6397,-13 0-6397,13 0 0,-9 0-5149,9 0 5149,0 0 0,-9 0 0,9 0 0,-13 0 0,13 0 0,-10 0 0,11 0 0,-14 0 5149,13 0-5149,-10 0 0,11 0-5090,-1 0 5090,-10 0 0,11 0 0,-1-14 0,-10 11 0,11-10 0,-14 13 0,13 0 0,-10 0 5090,11 0-5090,-1 0 0,-10 0-1217,11 0 1217,-14 0 0,0 0 0,13 0 0,-10 0 0,11 0 0,-14 0 0,13 0 1217,-10 0-1217,10 0 0,1 0-3024,-11 0 3024,10 0 0,-13 0 0,0 0 0,14 0 0,-11 0 0,10 13 0,1-10 3024,-11 11-3024,10-14 0,-13 0 0,14 0-2374,-11 0 2374,10 0 0,1 0 0,-11 0 0,10 0 0,1 0 0,-11 0 0,10 0 2374,-13 0-2374,13 0 0,-9 0 0,9 0-4606,-13 0 4606,13 0 0,-9 0 0,9 0 0,0 0 0,-9 0 0,22 0 0,-22 0 0,22 0-2178,-22 0 2178,22 0 0,-22 0-3233,22 0 3233,-22 0 0,9 0 0,0 0 0,-10 0 0,24 0 5182,-24 0-5182,11 0 4835,-14 0-4835,13 0 0,-10 0-1058,11 0 1058,-14 0 0,0 0 0,13 13 0,-10-10 0,11 11 0,-14-14 0,0 0 0,13 0 0,-10 0 230,11 0-230,-14 0 0,0 0 0,13 0 0,-10 0 0,11-14-5979,-14 11 5979,13-10 0,-10 13 0,11 0 0,-28 0 575,11 0-575,-10 0 0,13 0 0,0 0 6232,0-14-6232,0 11 0,0-10-4830,0-1 4830,0 11 0,-14-24 0,-2 24 0,-14-10 0,0 13 0,0-14 0,-14 24 0,11-20 0,-10 24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08T02:57:42.130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14737 12041 24575,'-17'0'0,"4"0"0,13 13 0,0-9 0,0 9 0,0-13 0,0 0 0,-13 0 0,9 0 0,-9 0 0,13 0 0,-13 0 0,9 0 0,-9 0 0,13 13 0,-13-9-2774,9 9 2774,-9-13 0,13 0 0,-13 0 0,9 0 0,-9 13 0,13-9 0,0 9 0,0-13 2774,0 0-2774,13 0 0,-9 0 0,9 0 0,0 0 0,-9 0 0,22 0 0,-9 0-6784,13 0 6784,0 0-4537,0 13 4537,0-9-1690,13 9 1690,-10 0-452,24-10 452,-11 24 0,1-10 2508,10-1-2508,-11-2 0,14-1 0,0-10 0,0 24 0,0-24-1714,-14 24 1714,11-24 174,-24 11-174,11-14 775,-15 13-775,1-10 4340,-13 11-4340,10-14 6488,-24 13-6488,24-10 0,-24 10 807,10-13-807,-13 0 85,0 0-85,0 14 0,0-11 0,0 10 0,0-13 0,0 0 0,-13 0-6643,10 0 6643,-24-13 0,10 10 0,-13-24 0,0 24 0,1-10 0,-1 13 0</inkml:trace>
  <inkml:trace contextRef="#ctx0" brushRef="#br0" timeOffset="333">15516 12131 24575,'30'0'0,"-14"0"0,11 0 0,-24 13 0,24-9 0,-11 9 0,1-13 0,10 0-6784,-11 13 6784,1-10 0,10 24-552,-24-24 552,24 24 0,-24-10 0,10 13 0,0-14 0,-9 11 0,-4-10 0,-4 13-3985,-22-1 3985,23 1-2412,-24 0 2412,10 0-156,-13 0 156,0 0 0,14 0 0,-11-13 3264,24-4-3264,-11 0 0,14-9 0,0 9 775,14-13-775,2 0 0,14 0 0,0 0 0</inkml:trace>
  <inkml:trace contextRef="#ctx0" brushRef="#br0" timeOffset="1082">18810 12251 24575,'17'0'0,"10"0"0,-11 0 0,14 0 0,0 13-805,13-10 805,-9 11 0,22-1 0,-9-10 0,13 24 0,13-24-6385,-10 24 6385,10-24-4402,-13 24 4402,14-11-1881,-11 1 1881,-20-3 0,0-1-714,21-10 714,-21 10 0,0 1 2256,20-11-2256,11 24 0,-15-24 4235,1 10-4235,0-13-1939,-13 14 1939,-4-11-2524,-13 10 2524,13-13 838,-9 0-838,-4 0 0,-4-13 0,-22 10 4537,9-24-4537,-13 24 6784,-13-24-6784,9 10 0,-22 1 0,9 2 0</inkml:trace>
  <inkml:trace contextRef="#ctx0" brushRef="#br0" timeOffset="1541">19050 11831 24575,'-30'17'0,"0"10"0,0-24 0,0 24 0,0-11 0,0 27 0,14-23-8503,-11 20 8503,10-10-2818,1 4 2818,-11 9-110,24-13 110,-11 0 0,14 0 0,14 0 0,-11 0 0,24 0 0,-24-14 0,24-2 0,-11-1-2998,14-10 2998,-13 11 2896,10-14-2896,-11-14 0,14 11 0,0-10 0</inkml:trace>
  <inkml:trace contextRef="#ctx0" brushRef="#br0" timeOffset="3888">7069 2786 13519,'17'0'0,"-4"-14"4469,-13 11-4469,0-10 1918,0 13-1918,0 0 1057,-13 13-1057,9 4-3172,-22 13 3172,22 0-2366,-22 13 2366,22-10-717,-22 24 717,22-11 0,-9 14 0,0 0 0,9-13 0,-9 9-3515,13-9 3515,0 13 0,0-14 0,-13-2-1360,9-1 1360,-9-10 387,13 10-387,0-13 0,0-13 3034,0 10-3034,0-24 4537,0 10-4537,0-13 0,0 0 0,-13-13 3610,-4-4-3610,1-13 0,-11 14 0,10 2 0</inkml:trace>
  <inkml:trace contextRef="#ctx0" brushRef="#br0" timeOffset="4512">6650 2995 17127,'16'0'0,"-3"0"3305,1 0-3305,2 14 1278,14-11-1278,0 10 0,0-13 0,0 14-5383,14-11 5383,-11 10-3073,23 1 3073,-22-11-3034,22 10 3034,-22 0-250,9-9 250,-13 9 2910,-14 0-2910,11-9 1087,-24 9 1,24-13 0,-10 0 0</inkml:trace>
  <inkml:trace contextRef="#ctx0" brushRef="#br0" timeOffset="5433">18211 2187 24575,'0'-30'0,"-13"13"-9831,10-10 8341,-24 11 4308,24-1-2818,-24 4 0,10-1 0,1 11 1719,-11 3-1719,11 3 0,-14 24 0,0-10 0,0 13 0,0 13-4537,0 4 4537,0 12-2046,0 1 2046,0 14-929,0 2 929,0 1 0,22-34 0,-1 0 0,-17 34 0,23-32 0,2 0 0,-12 31 0,6-32 0,1-1-859,2 20 859,-9 10-655,0-13 655,10 0 1606,-11 0-1606,14-14 2846,0-2-2846,-13-14 4519,10-14-4519,-11 11 4251,14-37-4251,0 20 0,-13-37-1145,10 11 1,-11-14-1,14 0 1</inkml:trace>
  <inkml:trace contextRef="#ctx0" brushRef="#br0" timeOffset="5608">17373 2786 24575,'46'-15'0,"1"0"0,-2 7 0,-4-1 0,6-18 0,23 24 0,-20-10 0,23-1-8503,-13 11 8503,0-10-2818,0-1 2818,0 11-383,-14-10 383,-3 13 0,-26 0 0,10 0 0,-37 0 0,6 0 0</inkml:trace>
  <inkml:trace contextRef="#ctx0" brushRef="#br0" timeOffset="12100">14467 8866 24575,'0'17'0,"0"-4"0,0-13 0,0 0 0,-13 0 0,10 0 0,-11 0 0,14 0 0,0 0 0,0 13 0,0-9 0,0 9 0,0-13 0,0 0 0,0 13 0,0-9 0,0 9 0,0-13 0,14 0 0,-11 0 0,10 0 0,-13 0 0,0 0 0,0-13-1640,0 9 1640,-13-9 0,10 13 0,-11 0 0,14 0 0,14 0 0,-11 0 0,10 0 0,-13 0 1640,14 0-1640,-11 0 0,23 0-6784,-9-13 6784,0 9 0,9-9-23,-9 13 23,13 0 0,13 0 0,-9 0-397,22 0 397,-23 0 0,24 0 0,-24 0 0,24 0 0,-11 13-4383,1-9 4383,10 9-44,-24-13 44,10 0-2931,0 13 2931,-9-9 0,9 9 2708,-13 0-2708,0-9 0,0 9 0,13-13-2655,-23 13 2655,20-10 2822,-23 11-2822,13-14 228,-14 0-228,11 0 4468,-24 0-4468,24 0 0,-24 0 0,24 0 0,-24-14 0,10 11 862,1-10-862,-11 0 0,10 9 220,-13-22-220,0 22 0,0-9 0,0 0 0,0-4 0</inkml:trace>
  <inkml:trace contextRef="#ctx0" brushRef="#br0" timeOffset="12462">15516 8716 24575,'-17'0'0,"4"0"0,13 14 0,0-11 0,0 10 0,0-13 0,0 0 0,0-13 0,0 10 0,0-11 0,0 14 0,0 0 0,0 14 0,0-11 0,0 10 0,13-13-6304,-10 14 6304,24-11 0,-24 23 0,11-22 0,-14 22 0,13-22 0,-10 22 0,10-9 0,-26 0 6304,10 9-6304,-10-9-5227,13 13 5227,-14-13-5052,11 9 5052,-10-23 0,13 11 0,0-14 0,-14 0 0,11 0 3495,-10-14-3495,13 11 0,0-10 0,0 13 0</inkml:trace>
  <inkml:trace contextRef="#ctx0" brushRef="#br0" timeOffset="13360">19320 8866 14149,'0'-17'0,"0"4"4295,0 13-4295,0 0 1807,13 0-1807,-10 0 987,24 0-987,-24 0 0,24 0 0,-11 0-3447,28 0 3447,-11 0 0,24-13-1182,-11 9 1182,14-9 0,0 13 0,13 0-1882,4 13 1882,-32-11 0,0 0 0,31 11-1761,-26-12 0,0-2 1761,30 1 0,-29 0 0,1 0 0,-7 0 0,0 0-218,0 0 0,0 0 218,0-1 0,0 2 0,31 12 0,-32-12 0,-1 2 254,20 23-254,10-22 0,-26 22 0,-4-9 0,0 0 0,-9-4-1526,-5-13 1526,-2 0 723,-24 0-723,11 0 3034,-14 0-3034,0-13 4537,-14 9-4537,-2-9 0,-14 0 0,0-4 0</inkml:trace>
  <inkml:trace contextRef="#ctx0" brushRef="#br0" timeOffset="13986">19529 8417 24575,'14'16'0,"-11"-2"0,10-14 0,-13 13 0,0-10 0,0 11 0,0-14 0,0 0 0,0 13 0,0-10 0,0 24 0,-13-24 0,10 24 0,-11-24 0,1 24 0,10-11-6784,-24 14 6784,24-13-4537,-11 23 4537,1-20 0,10 23 0,-11-13 0,14-13 0,-13 9 0,10-9 0,-11 0 4537,14 9-4537,0-9 0,0 0 0,0 9 0,0-22-2901,14 22 2901,-11-22 0,24 22 0,-11-23 0,14 11 0,0-14 0,0 0 0,0 0 0,0 0 0,-13 0 0,9 0-1971,-22 0 1971,9-14 0,0 11 0,-23-23 0,7 9 0</inkml:trace>
  <inkml:trace contextRef="#ctx0" brushRef="#br0" timeOffset="15941">15605 8686 24575,'17'0'0,"-4"-13"0,-13 10-1600,0-11 1600,0 14 519,0-13-519,0 10 265,0-11-265,0 14 0,0 0 0,14 0 816,-11 0-816,10 0 0,-13 14 0,0-11-754,0 10 754,0-13 0,0 14 0,0-11 0,0 10 0,0-26 0,0 10 0,0 16-694,0-6 694,0 33 728,0-37-728,0 10 0,0-13 0,-13 0 0,10 0 0,-11 0 720,14-13-720,0 10 0,0-11-2338,-13 14 2338,10 0 0,-11-13 0,1 10 0,10-11 0,-11 14 0,1-13 0,10 10 0,-10-11 0,-1 14 0,11-13 0,-10 10-4446,-1-11 4446,11 1-753,-24 10 753,24-11 0,-24 14 0,24-13 0,-10 10 0,-1-10 6412,11 13-6412,-10 0 0,13-14 0,0 11 710,0-10-710,0 13 0,-14 0 0,11 0 0,-10 0 0,13 0 0,13 0 0,-10 0 0,11 0 415,-14 0-415,0 13 0,0-10-4745,0 11 4745,13-1 0,-10-10 0,24 10 0,-24 1 0,24-11 0,-24 24 0,24-11 0,-24 1 0,24 10-5212,-24-24 5212,24 24-1364,-24-24 1364,24 24-326,-24-11 326,24 1 0,-24 9 0,24-22 0,-24 9 0,24 0 4375,-24-9-4375,10 9 0,1-13 0,-11 0 0,10 0 0,-13 0 6543,0 0-6543,0-13 729,0 9-729,-13-9 0,10 13 0,-24-13 0,24 9 0,-24-22-6784,10 22 6784,1-22-4537,-11 23 4537,10-24 0,1 10 0,-11 1 0,11-11 0,-1 24 0,-10-24 4537,24 24-4537,-24-11 0,24 1 0,-10 10 5243,-1-11-5243,11 14 0,-10-13 0,13 10 0,0-10 0,0 13 0,0 0 0,13 0-5121,-10 13 5121,24-10 1123,-24 10-1123,11 1 0,-1 2 0,-10 1 0,24 10 0,-24-11 0,24 1 0,-24 10-1245,24-11 1245,-24 1-517,24 9 517,-24-22 0,24 22 0,-24-9 0,24 13 0,-24-13 0,24 9 6528,-24-22-6528,10 22 0,1-22 0,-11 9-1204,10 0 1204,-13-9 0,0 9 0,0-13 0,0 13 0,0-10 0,0 11 0,0-14 1977,0 13-1977,-13-10 0,10 11 0,-24-1-6613,24-10 6613,-24 24 0,10-24 0,-13 24-198,14-24 198,-11 24 0,11-24 0,-14 24 0,0-10 0,13-1-4528,-10 11 4528,11-24-3028,-1 24 3028,-10-24 2916,24 10-2916,-24 1 130,24-11-130,-23 10 4537,22-13-4537,-9 0 6784,13 0-6784,0 0 0,0-13 0,13 10 0,-9-11 0,9 1 0,0 10 0,-10-24-6784,24 10 6784,-10 1-4537,13-11 4537,0 11-3034,0-14 3034,0 0-224,0 0 224,-1 0 0,1 13 0,0-10 0,0 11 2923,-13-14-2923,10 13 0,-11-9 0,1 22 0,-4-9 4371,-13 13-4371,14 0 0,-11 0 501,10 0-501,-26 0 0,10 0 0,-24 0 6784,24 13-6784,-24 4-6784,10 13 6784,-13-13-3999,-13 9 3999,10-9-532,-10 13 532,-1 0 0,11 0 0,-10 0 0,13 0 0,0-14 0,0 11 0,13-11 0,-9 1 0,22-4 748,-22 1-748,22-11 576,-9 10-576,13-13 0,13 0 0,-9 0 5195,22-13-5195,-9 10 0,26-24-1988,-10 10 1988,24-26-4537,-24 10 4537,24-10-2036,-11-1 2036,14 11 0,0-10 0,0 13 0</inkml:trace>
  <inkml:trace contextRef="#ctx0" brushRef="#br0" timeOffset="16942">19619 8537 24575,'13'-17'0,"-9"4"0,9 13 0,-13 0 0,13 0 0,-9-14 0,9 11 0,-13-10 0,0 13 0,0 0 0,-13 0 0,9 0 0,-9 0 0,13 0 0,0 0 0,-13 0 0,9 13 0,-9-10-4753,0 11 4753,9-14 0,-22 13 0,23 4 0,-24-1 0,10 11 0,-13-11 0,14 14 0,-11-13 0,10-4-5209,-13 1 5209,0 2-3484,1 1 3484,12 10 2125,-10-24-2125,11 24 0,-1-11 0,-10 14 0,11-13 0,-1 9 0,-10-9 0,24 13 0,-23-13 0,9 9 0,0-9 0,-9 0 4537,22 9-4537,-22-23 0,22 11 0,-9-14 0,13 0 0,0 13 6784,0-10-6784,0 11 0,0-14 0,0 0 0,0 13 0,0-10 0,0 11 0,13-14 0,4 0 0,0 0 0,9 13 0,-22-10 0,22 11-6784,-9-14 6784,13 13 0,-14-10 0,11 11 0,-10-1 0,-1-10 0,11 11 0,-24-1 0,24-10 6784,-24 11-6784,11-14 0,-14 0 0,0 0 0,0-14-978,0 11 978,0-10 0,0-1 0,0 11 0,0-10 0</inkml:trace>
  <inkml:trace contextRef="#ctx0" brushRef="#br0" timeOffset="25233">14827 4822 18431,'70'0'0,"-31"0"0,45-13 0,-38 10 0,14-11 0,0 14 0,0 0-6673,0 0 6673,13 0-1444,-10 0 1444,11 0 985,-15 0-985,1 0 86,-13 0-86,10 0 3087,-24 0-3087,23 0 0,-22 0 0,9 0 0,-13 0 0,-13 0 1222,9 0-1222,-22 0 0,22 0 1891,-23 0-1891,11 0 1083,-1 0-1083,-10 0 736,11 0-736,-14-13-404,0 10 1,-14-24 0,-2 11 0</inkml:trace>
  <inkml:trace contextRef="#ctx0" brushRef="#br0" timeOffset="25539">15845 4553 24575,'17'0'0,"-4"0"0,-13 0 0,13 0-3447,-9 0 3447,9 0 1079,0-13-1079,-9 9 565,9 4-565,0 4 0,-9 9 0,22 0 1803,-22-10-1803,9 24 0,-13-10-4159,0 13 4159,0-14 0,0 11 0,0 3 0,0 3 0,0 10 0,0-13 0,-13 0 0,9 0 0,-9 0 0,13 0 0,-13 0-5406,9-13 5406,-22 9 0,22-22 0,-9 9 0,13-13 0</inkml:trace>
  <inkml:trace contextRef="#ctx0" brushRef="#br0" timeOffset="26442">18750 4822 24575,'0'-16'0,"0"2"0,14 14-9831,-11 0 9629,24 0 202,-11 0 0,28 0 2628,2 0-2628,1 0 0,9 0 796,4 0-796,4 14 0,-21-13 0,0 1 0,20 11-442,-19-13 1,-1 0 441,20 14-2151,-20-12 0,1-1 2151,32 12-16,1 1 16,-33-14 0,-2 3 0,21 24-919,11-24 919,-14 10 0,-1 1 0,-12-11 0,-4 24 0,-13-24 0,-13 10 0,10-13 437,-24 0-437,-3 0 0,-3 0 0,-11 0 0</inkml:trace>
  <inkml:trace contextRef="#ctx0" brushRef="#br0" timeOffset="27064">19020 4433 24575,'0'17'0,"0"-4"0,0-13 0,0 0 0,-13 13 0,9-9 0,-22 9 0,22 0 0,-22-9 0,23 9-6784,-24 0 6784,10 4 0,-13-1-813,0 11 813,0-10 0,0 13 0,-13 0-4267,10 0 4267,-10 0 0,13 0-2854,13-14 2854,-10 11 0,24-11 0,-24 1 363,24 10-363,-10-24 3034,13 24-3034,0-24 4537,13 24-4537,-10-24 6784,11 10-6784,-1 1 0,4-11-6784,-1 10 6784,11-13-4537,-10 0 4537,13 0 0,0 0 0,-14 0 0,11 0 0,-11 0 4537,14 0-4537,-13 0 0,10 0 0,-11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08T02:58:53.232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7848 3774 18548,'13'3'0,"-10"7"2751,11-10-2751,-14 4 0,0 9 0,0-13 1029,0 0-1029,0 13 538,0-9-538,13 9 1709,-10-13-1709,11 0 0,-14 0 0,13 0 0,-10 0 0,24 13-5531,-24-9 5531,10 9 0,1-13 0,-11-13 0,10 9 0,1-9 0,-11 26 0,10-9 0,-13 22 5531,0-22-5531,14-4 0,-11-4 0,10-9-1113,-13 13 1113,0 0 0,14 0 0,-11 0 0,10 0 0,-13 0 0,14 0 0,-11 0 0,10-13 0,1 9 0,-11-9 225,10 13-225,-13 0 0,0 0 0,13 0 0,-9 0 0,9 0 0,0 0 0,-9 0 0,9 13 888,0-9-888,-9 9 0,9-26 0,0 9-6765,-9-9 6765,22 13 0,-22 0 0,22 0 0,-22 0 0,22 0 0,-22 0 0,9 0 0,0 0 6765,-10 0-6765,24 0 0,-24 0 0,24 0 0,-24 0-3946,24 0 3946,-24 0 0,24 13 0,-24-9 0,24 9 0,-24-13 0,24 0 0,-10 0 0,-1 0 0,11-13 0,-24 9-2838,24-9 2838,-11 13-19,1 0 19,10 0 0,-11 0 0,14 0 0,0-13 0,-13 9 0,9-9 0,-9 13 0,13 0 74,-13 0-74,9 0 0,-9-13-4542,13 9 4542,-13-9 0,9 13 0,-9 0 0,13 0 0,-14 0 4487,11 0-4487,-24 0 6784,11-13-6784,-1 9 0,-10-9-4819,24 13 4819,-24 0 0,11 0 0,-1 0 0,-10 0 0,11 0 0,-14 0 0,13 0 0,-10 0 4819,24 13-4819,-24-9 0,24 9-4636,-24-13 4636,10 0 0,1 0 0,2 0 0,1 0 0,10 0 0,-11 0 0,1 0 0,10 0 4636,-24 0-4636,23 0 0,-22 0 0,22 0 0,-22 13-6666,22-9 6666,-22 9 0,22-13 0,-22 0 0,9 0 0,0 0 0,-9 0 0,22 0 6666,-22 0-6666,22 0 0,-23 0-4754,24 0 4754,-24 0 0,24 0 0,-24 0 0,24 0 0,-24 0 0,11 0 0,-1 0 0,-10 0 0,11 0 0,-1-13 0,-10 9 0,24-9 3051,-24 13-3051,11 0 0,-1 0 0,-10 0 0,24 0 0,-24 0 0,24 0 0,-24 0 0,24 0 0,-11 0 0,1 0 0,10 0-5081,-24 0 5081,24 0 0,-24 0 0,10 0 0,1 0 0,-11 0 0,23 0 0,-22 0 0,22 0 6784,-9 0-6784,0 0 0,9-13 0,-22 23-4112,22-20 4112,-22 23 0,22-13 0,-9 0 0,0 0 0,-4 0 0,0 0 0,-10 0 0,24 0 0,-10 0 0,-1 0 0,11 13-2672,-24-9 2672,24 9 0,-24-13 0,24 0 0,-10 0 0,-1 0 0,11 0 0,-24 0 0,24 13 6784,-11-9-6784,1 9 0,-4-13-3886,1 0 3886,-11 0 0,24 0 0,-24 0 0,24 0 0,-24 0 0,24 0 0,-24 0 0,23 0 0,-22 0 3886,22 0-3886,-9 0 0,0 0-4859,9 0 4859,-22 0 0,22 0 0,-9 0 0,13 0 0,-13 0 0,9 0 0,-9 0 4859,13 0-4859,-14 0-6784,11 0 6784,-10 0 0,13 0-4537,0 0 4537,0 0 0,-1 0 0,1 0 0,0 0 0,0 0 0,0 0 0,0-13 0,0 9 0,0-9 0,0 13 0,0 0 423,0 0-423,0 0-845,-13-13 845,9 9 0,-9-9 0,13 13 0,0 0 0,0 0 0,0 0 0,0 0 0,0 0 0,13 0 2886,-10 0-2886,10 0-76,-13 0 76,0 0-3078,0 0 3078,13 0 0,-9 0-2209,9 0 2209,-13 0 776,0 0-776,0 0-266,0 0 266,0 0 0,0 0 0,0 0 0,0 0 2389,0 0-2389,0 0 0,0 0 0,13 0 0,-10 0 0,10 0 0,1 0 0,-11 0 0,10 0 0,0 0 0,-9 0 0,9 0-547,-13 0 547,0 13 0,0-9 0,0 9 0,0-13 0,0 0 4266,-14 0-4266,11 0 0,3 13 0,3-9-3719,10 9 3719,-13-13-845,0 0 845,0 0 0,14 13 0,-11-9 0,10 9-175,0-13 175,-9 0 0,9 0 0,0 0 0,-10 0 0,11 0 0,-1 0-1995,-10 0 1995,11 0 120,-15 0-120,15 0 0,-11 0 0,10 0 0,-13 0 0,14 0 0,-11 0 0,10 0 0,0 0 0,-9 0 0,9 0 1988,-13 0-1988,13 0-279,-10 0 279,11 0 3760,-14 0-3760,0 0 0,0 13 0,-1-9 0,15 9 0,-11-13-3041,10 0 3041,-13 0-2664,13 13 2664,-9-9-119,9 9 119,0-13 0,-9 0 0,9 0 0,-13 13 2850,0-10-2850,13 11 0,-10-14 0,-3 0 0,-3 0 0,-10 0-2687,12 0 2687,-12 0 53,10 0-53,-24 0 3034,10 0-3034,1 0 4537,-11 13-4537,10-10 6784,-26 11-6784,10-14 0,-11 13-5398,1-10 5398,-4 11 0,-13-14 0,1-14 0,-1 11 0,0-10 0,0 13 0,0 0 0</inkml:trace>
  <inkml:trace contextRef="#ctx0" brushRef="#br0" timeOffset="4561">17133 4852 17156,'17'0'0,"-4"0"3294,-13 0-3294,0 0 1273,13-13-1273,-9 10 0,9-11 673,-13 14-673,0 0 0,0 14 2179,0-11-2179,0 10 0,0-13 0,0 0 0,13 0 0,-9 0 0,9 0 0,-13 0 0,0 0 0,0 14 0,13-11-788,-9 10 788,22-13-4541,-9 0 4541,-1 0 0,24 0-363,-20 0 363,37 0 0,-24 0-840,24 0 840,-11 14 558,28-11-558,-11 10-949,-20-13 0,0 0 949,34 14-1985,-33-13 1,2 1 1984,5 5 0,1-1-149,-6-5 1,1-2 148,11 1 0,1 0-1061,-6 0 0,0 0 1061,7-1 0,0 2 0,0 6 0,0 0 0,0-6 0,0 1 0,-1 5 0,1-1 0,0-6 0,0 0 0,0 7 0,0-1 0,0-5 0,0 2 0,0 10 0,0 0-826,-1-11 0,1 0 826,0 11 0,0 0 272,1-11 0,-2 0-272,-6 11 0,1 0 0,4-10 0,0-2 0,-11 6 0,-1-1 0,6-5 0,-1-2 0,-5 1 0,-2 0 0,2 0 0,-2 0 0,33 0 0,-4 13 0,-13-23 0,-14 20 1711,11-36-1711,-24 22 1352,10-22-1352,-26 22 4050,10-22-4050,-24 22 0,10-22 0,-13 9 0,0-13 0</inkml:trace>
  <inkml:trace contextRef="#ctx0" brushRef="#br0" timeOffset="6081">17822 5092 24575,'-30'0'0,"0"0"0,0-13 0,0 9 0,0-22 0,0 22 0,0-9-9831,0 0 8341,0 9-665,0-9 2155,0 0 1388,1 9-1388,-1-9 0,13 13 0,-10 0 4157,11 0-4157,-1 0 6216,4 0-6216,-1 0 0,11-13 0,-10 10 0,13-11 1715,0 14-1715,0 0 0,13 0 0,-10 14 0,37-11 0,-20 10-6784,37-13 6784,3 0-4537,3 0 4537,-14 7 0,2-1-3034,29-2 3034,-24 3 0,4-1 0,0-5 0,0-2-658,1 0 0,1 2 658,11 6 0,1-1 0,-13-4 0,1 0 338,10 5 1,2-1-339,-5-5 0,-1-2 0,0 1 0,0 0 0,-1 0 0,-1 0 0,-6 0 0,0 0 0,0 0 0,0 0-407,0 0 1,0 0 406,-7 0 0,0 0 206,-1 0 0,-1 0-206,-5 0 0,-2 0 1500,33 0-1500,-4 0 0,-26 0 0,9 0 0,-23 0 0,11 0 0,-14 0 0,0 0 287,-1 0-287,-12 0 1063,-4 0-1063,1 0 3931,-11 0-3931,10 0 5877,-13-13-5877,-13 9 0,10-9 0,-24 13-4047,24-13 4047,-24 9 0,11-9-451,-28 13 451,11-13 0,-24 10-927,11-11 927,-14 14-1350,-13 0 1350,9 0 2716,22 0 1,-2 0-2717,-33 0-2530,33 0 0,-1 0 2530,0 0 0,0 0-1593,-6-1 0,-1 2 1593,-1 6 0,-1 0-1015,-5-6 0,-2 1 1015,-5 5 0,-1-1-943,-1-6 0,0 0 943,-7 7 0,0-1 294,0-4 1,0 0-295,0 4 0,0 1 1196,0 0 0,1-1-1196,5-4 0,1 0 0,1 4 0,1 1 0,5 0 0,2-1 452,5-5 1,2 2-453,6 10 0,2 0-817,-29-9 817,13 9 0,13-13 0,4 0 0,13 0 0,0 0 3620,13 0-3620,-9 0 0,22 0 0,-9 0 3105,13 0-3105,0 0 6447,13 0-6447,4 0 0,0 0 0,23 0 0,-20 0 0,36 0 0,-9 0 0,13 0-6784,0-13 6784,13 9-4537,3-9 4537,-31 13 0,0 0-767,0-6 0,0-1 767,6 5 0,1 0 0,1-4 0,1-1 0,-1 0 0,0 1 0,5 4 0,1 0-732,-6-4 0,0-1 732,7 7 0,0 0 0,-7-6 0,0-1 0,6 5 0,-1 0 0,-11-4 0,-1-1 0,6 0 0,-1 1 0,-5 4 0,-2 1-314,2-6 0,-2 0 314,33 7 160,-34 1 1,0-2-161,20-12 2032,11 10-2032,-15-11 3052,-12 14-3052,-4 0-1155,-13 0 1155,0 0-2130,0-13 2130,-13 10 410,9-11-410,-22 14 629,9 0-629,-13 0 4306,0 0-4306,0-13 6438,-13 10-6438,-4-11-5740,-13 14 5740,0 0 0,-13 0-985,10 0 985,-24-13 0,10 10 0,-12-11 0,-1 14 0,0 0 0,-13 0 0,9-13-2106,22 11 1,-2 1 2105,-33-13-1408,26 13 1,-1 2 1407,6 0 0,-1-2 0,-11-5 0,-1-1 0,6 6 0,0-1-436,0-5 0,-1 1 436,-4 5 0,0 2 0,4-2 0,1 2 0,0-2 0,0 2 0,1-1 0,1 0 0,5 0 0,2 0 2383,-33 0-2383,4 0 0,27 0 0,-11 0-109,24 0 109,-11 0 3510,28 0-3510,-11 0 0,24 0 0,-10 0 5249,13 0-5249,0 0 0,13 0 0,3 13-2150,28-10 2150,2 10-3559,1-13 3559,23 14-1335,-20-11 1335,-8 3 0,2 1 0,33 7 0,-26-12 0,1-1-860,-6 6 1,1-1 859,11-6 0,1 0 0,-13 7 0,1 0 0,11-6 0,0 1-342,-4 5 1,-1-1 341,0-5 0,0-2-679,6 1 0,-1 0 679,-11 0 0,-1 0 124,6 0 0,-1 0-124,-5 0 0,-2 0 0,33 0 0,-4 0 1885,-13-13-1885,-14 10 0,-2-11 0,-15 14-160,-12 0 160,10 0 1293,-24 0-1293,-3 0 851,-3 0-851,-24-13 0,-3 10 0,-16-11 0,-28 1 862,30 11 0,-1 1-862,-1-7 0,-2 2 0,-15 12 0,-3 2 0,5-6 0,-2-1 0,-12 6 0,1-1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08T03:00:10.033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15845 6769 24575,'-17'17'0,"4"-4"0,13-13 0,0 0 0,0 14 0,0-11 0,-13 10-749,9-13 749,-9 0 0,13 0 0,0 0 0,0-13 0,13 10 0,-9-11 0,22 14-140,4 0 140,4 0 0,9 0 0,0-13-1021,4 10 1021,-1-11-6151,11 14 6151,-10 0-3799,12 0 3799,15 0-1135,-11 0 1135,10 0 0,-13 0-2204,0 0 2204,0 0 0,0-13 1987,-14 10-1987,11-11 0,-24 14 0,10 0-1631,-13 0 1631,14 0 2741,-24-13-2741,20 10 725,-24-11-725,1 14 4509,-4 0-4509,-13 0 6742,13 0-6742,-9 0 126,9 0-126,-13 0 0,13-13-528,-9 10 528,9-11 0,-13 14 0,-13 0 0,9 0 0,-9-13 0,13-3 0</inkml:trace>
  <inkml:trace contextRef="#ctx0" brushRef="#br0" timeOffset="260">17013 6500 24575,'0'16'0,"0"-2"0,0-14 0,14 13 0,-11-10 0,10 11 0,-13-14 0,13 0 0,-9 13 0,22-10 0,-9 11 0,0-14 0,9 13 0,-22-10 0,22 11-6784,-22-1 6784,22-10 0,-22 24 0,9-24 0,0 24 0,-9-24 0,9 24 0,-13-11 0,0 14 6784,-13 0-6784,9 0-6784,-22 0 6784,22 0-2084,-9-13 2084,13 9 0,0-22 0,0 9 0,0-13 0,0 0 1438,0 13 0,0-9 0,0 9 1</inkml:trace>
  <inkml:trace contextRef="#ctx0" brushRef="#br0" timeOffset="1084">18181 7428 24575,'0'17'0,"0"-4"0,0 1 0,0-11 0,0 10 0,0-13 0,0 0 0,0-13 0,0 10 0,0-11 0,0 14 0,0-13 0,0 10 0,0-24 0,0 10 0,14-13 0,-11 0 0,24 0 0,-24 1 0,24-15-6784,-11-2 6784,14-14-4537,0 0 4537,13 0-1038,-9 0 1038,9 0 0,-13-13 0,0 10 0,-9 19 0,1 1 0,11-20-1345,-11 26 0,0 1 1345,8-11 0,-14-9 0,11 22 821,-10-9-821,-1 13 799,-3 13-799,1-9 3492,-11 22-3492,10-9 5222,-13 13-5222,14 0 4715,-11 13-4715,10 4 0,1 13 0,-11 0 0,10 0-6784,-13 13 6784,14 4 0,-11 13-1233,10 0 1233,1 0 0,-11 13-1509,10-10 1509,-13 10-3629,14 0 3629,-11-9 0,10 9 0,1-27 317,-11 11-317,10-24 0,0 11 1053,-9-14-1053,9-14 4307,0 11-4307,-9-37 0,9 20 0,-13-37 0,0 11 0,0-14 0,0 0 0,0 0 0,0 0 0</inkml:trace>
  <inkml:trace contextRef="#ctx0" brushRef="#br0" timeOffset="1282">18601 6650 24575,'0'16'0,"0"-3"0,13-13 0,4 14 0,13-11 0,13 10-8503,3-13 8503,14 0-199,14 0 199,2 0 0,-31-5 0,0-3 0,0 0 0,0-1 0,0 2 0,0-2 0,31-18 0,-3 11 0,-26 12 0,-4-6 0,-13 24 0</inkml:trace>
  <inkml:trace contextRef="#ctx0" brushRef="#br0" timeOffset="1999">18511 9136 24575,'0'16'0,"0"-2"0,-13-14 0,9 0 0,-9 0 0,13 0 0,0 0 0,13 0 0,-9 0 0,9 0 0,-13 0 0,0 0 0,13 0 0,-10 0 0,24 0 0,-10 0-6784,26 0 6784,-10 0-4537,11 0 4537,-1 0-715,3 0 715,28 0-1164,-11 0 1164,-20 0 0,0 0 0,34 0 0,0 0 0,-4 0 0,0 0 0,-10 0 0,-20 0 0,1 0 0,19 0 0,10 0-2000,-13 0 2000,-13 0 670,-4 0-670,-13-14 2948,-13 11-2948,9-10 0,-23 13 4407,11 0-4407,-28 0 0,11 0 0,-23 0 0,9-14 0,-26 11 156,9-10-156,-9 13 0,13-14 0,0 11 0,0-10 0</inkml:trace>
  <inkml:trace contextRef="#ctx0" brushRef="#br0" timeOffset="2187">19469 8956 18435,'27'30'0,"-20"-14"2797,19-2-2797,-26-1 0,0-10 0,0 37-6337,-13-20 6337,10 24 0,-24-14 0,24 13 1528,-24-10-1528,24 10 0,-24-13 0,24 0 1148,-11 0-1148,1 0 0,10-13-1802,-24 9 1802,24-22 0,-10 9 0,13-13 0,0 0 0</inkml:trace>
  <inkml:trace contextRef="#ctx0" brushRef="#br0" timeOffset="3591">21117 8866 24575,'16'0'0,"11"-13"0,-24 9 0,24-9 0,-24 0 0,11 9 0,-14-9 0,13 13-2570,-10-13 2570,11 9 0,-14-9 0,13 13 0,-10-13 0,11 10 0,-14-11 0,0 14 0,0 0 2570,0 14-2570,0-11 0,-14 10-1039,11-13 1039,-10-13 0,-1 10 0,11-11 0,-24 14 0,24 0 0,-24 0 0,11 0 1039,-14 0-1039,0 0 0,0 0-6784,0 0 6784,-13 14 0,9-11-1101,-9 10 1101,13 0-336,0-9 336,0 22 0,0-9 0,0 13 0,0-13-4061,14 9 4061,-11-9 0,10 13 0,1 0 717,3 0-717,-1-14 0,11 11 0,-10-10 0,13 13 244,0-14-244,13 11 0,-10-10 0,24 13 0,-24-1 0,24-12 0,-11 10-1001,14-11 1001,0 1-117,0 10 117,0-24 0,0 24 0,0-11 0,0 1 0,0 10 0,0-24 0,0 23 867,0-22-867,0 22 0,-14-22 1092,11 9-1092,-24-13 146,11 13-146,-14-9 5025,0 22-5025,-14-22 5309,11 22-5309,-24-22-6784,-2 22 6784,-5-22-4537,-9 22 4537,0-23-3034,9 24 3034,-22-24-196,23 24 196,-11-24 0,14 11 2937,14-14-2937,-11 0 0,24 0 0,-24-14 3397,24-2-3397,-10-14 0,13 0 0,0-13 0,13 9 0,3-9 0</inkml:trace>
  <inkml:trace contextRef="#ctx0" brushRef="#br0" timeOffset="30283">10274 3235 24575,'16'0'0,"-2"0"0,-1 0 0,-10 0 0,11 0 0,-1 0 0,-10 0 0,11 0 0,-1-13 0,-10 9 0,11-9 0,-14 13 0,0 0 0,0-13 0,0 9 0,0-9 0,-14 0 0,11 9 0,-10-9-1580,13 13 1580,-14-13 0,11 9 0,-10-22 0,-1 22 0,-2-9 0,-1 13 0,-9-13 1580,9 10-1580,-13-11 0,13 1 0,-9 10-6784,9-11 6784,-26 1-1611,9 10 1611,-9-11-182,13 1 182,0 10 0,-13-11 0,10 14 0,-11 0 0,15 0-3943,-1 0 3943,-14 0 0,11 0 0,-10 0-235,-1 0 235,11 0-131,-23 0 131,22 0 0,-22 0 0,23 14 0,-11-11 0,14 10 0,-13-13 0,10 0 0,-11 14 0,15-11 1005,-1 10-1005,0 1 0,-14-11 0,11 10 0,-10 1 0,13 2 0,0 1 283,0 9-283,0-22 0,0 9 0,0 0 0,0-9 0,13 22 277,-9-22-277,9 22 0,-13-22 0,14 9 0,-11 0 0,24 4 0,-24-1 0,24 11 0,-24-10 0,10-1 0,1 11 0,-11-10 0,24-1 0,-10 11 0,-1-10 0,11 13 0,-10-1 4537,13 1-4537,0-13 0,-14 10 0,11-11-2778,-10 14 2778,26 0 0,-10 0 0,11 13-158,-14-9 158,13 9 0,-10-13 0,24 13 0,-10-9 0,-1 9-3565,11-13 3565,-11 13 0,14-10 0,0 11 1044,0-1-1044,0-10 0,0 10 0,13 1 0,-9-11 0,22 10 0,-22-13 121,9 0-121,0 0 1915,-10-13-1915,11 9 0,-1-9 0,-10 0 0,10 9 779,-13-22-779,14 9-3662,-11-13 3662,24 13 1602,-24-10-1602,23 11 0,-9-14 0,13 0-2869,0-14 2869,0 11 2238,0-10-2238,-14 13 0,11-13-507,-11 9 507,14-9 0,-13 0 0,9 9 0,-9-22 0,0 9 0,9 0 0,-22-9-2102,9 9 2102,-13-13 178,0 0-178,0 0 0,0-13 0,0 10 0,-1-24 2938,1 10-2938,0-12 0,-13-1 0,-4 0 0,1-13 0,-11 9-1373,4 22 1,-1-2 1372,-6-33-897,0 1 897,-6 32 0,-1 1 0,4-20 0,-11-10 0,14-1 0,-13 25 0,10-21 0,-24 23 0,24 1 0,-24 2 0,10 14 897,-12 0-897,-28 14 1056,7-11-1056,8 18 0,-2 1 0,-33-8 1778,33 9 0,-2 0-1778,1 0 0,0 1 0,-31 3 0,2-10 0</inkml:trace>
  <inkml:trace contextRef="#ctx0" brushRef="#br0" timeOffset="43083">20937 5661 24575,'0'-17'0,"0"-9"0,0 22-6054,0-22 6054,0 23 1787,0-24-1787,0 10 975,13 1-975,-9-11 0,9 24 0,-13-24 3292,0 24-3292,0-11 0,0 1 0,0 10 0,0-11 0,0 1 0,0 10 0,0-10 0,0 13 0,0 0 0,-13 0 0,9 0 0,-9 0 0,13 13-2460,0 3 2460,-13 14 0,9 0 0,-9 0 0,13 14 0,-13-11-945,9 23 945,-9-9 0,13 0 0,13 9-4097,-9-23 4097,9 24-4299,0-24 4299,-9 11 343,22-14-343,-22-14 0,9 11 0,0-24 4468,-9 10-4468,22-13 6682,-22-13-6682,22 10 0,-9-24-6476,-1 11 6476,11-14-4537,-24 0 4537,24 0-286,-10-14 286,-1 11 0,11-23 0,-24 9 0,24 0 0,-24 4-2939,24 13 2939,-24 0 309,11 14-309,-14 2 3092,0 14-3092,0 0 301,0 14-301,0 16 0,0 3 0,-14 23 2881,11-9-2881,-10 13-619,13 0 619,0 0-3941,13-14 3941,-10 11-1153,24-24 1153,-24 10 868,10-13-868,1 0 3800,-11-13-3800,24-4 5682,-24-13-5682,24 0-3738,-11-13 3738,14-4-4257,0-13 4257,-13 0-3034,9-13 3034,-22-3-615,22-14 615,-9 0 0,0 0 0,-4 0 0,-13 0 0,13 0 0,-9 14 0,9-11 0,-13 24 0,0-11 2593,0 14-2593,0 14 904,0-11-904,0 24 4462,0-24-4462,0 24 6671,0-10-6671,-13 13-1611,9 13 0,-22-10 0,9 11 0</inkml:trace>
  <inkml:trace contextRef="#ctx0" brushRef="#br0" timeOffset="43311">21925 5811 24575,'14'16'0,"-11"-2"0,10-14 0,-13 0-8443,14-14 8443,-11 11 2333,24-10-2333,-24 13 1331,24 0-1331,-24 0 0,24 0 0,-11 0 0,14 0 0,0 0-2005,-13 0 2005,9 0-4537,-9 0 4537,13 0-374,-13 0 374,9-13 0,-22 9 0,9-9 4352,-26 13-4352,9 0 1626,-9 0 1,0 0 0,-4 0 0</inkml:trace>
  <inkml:trace contextRef="#ctx0" brushRef="#br0" timeOffset="43485">21866 5991 24575,'0'16'0,"0"-2"0,0-14 0,13 13 0,-10-10 0,11 10-6784,-1-26 6784,3 10-4537,14-10 4537,0 13-268,0 0 268,14 0 0,-11-14 0,10 11 0,-13-10 0,13 13 0,-9-14 0,-4 11 0,-4-10 908,-22 13-908,9 0 0,-13 0 0,0 0 0,0 0 0</inkml:trace>
  <inkml:trace contextRef="#ctx0" brushRef="#br0" timeOffset="43983">22584 5631 24575,'-16'0'0,"2"0"0,14 0 0,0 0 0,0-13 0,14 9 0,-11-9 0,10 13 0,-13 0 0,0-13 0,14 10 0,-11-11 0,10 14 0,1-13 0,-11 10 0,24-11-5355,-11 14 5355,14 0 0,-13 0 0,10 14 0,-11-11 0,1 10 0,9 1 0,-22-11 0,9 23-1429,0-9 1429,-9 0-4537,9 9 4537,-13-9 0,-13 13 0,9-13 0,-9 9 0,0-9 0,9 0 4537,-9 9-4537,0-9 0,9-1 0,-9 11 0,13-24-157,0 24 157,0-24 0,13 24 0,-9-24 0,9 24 0,0-24 6706,-9 24-6706,22-24 235,-22 11-235,22-14-6784,-9 0 6784,13 0 0,-13 0-472,9 0 472,-9 0-83,13-14 83,0 11 0,-14-10 0,11-1 6509,-24 11-6509,11-24-1511,-14 24 1,13-24 0,4 11 0</inkml:trace>
  <inkml:trace contextRef="#ctx0" brushRef="#br0" timeOffset="44232">23243 5661 23683,'17'0'0,"-4"-13"441,-13 9-441,0-9 149,0 13-149,0 0 75,0 13-75,0-9 0,0 9-6557,-13 0 6557,10 4 0,-11 13 0,28-13 0,-11 9 0,10-9 0,-13 13 0,0 13 0,14-10 0,-11-3-4537,10-3 4537,-13-10-3034,0 13 3034,0-14 3034,0-2-3034,0-1 0,-13-10 0,10 10 4537,-11-26-4537,1-3 6784,10-1-6784,-11-10 0,1 11 0,-4-14 0</inkml:trace>
  <inkml:trace contextRef="#ctx0" brushRef="#br0" timeOffset="44547">23124 5511 16094,'16'0'0,"-2"0"3677,-14 0-3677,13 0 1461,3 0-1461,14 0 781,0 0-781,0 0 0,14 0 2562,-11 0-2562,10 0 0,-13 0-6784,0 0 6784,0 0 0,0 14-223,0-11 223,0 10 0,-13-13 0,9 0 0,-9 0 0,13 14 6674,-14-11-6674,11 10 0,-24-13-5320,11 0 5320,-1 0 0,-10 0 0,11 0 0,-14 14 0,0-11 0,0 10 0,0 0 5653,0 4-5653,0 0-6784,-14 9 6784,11-9-4537,-10 13 4537,13 13-568,-14-9 568,11 9 0,-10 0 0,13-10 0,0 11 0,0-14 0,0 0 4256,13-1-4256,-10 1 0,11-13 0,-1 10-234,-10-24 234,24 10 0,-24-26 0,11 10 0,-1-11 0,4 14 0</inkml:trace>
  <inkml:trace contextRef="#ctx0" brushRef="#br0" timeOffset="44834">24471 4972 24575,'0'-30'0,"0"14"0,-13-11-9831,10 24 8341,-24-11 4308,24 28-2818,-24-11 0,11 24 0,-14-11 0,0 27 0,0-9-2818,0 36 2818,0-20-1517,14-8 0,2 2 1517,-16 33 80,21-33 0,1 2-80,-5-2 0,0 1-687,4 0 0,1 0 687,-7 6 0,0 1 0,7 2 0,-1-1 0,-5 0 0,2 0 0,9-1 0,2 0 1216,-5 0 0,-1-1-1216,0-5 0,1 1 0,4 5 0,1-1 0,-13 26-93,7-34 0,1 0 93,3 20 1337,-11 11-1337,1-28-141,10 11 141,-11-37 0,14 20 4137,-13-37-4137,10 10 0,-24-26 0,10-4-871,1-13 0,-11 0 0,11 1 1</inkml:trace>
  <inkml:trace contextRef="#ctx0" brushRef="#br0" timeOffset="44986">23872 5751 24575,'64'0'0,"-8"0"0,-26-13 0,0 9 0,0-22 0,0 22-9831,0-22 8341,0 22 434,0-9 1056,0 0 0,0 9 0,0-9 0</inkml:trace>
  <inkml:trace contextRef="#ctx0" brushRef="#br0" timeOffset="65653">6320 4493 18293,'-75'15'0,"0"0"0</inkml:trace>
  <inkml:trace contextRef="#ctx0" brushRef="#br0" timeOffset="155788">9640 11690 6723,'-2'-14'1638,"-5"-11"0,-1-1-1046,1 4-770,-1-5 1,-1 4 267,3 13 0,-2 0 175,0 0-175,-1 0 0,-9-4-3124,3 4 3034,-8-3 270,-17-4-792,10 4 612,0 1 0,-1-1 0,-4 0-45,12 4 0,-1-1-844,-10-4 0,1 0 889,11 3 0,-1 1-45,-12-6 0,-1 0-285,7 0 0,1 0 285,5 4 0,0-1 0,-7-4 0,0 1 45,8 3 0,1 0 0,-20-10 0,12 6 0,1 0-468,6 4 1,1 1 421,-6-4 1,1 0 640,-10-6-685,2 1 167,10 8 1,-1-1-168,-14-6 0,13 7 0,0 1 0,-14-6 0,-2-1 0,14 8 0,-5-2 0,3 1 0,0-1 0,-1 1 30,0 0 0,-2-1 0,-1 1 169,-3-1 0,-1 2 0,3 0-199,0 0 0,-2 1-292,-7-2 0,-6-2 0,6 4 292,12 2 0,-1 2 0,-9-2 0,-5-1 0,5 1 0,8 3 0,1-1 324,1 1 1,-3 0 0,2 0-325,-5 1 0,4 0 0,6 1 0,1 0 45,-7 0 0,0 0-45,4 0 0,1 0-1337,-12 0 1337,10 0 0,0 0 0,-3 1 0,-9-2 311,7 4 1,1 0-312,-6 0-45,4 1 0,0 1 45,-1 0 219,-3-1-219,-2 0 0,-11-1 0,7 1 150,14-1 0,0 1-150,-12-1 0,-6 0 0,7 1-45,15 1 0,5 1 45,-16 1 0,14-1 0,0 0-720,-9 2 720,10 0 0,1-1 87,-14 4-87,7-1 0,-1 0 0,-4 1 0,13-2 0,-2-1 0,0 1 0,1-1-251,-15 3 251,-3 3 0,0 0 0,-2 2 567,9-1 1,0 1-568,6 1 0,1 1 45,8-3 0,-3 1-45,-13 2 0,-7 2 0,4-1-630,11-4 0,0 0 630,-4 0 0,-3 0 0,5 0 0,-7 7 0,5 1 104,-1 1-104,10-4 0,0 1 0,-11 10 411,11-8 0,0 0-411,-7 9 0,-1 1 0,8-8 0,0 0 0,6-5 0,-1 1 0,-4 3 0,-2 4-160,1 0 1,-2 2 0,2-1 159,3-5 0,0 1 0,-3 4 0,-2 2 0,3-3 642,-8 8-642,0 3 0,15-17 0,0 0 0,0 1 0,0 0 0,0 1 0,0-1 0,1 0 0,-1 0-35,1 1 0,0 1 80,0-2 0,0 1-214,-7 10 1,0 1 212,5-9 1,0 1-45,-6 7 0,1 1 871,5-11 1,2 0-827,-1 0 0,0 1 0,-7 9 0,0 0-45,6-7 0,-1 0-420,-4 6 1,-1 2 464,-1-2 0,2-1 18,5-6 1,0 0-19,-5 6 0,0 0-45,-7 9-516,2 1 606,0-1 0,1-1 45,5-1 0,-1 2-90,8-13 0,1-1 0,-7 15 0,1-1 155,2 5-110,5-12 0,-1 2-45,4-8 0,0 1-60,-3 8 0,1 0 105,3-8 0,0-2-45,1 1 0,0 3 45,-1 5 0,1 4 0,0-2 90,0-2 1,1 1-121,0 8 0,0 5 0,1-6-15,3-10 0,1-2-45,0 7 0,2 3 45,6 8 0,3-1-561,-5-18 0,3 2 546,6 9 0,3 6 0,0-7-243,-4-11 1,0-3 212,9 14 0,0-1 497,5-1-497,-2 1 90,1-4-180,1 1 90,1-1 0,-1-2 1170,4 0-1148,-3-10 1,9 5 0,1 0-1,-5-5 517,-3-1 0,0 0-539,6 2 0,7 5 0,0-3 0,-9-5-193,5-4 193,-14-5 0,0-1-1150,7 4 1150,-2-2 0,1 1 30,7 2-30,-2 0 0,-1-1 0,-4-3 655,10 3-655,-15-5 0,-1-1 0,-1 1 0,12 1 0,-7-1 0,10 1-176,-9-3 176,2-2 0,-7-2 0,2 0 0,16-1-45,-13 0 0,1-1 45,-9 0 0,3 0 0,15 1 0,7 1 0,-3-1 0,-8 1 0,3 0 0,-5 0 0,7 1 0,3 0 0,-3 1 0,-7-1 520,5 1 0,-1 1-520,-4 0 0,5 0 0,0 0 0,-5 0-669,2 0 1,-2 0 668,4 0 0,4 1 0,-3-1-633,-4-1 1,1 0 632,4-1 0,4 0 0,-4 0 224,-3-1 1,0-1-225,-5 0 0,2-1 0,-2 1-289,4-1 0,-2 0 289,1 0 0,1 0 0,0 0 0,0 0 578,1 0 1,-1-1-579,1 0 0,0 1 0,0-2 0,1 1 0,0-1 0,0 0-215,1 1 0,-1-1 215,2-1 0,-1-1 0,1 1 0,0 0 0,0-1 0,1 1-367,0-2 0,0 1 367,0 0 0,0-1 0,-1 0 0,2-1 30,-4 0 0,2 1 0,-2-1-30,7-1 0,0 0 0,-7 1 0,1 0 0,-1 0 0,1 0 0,1 0-30,-4-1 0,2 1 0,-2-1 140,6 0 0,0 0-110,-6 1 0,0-2 0,-1 2 0,2-1 0,-3 1-154,0-1 0,2-1 154,4 0 0,5 0 0,-3-1 0,-2 1 0,0-1-30,-1 0 0,3 1 1,-1-1 29,-1-1 0,0 0 0,-3 1 0,-1 1 0,1-1 27,0 0 0,4-1 0,-5 2-27,-7 1 0,-1 2 246,0-2 1,0 1-247,-1-1 0,1 0 0,-2 1 0,1-1 0,-2-1 0,1-1 30,3-2 0,3-2 0,-2 0-30,-1 0 0,-1 0 0,0 0 0,2-2 0,-1-1 30,-2-2 0,0-2 0,-3 2-30,2-1 0,-2 0 0,2 0 0,1-3 0,-4 3-126,-3 2 0,-3 2 126,2-2 0,-1 1-225,-2 0 1,2 0 254,5-5 0,4-3 0,-4 3-30,-2 1 0,-1 1 154,3-2 1,2-2-1,-4 3-154,7-9 819,0-1-819,-2-1 0,0 0 0,-1-3-107,-1-1 137,-7 5 0,1-7 0,-1 4-30,-3 4 0,0-1 223,2-5 0,2-4 1,-4 4-179,-5 10 0,-1-1 397,2-5 0,0-5 0,0 4-352,0 0 0,-1 1-412,1-1 1,0-3 0,-1 4 321,-1 5 0,0 2 45,-1-1 0,0 1-45,1 0 0,-1 1 40,1-1 1,0 2-41,0-1 0,-1 1 0,9-23 180,-2 0-362,-2 0 362,-1 0 0,-3-2 0,-3 2 90,-4-2 1555,-3 1-1735,-4-2-374,-3 13 0,-3-1 374,2 8 0,-1 1-579,-5-10 1,-3-1 548,-3 4 0,-4-1 0,2 2 743,-1 1 1,-1 0-804,-2-1 0,-1-2 0,1 5-681,2 5 1,1 3 680,-1 0 0,0 1-90,0 0 1,1 1-91,1 0 0,0 1-382,-10-5 0,0 2-113,9 4 1,0 1-557,-9-3 0,1 1 61,10 6 1,1 1 44,0-1 1,-1 1 134,0-1 1,-1 1 99,1 1 0,-1-1 890,-12-4 0,0 1 0,9 4 0,-1 1 0,-8-4 0,0 1 0</inkml:trace>
  <inkml:trace contextRef="#ctx0" brushRef="#br0" timeOffset="188623">10210 16553 9871,'0'-5'90,"0"1"0,-1 4 0,0-1-90,-1 4 90,1-1-90,1 3 90,0-3 0,0 1 360,0 1-360,-1-2 0,0 2 0,-2-4 269,-1 0-269,-1 0 180,-2 0-180,4 0-90,-1 0 90,3 0-90,-1-2 0,1 0 0,-2 0 90,-2 0-90,1 2 90,-1 0-90,4 0 270,1 0 0,-2 0-270,6-1 90,-4 1-90,6-1 180,-5 1-1,0 0-89,2 0 0,0 0 0,2-2-90,0 2 90,-1-2-1511,1 1 1421,0-1 0,0 1 90,0 1-90,0 0 90,0 0-90,0 0 90,1-1 0,1 0 90,17-5-327,-9 1 147,13-2 90,-12 2 0,14-4 0,-9 4-90,9-3 0,-13 5 0,5-1-1402,-5 3 1402,10-1 0,-13 2 0,5 1 90,-1 3-90,-4 1 0,4 2 0,-6-2 0,8 0-2319,-5-1 2319,5 0 182,-5-2-182,9-1 0,-6-1 0,5-1 2075,-2-1-2075,-6-1 0,10-1-284,-11 2 284,4-2 0,-6 2 3252,0-1-3252,-1 1 0,-1-1 0,1 1 0,0-1 0,2 1 424,2-1-424,9 1 0,3 2 89,-3-1-265,2 1 0,-2 1 176,-11 2 0,-1 1 0,17 10 0,-12-7 0,12 6 0,-16-9 0,0-1 0,1 0 0,2 1 0,1-2 45,14-1 0,2 1-45,-7-1 221,7 0 0,-2-1-221,-20 0 90,12 0-3367,-10 0 3252,6 0 25,-9 0 0,4 2 0,-3 0 0,4 2 0,-4-2 0,0 1 0,2-1-1203,0 2 1203,17 2 0,-10-2 2480,19 3-2480,-19-4 0,5 0 0,-8 0 0,-1 0 0,-2-1-1101,-1 1 1101,9 1 0,-8-1 0,7 2 0,-10-2 1479,-1-1-1479,0 1 425,0-1-425,1 1 0,0-2-180,3 0 180,6-1 0,-3 0 0,6 0 0,8 3 0,-10-1 0,10 3-525,-15-2 525,27 3 0,-20-2 0,21 3 0,-27-4 0,2-2 0,0 0 0,1-2 90,1 0-90,0-2-2604,20-2 2604,-16 2-338,2 0 0,0-1 338,-5 1 871,11-1-871,-15 1 0,-1 1 0,18-2-500,-13 2 500,14 0 0,-16 2 2543,0 0-2543,7 2 0,18 3-1815,-14 0 1815,11 2-1941,-23-5 1941,-1 2 391,1-1-391,1-1-149,-1 1 149,1-1 2062,10 1-2062,-6-2 0,15 0-89,-16 0 89,15 1 0,-17-1 203,6 0-203,-9-1 229,-2-1-229,7 1 0,-6 0 0,4 1-487,16-2 487,-17 2 0,24-5 0,-26 4 0,6-1 0,-8 1 0,1 0 45,7 1 0,1 0 2098,1 0-2143,0 0 0,-1 0 0,-6-1-301,7 0 301,-5 0 0,7 1 0,-8-1 0,0 2 0,17-7-2314,-12 2 2314,13-4 0,-8 3 0,1 0-1364,1 1 1364,7 1 0,-2 1-353,-9 2 353,11 2 0,-13-1 0,2 1-99,11 2 99,-8 0 0,9 2 45,-3-3 0,0-1-45,1 2 0,-1-3 0,-1 0 670,-11 0-670,9-1 0,-8-1 117,6 1-117,1-1 0,-8 0 0,6 0 0,0 0 0,-1 0 1114,-4 0 0,1 0-1114,5 0 0,-8-1 0,16 1-2255,-18-1 2255,7 1 0,-10 0 0,0 0 0,5-3 0,-6 3 0,9-2 0,-13 2 0,3 0 2255,-6 0-2255,-1-2 40,1 2-40,6-1 0,-5 1 0,4 0 0,8 2 0,-9 0 0,25 6-2268,-21-3 2268,11 2 0,-13-6-1517,1-1 1517,7-2 1517,-5-1-1517,11 2 0,-14-2 0,5 2 90,-7 0-90,0-2 90,9 0 0,3-1 1287,0-1-1377,0 1 0,0-1 0,-3 0 2282,12-4-2192,-7 1-90,10-2-2729,-11 2 2729,-1 1-913,-2 0 1,0 0 912,7 0 236,-8 1 0,0 0-236,12 0 0,-8 1 338,8 0-428,1-2 90,-8 3 0,-3 1 0,-1-1 0,6 2 0,9-2-578,-13 2 578,1 0 0,12 1 0,-9 1-293,9 0 293,-14-1 0,-1 0 0,11-2 0,-8 1 0,8 0 563,-11 0-563,0 2 619,10-4-619,-7 4 0,7-4-1358,-10 3 1358,0-1 0,0-1 0,0 1 1042,0-1-1042,12-2 0,2-1 0,-2 0-45,6-2 0,-2 1 45,-16 1 0,16-3 0,-18 3 2154,7-1-2109,1 3 0,0 1-45,3-4-220,-1 3 0,-1 1 220,-7-3 0,0 1 0,7-1 0,7-2 0,-5 2 0,8-1 1039,-7 1 0,6-1 1,-11 3-950,-13 1-90,11 4-3011,-12 0 3011,5 2 90,-1 1 447,-5 0-447,9-2 0,-11 0 0,4-1 0,-6 0-90,-1 2 90,5 0-1146,-4 0 1146,8 3 2779,-10-3-2869,2 3 0,-7-4 0,1 4 0,-2-3 0,3 6 0,-3-6 0,2 3 1578,-3-5-1667,2-1-1980,-3 1 630,-6-2-271,-5-2 71,-13-4 1,-4-2 982,-8-3 1,2 1-1,0-1 1,-11-3 0</inkml:trace>
  <inkml:trace contextRef="#ctx0" brushRef="#br0" timeOffset="205741">16789 17495 6813,'-7'5'2609,"-1"-1"-2070,1 0-179,-1-2-180,1 1 90,0-1-90,1 1-1046,1-1 1046,1 1 251,1-2-251,0 0-90,1-1 360,-4 0-360,4 0 0,-4 0 0,5 1 704,-2-1-794,0 2 180,0-2-180,-1 1 90,2 0-90,-1 2 90,2-2 180,0 6-181,1-4 181,0 1-180,0-2-90,-2-3 0,0 2 270,-5 10-270,4-4 90,-3 8 0,4-5 0,1-1-90,0 2 90,1-1 90,-1-1-90,1 8-661,0-8 661,1 4 0,0-7 0,2 2 0,-1-3 0,2 3 0,0-2 359,17 10-449,-10-7 751,13 7-751,-14-11 0,20 9 0,-11-7 0,19 9 0,-22-10-1613,5 1 1613,3 0-2828,-7-1 2828,8 1 0,-2 0-177,-4-1 177,5 1-1832,-7-2 1832,8 1 0,-7-1-669,7 1 759,-7 0 1411,0-3-1501,10 3 0,-7-2-53,7 3 53,-11-2 2264,1 0-2174,-1 0-90,10 2 109,-6-2-19,15 5-180,-13-5-144,15 5 234,-14-5 0,9 1 0,-10-2 159,2-1-159,13-1-2275,-9-1 2275,9 2-39,-11-2 1,-2 0 38,8 2 77,-8-1 1,1 0-78,20 3 0,-17 0 0,-2-1 0,1 0-1517,-2 0 1517,6 2 0,-7-3 0,-1 1 1513,1-3-1513,11 1 0,-8-2 0,8 2 0,-14-2 0,18 0 0,3 0 306,-7 0-306,7 0 0,-2 0 0,-16 0 1209,3 1 0,0 2-1209,5-1-1131,9 1 0,0 0 1131,-12-2 0,-5 0 0,0 1-379,4 0 379,-7 1 1871,8 1-1871,1-1-2163,-7 0 2163,8 1 0,-10-2-132,0 1 132,14-2 319,-9 0-319,-3-1 0,0 0 0,3 0-131,8 0 131,-12-1 2191,1 0-2191,1-2 0,11-2 0,1 0 1285,1-1-1285,0 0 0,-2 1-512,-7 0 467,8-3 0,3-1-2255,4 1 2300,-3-1 0,-2 0-1685,-4 2 1685,-1-1-277,-10 3 0,0-1 277,14-2-82,-7 2 0,2 0 82,5-1 0,-5 1 0,1 1 1373,6-3-1373,-14 3 0,1-2-45,1 1 1,0-1 44,17-4 872,-18 5 0,4-2-842,12-6 0,7-2 0,-7 1-801,-17 6 1,0-2 814,6-3 1,7-4 0,-3 0 0,-12 3-1284,-13-4 1239,5-16 1587,-12 21-1407,-1-8-90,0 7-1,0-8 329,-2-2-328,-1 4 666,0-5-666,0 8-81,0 3 171,0 0 90,0-4-180,0 2 179,0-12-179,0 9 0,0-5 90,0 6-180,0 0 90,0 0 180,0-14 0,0-1-915,0-1 645,0-2 0,0 2 0,0 6 1790,0-1-1790,0 0 180,0-1-180,0 0-2028,0-2 2118,0-14-90,0 11-1327,0-11 1327,0 15 732,0-1-732,0 1-27,0-13 27,0 10 0,0-8 0,0 13 1766,0 0-1766,0 0-45,0-17 0,0-2 2686,0 3-2641,2 0 0,-7-3 90,-13 13 0,-9 1 0,4 4-903,8 8 1,-1 1 812,-10-10 0,-4-4 0,3 7-647,6 10 1,2 4 646,-12-10-383,5 4 1,-1 1 472,-4-4-90,10 9 0,0 1-204,-6-4 204,-2 0 0,2 2 0,0 0-384,0 1 429,3 0 0,-1 1 285,-6-3-330,4 2 0,0 0 0,3 1 0,-5-1 201,2-4-201,6 6 90,-13-11-90,13 10 0,-6-3 0,7 6 2097,0 0-2097,-11-6 0,6 3 318,-10-4-318,-6-1 90,8 4-45,11 4 0,0 1-2247,-10-5 2202,2 2-90,1 2 0,-1 0 90,-7-1-141,8 1 0,0 2 141,0 0 0,1 0 0,1 2 0,1-1 0,1 1 45,-8-2 0,-2 0-396,-1 0 351,1 1 0,2 0-90,7 3 90,-7-1 0,-1 0 0,-5 0 0,4 0 0,-1 0 45,7 3 0,1 0-45,-8-1 0,-4 0 0,0 1 444,6 0-444,7 0 0,1 1 123,-1 0-123,-1-1-985,1 1 985,-1 0 267,1 0-357,-2 1-291,0-1 291,-1 1 180,0 1-72,-11 1-18,9-2 0,-7 2-90,0-2 45,3 3 1,-2 0 44,7 1 0,1 0 0,-8 0 0,2 2 352,8 0 0,3 1-352,-7 2 1895,-11 3-1895,12-4 0,-14 5-1662,8-2 1617,-1 1 0,-1 1 1669,-2 2-1624,2-1 0,1 2 0,1 1 11,13-5 1,1 0-12,-8 7 0,-2-2-90,3 1 90,4-1 0,-5 2 0,4-1 303,5-3 1,0 0-304,-5 4 0,-3 2 0,4-3-1714,-5 6 1714,2-2 0,0 1-560,9-7 1,0-1 604,-9 9 0,-1-1-1167,-2 4 1122,0 1 6,4-2 1,0 1-7,10-9 0,0 0 372,-15 15 1,1-1-373,4-2 0,10-10 0,0 0 1409,-3 6-1409,1 0 0,-5 8 0,8-6-340,-5 5 340,10-9 700,-1 0-610,-5 14-90,4-7 0,-3 11 90,2 1-1499,4-9 1499,-1 2 0,0 0-90,1 1 429,2-8 0,1-1-429,0 1 1580,0 11-1580,2-9 90,0 8-90,4-14 0,0 0 90,2 8-90,2-7 150,2 7 0,1 8 0,0-5-1914,1 5 1764,-1-6 0,1 5 0,-1-9 1325,-2-8-1325,1 5 772,0-8-772,1-1 0,0 1 0,0 1 90,1 0 268,1 0-268,0 0 90,9 22 0,2 3-180,-1-9 45,2 9 0,0-3-45,-5-22 824,2 1-734,0-1-1110,3 0 1,2-1 1019,5 6-309,-3-6 1,-1 0 308,5-1 90,14 7 0,-9-8-90,10 6 959,-19-11 1,-1 0-960,13 8-960,-4-5 1,0 1 959,6 1 86,-13-6 0,0 0-86,2-1 0,-1-1 118,14 6-118,-14-6 0,0-1 90,10 4-90,0-2 0,0 0 0,-1 0 0,0 0 45,7 1 0,2 0-45,0 1 0,1-2 0,9 1 0,-10-1 0,-1-2 0,2 0 0,-2-1 0,-17-3 0,19 3 1111,-15-2-1111,14 2 413,-10-2-323,-7-3-90,7 2 0,-11-1 0,1-1 0,9 7-1854,-7-2 1854,9 5-30,-4-9 0,7-1 0,-5 0 120,12 2-90,-1-3 0,7 0 0,-9-2-863,-8 0 863,-3-1 0,-2 1 183,-5 1-183,9 0 0,-9 2 1356,7-2-1356,-10 0 0,0 0 0,-1 0 0,0 0 0,-4 0 0,0 0-1,3 0 1,-1 1 0,11 1 0,-8 1 160,3 1-160,3-1 0,-7 0 0,9 1 0,1 1 1807,-3-1-1807,-3 0 0,2 1 0,9 0 0,-11-1 0,13 1 0,10-1 0,-20-3 0,19 2 0,-27-3-13,8 0 13,-5-2 0,7 1 0,-8-1 0,0-1 0,0 1 0,7-2 0,1 1-471,0-1 471,0 0 0,-2 1 0,-8 1 0,22-4 0,-17 2 0,16-1 0,-21 2-2065,-1 1 2065,1-1-247,9-1 247,-5 1 0,8-2 0,-8 0 0,3 0 0,1-2 529,3 1-529,7-3 0,4-2 127,-12 3 1,1 0-128,11-3 0,2 1 0,-10 3 0,-3 1 1087,6 0-1087,11 0-462,-16-2 462,-2 1 0,1-3-45,6-4 0,1 0-944,0-1 989,-1 1 0,-2 1 0,-10 3-318,8-4 318,-10 3 0,5-2 826,-13 2-826,-3-1-1056,-2 0 966,-2 1 180,1-13 752,-3 9-842,2-17 0,-4 16 0,-1-6 0,-1 7 0,0 0 0,0 0-90,0-31 2401,0 24-2311,0-22 0,0 20 144,0 9-144,0-15 0,0 17 193,0-7-193,0 7 0,0-11-298,0 5 298,0-7 0,0-3 0,0 5 0,0-6 0,0-1 0,0 9-1560,0-8 1560,0 11-143,0 0 143,0 3 223,0 0-223,0 1 0,0-7 0,0 5 1585,0-4-1585,0 6 0,0 0 0,0-2 0,0-30 1909,0 22-1909,0 0 0,0 1-90,0 5 180,0 2-625,0-10 535,0 8 0,0-6 0,0 6-45,0-23 0,0-4 135,0 10-190,0-9 0,0 1 100,0 19 0,0 4-45,0-3 0,0 0 222,0 0-177,0-22 0,0 28 373,0-4-373,0 8 0,0 0 0,0 0 0,0 3 0,0 0-1992,0 1 1992,0 0 0,0-9 167,0 5-167,0-14 0,0 16 0,0-7 985,0 12-985,0-3 0,0-1-803,0 1 803,0-7 2006,0 9-2096,0-7 90,0 10 0,0 0 0,0 1 0,0 1 1215,2 1-1215,-2 1 0,-4 2 0,-7-1 0,-3 1 0,-2-1 0,4 0-270,-21-4 1,17 1-361,-15-2-359,21 1-2288,-3-13 0,6 2 1638,-6-11 1,-2-3 1091,-6-2 1,1 3 0,-2 1 0,3 12 0,1-1 0</inkml:trace>
  <inkml:trace contextRef="#ctx0" brushRef="#br0" timeOffset="231843">20727 14857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675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67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E0B4014-25B1-403B-AFCC-EB4F90D9DA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2163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5520"/>
          </a:xfrm>
        </p:spPr>
        <p:txBody>
          <a:bodyPr/>
          <a:lstStyle>
            <a:defPPr lvl="0">
              <a:buClr>
                <a:srgbClr val="000000"/>
              </a:buClr>
              <a:buSzPct val="100000"/>
              <a:buFont typeface="Times New Roman" pitchFamily="18"/>
              <a:buNone/>
            </a:defPPr>
            <a:lvl1pPr lvl="0">
              <a:buClr>
                <a:srgbClr val="000000"/>
              </a:buClr>
              <a:buSzPct val="100000"/>
              <a:buFont typeface="Times New Roman" pitchFamily="18"/>
              <a:buChar char="•"/>
            </a:lvl1pPr>
            <a:lvl2pPr lvl="1">
              <a:buClr>
                <a:srgbClr val="000000"/>
              </a:buClr>
              <a:buSzPct val="100000"/>
              <a:buFont typeface="Times New Roman" pitchFamily="18"/>
              <a:buChar char="–"/>
            </a:lvl2pPr>
            <a:lvl3pPr lvl="2">
              <a:buClr>
                <a:srgbClr val="000000"/>
              </a:buClr>
              <a:buSzPct val="100000"/>
              <a:buFont typeface="Times New Roman" pitchFamily="18"/>
              <a:buChar char="•"/>
            </a:lvl3pPr>
            <a:lvl4pPr lvl="3">
              <a:buClr>
                <a:srgbClr val="000000"/>
              </a:buClr>
              <a:buSzPct val="100000"/>
              <a:buFont typeface="Times New Roman" pitchFamily="18"/>
              <a:buChar char="–"/>
            </a:lvl4pPr>
            <a:lvl5pPr lvl="4">
              <a:buClr>
                <a:srgbClr val="000000"/>
              </a:buClr>
              <a:buSzPct val="100000"/>
              <a:buFont typeface="Times New Roman" pitchFamily="18"/>
              <a:buChar char="»"/>
            </a:lvl5pPr>
            <a:lvl6pPr lvl="5">
              <a:buClr>
                <a:srgbClr val="000000"/>
              </a:buClr>
              <a:buSzPct val="100000"/>
              <a:buFont typeface="Times New Roman" pitchFamily="18"/>
              <a:buChar char="»"/>
            </a:lvl6pPr>
            <a:lvl7pPr lvl="6">
              <a:buClr>
                <a:srgbClr val="000000"/>
              </a:buClr>
              <a:buSzPct val="100000"/>
              <a:buFont typeface="Times New Roman" pitchFamily="18"/>
              <a:buChar char="»"/>
            </a:lvl7pPr>
            <a:lvl8pPr lvl="7">
              <a:buClr>
                <a:srgbClr val="000000"/>
              </a:buClr>
              <a:buSzPct val="100000"/>
              <a:buFont typeface="Times New Roman" pitchFamily="18"/>
              <a:buChar char="»"/>
            </a:lvl8pPr>
            <a:lvl9pPr lvl="8">
              <a:buClr>
                <a:srgbClr val="000000"/>
              </a:buClr>
              <a:buSzPct val="100000"/>
              <a:buFont typeface="Times New Roman" pitchFamily="18"/>
              <a:buChar char="»"/>
            </a:lvl9pPr>
          </a:lstStyle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685440" y="4343400"/>
            <a:ext cx="5483159" cy="4023720"/>
          </a:xfrm>
        </p:spPr>
        <p:txBody>
          <a:bodyPr/>
          <a:lstStyle>
            <a:defPPr lvl="0">
              <a:buClr>
                <a:srgbClr val="000000"/>
              </a:buClr>
              <a:buSzPct val="100000"/>
              <a:buFont typeface="Times New Roman" pitchFamily="18"/>
              <a:buNone/>
            </a:defPPr>
            <a:lvl1pPr lvl="0">
              <a:buClr>
                <a:srgbClr val="000000"/>
              </a:buClr>
              <a:buSzPct val="100000"/>
              <a:buFont typeface="Times New Roman" pitchFamily="18"/>
              <a:buChar char="•"/>
            </a:lvl1pPr>
            <a:lvl2pPr lvl="1">
              <a:buClr>
                <a:srgbClr val="000000"/>
              </a:buClr>
              <a:buSzPct val="100000"/>
              <a:buFont typeface="Times New Roman" pitchFamily="18"/>
              <a:buChar char="–"/>
            </a:lvl2pPr>
            <a:lvl3pPr lvl="2">
              <a:buClr>
                <a:srgbClr val="000000"/>
              </a:buClr>
              <a:buSzPct val="100000"/>
              <a:buFont typeface="Times New Roman" pitchFamily="18"/>
              <a:buChar char="•"/>
            </a:lvl3pPr>
            <a:lvl4pPr lvl="3">
              <a:buClr>
                <a:srgbClr val="000000"/>
              </a:buClr>
              <a:buSzPct val="100000"/>
              <a:buFont typeface="Times New Roman" pitchFamily="18"/>
              <a:buChar char="–"/>
            </a:lvl4pPr>
            <a:lvl5pPr lvl="4">
              <a:buClr>
                <a:srgbClr val="000000"/>
              </a:buClr>
              <a:buSzPct val="100000"/>
              <a:buFont typeface="Times New Roman" pitchFamily="18"/>
              <a:buChar char="»"/>
            </a:lvl5pPr>
            <a:lvl6pPr lvl="5">
              <a:buClr>
                <a:srgbClr val="000000"/>
              </a:buClr>
              <a:buSzPct val="100000"/>
              <a:buFont typeface="Times New Roman" pitchFamily="18"/>
              <a:buChar char="»"/>
            </a:lvl6pPr>
            <a:lvl7pPr lvl="6">
              <a:buClr>
                <a:srgbClr val="000000"/>
              </a:buClr>
              <a:buSzPct val="100000"/>
              <a:buFont typeface="Times New Roman" pitchFamily="18"/>
              <a:buChar char="»"/>
            </a:lvl7pPr>
            <a:lvl8pPr lvl="7">
              <a:buClr>
                <a:srgbClr val="000000"/>
              </a:buClr>
              <a:buSzPct val="100000"/>
              <a:buFont typeface="Times New Roman" pitchFamily="18"/>
              <a:buChar char="»"/>
            </a:lvl8pPr>
            <a:lvl9pPr lvl="8">
              <a:buClr>
                <a:srgbClr val="000000"/>
              </a:buClr>
              <a:buSzPct val="100000"/>
              <a:buFont typeface="Times New Roman" pitchFamily="18"/>
              <a:buChar char="»"/>
            </a:lvl9pPr>
          </a:lstStyle>
          <a:p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685440" y="4343400"/>
            <a:ext cx="5483159" cy="4023720"/>
          </a:xfrm>
        </p:spPr>
        <p:txBody>
          <a:bodyPr/>
          <a:lstStyle>
            <a:defPPr lvl="0">
              <a:buClr>
                <a:srgbClr val="000000"/>
              </a:buClr>
              <a:buSzPct val="100000"/>
              <a:buFont typeface="Times New Roman" pitchFamily="18"/>
              <a:buNone/>
            </a:defPPr>
            <a:lvl1pPr lvl="0">
              <a:buClr>
                <a:srgbClr val="000000"/>
              </a:buClr>
              <a:buSzPct val="100000"/>
              <a:buFont typeface="Times New Roman" pitchFamily="18"/>
              <a:buChar char="•"/>
            </a:lvl1pPr>
            <a:lvl2pPr lvl="1">
              <a:buClr>
                <a:srgbClr val="000000"/>
              </a:buClr>
              <a:buSzPct val="100000"/>
              <a:buFont typeface="Times New Roman" pitchFamily="18"/>
              <a:buChar char="–"/>
            </a:lvl2pPr>
            <a:lvl3pPr lvl="2">
              <a:buClr>
                <a:srgbClr val="000000"/>
              </a:buClr>
              <a:buSzPct val="100000"/>
              <a:buFont typeface="Times New Roman" pitchFamily="18"/>
              <a:buChar char="•"/>
            </a:lvl3pPr>
            <a:lvl4pPr lvl="3">
              <a:buClr>
                <a:srgbClr val="000000"/>
              </a:buClr>
              <a:buSzPct val="100000"/>
              <a:buFont typeface="Times New Roman" pitchFamily="18"/>
              <a:buChar char="–"/>
            </a:lvl4pPr>
            <a:lvl5pPr lvl="4">
              <a:buClr>
                <a:srgbClr val="000000"/>
              </a:buClr>
              <a:buSzPct val="100000"/>
              <a:buFont typeface="Times New Roman" pitchFamily="18"/>
              <a:buChar char="»"/>
            </a:lvl5pPr>
            <a:lvl6pPr lvl="5">
              <a:buClr>
                <a:srgbClr val="000000"/>
              </a:buClr>
              <a:buSzPct val="100000"/>
              <a:buFont typeface="Times New Roman" pitchFamily="18"/>
              <a:buChar char="»"/>
            </a:lvl6pPr>
            <a:lvl7pPr lvl="6">
              <a:buClr>
                <a:srgbClr val="000000"/>
              </a:buClr>
              <a:buSzPct val="100000"/>
              <a:buFont typeface="Times New Roman" pitchFamily="18"/>
              <a:buChar char="»"/>
            </a:lvl7pPr>
            <a:lvl8pPr lvl="7">
              <a:buClr>
                <a:srgbClr val="000000"/>
              </a:buClr>
              <a:buSzPct val="100000"/>
              <a:buFont typeface="Times New Roman" pitchFamily="18"/>
              <a:buChar char="»"/>
            </a:lvl8pPr>
            <a:lvl9pPr lvl="8">
              <a:buClr>
                <a:srgbClr val="000000"/>
              </a:buClr>
              <a:buSzPct val="100000"/>
              <a:buFont typeface="Times New Roman" pitchFamily="18"/>
              <a:buChar char="»"/>
            </a:lvl9pPr>
          </a:lstStyle>
          <a:p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685440" y="4343400"/>
            <a:ext cx="5483159" cy="4023720"/>
          </a:xfrm>
        </p:spPr>
        <p:txBody>
          <a:bodyPr/>
          <a:lstStyle>
            <a:defPPr lvl="0">
              <a:buClr>
                <a:srgbClr val="000000"/>
              </a:buClr>
              <a:buSzPct val="100000"/>
              <a:buFont typeface="Times New Roman" pitchFamily="18"/>
              <a:buNone/>
            </a:defPPr>
            <a:lvl1pPr lvl="0">
              <a:buClr>
                <a:srgbClr val="000000"/>
              </a:buClr>
              <a:buSzPct val="100000"/>
              <a:buFont typeface="Times New Roman" pitchFamily="18"/>
              <a:buChar char="•"/>
            </a:lvl1pPr>
            <a:lvl2pPr lvl="1">
              <a:buClr>
                <a:srgbClr val="000000"/>
              </a:buClr>
              <a:buSzPct val="100000"/>
              <a:buFont typeface="Times New Roman" pitchFamily="18"/>
              <a:buChar char="–"/>
            </a:lvl2pPr>
            <a:lvl3pPr lvl="2">
              <a:buClr>
                <a:srgbClr val="000000"/>
              </a:buClr>
              <a:buSzPct val="100000"/>
              <a:buFont typeface="Times New Roman" pitchFamily="18"/>
              <a:buChar char="•"/>
            </a:lvl3pPr>
            <a:lvl4pPr lvl="3">
              <a:buClr>
                <a:srgbClr val="000000"/>
              </a:buClr>
              <a:buSzPct val="100000"/>
              <a:buFont typeface="Times New Roman" pitchFamily="18"/>
              <a:buChar char="–"/>
            </a:lvl4pPr>
            <a:lvl5pPr lvl="4">
              <a:buClr>
                <a:srgbClr val="000000"/>
              </a:buClr>
              <a:buSzPct val="100000"/>
              <a:buFont typeface="Times New Roman" pitchFamily="18"/>
              <a:buChar char="»"/>
            </a:lvl5pPr>
            <a:lvl6pPr lvl="5">
              <a:buClr>
                <a:srgbClr val="000000"/>
              </a:buClr>
              <a:buSzPct val="100000"/>
              <a:buFont typeface="Times New Roman" pitchFamily="18"/>
              <a:buChar char="»"/>
            </a:lvl6pPr>
            <a:lvl7pPr lvl="6">
              <a:buClr>
                <a:srgbClr val="000000"/>
              </a:buClr>
              <a:buSzPct val="100000"/>
              <a:buFont typeface="Times New Roman" pitchFamily="18"/>
              <a:buChar char="»"/>
            </a:lvl7pPr>
            <a:lvl8pPr lvl="7">
              <a:buClr>
                <a:srgbClr val="000000"/>
              </a:buClr>
              <a:buSzPct val="100000"/>
              <a:buFont typeface="Times New Roman" pitchFamily="18"/>
              <a:buChar char="»"/>
            </a:lvl8pPr>
            <a:lvl9pPr lvl="8">
              <a:buClr>
                <a:srgbClr val="000000"/>
              </a:buClr>
              <a:buSzPct val="100000"/>
              <a:buFont typeface="Times New Roman" pitchFamily="18"/>
              <a:buChar char="»"/>
            </a:lvl9pPr>
          </a:lstStyle>
          <a:p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5520"/>
          </a:xfrm>
        </p:spPr>
        <p:txBody>
          <a:bodyPr/>
          <a:lstStyle>
            <a:defPPr lvl="0">
              <a:buClr>
                <a:srgbClr val="000000"/>
              </a:buClr>
              <a:buSzPct val="100000"/>
              <a:buFont typeface="Times New Roman" pitchFamily="18"/>
              <a:buNone/>
            </a:defPPr>
            <a:lvl1pPr lvl="0">
              <a:buClr>
                <a:srgbClr val="000000"/>
              </a:buClr>
              <a:buSzPct val="100000"/>
              <a:buFont typeface="Times New Roman" pitchFamily="18"/>
              <a:buChar char="•"/>
            </a:lvl1pPr>
            <a:lvl2pPr lvl="1">
              <a:buClr>
                <a:srgbClr val="000000"/>
              </a:buClr>
              <a:buSzPct val="100000"/>
              <a:buFont typeface="Times New Roman" pitchFamily="18"/>
              <a:buChar char="–"/>
            </a:lvl2pPr>
            <a:lvl3pPr lvl="2">
              <a:buClr>
                <a:srgbClr val="000000"/>
              </a:buClr>
              <a:buSzPct val="100000"/>
              <a:buFont typeface="Times New Roman" pitchFamily="18"/>
              <a:buChar char="•"/>
            </a:lvl3pPr>
            <a:lvl4pPr lvl="3">
              <a:buClr>
                <a:srgbClr val="000000"/>
              </a:buClr>
              <a:buSzPct val="100000"/>
              <a:buFont typeface="Times New Roman" pitchFamily="18"/>
              <a:buChar char="–"/>
            </a:lvl4pPr>
            <a:lvl5pPr lvl="4">
              <a:buClr>
                <a:srgbClr val="000000"/>
              </a:buClr>
              <a:buSzPct val="100000"/>
              <a:buFont typeface="Times New Roman" pitchFamily="18"/>
              <a:buChar char="»"/>
            </a:lvl5pPr>
            <a:lvl6pPr lvl="5">
              <a:buClr>
                <a:srgbClr val="000000"/>
              </a:buClr>
              <a:buSzPct val="100000"/>
              <a:buFont typeface="Times New Roman" pitchFamily="18"/>
              <a:buChar char="»"/>
            </a:lvl6pPr>
            <a:lvl7pPr lvl="6">
              <a:buClr>
                <a:srgbClr val="000000"/>
              </a:buClr>
              <a:buSzPct val="100000"/>
              <a:buFont typeface="Times New Roman" pitchFamily="18"/>
              <a:buChar char="»"/>
            </a:lvl7pPr>
            <a:lvl8pPr lvl="7">
              <a:buClr>
                <a:srgbClr val="000000"/>
              </a:buClr>
              <a:buSzPct val="100000"/>
              <a:buFont typeface="Times New Roman" pitchFamily="18"/>
              <a:buChar char="»"/>
            </a:lvl8pPr>
            <a:lvl9pPr lvl="8">
              <a:buClr>
                <a:srgbClr val="000000"/>
              </a:buClr>
              <a:buSzPct val="100000"/>
              <a:buFont typeface="Times New Roman" pitchFamily="18"/>
              <a:buChar char="»"/>
            </a:lvl9pPr>
          </a:lstStyle>
          <a:p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440"/>
            <a:ext cx="4572000" cy="342936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5520"/>
          </a:xfrm>
        </p:spPr>
        <p:txBody>
          <a:bodyPr/>
          <a:lstStyle>
            <a:defPPr lvl="0">
              <a:buClr>
                <a:srgbClr val="000000"/>
              </a:buClr>
              <a:buSzPct val="100000"/>
              <a:buFont typeface="Times New Roman" pitchFamily="18"/>
              <a:buNone/>
            </a:defPPr>
            <a:lvl1pPr lvl="0">
              <a:buClr>
                <a:srgbClr val="000000"/>
              </a:buClr>
              <a:buSzPct val="100000"/>
              <a:buFont typeface="Times New Roman" pitchFamily="18"/>
              <a:buChar char="•"/>
            </a:lvl1pPr>
            <a:lvl2pPr lvl="1">
              <a:buClr>
                <a:srgbClr val="000000"/>
              </a:buClr>
              <a:buSzPct val="100000"/>
              <a:buFont typeface="Times New Roman" pitchFamily="18"/>
              <a:buChar char="–"/>
            </a:lvl2pPr>
            <a:lvl3pPr lvl="2">
              <a:buClr>
                <a:srgbClr val="000000"/>
              </a:buClr>
              <a:buSzPct val="100000"/>
              <a:buFont typeface="Times New Roman" pitchFamily="18"/>
              <a:buChar char="•"/>
            </a:lvl3pPr>
            <a:lvl4pPr lvl="3">
              <a:buClr>
                <a:srgbClr val="000000"/>
              </a:buClr>
              <a:buSzPct val="100000"/>
              <a:buFont typeface="Times New Roman" pitchFamily="18"/>
              <a:buChar char="–"/>
            </a:lvl4pPr>
            <a:lvl5pPr lvl="4">
              <a:buClr>
                <a:srgbClr val="000000"/>
              </a:buClr>
              <a:buSzPct val="100000"/>
              <a:buFont typeface="Times New Roman" pitchFamily="18"/>
              <a:buChar char="»"/>
            </a:lvl5pPr>
            <a:lvl6pPr lvl="5">
              <a:buClr>
                <a:srgbClr val="000000"/>
              </a:buClr>
              <a:buSzPct val="100000"/>
              <a:buFont typeface="Times New Roman" pitchFamily="18"/>
              <a:buChar char="»"/>
            </a:lvl6pPr>
            <a:lvl7pPr lvl="6">
              <a:buClr>
                <a:srgbClr val="000000"/>
              </a:buClr>
              <a:buSzPct val="100000"/>
              <a:buFont typeface="Times New Roman" pitchFamily="18"/>
              <a:buChar char="»"/>
            </a:lvl7pPr>
            <a:lvl8pPr lvl="7">
              <a:buClr>
                <a:srgbClr val="000000"/>
              </a:buClr>
              <a:buSzPct val="100000"/>
              <a:buFont typeface="Times New Roman" pitchFamily="18"/>
              <a:buChar char="»"/>
            </a:lvl8pPr>
            <a:lvl9pPr lvl="8">
              <a:buClr>
                <a:srgbClr val="000000"/>
              </a:buClr>
              <a:buSzPct val="100000"/>
              <a:buFont typeface="Times New Roman" pitchFamily="18"/>
              <a:buChar char="»"/>
            </a:lvl9pPr>
          </a:lstStyle>
          <a:p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5520"/>
          </a:xfrm>
        </p:spPr>
        <p:txBody>
          <a:bodyPr/>
          <a:lstStyle>
            <a:defPPr lvl="0">
              <a:buClr>
                <a:srgbClr val="000000"/>
              </a:buClr>
              <a:buSzPct val="100000"/>
              <a:buFont typeface="Times New Roman" pitchFamily="18"/>
              <a:buNone/>
            </a:defPPr>
            <a:lvl1pPr lvl="0">
              <a:buClr>
                <a:srgbClr val="000000"/>
              </a:buClr>
              <a:buSzPct val="100000"/>
              <a:buFont typeface="Times New Roman" pitchFamily="18"/>
              <a:buChar char="•"/>
            </a:lvl1pPr>
            <a:lvl2pPr lvl="1">
              <a:buClr>
                <a:srgbClr val="000000"/>
              </a:buClr>
              <a:buSzPct val="100000"/>
              <a:buFont typeface="Times New Roman" pitchFamily="18"/>
              <a:buChar char="–"/>
            </a:lvl2pPr>
            <a:lvl3pPr lvl="2">
              <a:buClr>
                <a:srgbClr val="000000"/>
              </a:buClr>
              <a:buSzPct val="100000"/>
              <a:buFont typeface="Times New Roman" pitchFamily="18"/>
              <a:buChar char="•"/>
            </a:lvl3pPr>
            <a:lvl4pPr lvl="3">
              <a:buClr>
                <a:srgbClr val="000000"/>
              </a:buClr>
              <a:buSzPct val="100000"/>
              <a:buFont typeface="Times New Roman" pitchFamily="18"/>
              <a:buChar char="–"/>
            </a:lvl4pPr>
            <a:lvl5pPr lvl="4">
              <a:buClr>
                <a:srgbClr val="000000"/>
              </a:buClr>
              <a:buSzPct val="100000"/>
              <a:buFont typeface="Times New Roman" pitchFamily="18"/>
              <a:buChar char="»"/>
            </a:lvl5pPr>
            <a:lvl6pPr lvl="5">
              <a:buClr>
                <a:srgbClr val="000000"/>
              </a:buClr>
              <a:buSzPct val="100000"/>
              <a:buFont typeface="Times New Roman" pitchFamily="18"/>
              <a:buChar char="»"/>
            </a:lvl6pPr>
            <a:lvl7pPr lvl="6">
              <a:buClr>
                <a:srgbClr val="000000"/>
              </a:buClr>
              <a:buSzPct val="100000"/>
              <a:buFont typeface="Times New Roman" pitchFamily="18"/>
              <a:buChar char="»"/>
            </a:lvl7pPr>
            <a:lvl8pPr lvl="7">
              <a:buClr>
                <a:srgbClr val="000000"/>
              </a:buClr>
              <a:buSzPct val="100000"/>
              <a:buFont typeface="Times New Roman" pitchFamily="18"/>
              <a:buChar char="»"/>
            </a:lvl8pPr>
            <a:lvl9pPr lvl="8">
              <a:buClr>
                <a:srgbClr val="000000"/>
              </a:buClr>
              <a:buSzPct val="100000"/>
              <a:buFont typeface="Times New Roman" pitchFamily="18"/>
              <a:buChar char="»"/>
            </a:lvl9pPr>
          </a:lstStyle>
          <a:p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5520"/>
          </a:xfrm>
        </p:spPr>
        <p:txBody>
          <a:bodyPr/>
          <a:lstStyle>
            <a:defPPr lvl="0">
              <a:buClr>
                <a:srgbClr val="000000"/>
              </a:buClr>
              <a:buSzPct val="100000"/>
              <a:buFont typeface="Times New Roman" pitchFamily="18"/>
              <a:buNone/>
            </a:defPPr>
            <a:lvl1pPr lvl="0">
              <a:buClr>
                <a:srgbClr val="000000"/>
              </a:buClr>
              <a:buSzPct val="100000"/>
              <a:buFont typeface="Times New Roman" pitchFamily="18"/>
              <a:buChar char="•"/>
            </a:lvl1pPr>
            <a:lvl2pPr lvl="1">
              <a:buClr>
                <a:srgbClr val="000000"/>
              </a:buClr>
              <a:buSzPct val="100000"/>
              <a:buFont typeface="Times New Roman" pitchFamily="18"/>
              <a:buChar char="–"/>
            </a:lvl2pPr>
            <a:lvl3pPr lvl="2">
              <a:buClr>
                <a:srgbClr val="000000"/>
              </a:buClr>
              <a:buSzPct val="100000"/>
              <a:buFont typeface="Times New Roman" pitchFamily="18"/>
              <a:buChar char="•"/>
            </a:lvl3pPr>
            <a:lvl4pPr lvl="3">
              <a:buClr>
                <a:srgbClr val="000000"/>
              </a:buClr>
              <a:buSzPct val="100000"/>
              <a:buFont typeface="Times New Roman" pitchFamily="18"/>
              <a:buChar char="–"/>
            </a:lvl4pPr>
            <a:lvl5pPr lvl="4">
              <a:buClr>
                <a:srgbClr val="000000"/>
              </a:buClr>
              <a:buSzPct val="100000"/>
              <a:buFont typeface="Times New Roman" pitchFamily="18"/>
              <a:buChar char="»"/>
            </a:lvl5pPr>
            <a:lvl6pPr lvl="5">
              <a:buClr>
                <a:srgbClr val="000000"/>
              </a:buClr>
              <a:buSzPct val="100000"/>
              <a:buFont typeface="Times New Roman" pitchFamily="18"/>
              <a:buChar char="»"/>
            </a:lvl6pPr>
            <a:lvl7pPr lvl="6">
              <a:buClr>
                <a:srgbClr val="000000"/>
              </a:buClr>
              <a:buSzPct val="100000"/>
              <a:buFont typeface="Times New Roman" pitchFamily="18"/>
              <a:buChar char="»"/>
            </a:lvl7pPr>
            <a:lvl8pPr lvl="7">
              <a:buClr>
                <a:srgbClr val="000000"/>
              </a:buClr>
              <a:buSzPct val="100000"/>
              <a:buFont typeface="Times New Roman" pitchFamily="18"/>
              <a:buChar char="»"/>
            </a:lvl8pPr>
            <a:lvl9pPr lvl="8">
              <a:buClr>
                <a:srgbClr val="000000"/>
              </a:buClr>
              <a:buSzPct val="100000"/>
              <a:buFont typeface="Times New Roman" pitchFamily="18"/>
              <a:buChar char="»"/>
            </a:lvl9pPr>
          </a:lstStyle>
          <a:p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5520"/>
          </a:xfrm>
        </p:spPr>
        <p:txBody>
          <a:bodyPr/>
          <a:lstStyle>
            <a:defPPr lvl="0">
              <a:buClr>
                <a:srgbClr val="000000"/>
              </a:buClr>
              <a:buSzPct val="100000"/>
              <a:buFont typeface="Times New Roman" pitchFamily="18"/>
              <a:buNone/>
            </a:defPPr>
            <a:lvl1pPr lvl="0">
              <a:buClr>
                <a:srgbClr val="000000"/>
              </a:buClr>
              <a:buSzPct val="100000"/>
              <a:buFont typeface="Times New Roman" pitchFamily="18"/>
              <a:buChar char="•"/>
            </a:lvl1pPr>
            <a:lvl2pPr lvl="1">
              <a:buClr>
                <a:srgbClr val="000000"/>
              </a:buClr>
              <a:buSzPct val="100000"/>
              <a:buFont typeface="Times New Roman" pitchFamily="18"/>
              <a:buChar char="–"/>
            </a:lvl2pPr>
            <a:lvl3pPr lvl="2">
              <a:buClr>
                <a:srgbClr val="000000"/>
              </a:buClr>
              <a:buSzPct val="100000"/>
              <a:buFont typeface="Times New Roman" pitchFamily="18"/>
              <a:buChar char="•"/>
            </a:lvl3pPr>
            <a:lvl4pPr lvl="3">
              <a:buClr>
                <a:srgbClr val="000000"/>
              </a:buClr>
              <a:buSzPct val="100000"/>
              <a:buFont typeface="Times New Roman" pitchFamily="18"/>
              <a:buChar char="–"/>
            </a:lvl4pPr>
            <a:lvl5pPr lvl="4">
              <a:buClr>
                <a:srgbClr val="000000"/>
              </a:buClr>
              <a:buSzPct val="100000"/>
              <a:buFont typeface="Times New Roman" pitchFamily="18"/>
              <a:buChar char="»"/>
            </a:lvl5pPr>
            <a:lvl6pPr lvl="5">
              <a:buClr>
                <a:srgbClr val="000000"/>
              </a:buClr>
              <a:buSzPct val="100000"/>
              <a:buFont typeface="Times New Roman" pitchFamily="18"/>
              <a:buChar char="»"/>
            </a:lvl6pPr>
            <a:lvl7pPr lvl="6">
              <a:buClr>
                <a:srgbClr val="000000"/>
              </a:buClr>
              <a:buSzPct val="100000"/>
              <a:buFont typeface="Times New Roman" pitchFamily="18"/>
              <a:buChar char="»"/>
            </a:lvl7pPr>
            <a:lvl8pPr lvl="7">
              <a:buClr>
                <a:srgbClr val="000000"/>
              </a:buClr>
              <a:buSzPct val="100000"/>
              <a:buFont typeface="Times New Roman" pitchFamily="18"/>
              <a:buChar char="»"/>
            </a:lvl8pPr>
            <a:lvl9pPr lvl="8">
              <a:buClr>
                <a:srgbClr val="000000"/>
              </a:buClr>
              <a:buSzPct val="100000"/>
              <a:buFont typeface="Times New Roman" pitchFamily="18"/>
              <a:buChar char="»"/>
            </a:lvl9pPr>
          </a:lstStyle>
          <a:p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5520"/>
          </a:xfrm>
        </p:spPr>
        <p:txBody>
          <a:bodyPr/>
          <a:lstStyle>
            <a:defPPr lvl="0">
              <a:buClr>
                <a:srgbClr val="000000"/>
              </a:buClr>
              <a:buSzPct val="100000"/>
              <a:buFont typeface="Times New Roman" pitchFamily="18"/>
              <a:buNone/>
            </a:defPPr>
            <a:lvl1pPr lvl="0">
              <a:buClr>
                <a:srgbClr val="000000"/>
              </a:buClr>
              <a:buSzPct val="100000"/>
              <a:buFont typeface="Times New Roman" pitchFamily="18"/>
              <a:buChar char="•"/>
            </a:lvl1pPr>
            <a:lvl2pPr lvl="1">
              <a:buClr>
                <a:srgbClr val="000000"/>
              </a:buClr>
              <a:buSzPct val="100000"/>
              <a:buFont typeface="Times New Roman" pitchFamily="18"/>
              <a:buChar char="–"/>
            </a:lvl2pPr>
            <a:lvl3pPr lvl="2">
              <a:buClr>
                <a:srgbClr val="000000"/>
              </a:buClr>
              <a:buSzPct val="100000"/>
              <a:buFont typeface="Times New Roman" pitchFamily="18"/>
              <a:buChar char="•"/>
            </a:lvl3pPr>
            <a:lvl4pPr lvl="3">
              <a:buClr>
                <a:srgbClr val="000000"/>
              </a:buClr>
              <a:buSzPct val="100000"/>
              <a:buFont typeface="Times New Roman" pitchFamily="18"/>
              <a:buChar char="–"/>
            </a:lvl4pPr>
            <a:lvl5pPr lvl="4">
              <a:buClr>
                <a:srgbClr val="000000"/>
              </a:buClr>
              <a:buSzPct val="100000"/>
              <a:buFont typeface="Times New Roman" pitchFamily="18"/>
              <a:buChar char="»"/>
            </a:lvl5pPr>
            <a:lvl6pPr lvl="5">
              <a:buClr>
                <a:srgbClr val="000000"/>
              </a:buClr>
              <a:buSzPct val="100000"/>
              <a:buFont typeface="Times New Roman" pitchFamily="18"/>
              <a:buChar char="»"/>
            </a:lvl6pPr>
            <a:lvl7pPr lvl="6">
              <a:buClr>
                <a:srgbClr val="000000"/>
              </a:buClr>
              <a:buSzPct val="100000"/>
              <a:buFont typeface="Times New Roman" pitchFamily="18"/>
              <a:buChar char="»"/>
            </a:lvl7pPr>
            <a:lvl8pPr lvl="7">
              <a:buClr>
                <a:srgbClr val="000000"/>
              </a:buClr>
              <a:buSzPct val="100000"/>
              <a:buFont typeface="Times New Roman" pitchFamily="18"/>
              <a:buChar char="»"/>
            </a:lvl8pPr>
            <a:lvl9pPr lvl="8">
              <a:buClr>
                <a:srgbClr val="000000"/>
              </a:buClr>
              <a:buSzPct val="100000"/>
              <a:buFont typeface="Times New Roman" pitchFamily="18"/>
              <a:buChar char="»"/>
            </a:lvl9pPr>
          </a:lstStyle>
          <a:p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5520"/>
          </a:xfrm>
        </p:spPr>
        <p:txBody>
          <a:bodyPr/>
          <a:lstStyle>
            <a:defPPr lvl="0">
              <a:buClr>
                <a:srgbClr val="000000"/>
              </a:buClr>
              <a:buSzPct val="100000"/>
              <a:buFont typeface="Times New Roman" pitchFamily="18"/>
              <a:buNone/>
            </a:defPPr>
            <a:lvl1pPr lvl="0">
              <a:buClr>
                <a:srgbClr val="000000"/>
              </a:buClr>
              <a:buSzPct val="100000"/>
              <a:buFont typeface="Times New Roman" pitchFamily="18"/>
              <a:buChar char="•"/>
            </a:lvl1pPr>
            <a:lvl2pPr lvl="1">
              <a:buClr>
                <a:srgbClr val="000000"/>
              </a:buClr>
              <a:buSzPct val="100000"/>
              <a:buFont typeface="Times New Roman" pitchFamily="18"/>
              <a:buChar char="–"/>
            </a:lvl2pPr>
            <a:lvl3pPr lvl="2">
              <a:buClr>
                <a:srgbClr val="000000"/>
              </a:buClr>
              <a:buSzPct val="100000"/>
              <a:buFont typeface="Times New Roman" pitchFamily="18"/>
              <a:buChar char="•"/>
            </a:lvl3pPr>
            <a:lvl4pPr lvl="3">
              <a:buClr>
                <a:srgbClr val="000000"/>
              </a:buClr>
              <a:buSzPct val="100000"/>
              <a:buFont typeface="Times New Roman" pitchFamily="18"/>
              <a:buChar char="–"/>
            </a:lvl4pPr>
            <a:lvl5pPr lvl="4">
              <a:buClr>
                <a:srgbClr val="000000"/>
              </a:buClr>
              <a:buSzPct val="100000"/>
              <a:buFont typeface="Times New Roman" pitchFamily="18"/>
              <a:buChar char="»"/>
            </a:lvl5pPr>
            <a:lvl6pPr lvl="5">
              <a:buClr>
                <a:srgbClr val="000000"/>
              </a:buClr>
              <a:buSzPct val="100000"/>
              <a:buFont typeface="Times New Roman" pitchFamily="18"/>
              <a:buChar char="»"/>
            </a:lvl6pPr>
            <a:lvl7pPr lvl="6">
              <a:buClr>
                <a:srgbClr val="000000"/>
              </a:buClr>
              <a:buSzPct val="100000"/>
              <a:buFont typeface="Times New Roman" pitchFamily="18"/>
              <a:buChar char="»"/>
            </a:lvl7pPr>
            <a:lvl8pPr lvl="7">
              <a:buClr>
                <a:srgbClr val="000000"/>
              </a:buClr>
              <a:buSzPct val="100000"/>
              <a:buFont typeface="Times New Roman" pitchFamily="18"/>
              <a:buChar char="»"/>
            </a:lvl8pPr>
            <a:lvl9pPr lvl="8">
              <a:buClr>
                <a:srgbClr val="000000"/>
              </a:buClr>
              <a:buSzPct val="100000"/>
              <a:buFont typeface="Times New Roman" pitchFamily="18"/>
              <a:buChar char="»"/>
            </a:lvl9pPr>
          </a:lstStyle>
          <a:p>
            <a:endParaRPr 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5520"/>
          </a:xfrm>
        </p:spPr>
        <p:txBody>
          <a:bodyPr/>
          <a:lstStyle>
            <a:defPPr lvl="0">
              <a:buClr>
                <a:srgbClr val="000000"/>
              </a:buClr>
              <a:buSzPct val="100000"/>
              <a:buFont typeface="Times New Roman" pitchFamily="18"/>
              <a:buNone/>
            </a:defPPr>
            <a:lvl1pPr lvl="0">
              <a:buClr>
                <a:srgbClr val="000000"/>
              </a:buClr>
              <a:buSzPct val="100000"/>
              <a:buFont typeface="Times New Roman" pitchFamily="18"/>
              <a:buChar char="•"/>
            </a:lvl1pPr>
            <a:lvl2pPr lvl="1">
              <a:buClr>
                <a:srgbClr val="000000"/>
              </a:buClr>
              <a:buSzPct val="100000"/>
              <a:buFont typeface="Times New Roman" pitchFamily="18"/>
              <a:buChar char="–"/>
            </a:lvl2pPr>
            <a:lvl3pPr lvl="2">
              <a:buClr>
                <a:srgbClr val="000000"/>
              </a:buClr>
              <a:buSzPct val="100000"/>
              <a:buFont typeface="Times New Roman" pitchFamily="18"/>
              <a:buChar char="•"/>
            </a:lvl3pPr>
            <a:lvl4pPr lvl="3">
              <a:buClr>
                <a:srgbClr val="000000"/>
              </a:buClr>
              <a:buSzPct val="100000"/>
              <a:buFont typeface="Times New Roman" pitchFamily="18"/>
              <a:buChar char="–"/>
            </a:lvl4pPr>
            <a:lvl5pPr lvl="4">
              <a:buClr>
                <a:srgbClr val="000000"/>
              </a:buClr>
              <a:buSzPct val="100000"/>
              <a:buFont typeface="Times New Roman" pitchFamily="18"/>
              <a:buChar char="»"/>
            </a:lvl5pPr>
            <a:lvl6pPr lvl="5">
              <a:buClr>
                <a:srgbClr val="000000"/>
              </a:buClr>
              <a:buSzPct val="100000"/>
              <a:buFont typeface="Times New Roman" pitchFamily="18"/>
              <a:buChar char="»"/>
            </a:lvl6pPr>
            <a:lvl7pPr lvl="6">
              <a:buClr>
                <a:srgbClr val="000000"/>
              </a:buClr>
              <a:buSzPct val="100000"/>
              <a:buFont typeface="Times New Roman" pitchFamily="18"/>
              <a:buChar char="»"/>
            </a:lvl7pPr>
            <a:lvl8pPr lvl="7">
              <a:buClr>
                <a:srgbClr val="000000"/>
              </a:buClr>
              <a:buSzPct val="100000"/>
              <a:buFont typeface="Times New Roman" pitchFamily="18"/>
              <a:buChar char="»"/>
            </a:lvl8pPr>
            <a:lvl9pPr lvl="8">
              <a:buClr>
                <a:srgbClr val="000000"/>
              </a:buClr>
              <a:buSzPct val="100000"/>
              <a:buFont typeface="Times New Roman" pitchFamily="18"/>
              <a:buChar char="»"/>
            </a:lvl9pPr>
          </a:lstStyle>
          <a:p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8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057400" y="1828800"/>
            <a:ext cx="7086600" cy="2209800"/>
          </a:xfrm>
        </p:spPr>
        <p:txBody>
          <a:bodyPr/>
          <a:lstStyle>
            <a:lvl1pPr>
              <a:defRPr sz="38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838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charset="2"/>
              <a:buNone/>
              <a:defRPr sz="18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525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/>
              </a:buCl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8207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3846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196752"/>
            <a:ext cx="4038600" cy="56612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196752"/>
            <a:ext cx="4038600" cy="56612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3388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0807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59416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620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7601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23162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55514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457200"/>
            <a:ext cx="2076450" cy="6400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457200"/>
            <a:ext cx="6076950" cy="6400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82267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5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457200"/>
            <a:ext cx="8496944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735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528" y="1124744"/>
            <a:ext cx="8496944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38099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l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6.wmf"/><Relationship Id="rId18" Type="http://schemas.openxmlformats.org/officeDocument/2006/relationships/image" Target="../media/image10.wmf"/><Relationship Id="rId3" Type="http://schemas.openxmlformats.org/officeDocument/2006/relationships/oleObject" Target="../embeddings/oleObject1.bin"/><Relationship Id="rId21" Type="http://schemas.openxmlformats.org/officeDocument/2006/relationships/image" Target="../media/image13.png"/><Relationship Id="rId7" Type="http://schemas.openxmlformats.org/officeDocument/2006/relationships/image" Target="../media/image4.wmf"/><Relationship Id="rId12" Type="http://schemas.openxmlformats.org/officeDocument/2006/relationships/oleObject" Target="../embeddings/oleObject4.bin"/><Relationship Id="rId17" Type="http://schemas.openxmlformats.org/officeDocument/2006/relationships/slide" Target="slide6.xml"/><Relationship Id="rId2" Type="http://schemas.openxmlformats.org/officeDocument/2006/relationships/slideLayout" Target="../slideLayouts/slideLayout6.xml"/><Relationship Id="rId16" Type="http://schemas.openxmlformats.org/officeDocument/2006/relationships/slide" Target="slide31.xml"/><Relationship Id="rId20" Type="http://schemas.openxmlformats.org/officeDocument/2006/relationships/customXml" Target="../ink/ink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wmf"/><Relationship Id="rId5" Type="http://schemas.openxmlformats.org/officeDocument/2006/relationships/hyperlink" Target="2013A-dsp04.pptx" TargetMode="External"/><Relationship Id="rId15" Type="http://schemas.openxmlformats.org/officeDocument/2006/relationships/image" Target="../media/image7.wmf"/><Relationship Id="rId23" Type="http://schemas.openxmlformats.org/officeDocument/2006/relationships/image" Target="../media/image12.png"/><Relationship Id="rId10" Type="http://schemas.openxmlformats.org/officeDocument/2006/relationships/oleObject" Target="../embeddings/oleObject3.bin"/><Relationship Id="rId19" Type="http://schemas.openxmlformats.org/officeDocument/2006/relationships/image" Target="../media/image11.wmf"/><Relationship Id="rId4" Type="http://schemas.openxmlformats.org/officeDocument/2006/relationships/image" Target="../media/image3.wmf"/><Relationship Id="rId9" Type="http://schemas.openxmlformats.org/officeDocument/2006/relationships/image" Target="../media/image9.wmf"/><Relationship Id="rId14" Type="http://schemas.openxmlformats.org/officeDocument/2006/relationships/oleObject" Target="../embeddings/oleObject5.bin"/><Relationship Id="rId22" Type="http://schemas.openxmlformats.org/officeDocument/2006/relationships/customXml" Target="../ink/ink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20.jpeg"/><Relationship Id="rId7" Type="http://schemas.openxmlformats.org/officeDocument/2006/relationships/image" Target="../media/image1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1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31.png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29.wmf"/><Relationship Id="rId17" Type="http://schemas.openxmlformats.org/officeDocument/2006/relationships/customXml" Target="../ink/ink13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6.png"/><Relationship Id="rId1" Type="http://schemas.openxmlformats.org/officeDocument/2006/relationships/vmlDrawing" Target="../drawings/vmlDrawing4.v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5" Type="http://schemas.openxmlformats.org/officeDocument/2006/relationships/customXml" Target="../ink/ink12.xml"/><Relationship Id="rId10" Type="http://schemas.openxmlformats.org/officeDocument/2006/relationships/image" Target="../media/image2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30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customXml" Target="../ink/ink15.xml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.xml"/><Relationship Id="rId3" Type="http://schemas.openxmlformats.org/officeDocument/2006/relationships/oleObject" Target="../embeddings/oleObject15.bin"/><Relationship Id="rId7" Type="http://schemas.openxmlformats.org/officeDocument/2006/relationships/image" Target="../media/image3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5.png"/><Relationship Id="rId11" Type="http://schemas.openxmlformats.org/officeDocument/2006/relationships/image" Target="../media/image39.png"/><Relationship Id="rId5" Type="http://schemas.openxmlformats.org/officeDocument/2006/relationships/oleObject" Target="../embeddings/oleObject16.bin"/><Relationship Id="rId10" Type="http://schemas.openxmlformats.org/officeDocument/2006/relationships/customXml" Target="../ink/ink17.xml"/><Relationship Id="rId4" Type="http://schemas.openxmlformats.org/officeDocument/2006/relationships/image" Target="../media/image34.png"/><Relationship Id="rId9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46.png"/><Relationship Id="rId4" Type="http://schemas.openxmlformats.org/officeDocument/2006/relationships/image" Target="../media/image40.wmf"/><Relationship Id="rId9" Type="http://schemas.openxmlformats.org/officeDocument/2006/relationships/customXml" Target="../ink/ink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customXml" Target="../ink/ink19.xml"/><Relationship Id="rId5" Type="http://schemas.openxmlformats.org/officeDocument/2006/relationships/image" Target="../media/image43.wmf"/><Relationship Id="rId4" Type="http://schemas.openxmlformats.org/officeDocument/2006/relationships/oleObject" Target="../embeddings/oleObject20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customXml" Target="../ink/ink2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customXml" Target="../ink/ink2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notesSlide" Target="../notesSlides/notesSlide2.xml"/><Relationship Id="rId7" Type="http://schemas.openxmlformats.org/officeDocument/2006/relationships/customXml" Target="../ink/ink2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4.png"/><Relationship Id="rId5" Type="http://schemas.openxmlformats.org/officeDocument/2006/relationships/image" Target="../media/image53.wmf"/><Relationship Id="rId4" Type="http://schemas.openxmlformats.org/officeDocument/2006/relationships/oleObject" Target="../embeddings/oleObject21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.xml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5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56.w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5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60.wmf"/><Relationship Id="rId12" Type="http://schemas.openxmlformats.org/officeDocument/2006/relationships/image" Target="../media/image6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5.bin"/><Relationship Id="rId11" Type="http://schemas.openxmlformats.org/officeDocument/2006/relationships/customXml" Target="../ink/ink25.xml"/><Relationship Id="rId5" Type="http://schemas.openxmlformats.org/officeDocument/2006/relationships/image" Target="../media/image59.wmf"/><Relationship Id="rId10" Type="http://schemas.openxmlformats.org/officeDocument/2006/relationships/image" Target="../media/image62.png"/><Relationship Id="rId4" Type="http://schemas.openxmlformats.org/officeDocument/2006/relationships/oleObject" Target="../embeddings/oleObject24.bin"/><Relationship Id="rId9" Type="http://schemas.openxmlformats.org/officeDocument/2006/relationships/image" Target="../media/image61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6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4.wmf"/><Relationship Id="rId11" Type="http://schemas.openxmlformats.org/officeDocument/2006/relationships/customXml" Target="../ink/ink26.xml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66.wmf"/><Relationship Id="rId4" Type="http://schemas.openxmlformats.org/officeDocument/2006/relationships/image" Target="../media/image67.png"/><Relationship Id="rId9" Type="http://schemas.openxmlformats.org/officeDocument/2006/relationships/oleObject" Target="../embeddings/oleObject29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image" Target="../media/image74.jpeg"/><Relationship Id="rId7" Type="http://schemas.openxmlformats.org/officeDocument/2006/relationships/image" Target="../media/image7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71.wmf"/><Relationship Id="rId4" Type="http://schemas.openxmlformats.org/officeDocument/2006/relationships/oleObject" Target="../embeddings/oleObject30.bin"/><Relationship Id="rId9" Type="http://schemas.openxmlformats.org/officeDocument/2006/relationships/image" Target="../media/image73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.xml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3" Type="http://schemas.openxmlformats.org/officeDocument/2006/relationships/image" Target="../media/image79.jpeg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7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80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jpeg"/><Relationship Id="rId3" Type="http://schemas.openxmlformats.org/officeDocument/2006/relationships/oleObject" Target="../embeddings/oleObject35.bin"/><Relationship Id="rId7" Type="http://schemas.openxmlformats.org/officeDocument/2006/relationships/image" Target="../media/image83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82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81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7" Type="http://schemas.openxmlformats.org/officeDocument/2006/relationships/image" Target="../media/image8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customXml" Target="../ink/ink29.xml"/><Relationship Id="rId5" Type="http://schemas.openxmlformats.org/officeDocument/2006/relationships/image" Target="../media/image82.wmf"/><Relationship Id="rId4" Type="http://schemas.openxmlformats.org/officeDocument/2006/relationships/oleObject" Target="../embeddings/oleObject37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8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90.png"/><Relationship Id="rId5" Type="http://schemas.openxmlformats.org/officeDocument/2006/relationships/image" Target="../media/image87.wmf"/><Relationship Id="rId10" Type="http://schemas.openxmlformats.org/officeDocument/2006/relationships/customXml" Target="../ink/ink30.xml"/><Relationship Id="rId4" Type="http://schemas.openxmlformats.org/officeDocument/2006/relationships/oleObject" Target="../embeddings/oleObject38.bin"/><Relationship Id="rId9" Type="http://schemas.openxmlformats.org/officeDocument/2006/relationships/image" Target="../media/image89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9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42.bin"/><Relationship Id="rId5" Type="http://schemas.openxmlformats.org/officeDocument/2006/relationships/image" Target="../media/image91.wmf"/><Relationship Id="rId4" Type="http://schemas.openxmlformats.org/officeDocument/2006/relationships/oleObject" Target="../embeddings/oleObject41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9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44.bin"/><Relationship Id="rId5" Type="http://schemas.openxmlformats.org/officeDocument/2006/relationships/image" Target="../media/image94.wmf"/><Relationship Id="rId4" Type="http://schemas.openxmlformats.org/officeDocument/2006/relationships/oleObject" Target="../embeddings/oleObject43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97.wmf"/><Relationship Id="rId4" Type="http://schemas.openxmlformats.org/officeDocument/2006/relationships/oleObject" Target="../embeddings/oleObject45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9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47.bin"/><Relationship Id="rId11" Type="http://schemas.openxmlformats.org/officeDocument/2006/relationships/image" Target="../media/image101.wmf"/><Relationship Id="rId5" Type="http://schemas.openxmlformats.org/officeDocument/2006/relationships/image" Target="../media/image98.wmf"/><Relationship Id="rId10" Type="http://schemas.openxmlformats.org/officeDocument/2006/relationships/oleObject" Target="../embeddings/oleObject49.bin"/><Relationship Id="rId4" Type="http://schemas.openxmlformats.org/officeDocument/2006/relationships/oleObject" Target="../embeddings/oleObject46.bin"/><Relationship Id="rId9" Type="http://schemas.openxmlformats.org/officeDocument/2006/relationships/image" Target="../media/image100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7" Type="http://schemas.openxmlformats.org/officeDocument/2006/relationships/image" Target="../media/image104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03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102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7" Type="http://schemas.openxmlformats.org/officeDocument/2006/relationships/image" Target="../media/image104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06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105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08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107.wmf"/><Relationship Id="rId9" Type="http://schemas.openxmlformats.org/officeDocument/2006/relationships/image" Target="../media/image110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jpeg"/><Relationship Id="rId7" Type="http://schemas.openxmlformats.org/officeDocument/2006/relationships/image" Target="../media/image1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58.bin"/><Relationship Id="rId5" Type="http://schemas.openxmlformats.org/officeDocument/2006/relationships/image" Target="../media/image111.wmf"/><Relationship Id="rId4" Type="http://schemas.openxmlformats.org/officeDocument/2006/relationships/oleObject" Target="../embeddings/oleObject57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jpeg"/><Relationship Id="rId7" Type="http://schemas.openxmlformats.org/officeDocument/2006/relationships/image" Target="../media/image11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60.bin"/><Relationship Id="rId5" Type="http://schemas.openxmlformats.org/officeDocument/2006/relationships/image" Target="../media/image114.wmf"/><Relationship Id="rId4" Type="http://schemas.openxmlformats.org/officeDocument/2006/relationships/oleObject" Target="../embeddings/oleObject59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wmf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18.wmf"/><Relationship Id="rId5" Type="http://schemas.openxmlformats.org/officeDocument/2006/relationships/oleObject" Target="../embeddings/oleObject62.bin"/><Relationship Id="rId10" Type="http://schemas.openxmlformats.org/officeDocument/2006/relationships/image" Target="../media/image120.wmf"/><Relationship Id="rId4" Type="http://schemas.openxmlformats.org/officeDocument/2006/relationships/image" Target="../media/image117.wmf"/><Relationship Id="rId9" Type="http://schemas.openxmlformats.org/officeDocument/2006/relationships/oleObject" Target="../embeddings/oleObject64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7" Type="http://schemas.openxmlformats.org/officeDocument/2006/relationships/image" Target="../media/image123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22.w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121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13" Type="http://schemas.openxmlformats.org/officeDocument/2006/relationships/oleObject" Target="../embeddings/oleObject72.bin"/><Relationship Id="rId3" Type="http://schemas.openxmlformats.org/officeDocument/2006/relationships/oleObject" Target="../embeddings/oleObject67.bin"/><Relationship Id="rId7" Type="http://schemas.openxmlformats.org/officeDocument/2006/relationships/oleObject" Target="../embeddings/oleObject69.bin"/><Relationship Id="rId12" Type="http://schemas.openxmlformats.org/officeDocument/2006/relationships/image" Target="../media/image12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25.wmf"/><Relationship Id="rId11" Type="http://schemas.openxmlformats.org/officeDocument/2006/relationships/oleObject" Target="../embeddings/oleObject71.bin"/><Relationship Id="rId5" Type="http://schemas.openxmlformats.org/officeDocument/2006/relationships/oleObject" Target="../embeddings/oleObject68.bin"/><Relationship Id="rId10" Type="http://schemas.openxmlformats.org/officeDocument/2006/relationships/image" Target="../media/image127.wmf"/><Relationship Id="rId4" Type="http://schemas.openxmlformats.org/officeDocument/2006/relationships/image" Target="../media/image124.wmf"/><Relationship Id="rId9" Type="http://schemas.openxmlformats.org/officeDocument/2006/relationships/oleObject" Target="../embeddings/oleObject70.bin"/><Relationship Id="rId14" Type="http://schemas.openxmlformats.org/officeDocument/2006/relationships/image" Target="../media/image129.w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13" Type="http://schemas.openxmlformats.org/officeDocument/2006/relationships/oleObject" Target="../embeddings/oleObject78.bin"/><Relationship Id="rId3" Type="http://schemas.openxmlformats.org/officeDocument/2006/relationships/oleObject" Target="../embeddings/oleObject73.bin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13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32.wmf"/><Relationship Id="rId11" Type="http://schemas.openxmlformats.org/officeDocument/2006/relationships/oleObject" Target="../embeddings/oleObject77.bin"/><Relationship Id="rId5" Type="http://schemas.openxmlformats.org/officeDocument/2006/relationships/oleObject" Target="../embeddings/oleObject74.bin"/><Relationship Id="rId10" Type="http://schemas.openxmlformats.org/officeDocument/2006/relationships/image" Target="../media/image134.wmf"/><Relationship Id="rId4" Type="http://schemas.openxmlformats.org/officeDocument/2006/relationships/image" Target="../media/image131.wmf"/><Relationship Id="rId9" Type="http://schemas.openxmlformats.org/officeDocument/2006/relationships/oleObject" Target="../embeddings/oleObject76.bin"/><Relationship Id="rId14" Type="http://schemas.openxmlformats.org/officeDocument/2006/relationships/image" Target="../media/image136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3" Type="http://schemas.openxmlformats.org/officeDocument/2006/relationships/oleObject" Target="../embeddings/oleObject79.bin"/><Relationship Id="rId7" Type="http://schemas.openxmlformats.org/officeDocument/2006/relationships/oleObject" Target="../embeddings/oleObject8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38.wmf"/><Relationship Id="rId5" Type="http://schemas.openxmlformats.org/officeDocument/2006/relationships/oleObject" Target="../embeddings/oleObject80.bin"/><Relationship Id="rId4" Type="http://schemas.openxmlformats.org/officeDocument/2006/relationships/image" Target="../media/image137.wmf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hyperlink" Target="http://www.lib.monash.edu.au/tutorials/citing/compsci.html" TargetMode="External"/><Relationship Id="rId3" Type="http://schemas.openxmlformats.org/officeDocument/2006/relationships/hyperlink" Target="http://endnote.com/" TargetMode="External"/><Relationship Id="rId7" Type="http://schemas.openxmlformats.org/officeDocument/2006/relationships/hyperlink" Target="http://www.lyx.org/" TargetMode="External"/><Relationship Id="rId2" Type="http://schemas.openxmlformats.org/officeDocument/2006/relationships/hyperlink" Target="http://www.dspguide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xm1math.net/texmaker/" TargetMode="External"/><Relationship Id="rId11" Type="http://schemas.openxmlformats.org/officeDocument/2006/relationships/hyperlink" Target="http://library.concordia.ca/help/howto/turabian.pdf" TargetMode="External"/><Relationship Id="rId5" Type="http://schemas.openxmlformats.org/officeDocument/2006/relationships/hyperlink" Target="http://miktex.org/" TargetMode="External"/><Relationship Id="rId10" Type="http://schemas.openxmlformats.org/officeDocument/2006/relationships/hyperlink" Target="http://www.uis.edu/ctl/writing/MLACitation_000.pdf.pdf" TargetMode="External"/><Relationship Id="rId4" Type="http://schemas.openxmlformats.org/officeDocument/2006/relationships/hyperlink" Target="http://www.latex-project.org/" TargetMode="External"/><Relationship Id="rId9" Type="http://schemas.openxmlformats.org/officeDocument/2006/relationships/hyperlink" Target="http://www.uis.edu/ctl/writing/documents/APACitationMethods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Frequency domain representation of signal</a:t>
            </a:r>
          </a:p>
        </p:txBody>
      </p:sp>
      <p:sp>
        <p:nvSpPr>
          <p:cNvPr id="4055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114800" y="4267200"/>
            <a:ext cx="4876800" cy="2209800"/>
          </a:xfrm>
        </p:spPr>
        <p:txBody>
          <a:bodyPr/>
          <a:lstStyle/>
          <a:p>
            <a:r>
              <a:rPr lang="en-US" dirty="0"/>
              <a:t>Digital Signal Processing</a:t>
            </a:r>
          </a:p>
          <a:p>
            <a:r>
              <a:rPr lang="en-US" dirty="0"/>
              <a:t>Irwan Prasetya Gunawan</a:t>
            </a:r>
          </a:p>
          <a:p>
            <a:r>
              <a:rPr lang="en-US" dirty="0"/>
              <a:t>Informatics Engineering</a:t>
            </a:r>
          </a:p>
          <a:p>
            <a:r>
              <a:rPr lang="en-US" dirty="0"/>
              <a:t>irwan.gunawan@bakrie.ac.id</a:t>
            </a:r>
          </a:p>
          <a:p>
            <a:endParaRPr lang="en-US" dirty="0"/>
          </a:p>
          <a:p>
            <a:r>
              <a:rPr lang="en-US" dirty="0"/>
              <a:t>Last Updated: </a:t>
            </a:r>
            <a:fld id="{772AABE6-8D9C-4B6C-83F0-DC7E24128615}" type="datetime1">
              <a:rPr lang="en-US" smtClean="0"/>
              <a:t>6/8/21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2A3E080-B171-CA43-AE26-C033C7EB19EC}"/>
                  </a:ext>
                </a:extLst>
              </p14:cNvPr>
              <p14:cNvContentPartPr/>
              <p14:nvPr/>
            </p14:nvContentPartPr>
            <p14:xfrm>
              <a:off x="170280" y="1586160"/>
              <a:ext cx="8809200" cy="4745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2A3E080-B171-CA43-AE26-C033C7EB19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0920" y="1576800"/>
                <a:ext cx="8827920" cy="476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3696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Summary: Fourier analysis - tools </a:t>
            </a:r>
          </a:p>
        </p:txBody>
      </p:sp>
      <p:sp>
        <p:nvSpPr>
          <p:cNvPr id="96259" name="Text Box 3"/>
          <p:cNvSpPr txBox="1">
            <a:spLocks noChangeArrowheads="1"/>
          </p:cNvSpPr>
          <p:nvPr/>
        </p:nvSpPr>
        <p:spPr bwMode="auto">
          <a:xfrm>
            <a:off x="1981200" y="990600"/>
            <a:ext cx="64770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sz="2200" b="1">
                <a:solidFill>
                  <a:schemeClr val="hlink"/>
                </a:solidFill>
                <a:latin typeface="Comic Sans MS" pitchFamily="66" charset="0"/>
              </a:rPr>
              <a:t>Input Time Signal	    Frequency spectrum</a:t>
            </a:r>
          </a:p>
        </p:txBody>
      </p:sp>
      <p:grpSp>
        <p:nvGrpSpPr>
          <p:cNvPr id="96341" name="Group 85"/>
          <p:cNvGrpSpPr>
            <a:grpSpLocks/>
          </p:cNvGrpSpPr>
          <p:nvPr/>
        </p:nvGrpSpPr>
        <p:grpSpPr bwMode="auto">
          <a:xfrm>
            <a:off x="457200" y="3386138"/>
            <a:ext cx="8297863" cy="2185987"/>
            <a:chOff x="288" y="2133"/>
            <a:chExt cx="5227" cy="1377"/>
          </a:xfrm>
        </p:grpSpPr>
        <p:grpSp>
          <p:nvGrpSpPr>
            <p:cNvPr id="96337" name="Group 81"/>
            <p:cNvGrpSpPr>
              <a:grpSpLocks/>
            </p:cNvGrpSpPr>
            <p:nvPr/>
          </p:nvGrpSpPr>
          <p:grpSpPr bwMode="auto">
            <a:xfrm>
              <a:off x="288" y="2133"/>
              <a:ext cx="5227" cy="1377"/>
              <a:chOff x="288" y="2133"/>
              <a:chExt cx="5227" cy="1377"/>
            </a:xfrm>
          </p:grpSpPr>
          <p:graphicFrame>
            <p:nvGraphicFramePr>
              <p:cNvPr id="96282" name="Object 26"/>
              <p:cNvGraphicFramePr>
                <a:graphicFrameLocks noChangeAspect="1"/>
              </p:cNvGraphicFramePr>
              <p:nvPr/>
            </p:nvGraphicFramePr>
            <p:xfrm>
              <a:off x="4277" y="2133"/>
              <a:ext cx="1238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974" name="Equation" r:id="rId3" imgW="1777680" imgH="634680" progId="Equation.3">
                      <p:embed/>
                    </p:oleObj>
                  </mc:Choice>
                  <mc:Fallback>
                    <p:oleObj name="Equation" r:id="rId3" imgW="1777680" imgH="634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77" y="2133"/>
                            <a:ext cx="1238" cy="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=""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=""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=""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6268" name="Text Box 12"/>
              <p:cNvSpPr txBox="1">
                <a:spLocks noChangeArrowheads="1"/>
              </p:cNvSpPr>
              <p:nvPr/>
            </p:nvSpPr>
            <p:spPr bwMode="auto">
              <a:xfrm>
                <a:off x="1296" y="2688"/>
                <a:ext cx="67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GB" sz="1800"/>
                  <a:t>Discrete</a:t>
                </a:r>
                <a:endParaRPr lang="en-GB"/>
              </a:p>
            </p:txBody>
          </p:sp>
          <p:sp>
            <p:nvSpPr>
              <p:cNvPr id="96269" name="Text Box 13"/>
              <p:cNvSpPr txBox="1">
                <a:spLocks noChangeArrowheads="1"/>
              </p:cNvSpPr>
              <p:nvPr/>
            </p:nvSpPr>
            <p:spPr bwMode="auto">
              <a:xfrm>
                <a:off x="3408" y="2304"/>
                <a:ext cx="64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/>
                  <a:t>Discrete</a:t>
                </a:r>
                <a:endParaRPr lang="en-GB"/>
              </a:p>
            </p:txBody>
          </p:sp>
          <p:sp>
            <p:nvSpPr>
              <p:cNvPr id="96271" name="Text Box 15"/>
              <p:cNvSpPr txBox="1">
                <a:spLocks noChangeArrowheads="1"/>
              </p:cNvSpPr>
              <p:nvPr/>
            </p:nvSpPr>
            <p:spPr bwMode="auto">
              <a:xfrm>
                <a:off x="2784" y="2304"/>
                <a:ext cx="48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GB" b="1"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mic Sans MS" pitchFamily="66" charset="0"/>
                  </a:rPr>
                  <a:t>DFS</a:t>
                </a:r>
              </a:p>
            </p:txBody>
          </p:sp>
          <p:sp>
            <p:nvSpPr>
              <p:cNvPr id="96272" name="Text Box 16"/>
              <p:cNvSpPr txBox="1">
                <a:spLocks noChangeArrowheads="1"/>
              </p:cNvSpPr>
              <p:nvPr/>
            </p:nvSpPr>
            <p:spPr bwMode="auto">
              <a:xfrm>
                <a:off x="2016" y="2304"/>
                <a:ext cx="768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GB" sz="1800"/>
                  <a:t>Periodic </a:t>
                </a:r>
                <a:r>
                  <a:rPr lang="en-GB" sz="1600" b="1" i="1"/>
                  <a:t>(period T)</a:t>
                </a:r>
                <a:endParaRPr lang="en-GB"/>
              </a:p>
            </p:txBody>
          </p:sp>
          <p:sp>
            <p:nvSpPr>
              <p:cNvPr id="96273" name="Text Box 17"/>
              <p:cNvSpPr txBox="1">
                <a:spLocks noChangeArrowheads="1"/>
              </p:cNvSpPr>
              <p:nvPr/>
            </p:nvSpPr>
            <p:spPr bwMode="auto">
              <a:xfrm>
                <a:off x="3408" y="2784"/>
                <a:ext cx="84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/>
                  <a:t>Continuous</a:t>
                </a:r>
              </a:p>
            </p:txBody>
          </p:sp>
          <p:sp>
            <p:nvSpPr>
              <p:cNvPr id="96275" name="Text Box 19"/>
              <p:cNvSpPr txBox="1">
                <a:spLocks noChangeArrowheads="1"/>
              </p:cNvSpPr>
              <p:nvPr/>
            </p:nvSpPr>
            <p:spPr bwMode="auto">
              <a:xfrm>
                <a:off x="2784" y="2784"/>
                <a:ext cx="57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GB" b="1" dirty="0">
                    <a:solidFill>
                      <a:schemeClr val="hlink"/>
                    </a:solidFill>
                    <a:latin typeface="Comic Sans MS" pitchFamily="66" charset="0"/>
                    <a:hlinkClick r:id="rId5" action="ppaction://hlinkpres?slideindex=1&amp;slidetitle="/>
                  </a:rPr>
                  <a:t>DTFT</a:t>
                </a:r>
                <a:endParaRPr lang="en-GB" b="1" dirty="0">
                  <a:solidFill>
                    <a:schemeClr val="hlink"/>
                  </a:solidFill>
                  <a:latin typeface="Comic Sans MS" pitchFamily="66" charset="0"/>
                </a:endParaRPr>
              </a:p>
            </p:txBody>
          </p:sp>
          <p:sp>
            <p:nvSpPr>
              <p:cNvPr id="96276" name="Text Box 20"/>
              <p:cNvSpPr txBox="1">
                <a:spLocks noChangeArrowheads="1"/>
              </p:cNvSpPr>
              <p:nvPr/>
            </p:nvSpPr>
            <p:spPr bwMode="auto">
              <a:xfrm>
                <a:off x="1968" y="2928"/>
                <a:ext cx="72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GB" sz="1800"/>
                  <a:t>Aperiodic</a:t>
                </a:r>
                <a:r>
                  <a:rPr lang="en-GB"/>
                  <a:t> </a:t>
                </a:r>
                <a:endParaRPr lang="en-GB" i="1"/>
              </a:p>
            </p:txBody>
          </p:sp>
          <p:sp>
            <p:nvSpPr>
              <p:cNvPr id="96277" name="Text Box 21"/>
              <p:cNvSpPr txBox="1">
                <a:spLocks noChangeArrowheads="1"/>
              </p:cNvSpPr>
              <p:nvPr/>
            </p:nvSpPr>
            <p:spPr bwMode="auto">
              <a:xfrm>
                <a:off x="3408" y="3216"/>
                <a:ext cx="64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/>
                  <a:t>Discrete</a:t>
                </a:r>
              </a:p>
            </p:txBody>
          </p:sp>
          <p:sp>
            <p:nvSpPr>
              <p:cNvPr id="96279" name="Text Box 23"/>
              <p:cNvSpPr txBox="1">
                <a:spLocks noChangeArrowheads="1"/>
              </p:cNvSpPr>
              <p:nvPr/>
            </p:nvSpPr>
            <p:spPr bwMode="auto">
              <a:xfrm>
                <a:off x="2832" y="3168"/>
                <a:ext cx="480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GB" b="1" dirty="0"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mic Sans MS" pitchFamily="66" charset="0"/>
                    <a:hlinkClick r:id="rId5" action="ppaction://hlinkpres?slideindex=1&amp;slidetitle="/>
                  </a:rPr>
                  <a:t>DFT</a:t>
                </a:r>
                <a:endParaRPr lang="en-GB" b="1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endParaRPr>
              </a:p>
            </p:txBody>
          </p:sp>
          <p:sp>
            <p:nvSpPr>
              <p:cNvPr id="96293" name="AutoShape 37"/>
              <p:cNvSpPr>
                <a:spLocks/>
              </p:cNvSpPr>
              <p:nvPr/>
            </p:nvSpPr>
            <p:spPr bwMode="auto">
              <a:xfrm>
                <a:off x="2688" y="2832"/>
                <a:ext cx="96" cy="528"/>
              </a:xfrm>
              <a:prstGeom prst="leftBrace">
                <a:avLst>
                  <a:gd name="adj1" fmla="val 45833"/>
                  <a:gd name="adj2" fmla="val 50000"/>
                </a:avLst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96302" name="Object 46"/>
              <p:cNvGraphicFramePr>
                <a:graphicFrameLocks noChangeAspect="1"/>
              </p:cNvGraphicFramePr>
              <p:nvPr/>
            </p:nvGraphicFramePr>
            <p:xfrm>
              <a:off x="4298" y="2670"/>
              <a:ext cx="1163" cy="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975" name="Equation" r:id="rId6" imgW="1663560" imgH="558720" progId="Equation.3">
                      <p:embed/>
                    </p:oleObj>
                  </mc:Choice>
                  <mc:Fallback>
                    <p:oleObj name="Equation" r:id="rId6" imgW="1663560" imgH="55872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98" y="2670"/>
                            <a:ext cx="1163" cy="39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=""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=""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=""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pic>
            <p:nvPicPr>
              <p:cNvPr id="96320" name="Picture 64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6" y="2928"/>
                <a:ext cx="950" cy="5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96322" name="Picture 66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8" y="2208"/>
                <a:ext cx="954" cy="5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aphicFrame>
            <p:nvGraphicFramePr>
              <p:cNvPr id="96330" name="Object 74"/>
              <p:cNvGraphicFramePr>
                <a:graphicFrameLocks noChangeAspect="1"/>
              </p:cNvGraphicFramePr>
              <p:nvPr/>
            </p:nvGraphicFramePr>
            <p:xfrm>
              <a:off x="4272" y="3072"/>
              <a:ext cx="1238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976" name="Equation" r:id="rId10" imgW="1777680" imgH="634680" progId="Equation.3">
                      <p:embed/>
                    </p:oleObj>
                  </mc:Choice>
                  <mc:Fallback>
                    <p:oleObj name="Equation" r:id="rId10" imgW="1777680" imgH="634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72" y="3072"/>
                            <a:ext cx="1238" cy="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=""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=""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=""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6292" name="AutoShape 36"/>
            <p:cNvSpPr>
              <a:spLocks/>
            </p:cNvSpPr>
            <p:nvPr/>
          </p:nvSpPr>
          <p:spPr bwMode="auto">
            <a:xfrm>
              <a:off x="1968" y="2304"/>
              <a:ext cx="48" cy="1056"/>
            </a:xfrm>
            <a:prstGeom prst="leftBrace">
              <a:avLst>
                <a:gd name="adj1" fmla="val 183333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6335" name="Group 79"/>
          <p:cNvGrpSpPr>
            <a:grpSpLocks/>
          </p:cNvGrpSpPr>
          <p:nvPr/>
        </p:nvGrpSpPr>
        <p:grpSpPr bwMode="auto">
          <a:xfrm>
            <a:off x="4876800" y="3429000"/>
            <a:ext cx="3810000" cy="2911475"/>
            <a:chOff x="3072" y="2160"/>
            <a:chExt cx="2400" cy="1834"/>
          </a:xfrm>
        </p:grpSpPr>
        <p:sp>
          <p:nvSpPr>
            <p:cNvPr id="96331" name="Text Box 75"/>
            <p:cNvSpPr txBox="1">
              <a:spLocks noChangeArrowheads="1"/>
            </p:cNvSpPr>
            <p:nvPr/>
          </p:nvSpPr>
          <p:spPr bwMode="auto">
            <a:xfrm>
              <a:off x="3072" y="2160"/>
              <a:ext cx="384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GB" sz="3000" b="1">
                  <a:solidFill>
                    <a:srgbClr val="339933"/>
                  </a:solidFill>
                </a:rPr>
                <a:t>**</a:t>
              </a:r>
            </a:p>
          </p:txBody>
        </p:sp>
        <p:sp>
          <p:nvSpPr>
            <p:cNvPr id="96332" name="Text Box 76"/>
            <p:cNvSpPr txBox="1">
              <a:spLocks noChangeArrowheads="1"/>
            </p:cNvSpPr>
            <p:nvPr/>
          </p:nvSpPr>
          <p:spPr bwMode="auto">
            <a:xfrm>
              <a:off x="3120" y="3072"/>
              <a:ext cx="384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GB" sz="3000" b="1">
                  <a:solidFill>
                    <a:srgbClr val="339933"/>
                  </a:solidFill>
                </a:rPr>
                <a:t>**</a:t>
              </a:r>
            </a:p>
          </p:txBody>
        </p:sp>
        <p:grpSp>
          <p:nvGrpSpPr>
            <p:cNvPr id="96334" name="Group 78"/>
            <p:cNvGrpSpPr>
              <a:grpSpLocks/>
            </p:cNvGrpSpPr>
            <p:nvPr/>
          </p:nvGrpSpPr>
          <p:grpSpPr bwMode="auto">
            <a:xfrm>
              <a:off x="3936" y="3648"/>
              <a:ext cx="1536" cy="346"/>
              <a:chOff x="3936" y="3600"/>
              <a:chExt cx="1536" cy="346"/>
            </a:xfrm>
          </p:grpSpPr>
          <p:sp>
            <p:nvSpPr>
              <p:cNvPr id="96329" name="Text Box 73"/>
              <p:cNvSpPr txBox="1">
                <a:spLocks noChangeArrowheads="1"/>
              </p:cNvSpPr>
              <p:nvPr/>
            </p:nvSpPr>
            <p:spPr bwMode="auto">
              <a:xfrm>
                <a:off x="4224" y="3600"/>
                <a:ext cx="124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sz="1600" b="1" i="1">
                    <a:solidFill>
                      <a:srgbClr val="339933"/>
                    </a:solidFill>
                  </a:rPr>
                  <a:t>Calculated via FFT</a:t>
                </a:r>
                <a:endParaRPr lang="en-US" b="1">
                  <a:solidFill>
                    <a:srgbClr val="339933"/>
                  </a:solidFill>
                </a:endParaRPr>
              </a:p>
            </p:txBody>
          </p:sp>
          <p:sp>
            <p:nvSpPr>
              <p:cNvPr id="96333" name="Text Box 77"/>
              <p:cNvSpPr txBox="1">
                <a:spLocks noChangeArrowheads="1"/>
              </p:cNvSpPr>
              <p:nvPr/>
            </p:nvSpPr>
            <p:spPr bwMode="auto">
              <a:xfrm>
                <a:off x="3936" y="3600"/>
                <a:ext cx="384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GB" sz="3000" b="1">
                    <a:solidFill>
                      <a:srgbClr val="339933"/>
                    </a:solidFill>
                  </a:rPr>
                  <a:t>**</a:t>
                </a:r>
              </a:p>
            </p:txBody>
          </p:sp>
        </p:grpSp>
      </p:grpSp>
      <p:grpSp>
        <p:nvGrpSpPr>
          <p:cNvPr id="96340" name="Group 84"/>
          <p:cNvGrpSpPr>
            <a:grpSpLocks/>
          </p:cNvGrpSpPr>
          <p:nvPr/>
        </p:nvGrpSpPr>
        <p:grpSpPr bwMode="auto">
          <a:xfrm>
            <a:off x="381000" y="1371600"/>
            <a:ext cx="8321675" cy="4756150"/>
            <a:chOff x="240" y="864"/>
            <a:chExt cx="5242" cy="2996"/>
          </a:xfrm>
        </p:grpSpPr>
        <p:grpSp>
          <p:nvGrpSpPr>
            <p:cNvPr id="96338" name="Group 82"/>
            <p:cNvGrpSpPr>
              <a:grpSpLocks/>
            </p:cNvGrpSpPr>
            <p:nvPr/>
          </p:nvGrpSpPr>
          <p:grpSpPr bwMode="auto">
            <a:xfrm>
              <a:off x="240" y="864"/>
              <a:ext cx="5242" cy="2996"/>
              <a:chOff x="240" y="864"/>
              <a:chExt cx="5242" cy="2996"/>
            </a:xfrm>
          </p:grpSpPr>
          <p:grpSp>
            <p:nvGrpSpPr>
              <p:cNvPr id="96336" name="Group 80"/>
              <p:cNvGrpSpPr>
                <a:grpSpLocks/>
              </p:cNvGrpSpPr>
              <p:nvPr/>
            </p:nvGrpSpPr>
            <p:grpSpPr bwMode="auto">
              <a:xfrm>
                <a:off x="288" y="864"/>
                <a:ext cx="5194" cy="1142"/>
                <a:chOff x="288" y="864"/>
                <a:chExt cx="5194" cy="1142"/>
              </a:xfrm>
            </p:grpSpPr>
            <p:graphicFrame>
              <p:nvGraphicFramePr>
                <p:cNvPr id="96281" name="Object 25"/>
                <p:cNvGraphicFramePr>
                  <a:graphicFrameLocks noChangeAspect="1"/>
                </p:cNvGraphicFramePr>
                <p:nvPr/>
              </p:nvGraphicFramePr>
              <p:xfrm>
                <a:off x="4279" y="1479"/>
                <a:ext cx="1203" cy="29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9977" name="Equation" r:id="rId12" imgW="1739880" imgH="431640" progId="Equation.3">
                        <p:embed/>
                      </p:oleObj>
                    </mc:Choice>
                    <mc:Fallback>
                      <p:oleObj name="Equation" r:id="rId12" imgW="1739880" imgH="43164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79" y="1479"/>
                              <a:ext cx="1203" cy="29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=""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=""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=""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96283" name="Object 27"/>
                <p:cNvGraphicFramePr>
                  <a:graphicFrameLocks noChangeAspect="1"/>
                </p:cNvGraphicFramePr>
                <p:nvPr/>
              </p:nvGraphicFramePr>
              <p:xfrm>
                <a:off x="4288" y="1038"/>
                <a:ext cx="1157" cy="4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9978" name="Equation" r:id="rId14" imgW="1650960" imgH="609480" progId="Equation.3">
                        <p:embed/>
                      </p:oleObj>
                    </mc:Choice>
                    <mc:Fallback>
                      <p:oleObj name="Equation" r:id="rId14" imgW="1650960" imgH="6094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88" y="1038"/>
                              <a:ext cx="1157" cy="42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=""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=""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=""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96260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2112" y="1104"/>
                  <a:ext cx="768" cy="38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sz="1800"/>
                    <a:t>Periodic </a:t>
                  </a:r>
                  <a:r>
                    <a:rPr lang="en-GB" sz="1600" b="1" i="1"/>
                    <a:t>(period T)</a:t>
                  </a:r>
                  <a:endParaRPr lang="en-GB"/>
                </a:p>
              </p:txBody>
            </p:sp>
            <p:sp>
              <p:nvSpPr>
                <p:cNvPr id="96261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3360" y="1152"/>
                  <a:ext cx="68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GB" sz="1800"/>
                    <a:t>Discrete</a:t>
                  </a:r>
                  <a:r>
                    <a:rPr lang="en-GB"/>
                    <a:t> </a:t>
                  </a:r>
                </a:p>
              </p:txBody>
            </p:sp>
            <p:sp>
              <p:nvSpPr>
                <p:cNvPr id="96265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3360" y="1536"/>
                  <a:ext cx="844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GB" sz="1800"/>
                    <a:t>Continuous</a:t>
                  </a:r>
                  <a:endParaRPr lang="en-GB"/>
                </a:p>
              </p:txBody>
            </p:sp>
            <p:sp>
              <p:nvSpPr>
                <p:cNvPr id="96267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880" y="1536"/>
                  <a:ext cx="336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b="1" dirty="0">
                      <a:solidFill>
                        <a:schemeClr val="hlink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Comic Sans MS" pitchFamily="66" charset="0"/>
                      <a:hlinkClick r:id="rId16" action="ppaction://hlinksldjump"/>
                    </a:rPr>
                    <a:t>FT</a:t>
                  </a:r>
                  <a:endParaRPr lang="en-GB" b="1" dirty="0"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mic Sans MS" pitchFamily="66" charset="0"/>
                  </a:endParaRPr>
                </a:p>
              </p:txBody>
            </p:sp>
            <p:sp>
              <p:nvSpPr>
                <p:cNvPr id="96291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2112" y="1536"/>
                  <a:ext cx="720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en-GB" sz="1800"/>
                    <a:t>Aperiodic</a:t>
                  </a:r>
                  <a:endParaRPr lang="en-GB"/>
                </a:p>
              </p:txBody>
            </p:sp>
            <p:sp>
              <p:nvSpPr>
                <p:cNvPr id="96263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2832" y="1152"/>
                  <a:ext cx="384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b="1" dirty="0">
                      <a:solidFill>
                        <a:schemeClr val="hlink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Comic Sans MS" pitchFamily="66" charset="0"/>
                      <a:hlinkClick r:id="rId17" action="ppaction://hlinksldjump"/>
                    </a:rPr>
                    <a:t>FS</a:t>
                  </a:r>
                  <a:endParaRPr lang="en-GB" b="1" dirty="0"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mic Sans MS" pitchFamily="66" charset="0"/>
                  </a:endParaRPr>
                </a:p>
              </p:txBody>
            </p:sp>
            <p:sp>
              <p:nvSpPr>
                <p:cNvPr id="96264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1248" y="1344"/>
                  <a:ext cx="912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en-GB" sz="1800" dirty="0"/>
                    <a:t>Continuous</a:t>
                  </a:r>
                  <a:endParaRPr lang="en-GB" dirty="0"/>
                </a:p>
              </p:txBody>
            </p:sp>
            <p:pic>
              <p:nvPicPr>
                <p:cNvPr id="96317" name="Picture 61"/>
                <p:cNvPicPr>
                  <a:picLocks noChangeAspect="1" noChangeArrowheads="1"/>
                </p:cNvPicPr>
                <p:nvPr/>
              </p:nvPicPr>
              <p:blipFill>
                <a:blip r:embed="rId1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8" y="864"/>
                  <a:ext cx="960" cy="5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96318" name="Picture 62"/>
                <p:cNvPicPr>
                  <a:picLocks noChangeAspect="1" noChangeArrowheads="1"/>
                </p:cNvPicPr>
                <p:nvPr/>
              </p:nvPicPr>
              <p:blipFill>
                <a:blip r:embed="rId1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8" y="1488"/>
                  <a:ext cx="948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grpSp>
          <p:sp>
            <p:nvSpPr>
              <p:cNvPr id="96325" name="Text Box 69"/>
              <p:cNvSpPr txBox="1">
                <a:spLocks noChangeArrowheads="1"/>
              </p:cNvSpPr>
              <p:nvPr/>
            </p:nvSpPr>
            <p:spPr bwMode="auto">
              <a:xfrm>
                <a:off x="240" y="3648"/>
                <a:ext cx="340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sz="1600" b="1" i="1">
                    <a:solidFill>
                      <a:srgbClr val="F89F00"/>
                    </a:solidFill>
                  </a:rPr>
                  <a:t>Note: j =</a:t>
                </a:r>
                <a:r>
                  <a:rPr lang="en-US" sz="1600" b="1" i="1">
                    <a:solidFill>
                      <a:srgbClr val="F89F00"/>
                    </a:solidFill>
                    <a:sym typeface="Symbol" pitchFamily="18" charset="2"/>
                  </a:rPr>
                  <a:t>-1,   = 2/T,  s[n]=s(t</a:t>
                </a:r>
                <a:r>
                  <a:rPr lang="en-US" sz="2200" b="1" i="1" baseline="-10000">
                    <a:solidFill>
                      <a:srgbClr val="F89F00"/>
                    </a:solidFill>
                    <a:sym typeface="Symbol" pitchFamily="18" charset="2"/>
                  </a:rPr>
                  <a:t>n</a:t>
                </a:r>
                <a:r>
                  <a:rPr lang="en-US" sz="1600" b="1" i="1">
                    <a:solidFill>
                      <a:srgbClr val="F89F00"/>
                    </a:solidFill>
                    <a:sym typeface="Symbol" pitchFamily="18" charset="2"/>
                  </a:rPr>
                  <a:t>),  N = No. of samples </a:t>
                </a:r>
                <a:endParaRPr lang="en-US" b="1"/>
              </a:p>
            </p:txBody>
          </p:sp>
        </p:grpSp>
        <p:sp>
          <p:nvSpPr>
            <p:cNvPr id="96290" name="AutoShape 34"/>
            <p:cNvSpPr>
              <a:spLocks/>
            </p:cNvSpPr>
            <p:nvPr/>
          </p:nvSpPr>
          <p:spPr bwMode="auto">
            <a:xfrm>
              <a:off x="2064" y="1152"/>
              <a:ext cx="48" cy="576"/>
            </a:xfrm>
            <a:prstGeom prst="leftBrace">
              <a:avLst>
                <a:gd name="adj1" fmla="val 10000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BFE06B2-4DC6-9549-92FB-303E15BED7F1}"/>
                  </a:ext>
                </a:extLst>
              </p14:cNvPr>
              <p14:cNvContentPartPr/>
              <p14:nvPr/>
            </p14:nvContentPartPr>
            <p14:xfrm>
              <a:off x="124200" y="402480"/>
              <a:ext cx="8966880" cy="6314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BFE06B2-4DC6-9549-92FB-303E15BED7F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4840" y="393120"/>
                <a:ext cx="8985600" cy="63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9E68949-BB48-3146-AD79-1DF31D98FB9F}"/>
                  </a:ext>
                </a:extLst>
              </p14:cNvPr>
              <p14:cNvContentPartPr/>
              <p14:nvPr/>
            </p14:nvContentPartPr>
            <p14:xfrm>
              <a:off x="2200320" y="4530600"/>
              <a:ext cx="765000" cy="608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9E68949-BB48-3146-AD79-1DF31D98FB9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190960" y="4521240"/>
                <a:ext cx="783720" cy="62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2788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Review: 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500" y="1206500"/>
            <a:ext cx="8140700" cy="52959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000" b="1" dirty="0"/>
              <a:t>Fundamental theorem in linear algebra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000" dirty="0"/>
              <a:t>	All linear vector spaces have a basis (usually more than one!)</a:t>
            </a:r>
          </a:p>
          <a:p>
            <a:pPr>
              <a:lnSpc>
                <a:spcPct val="100000"/>
              </a:lnSpc>
              <a:spcBef>
                <a:spcPts val="1200"/>
              </a:spcBef>
              <a:buFont typeface="Wingdings" pitchFamily="2" charset="2"/>
              <a:buNone/>
              <a:defRPr/>
            </a:pPr>
            <a:r>
              <a:rPr lang="en-US" sz="2000" dirty="0"/>
              <a:t>A basis is a set of vectors    </a:t>
            </a:r>
            <a:r>
              <a:rPr lang="en-US" sz="2000" b="1" dirty="0"/>
              <a:t>b</a:t>
            </a:r>
            <a:r>
              <a:rPr lang="en-US" sz="2000" b="1" baseline="-25000" dirty="0"/>
              <a:t>1</a:t>
            </a:r>
            <a:r>
              <a:rPr lang="en-US" sz="2000" b="1" dirty="0"/>
              <a:t> b</a:t>
            </a:r>
            <a:r>
              <a:rPr lang="en-US" sz="2000" b="1" baseline="-25000" dirty="0"/>
              <a:t>2</a:t>
            </a:r>
            <a:r>
              <a:rPr lang="en-US" sz="2000" b="1" dirty="0"/>
              <a:t> … </a:t>
            </a:r>
            <a:r>
              <a:rPr lang="en-US" sz="2000" b="1" dirty="0" err="1"/>
              <a:t>b</a:t>
            </a:r>
            <a:r>
              <a:rPr lang="en-US" sz="2000" b="1" baseline="-25000" dirty="0" err="1"/>
              <a:t>d</a:t>
            </a:r>
            <a:r>
              <a:rPr lang="en-US" sz="2000" baseline="-25000" dirty="0"/>
              <a:t>     </a:t>
            </a:r>
            <a:r>
              <a:rPr lang="en-US" sz="2000" dirty="0"/>
              <a:t>that obeys 2 conditions :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sz="2000" dirty="0">
                <a:solidFill>
                  <a:schemeClr val="accent2"/>
                </a:solidFill>
              </a:rPr>
              <a:t>1. spans the vector space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000" dirty="0">
                <a:solidFill>
                  <a:schemeClr val="accent2"/>
                </a:solidFill>
              </a:rPr>
              <a:t>	i.e., for every vector </a:t>
            </a:r>
            <a:r>
              <a:rPr lang="en-US" sz="2000" b="1" dirty="0">
                <a:solidFill>
                  <a:schemeClr val="accent2"/>
                </a:solidFill>
              </a:rPr>
              <a:t>x</a:t>
            </a:r>
            <a:r>
              <a:rPr lang="en-US" sz="2000" dirty="0">
                <a:solidFill>
                  <a:schemeClr val="accent2"/>
                </a:solidFill>
              </a:rPr>
              <a:t> :  </a:t>
            </a:r>
            <a:r>
              <a:rPr lang="en-US" sz="2000" b="1" dirty="0">
                <a:solidFill>
                  <a:schemeClr val="accent2"/>
                </a:solidFill>
              </a:rPr>
              <a:t>x</a:t>
            </a:r>
            <a:r>
              <a:rPr lang="en-US" sz="2000" dirty="0">
                <a:solidFill>
                  <a:schemeClr val="accent2"/>
                </a:solidFill>
              </a:rPr>
              <a:t> = a</a:t>
            </a:r>
            <a:r>
              <a:rPr lang="en-US" sz="2000" baseline="-25000" dirty="0">
                <a:solidFill>
                  <a:schemeClr val="accent2"/>
                </a:solidFill>
              </a:rPr>
              <a:t>1</a:t>
            </a:r>
            <a:r>
              <a:rPr lang="en-US" sz="2000" b="1" dirty="0">
                <a:solidFill>
                  <a:schemeClr val="accent2"/>
                </a:solidFill>
              </a:rPr>
              <a:t> b</a:t>
            </a:r>
            <a:r>
              <a:rPr lang="en-US" sz="2000" b="1" baseline="-25000" dirty="0">
                <a:solidFill>
                  <a:schemeClr val="accent2"/>
                </a:solidFill>
              </a:rPr>
              <a:t>1</a:t>
            </a:r>
            <a:r>
              <a:rPr lang="en-US" sz="2000" b="1" dirty="0">
                <a:solidFill>
                  <a:schemeClr val="accent2"/>
                </a:solidFill>
              </a:rPr>
              <a:t> </a:t>
            </a:r>
            <a:r>
              <a:rPr lang="en-US" sz="2000" dirty="0">
                <a:solidFill>
                  <a:schemeClr val="accent2"/>
                </a:solidFill>
              </a:rPr>
              <a:t>+ a</a:t>
            </a:r>
            <a:r>
              <a:rPr lang="en-US" sz="2000" baseline="-25000" dirty="0">
                <a:solidFill>
                  <a:schemeClr val="accent2"/>
                </a:solidFill>
              </a:rPr>
              <a:t>2</a:t>
            </a:r>
            <a:r>
              <a:rPr lang="en-US" sz="2000" b="1" dirty="0">
                <a:solidFill>
                  <a:schemeClr val="accent2"/>
                </a:solidFill>
              </a:rPr>
              <a:t> b</a:t>
            </a:r>
            <a:r>
              <a:rPr lang="en-US" sz="2000" b="1" baseline="-25000" dirty="0">
                <a:solidFill>
                  <a:schemeClr val="accent2"/>
                </a:solidFill>
              </a:rPr>
              <a:t>2</a:t>
            </a:r>
            <a:r>
              <a:rPr lang="en-US" sz="2000" b="1" dirty="0">
                <a:solidFill>
                  <a:schemeClr val="accent2"/>
                </a:solidFill>
              </a:rPr>
              <a:t> </a:t>
            </a:r>
            <a:r>
              <a:rPr lang="en-US" sz="2000" dirty="0">
                <a:solidFill>
                  <a:schemeClr val="accent2"/>
                </a:solidFill>
              </a:rPr>
              <a:t>+ … + a</a:t>
            </a:r>
            <a:r>
              <a:rPr lang="en-US" sz="2000" baseline="-25000" dirty="0">
                <a:solidFill>
                  <a:schemeClr val="accent2"/>
                </a:solidFill>
              </a:rPr>
              <a:t>d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</a:rPr>
              <a:t>b</a:t>
            </a:r>
            <a:r>
              <a:rPr lang="en-US" sz="2000" b="1" baseline="-25000" dirty="0" err="1">
                <a:solidFill>
                  <a:schemeClr val="accent2"/>
                </a:solidFill>
              </a:rPr>
              <a:t>d</a:t>
            </a:r>
            <a:r>
              <a:rPr lang="en-US" sz="2000" b="1" dirty="0">
                <a:solidFill>
                  <a:schemeClr val="accent2"/>
                </a:solidFill>
              </a:rPr>
              <a:t> 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000" b="1" dirty="0">
                <a:solidFill>
                  <a:schemeClr val="accent2"/>
                </a:solidFill>
              </a:rPr>
              <a:t>	</a:t>
            </a:r>
            <a:r>
              <a:rPr lang="en-US" sz="2000" dirty="0">
                <a:solidFill>
                  <a:schemeClr val="accent2"/>
                </a:solidFill>
              </a:rPr>
              <a:t>where a</a:t>
            </a:r>
            <a:r>
              <a:rPr lang="en-US" sz="2000" baseline="-25000" dirty="0">
                <a:solidFill>
                  <a:schemeClr val="accent2"/>
                </a:solidFill>
              </a:rPr>
              <a:t>1</a:t>
            </a:r>
            <a:r>
              <a:rPr lang="en-US" sz="2000" dirty="0">
                <a:solidFill>
                  <a:schemeClr val="accent2"/>
                </a:solidFill>
              </a:rPr>
              <a:t> … a</a:t>
            </a:r>
            <a:r>
              <a:rPr lang="en-US" sz="2000" baseline="-25000" dirty="0">
                <a:solidFill>
                  <a:schemeClr val="accent2"/>
                </a:solidFill>
              </a:rPr>
              <a:t>d </a:t>
            </a:r>
            <a:r>
              <a:rPr lang="en-US" sz="2000" dirty="0">
                <a:solidFill>
                  <a:schemeClr val="accent2"/>
                </a:solidFill>
              </a:rPr>
              <a:t>are a set of coefficients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FF33CC"/>
                </a:solidFill>
              </a:rPr>
              <a:t>2. the basis vectors </a:t>
            </a:r>
            <a:r>
              <a:rPr lang="en-US" sz="2000" b="1" dirty="0">
                <a:solidFill>
                  <a:srgbClr val="FF33CC"/>
                </a:solidFill>
              </a:rPr>
              <a:t>b</a:t>
            </a:r>
            <a:r>
              <a:rPr lang="en-US" sz="2000" b="1" baseline="-25000" dirty="0">
                <a:solidFill>
                  <a:srgbClr val="FF33CC"/>
                </a:solidFill>
              </a:rPr>
              <a:t>1</a:t>
            </a:r>
            <a:r>
              <a:rPr lang="en-US" sz="2000" b="1" dirty="0">
                <a:solidFill>
                  <a:srgbClr val="FF33CC"/>
                </a:solidFill>
              </a:rPr>
              <a:t> b</a:t>
            </a:r>
            <a:r>
              <a:rPr lang="en-US" sz="2000" b="1" baseline="-25000" dirty="0">
                <a:solidFill>
                  <a:srgbClr val="FF33CC"/>
                </a:solidFill>
              </a:rPr>
              <a:t>2</a:t>
            </a:r>
            <a:r>
              <a:rPr lang="en-US" sz="2000" b="1" dirty="0">
                <a:solidFill>
                  <a:srgbClr val="FF33CC"/>
                </a:solidFill>
              </a:rPr>
              <a:t> … </a:t>
            </a:r>
            <a:r>
              <a:rPr lang="en-US" sz="2000" b="1" dirty="0" err="1">
                <a:solidFill>
                  <a:srgbClr val="FF33CC"/>
                </a:solidFill>
              </a:rPr>
              <a:t>b</a:t>
            </a:r>
            <a:r>
              <a:rPr lang="en-US" sz="2000" b="1" baseline="-25000" dirty="0" err="1">
                <a:solidFill>
                  <a:srgbClr val="FF33CC"/>
                </a:solidFill>
              </a:rPr>
              <a:t>d</a:t>
            </a:r>
            <a:r>
              <a:rPr lang="en-US" sz="2000" dirty="0">
                <a:solidFill>
                  <a:srgbClr val="FF33CC"/>
                </a:solidFill>
              </a:rPr>
              <a:t> are linearly independent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FF33CC"/>
                </a:solidFill>
              </a:rPr>
              <a:t>	i.e.,  </a:t>
            </a:r>
            <a:r>
              <a:rPr lang="en-US" sz="2000" i="1" dirty="0">
                <a:solidFill>
                  <a:srgbClr val="FF33CC"/>
                </a:solidFill>
              </a:rPr>
              <a:t>if</a:t>
            </a:r>
            <a:r>
              <a:rPr lang="en-US" sz="2000" dirty="0">
                <a:solidFill>
                  <a:srgbClr val="FF33CC"/>
                </a:solidFill>
              </a:rPr>
              <a:t> a</a:t>
            </a:r>
            <a:r>
              <a:rPr lang="en-US" sz="2000" baseline="-25000" dirty="0">
                <a:solidFill>
                  <a:srgbClr val="FF33CC"/>
                </a:solidFill>
              </a:rPr>
              <a:t>1</a:t>
            </a:r>
            <a:r>
              <a:rPr lang="en-US" sz="2000" b="1" dirty="0">
                <a:solidFill>
                  <a:srgbClr val="FF33CC"/>
                </a:solidFill>
              </a:rPr>
              <a:t> b</a:t>
            </a:r>
            <a:r>
              <a:rPr lang="en-US" sz="2000" b="1" baseline="-25000" dirty="0">
                <a:solidFill>
                  <a:srgbClr val="FF33CC"/>
                </a:solidFill>
              </a:rPr>
              <a:t>1</a:t>
            </a:r>
            <a:r>
              <a:rPr lang="en-US" sz="2000" b="1" dirty="0">
                <a:solidFill>
                  <a:srgbClr val="FF33CC"/>
                </a:solidFill>
              </a:rPr>
              <a:t> </a:t>
            </a:r>
            <a:r>
              <a:rPr lang="en-US" sz="2000" dirty="0">
                <a:solidFill>
                  <a:srgbClr val="FF33CC"/>
                </a:solidFill>
              </a:rPr>
              <a:t>+ a</a:t>
            </a:r>
            <a:r>
              <a:rPr lang="en-US" sz="2000" baseline="-25000" dirty="0">
                <a:solidFill>
                  <a:srgbClr val="FF33CC"/>
                </a:solidFill>
              </a:rPr>
              <a:t>2</a:t>
            </a:r>
            <a:r>
              <a:rPr lang="en-US" sz="2000" b="1" dirty="0">
                <a:solidFill>
                  <a:srgbClr val="FF33CC"/>
                </a:solidFill>
              </a:rPr>
              <a:t> b</a:t>
            </a:r>
            <a:r>
              <a:rPr lang="en-US" sz="2000" b="1" baseline="-25000" dirty="0">
                <a:solidFill>
                  <a:srgbClr val="FF33CC"/>
                </a:solidFill>
              </a:rPr>
              <a:t>2</a:t>
            </a:r>
            <a:r>
              <a:rPr lang="en-US" sz="2000" b="1" dirty="0">
                <a:solidFill>
                  <a:srgbClr val="FF33CC"/>
                </a:solidFill>
              </a:rPr>
              <a:t> </a:t>
            </a:r>
            <a:r>
              <a:rPr lang="en-US" sz="2000" dirty="0">
                <a:solidFill>
                  <a:srgbClr val="FF33CC"/>
                </a:solidFill>
              </a:rPr>
              <a:t>+ … + a</a:t>
            </a:r>
            <a:r>
              <a:rPr lang="en-US" sz="2000" baseline="-25000" dirty="0">
                <a:solidFill>
                  <a:srgbClr val="FF33CC"/>
                </a:solidFill>
              </a:rPr>
              <a:t>d</a:t>
            </a:r>
            <a:r>
              <a:rPr lang="en-US" sz="2000" dirty="0">
                <a:solidFill>
                  <a:srgbClr val="FF33CC"/>
                </a:solidFill>
              </a:rPr>
              <a:t> </a:t>
            </a:r>
            <a:r>
              <a:rPr lang="en-US" sz="2000" b="1" dirty="0" err="1">
                <a:solidFill>
                  <a:srgbClr val="FF33CC"/>
                </a:solidFill>
              </a:rPr>
              <a:t>b</a:t>
            </a:r>
            <a:r>
              <a:rPr lang="en-US" sz="2000" b="1" baseline="-25000" dirty="0" err="1">
                <a:solidFill>
                  <a:srgbClr val="FF33CC"/>
                </a:solidFill>
              </a:rPr>
              <a:t>d</a:t>
            </a:r>
            <a:r>
              <a:rPr lang="en-US" sz="2000" b="1" dirty="0">
                <a:solidFill>
                  <a:srgbClr val="FF33CC"/>
                </a:solidFill>
              </a:rPr>
              <a:t> </a:t>
            </a:r>
            <a:r>
              <a:rPr lang="en-US" sz="2000" dirty="0">
                <a:solidFill>
                  <a:srgbClr val="FF33CC"/>
                </a:solidFill>
              </a:rPr>
              <a:t>=</a:t>
            </a:r>
            <a:r>
              <a:rPr lang="en-US" sz="2000" b="1" dirty="0">
                <a:solidFill>
                  <a:srgbClr val="FF33CC"/>
                </a:solidFill>
              </a:rPr>
              <a:t> 0 </a:t>
            </a:r>
            <a:r>
              <a:rPr lang="en-US" sz="2000" dirty="0">
                <a:solidFill>
                  <a:srgbClr val="FF33CC"/>
                </a:solidFill>
              </a:rPr>
              <a:t>(the zero vector)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FF33CC"/>
                </a:solidFill>
              </a:rPr>
              <a:t>                  </a:t>
            </a:r>
            <a:r>
              <a:rPr lang="en-US" sz="2000" i="1" dirty="0">
                <a:solidFill>
                  <a:srgbClr val="FF33CC"/>
                </a:solidFill>
              </a:rPr>
              <a:t>then</a:t>
            </a:r>
            <a:r>
              <a:rPr lang="en-US" sz="2000" dirty="0">
                <a:solidFill>
                  <a:srgbClr val="FF33CC"/>
                </a:solidFill>
              </a:rPr>
              <a:t> a</a:t>
            </a:r>
            <a:r>
              <a:rPr lang="en-US" sz="2000" baseline="-25000" dirty="0">
                <a:solidFill>
                  <a:srgbClr val="FF33CC"/>
                </a:solidFill>
              </a:rPr>
              <a:t>1</a:t>
            </a:r>
            <a:r>
              <a:rPr lang="en-US" sz="2000" b="1" dirty="0">
                <a:solidFill>
                  <a:srgbClr val="FF33CC"/>
                </a:solidFill>
              </a:rPr>
              <a:t> </a:t>
            </a:r>
            <a:r>
              <a:rPr lang="en-US" sz="2000" dirty="0">
                <a:solidFill>
                  <a:srgbClr val="FF33CC"/>
                </a:solidFill>
              </a:rPr>
              <a:t>= a</a:t>
            </a:r>
            <a:r>
              <a:rPr lang="en-US" sz="2000" baseline="-25000" dirty="0">
                <a:solidFill>
                  <a:srgbClr val="FF33CC"/>
                </a:solidFill>
              </a:rPr>
              <a:t>2</a:t>
            </a:r>
            <a:r>
              <a:rPr lang="en-US" sz="2000" b="1" dirty="0">
                <a:solidFill>
                  <a:srgbClr val="FF33CC"/>
                </a:solidFill>
              </a:rPr>
              <a:t> </a:t>
            </a:r>
            <a:r>
              <a:rPr lang="en-US" sz="2000" dirty="0">
                <a:solidFill>
                  <a:srgbClr val="FF33CC"/>
                </a:solidFill>
              </a:rPr>
              <a:t>= … = a</a:t>
            </a:r>
            <a:r>
              <a:rPr lang="en-US" sz="2000" baseline="-25000" dirty="0">
                <a:solidFill>
                  <a:srgbClr val="FF33CC"/>
                </a:solidFill>
              </a:rPr>
              <a:t>d</a:t>
            </a:r>
            <a:r>
              <a:rPr lang="en-US" sz="2000" dirty="0">
                <a:solidFill>
                  <a:srgbClr val="FF33CC"/>
                </a:solidFill>
              </a:rPr>
              <a:t> = 0</a:t>
            </a:r>
            <a:r>
              <a:rPr lang="en-US" sz="2000" b="1" dirty="0">
                <a:solidFill>
                  <a:srgbClr val="FF33CC"/>
                </a:solidFill>
              </a:rPr>
              <a:t> 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sz="2000" dirty="0"/>
              <a:t>OR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FF33CC"/>
                </a:solidFill>
              </a:rPr>
              <a:t>2. The expansion </a:t>
            </a:r>
            <a:r>
              <a:rPr lang="en-US" sz="2000" b="1" dirty="0">
                <a:solidFill>
                  <a:srgbClr val="FF33CC"/>
                </a:solidFill>
              </a:rPr>
              <a:t>x</a:t>
            </a:r>
            <a:r>
              <a:rPr lang="en-US" sz="2000" dirty="0">
                <a:solidFill>
                  <a:srgbClr val="FF33CC"/>
                </a:solidFill>
              </a:rPr>
              <a:t> = a</a:t>
            </a:r>
            <a:r>
              <a:rPr lang="en-US" sz="2000" baseline="-25000" dirty="0">
                <a:solidFill>
                  <a:srgbClr val="FF33CC"/>
                </a:solidFill>
              </a:rPr>
              <a:t>1</a:t>
            </a:r>
            <a:r>
              <a:rPr lang="en-US" sz="2000" b="1" dirty="0">
                <a:solidFill>
                  <a:srgbClr val="FF33CC"/>
                </a:solidFill>
              </a:rPr>
              <a:t> b</a:t>
            </a:r>
            <a:r>
              <a:rPr lang="en-US" sz="2000" b="1" baseline="-25000" dirty="0">
                <a:solidFill>
                  <a:srgbClr val="FF33CC"/>
                </a:solidFill>
              </a:rPr>
              <a:t>1</a:t>
            </a:r>
            <a:r>
              <a:rPr lang="en-US" sz="2000" b="1" dirty="0">
                <a:solidFill>
                  <a:srgbClr val="FF33CC"/>
                </a:solidFill>
              </a:rPr>
              <a:t> </a:t>
            </a:r>
            <a:r>
              <a:rPr lang="en-US" sz="2000" dirty="0">
                <a:solidFill>
                  <a:srgbClr val="FF33CC"/>
                </a:solidFill>
              </a:rPr>
              <a:t>+ a</a:t>
            </a:r>
            <a:r>
              <a:rPr lang="en-US" sz="2000" baseline="-25000" dirty="0">
                <a:solidFill>
                  <a:srgbClr val="FF33CC"/>
                </a:solidFill>
              </a:rPr>
              <a:t>2</a:t>
            </a:r>
            <a:r>
              <a:rPr lang="en-US" sz="2000" b="1" dirty="0">
                <a:solidFill>
                  <a:srgbClr val="FF33CC"/>
                </a:solidFill>
              </a:rPr>
              <a:t> b</a:t>
            </a:r>
            <a:r>
              <a:rPr lang="en-US" sz="2000" b="1" baseline="-25000" dirty="0">
                <a:solidFill>
                  <a:srgbClr val="FF33CC"/>
                </a:solidFill>
              </a:rPr>
              <a:t>2</a:t>
            </a:r>
            <a:r>
              <a:rPr lang="en-US" sz="2000" b="1" dirty="0">
                <a:solidFill>
                  <a:srgbClr val="FF33CC"/>
                </a:solidFill>
              </a:rPr>
              <a:t> </a:t>
            </a:r>
            <a:r>
              <a:rPr lang="en-US" sz="2000" dirty="0">
                <a:solidFill>
                  <a:srgbClr val="FF33CC"/>
                </a:solidFill>
              </a:rPr>
              <a:t>+ … + a</a:t>
            </a:r>
            <a:r>
              <a:rPr lang="en-US" sz="2000" baseline="-25000" dirty="0">
                <a:solidFill>
                  <a:srgbClr val="FF33CC"/>
                </a:solidFill>
              </a:rPr>
              <a:t>d</a:t>
            </a:r>
            <a:r>
              <a:rPr lang="en-US" sz="2000" dirty="0">
                <a:solidFill>
                  <a:srgbClr val="FF33CC"/>
                </a:solidFill>
              </a:rPr>
              <a:t> </a:t>
            </a:r>
            <a:r>
              <a:rPr lang="en-US" sz="2000" b="1" dirty="0" err="1">
                <a:solidFill>
                  <a:srgbClr val="FF33CC"/>
                </a:solidFill>
              </a:rPr>
              <a:t>b</a:t>
            </a:r>
            <a:r>
              <a:rPr lang="en-US" sz="2000" b="1" baseline="-25000" dirty="0" err="1">
                <a:solidFill>
                  <a:srgbClr val="FF33CC"/>
                </a:solidFill>
              </a:rPr>
              <a:t>d</a:t>
            </a:r>
            <a:r>
              <a:rPr lang="en-US" sz="2000" b="1" dirty="0">
                <a:solidFill>
                  <a:srgbClr val="FF33CC"/>
                </a:solidFill>
              </a:rPr>
              <a:t> </a:t>
            </a:r>
            <a:r>
              <a:rPr lang="en-US" sz="2000" dirty="0">
                <a:solidFill>
                  <a:srgbClr val="FF33CC"/>
                </a:solidFill>
              </a:rPr>
              <a:t>is unique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sz="2000" dirty="0"/>
              <a:t>(easy to prove that these 2 statements are equivalent)</a:t>
            </a:r>
          </a:p>
          <a:p>
            <a:pPr marL="457200" indent="-457200">
              <a:lnSpc>
                <a:spcPct val="100000"/>
              </a:lnSpc>
              <a:spcBef>
                <a:spcPts val="1200"/>
              </a:spcBef>
              <a:buFont typeface="Wingdings" pitchFamily="2" charset="2"/>
              <a:buNone/>
              <a:defRPr/>
            </a:pPr>
            <a:r>
              <a:rPr lang="en-US" sz="2000" dirty="0"/>
              <a:t>Since the expansion is unique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000" dirty="0"/>
              <a:t>	the coefficients a</a:t>
            </a:r>
            <a:r>
              <a:rPr lang="en-US" sz="2000" baseline="-25000" dirty="0"/>
              <a:t>1</a:t>
            </a:r>
            <a:r>
              <a:rPr lang="en-US" sz="2000" dirty="0"/>
              <a:t> … a</a:t>
            </a:r>
            <a:r>
              <a:rPr lang="en-US" sz="2000" baseline="-25000" dirty="0"/>
              <a:t>d </a:t>
            </a:r>
            <a:r>
              <a:rPr lang="en-US" sz="2000" i="1" dirty="0"/>
              <a:t>represent</a:t>
            </a:r>
            <a:r>
              <a:rPr lang="en-US" sz="2000" dirty="0"/>
              <a:t> the vector in that basis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19BA3BD-A9FA-564F-8ED4-27696EF0ABF4}"/>
                  </a:ext>
                </a:extLst>
              </p14:cNvPr>
              <p14:cNvContentPartPr/>
              <p14:nvPr/>
            </p14:nvContentPartPr>
            <p14:xfrm>
              <a:off x="226800" y="1866600"/>
              <a:ext cx="8845920" cy="4810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19BA3BD-A9FA-564F-8ED4-27696EF0ABF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7440" y="1857240"/>
                <a:ext cx="8864640" cy="482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2880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Time and frequency domains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1200" y="1255713"/>
            <a:ext cx="8255000" cy="1157287"/>
          </a:xfrm>
        </p:spPr>
        <p:txBody>
          <a:bodyPr/>
          <a:lstStyle/>
          <a:p>
            <a:pPr marL="419100" indent="-419100" eaLnBrk="1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None/>
            </a:pPr>
            <a:r>
              <a:rPr lang="en-US" sz="2000" dirty="0"/>
              <a:t>Vector spaces of signals have two important bases </a:t>
            </a:r>
            <a:r>
              <a:rPr lang="en-US" sz="1600" dirty="0"/>
              <a:t> (SUIs and sinusoids)</a:t>
            </a:r>
          </a:p>
          <a:p>
            <a:pPr marL="419100" indent="-419100" eaLnBrk="1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None/>
            </a:pPr>
            <a:r>
              <a:rPr lang="en-US" sz="2000" dirty="0"/>
              <a:t>And the </a:t>
            </a:r>
            <a:r>
              <a:rPr lang="en-US" sz="2000" i="1" dirty="0"/>
              <a:t>representations</a:t>
            </a:r>
            <a:r>
              <a:rPr lang="en-US" sz="2000" dirty="0"/>
              <a:t> (coefficients) of signals in these two bases</a:t>
            </a:r>
          </a:p>
          <a:p>
            <a:pPr marL="419100" indent="-419100" eaLnBrk="1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None/>
            </a:pPr>
            <a:r>
              <a:rPr lang="en-US" sz="2000" dirty="0"/>
              <a:t>	give us two </a:t>
            </a:r>
            <a:r>
              <a:rPr lang="en-US" sz="2000" b="1" dirty="0"/>
              <a:t>domains</a:t>
            </a:r>
          </a:p>
        </p:txBody>
      </p:sp>
      <p:sp>
        <p:nvSpPr>
          <p:cNvPr id="24581" name="Rectangle 4"/>
          <p:cNvSpPr>
            <a:spLocks noChangeArrowheads="1"/>
          </p:cNvSpPr>
          <p:nvPr/>
        </p:nvSpPr>
        <p:spPr bwMode="auto">
          <a:xfrm>
            <a:off x="660400" y="2614613"/>
            <a:ext cx="3606800" cy="155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19100" indent="-419100">
              <a:buClr>
                <a:srgbClr val="F46300"/>
              </a:buClr>
              <a:buSzPct val="70000"/>
              <a:buFont typeface="Wingdings" pitchFamily="2" charset="2"/>
              <a:buNone/>
            </a:pPr>
            <a:r>
              <a:rPr lang="en-US" sz="2200" b="0" dirty="0">
                <a:solidFill>
                  <a:schemeClr val="accent2"/>
                </a:solidFill>
                <a:latin typeface="Arial" charset="0"/>
                <a:cs typeface="Arial" charset="0"/>
              </a:rPr>
              <a:t>Time domain (axis)</a:t>
            </a:r>
            <a:endParaRPr lang="en-US" sz="2400" b="0" dirty="0">
              <a:solidFill>
                <a:schemeClr val="accent2"/>
              </a:solidFill>
              <a:latin typeface="Arial" charset="0"/>
              <a:cs typeface="Arial" charset="0"/>
            </a:endParaRPr>
          </a:p>
          <a:p>
            <a:pPr marL="419100" indent="-419100" algn="ctr">
              <a:spcBef>
                <a:spcPts val="1200"/>
              </a:spcBef>
              <a:spcAft>
                <a:spcPts val="1200"/>
              </a:spcAft>
              <a:buClr>
                <a:srgbClr val="F46300"/>
              </a:buClr>
              <a:buSzPct val="70000"/>
              <a:buFont typeface="Wingdings" pitchFamily="2" charset="2"/>
              <a:buNone/>
            </a:pPr>
            <a:r>
              <a:rPr lang="en-US" sz="2400" b="0" dirty="0">
                <a:solidFill>
                  <a:schemeClr val="accent2"/>
                </a:solidFill>
                <a:latin typeface="Arial" charset="0"/>
                <a:cs typeface="Arial" charset="0"/>
              </a:rPr>
              <a:t>s(t)          </a:t>
            </a:r>
            <a:r>
              <a:rPr lang="en-US" sz="2400" b="0" dirty="0" err="1">
                <a:solidFill>
                  <a:schemeClr val="accent2"/>
                </a:solidFill>
                <a:latin typeface="Arial" charset="0"/>
                <a:cs typeface="Arial" charset="0"/>
              </a:rPr>
              <a:t>s</a:t>
            </a:r>
            <a:r>
              <a:rPr lang="en-US" sz="2400" b="0" baseline="-25000" dirty="0" err="1">
                <a:solidFill>
                  <a:schemeClr val="accent2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</a:t>
            </a:r>
            <a:r>
              <a:rPr lang="en-US" sz="2200" b="0" dirty="0">
                <a:solidFill>
                  <a:schemeClr val="accent2"/>
                </a:solidFill>
                <a:latin typeface="Arial" charset="0"/>
                <a:cs typeface="Arial" charset="0"/>
              </a:rPr>
              <a:t> </a:t>
            </a:r>
            <a:endParaRPr lang="en-US" sz="2000" b="0" dirty="0">
              <a:solidFill>
                <a:schemeClr val="accent2"/>
              </a:solidFill>
              <a:latin typeface="Arial" charset="0"/>
              <a:cs typeface="Arial" charset="0"/>
            </a:endParaRPr>
          </a:p>
          <a:p>
            <a:pPr marL="419100" indent="-419100">
              <a:buClr>
                <a:srgbClr val="F46300"/>
              </a:buClr>
              <a:buSzPct val="70000"/>
              <a:buFont typeface="Wingdings" pitchFamily="2" charset="2"/>
              <a:buNone/>
            </a:pPr>
            <a:r>
              <a:rPr lang="en-US" sz="2000" b="0" dirty="0">
                <a:solidFill>
                  <a:schemeClr val="accent2"/>
                </a:solidFill>
                <a:latin typeface="Arial" charset="0"/>
                <a:cs typeface="Arial" charset="0"/>
              </a:rPr>
              <a:t>Basis - </a:t>
            </a:r>
            <a:r>
              <a:rPr lang="en-US" sz="2000" dirty="0">
                <a:solidFill>
                  <a:schemeClr val="accent2"/>
                </a:solidFill>
                <a:latin typeface="Arial" charset="0"/>
                <a:cs typeface="Arial" charset="0"/>
              </a:rPr>
              <a:t>S</a:t>
            </a:r>
            <a:r>
              <a:rPr lang="en-US" sz="2000" b="0" dirty="0">
                <a:solidFill>
                  <a:schemeClr val="accent2"/>
                </a:solidFill>
                <a:latin typeface="Arial" charset="0"/>
                <a:cs typeface="Arial" charset="0"/>
              </a:rPr>
              <a:t>hifted </a:t>
            </a:r>
            <a:r>
              <a:rPr lang="en-US" sz="2000" dirty="0">
                <a:solidFill>
                  <a:schemeClr val="accent2"/>
                </a:solidFill>
                <a:latin typeface="Arial" charset="0"/>
                <a:cs typeface="Arial" charset="0"/>
              </a:rPr>
              <a:t>U</a:t>
            </a:r>
            <a:r>
              <a:rPr lang="en-US" sz="2000" b="0" dirty="0">
                <a:solidFill>
                  <a:schemeClr val="accent2"/>
                </a:solidFill>
                <a:latin typeface="Arial" charset="0"/>
                <a:cs typeface="Arial" charset="0"/>
              </a:rPr>
              <a:t>nit </a:t>
            </a:r>
            <a:r>
              <a:rPr lang="en-US" sz="2000" dirty="0">
                <a:solidFill>
                  <a:schemeClr val="accent2"/>
                </a:solidFill>
                <a:latin typeface="Arial" charset="0"/>
                <a:cs typeface="Arial" charset="0"/>
              </a:rPr>
              <a:t>I</a:t>
            </a:r>
            <a:r>
              <a:rPr lang="en-US" sz="2000" b="0" dirty="0">
                <a:solidFill>
                  <a:schemeClr val="accent2"/>
                </a:solidFill>
                <a:latin typeface="Arial" charset="0"/>
                <a:cs typeface="Arial" charset="0"/>
              </a:rPr>
              <a:t>mpulses</a:t>
            </a:r>
          </a:p>
        </p:txBody>
      </p:sp>
      <p:sp>
        <p:nvSpPr>
          <p:cNvPr id="24582" name="Rectangle 5"/>
          <p:cNvSpPr>
            <a:spLocks noChangeArrowheads="1"/>
          </p:cNvSpPr>
          <p:nvPr/>
        </p:nvSpPr>
        <p:spPr bwMode="auto">
          <a:xfrm>
            <a:off x="4902200" y="2614613"/>
            <a:ext cx="3441700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19100" indent="-419100">
              <a:buClr>
                <a:srgbClr val="F46300"/>
              </a:buClr>
              <a:buSzPct val="70000"/>
              <a:buFont typeface="Wingdings" pitchFamily="2" charset="2"/>
              <a:buNone/>
            </a:pPr>
            <a:r>
              <a:rPr lang="en-US" sz="2200" b="0" dirty="0">
                <a:solidFill>
                  <a:schemeClr val="accent2"/>
                </a:solidFill>
                <a:latin typeface="Arial" charset="0"/>
                <a:cs typeface="Arial" charset="0"/>
              </a:rPr>
              <a:t>Frequency domain (axis)</a:t>
            </a:r>
          </a:p>
          <a:p>
            <a:pPr marL="419100" indent="-419100" algn="ctr">
              <a:spcBef>
                <a:spcPts val="1200"/>
              </a:spcBef>
              <a:spcAft>
                <a:spcPts val="1200"/>
              </a:spcAft>
              <a:buClr>
                <a:srgbClr val="F46300"/>
              </a:buClr>
              <a:buSzPct val="70000"/>
              <a:buFont typeface="Wingdings" pitchFamily="2" charset="2"/>
              <a:buNone/>
            </a:pPr>
            <a:r>
              <a:rPr lang="en-US" sz="2400" b="0" dirty="0">
                <a:solidFill>
                  <a:schemeClr val="accent2"/>
                </a:solidFill>
                <a:latin typeface="Arial" charset="0"/>
                <a:cs typeface="Arial" charset="0"/>
              </a:rPr>
              <a:t>S(</a:t>
            </a:r>
            <a:r>
              <a:rPr lang="en-US" sz="2400" b="0" dirty="0">
                <a:solidFill>
                  <a:schemeClr val="accent2"/>
                </a:solidFill>
                <a:latin typeface="Arial" charset="0"/>
                <a:cs typeface="Arial" charset="0"/>
                <a:sym typeface="Symbol" pitchFamily="18" charset="2"/>
              </a:rPr>
              <a:t></a:t>
            </a:r>
            <a:r>
              <a:rPr lang="en-US" sz="2400" b="0" dirty="0">
                <a:solidFill>
                  <a:schemeClr val="accent2"/>
                </a:solidFill>
                <a:latin typeface="Arial" charset="0"/>
                <a:cs typeface="Arial" charset="0"/>
              </a:rPr>
              <a:t>)           </a:t>
            </a:r>
            <a:r>
              <a:rPr lang="en-US" sz="2400" b="0" dirty="0" err="1">
                <a:solidFill>
                  <a:schemeClr val="accent2"/>
                </a:solidFill>
                <a:latin typeface="Arial" charset="0"/>
                <a:cs typeface="Arial" charset="0"/>
              </a:rPr>
              <a:t>S</a:t>
            </a:r>
            <a:r>
              <a:rPr lang="en-US" sz="2400" b="0" baseline="-25000" dirty="0" err="1">
                <a:solidFill>
                  <a:schemeClr val="accent2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k</a:t>
            </a:r>
            <a:endParaRPr lang="en-US" sz="2400" b="0" dirty="0">
              <a:solidFill>
                <a:schemeClr val="accent2"/>
              </a:solidFill>
              <a:latin typeface="Arial" charset="0"/>
              <a:cs typeface="Arial" charset="0"/>
            </a:endParaRPr>
          </a:p>
          <a:p>
            <a:pPr marL="419100" indent="-419100">
              <a:buClr>
                <a:srgbClr val="F46300"/>
              </a:buClr>
              <a:buSzPct val="70000"/>
              <a:buFont typeface="Wingdings" pitchFamily="2" charset="2"/>
              <a:buNone/>
            </a:pPr>
            <a:r>
              <a:rPr lang="en-US" sz="2000" b="0" dirty="0">
                <a:solidFill>
                  <a:schemeClr val="accent2"/>
                </a:solidFill>
                <a:latin typeface="Arial" charset="0"/>
                <a:cs typeface="Arial" charset="0"/>
              </a:rPr>
              <a:t>Basis - </a:t>
            </a:r>
            <a:r>
              <a:rPr lang="en-US" sz="2000" dirty="0">
                <a:solidFill>
                  <a:schemeClr val="accent2"/>
                </a:solidFill>
                <a:latin typeface="Arial" charset="0"/>
                <a:cs typeface="Arial" charset="0"/>
              </a:rPr>
              <a:t>sinusoids</a:t>
            </a:r>
          </a:p>
        </p:txBody>
      </p:sp>
      <p:sp>
        <p:nvSpPr>
          <p:cNvPr id="24583" name="Rectangle 6"/>
          <p:cNvSpPr>
            <a:spLocks noChangeArrowheads="1"/>
          </p:cNvSpPr>
          <p:nvPr/>
        </p:nvSpPr>
        <p:spPr bwMode="auto">
          <a:xfrm>
            <a:off x="711200" y="4305300"/>
            <a:ext cx="6921500" cy="228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19100" indent="-419100">
              <a:spcBef>
                <a:spcPct val="10000"/>
              </a:spcBef>
              <a:buClr>
                <a:srgbClr val="F46300"/>
              </a:buClr>
              <a:buSzPct val="70000"/>
              <a:buFont typeface="Wingdings" pitchFamily="2" charset="2"/>
              <a:buNone/>
            </a:pPr>
            <a:r>
              <a:rPr lang="en-US" sz="2000" b="0" dirty="0">
                <a:latin typeface="Arial" charset="0"/>
                <a:cs typeface="Arial" charset="0"/>
              </a:rPr>
              <a:t>We use the same letter capitalized to stress that these are the same signal, just different representations</a:t>
            </a:r>
          </a:p>
          <a:p>
            <a:pPr marL="419100" indent="-419100">
              <a:spcBef>
                <a:spcPts val="1200"/>
              </a:spcBef>
              <a:buClr>
                <a:srgbClr val="F46300"/>
              </a:buClr>
              <a:buSzPct val="70000"/>
              <a:buFont typeface="Wingdings" pitchFamily="2" charset="2"/>
              <a:buNone/>
            </a:pPr>
            <a:r>
              <a:rPr lang="en-US" sz="2000" b="0" dirty="0">
                <a:solidFill>
                  <a:srgbClr val="FF33CC"/>
                </a:solidFill>
                <a:latin typeface="Arial" charset="0"/>
                <a:cs typeface="Arial" charset="0"/>
              </a:rPr>
              <a:t>To go between the representations :</a:t>
            </a:r>
          </a:p>
          <a:p>
            <a:pPr marL="419100" indent="-419100">
              <a:spcBef>
                <a:spcPct val="10000"/>
              </a:spcBef>
              <a:buClr>
                <a:srgbClr val="F46300"/>
              </a:buClr>
              <a:buSzPct val="70000"/>
              <a:buFont typeface="Wingdings" pitchFamily="2" charset="2"/>
              <a:buNone/>
            </a:pPr>
            <a:r>
              <a:rPr lang="en-US" sz="2000" b="0" dirty="0">
                <a:solidFill>
                  <a:srgbClr val="FF33CC"/>
                </a:solidFill>
                <a:latin typeface="Arial" charset="0"/>
                <a:cs typeface="Arial" charset="0"/>
              </a:rPr>
              <a:t>	analog signals - Fourier transform  FT/</a:t>
            </a:r>
            <a:r>
              <a:rPr lang="en-US" sz="2000" b="0" dirty="0" err="1">
                <a:solidFill>
                  <a:srgbClr val="FF33CC"/>
                </a:solidFill>
                <a:latin typeface="Arial" charset="0"/>
                <a:cs typeface="Arial" charset="0"/>
              </a:rPr>
              <a:t>iFT</a:t>
            </a:r>
            <a:endParaRPr lang="en-US" sz="2000" b="0" dirty="0">
              <a:solidFill>
                <a:srgbClr val="FF33CC"/>
              </a:solidFill>
              <a:latin typeface="Arial" charset="0"/>
              <a:cs typeface="Arial" charset="0"/>
            </a:endParaRPr>
          </a:p>
          <a:p>
            <a:pPr marL="419100" indent="-419100">
              <a:spcBef>
                <a:spcPct val="10000"/>
              </a:spcBef>
              <a:buClr>
                <a:srgbClr val="F46300"/>
              </a:buClr>
              <a:buSzPct val="70000"/>
              <a:buFont typeface="Wingdings" pitchFamily="2" charset="2"/>
              <a:buNone/>
            </a:pPr>
            <a:r>
              <a:rPr lang="en-US" sz="2000" b="0" dirty="0">
                <a:solidFill>
                  <a:srgbClr val="FF33CC"/>
                </a:solidFill>
                <a:latin typeface="Arial" charset="0"/>
                <a:cs typeface="Arial" charset="0"/>
              </a:rPr>
              <a:t>	digital signals - Discrete Fourier transform DFT/</a:t>
            </a:r>
            <a:r>
              <a:rPr lang="en-US" sz="2000" b="0" dirty="0" err="1">
                <a:solidFill>
                  <a:srgbClr val="FF33CC"/>
                </a:solidFill>
                <a:latin typeface="Arial" charset="0"/>
                <a:cs typeface="Arial" charset="0"/>
              </a:rPr>
              <a:t>iDFT</a:t>
            </a:r>
            <a:endParaRPr lang="en-US" sz="2000" b="0" dirty="0">
              <a:solidFill>
                <a:srgbClr val="FF33CC"/>
              </a:solidFill>
              <a:latin typeface="Arial" charset="0"/>
              <a:cs typeface="Arial" charset="0"/>
            </a:endParaRPr>
          </a:p>
          <a:p>
            <a:pPr marL="419100" indent="-419100">
              <a:spcBef>
                <a:spcPts val="600"/>
              </a:spcBef>
              <a:buClr>
                <a:srgbClr val="F46300"/>
              </a:buClr>
              <a:buSzPct val="70000"/>
              <a:buFont typeface="Wingdings" pitchFamily="2" charset="2"/>
              <a:buNone/>
            </a:pPr>
            <a:r>
              <a:rPr lang="en-US" sz="1800" b="0" dirty="0">
                <a:latin typeface="Arial" charset="0"/>
                <a:cs typeface="Arial" charset="0"/>
              </a:rPr>
              <a:t>There is a </a:t>
            </a:r>
            <a:r>
              <a:rPr lang="en-US" sz="1800" b="0" i="1" dirty="0">
                <a:latin typeface="Arial" charset="0"/>
                <a:cs typeface="Arial" charset="0"/>
              </a:rPr>
              <a:t>fast</a:t>
            </a:r>
            <a:r>
              <a:rPr lang="en-US" sz="1800" b="0" dirty="0">
                <a:latin typeface="Arial" charset="0"/>
                <a:cs typeface="Arial" charset="0"/>
              </a:rPr>
              <a:t> algorithm for the DFT/</a:t>
            </a:r>
            <a:r>
              <a:rPr lang="en-US" sz="1800" b="0" dirty="0" err="1">
                <a:latin typeface="Arial" charset="0"/>
                <a:cs typeface="Arial" charset="0"/>
              </a:rPr>
              <a:t>iDFT</a:t>
            </a:r>
            <a:r>
              <a:rPr lang="en-US" sz="1800" b="0" dirty="0">
                <a:latin typeface="Arial" charset="0"/>
                <a:cs typeface="Arial" charset="0"/>
              </a:rPr>
              <a:t> called the FFT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BD80404-5C5C-6845-9C16-4FA0E16D9030}"/>
                  </a:ext>
                </a:extLst>
              </p14:cNvPr>
              <p14:cNvContentPartPr/>
              <p14:nvPr/>
            </p14:nvContentPartPr>
            <p14:xfrm>
              <a:off x="556920" y="2240640"/>
              <a:ext cx="8043840" cy="4327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BD80404-5C5C-6845-9C16-4FA0E16D903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7560" y="2231280"/>
                <a:ext cx="8062560" cy="434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1857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65100"/>
            <a:ext cx="8301360" cy="922338"/>
          </a:xfrm>
        </p:spPr>
        <p:txBody>
          <a:bodyPr/>
          <a:lstStyle/>
          <a:p>
            <a:pPr>
              <a:defRPr/>
            </a:pPr>
            <a:r>
              <a:rPr lang="en-US" dirty="0"/>
              <a:t>Fourier 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725" y="1087438"/>
            <a:ext cx="8748713" cy="559752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000" dirty="0"/>
              <a:t>Many periodic analog signals can be written as the sum of Harmonically Related Sinusoids (HRSs)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sz="1800" dirty="0"/>
              <a:t>If the period is T, the frequency is f = 1/T, the angular frequency is </a:t>
            </a:r>
            <a:r>
              <a:rPr lang="en-US" sz="1800" dirty="0">
                <a:latin typeface="Symbol" pitchFamily="18" charset="2"/>
              </a:rPr>
              <a:t>w</a:t>
            </a:r>
            <a:r>
              <a:rPr lang="en-US" sz="1800" dirty="0"/>
              <a:t> = 2 </a:t>
            </a:r>
            <a:r>
              <a:rPr lang="en-US" sz="1800" dirty="0">
                <a:latin typeface="Symbol" pitchFamily="18" charset="2"/>
              </a:rPr>
              <a:t>p</a:t>
            </a:r>
            <a:r>
              <a:rPr lang="en-US" sz="1800" dirty="0"/>
              <a:t> f = 2 </a:t>
            </a:r>
            <a:r>
              <a:rPr lang="en-US" sz="1800" dirty="0">
                <a:latin typeface="Symbol" pitchFamily="18" charset="2"/>
              </a:rPr>
              <a:t>p</a:t>
            </a:r>
            <a:r>
              <a:rPr lang="en-US" sz="1800" dirty="0"/>
              <a:t> / T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None/>
              <a:defRPr/>
            </a:pPr>
            <a:r>
              <a:rPr lang="en-US" sz="2000" dirty="0"/>
              <a:t>		s(t) = a</a:t>
            </a:r>
            <a:r>
              <a:rPr lang="en-US" sz="2000" baseline="-25000" dirty="0"/>
              <a:t>1</a:t>
            </a:r>
            <a:r>
              <a:rPr lang="en-US" sz="2000" dirty="0"/>
              <a:t> sin(</a:t>
            </a:r>
            <a:r>
              <a:rPr lang="en-US" sz="2000" dirty="0">
                <a:latin typeface="Symbol" pitchFamily="18" charset="2"/>
              </a:rPr>
              <a:t>w</a:t>
            </a:r>
            <a:r>
              <a:rPr lang="en-US" sz="2000" dirty="0"/>
              <a:t>t) + a</a:t>
            </a:r>
            <a:r>
              <a:rPr lang="en-US" sz="2000" baseline="-25000" dirty="0"/>
              <a:t>2</a:t>
            </a:r>
            <a:r>
              <a:rPr lang="en-US" sz="2000" dirty="0"/>
              <a:t> sin(2</a:t>
            </a:r>
            <a:r>
              <a:rPr lang="en-US" sz="2000" dirty="0">
                <a:latin typeface="Symbol" pitchFamily="18" charset="2"/>
              </a:rPr>
              <a:t>w</a:t>
            </a:r>
            <a:r>
              <a:rPr lang="en-US" sz="2000" dirty="0"/>
              <a:t>t) + a</a:t>
            </a:r>
            <a:r>
              <a:rPr lang="en-US" sz="2000" baseline="-25000" dirty="0"/>
              <a:t>3</a:t>
            </a:r>
            <a:r>
              <a:rPr lang="en-US" sz="2000" dirty="0"/>
              <a:t> sin(3</a:t>
            </a:r>
            <a:r>
              <a:rPr lang="en-US" sz="2000" dirty="0">
                <a:latin typeface="Symbol" pitchFamily="18" charset="2"/>
              </a:rPr>
              <a:t>w</a:t>
            </a:r>
            <a:r>
              <a:rPr lang="en-US" sz="2000" dirty="0"/>
              <a:t>t) + …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000" dirty="0"/>
              <a:t>But this can’t be true for </a:t>
            </a:r>
            <a:r>
              <a:rPr lang="en-US" sz="2000" b="1" i="1" dirty="0"/>
              <a:t>all</a:t>
            </a:r>
            <a:r>
              <a:rPr lang="en-US" sz="2000" dirty="0"/>
              <a:t> periodic analog signals !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ClrTx/>
              <a:buFont typeface="+mj-lt"/>
              <a:buAutoNum type="arabicPeriod"/>
              <a:defRPr/>
            </a:pPr>
            <a:r>
              <a:rPr lang="en-US" sz="1800" dirty="0"/>
              <a:t>sum of </a:t>
            </a:r>
            <a:r>
              <a:rPr lang="en-US" sz="1800" dirty="0" err="1"/>
              <a:t>sines</a:t>
            </a:r>
            <a:r>
              <a:rPr lang="en-US" sz="1800" dirty="0"/>
              <a:t> is an odd function  s(-t) = -s(t)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ClrTx/>
              <a:buFont typeface="+mj-lt"/>
              <a:buAutoNum type="arabicPeriod"/>
              <a:defRPr/>
            </a:pPr>
            <a:r>
              <a:rPr lang="en-US" sz="1800" dirty="0"/>
              <a:t>in particular, s(0) must equal 0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sz="2000" dirty="0"/>
              <a:t>Similarly, it can’t be true that </a:t>
            </a:r>
            <a:r>
              <a:rPr lang="en-US" sz="2000" b="1" i="1" dirty="0"/>
              <a:t>all</a:t>
            </a:r>
            <a:r>
              <a:rPr lang="en-US" sz="2000" dirty="0"/>
              <a:t> periodic analog signals obey</a:t>
            </a:r>
          </a:p>
          <a:p>
            <a:pPr marL="457200" indent="-457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None/>
              <a:defRPr/>
            </a:pPr>
            <a:r>
              <a:rPr lang="en-US" sz="2000" dirty="0"/>
              <a:t>		s(t) = b</a:t>
            </a:r>
            <a:r>
              <a:rPr lang="en-US" sz="2000" baseline="-25000" dirty="0"/>
              <a:t>0  </a:t>
            </a:r>
            <a:r>
              <a:rPr lang="en-US" sz="2000" dirty="0"/>
              <a:t>+</a:t>
            </a:r>
            <a:r>
              <a:rPr lang="en-US" sz="2000" baseline="-25000" dirty="0"/>
              <a:t> </a:t>
            </a:r>
            <a:r>
              <a:rPr lang="en-US" sz="2000" dirty="0"/>
              <a:t>b</a:t>
            </a:r>
            <a:r>
              <a:rPr lang="en-US" sz="2000" baseline="-25000" dirty="0"/>
              <a:t>1</a:t>
            </a:r>
            <a:r>
              <a:rPr lang="en-US" sz="2000" dirty="0"/>
              <a:t> </a:t>
            </a:r>
            <a:r>
              <a:rPr lang="en-US" sz="2000" dirty="0" err="1"/>
              <a:t>cos</a:t>
            </a:r>
            <a:r>
              <a:rPr lang="en-US" sz="2000" dirty="0"/>
              <a:t>(</a:t>
            </a:r>
            <a:r>
              <a:rPr lang="en-US" sz="2000" dirty="0">
                <a:latin typeface="Symbol" pitchFamily="18" charset="2"/>
              </a:rPr>
              <a:t>w</a:t>
            </a:r>
            <a:r>
              <a:rPr lang="en-US" sz="2000" dirty="0"/>
              <a:t>t) + b</a:t>
            </a:r>
            <a:r>
              <a:rPr lang="en-US" sz="2000" baseline="-25000" dirty="0"/>
              <a:t>2</a:t>
            </a:r>
            <a:r>
              <a:rPr lang="en-US" sz="2000" dirty="0"/>
              <a:t> </a:t>
            </a:r>
            <a:r>
              <a:rPr lang="en-US" sz="2000" dirty="0" err="1"/>
              <a:t>cos</a:t>
            </a:r>
            <a:r>
              <a:rPr lang="en-US" sz="2000" dirty="0"/>
              <a:t>(2</a:t>
            </a:r>
            <a:r>
              <a:rPr lang="en-US" sz="2000" dirty="0">
                <a:latin typeface="Symbol" pitchFamily="18" charset="2"/>
              </a:rPr>
              <a:t>w</a:t>
            </a:r>
            <a:r>
              <a:rPr lang="en-US" sz="2000" dirty="0"/>
              <a:t>t) + b</a:t>
            </a:r>
            <a:r>
              <a:rPr lang="en-US" sz="2000" baseline="-25000" dirty="0"/>
              <a:t>3</a:t>
            </a:r>
            <a:r>
              <a:rPr lang="en-US" sz="2000" dirty="0"/>
              <a:t> </a:t>
            </a:r>
            <a:r>
              <a:rPr lang="en-US" sz="2000" dirty="0" err="1"/>
              <a:t>cos</a:t>
            </a:r>
            <a:r>
              <a:rPr lang="en-US" sz="2000" dirty="0"/>
              <a:t>(3</a:t>
            </a:r>
            <a:r>
              <a:rPr lang="en-US" sz="2000" dirty="0">
                <a:latin typeface="Symbol" pitchFamily="18" charset="2"/>
              </a:rPr>
              <a:t>w</a:t>
            </a:r>
            <a:r>
              <a:rPr lang="en-US" sz="2000" dirty="0"/>
              <a:t>t) + …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000" dirty="0"/>
              <a:t>Since this would give only even functions  s(-t) = s(t)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sz="2000" dirty="0"/>
              <a:t>We know that any (periodic) function can be written as the sum of 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000" dirty="0"/>
              <a:t>	an even (periodic) function and an odd (periodic) function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000" dirty="0"/>
              <a:t>		s(t) = e(t) + o(t)    </a:t>
            </a:r>
            <a:r>
              <a:rPr lang="en-US" sz="1400" dirty="0"/>
              <a:t>where  e(t)  =  ( s(t) + s(-t) ) / 2   and   o(t)  =  ( s(t) - s(-t) ) / 2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FF0000"/>
                </a:solidFill>
              </a:rPr>
              <a:t>So Fourier claimed that all periodic analog signals can be written :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FF0000"/>
                </a:solidFill>
              </a:rPr>
              <a:t>		s(t)   =             a</a:t>
            </a:r>
            <a:r>
              <a:rPr lang="en-US" sz="2000" baseline="-25000" dirty="0">
                <a:solidFill>
                  <a:srgbClr val="FF0000"/>
                </a:solidFill>
              </a:rPr>
              <a:t>1</a:t>
            </a:r>
            <a:r>
              <a:rPr lang="en-US" sz="2000" dirty="0">
                <a:solidFill>
                  <a:srgbClr val="FF0000"/>
                </a:solidFill>
              </a:rPr>
              <a:t> sin(</a:t>
            </a:r>
            <a:r>
              <a:rPr lang="en-US" sz="2000" dirty="0">
                <a:solidFill>
                  <a:srgbClr val="FF0000"/>
                </a:solidFill>
                <a:latin typeface="Symbol" pitchFamily="18" charset="2"/>
              </a:rPr>
              <a:t>w</a:t>
            </a:r>
            <a:r>
              <a:rPr lang="en-US" sz="2000" dirty="0">
                <a:solidFill>
                  <a:srgbClr val="FF0000"/>
                </a:solidFill>
              </a:rPr>
              <a:t>t)  + a</a:t>
            </a:r>
            <a:r>
              <a:rPr lang="en-US" sz="2000" baseline="-25000" dirty="0">
                <a:solidFill>
                  <a:srgbClr val="FF0000"/>
                </a:solidFill>
              </a:rPr>
              <a:t>2</a:t>
            </a:r>
            <a:r>
              <a:rPr lang="en-US" sz="2000" dirty="0">
                <a:solidFill>
                  <a:srgbClr val="FF0000"/>
                </a:solidFill>
              </a:rPr>
              <a:t> sin(2</a:t>
            </a:r>
            <a:r>
              <a:rPr lang="en-US" sz="2000" dirty="0">
                <a:solidFill>
                  <a:srgbClr val="FF0000"/>
                </a:solidFill>
                <a:latin typeface="Symbol" pitchFamily="18" charset="2"/>
              </a:rPr>
              <a:t>w</a:t>
            </a:r>
            <a:r>
              <a:rPr lang="en-US" sz="2000" dirty="0">
                <a:solidFill>
                  <a:srgbClr val="FF0000"/>
                </a:solidFill>
              </a:rPr>
              <a:t>t)  + a</a:t>
            </a:r>
            <a:r>
              <a:rPr lang="en-US" sz="2000" baseline="-25000" dirty="0">
                <a:solidFill>
                  <a:srgbClr val="FF0000"/>
                </a:solidFill>
              </a:rPr>
              <a:t>3</a:t>
            </a:r>
            <a:r>
              <a:rPr lang="en-US" sz="2000" dirty="0">
                <a:solidFill>
                  <a:srgbClr val="FF0000"/>
                </a:solidFill>
              </a:rPr>
              <a:t> sin(3</a:t>
            </a:r>
            <a:r>
              <a:rPr lang="en-US" sz="2000" dirty="0">
                <a:solidFill>
                  <a:srgbClr val="FF0000"/>
                </a:solidFill>
                <a:latin typeface="Symbol" pitchFamily="18" charset="2"/>
              </a:rPr>
              <a:t>w</a:t>
            </a:r>
            <a:r>
              <a:rPr lang="en-US" sz="2000" dirty="0">
                <a:solidFill>
                  <a:srgbClr val="FF0000"/>
                </a:solidFill>
              </a:rPr>
              <a:t>t) + … 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FF0000"/>
                </a:solidFill>
              </a:rPr>
              <a:t>			+ b</a:t>
            </a:r>
            <a:r>
              <a:rPr lang="en-US" sz="2000" baseline="-25000" dirty="0">
                <a:solidFill>
                  <a:srgbClr val="FF0000"/>
                </a:solidFill>
              </a:rPr>
              <a:t>0 </a:t>
            </a:r>
            <a:r>
              <a:rPr lang="en-US" sz="2000" dirty="0">
                <a:solidFill>
                  <a:srgbClr val="FF0000"/>
                </a:solidFill>
              </a:rPr>
              <a:t>+</a:t>
            </a:r>
            <a:r>
              <a:rPr lang="en-US" sz="2000" baseline="-25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</a:rPr>
              <a:t>b</a:t>
            </a:r>
            <a:r>
              <a:rPr lang="en-US" sz="2000" baseline="-25000" dirty="0">
                <a:solidFill>
                  <a:srgbClr val="FF0000"/>
                </a:solidFill>
              </a:rPr>
              <a:t>1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cos</a:t>
            </a:r>
            <a:r>
              <a:rPr lang="en-US" sz="2000" dirty="0">
                <a:solidFill>
                  <a:srgbClr val="FF0000"/>
                </a:solidFill>
              </a:rPr>
              <a:t>(</a:t>
            </a:r>
            <a:r>
              <a:rPr lang="en-US" sz="2000" dirty="0">
                <a:solidFill>
                  <a:srgbClr val="FF0000"/>
                </a:solidFill>
                <a:latin typeface="Symbol" pitchFamily="18" charset="2"/>
              </a:rPr>
              <a:t>w</a:t>
            </a:r>
            <a:r>
              <a:rPr lang="en-US" sz="2000" dirty="0">
                <a:solidFill>
                  <a:srgbClr val="FF0000"/>
                </a:solidFill>
              </a:rPr>
              <a:t>t) + b</a:t>
            </a:r>
            <a:r>
              <a:rPr lang="en-US" sz="2000" baseline="-25000" dirty="0">
                <a:solidFill>
                  <a:srgbClr val="FF0000"/>
                </a:solidFill>
              </a:rPr>
              <a:t>2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cos</a:t>
            </a:r>
            <a:r>
              <a:rPr lang="en-US" sz="2000" dirty="0">
                <a:solidFill>
                  <a:srgbClr val="FF0000"/>
                </a:solidFill>
              </a:rPr>
              <a:t>(2</a:t>
            </a:r>
            <a:r>
              <a:rPr lang="en-US" sz="2000" dirty="0">
                <a:solidFill>
                  <a:srgbClr val="FF0000"/>
                </a:solidFill>
                <a:latin typeface="Symbol" pitchFamily="18" charset="2"/>
              </a:rPr>
              <a:t>w</a:t>
            </a:r>
            <a:r>
              <a:rPr lang="en-US" sz="2000" dirty="0">
                <a:solidFill>
                  <a:srgbClr val="FF0000"/>
                </a:solidFill>
              </a:rPr>
              <a:t>t) + b</a:t>
            </a:r>
            <a:r>
              <a:rPr lang="en-US" sz="2000" baseline="-25000" dirty="0">
                <a:solidFill>
                  <a:srgbClr val="FF0000"/>
                </a:solidFill>
              </a:rPr>
              <a:t>3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cos</a:t>
            </a:r>
            <a:r>
              <a:rPr lang="en-US" sz="2000" dirty="0">
                <a:solidFill>
                  <a:srgbClr val="FF0000"/>
                </a:solidFill>
              </a:rPr>
              <a:t>(3</a:t>
            </a:r>
            <a:r>
              <a:rPr lang="en-US" sz="2000" dirty="0">
                <a:solidFill>
                  <a:srgbClr val="FF0000"/>
                </a:solidFill>
                <a:latin typeface="Symbol" pitchFamily="18" charset="2"/>
              </a:rPr>
              <a:t>w</a:t>
            </a:r>
            <a:r>
              <a:rPr lang="en-US" sz="2000" dirty="0">
                <a:solidFill>
                  <a:srgbClr val="FF0000"/>
                </a:solidFill>
              </a:rPr>
              <a:t>t) + …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A28D221-8913-4745-B4C3-13F9B4546086}"/>
                  </a:ext>
                </a:extLst>
              </p14:cNvPr>
              <p14:cNvContentPartPr/>
              <p14:nvPr/>
            </p14:nvContentPartPr>
            <p14:xfrm>
              <a:off x="516240" y="401400"/>
              <a:ext cx="8526600" cy="6295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A28D221-8913-4745-B4C3-13F9B454608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6880" y="392040"/>
                <a:ext cx="8545320" cy="631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229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>
          <a:xfrm>
            <a:off x="303213" y="294928"/>
            <a:ext cx="8537575" cy="685800"/>
          </a:xfrm>
        </p:spPr>
        <p:txBody>
          <a:bodyPr/>
          <a:lstStyle/>
          <a:p>
            <a:r>
              <a:rPr lang="en-GB"/>
              <a:t>Fourier Series and Fourier Basis Functions</a:t>
            </a:r>
          </a:p>
        </p:txBody>
      </p:sp>
      <p:sp>
        <p:nvSpPr>
          <p:cNvPr id="169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14400"/>
            <a:ext cx="8516938" cy="2874640"/>
          </a:xfrm>
        </p:spPr>
        <p:txBody>
          <a:bodyPr/>
          <a:lstStyle/>
          <a:p>
            <a:r>
              <a:rPr lang="en-GB" dirty="0"/>
              <a:t>Previously, we have seen that any input signal can represented as a linear combination of shifted impulses (for either DT or CT signals)</a:t>
            </a:r>
            <a:endParaRPr lang="en-GB" sz="900" dirty="0"/>
          </a:p>
          <a:p>
            <a:r>
              <a:rPr lang="en-GB" dirty="0"/>
              <a:t>However, it turns out that any signals can also be represented as a linear combination of </a:t>
            </a:r>
            <a:r>
              <a:rPr lang="en-GB" b="1" dirty="0"/>
              <a:t>Fourier basis functions</a:t>
            </a:r>
            <a:r>
              <a:rPr lang="en-GB" dirty="0"/>
              <a:t> which are purely imaginary exponentials</a:t>
            </a:r>
            <a:endParaRPr lang="en-GB" sz="900" dirty="0"/>
          </a:p>
          <a:p>
            <a:r>
              <a:rPr lang="en-GB" dirty="0"/>
              <a:t>These are known as continuous-time </a:t>
            </a:r>
            <a:r>
              <a:rPr lang="en-GB" b="1" dirty="0"/>
              <a:t>Fourier series</a:t>
            </a:r>
          </a:p>
          <a:p>
            <a:r>
              <a:rPr lang="en-GB" dirty="0"/>
              <a:t>The bases are </a:t>
            </a:r>
            <a:r>
              <a:rPr lang="en-GB" b="1" dirty="0"/>
              <a:t>scaled and shifted sinusoidal signals</a:t>
            </a:r>
            <a:r>
              <a:rPr lang="en-GB" dirty="0"/>
              <a:t>, which can be represented as </a:t>
            </a:r>
            <a:r>
              <a:rPr lang="en-GB" b="1" dirty="0"/>
              <a:t>complex exponentials</a:t>
            </a:r>
          </a:p>
        </p:txBody>
      </p:sp>
      <p:pic>
        <p:nvPicPr>
          <p:cNvPr id="169994" name="Picture 10" descr="C:\Documents and Settings\mchssmb4\My Documents\Teaching\UG\SignalsSystems\MatlabSimulink\FourierSu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3" r="7613"/>
          <a:stretch>
            <a:fillRect/>
          </a:stretch>
        </p:blipFill>
        <p:spPr bwMode="auto">
          <a:xfrm>
            <a:off x="1025227" y="4426371"/>
            <a:ext cx="6715125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9996" name="Text Box 12"/>
          <p:cNvSpPr txBox="1">
            <a:spLocks noChangeArrowheads="1"/>
          </p:cNvSpPr>
          <p:nvPr/>
        </p:nvSpPr>
        <p:spPr bwMode="auto">
          <a:xfrm>
            <a:off x="2123728" y="3861048"/>
            <a:ext cx="53127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000" i="1" dirty="0"/>
              <a:t>x</a:t>
            </a:r>
            <a:r>
              <a:rPr lang="en-US" sz="2000" dirty="0"/>
              <a:t>(</a:t>
            </a:r>
            <a:r>
              <a:rPr lang="en-US" sz="2000" i="1" dirty="0"/>
              <a:t>t</a:t>
            </a:r>
            <a:r>
              <a:rPr lang="en-US" sz="2000" dirty="0"/>
              <a:t>) = sin(</a:t>
            </a:r>
            <a:r>
              <a:rPr lang="en-US" sz="2000" i="1" dirty="0"/>
              <a:t>t</a:t>
            </a:r>
            <a:r>
              <a:rPr lang="en-US" sz="2000" dirty="0"/>
              <a:t>) +  0.2cos(2</a:t>
            </a:r>
            <a:r>
              <a:rPr lang="en-US" sz="2000" i="1" dirty="0"/>
              <a:t>t</a:t>
            </a:r>
            <a:r>
              <a:rPr lang="en-US" sz="2000" dirty="0"/>
              <a:t>) +    0.1sin(5</a:t>
            </a:r>
            <a:r>
              <a:rPr lang="en-US" sz="2000" i="1" dirty="0"/>
              <a:t>t</a:t>
            </a:r>
            <a:r>
              <a:rPr lang="en-US" sz="2000" dirty="0"/>
              <a:t>)</a:t>
            </a:r>
            <a:endParaRPr lang="en-GB" sz="2000" dirty="0"/>
          </a:p>
        </p:txBody>
      </p:sp>
      <p:sp>
        <p:nvSpPr>
          <p:cNvPr id="169997" name="Text Box 13"/>
          <p:cNvSpPr txBox="1">
            <a:spLocks noChangeArrowheads="1"/>
          </p:cNvSpPr>
          <p:nvPr/>
        </p:nvSpPr>
        <p:spPr bwMode="auto">
          <a:xfrm>
            <a:off x="6310114" y="6446664"/>
            <a:ext cx="514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i="1"/>
              <a:t>x</a:t>
            </a:r>
            <a:r>
              <a:rPr lang="en-US" sz="1800"/>
              <a:t>(</a:t>
            </a:r>
            <a:r>
              <a:rPr lang="en-US" sz="1800" i="1"/>
              <a:t>t</a:t>
            </a:r>
            <a:r>
              <a:rPr lang="en-US" sz="1800"/>
              <a:t>)</a:t>
            </a:r>
            <a:endParaRPr lang="en-GB" sz="1800"/>
          </a:p>
        </p:txBody>
      </p:sp>
      <p:sp>
        <p:nvSpPr>
          <p:cNvPr id="169998" name="Text Box 14"/>
          <p:cNvSpPr txBox="1">
            <a:spLocks noChangeArrowheads="1"/>
          </p:cNvSpPr>
          <p:nvPr/>
        </p:nvSpPr>
        <p:spPr bwMode="auto">
          <a:xfrm>
            <a:off x="2827139" y="6446664"/>
            <a:ext cx="4921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i="1" dirty="0" err="1"/>
              <a:t>e</a:t>
            </a:r>
            <a:r>
              <a:rPr lang="en-US" sz="1800" i="1" baseline="30000" dirty="0" err="1"/>
              <a:t>j</a:t>
            </a:r>
            <a:r>
              <a:rPr lang="en-US" sz="1800" i="1" baseline="30000" dirty="0" err="1">
                <a:latin typeface="Symbol" pitchFamily="18" charset="2"/>
              </a:rPr>
              <a:t>w</a:t>
            </a:r>
            <a:r>
              <a:rPr lang="en-US" sz="1800" i="1" baseline="30000" dirty="0" err="1"/>
              <a:t>t</a:t>
            </a:r>
            <a:endParaRPr lang="en-GB" sz="1800" i="1" baseline="30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1968595-E0CF-3448-94F8-300C5D8C8E4D}"/>
                  </a:ext>
                </a:extLst>
              </p14:cNvPr>
              <p14:cNvContentPartPr/>
              <p14:nvPr/>
            </p14:nvContentPartPr>
            <p14:xfrm>
              <a:off x="333000" y="2173680"/>
              <a:ext cx="8811000" cy="4518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1968595-E0CF-3448-94F8-300C5D8C8E4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3640" y="2164320"/>
                <a:ext cx="8829720" cy="453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1749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Real and Complex Sinusoids</a:t>
            </a:r>
          </a:p>
        </p:txBody>
      </p:sp>
      <p:pic>
        <p:nvPicPr>
          <p:cNvPr id="131076" name="Picture 4" descr="Real and Complex Sinus.jpg                                     00006DB2mjr                            B9A3C281: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200" y="1384300"/>
            <a:ext cx="4954588" cy="430053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31077" name="Object 5"/>
          <p:cNvGraphicFramePr>
            <a:graphicFrameLocks noChangeAspect="1"/>
          </p:cNvGraphicFramePr>
          <p:nvPr/>
        </p:nvGraphicFramePr>
        <p:xfrm>
          <a:off x="6477000" y="2095500"/>
          <a:ext cx="2171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5" name="Equation" r:id="rId4" imgW="2171700" imgH="723900" progId="Equation.DSMT36">
                  <p:embed/>
                </p:oleObj>
              </mc:Choice>
              <mc:Fallback>
                <p:oleObj name="Equation" r:id="rId4" imgW="2171700" imgH="723900" progId="Equation.DSMT3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2095500"/>
                        <a:ext cx="21717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78" name="Object 6"/>
          <p:cNvGraphicFramePr>
            <a:graphicFrameLocks noChangeAspect="1"/>
          </p:cNvGraphicFramePr>
          <p:nvPr/>
        </p:nvGraphicFramePr>
        <p:xfrm>
          <a:off x="6477000" y="4127500"/>
          <a:ext cx="2120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6" name="Equation" r:id="rId6" imgW="2120900" imgH="787400" progId="Equation.DSMT36">
                  <p:embed/>
                </p:oleObj>
              </mc:Choice>
              <mc:Fallback>
                <p:oleObj name="Equation" r:id="rId6" imgW="2120900" imgH="787400" progId="Equation.DSMT3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4127500"/>
                        <a:ext cx="21209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C97A3B0-05C8-5F41-8FF3-C79C53377266}"/>
                  </a:ext>
                </a:extLst>
              </p14:cNvPr>
              <p14:cNvContentPartPr/>
              <p14:nvPr/>
            </p14:nvContentPartPr>
            <p14:xfrm>
              <a:off x="214920" y="522000"/>
              <a:ext cx="8621640" cy="6289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C97A3B0-05C8-5F41-8FF3-C79C5337726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5560" y="512640"/>
                <a:ext cx="8640360" cy="630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6075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Jean Baptiste Joseph Fourier</a:t>
            </a:r>
          </a:p>
        </p:txBody>
      </p:sp>
      <p:graphicFrame>
        <p:nvGraphicFramePr>
          <p:cNvPr id="190468" name="Object 4"/>
          <p:cNvGraphicFramePr>
            <a:graphicFrameLocks noChangeAspect="1"/>
          </p:cNvGraphicFramePr>
          <p:nvPr/>
        </p:nvGraphicFramePr>
        <p:xfrm>
          <a:off x="2711450" y="990600"/>
          <a:ext cx="3765550" cy="468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1" name="Document" r:id="rId3" imgW="1505712" imgH="1871472" progId="Word.Document.8">
                  <p:embed/>
                </p:oleObj>
              </mc:Choice>
              <mc:Fallback>
                <p:oleObj name="Document" r:id="rId3" imgW="1505712" imgH="1871472" progId="Word.Document.8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990600"/>
                        <a:ext cx="3765550" cy="468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0469" name="Text Box 5"/>
          <p:cNvSpPr txBox="1">
            <a:spLocks noChangeArrowheads="1"/>
          </p:cNvSpPr>
          <p:nvPr/>
        </p:nvSpPr>
        <p:spPr bwMode="auto">
          <a:xfrm>
            <a:off x="3124200" y="5791200"/>
            <a:ext cx="2908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3/21/1768 - 5/16/1830</a:t>
            </a:r>
          </a:p>
        </p:txBody>
      </p:sp>
    </p:spTree>
    <p:extLst>
      <p:ext uri="{BB962C8B-B14F-4D97-AF65-F5344CB8AC3E}">
        <p14:creationId xmlns:p14="http://schemas.microsoft.com/office/powerpoint/2010/main" val="1276365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55600" y="1778000"/>
            <a:ext cx="3009900" cy="3213100"/>
          </a:xfrm>
        </p:spPr>
        <p:txBody>
          <a:bodyPr/>
          <a:lstStyle/>
          <a:p>
            <a:r>
              <a:rPr lang="en-US" altLang="en-US"/>
              <a:t>Continuous-</a:t>
            </a:r>
            <a:br>
              <a:rPr lang="en-US" altLang="en-US"/>
            </a:br>
            <a:r>
              <a:rPr lang="en-US" altLang="en-US"/>
              <a:t>Time Fourier </a:t>
            </a:r>
            <a:br>
              <a:rPr lang="en-US" altLang="en-US"/>
            </a:br>
            <a:r>
              <a:rPr lang="en-US" altLang="en-US"/>
              <a:t>Series </a:t>
            </a:r>
            <a:br>
              <a:rPr lang="en-US" altLang="en-US"/>
            </a:br>
            <a:r>
              <a:rPr lang="en-US" altLang="en-US"/>
              <a:t>Concept</a:t>
            </a:r>
          </a:p>
        </p:txBody>
      </p:sp>
      <p:pic>
        <p:nvPicPr>
          <p:cNvPr id="132100" name="Picture 4" descr="Random Trig CTFS.jpg                                           00006DB2mjr                            B9A3C281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3537" y="404664"/>
            <a:ext cx="5119688" cy="601186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6B245AA-3C1B-9644-AA0D-DDEEA91DBDAC}"/>
                  </a:ext>
                </a:extLst>
              </p14:cNvPr>
              <p14:cNvContentPartPr/>
              <p14:nvPr/>
            </p14:nvContentPartPr>
            <p14:xfrm>
              <a:off x="2266920" y="194040"/>
              <a:ext cx="5518800" cy="5898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6B245AA-3C1B-9644-AA0D-DDEEA91DBD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57560" y="184680"/>
                <a:ext cx="5537520" cy="591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2575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24" name="Picture 4" descr="Periodic Trig CTFS.jpg                                         00006DB2mjr                            B9A3C281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3150" y="476672"/>
            <a:ext cx="5119688" cy="601186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127" name="Rectangle 7"/>
          <p:cNvSpPr>
            <a:spLocks noGrp="1" noChangeArrowheads="1"/>
          </p:cNvSpPr>
          <p:nvPr>
            <p:ph type="title"/>
          </p:nvPr>
        </p:nvSpPr>
        <p:spPr>
          <a:xfrm>
            <a:off x="355600" y="1778000"/>
            <a:ext cx="3009900" cy="3213100"/>
          </a:xfrm>
          <a:noFill/>
          <a:ln/>
        </p:spPr>
        <p:txBody>
          <a:bodyPr/>
          <a:lstStyle/>
          <a:p>
            <a:r>
              <a:rPr lang="en-US" altLang="en-US"/>
              <a:t>Continuous-</a:t>
            </a:r>
            <a:br>
              <a:rPr lang="en-US" altLang="en-US"/>
            </a:br>
            <a:r>
              <a:rPr lang="en-US" altLang="en-US"/>
              <a:t>Time Fourier </a:t>
            </a:r>
            <a:br>
              <a:rPr lang="en-US" altLang="en-US"/>
            </a:br>
            <a:r>
              <a:rPr lang="en-US" altLang="en-US"/>
              <a:t>Series </a:t>
            </a:r>
            <a:br>
              <a:rPr lang="en-US" altLang="en-US"/>
            </a:br>
            <a:r>
              <a:rPr lang="en-US" altLang="en-US"/>
              <a:t>Concept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8BF4ADE-8759-9143-BEE5-6F59E1F6B341}"/>
                  </a:ext>
                </a:extLst>
              </p14:cNvPr>
              <p14:cNvContentPartPr/>
              <p14:nvPr/>
            </p14:nvContentPartPr>
            <p14:xfrm>
              <a:off x="2588040" y="1660680"/>
              <a:ext cx="949320" cy="4539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8BF4ADE-8759-9143-BEE5-6F59E1F6B3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78680" y="1651320"/>
                <a:ext cx="968040" cy="455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6144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152" name="Picture 8" descr="Rect and Sawtooth.jpg                                          00006DB2mjr                            B9A3C281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457200"/>
            <a:ext cx="6134100" cy="560546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4154" name="Rectangle 10"/>
          <p:cNvSpPr>
            <a:spLocks noGrp="1" noChangeArrowheads="1"/>
          </p:cNvSpPr>
          <p:nvPr>
            <p:ph type="title"/>
          </p:nvPr>
        </p:nvSpPr>
        <p:spPr>
          <a:xfrm>
            <a:off x="-38100" y="1778000"/>
            <a:ext cx="3009900" cy="3213100"/>
          </a:xfrm>
          <a:noFill/>
          <a:ln/>
        </p:spPr>
        <p:txBody>
          <a:bodyPr/>
          <a:lstStyle/>
          <a:p>
            <a:r>
              <a:rPr lang="en-US" altLang="en-US"/>
              <a:t>Continuous-</a:t>
            </a:r>
            <a:br>
              <a:rPr lang="en-US" altLang="en-US"/>
            </a:br>
            <a:r>
              <a:rPr lang="en-US" altLang="en-US"/>
              <a:t>Time Fourier </a:t>
            </a:r>
            <a:br>
              <a:rPr lang="en-US" altLang="en-US"/>
            </a:br>
            <a:r>
              <a:rPr lang="en-US" altLang="en-US"/>
              <a:t>Series </a:t>
            </a:r>
            <a:br>
              <a:rPr lang="en-US" altLang="en-US"/>
            </a:br>
            <a:r>
              <a:rPr lang="en-US" altLang="en-US"/>
              <a:t>Concept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87B9814-0DCE-0F4A-BF31-E40B054D8DA7}"/>
                  </a:ext>
                </a:extLst>
              </p14:cNvPr>
              <p14:cNvContentPartPr/>
              <p14:nvPr/>
            </p14:nvContentPartPr>
            <p14:xfrm>
              <a:off x="376560" y="442080"/>
              <a:ext cx="7678800" cy="5942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87B9814-0DCE-0F4A-BF31-E40B054D8D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200" y="432720"/>
                <a:ext cx="7697520" cy="596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704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772400" cy="762000"/>
          </a:xfrm>
        </p:spPr>
        <p:txBody>
          <a:bodyPr/>
          <a:lstStyle/>
          <a:p>
            <a:r>
              <a:rPr lang="en-US" altLang="en-US"/>
              <a:t>CT Fourier Series Definition</a:t>
            </a:r>
          </a:p>
        </p:txBody>
      </p:sp>
      <p:grpSp>
        <p:nvGrpSpPr>
          <p:cNvPr id="135183" name="Group 15"/>
          <p:cNvGrpSpPr>
            <a:grpSpLocks/>
          </p:cNvGrpSpPr>
          <p:nvPr/>
        </p:nvGrpSpPr>
        <p:grpSpPr bwMode="auto">
          <a:xfrm>
            <a:off x="898525" y="1125537"/>
            <a:ext cx="6135688" cy="682625"/>
            <a:chOff x="566" y="709"/>
            <a:chExt cx="3865" cy="430"/>
          </a:xfrm>
        </p:grpSpPr>
        <p:sp>
          <p:nvSpPr>
            <p:cNvPr id="135172" name="Text Box 4"/>
            <p:cNvSpPr txBox="1">
              <a:spLocks noChangeArrowheads="1"/>
            </p:cNvSpPr>
            <p:nvPr/>
          </p:nvSpPr>
          <p:spPr bwMode="auto">
            <a:xfrm>
              <a:off x="566" y="720"/>
              <a:ext cx="3865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The Fourier series representation,         ,    of a signal, x(</a:t>
              </a:r>
              <a:r>
                <a:rPr lang="en-US" i="1" dirty="0"/>
                <a:t>t</a:t>
              </a:r>
              <a:r>
                <a:rPr lang="en-US" dirty="0"/>
                <a:t>),</a:t>
              </a:r>
            </a:p>
            <a:p>
              <a:r>
                <a:rPr lang="en-US" dirty="0"/>
                <a:t>over a time,                        ,      is</a:t>
              </a:r>
            </a:p>
          </p:txBody>
        </p:sp>
        <p:graphicFrame>
          <p:nvGraphicFramePr>
            <p:cNvPr id="135173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38020357"/>
                </p:ext>
              </p:extLst>
            </p:nvPr>
          </p:nvGraphicFramePr>
          <p:xfrm>
            <a:off x="1429" y="931"/>
            <a:ext cx="1072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35" name="Equation" r:id="rId3" imgW="1701800" imgH="330200" progId="Equation.DSMT36">
                    <p:embed/>
                  </p:oleObj>
                </mc:Choice>
                <mc:Fallback>
                  <p:oleObj name="Equation" r:id="rId3" imgW="1701800" imgH="3302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9" y="931"/>
                          <a:ext cx="1072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5175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70268180"/>
                </p:ext>
              </p:extLst>
            </p:nvPr>
          </p:nvGraphicFramePr>
          <p:xfrm>
            <a:off x="2880" y="709"/>
            <a:ext cx="408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36" name="Equation" r:id="rId5" imgW="647700" imgH="342900" progId="Equation.DSMT36">
                    <p:embed/>
                  </p:oleObj>
                </mc:Choice>
                <mc:Fallback>
                  <p:oleObj name="Equation" r:id="rId5" imgW="647700" imgH="3429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709"/>
                          <a:ext cx="408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5176" name="Object 8"/>
          <p:cNvGraphicFramePr>
            <a:graphicFrameLocks noChangeAspect="1"/>
          </p:cNvGraphicFramePr>
          <p:nvPr/>
        </p:nvGraphicFramePr>
        <p:xfrm>
          <a:off x="3276600" y="2019300"/>
          <a:ext cx="29718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7" name="Equation" r:id="rId7" imgW="2971800" imgH="800100" progId="Equation.DSMT36">
                  <p:embed/>
                </p:oleObj>
              </mc:Choice>
              <mc:Fallback>
                <p:oleObj name="Equation" r:id="rId7" imgW="2971800" imgH="800100" progId="Equation.DSMT3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019300"/>
                        <a:ext cx="29718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5184" name="Group 16"/>
          <p:cNvGrpSpPr>
            <a:grpSpLocks/>
          </p:cNvGrpSpPr>
          <p:nvPr/>
        </p:nvGrpSpPr>
        <p:grpSpPr bwMode="auto">
          <a:xfrm>
            <a:off x="974725" y="2895600"/>
            <a:ext cx="5815013" cy="923925"/>
            <a:chOff x="614" y="1824"/>
            <a:chExt cx="3663" cy="582"/>
          </a:xfrm>
        </p:grpSpPr>
        <p:sp>
          <p:nvSpPr>
            <p:cNvPr id="135177" name="Text Box 9"/>
            <p:cNvSpPr txBox="1">
              <a:spLocks noChangeArrowheads="1"/>
            </p:cNvSpPr>
            <p:nvPr/>
          </p:nvSpPr>
          <p:spPr bwMode="auto">
            <a:xfrm>
              <a:off x="614" y="1824"/>
              <a:ext cx="3663" cy="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where X[</a:t>
              </a:r>
              <a:r>
                <a:rPr lang="en-US" i="1" dirty="0"/>
                <a:t>k</a:t>
              </a:r>
              <a:r>
                <a:rPr lang="en-US" dirty="0"/>
                <a:t>] is the </a:t>
              </a:r>
              <a:r>
                <a:rPr lang="en-US" i="1" dirty="0"/>
                <a:t>harmonic function</a:t>
              </a:r>
              <a:r>
                <a:rPr lang="en-US" dirty="0"/>
                <a:t>, </a:t>
              </a:r>
              <a:r>
                <a:rPr lang="en-US" i="1" dirty="0"/>
                <a:t>k</a:t>
              </a:r>
              <a:r>
                <a:rPr lang="en-US" dirty="0"/>
                <a:t> is the </a:t>
              </a:r>
              <a:r>
                <a:rPr lang="en-US" i="1" dirty="0"/>
                <a:t>harmonic</a:t>
              </a:r>
            </a:p>
            <a:p>
              <a:r>
                <a:rPr lang="en-US" i="1" dirty="0"/>
                <a:t>number</a:t>
              </a:r>
              <a:r>
                <a:rPr lang="en-US" dirty="0"/>
                <a:t> and                  .  </a:t>
              </a:r>
            </a:p>
            <a:p>
              <a:r>
                <a:rPr lang="en-US" dirty="0"/>
                <a:t>The harmonic function  can be found from the signal as</a:t>
              </a:r>
            </a:p>
          </p:txBody>
        </p:sp>
        <p:graphicFrame>
          <p:nvGraphicFramePr>
            <p:cNvPr id="135179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93922892"/>
                </p:ext>
              </p:extLst>
            </p:nvPr>
          </p:nvGraphicFramePr>
          <p:xfrm>
            <a:off x="1519" y="1979"/>
            <a:ext cx="760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38" name="Equation" r:id="rId9" imgW="1206500" imgH="330200" progId="Equation.DSMT36">
                    <p:embed/>
                  </p:oleObj>
                </mc:Choice>
                <mc:Fallback>
                  <p:oleObj name="Equation" r:id="rId9" imgW="1206500" imgH="3302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9" y="1979"/>
                          <a:ext cx="760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5180" name="Object 12"/>
          <p:cNvGraphicFramePr>
            <a:graphicFrameLocks noChangeAspect="1"/>
          </p:cNvGraphicFramePr>
          <p:nvPr/>
        </p:nvGraphicFramePr>
        <p:xfrm>
          <a:off x="2895600" y="4254500"/>
          <a:ext cx="3556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9" name="Equation" r:id="rId11" imgW="3556000" imgH="927100" progId="Equation.DSMT36">
                  <p:embed/>
                </p:oleObj>
              </mc:Choice>
              <mc:Fallback>
                <p:oleObj name="Equation" r:id="rId11" imgW="3556000" imgH="927100" progId="Equation.DSMT3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254500"/>
                        <a:ext cx="35560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5185" name="Group 17"/>
          <p:cNvGrpSpPr>
            <a:grpSpLocks/>
          </p:cNvGrpSpPr>
          <p:nvPr/>
        </p:nvGrpSpPr>
        <p:grpSpPr bwMode="auto">
          <a:xfrm>
            <a:off x="1050925" y="5197477"/>
            <a:ext cx="7346950" cy="1255713"/>
            <a:chOff x="662" y="3274"/>
            <a:chExt cx="4628" cy="791"/>
          </a:xfrm>
        </p:grpSpPr>
        <p:sp>
          <p:nvSpPr>
            <p:cNvPr id="135181" name="Text Box 13"/>
            <p:cNvSpPr txBox="1">
              <a:spLocks noChangeArrowheads="1"/>
            </p:cNvSpPr>
            <p:nvPr/>
          </p:nvSpPr>
          <p:spPr bwMode="auto">
            <a:xfrm>
              <a:off x="662" y="3274"/>
              <a:ext cx="4628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The signal and its harmonic function form a </a:t>
              </a:r>
              <a:r>
                <a:rPr lang="en-US" i="1"/>
                <a:t>Fourier series</a:t>
              </a:r>
            </a:p>
            <a:p>
              <a:r>
                <a:rPr lang="en-US" i="1"/>
                <a:t>pair </a:t>
              </a:r>
              <a:r>
                <a:rPr lang="en-US"/>
                <a:t>indicated by the notation,                           .</a:t>
              </a:r>
            </a:p>
          </p:txBody>
        </p:sp>
        <p:graphicFrame>
          <p:nvGraphicFramePr>
            <p:cNvPr id="135182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74478289"/>
                </p:ext>
              </p:extLst>
            </p:nvPr>
          </p:nvGraphicFramePr>
          <p:xfrm>
            <a:off x="2336" y="3748"/>
            <a:ext cx="1565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40" name="Equation" r:id="rId13" imgW="1943100" imgH="393700" progId="Equation.DSMT36">
                    <p:embed/>
                  </p:oleObj>
                </mc:Choice>
                <mc:Fallback>
                  <p:oleObj name="Equation" r:id="rId13" imgW="1943100" imgH="3937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6" y="3748"/>
                          <a:ext cx="1565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A0F5474-16A7-B646-8DA1-AAC1018A5694}"/>
                  </a:ext>
                </a:extLst>
              </p14:cNvPr>
              <p14:cNvContentPartPr/>
              <p14:nvPr/>
            </p14:nvContentPartPr>
            <p14:xfrm>
              <a:off x="1163160" y="435600"/>
              <a:ext cx="7980840" cy="6207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A0F5474-16A7-B646-8DA1-AAC1018A569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53800" y="426240"/>
                <a:ext cx="7999560" cy="622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E4C0AD7-E141-E44F-9365-13313EDB806C}"/>
                  </a:ext>
                </a:extLst>
              </p14:cNvPr>
              <p14:cNvContentPartPr/>
              <p14:nvPr/>
            </p14:nvContentPartPr>
            <p14:xfrm>
              <a:off x="165960" y="735840"/>
              <a:ext cx="6484320" cy="5922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E4C0AD7-E141-E44F-9365-13313EDB806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56600" y="726480"/>
                <a:ext cx="6503040" cy="594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2857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" y="294928"/>
            <a:ext cx="8731250" cy="685800"/>
          </a:xfrm>
        </p:spPr>
        <p:txBody>
          <a:bodyPr/>
          <a:lstStyle/>
          <a:p>
            <a:r>
              <a:rPr lang="en-GB"/>
              <a:t>Why is Fourier Theory Important (i)?</a:t>
            </a:r>
          </a:p>
        </p:txBody>
      </p:sp>
      <p:pic>
        <p:nvPicPr>
          <p:cNvPr id="16" name="Picture 4" descr="Signal as sum of comp exp.jpg                                  00006DB2mjr                            B9A3C281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613" y="2286000"/>
            <a:ext cx="5437187" cy="3784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838200" y="990600"/>
            <a:ext cx="795655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/>
              <a:t>If an excitation can be expressed as a sum of complex sinusoids</a:t>
            </a:r>
          </a:p>
          <a:p>
            <a:r>
              <a:rPr lang="en-US" dirty="0"/>
              <a:t>the response can be expressed as the sum of responses to </a:t>
            </a:r>
          </a:p>
          <a:p>
            <a:r>
              <a:rPr lang="en-US" dirty="0"/>
              <a:t>complex sinusoids.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577F491-5FC3-084F-99D5-81FBA55955B1}"/>
                  </a:ext>
                </a:extLst>
              </p14:cNvPr>
              <p14:cNvContentPartPr/>
              <p14:nvPr/>
            </p14:nvContentPartPr>
            <p14:xfrm>
              <a:off x="175680" y="459720"/>
              <a:ext cx="7900200" cy="5841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577F491-5FC3-084F-99D5-81FBA55955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6320" y="450360"/>
                <a:ext cx="7918920" cy="586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E9CD4B5-167F-C349-A1CB-A88986720533}"/>
                  </a:ext>
                </a:extLst>
              </p14:cNvPr>
              <p14:cNvContentPartPr/>
              <p14:nvPr/>
            </p14:nvContentPartPr>
            <p14:xfrm>
              <a:off x="2326680" y="1840320"/>
              <a:ext cx="6383160" cy="2982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E9CD4B5-167F-C349-A1CB-A8898672053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17320" y="1830960"/>
                <a:ext cx="6401880" cy="300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3903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2575" y="762000"/>
            <a:ext cx="8578850" cy="4495800"/>
          </a:xfrm>
        </p:spPr>
        <p:txBody>
          <a:bodyPr/>
          <a:lstStyle/>
          <a:p>
            <a:r>
              <a:rPr lang="en-GB" sz="2200"/>
              <a:t>Fourier transforms map a time-domain signal into a frequency domain signal</a:t>
            </a:r>
          </a:p>
          <a:p>
            <a:r>
              <a:rPr lang="en-GB" sz="2200"/>
              <a:t>Simple interpretation of the frequency content of signals in the frequency domain (as opposed to time).</a:t>
            </a:r>
          </a:p>
          <a:p>
            <a:endParaRPr lang="en-GB" sz="1900"/>
          </a:p>
          <a:p>
            <a:endParaRPr lang="en-GB" sz="1900"/>
          </a:p>
          <a:p>
            <a:endParaRPr lang="en-GB" sz="1900"/>
          </a:p>
          <a:p>
            <a:endParaRPr lang="en-GB" sz="1900"/>
          </a:p>
          <a:p>
            <a:endParaRPr lang="en-GB" sz="1900"/>
          </a:p>
          <a:p>
            <a:endParaRPr lang="en-GB" sz="1900"/>
          </a:p>
          <a:p>
            <a:r>
              <a:rPr lang="en-GB" sz="2200"/>
              <a:t>Design systems to filter out high or low frequency components.  Analyse systems in frequency domain.</a:t>
            </a:r>
          </a:p>
        </p:txBody>
      </p:sp>
      <p:graphicFrame>
        <p:nvGraphicFramePr>
          <p:cNvPr id="193556" name="Object 20"/>
          <p:cNvGraphicFramePr>
            <a:graphicFrameLocks noChangeAspect="1"/>
          </p:cNvGraphicFramePr>
          <p:nvPr/>
        </p:nvGraphicFramePr>
        <p:xfrm>
          <a:off x="949325" y="5149850"/>
          <a:ext cx="1946275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7" name="Photo Editor Photo" r:id="rId3" imgW="3943901" imgH="2561905" progId="MSPhotoEd.3">
                  <p:embed/>
                </p:oleObj>
              </mc:Choice>
              <mc:Fallback>
                <p:oleObj name="Photo Editor Photo" r:id="rId3" imgW="3943901" imgH="2561905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" y="5149850"/>
                        <a:ext cx="1946275" cy="126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557" name="Object 21"/>
          <p:cNvGraphicFramePr>
            <a:graphicFrameLocks noChangeAspect="1"/>
          </p:cNvGraphicFramePr>
          <p:nvPr/>
        </p:nvGraphicFramePr>
        <p:xfrm>
          <a:off x="6324600" y="5086350"/>
          <a:ext cx="2133600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8" name="Photo Editor Photo" r:id="rId5" imgW="3933333" imgH="2561905" progId="MSPhotoEd.3">
                  <p:embed/>
                </p:oleObj>
              </mc:Choice>
              <mc:Fallback>
                <p:oleObj name="Photo Editor Photo" r:id="rId5" imgW="3933333" imgH="2561905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5086350"/>
                        <a:ext cx="2133600" cy="1390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3552" name="Picture 16" descr="C:\Documents and Settings\mchssmb4\My Documents\Teaching\UG\SignalsSystems\MatlabSimulink\cos2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675" y="2273300"/>
            <a:ext cx="6613525" cy="19939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>
          <a:xfrm>
            <a:off x="242888" y="299120"/>
            <a:ext cx="8658225" cy="609600"/>
          </a:xfrm>
        </p:spPr>
        <p:txBody>
          <a:bodyPr/>
          <a:lstStyle/>
          <a:p>
            <a:r>
              <a:rPr lang="en-GB" dirty="0"/>
              <a:t>Why is Fourier Theory Important (ii)?</a:t>
            </a:r>
          </a:p>
        </p:txBody>
      </p:sp>
      <p:sp>
        <p:nvSpPr>
          <p:cNvPr id="193553" name="Rectangle 17"/>
          <p:cNvSpPr>
            <a:spLocks noChangeArrowheads="1"/>
          </p:cNvSpPr>
          <p:nvPr/>
        </p:nvSpPr>
        <p:spPr bwMode="auto">
          <a:xfrm>
            <a:off x="3886200" y="5205413"/>
            <a:ext cx="1524000" cy="11525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1800"/>
              <a:t>Invariant to high frequency signals</a:t>
            </a:r>
            <a:endParaRPr lang="en-GB" sz="1800"/>
          </a:p>
        </p:txBody>
      </p:sp>
      <p:cxnSp>
        <p:nvCxnSpPr>
          <p:cNvPr id="193554" name="AutoShape 18"/>
          <p:cNvCxnSpPr>
            <a:cxnSpLocks noChangeShapeType="1"/>
            <a:endCxn id="193553" idx="1"/>
          </p:cNvCxnSpPr>
          <p:nvPr/>
        </p:nvCxnSpPr>
        <p:spPr bwMode="auto">
          <a:xfrm>
            <a:off x="2790825" y="5778500"/>
            <a:ext cx="1085850" cy="31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555" name="AutoShape 19"/>
          <p:cNvCxnSpPr>
            <a:cxnSpLocks noChangeShapeType="1"/>
            <a:stCxn id="193553" idx="3"/>
          </p:cNvCxnSpPr>
          <p:nvPr/>
        </p:nvCxnSpPr>
        <p:spPr bwMode="auto">
          <a:xfrm>
            <a:off x="5419725" y="5781675"/>
            <a:ext cx="9779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A943103-841E-3F47-B566-950BD07A0B35}"/>
                  </a:ext>
                </a:extLst>
              </p14:cNvPr>
              <p14:cNvContentPartPr/>
              <p14:nvPr/>
            </p14:nvContentPartPr>
            <p14:xfrm>
              <a:off x="2276640" y="2037240"/>
              <a:ext cx="6645600" cy="4730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A943103-841E-3F47-B566-950BD07A0B3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67280" y="2027880"/>
                <a:ext cx="6664320" cy="47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78DCB64-F474-F346-A2FC-F47A4F8B1798}"/>
                  </a:ext>
                </a:extLst>
              </p14:cNvPr>
              <p14:cNvContentPartPr/>
              <p14:nvPr/>
            </p14:nvContentPartPr>
            <p14:xfrm>
              <a:off x="2292120" y="2161800"/>
              <a:ext cx="3346560" cy="2761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78DCB64-F474-F346-A2FC-F47A4F8B179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82760" y="2152440"/>
                <a:ext cx="3365280" cy="278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9433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>
          <a:xfrm>
            <a:off x="233363" y="294928"/>
            <a:ext cx="8677275" cy="685800"/>
          </a:xfrm>
        </p:spPr>
        <p:txBody>
          <a:bodyPr/>
          <a:lstStyle/>
          <a:p>
            <a:r>
              <a:rPr lang="en-GB" dirty="0"/>
              <a:t>Why is Fourier Theory Important (iii)?</a:t>
            </a:r>
          </a:p>
        </p:txBody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123528"/>
            <a:ext cx="7918450" cy="5257800"/>
          </a:xfrm>
        </p:spPr>
        <p:txBody>
          <a:bodyPr/>
          <a:lstStyle/>
          <a:p>
            <a:pPr marL="0" indent="0">
              <a:buNone/>
            </a:pPr>
            <a:r>
              <a:rPr lang="en-GB" sz="2200" dirty="0"/>
              <a:t>If 	</a:t>
            </a:r>
            <a:r>
              <a:rPr lang="en-GB" sz="2200" i="1" dirty="0"/>
              <a:t>F</a:t>
            </a:r>
            <a:r>
              <a:rPr lang="en-GB" sz="2200" dirty="0"/>
              <a:t>{</a:t>
            </a:r>
            <a:r>
              <a:rPr lang="en-GB" sz="2200" i="1" dirty="0"/>
              <a:t>x</a:t>
            </a:r>
            <a:r>
              <a:rPr lang="en-GB" sz="2200" dirty="0"/>
              <a:t>(</a:t>
            </a:r>
            <a:r>
              <a:rPr lang="en-GB" sz="2200" i="1" dirty="0"/>
              <a:t>t</a:t>
            </a:r>
            <a:r>
              <a:rPr lang="en-GB" sz="2200" dirty="0"/>
              <a:t>)} = </a:t>
            </a:r>
            <a:r>
              <a:rPr lang="en-GB" sz="2200" i="1" dirty="0"/>
              <a:t>X</a:t>
            </a:r>
            <a:r>
              <a:rPr lang="en-GB" sz="2200" dirty="0"/>
              <a:t>(</a:t>
            </a:r>
            <a:r>
              <a:rPr lang="en-GB" sz="2200" i="1" dirty="0" err="1"/>
              <a:t>j</a:t>
            </a:r>
            <a:r>
              <a:rPr lang="en-GB" sz="2200" i="1" dirty="0" err="1">
                <a:latin typeface="Symbol" pitchFamily="18" charset="2"/>
              </a:rPr>
              <a:t>w</a:t>
            </a:r>
            <a:r>
              <a:rPr lang="en-GB" sz="2200" dirty="0"/>
              <a:t>)			</a:t>
            </a:r>
            <a:r>
              <a:rPr lang="en-GB" sz="2200" i="1" dirty="0">
                <a:latin typeface="Symbol" pitchFamily="18" charset="2"/>
              </a:rPr>
              <a:t>w</a:t>
            </a:r>
            <a:r>
              <a:rPr lang="en-GB" sz="2200" dirty="0"/>
              <a:t> is the frequency</a:t>
            </a:r>
          </a:p>
          <a:p>
            <a:pPr marL="0" indent="0">
              <a:buNone/>
            </a:pPr>
            <a:r>
              <a:rPr lang="en-GB" sz="2200" dirty="0"/>
              <a:t>Then </a:t>
            </a:r>
            <a:r>
              <a:rPr lang="en-GB" sz="2200" i="1" dirty="0"/>
              <a:t>F</a:t>
            </a:r>
            <a:r>
              <a:rPr lang="en-GB" sz="2200" dirty="0"/>
              <a:t>{</a:t>
            </a:r>
            <a:r>
              <a:rPr lang="en-GB" sz="2200" i="1" dirty="0"/>
              <a:t>x</a:t>
            </a:r>
            <a:r>
              <a:rPr lang="en-GB" sz="2200" dirty="0"/>
              <a:t>’(</a:t>
            </a:r>
            <a:r>
              <a:rPr lang="en-GB" sz="2200" i="1" dirty="0"/>
              <a:t>t</a:t>
            </a:r>
            <a:r>
              <a:rPr lang="en-GB" sz="2200" dirty="0"/>
              <a:t>)} = </a:t>
            </a:r>
            <a:r>
              <a:rPr lang="en-GB" sz="2200" i="1" dirty="0" err="1"/>
              <a:t>j</a:t>
            </a:r>
            <a:r>
              <a:rPr lang="en-GB" sz="2200" i="1" dirty="0" err="1">
                <a:latin typeface="Symbol" pitchFamily="18" charset="2"/>
              </a:rPr>
              <a:t>w</a:t>
            </a:r>
            <a:r>
              <a:rPr lang="en-GB" sz="2200" i="1" dirty="0" err="1"/>
              <a:t>X</a:t>
            </a:r>
            <a:r>
              <a:rPr lang="en-GB" sz="2200" dirty="0"/>
              <a:t>(</a:t>
            </a:r>
            <a:r>
              <a:rPr lang="en-GB" sz="2200" i="1" dirty="0" err="1"/>
              <a:t>j</a:t>
            </a:r>
            <a:r>
              <a:rPr lang="en-GB" sz="2200" i="1" dirty="0" err="1">
                <a:latin typeface="Symbol" pitchFamily="18" charset="2"/>
              </a:rPr>
              <a:t>w</a:t>
            </a:r>
            <a:r>
              <a:rPr lang="en-GB" sz="2200" dirty="0"/>
              <a:t>)</a:t>
            </a:r>
          </a:p>
          <a:p>
            <a:pPr marL="0" indent="0">
              <a:buNone/>
            </a:pPr>
            <a:endParaRPr lang="en-GB" sz="1000" dirty="0"/>
          </a:p>
          <a:p>
            <a:pPr marL="0" indent="0">
              <a:buNone/>
            </a:pPr>
            <a:r>
              <a:rPr lang="en-GB" sz="2200" dirty="0"/>
              <a:t>So solving a differential equation is transformed from a </a:t>
            </a:r>
            <a:r>
              <a:rPr lang="en-GB" sz="2200" b="1" dirty="0"/>
              <a:t>calculus operation</a:t>
            </a:r>
            <a:r>
              <a:rPr lang="en-GB" sz="2200" dirty="0"/>
              <a:t> in the time domain into an </a:t>
            </a:r>
            <a:r>
              <a:rPr lang="en-GB" sz="2200" b="1" dirty="0"/>
              <a:t>algebraic operation</a:t>
            </a:r>
            <a:r>
              <a:rPr lang="en-GB" sz="2200" dirty="0"/>
              <a:t> in the frequency domain (see Laplace transform)</a:t>
            </a:r>
          </a:p>
          <a:p>
            <a:pPr marL="0" indent="0">
              <a:buNone/>
            </a:pPr>
            <a:endParaRPr lang="en-GB" sz="2200" dirty="0"/>
          </a:p>
          <a:p>
            <a:pPr marL="0" indent="0">
              <a:buNone/>
            </a:pPr>
            <a:r>
              <a:rPr lang="en-GB" sz="2200" dirty="0"/>
              <a:t>Example</a:t>
            </a:r>
          </a:p>
          <a:p>
            <a:pPr marL="0" indent="0">
              <a:buNone/>
            </a:pPr>
            <a:endParaRPr lang="en-GB" sz="2200" dirty="0"/>
          </a:p>
          <a:p>
            <a:pPr marL="0" indent="0">
              <a:buNone/>
            </a:pPr>
            <a:r>
              <a:rPr lang="en-GB" sz="2200" dirty="0"/>
              <a:t>becomes</a:t>
            </a:r>
          </a:p>
          <a:p>
            <a:pPr marL="0" indent="0">
              <a:buNone/>
            </a:pPr>
            <a:endParaRPr lang="en-GB" sz="1000" dirty="0"/>
          </a:p>
          <a:p>
            <a:pPr marL="0" indent="0">
              <a:buNone/>
            </a:pPr>
            <a:r>
              <a:rPr lang="en-GB" sz="2200" dirty="0"/>
              <a:t>and is solved for the roots </a:t>
            </a:r>
            <a:r>
              <a:rPr lang="en-GB" sz="2200" i="1" dirty="0">
                <a:latin typeface="Symbol" pitchFamily="18" charset="2"/>
              </a:rPr>
              <a:t>w</a:t>
            </a:r>
            <a:r>
              <a:rPr lang="en-GB" sz="2200" dirty="0"/>
              <a:t> (N.B. complementary equations):</a:t>
            </a:r>
          </a:p>
          <a:p>
            <a:pPr marL="0" indent="0">
              <a:buNone/>
            </a:pPr>
            <a:endParaRPr lang="en-GB" sz="2200" dirty="0"/>
          </a:p>
          <a:p>
            <a:pPr marL="0" indent="0">
              <a:buNone/>
            </a:pPr>
            <a:r>
              <a:rPr lang="en-GB" sz="2200" dirty="0"/>
              <a:t>and we take the inverse Fourier transform for those </a:t>
            </a:r>
            <a:r>
              <a:rPr lang="en-GB" sz="2200" i="1" dirty="0">
                <a:latin typeface="Symbol" pitchFamily="18" charset="2"/>
              </a:rPr>
              <a:t>w</a:t>
            </a:r>
            <a:r>
              <a:rPr lang="en-GB" sz="2200" dirty="0"/>
              <a:t>.</a:t>
            </a:r>
          </a:p>
        </p:txBody>
      </p:sp>
      <p:graphicFrame>
        <p:nvGraphicFramePr>
          <p:cNvPr id="207876" name="Object 4"/>
          <p:cNvGraphicFramePr>
            <a:graphicFrameLocks noChangeAspect="1"/>
          </p:cNvGraphicFramePr>
          <p:nvPr/>
        </p:nvGraphicFramePr>
        <p:xfrm>
          <a:off x="2138363" y="3303588"/>
          <a:ext cx="219075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9" name="Equation" r:id="rId3" imgW="1231560" imgH="419040" progId="Equation.3">
                  <p:embed/>
                </p:oleObj>
              </mc:Choice>
              <mc:Fallback>
                <p:oleObj name="Equation" r:id="rId3" imgW="12315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8363" y="3303588"/>
                        <a:ext cx="219075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8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4297796"/>
              </p:ext>
            </p:extLst>
          </p:nvPr>
        </p:nvGraphicFramePr>
        <p:xfrm>
          <a:off x="2138363" y="5344889"/>
          <a:ext cx="23368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0" name="Equation" r:id="rId5" imgW="1155600" imgH="228600" progId="Equation.3">
                  <p:embed/>
                </p:oleObj>
              </mc:Choice>
              <mc:Fallback>
                <p:oleObj name="Equation" r:id="rId5" imgW="11556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8363" y="5344889"/>
                        <a:ext cx="233680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87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173697"/>
              </p:ext>
            </p:extLst>
          </p:nvPr>
        </p:nvGraphicFramePr>
        <p:xfrm>
          <a:off x="2138363" y="4365104"/>
          <a:ext cx="44577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1" name="Equation" r:id="rId7" imgW="2311200" imgH="228600" progId="Equation.3">
                  <p:embed/>
                </p:oleObj>
              </mc:Choice>
              <mc:Fallback>
                <p:oleObj name="Equation" r:id="rId7" imgW="2311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8363" y="4365104"/>
                        <a:ext cx="4457700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3B17D85-E176-D343-A2CE-CB4CE81A2F24}"/>
                  </a:ext>
                </a:extLst>
              </p14:cNvPr>
              <p14:cNvContentPartPr/>
              <p14:nvPr/>
            </p14:nvContentPartPr>
            <p14:xfrm>
              <a:off x="676440" y="2963520"/>
              <a:ext cx="8467560" cy="3232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3B17D85-E176-D343-A2CE-CB4CE81A2F2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7080" y="2954160"/>
                <a:ext cx="8486280" cy="325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1999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361799" y="258120"/>
            <a:ext cx="7772400" cy="689760"/>
          </a:xfrm>
        </p:spPr>
        <p:txBody>
          <a:bodyPr wrap="square" lIns="90000" tIns="46800" rIns="90000" bIns="46800" anchorCtr="0">
            <a:spAutoFit/>
          </a:bodyPr>
          <a:lstStyle>
            <a:defPPr lvl="0">
              <a:buClr>
                <a:srgbClr val="003399"/>
              </a:buClr>
              <a:buSzPct val="100000"/>
              <a:buFont typeface="Arial" pitchFamily="34"/>
              <a:buNone/>
            </a:defPPr>
            <a:lvl1pPr lvl="0">
              <a:buClr>
                <a:srgbClr val="003399"/>
              </a:buClr>
              <a:buSzPct val="100000"/>
              <a:buFont typeface="Arial" pitchFamily="34"/>
              <a:buChar char="•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GB"/>
              <a:t>Convergence of Fourier Series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393840" y="1012319"/>
            <a:ext cx="8606160" cy="5312160"/>
          </a:xfrm>
        </p:spPr>
        <p:txBody>
          <a:bodyPr wrap="square" lIns="90000" tIns="46800" rIns="90000" bIns="46800" anchor="t" anchorCtr="0">
            <a:spAutoFit/>
          </a:bodyPr>
          <a:lstStyle>
            <a:defPPr marL="339480" marR="0" lvl="0" indent="-339480" algn="l" hangingPunct="1">
              <a:lnSpc>
                <a:spcPct val="87000"/>
              </a:lnSpc>
              <a:spcBef>
                <a:spcPts val="748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None/>
              <a:tabLst>
                <a:tab pos="109440" algn="l"/>
                <a:tab pos="558720" algn="l"/>
                <a:tab pos="1007999" algn="l"/>
                <a:tab pos="1457280" algn="l"/>
                <a:tab pos="1906560" algn="l"/>
                <a:tab pos="2355840" algn="l"/>
                <a:tab pos="2804760" algn="l"/>
                <a:tab pos="3254040" algn="l"/>
                <a:tab pos="3703319" algn="l"/>
                <a:tab pos="4152600" algn="l"/>
                <a:tab pos="4601880" algn="l"/>
                <a:tab pos="5051160" algn="l"/>
                <a:tab pos="5500440" algn="l"/>
                <a:tab pos="5949720" algn="l"/>
                <a:tab pos="6398999" algn="l"/>
                <a:tab pos="6848280" algn="l"/>
                <a:tab pos="7297560" algn="l"/>
                <a:tab pos="7746840" algn="l"/>
                <a:tab pos="8196120" algn="l"/>
                <a:tab pos="8645400" algn="l"/>
              </a:tabLst>
              <a:defRPr lang="en-GB" sz="3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defPPr>
            <a:lvl1pPr marL="339480" marR="0" lvl="0" indent="-339480" algn="l" hangingPunct="1">
              <a:lnSpc>
                <a:spcPct val="87000"/>
              </a:lnSpc>
              <a:spcBef>
                <a:spcPts val="748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Char char=""/>
              <a:tabLst>
                <a:tab pos="109440" algn="l"/>
                <a:tab pos="558720" algn="l"/>
                <a:tab pos="1007999" algn="l"/>
                <a:tab pos="1457280" algn="l"/>
                <a:tab pos="1906560" algn="l"/>
                <a:tab pos="2355840" algn="l"/>
                <a:tab pos="2804760" algn="l"/>
                <a:tab pos="3254040" algn="l"/>
                <a:tab pos="3703319" algn="l"/>
                <a:tab pos="4152600" algn="l"/>
                <a:tab pos="4601880" algn="l"/>
                <a:tab pos="5051160" algn="l"/>
                <a:tab pos="5500440" algn="l"/>
                <a:tab pos="5949720" algn="l"/>
                <a:tab pos="6398999" algn="l"/>
                <a:tab pos="6848280" algn="l"/>
                <a:tab pos="7297560" algn="l"/>
                <a:tab pos="7746840" algn="l"/>
                <a:tab pos="8196120" algn="l"/>
                <a:tab pos="8645400" algn="l"/>
              </a:tabLst>
              <a:defRPr lang="en-GB" sz="3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1pPr>
            <a:lvl2pPr marL="666720" marR="0" lvl="1" indent="-325440" algn="l" hangingPunct="1">
              <a:lnSpc>
                <a:spcPct val="87000"/>
              </a:lnSpc>
              <a:spcBef>
                <a:spcPts val="649"/>
              </a:spcBef>
              <a:spcAft>
                <a:spcPts val="0"/>
              </a:spcAft>
              <a:buClr>
                <a:srgbClr val="4C6D4E"/>
              </a:buClr>
              <a:buSzPct val="60000"/>
              <a:buFont typeface="Wingdings" pitchFamily="2"/>
              <a:buChar char=""/>
              <a:tabLst>
                <a:tab pos="231480" algn="l"/>
                <a:tab pos="680760" algn="l"/>
                <a:tab pos="1130040" algn="l"/>
                <a:tab pos="1579319" algn="l"/>
                <a:tab pos="2028600" algn="l"/>
                <a:tab pos="2477880" algn="l"/>
                <a:tab pos="2927159" algn="l"/>
                <a:tab pos="3376440" algn="l"/>
                <a:tab pos="3825719" algn="l"/>
                <a:tab pos="4275000" algn="l"/>
                <a:tab pos="4724280" algn="l"/>
                <a:tab pos="5173560" algn="l"/>
                <a:tab pos="5622840" algn="l"/>
                <a:tab pos="6072120" algn="l"/>
                <a:tab pos="6521400" algn="l"/>
                <a:tab pos="6970680" algn="l"/>
                <a:tab pos="7419960" algn="l"/>
                <a:tab pos="7868880" algn="l"/>
                <a:tab pos="8318160" algn="l"/>
                <a:tab pos="8767440" algn="l"/>
              </a:tabLst>
              <a:defRPr lang="en-GB" sz="26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2pPr>
            <a:lvl3pPr marL="1019160" marR="0" lvl="2" indent="-347760" algn="l" hangingPunct="1">
              <a:lnSpc>
                <a:spcPct val="87000"/>
              </a:lnSpc>
              <a:spcBef>
                <a:spcPts val="550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Char char=""/>
              <a:tabLst>
                <a:tab pos="328320" algn="l"/>
                <a:tab pos="777600" algn="l"/>
                <a:tab pos="1226880" algn="l"/>
                <a:tab pos="1676160" algn="l"/>
                <a:tab pos="2125440" algn="l"/>
                <a:tab pos="2574719" algn="l"/>
                <a:tab pos="3024000" algn="l"/>
                <a:tab pos="3473279" algn="l"/>
                <a:tab pos="3922560" algn="l"/>
                <a:tab pos="4371839" algn="l"/>
                <a:tab pos="4821120" algn="l"/>
                <a:tab pos="5270400" algn="l"/>
                <a:tab pos="5719680" algn="l"/>
                <a:tab pos="6168960" algn="l"/>
                <a:tab pos="6618240" algn="l"/>
                <a:tab pos="7067520" algn="l"/>
                <a:tab pos="7516800" algn="l"/>
                <a:tab pos="7965720" algn="l"/>
                <a:tab pos="8415000" algn="l"/>
                <a:tab pos="8864280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3pPr>
            <a:lvl4pPr marL="1336320" marR="0" lvl="3" indent="-31248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0000"/>
              <a:buFont typeface="Wingdings" pitchFamily="2"/>
              <a:buChar char=""/>
              <a:tabLst>
                <a:tab pos="10800" algn="l"/>
                <a:tab pos="460080" algn="l"/>
                <a:tab pos="909359" algn="l"/>
                <a:tab pos="1358640" algn="l"/>
                <a:tab pos="1807919" algn="l"/>
                <a:tab pos="2257200" algn="l"/>
                <a:tab pos="2706480" algn="l"/>
                <a:tab pos="3155760" algn="l"/>
                <a:tab pos="3605039" algn="l"/>
                <a:tab pos="4054320" algn="l"/>
                <a:tab pos="4503600" algn="l"/>
                <a:tab pos="4952880" algn="l"/>
                <a:tab pos="5402160" algn="l"/>
                <a:tab pos="5851440" algn="l"/>
                <a:tab pos="6300720" algn="l"/>
                <a:tab pos="6750000" algn="l"/>
                <a:tab pos="7199279" algn="l"/>
                <a:tab pos="7648559" algn="l"/>
                <a:tab pos="8097479" algn="l"/>
                <a:tab pos="8546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4pPr>
            <a:lvl5pPr marL="1677960" marR="0" lvl="4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5pPr>
            <a:lvl6pPr marL="1677960" marR="0" lvl="5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6pPr>
            <a:lvl7pPr marL="1677960" marR="0" lvl="6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7pPr>
            <a:lvl8pPr marL="1677960" marR="0" lvl="7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8pPr>
            <a:lvl9pPr marL="1944000" marR="0" lvl="8" indent="-2160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SzPct val="45000"/>
              <a:buFont typeface="StarSymbol"/>
              <a:buChar char="●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9pPr>
          </a:lstStyle>
          <a:p>
            <a:pPr lvl="0">
              <a:lnSpc>
                <a:spcPct val="90000"/>
              </a:lnSpc>
              <a:spcBef>
                <a:spcPts val="598"/>
              </a:spcBef>
              <a:buNone/>
            </a:pPr>
            <a:r>
              <a:rPr lang="en-US" sz="2200" dirty="0">
                <a:latin typeface="" pitchFamily="16"/>
              </a:rPr>
              <a:t>Not every periodic signal can be represented as an infinite Fourier series, however just about all interesting signals can be (note that the step signal is discontinuous)</a:t>
            </a:r>
          </a:p>
          <a:p>
            <a:pPr lvl="0">
              <a:lnSpc>
                <a:spcPct val="90000"/>
              </a:lnSpc>
              <a:spcBef>
                <a:spcPts val="249"/>
              </a:spcBef>
              <a:buNone/>
            </a:pPr>
            <a:endParaRPr lang="en-US" sz="2200" dirty="0">
              <a:latin typeface="" pitchFamily="16"/>
            </a:endParaRPr>
          </a:p>
          <a:p>
            <a:pPr lvl="0">
              <a:lnSpc>
                <a:spcPct val="90000"/>
              </a:lnSpc>
              <a:spcBef>
                <a:spcPts val="598"/>
              </a:spcBef>
              <a:buNone/>
            </a:pPr>
            <a:r>
              <a:rPr lang="en-US" sz="2200" dirty="0">
                <a:latin typeface="" pitchFamily="16"/>
              </a:rPr>
              <a:t>The </a:t>
            </a:r>
            <a:r>
              <a:rPr lang="en-US" sz="2200" dirty="0" err="1">
                <a:latin typeface="" pitchFamily="16"/>
              </a:rPr>
              <a:t>Dirichlet</a:t>
            </a:r>
            <a:r>
              <a:rPr lang="en-US" sz="2200" dirty="0">
                <a:latin typeface="" pitchFamily="16"/>
              </a:rPr>
              <a:t> conditions are necessary and sufficient conditions on the signal.</a:t>
            </a:r>
          </a:p>
          <a:p>
            <a:pPr lvl="0">
              <a:lnSpc>
                <a:spcPct val="90000"/>
              </a:lnSpc>
              <a:spcBef>
                <a:spcPts val="598"/>
              </a:spcBef>
              <a:buNone/>
            </a:pPr>
            <a:r>
              <a:rPr lang="en-US" sz="2200" b="1" dirty="0">
                <a:latin typeface="" pitchFamily="16"/>
              </a:rPr>
              <a:t>Condition 1</a:t>
            </a:r>
            <a:r>
              <a:rPr lang="en-US" sz="2200" dirty="0">
                <a:latin typeface="" pitchFamily="16"/>
              </a:rPr>
              <a:t>. Over any period, </a:t>
            </a:r>
            <a:r>
              <a:rPr lang="en-US" sz="2200" i="1" dirty="0">
                <a:latin typeface="" pitchFamily="16"/>
              </a:rPr>
              <a:t>x</a:t>
            </a:r>
            <a:r>
              <a:rPr lang="en-US" sz="2200" dirty="0">
                <a:latin typeface="" pitchFamily="16"/>
              </a:rPr>
              <a:t>(</a:t>
            </a:r>
            <a:r>
              <a:rPr lang="en-US" sz="2200" i="1" dirty="0">
                <a:latin typeface="" pitchFamily="16"/>
              </a:rPr>
              <a:t>t</a:t>
            </a:r>
            <a:r>
              <a:rPr lang="en-US" sz="2200" dirty="0">
                <a:latin typeface="" pitchFamily="16"/>
              </a:rPr>
              <a:t>) must be absolutely </a:t>
            </a:r>
            <a:r>
              <a:rPr lang="en-US" sz="2200" dirty="0" err="1">
                <a:latin typeface="" pitchFamily="16"/>
              </a:rPr>
              <a:t>integrable</a:t>
            </a:r>
            <a:endParaRPr lang="en-US" sz="2200" dirty="0">
              <a:latin typeface="" pitchFamily="16"/>
            </a:endParaRPr>
          </a:p>
          <a:p>
            <a:pPr lvl="0">
              <a:lnSpc>
                <a:spcPct val="90000"/>
              </a:lnSpc>
              <a:spcBef>
                <a:spcPts val="598"/>
              </a:spcBef>
              <a:buNone/>
            </a:pPr>
            <a:endParaRPr lang="en-US" sz="2200" dirty="0">
              <a:latin typeface="" pitchFamily="16"/>
            </a:endParaRPr>
          </a:p>
          <a:p>
            <a:pPr lvl="0">
              <a:lnSpc>
                <a:spcPct val="90000"/>
              </a:lnSpc>
              <a:spcBef>
                <a:spcPts val="598"/>
              </a:spcBef>
              <a:buNone/>
            </a:pPr>
            <a:endParaRPr lang="en-US" sz="2200" b="1" dirty="0">
              <a:latin typeface="" pitchFamily="16"/>
            </a:endParaRPr>
          </a:p>
          <a:p>
            <a:pPr lvl="0">
              <a:lnSpc>
                <a:spcPct val="90000"/>
              </a:lnSpc>
              <a:spcBef>
                <a:spcPts val="598"/>
              </a:spcBef>
              <a:buNone/>
            </a:pPr>
            <a:r>
              <a:rPr lang="en-US" sz="2200" b="1" dirty="0">
                <a:latin typeface="" pitchFamily="16"/>
              </a:rPr>
              <a:t>Condition 2</a:t>
            </a:r>
            <a:r>
              <a:rPr lang="en-US" sz="2200" dirty="0">
                <a:latin typeface="" pitchFamily="16"/>
              </a:rPr>
              <a:t>. In any finite interval, </a:t>
            </a:r>
            <a:r>
              <a:rPr lang="en-US" sz="2200" i="1" dirty="0">
                <a:latin typeface="" pitchFamily="16"/>
              </a:rPr>
              <a:t>x</a:t>
            </a:r>
            <a:r>
              <a:rPr lang="en-US" sz="2200" dirty="0">
                <a:latin typeface="" pitchFamily="16"/>
              </a:rPr>
              <a:t>(</a:t>
            </a:r>
            <a:r>
              <a:rPr lang="en-US" sz="2200" i="1" dirty="0">
                <a:latin typeface="" pitchFamily="16"/>
              </a:rPr>
              <a:t>t</a:t>
            </a:r>
            <a:r>
              <a:rPr lang="en-US" sz="2200" dirty="0">
                <a:latin typeface="" pitchFamily="16"/>
              </a:rPr>
              <a:t>) is of bounded variation; that is there is no more than a finite number of maxima and minima during any single period of the signal</a:t>
            </a:r>
          </a:p>
          <a:p>
            <a:pPr lvl="0">
              <a:lnSpc>
                <a:spcPct val="90000"/>
              </a:lnSpc>
              <a:spcBef>
                <a:spcPts val="598"/>
              </a:spcBef>
              <a:buNone/>
            </a:pPr>
            <a:r>
              <a:rPr lang="en-US" sz="2200" b="1" dirty="0">
                <a:latin typeface="" pitchFamily="16"/>
              </a:rPr>
              <a:t>Condition 3</a:t>
            </a:r>
            <a:r>
              <a:rPr lang="en-US" sz="2200" dirty="0">
                <a:latin typeface="" pitchFamily="16"/>
              </a:rPr>
              <a:t>. In any finite interval of time, there are only a finite number of discontinuities.  Further, each of these discontinuities are finite.</a:t>
            </a:r>
          </a:p>
        </p:txBody>
      </p:sp>
      <p:graphicFrame>
        <p:nvGraphicFramePr>
          <p:cNvPr id="4" name="Object 3"/>
          <p:cNvGraphicFramePr/>
          <p:nvPr/>
        </p:nvGraphicFramePr>
        <p:xfrm>
          <a:off x="3544560" y="3383280"/>
          <a:ext cx="1685880" cy="587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9" name="Equation" r:id="rId4" imgW="26822400" imgH="9347200" progId="Equation.3">
                  <p:embed/>
                </p:oleObj>
              </mc:Choice>
              <mc:Fallback>
                <p:oleObj name="Equation" r:id="rId4" imgW="26822400" imgH="9347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44560" y="3383280"/>
                        <a:ext cx="1685880" cy="58752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0FEA875-0B3D-7548-9B31-762EFB2BDA1B}"/>
                  </a:ext>
                </a:extLst>
              </p14:cNvPr>
              <p14:cNvContentPartPr/>
              <p14:nvPr/>
            </p14:nvContentPartPr>
            <p14:xfrm>
              <a:off x="501120" y="830520"/>
              <a:ext cx="7893720" cy="5937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0FEA875-0B3D-7548-9B31-762EFB2BDA1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1760" y="821160"/>
                <a:ext cx="7912440" cy="595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5441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Convergence of the CTFS</a:t>
            </a:r>
          </a:p>
        </p:txBody>
      </p:sp>
      <p:sp>
        <p:nvSpPr>
          <p:cNvPr id="172036" name="Text Box 4"/>
          <p:cNvSpPr txBox="1">
            <a:spLocks noChangeArrowheads="1"/>
          </p:cNvSpPr>
          <p:nvPr/>
        </p:nvSpPr>
        <p:spPr bwMode="auto">
          <a:xfrm>
            <a:off x="962025" y="1752600"/>
            <a:ext cx="309562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For continuous signals, </a:t>
            </a:r>
          </a:p>
          <a:p>
            <a:r>
              <a:rPr lang="en-US" altLang="en-US"/>
              <a:t>convergence is exact at </a:t>
            </a:r>
          </a:p>
          <a:p>
            <a:r>
              <a:rPr lang="en-US" altLang="en-US"/>
              <a:t>every point.</a:t>
            </a:r>
          </a:p>
        </p:txBody>
      </p:sp>
      <p:pic>
        <p:nvPicPr>
          <p:cNvPr id="172037" name="Picture 5" descr="Traingle Wave.jpg                                              00006DB2mjr                            B9A3C281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0" y="3763963"/>
            <a:ext cx="2852738" cy="172243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038" name="Picture 6" descr="Triangle Wave with N terms.jpg                                 00006DB2mjr                            B9A3C281: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7550" y="1212850"/>
            <a:ext cx="3967163" cy="50323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2039" name="Text Box 7"/>
          <p:cNvSpPr txBox="1">
            <a:spLocks noChangeArrowheads="1"/>
          </p:cNvSpPr>
          <p:nvPr/>
        </p:nvSpPr>
        <p:spPr bwMode="auto">
          <a:xfrm>
            <a:off x="977900" y="3124200"/>
            <a:ext cx="2740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 Continuous Signal</a:t>
            </a:r>
          </a:p>
        </p:txBody>
      </p:sp>
      <p:sp>
        <p:nvSpPr>
          <p:cNvPr id="172040" name="Text Box 8"/>
          <p:cNvSpPr txBox="1">
            <a:spLocks noChangeArrowheads="1"/>
          </p:cNvSpPr>
          <p:nvPr/>
        </p:nvSpPr>
        <p:spPr bwMode="auto">
          <a:xfrm>
            <a:off x="5153025" y="746125"/>
            <a:ext cx="2536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Partial CTFS Sums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D258827-0D7A-0D41-90C6-944A6696BF83}"/>
                  </a:ext>
                </a:extLst>
              </p14:cNvPr>
              <p14:cNvContentPartPr/>
              <p14:nvPr/>
            </p14:nvContentPartPr>
            <p14:xfrm>
              <a:off x="748440" y="486000"/>
              <a:ext cx="6705720" cy="6008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D258827-0D7A-0D41-90C6-944A6696BF8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9080" y="476640"/>
                <a:ext cx="6724440" cy="602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65050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60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Convergence of the CTFS</a:t>
            </a:r>
          </a:p>
        </p:txBody>
      </p:sp>
      <p:sp>
        <p:nvSpPr>
          <p:cNvPr id="173061" name="Text Box 5"/>
          <p:cNvSpPr txBox="1">
            <a:spLocks noChangeArrowheads="1"/>
          </p:cNvSpPr>
          <p:nvPr/>
        </p:nvSpPr>
        <p:spPr bwMode="auto">
          <a:xfrm>
            <a:off x="796925" y="1816100"/>
            <a:ext cx="345122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For discontinuous signals, </a:t>
            </a:r>
          </a:p>
          <a:p>
            <a:r>
              <a:rPr lang="en-US" altLang="en-US"/>
              <a:t>convergence is exact at </a:t>
            </a:r>
          </a:p>
          <a:p>
            <a:r>
              <a:rPr lang="en-US" altLang="en-US"/>
              <a:t>every point </a:t>
            </a:r>
            <a:r>
              <a:rPr lang="en-US" altLang="en-US" i="1"/>
              <a:t>of continuity</a:t>
            </a:r>
            <a:r>
              <a:rPr lang="en-US" altLang="en-US"/>
              <a:t>.</a:t>
            </a:r>
          </a:p>
        </p:txBody>
      </p:sp>
      <p:sp>
        <p:nvSpPr>
          <p:cNvPr id="173064" name="Text Box 8"/>
          <p:cNvSpPr txBox="1">
            <a:spLocks noChangeArrowheads="1"/>
          </p:cNvSpPr>
          <p:nvPr/>
        </p:nvSpPr>
        <p:spPr bwMode="auto">
          <a:xfrm>
            <a:off x="812800" y="3187700"/>
            <a:ext cx="2798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Discontinuous Signal</a:t>
            </a:r>
          </a:p>
        </p:txBody>
      </p:sp>
      <p:sp>
        <p:nvSpPr>
          <p:cNvPr id="173065" name="Text Box 9"/>
          <p:cNvSpPr txBox="1">
            <a:spLocks noChangeArrowheads="1"/>
          </p:cNvSpPr>
          <p:nvPr/>
        </p:nvSpPr>
        <p:spPr bwMode="auto">
          <a:xfrm>
            <a:off x="5368925" y="733425"/>
            <a:ext cx="2536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Partial CTFS Sums</a:t>
            </a:r>
          </a:p>
        </p:txBody>
      </p:sp>
      <p:pic>
        <p:nvPicPr>
          <p:cNvPr id="173066" name="Picture 10" descr="Square Wave.jpg                                                00006DB2mjr                            B9A3C281: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3940175"/>
            <a:ext cx="3290888" cy="18383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067" name="Picture 11" descr="Square Wave with N terms.jpg                                   00006DB2mjr                            B9A3C281: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3513" y="1138238"/>
            <a:ext cx="4776787" cy="514508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221AFA6-F716-CC43-B440-12E5F897AC10}"/>
                  </a:ext>
                </a:extLst>
              </p14:cNvPr>
              <p14:cNvContentPartPr/>
              <p14:nvPr/>
            </p14:nvContentPartPr>
            <p14:xfrm>
              <a:off x="1821240" y="4340160"/>
              <a:ext cx="6310800" cy="1712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221AFA6-F716-CC43-B440-12E5F897AC1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11880" y="4330800"/>
                <a:ext cx="6329520" cy="173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9726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Convergence of the CTFS</a:t>
            </a:r>
          </a:p>
        </p:txBody>
      </p:sp>
      <p:sp>
        <p:nvSpPr>
          <p:cNvPr id="174084" name="Text Box 4"/>
          <p:cNvSpPr txBox="1">
            <a:spLocks noChangeArrowheads="1"/>
          </p:cNvSpPr>
          <p:nvPr/>
        </p:nvSpPr>
        <p:spPr bwMode="auto">
          <a:xfrm>
            <a:off x="1279525" y="1233488"/>
            <a:ext cx="36195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/>
              <a:t>The Gibbs Phenomenon</a:t>
            </a:r>
          </a:p>
        </p:txBody>
      </p:sp>
      <p:pic>
        <p:nvPicPr>
          <p:cNvPr id="174085" name="Picture 5" descr="Gibbs Phenomenon.jpg                                           00006DB2mjr                            B9A3C281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981200"/>
            <a:ext cx="4616450" cy="393223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C30E922-5FF6-C04E-9E63-238839506ED4}"/>
                  </a:ext>
                </a:extLst>
              </p14:cNvPr>
              <p14:cNvContentPartPr/>
              <p14:nvPr/>
            </p14:nvContentPartPr>
            <p14:xfrm>
              <a:off x="1443960" y="1684080"/>
              <a:ext cx="6295680" cy="4228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C30E922-5FF6-C04E-9E63-238839506E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4600" y="1674720"/>
                <a:ext cx="6314400" cy="424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4333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456839" y="314737"/>
            <a:ext cx="8226360" cy="737999"/>
          </a:xfrm>
        </p:spPr>
        <p:txBody>
          <a:bodyPr>
            <a:spAutoFit/>
          </a:bodyPr>
          <a:lstStyle>
            <a:defPPr lvl="0">
              <a:buClr>
                <a:srgbClr val="003399"/>
              </a:buClr>
              <a:buSzPct val="100000"/>
              <a:buFont typeface="Arial" pitchFamily="34"/>
              <a:buNone/>
            </a:defPPr>
            <a:lvl1pPr lvl="0">
              <a:buClr>
                <a:srgbClr val="003399"/>
              </a:buClr>
              <a:buSzPct val="100000"/>
              <a:buFont typeface="Arial" pitchFamily="34"/>
              <a:buChar char="•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GB" dirty="0"/>
              <a:t>Example 1: Fourier Series sin(</a:t>
            </a:r>
            <a:r>
              <a:rPr lang="en-GB" i="1" dirty="0">
                <a:latin typeface="Symbol" pitchFamily="18"/>
              </a:rPr>
              <a:t></a:t>
            </a:r>
            <a:r>
              <a:rPr lang="en-GB" baseline="-25000" dirty="0">
                <a:latin typeface="Symbol" pitchFamily="18"/>
              </a:rPr>
              <a:t></a:t>
            </a:r>
            <a:r>
              <a:rPr lang="en-GB" i="1" dirty="0"/>
              <a:t>t</a:t>
            </a:r>
            <a:r>
              <a:rPr lang="en-GB" dirty="0"/>
              <a:t>)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384120" y="914400"/>
            <a:ext cx="8375759" cy="2785320"/>
          </a:xfrm>
        </p:spPr>
        <p:txBody>
          <a:bodyPr wrap="square" lIns="90000" tIns="46800" rIns="90000" bIns="46800" anchor="t" anchorCtr="0">
            <a:spAutoFit/>
          </a:bodyPr>
          <a:lstStyle>
            <a:defPPr marL="339480" marR="0" lvl="0" indent="-339480" algn="l" hangingPunct="1">
              <a:lnSpc>
                <a:spcPct val="87000"/>
              </a:lnSpc>
              <a:spcBef>
                <a:spcPts val="748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None/>
              <a:tabLst>
                <a:tab pos="109440" algn="l"/>
                <a:tab pos="558720" algn="l"/>
                <a:tab pos="1007999" algn="l"/>
                <a:tab pos="1457280" algn="l"/>
                <a:tab pos="1906560" algn="l"/>
                <a:tab pos="2355840" algn="l"/>
                <a:tab pos="2804760" algn="l"/>
                <a:tab pos="3254040" algn="l"/>
                <a:tab pos="3703319" algn="l"/>
                <a:tab pos="4152600" algn="l"/>
                <a:tab pos="4601880" algn="l"/>
                <a:tab pos="5051160" algn="l"/>
                <a:tab pos="5500440" algn="l"/>
                <a:tab pos="5949720" algn="l"/>
                <a:tab pos="6398999" algn="l"/>
                <a:tab pos="6848280" algn="l"/>
                <a:tab pos="7297560" algn="l"/>
                <a:tab pos="7746840" algn="l"/>
                <a:tab pos="8196120" algn="l"/>
                <a:tab pos="8645400" algn="l"/>
              </a:tabLst>
              <a:defRPr lang="en-GB" sz="3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defPPr>
            <a:lvl1pPr marL="339480" marR="0" lvl="0" indent="-339480" algn="l" hangingPunct="1">
              <a:lnSpc>
                <a:spcPct val="87000"/>
              </a:lnSpc>
              <a:spcBef>
                <a:spcPts val="748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Char char=""/>
              <a:tabLst>
                <a:tab pos="109440" algn="l"/>
                <a:tab pos="558720" algn="l"/>
                <a:tab pos="1007999" algn="l"/>
                <a:tab pos="1457280" algn="l"/>
                <a:tab pos="1906560" algn="l"/>
                <a:tab pos="2355840" algn="l"/>
                <a:tab pos="2804760" algn="l"/>
                <a:tab pos="3254040" algn="l"/>
                <a:tab pos="3703319" algn="l"/>
                <a:tab pos="4152600" algn="l"/>
                <a:tab pos="4601880" algn="l"/>
                <a:tab pos="5051160" algn="l"/>
                <a:tab pos="5500440" algn="l"/>
                <a:tab pos="5949720" algn="l"/>
                <a:tab pos="6398999" algn="l"/>
                <a:tab pos="6848280" algn="l"/>
                <a:tab pos="7297560" algn="l"/>
                <a:tab pos="7746840" algn="l"/>
                <a:tab pos="8196120" algn="l"/>
                <a:tab pos="8645400" algn="l"/>
              </a:tabLst>
              <a:defRPr lang="en-GB" sz="3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1pPr>
            <a:lvl2pPr marL="666720" marR="0" lvl="1" indent="-325440" algn="l" hangingPunct="1">
              <a:lnSpc>
                <a:spcPct val="87000"/>
              </a:lnSpc>
              <a:spcBef>
                <a:spcPts val="649"/>
              </a:spcBef>
              <a:spcAft>
                <a:spcPts val="0"/>
              </a:spcAft>
              <a:buClr>
                <a:srgbClr val="4C6D4E"/>
              </a:buClr>
              <a:buSzPct val="60000"/>
              <a:buFont typeface="Wingdings" pitchFamily="2"/>
              <a:buChar char=""/>
              <a:tabLst>
                <a:tab pos="231480" algn="l"/>
                <a:tab pos="680760" algn="l"/>
                <a:tab pos="1130040" algn="l"/>
                <a:tab pos="1579319" algn="l"/>
                <a:tab pos="2028600" algn="l"/>
                <a:tab pos="2477880" algn="l"/>
                <a:tab pos="2927159" algn="l"/>
                <a:tab pos="3376440" algn="l"/>
                <a:tab pos="3825719" algn="l"/>
                <a:tab pos="4275000" algn="l"/>
                <a:tab pos="4724280" algn="l"/>
                <a:tab pos="5173560" algn="l"/>
                <a:tab pos="5622840" algn="l"/>
                <a:tab pos="6072120" algn="l"/>
                <a:tab pos="6521400" algn="l"/>
                <a:tab pos="6970680" algn="l"/>
                <a:tab pos="7419960" algn="l"/>
                <a:tab pos="7868880" algn="l"/>
                <a:tab pos="8318160" algn="l"/>
                <a:tab pos="8767440" algn="l"/>
              </a:tabLst>
              <a:defRPr lang="en-GB" sz="26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2pPr>
            <a:lvl3pPr marL="1019160" marR="0" lvl="2" indent="-347760" algn="l" hangingPunct="1">
              <a:lnSpc>
                <a:spcPct val="87000"/>
              </a:lnSpc>
              <a:spcBef>
                <a:spcPts val="550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Char char=""/>
              <a:tabLst>
                <a:tab pos="328320" algn="l"/>
                <a:tab pos="777600" algn="l"/>
                <a:tab pos="1226880" algn="l"/>
                <a:tab pos="1676160" algn="l"/>
                <a:tab pos="2125440" algn="l"/>
                <a:tab pos="2574719" algn="l"/>
                <a:tab pos="3024000" algn="l"/>
                <a:tab pos="3473279" algn="l"/>
                <a:tab pos="3922560" algn="l"/>
                <a:tab pos="4371839" algn="l"/>
                <a:tab pos="4821120" algn="l"/>
                <a:tab pos="5270400" algn="l"/>
                <a:tab pos="5719680" algn="l"/>
                <a:tab pos="6168960" algn="l"/>
                <a:tab pos="6618240" algn="l"/>
                <a:tab pos="7067520" algn="l"/>
                <a:tab pos="7516800" algn="l"/>
                <a:tab pos="7965720" algn="l"/>
                <a:tab pos="8415000" algn="l"/>
                <a:tab pos="8864280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3pPr>
            <a:lvl4pPr marL="1336320" marR="0" lvl="3" indent="-31248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0000"/>
              <a:buFont typeface="Wingdings" pitchFamily="2"/>
              <a:buChar char=""/>
              <a:tabLst>
                <a:tab pos="10800" algn="l"/>
                <a:tab pos="460080" algn="l"/>
                <a:tab pos="909359" algn="l"/>
                <a:tab pos="1358640" algn="l"/>
                <a:tab pos="1807919" algn="l"/>
                <a:tab pos="2257200" algn="l"/>
                <a:tab pos="2706480" algn="l"/>
                <a:tab pos="3155760" algn="l"/>
                <a:tab pos="3605039" algn="l"/>
                <a:tab pos="4054320" algn="l"/>
                <a:tab pos="4503600" algn="l"/>
                <a:tab pos="4952880" algn="l"/>
                <a:tab pos="5402160" algn="l"/>
                <a:tab pos="5851440" algn="l"/>
                <a:tab pos="6300720" algn="l"/>
                <a:tab pos="6750000" algn="l"/>
                <a:tab pos="7199279" algn="l"/>
                <a:tab pos="7648559" algn="l"/>
                <a:tab pos="8097479" algn="l"/>
                <a:tab pos="8546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4pPr>
            <a:lvl5pPr marL="1677960" marR="0" lvl="4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5pPr>
            <a:lvl6pPr marL="1677960" marR="0" lvl="5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6pPr>
            <a:lvl7pPr marL="1677960" marR="0" lvl="6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7pPr>
            <a:lvl8pPr marL="1677960" marR="0" lvl="7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8pPr>
            <a:lvl9pPr marL="1944000" marR="0" lvl="8" indent="-2160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SzPct val="45000"/>
              <a:buFont typeface="StarSymbol"/>
              <a:buChar char="●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9pPr>
          </a:lstStyle>
          <a:p>
            <a:pPr lvl="0">
              <a:spcBef>
                <a:spcPts val="598"/>
              </a:spcBef>
              <a:buNone/>
            </a:pPr>
            <a:r>
              <a:rPr lang="en-GB" sz="2400">
                <a:latin typeface="" pitchFamily="16"/>
              </a:rPr>
              <a:t>The fundamental period of sin(</a:t>
            </a:r>
            <a:r>
              <a:rPr lang="en-GB" sz="2400" i="1">
                <a:latin typeface="Symbol" pitchFamily="18"/>
              </a:rPr>
              <a:t></a:t>
            </a:r>
            <a:r>
              <a:rPr lang="en-GB" sz="2400" baseline="-25000">
                <a:latin typeface="Symbol" pitchFamily="18"/>
              </a:rPr>
              <a:t></a:t>
            </a:r>
            <a:r>
              <a:rPr lang="en-GB" sz="2400" i="1">
                <a:latin typeface="" pitchFamily="16"/>
              </a:rPr>
              <a:t>t</a:t>
            </a:r>
            <a:r>
              <a:rPr lang="en-GB" sz="2400">
                <a:latin typeface="" pitchFamily="16"/>
              </a:rPr>
              <a:t>) is </a:t>
            </a:r>
            <a:r>
              <a:rPr lang="en-GB" sz="2400" i="1">
                <a:latin typeface="Symbol" pitchFamily="18"/>
              </a:rPr>
              <a:t></a:t>
            </a:r>
            <a:r>
              <a:rPr lang="en-GB" sz="2400" baseline="-25000">
                <a:latin typeface="Symbol" pitchFamily="18"/>
              </a:rPr>
              <a:t></a:t>
            </a:r>
          </a:p>
          <a:p>
            <a:pPr lvl="0">
              <a:spcBef>
                <a:spcPts val="598"/>
              </a:spcBef>
              <a:buNone/>
            </a:pPr>
            <a:r>
              <a:rPr lang="en-GB" sz="2400">
                <a:latin typeface="" pitchFamily="16"/>
              </a:rPr>
              <a:t>By inspection we can write:</a:t>
            </a:r>
          </a:p>
          <a:p>
            <a:pPr lvl="0">
              <a:spcBef>
                <a:spcPts val="598"/>
              </a:spcBef>
              <a:buNone/>
            </a:pPr>
            <a:endParaRPr lang="en-GB" sz="2400">
              <a:latin typeface="" pitchFamily="16"/>
            </a:endParaRPr>
          </a:p>
          <a:p>
            <a:pPr lvl="0">
              <a:spcBef>
                <a:spcPts val="598"/>
              </a:spcBef>
              <a:buNone/>
            </a:pPr>
            <a:r>
              <a:rPr lang="en-GB" sz="2400">
                <a:latin typeface="" pitchFamily="16"/>
              </a:rPr>
              <a:t>So </a:t>
            </a:r>
            <a:r>
              <a:rPr lang="en-GB" sz="2400" i="1">
                <a:latin typeface="" pitchFamily="16"/>
              </a:rPr>
              <a:t>a</a:t>
            </a:r>
            <a:r>
              <a:rPr lang="en-GB" sz="2400" baseline="-25000">
                <a:latin typeface="" pitchFamily="16"/>
              </a:rPr>
              <a:t>1</a:t>
            </a:r>
            <a:r>
              <a:rPr lang="en-GB" sz="2400">
                <a:latin typeface="" pitchFamily="16"/>
              </a:rPr>
              <a:t> = 1/2</a:t>
            </a:r>
            <a:r>
              <a:rPr lang="en-GB" sz="2400" i="1">
                <a:latin typeface="" pitchFamily="16"/>
              </a:rPr>
              <a:t>j</a:t>
            </a:r>
            <a:r>
              <a:rPr lang="en-GB" sz="2400">
                <a:latin typeface="" pitchFamily="16"/>
              </a:rPr>
              <a:t>, </a:t>
            </a:r>
            <a:r>
              <a:rPr lang="en-GB" sz="2400" i="1">
                <a:latin typeface="" pitchFamily="16"/>
              </a:rPr>
              <a:t>a</a:t>
            </a:r>
            <a:r>
              <a:rPr lang="en-GB" sz="2400" baseline="-25000">
                <a:latin typeface="" pitchFamily="16"/>
              </a:rPr>
              <a:t>-1</a:t>
            </a:r>
            <a:r>
              <a:rPr lang="en-GB" sz="2400">
                <a:latin typeface="" pitchFamily="16"/>
              </a:rPr>
              <a:t> = -1/2</a:t>
            </a:r>
            <a:r>
              <a:rPr lang="en-GB" sz="2400" i="1">
                <a:latin typeface="" pitchFamily="16"/>
              </a:rPr>
              <a:t>j</a:t>
            </a:r>
            <a:r>
              <a:rPr lang="en-GB" sz="2400">
                <a:latin typeface="" pitchFamily="16"/>
              </a:rPr>
              <a:t> and </a:t>
            </a:r>
            <a:r>
              <a:rPr lang="en-GB" sz="2400" i="1">
                <a:latin typeface="" pitchFamily="16"/>
              </a:rPr>
              <a:t>a</a:t>
            </a:r>
            <a:r>
              <a:rPr lang="en-GB" sz="2400" i="1" baseline="-25000">
                <a:latin typeface="" pitchFamily="16"/>
              </a:rPr>
              <a:t>k</a:t>
            </a:r>
            <a:r>
              <a:rPr lang="en-GB" sz="2400">
                <a:latin typeface="" pitchFamily="16"/>
              </a:rPr>
              <a:t> = 0 otherwise</a:t>
            </a:r>
          </a:p>
          <a:p>
            <a:pPr lvl="0">
              <a:spcBef>
                <a:spcPts val="598"/>
              </a:spcBef>
              <a:buNone/>
            </a:pPr>
            <a:endParaRPr lang="en-GB" sz="2400">
              <a:latin typeface="" pitchFamily="16"/>
            </a:endParaRPr>
          </a:p>
          <a:p>
            <a:pPr lvl="0">
              <a:spcBef>
                <a:spcPts val="598"/>
              </a:spcBef>
              <a:buNone/>
            </a:pPr>
            <a:r>
              <a:rPr lang="en-GB" sz="2400">
                <a:latin typeface="" pitchFamily="16"/>
              </a:rPr>
              <a:t>The magnitude and angle of the Fourier coefficients are:</a:t>
            </a:r>
          </a:p>
          <a:p>
            <a:pPr lvl="0">
              <a:spcBef>
                <a:spcPts val="598"/>
              </a:spcBef>
              <a:buNone/>
            </a:pPr>
            <a:endParaRPr lang="en-GB" sz="2400">
              <a:latin typeface="" pitchFamily="16"/>
            </a:endParaRPr>
          </a:p>
        </p:txBody>
      </p:sp>
      <p:graphicFrame>
        <p:nvGraphicFramePr>
          <p:cNvPr id="4" name="Object 3"/>
          <p:cNvGraphicFramePr/>
          <p:nvPr/>
        </p:nvGraphicFramePr>
        <p:xfrm>
          <a:off x="4284000" y="1341720"/>
          <a:ext cx="3476880" cy="530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5" name="Equation" r:id="rId4" imgW="53238400" imgH="8128000" progId="Equation.3">
                  <p:embed/>
                </p:oleObj>
              </mc:Choice>
              <mc:Fallback>
                <p:oleObj name="Equation" r:id="rId4" imgW="53238400" imgH="81280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84000" y="1341720"/>
                        <a:ext cx="3476880" cy="53028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FourierSin"/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850680" y="3473279"/>
            <a:ext cx="7293240" cy="281303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8FF38C9-6814-DC47-9A82-82707B4231F2}"/>
                  </a:ext>
                </a:extLst>
              </p14:cNvPr>
              <p14:cNvContentPartPr/>
              <p14:nvPr/>
            </p14:nvContentPartPr>
            <p14:xfrm>
              <a:off x="574200" y="532800"/>
              <a:ext cx="8426160" cy="63147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8FF38C9-6814-DC47-9A82-82707B4231F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4840" y="523440"/>
                <a:ext cx="8444880" cy="633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4087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456839" y="265794"/>
            <a:ext cx="8226360" cy="646331"/>
          </a:xfrm>
        </p:spPr>
        <p:txBody>
          <a:bodyPr>
            <a:spAutoFit/>
          </a:bodyPr>
          <a:lstStyle>
            <a:defPPr lvl="0">
              <a:buClr>
                <a:srgbClr val="003399"/>
              </a:buClr>
              <a:buSzPct val="100000"/>
              <a:buFont typeface="Arial" pitchFamily="34"/>
              <a:buNone/>
            </a:defPPr>
            <a:lvl1pPr lvl="0">
              <a:buClr>
                <a:srgbClr val="003399"/>
              </a:buClr>
              <a:buSzPct val="100000"/>
              <a:buFont typeface="Arial" pitchFamily="34"/>
              <a:buChar char="•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GB" sz="3600" dirty="0"/>
              <a:t>Example 1a:  Fourier Series sin(</a:t>
            </a:r>
            <a:r>
              <a:rPr lang="en-GB" sz="3600" i="1" dirty="0">
                <a:latin typeface="Symbol" pitchFamily="18"/>
              </a:rPr>
              <a:t></a:t>
            </a:r>
            <a:r>
              <a:rPr lang="en-GB" sz="3600" baseline="-25000" dirty="0">
                <a:latin typeface="Symbol" pitchFamily="18"/>
              </a:rPr>
              <a:t></a:t>
            </a:r>
            <a:r>
              <a:rPr lang="en-GB" sz="3600" i="1" dirty="0"/>
              <a:t>t</a:t>
            </a:r>
            <a:r>
              <a:rPr lang="en-GB" sz="3600" dirty="0"/>
              <a:t>)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396000" y="908720"/>
            <a:ext cx="8280000" cy="5516126"/>
          </a:xfrm>
        </p:spPr>
        <p:txBody>
          <a:bodyPr wrap="square" lIns="90000" tIns="46800" rIns="90000" bIns="46800" anchor="t" anchorCtr="0">
            <a:spAutoFit/>
          </a:bodyPr>
          <a:lstStyle>
            <a:defPPr marL="339480" marR="0" lvl="0" indent="-339480" algn="l" hangingPunct="1">
              <a:lnSpc>
                <a:spcPct val="87000"/>
              </a:lnSpc>
              <a:spcBef>
                <a:spcPts val="748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None/>
              <a:tabLst>
                <a:tab pos="109440" algn="l"/>
                <a:tab pos="558720" algn="l"/>
                <a:tab pos="1007999" algn="l"/>
                <a:tab pos="1457280" algn="l"/>
                <a:tab pos="1906560" algn="l"/>
                <a:tab pos="2355840" algn="l"/>
                <a:tab pos="2804760" algn="l"/>
                <a:tab pos="3254040" algn="l"/>
                <a:tab pos="3703319" algn="l"/>
                <a:tab pos="4152600" algn="l"/>
                <a:tab pos="4601880" algn="l"/>
                <a:tab pos="5051160" algn="l"/>
                <a:tab pos="5500440" algn="l"/>
                <a:tab pos="5949720" algn="l"/>
                <a:tab pos="6398999" algn="l"/>
                <a:tab pos="6848280" algn="l"/>
                <a:tab pos="7297560" algn="l"/>
                <a:tab pos="7746840" algn="l"/>
                <a:tab pos="8196120" algn="l"/>
                <a:tab pos="8645400" algn="l"/>
              </a:tabLst>
              <a:defRPr lang="en-GB" sz="3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defPPr>
            <a:lvl1pPr marL="339480" marR="0" lvl="0" indent="-339480" algn="l" hangingPunct="1">
              <a:lnSpc>
                <a:spcPct val="87000"/>
              </a:lnSpc>
              <a:spcBef>
                <a:spcPts val="748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Char char=""/>
              <a:tabLst>
                <a:tab pos="109440" algn="l"/>
                <a:tab pos="558720" algn="l"/>
                <a:tab pos="1007999" algn="l"/>
                <a:tab pos="1457280" algn="l"/>
                <a:tab pos="1906560" algn="l"/>
                <a:tab pos="2355840" algn="l"/>
                <a:tab pos="2804760" algn="l"/>
                <a:tab pos="3254040" algn="l"/>
                <a:tab pos="3703319" algn="l"/>
                <a:tab pos="4152600" algn="l"/>
                <a:tab pos="4601880" algn="l"/>
                <a:tab pos="5051160" algn="l"/>
                <a:tab pos="5500440" algn="l"/>
                <a:tab pos="5949720" algn="l"/>
                <a:tab pos="6398999" algn="l"/>
                <a:tab pos="6848280" algn="l"/>
                <a:tab pos="7297560" algn="l"/>
                <a:tab pos="7746840" algn="l"/>
                <a:tab pos="8196120" algn="l"/>
                <a:tab pos="8645400" algn="l"/>
              </a:tabLst>
              <a:defRPr lang="en-GB" sz="3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1pPr>
            <a:lvl2pPr marL="666720" marR="0" lvl="1" indent="-325440" algn="l" hangingPunct="1">
              <a:lnSpc>
                <a:spcPct val="87000"/>
              </a:lnSpc>
              <a:spcBef>
                <a:spcPts val="649"/>
              </a:spcBef>
              <a:spcAft>
                <a:spcPts val="0"/>
              </a:spcAft>
              <a:buClr>
                <a:srgbClr val="4C6D4E"/>
              </a:buClr>
              <a:buSzPct val="60000"/>
              <a:buFont typeface="Wingdings" pitchFamily="2"/>
              <a:buChar char=""/>
              <a:tabLst>
                <a:tab pos="231480" algn="l"/>
                <a:tab pos="680760" algn="l"/>
                <a:tab pos="1130040" algn="l"/>
                <a:tab pos="1579319" algn="l"/>
                <a:tab pos="2028600" algn="l"/>
                <a:tab pos="2477880" algn="l"/>
                <a:tab pos="2927159" algn="l"/>
                <a:tab pos="3376440" algn="l"/>
                <a:tab pos="3825719" algn="l"/>
                <a:tab pos="4275000" algn="l"/>
                <a:tab pos="4724280" algn="l"/>
                <a:tab pos="5173560" algn="l"/>
                <a:tab pos="5622840" algn="l"/>
                <a:tab pos="6072120" algn="l"/>
                <a:tab pos="6521400" algn="l"/>
                <a:tab pos="6970680" algn="l"/>
                <a:tab pos="7419960" algn="l"/>
                <a:tab pos="7868880" algn="l"/>
                <a:tab pos="8318160" algn="l"/>
                <a:tab pos="8767440" algn="l"/>
              </a:tabLst>
              <a:defRPr lang="en-GB" sz="26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2pPr>
            <a:lvl3pPr marL="1019160" marR="0" lvl="2" indent="-347760" algn="l" hangingPunct="1">
              <a:lnSpc>
                <a:spcPct val="87000"/>
              </a:lnSpc>
              <a:spcBef>
                <a:spcPts val="550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Char char=""/>
              <a:tabLst>
                <a:tab pos="328320" algn="l"/>
                <a:tab pos="777600" algn="l"/>
                <a:tab pos="1226880" algn="l"/>
                <a:tab pos="1676160" algn="l"/>
                <a:tab pos="2125440" algn="l"/>
                <a:tab pos="2574719" algn="l"/>
                <a:tab pos="3024000" algn="l"/>
                <a:tab pos="3473279" algn="l"/>
                <a:tab pos="3922560" algn="l"/>
                <a:tab pos="4371839" algn="l"/>
                <a:tab pos="4821120" algn="l"/>
                <a:tab pos="5270400" algn="l"/>
                <a:tab pos="5719680" algn="l"/>
                <a:tab pos="6168960" algn="l"/>
                <a:tab pos="6618240" algn="l"/>
                <a:tab pos="7067520" algn="l"/>
                <a:tab pos="7516800" algn="l"/>
                <a:tab pos="7965720" algn="l"/>
                <a:tab pos="8415000" algn="l"/>
                <a:tab pos="8864280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3pPr>
            <a:lvl4pPr marL="1336320" marR="0" lvl="3" indent="-31248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0000"/>
              <a:buFont typeface="Wingdings" pitchFamily="2"/>
              <a:buChar char=""/>
              <a:tabLst>
                <a:tab pos="10800" algn="l"/>
                <a:tab pos="460080" algn="l"/>
                <a:tab pos="909359" algn="l"/>
                <a:tab pos="1358640" algn="l"/>
                <a:tab pos="1807919" algn="l"/>
                <a:tab pos="2257200" algn="l"/>
                <a:tab pos="2706480" algn="l"/>
                <a:tab pos="3155760" algn="l"/>
                <a:tab pos="3605039" algn="l"/>
                <a:tab pos="4054320" algn="l"/>
                <a:tab pos="4503600" algn="l"/>
                <a:tab pos="4952880" algn="l"/>
                <a:tab pos="5402160" algn="l"/>
                <a:tab pos="5851440" algn="l"/>
                <a:tab pos="6300720" algn="l"/>
                <a:tab pos="6750000" algn="l"/>
                <a:tab pos="7199279" algn="l"/>
                <a:tab pos="7648559" algn="l"/>
                <a:tab pos="8097479" algn="l"/>
                <a:tab pos="8546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4pPr>
            <a:lvl5pPr marL="1677960" marR="0" lvl="4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5pPr>
            <a:lvl6pPr marL="1677960" marR="0" lvl="5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6pPr>
            <a:lvl7pPr marL="1677960" marR="0" lvl="6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7pPr>
            <a:lvl8pPr marL="1677960" marR="0" lvl="7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8pPr>
            <a:lvl9pPr marL="1944000" marR="0" lvl="8" indent="-2160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SzPct val="45000"/>
              <a:buFont typeface="StarSymbol"/>
              <a:buChar char="●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9pPr>
          </a:lstStyle>
          <a:p>
            <a:pPr lvl="0">
              <a:spcBef>
                <a:spcPts val="598"/>
              </a:spcBef>
              <a:buNone/>
            </a:pPr>
            <a:r>
              <a:rPr lang="en-GB" sz="2400" dirty="0">
                <a:latin typeface="" pitchFamily="16"/>
              </a:rPr>
              <a:t>The Fourier coefficients can also be explicitly evaluated</a:t>
            </a:r>
          </a:p>
          <a:p>
            <a:pPr lvl="0">
              <a:spcBef>
                <a:spcPts val="598"/>
              </a:spcBef>
              <a:buNone/>
            </a:pPr>
            <a:endParaRPr lang="en-GB" sz="2400" dirty="0">
              <a:latin typeface="" pitchFamily="16"/>
            </a:endParaRPr>
          </a:p>
          <a:p>
            <a:pPr lvl="0">
              <a:spcBef>
                <a:spcPts val="598"/>
              </a:spcBef>
              <a:buNone/>
            </a:pPr>
            <a:endParaRPr lang="en-GB" sz="2400" dirty="0">
              <a:latin typeface="" pitchFamily="16"/>
            </a:endParaRPr>
          </a:p>
          <a:p>
            <a:pPr lvl="0">
              <a:spcBef>
                <a:spcPts val="598"/>
              </a:spcBef>
              <a:buNone/>
            </a:pPr>
            <a:endParaRPr lang="en-GB" sz="2400" dirty="0">
              <a:latin typeface="" pitchFamily="16"/>
            </a:endParaRPr>
          </a:p>
          <a:p>
            <a:pPr lvl="0">
              <a:spcBef>
                <a:spcPts val="598"/>
              </a:spcBef>
              <a:buNone/>
            </a:pPr>
            <a:endParaRPr lang="en-GB" sz="2400" dirty="0">
              <a:latin typeface="" pitchFamily="16"/>
            </a:endParaRPr>
          </a:p>
          <a:p>
            <a:pPr lvl="0">
              <a:spcBef>
                <a:spcPts val="598"/>
              </a:spcBef>
              <a:buNone/>
            </a:pPr>
            <a:endParaRPr lang="en-GB" sz="2400" dirty="0">
              <a:latin typeface="" pitchFamily="16"/>
            </a:endParaRPr>
          </a:p>
          <a:p>
            <a:pPr lvl="0">
              <a:spcBef>
                <a:spcPts val="598"/>
              </a:spcBef>
              <a:buNone/>
            </a:pPr>
            <a:endParaRPr lang="en-GB" sz="2400" dirty="0">
              <a:latin typeface="" pitchFamily="16"/>
            </a:endParaRPr>
          </a:p>
          <a:p>
            <a:pPr lvl="0">
              <a:spcBef>
                <a:spcPts val="598"/>
              </a:spcBef>
              <a:buNone/>
            </a:pPr>
            <a:endParaRPr lang="en-GB" sz="2400" dirty="0">
              <a:latin typeface="" pitchFamily="16"/>
            </a:endParaRPr>
          </a:p>
          <a:p>
            <a:pPr lvl="0">
              <a:spcBef>
                <a:spcPts val="598"/>
              </a:spcBef>
              <a:buNone/>
            </a:pPr>
            <a:endParaRPr lang="en-GB" sz="2400" dirty="0">
              <a:latin typeface="" pitchFamily="16"/>
            </a:endParaRPr>
          </a:p>
          <a:p>
            <a:pPr lvl="0">
              <a:spcBef>
                <a:spcPts val="598"/>
              </a:spcBef>
              <a:buNone/>
            </a:pPr>
            <a:endParaRPr lang="en-GB" sz="2400" dirty="0">
              <a:latin typeface="" pitchFamily="16"/>
            </a:endParaRPr>
          </a:p>
          <a:p>
            <a:pPr lvl="0">
              <a:spcBef>
                <a:spcPts val="598"/>
              </a:spcBef>
              <a:buNone/>
            </a:pPr>
            <a:endParaRPr lang="en-GB" sz="2400" dirty="0">
              <a:latin typeface="" pitchFamily="16"/>
            </a:endParaRPr>
          </a:p>
          <a:p>
            <a:pPr lvl="0">
              <a:spcBef>
                <a:spcPts val="598"/>
              </a:spcBef>
              <a:buNone/>
            </a:pPr>
            <a:r>
              <a:rPr lang="en-GB" sz="2400" dirty="0">
                <a:latin typeface="" pitchFamily="16"/>
              </a:rPr>
              <a:t>When </a:t>
            </a:r>
            <a:r>
              <a:rPr lang="en-GB" sz="2400" i="1" dirty="0">
                <a:latin typeface="" pitchFamily="16"/>
              </a:rPr>
              <a:t>k</a:t>
            </a:r>
            <a:r>
              <a:rPr lang="en-GB" sz="2400" dirty="0">
                <a:latin typeface="" pitchFamily="16"/>
              </a:rPr>
              <a:t> = +1 or –1, the integrals evaluate to </a:t>
            </a:r>
            <a:r>
              <a:rPr lang="en-GB" sz="2400" i="1" dirty="0">
                <a:latin typeface="" pitchFamily="16"/>
              </a:rPr>
              <a:t>T</a:t>
            </a:r>
            <a:r>
              <a:rPr lang="en-GB" sz="2400" dirty="0">
                <a:latin typeface="" pitchFamily="16"/>
              </a:rPr>
              <a:t> and –</a:t>
            </a:r>
            <a:r>
              <a:rPr lang="en-GB" sz="2400" i="1" dirty="0">
                <a:latin typeface="" pitchFamily="16"/>
              </a:rPr>
              <a:t>T</a:t>
            </a:r>
            <a:r>
              <a:rPr lang="en-GB" sz="2400" dirty="0">
                <a:latin typeface="" pitchFamily="16"/>
              </a:rPr>
              <a:t>, respectively.  Otherwise the coefficients are zero.</a:t>
            </a:r>
          </a:p>
          <a:p>
            <a:pPr lvl="0">
              <a:spcBef>
                <a:spcPts val="598"/>
              </a:spcBef>
              <a:buNone/>
            </a:pPr>
            <a:r>
              <a:rPr lang="en-GB" sz="2400" dirty="0">
                <a:latin typeface="" pitchFamily="16"/>
              </a:rPr>
              <a:t>Therefore </a:t>
            </a:r>
            <a:r>
              <a:rPr lang="en-GB" sz="2400" i="1" dirty="0">
                <a:latin typeface="" pitchFamily="16"/>
              </a:rPr>
              <a:t>a</a:t>
            </a:r>
            <a:r>
              <a:rPr lang="en-GB" sz="2400" baseline="-25000" dirty="0">
                <a:latin typeface="" pitchFamily="16"/>
              </a:rPr>
              <a:t>1</a:t>
            </a:r>
            <a:r>
              <a:rPr lang="en-GB" sz="2400" dirty="0">
                <a:latin typeface="" pitchFamily="16"/>
              </a:rPr>
              <a:t> = 1/2</a:t>
            </a:r>
            <a:r>
              <a:rPr lang="en-GB" sz="2400" i="1" dirty="0">
                <a:latin typeface="" pitchFamily="16"/>
              </a:rPr>
              <a:t>j</a:t>
            </a:r>
            <a:r>
              <a:rPr lang="en-GB" sz="2400" dirty="0">
                <a:latin typeface="" pitchFamily="16"/>
              </a:rPr>
              <a:t>, </a:t>
            </a:r>
            <a:r>
              <a:rPr lang="en-GB" sz="2400" i="1" dirty="0">
                <a:latin typeface="" pitchFamily="16"/>
              </a:rPr>
              <a:t>a</a:t>
            </a:r>
            <a:r>
              <a:rPr lang="en-GB" sz="2400" baseline="-25000" dirty="0">
                <a:latin typeface="" pitchFamily="16"/>
              </a:rPr>
              <a:t>-1</a:t>
            </a:r>
            <a:r>
              <a:rPr lang="en-GB" sz="2400" dirty="0">
                <a:latin typeface="" pitchFamily="16"/>
              </a:rPr>
              <a:t> = -1/2</a:t>
            </a:r>
            <a:r>
              <a:rPr lang="en-GB" sz="2400" i="1" dirty="0">
                <a:latin typeface="" pitchFamily="16"/>
              </a:rPr>
              <a:t>j</a:t>
            </a:r>
          </a:p>
        </p:txBody>
      </p:sp>
      <p:graphicFrame>
        <p:nvGraphicFramePr>
          <p:cNvPr id="4" name="Object 3"/>
          <p:cNvGraphicFramePr/>
          <p:nvPr/>
        </p:nvGraphicFramePr>
        <p:xfrm>
          <a:off x="1190520" y="1356120"/>
          <a:ext cx="5832719" cy="949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5" name="Equation" r:id="rId4" imgW="94691200" imgH="15443200" progId="Equation.3">
                  <p:embed/>
                </p:oleObj>
              </mc:Choice>
              <mc:Fallback>
                <p:oleObj name="Equation" r:id="rId4" imgW="94691200" imgH="15443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0520" y="1356120"/>
                        <a:ext cx="5832719" cy="94932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/>
          <p:nvPr/>
        </p:nvGraphicFramePr>
        <p:xfrm>
          <a:off x="1190520" y="2249640"/>
          <a:ext cx="6810480" cy="273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6" name="Equation" r:id="rId6" imgW="117449600" imgH="47142400" progId="Equation.3">
                  <p:embed/>
                </p:oleObj>
              </mc:Choice>
              <mc:Fallback>
                <p:oleObj name="Equation" r:id="rId6" imgW="117449600" imgH="47142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90520" y="2249640"/>
                        <a:ext cx="6810480" cy="273060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DCF035D-3062-514F-87EF-4042E028EB5D}"/>
                  </a:ext>
                </a:extLst>
              </p14:cNvPr>
              <p14:cNvContentPartPr/>
              <p14:nvPr/>
            </p14:nvContentPartPr>
            <p14:xfrm>
              <a:off x="1355040" y="0"/>
              <a:ext cx="7142400" cy="64576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DCF035D-3062-514F-87EF-4042E028EB5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45680" y="-9360"/>
                <a:ext cx="7161120" cy="647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1481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420840" y="260280"/>
            <a:ext cx="8226360" cy="596160"/>
          </a:xfrm>
        </p:spPr>
        <p:txBody>
          <a:bodyPr>
            <a:spAutoFit/>
          </a:bodyPr>
          <a:lstStyle>
            <a:defPPr lvl="0">
              <a:buClr>
                <a:srgbClr val="003399"/>
              </a:buClr>
              <a:buSzPct val="100000"/>
              <a:buFont typeface="Arial" pitchFamily="34"/>
              <a:buNone/>
            </a:defPPr>
            <a:lvl1pPr lvl="0">
              <a:buClr>
                <a:srgbClr val="003399"/>
              </a:buClr>
              <a:buSzPct val="100000"/>
              <a:buFont typeface="Arial" pitchFamily="34"/>
              <a:buChar char="•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GB"/>
              <a:t>Example 2: Additive Sinusoids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360000" y="939959"/>
            <a:ext cx="8460000" cy="3683317"/>
          </a:xfrm>
        </p:spPr>
        <p:txBody>
          <a:bodyPr wrap="square" lIns="90000" tIns="46800" rIns="90000" bIns="46800" anchor="t" anchorCtr="0">
            <a:spAutoFit/>
          </a:bodyPr>
          <a:lstStyle>
            <a:defPPr marL="339480" marR="0" lvl="0" indent="-339480" algn="l" hangingPunct="1">
              <a:lnSpc>
                <a:spcPct val="87000"/>
              </a:lnSpc>
              <a:spcBef>
                <a:spcPts val="748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None/>
              <a:tabLst>
                <a:tab pos="109440" algn="l"/>
                <a:tab pos="558720" algn="l"/>
                <a:tab pos="1007999" algn="l"/>
                <a:tab pos="1457280" algn="l"/>
                <a:tab pos="1906560" algn="l"/>
                <a:tab pos="2355840" algn="l"/>
                <a:tab pos="2804760" algn="l"/>
                <a:tab pos="3254040" algn="l"/>
                <a:tab pos="3703319" algn="l"/>
                <a:tab pos="4152600" algn="l"/>
                <a:tab pos="4601880" algn="l"/>
                <a:tab pos="5051160" algn="l"/>
                <a:tab pos="5500440" algn="l"/>
                <a:tab pos="5949720" algn="l"/>
                <a:tab pos="6398999" algn="l"/>
                <a:tab pos="6848280" algn="l"/>
                <a:tab pos="7297560" algn="l"/>
                <a:tab pos="7746840" algn="l"/>
                <a:tab pos="8196120" algn="l"/>
                <a:tab pos="8645400" algn="l"/>
              </a:tabLst>
              <a:defRPr lang="en-GB" sz="3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defPPr>
            <a:lvl1pPr marL="339480" marR="0" lvl="0" indent="-339480" algn="l" hangingPunct="1">
              <a:lnSpc>
                <a:spcPct val="87000"/>
              </a:lnSpc>
              <a:spcBef>
                <a:spcPts val="748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Char char=""/>
              <a:tabLst>
                <a:tab pos="109440" algn="l"/>
                <a:tab pos="558720" algn="l"/>
                <a:tab pos="1007999" algn="l"/>
                <a:tab pos="1457280" algn="l"/>
                <a:tab pos="1906560" algn="l"/>
                <a:tab pos="2355840" algn="l"/>
                <a:tab pos="2804760" algn="l"/>
                <a:tab pos="3254040" algn="l"/>
                <a:tab pos="3703319" algn="l"/>
                <a:tab pos="4152600" algn="l"/>
                <a:tab pos="4601880" algn="l"/>
                <a:tab pos="5051160" algn="l"/>
                <a:tab pos="5500440" algn="l"/>
                <a:tab pos="5949720" algn="l"/>
                <a:tab pos="6398999" algn="l"/>
                <a:tab pos="6848280" algn="l"/>
                <a:tab pos="7297560" algn="l"/>
                <a:tab pos="7746840" algn="l"/>
                <a:tab pos="8196120" algn="l"/>
                <a:tab pos="8645400" algn="l"/>
              </a:tabLst>
              <a:defRPr lang="en-GB" sz="3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1pPr>
            <a:lvl2pPr marL="666720" marR="0" lvl="1" indent="-325440" algn="l" hangingPunct="1">
              <a:lnSpc>
                <a:spcPct val="87000"/>
              </a:lnSpc>
              <a:spcBef>
                <a:spcPts val="649"/>
              </a:spcBef>
              <a:spcAft>
                <a:spcPts val="0"/>
              </a:spcAft>
              <a:buClr>
                <a:srgbClr val="4C6D4E"/>
              </a:buClr>
              <a:buSzPct val="60000"/>
              <a:buFont typeface="Wingdings" pitchFamily="2"/>
              <a:buChar char=""/>
              <a:tabLst>
                <a:tab pos="231480" algn="l"/>
                <a:tab pos="680760" algn="l"/>
                <a:tab pos="1130040" algn="l"/>
                <a:tab pos="1579319" algn="l"/>
                <a:tab pos="2028600" algn="l"/>
                <a:tab pos="2477880" algn="l"/>
                <a:tab pos="2927159" algn="l"/>
                <a:tab pos="3376440" algn="l"/>
                <a:tab pos="3825719" algn="l"/>
                <a:tab pos="4275000" algn="l"/>
                <a:tab pos="4724280" algn="l"/>
                <a:tab pos="5173560" algn="l"/>
                <a:tab pos="5622840" algn="l"/>
                <a:tab pos="6072120" algn="l"/>
                <a:tab pos="6521400" algn="l"/>
                <a:tab pos="6970680" algn="l"/>
                <a:tab pos="7419960" algn="l"/>
                <a:tab pos="7868880" algn="l"/>
                <a:tab pos="8318160" algn="l"/>
                <a:tab pos="8767440" algn="l"/>
              </a:tabLst>
              <a:defRPr lang="en-GB" sz="26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2pPr>
            <a:lvl3pPr marL="1019160" marR="0" lvl="2" indent="-347760" algn="l" hangingPunct="1">
              <a:lnSpc>
                <a:spcPct val="87000"/>
              </a:lnSpc>
              <a:spcBef>
                <a:spcPts val="550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Char char=""/>
              <a:tabLst>
                <a:tab pos="328320" algn="l"/>
                <a:tab pos="777600" algn="l"/>
                <a:tab pos="1226880" algn="l"/>
                <a:tab pos="1676160" algn="l"/>
                <a:tab pos="2125440" algn="l"/>
                <a:tab pos="2574719" algn="l"/>
                <a:tab pos="3024000" algn="l"/>
                <a:tab pos="3473279" algn="l"/>
                <a:tab pos="3922560" algn="l"/>
                <a:tab pos="4371839" algn="l"/>
                <a:tab pos="4821120" algn="l"/>
                <a:tab pos="5270400" algn="l"/>
                <a:tab pos="5719680" algn="l"/>
                <a:tab pos="6168960" algn="l"/>
                <a:tab pos="6618240" algn="l"/>
                <a:tab pos="7067520" algn="l"/>
                <a:tab pos="7516800" algn="l"/>
                <a:tab pos="7965720" algn="l"/>
                <a:tab pos="8415000" algn="l"/>
                <a:tab pos="8864280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3pPr>
            <a:lvl4pPr marL="1336320" marR="0" lvl="3" indent="-31248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0000"/>
              <a:buFont typeface="Wingdings" pitchFamily="2"/>
              <a:buChar char=""/>
              <a:tabLst>
                <a:tab pos="10800" algn="l"/>
                <a:tab pos="460080" algn="l"/>
                <a:tab pos="909359" algn="l"/>
                <a:tab pos="1358640" algn="l"/>
                <a:tab pos="1807919" algn="l"/>
                <a:tab pos="2257200" algn="l"/>
                <a:tab pos="2706480" algn="l"/>
                <a:tab pos="3155760" algn="l"/>
                <a:tab pos="3605039" algn="l"/>
                <a:tab pos="4054320" algn="l"/>
                <a:tab pos="4503600" algn="l"/>
                <a:tab pos="4952880" algn="l"/>
                <a:tab pos="5402160" algn="l"/>
                <a:tab pos="5851440" algn="l"/>
                <a:tab pos="6300720" algn="l"/>
                <a:tab pos="6750000" algn="l"/>
                <a:tab pos="7199279" algn="l"/>
                <a:tab pos="7648559" algn="l"/>
                <a:tab pos="8097479" algn="l"/>
                <a:tab pos="8546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4pPr>
            <a:lvl5pPr marL="1677960" marR="0" lvl="4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5pPr>
            <a:lvl6pPr marL="1677960" marR="0" lvl="5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6pPr>
            <a:lvl7pPr marL="1677960" marR="0" lvl="6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7pPr>
            <a:lvl8pPr marL="1677960" marR="0" lvl="7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8pPr>
            <a:lvl9pPr marL="1944000" marR="0" lvl="8" indent="-2160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SzPct val="45000"/>
              <a:buFont typeface="StarSymbol"/>
              <a:buChar char="●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9pPr>
          </a:lstStyle>
          <a:p>
            <a:pPr lvl="0">
              <a:spcBef>
                <a:spcPts val="499"/>
              </a:spcBef>
              <a:buNone/>
            </a:pPr>
            <a:r>
              <a:rPr lang="en-GB" sz="2000" dirty="0">
                <a:latin typeface="" pitchFamily="16"/>
              </a:rPr>
              <a:t>Consider the additive sinusoidal series which has a fundamental frequency </a:t>
            </a:r>
            <a:r>
              <a:rPr lang="en-GB" sz="2000" i="1" dirty="0">
                <a:latin typeface="Symbol" pitchFamily="18"/>
              </a:rPr>
              <a:t></a:t>
            </a:r>
            <a:r>
              <a:rPr lang="en-GB" sz="2000" baseline="-25000" dirty="0">
                <a:latin typeface="" pitchFamily="16"/>
              </a:rPr>
              <a:t>0</a:t>
            </a:r>
            <a:r>
              <a:rPr lang="en-GB" sz="2000" dirty="0">
                <a:latin typeface="" pitchFamily="16"/>
              </a:rPr>
              <a:t>:</a:t>
            </a:r>
          </a:p>
          <a:p>
            <a:pPr lvl="0">
              <a:spcBef>
                <a:spcPts val="499"/>
              </a:spcBef>
              <a:buNone/>
            </a:pPr>
            <a:endParaRPr lang="en-GB" sz="2000" dirty="0">
              <a:latin typeface="" pitchFamily="16"/>
            </a:endParaRPr>
          </a:p>
          <a:p>
            <a:pPr lvl="0">
              <a:spcBef>
                <a:spcPts val="499"/>
              </a:spcBef>
              <a:buNone/>
            </a:pPr>
            <a:endParaRPr lang="en-GB" sz="2000" dirty="0">
              <a:latin typeface="" pitchFamily="16"/>
            </a:endParaRPr>
          </a:p>
          <a:p>
            <a:pPr lvl="0">
              <a:spcBef>
                <a:spcPts val="499"/>
              </a:spcBef>
              <a:buNone/>
            </a:pPr>
            <a:r>
              <a:rPr lang="en-GB" sz="2000" dirty="0">
                <a:latin typeface="" pitchFamily="16"/>
              </a:rPr>
              <a:t>Again, the signal can be directly written as:</a:t>
            </a:r>
          </a:p>
          <a:p>
            <a:pPr lvl="0">
              <a:spcBef>
                <a:spcPts val="697"/>
              </a:spcBef>
              <a:buNone/>
            </a:pPr>
            <a:endParaRPr lang="en-GB" sz="2800" dirty="0">
              <a:latin typeface="" pitchFamily="16"/>
            </a:endParaRPr>
          </a:p>
          <a:p>
            <a:pPr lvl="0">
              <a:spcBef>
                <a:spcPts val="697"/>
              </a:spcBef>
              <a:buNone/>
            </a:pPr>
            <a:endParaRPr lang="en-GB" sz="2800" dirty="0">
              <a:latin typeface="" pitchFamily="16"/>
            </a:endParaRPr>
          </a:p>
          <a:p>
            <a:pPr lvl="0">
              <a:spcBef>
                <a:spcPts val="697"/>
              </a:spcBef>
              <a:buNone/>
            </a:pPr>
            <a:endParaRPr lang="en-GB" sz="2800" dirty="0">
              <a:latin typeface="" pitchFamily="16"/>
            </a:endParaRPr>
          </a:p>
          <a:p>
            <a:pPr lvl="0">
              <a:spcBef>
                <a:spcPts val="499"/>
              </a:spcBef>
              <a:buNone/>
            </a:pPr>
            <a:endParaRPr lang="en-GB" sz="2000" dirty="0">
              <a:latin typeface="" pitchFamily="16"/>
            </a:endParaRPr>
          </a:p>
          <a:p>
            <a:pPr lvl="0">
              <a:spcBef>
                <a:spcPts val="499"/>
              </a:spcBef>
              <a:buNone/>
            </a:pPr>
            <a:r>
              <a:rPr lang="en-GB" sz="2000" dirty="0">
                <a:latin typeface="" pitchFamily="16"/>
              </a:rPr>
              <a:t>The Fourier series coefficients can then be visualised as:</a:t>
            </a:r>
          </a:p>
        </p:txBody>
      </p:sp>
      <p:graphicFrame>
        <p:nvGraphicFramePr>
          <p:cNvPr id="4" name="Object 3"/>
          <p:cNvGraphicFramePr/>
          <p:nvPr>
            <p:extLst>
              <p:ext uri="{D42A27DB-BD31-4B8C-83A1-F6EECF244321}">
                <p14:modId xmlns:p14="http://schemas.microsoft.com/office/powerpoint/2010/main" val="2828253596"/>
              </p:ext>
            </p:extLst>
          </p:nvPr>
        </p:nvGraphicFramePr>
        <p:xfrm>
          <a:off x="1593719" y="1645048"/>
          <a:ext cx="4727880" cy="41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5" name="Equation" r:id="rId4" imgW="82905600" imgH="7315200" progId="Equation.3">
                  <p:embed/>
                </p:oleObj>
              </mc:Choice>
              <mc:Fallback>
                <p:oleObj name="Equation" r:id="rId4" imgW="82905600" imgH="7315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93719" y="1645048"/>
                        <a:ext cx="4727880" cy="41580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/>
          <p:nvPr>
            <p:extLst>
              <p:ext uri="{D42A27DB-BD31-4B8C-83A1-F6EECF244321}">
                <p14:modId xmlns:p14="http://schemas.microsoft.com/office/powerpoint/2010/main" val="3221083090"/>
              </p:ext>
            </p:extLst>
          </p:nvPr>
        </p:nvGraphicFramePr>
        <p:xfrm>
          <a:off x="1593719" y="2564904"/>
          <a:ext cx="6940799" cy="1001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6" name="Equation" r:id="rId6" imgW="129641600" imgH="18694400" progId="Equation.3">
                  <p:embed/>
                </p:oleObj>
              </mc:Choice>
              <mc:Fallback>
                <p:oleObj name="Equation" r:id="rId6" imgW="129641600" imgH="18694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93719" y="2564904"/>
                        <a:ext cx="6940799" cy="100188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/>
          <p:nvPr>
            <p:extLst>
              <p:ext uri="{D42A27DB-BD31-4B8C-83A1-F6EECF244321}">
                <p14:modId xmlns:p14="http://schemas.microsoft.com/office/powerpoint/2010/main" val="306715675"/>
              </p:ext>
            </p:extLst>
          </p:nvPr>
        </p:nvGraphicFramePr>
        <p:xfrm>
          <a:off x="1593719" y="3691880"/>
          <a:ext cx="641988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7" name="Equation" r:id="rId8" imgW="119888000" imgH="8534400" progId="Equation.3">
                  <p:embed/>
                </p:oleObj>
              </mc:Choice>
              <mc:Fallback>
                <p:oleObj name="Equation" r:id="rId8" imgW="119888000" imgH="8534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93719" y="3691880"/>
                        <a:ext cx="6419880" cy="45720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FourierSinSum"/>
          <p:cNvPicPr>
            <a:picLocks noChangeAspect="1"/>
          </p:cNvPicPr>
          <p:nvPr/>
        </p:nvPicPr>
        <p:blipFill>
          <a:blip r:embed="rId10">
            <a:lum/>
            <a:alphaModFix/>
          </a:blip>
          <a:srcRect l="4743" r="4743"/>
          <a:stretch>
            <a:fillRect/>
          </a:stretch>
        </p:blipFill>
        <p:spPr>
          <a:xfrm>
            <a:off x="2123728" y="4581128"/>
            <a:ext cx="5432648" cy="221303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33DA763-E984-C34B-9B0F-468CC30DFB61}"/>
                  </a:ext>
                </a:extLst>
              </p14:cNvPr>
              <p14:cNvContentPartPr/>
              <p14:nvPr/>
            </p14:nvContentPartPr>
            <p14:xfrm>
              <a:off x="657360" y="2091960"/>
              <a:ext cx="8368560" cy="44535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33DA763-E984-C34B-9B0F-468CC30DFB6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48000" y="2082600"/>
                <a:ext cx="8387280" cy="447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57827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 txBox="1">
            <a:spLocks noGrp="1"/>
          </p:cNvSpPr>
          <p:nvPr>
            <p:ph type="body" idx="4294967295"/>
          </p:nvPr>
        </p:nvSpPr>
        <p:spPr>
          <a:xfrm>
            <a:off x="393840" y="958320"/>
            <a:ext cx="8356320" cy="3172536"/>
          </a:xfrm>
        </p:spPr>
        <p:txBody>
          <a:bodyPr wrap="square" lIns="90000" tIns="46800" rIns="90000" bIns="46800" anchor="t" anchorCtr="0">
            <a:spAutoFit/>
          </a:bodyPr>
          <a:lstStyle>
            <a:defPPr marL="339480" marR="0" lvl="0" indent="-339480" algn="l" hangingPunct="1">
              <a:lnSpc>
                <a:spcPct val="87000"/>
              </a:lnSpc>
              <a:spcBef>
                <a:spcPts val="748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None/>
              <a:tabLst>
                <a:tab pos="109440" algn="l"/>
                <a:tab pos="558720" algn="l"/>
                <a:tab pos="1007999" algn="l"/>
                <a:tab pos="1457280" algn="l"/>
                <a:tab pos="1906560" algn="l"/>
                <a:tab pos="2355840" algn="l"/>
                <a:tab pos="2804760" algn="l"/>
                <a:tab pos="3254040" algn="l"/>
                <a:tab pos="3703319" algn="l"/>
                <a:tab pos="4152600" algn="l"/>
                <a:tab pos="4601880" algn="l"/>
                <a:tab pos="5051160" algn="l"/>
                <a:tab pos="5500440" algn="l"/>
                <a:tab pos="5949720" algn="l"/>
                <a:tab pos="6398999" algn="l"/>
                <a:tab pos="6848280" algn="l"/>
                <a:tab pos="7297560" algn="l"/>
                <a:tab pos="7746840" algn="l"/>
                <a:tab pos="8196120" algn="l"/>
                <a:tab pos="8645400" algn="l"/>
              </a:tabLst>
              <a:defRPr lang="en-GB" sz="3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defPPr>
            <a:lvl1pPr marL="339480" marR="0" lvl="0" indent="-339480" algn="l" hangingPunct="1">
              <a:lnSpc>
                <a:spcPct val="87000"/>
              </a:lnSpc>
              <a:spcBef>
                <a:spcPts val="748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Char char=""/>
              <a:tabLst>
                <a:tab pos="109440" algn="l"/>
                <a:tab pos="558720" algn="l"/>
                <a:tab pos="1007999" algn="l"/>
                <a:tab pos="1457280" algn="l"/>
                <a:tab pos="1906560" algn="l"/>
                <a:tab pos="2355840" algn="l"/>
                <a:tab pos="2804760" algn="l"/>
                <a:tab pos="3254040" algn="l"/>
                <a:tab pos="3703319" algn="l"/>
                <a:tab pos="4152600" algn="l"/>
                <a:tab pos="4601880" algn="l"/>
                <a:tab pos="5051160" algn="l"/>
                <a:tab pos="5500440" algn="l"/>
                <a:tab pos="5949720" algn="l"/>
                <a:tab pos="6398999" algn="l"/>
                <a:tab pos="6848280" algn="l"/>
                <a:tab pos="7297560" algn="l"/>
                <a:tab pos="7746840" algn="l"/>
                <a:tab pos="8196120" algn="l"/>
                <a:tab pos="8645400" algn="l"/>
              </a:tabLst>
              <a:defRPr lang="en-GB" sz="3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1pPr>
            <a:lvl2pPr marL="666720" marR="0" lvl="1" indent="-325440" algn="l" hangingPunct="1">
              <a:lnSpc>
                <a:spcPct val="87000"/>
              </a:lnSpc>
              <a:spcBef>
                <a:spcPts val="649"/>
              </a:spcBef>
              <a:spcAft>
                <a:spcPts val="0"/>
              </a:spcAft>
              <a:buClr>
                <a:srgbClr val="4C6D4E"/>
              </a:buClr>
              <a:buSzPct val="60000"/>
              <a:buFont typeface="Wingdings" pitchFamily="2"/>
              <a:buChar char=""/>
              <a:tabLst>
                <a:tab pos="231480" algn="l"/>
                <a:tab pos="680760" algn="l"/>
                <a:tab pos="1130040" algn="l"/>
                <a:tab pos="1579319" algn="l"/>
                <a:tab pos="2028600" algn="l"/>
                <a:tab pos="2477880" algn="l"/>
                <a:tab pos="2927159" algn="l"/>
                <a:tab pos="3376440" algn="l"/>
                <a:tab pos="3825719" algn="l"/>
                <a:tab pos="4275000" algn="l"/>
                <a:tab pos="4724280" algn="l"/>
                <a:tab pos="5173560" algn="l"/>
                <a:tab pos="5622840" algn="l"/>
                <a:tab pos="6072120" algn="l"/>
                <a:tab pos="6521400" algn="l"/>
                <a:tab pos="6970680" algn="l"/>
                <a:tab pos="7419960" algn="l"/>
                <a:tab pos="7868880" algn="l"/>
                <a:tab pos="8318160" algn="l"/>
                <a:tab pos="8767440" algn="l"/>
              </a:tabLst>
              <a:defRPr lang="en-GB" sz="26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2pPr>
            <a:lvl3pPr marL="1019160" marR="0" lvl="2" indent="-347760" algn="l" hangingPunct="1">
              <a:lnSpc>
                <a:spcPct val="87000"/>
              </a:lnSpc>
              <a:spcBef>
                <a:spcPts val="550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Char char=""/>
              <a:tabLst>
                <a:tab pos="328320" algn="l"/>
                <a:tab pos="777600" algn="l"/>
                <a:tab pos="1226880" algn="l"/>
                <a:tab pos="1676160" algn="l"/>
                <a:tab pos="2125440" algn="l"/>
                <a:tab pos="2574719" algn="l"/>
                <a:tab pos="3024000" algn="l"/>
                <a:tab pos="3473279" algn="l"/>
                <a:tab pos="3922560" algn="l"/>
                <a:tab pos="4371839" algn="l"/>
                <a:tab pos="4821120" algn="l"/>
                <a:tab pos="5270400" algn="l"/>
                <a:tab pos="5719680" algn="l"/>
                <a:tab pos="6168960" algn="l"/>
                <a:tab pos="6618240" algn="l"/>
                <a:tab pos="7067520" algn="l"/>
                <a:tab pos="7516800" algn="l"/>
                <a:tab pos="7965720" algn="l"/>
                <a:tab pos="8415000" algn="l"/>
                <a:tab pos="8864280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3pPr>
            <a:lvl4pPr marL="1336320" marR="0" lvl="3" indent="-31248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0000"/>
              <a:buFont typeface="Wingdings" pitchFamily="2"/>
              <a:buChar char=""/>
              <a:tabLst>
                <a:tab pos="10800" algn="l"/>
                <a:tab pos="460080" algn="l"/>
                <a:tab pos="909359" algn="l"/>
                <a:tab pos="1358640" algn="l"/>
                <a:tab pos="1807919" algn="l"/>
                <a:tab pos="2257200" algn="l"/>
                <a:tab pos="2706480" algn="l"/>
                <a:tab pos="3155760" algn="l"/>
                <a:tab pos="3605039" algn="l"/>
                <a:tab pos="4054320" algn="l"/>
                <a:tab pos="4503600" algn="l"/>
                <a:tab pos="4952880" algn="l"/>
                <a:tab pos="5402160" algn="l"/>
                <a:tab pos="5851440" algn="l"/>
                <a:tab pos="6300720" algn="l"/>
                <a:tab pos="6750000" algn="l"/>
                <a:tab pos="7199279" algn="l"/>
                <a:tab pos="7648559" algn="l"/>
                <a:tab pos="8097479" algn="l"/>
                <a:tab pos="8546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4pPr>
            <a:lvl5pPr marL="1677960" marR="0" lvl="4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5pPr>
            <a:lvl6pPr marL="1677960" marR="0" lvl="5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6pPr>
            <a:lvl7pPr marL="1677960" marR="0" lvl="6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7pPr>
            <a:lvl8pPr marL="1677960" marR="0" lvl="7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8pPr>
            <a:lvl9pPr marL="1944000" marR="0" lvl="8" indent="-2160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SzPct val="45000"/>
              <a:buFont typeface="StarSymbol"/>
              <a:buChar char="●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9pPr>
          </a:lstStyle>
          <a:p>
            <a:pPr lvl="0">
              <a:spcBef>
                <a:spcPts val="550"/>
              </a:spcBef>
              <a:buNone/>
            </a:pPr>
            <a:r>
              <a:rPr lang="en-GB" sz="2200" dirty="0">
                <a:latin typeface="" pitchFamily="16"/>
              </a:rPr>
              <a:t>Consider the periodic square wave, illustrated by:</a:t>
            </a:r>
          </a:p>
          <a:p>
            <a:pPr lvl="0">
              <a:spcBef>
                <a:spcPts val="1247"/>
              </a:spcBef>
              <a:buNone/>
            </a:pPr>
            <a:endParaRPr lang="en-GB" sz="5000" dirty="0">
              <a:latin typeface="" pitchFamily="16"/>
            </a:endParaRPr>
          </a:p>
          <a:p>
            <a:pPr lvl="0">
              <a:spcBef>
                <a:spcPts val="550"/>
              </a:spcBef>
              <a:buNone/>
            </a:pPr>
            <a:endParaRPr lang="en-GB" sz="2200" dirty="0">
              <a:latin typeface="" pitchFamily="16"/>
            </a:endParaRPr>
          </a:p>
          <a:p>
            <a:pPr lvl="0">
              <a:spcBef>
                <a:spcPts val="550"/>
              </a:spcBef>
              <a:buNone/>
            </a:pPr>
            <a:endParaRPr lang="en-GB" sz="2200" dirty="0">
              <a:latin typeface="" pitchFamily="16"/>
            </a:endParaRPr>
          </a:p>
          <a:p>
            <a:pPr lvl="0">
              <a:spcBef>
                <a:spcPts val="550"/>
              </a:spcBef>
              <a:buNone/>
            </a:pPr>
            <a:r>
              <a:rPr lang="en-GB" sz="2200" dirty="0">
                <a:latin typeface="" pitchFamily="16"/>
              </a:rPr>
              <a:t>and is defined over one period as:</a:t>
            </a:r>
          </a:p>
          <a:p>
            <a:pPr lvl="0">
              <a:spcBef>
                <a:spcPts val="998"/>
              </a:spcBef>
              <a:buNone/>
            </a:pPr>
            <a:endParaRPr lang="en-GB" sz="2200" dirty="0">
              <a:latin typeface="" pitchFamily="16"/>
            </a:endParaRPr>
          </a:p>
          <a:p>
            <a:pPr lvl="0">
              <a:spcBef>
                <a:spcPts val="998"/>
              </a:spcBef>
              <a:buNone/>
            </a:pPr>
            <a:r>
              <a:rPr lang="en-GB" sz="2200" dirty="0">
                <a:latin typeface="" pitchFamily="16"/>
              </a:rPr>
              <a:t>Fourier coefficients:</a:t>
            </a:r>
          </a:p>
        </p:txBody>
      </p:sp>
      <p:pic>
        <p:nvPicPr>
          <p:cNvPr id="2" name="fourierStep"/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303200" y="1484784"/>
            <a:ext cx="6054840" cy="94932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/>
          <p:cNvSpPr txBox="1">
            <a:spLocks noGrp="1"/>
          </p:cNvSpPr>
          <p:nvPr>
            <p:ph type="title" idx="4294967295"/>
          </p:nvPr>
        </p:nvSpPr>
        <p:spPr>
          <a:xfrm>
            <a:off x="361799" y="294120"/>
            <a:ext cx="8134200" cy="689760"/>
          </a:xfrm>
        </p:spPr>
        <p:txBody>
          <a:bodyPr wrap="square" lIns="90000" tIns="46800" rIns="90000" bIns="46800" anchorCtr="0">
            <a:spAutoFit/>
          </a:bodyPr>
          <a:lstStyle>
            <a:defPPr lvl="0">
              <a:buClr>
                <a:srgbClr val="003399"/>
              </a:buClr>
              <a:buSzPct val="100000"/>
              <a:buFont typeface="Arial" pitchFamily="34"/>
              <a:buNone/>
            </a:defPPr>
            <a:lvl1pPr lvl="0">
              <a:buClr>
                <a:srgbClr val="003399"/>
              </a:buClr>
              <a:buSzPct val="100000"/>
              <a:buFont typeface="Arial" pitchFamily="34"/>
              <a:buChar char="•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GB"/>
              <a:t>Example 3: Periodic Step Signal</a:t>
            </a:r>
          </a:p>
        </p:txBody>
      </p:sp>
      <p:graphicFrame>
        <p:nvGraphicFramePr>
          <p:cNvPr id="5" name="Object 4"/>
          <p:cNvGraphicFramePr/>
          <p:nvPr>
            <p:extLst>
              <p:ext uri="{D42A27DB-BD31-4B8C-83A1-F6EECF244321}">
                <p14:modId xmlns:p14="http://schemas.microsoft.com/office/powerpoint/2010/main" val="1362716711"/>
              </p:ext>
            </p:extLst>
          </p:nvPr>
        </p:nvGraphicFramePr>
        <p:xfrm>
          <a:off x="4922280" y="2636912"/>
          <a:ext cx="2622600" cy="8539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9" name="Equation" r:id="rId5" imgW="47548800" imgH="15443200" progId="Equation.3">
                  <p:embed/>
                </p:oleObj>
              </mc:Choice>
              <mc:Fallback>
                <p:oleObj name="Equation" r:id="rId5" imgW="47548800" imgH="15443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22280" y="2636912"/>
                        <a:ext cx="2622600" cy="853919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/>
          <p:nvPr>
            <p:extLst>
              <p:ext uri="{D42A27DB-BD31-4B8C-83A1-F6EECF244321}">
                <p14:modId xmlns:p14="http://schemas.microsoft.com/office/powerpoint/2010/main" val="3857419864"/>
              </p:ext>
            </p:extLst>
          </p:nvPr>
        </p:nvGraphicFramePr>
        <p:xfrm>
          <a:off x="914400" y="4311560"/>
          <a:ext cx="2057400" cy="917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0" name="Equation" r:id="rId7" imgW="35356800" imgH="15849600" progId="Equation.3">
                  <p:embed/>
                </p:oleObj>
              </mc:Choice>
              <mc:Fallback>
                <p:oleObj name="Equation" r:id="rId7" imgW="35356800" imgH="15849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14400" y="4311560"/>
                        <a:ext cx="2057400" cy="91764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/>
          <p:nvPr>
            <p:extLst>
              <p:ext uri="{D42A27DB-BD31-4B8C-83A1-F6EECF244321}">
                <p14:modId xmlns:p14="http://schemas.microsoft.com/office/powerpoint/2010/main" val="502365757"/>
              </p:ext>
            </p:extLst>
          </p:nvPr>
        </p:nvGraphicFramePr>
        <p:xfrm>
          <a:off x="3505319" y="3933056"/>
          <a:ext cx="3878280" cy="27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1" name="Equation" r:id="rId9" imgW="66649600" imgH="47142400" progId="Equation.3">
                  <p:embed/>
                </p:oleObj>
              </mc:Choice>
              <mc:Fallback>
                <p:oleObj name="Equation" r:id="rId9" imgW="66649600" imgH="47142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05319" y="3933056"/>
                        <a:ext cx="3878280" cy="272880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4840" y="5334120"/>
            <a:ext cx="1523880" cy="100871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48919" algn="l"/>
                <a:tab pos="898199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59" algn="l"/>
                <a:tab pos="4492440" algn="l"/>
                <a:tab pos="4941719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79" algn="l"/>
                <a:tab pos="8535960" algn="l"/>
                <a:tab pos="8985240" algn="l"/>
              </a:tabLst>
            </a:pPr>
            <a:r>
              <a: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Lucida Sans Unicode" pitchFamily="2"/>
                <a:cs typeface="Lucida Sans Unicode" pitchFamily="2"/>
              </a:rPr>
              <a:t>NB, these coefficients are real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5D2EBCE-345E-6B4B-AEEC-0D6228B2ABD1}"/>
                  </a:ext>
                </a:extLst>
              </p14:cNvPr>
              <p14:cNvContentPartPr/>
              <p14:nvPr/>
            </p14:nvContentPartPr>
            <p14:xfrm>
              <a:off x="3892680" y="1304640"/>
              <a:ext cx="4874400" cy="50252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5D2EBCE-345E-6B4B-AEEC-0D6228B2ABD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883320" y="1295280"/>
                <a:ext cx="4893120" cy="504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55093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325800" y="258120"/>
            <a:ext cx="8134200" cy="689760"/>
          </a:xfrm>
        </p:spPr>
        <p:txBody>
          <a:bodyPr wrap="square" lIns="90000" tIns="46800" rIns="90000" bIns="46800" anchorCtr="0">
            <a:spAutoFit/>
          </a:bodyPr>
          <a:lstStyle>
            <a:defPPr lvl="0">
              <a:buClr>
                <a:srgbClr val="003399"/>
              </a:buClr>
              <a:buSzPct val="100000"/>
              <a:buFont typeface="Arial" pitchFamily="34"/>
              <a:buNone/>
            </a:defPPr>
            <a:lvl1pPr lvl="0">
              <a:buClr>
                <a:srgbClr val="003399"/>
              </a:buClr>
              <a:buSzPct val="100000"/>
              <a:buFont typeface="Arial" pitchFamily="34"/>
              <a:buChar char="•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GB"/>
              <a:t>Example 3a: Periodic Step Signal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360000" y="938160"/>
            <a:ext cx="8234640" cy="5515560"/>
          </a:xfrm>
        </p:spPr>
        <p:txBody>
          <a:bodyPr wrap="square" lIns="90000" tIns="46800" rIns="90000" bIns="46800" anchor="t" anchorCtr="0">
            <a:spAutoFit/>
          </a:bodyPr>
          <a:lstStyle>
            <a:defPPr marL="339480" marR="0" lvl="0" indent="-339480" algn="l" hangingPunct="1">
              <a:lnSpc>
                <a:spcPct val="87000"/>
              </a:lnSpc>
              <a:spcBef>
                <a:spcPts val="748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None/>
              <a:tabLst>
                <a:tab pos="109440" algn="l"/>
                <a:tab pos="558720" algn="l"/>
                <a:tab pos="1007999" algn="l"/>
                <a:tab pos="1457280" algn="l"/>
                <a:tab pos="1906560" algn="l"/>
                <a:tab pos="2355840" algn="l"/>
                <a:tab pos="2804760" algn="l"/>
                <a:tab pos="3254040" algn="l"/>
                <a:tab pos="3703319" algn="l"/>
                <a:tab pos="4152600" algn="l"/>
                <a:tab pos="4601880" algn="l"/>
                <a:tab pos="5051160" algn="l"/>
                <a:tab pos="5500440" algn="l"/>
                <a:tab pos="5949720" algn="l"/>
                <a:tab pos="6398999" algn="l"/>
                <a:tab pos="6848280" algn="l"/>
                <a:tab pos="7297560" algn="l"/>
                <a:tab pos="7746840" algn="l"/>
                <a:tab pos="8196120" algn="l"/>
                <a:tab pos="8645400" algn="l"/>
              </a:tabLst>
              <a:defRPr lang="en-GB" sz="3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defPPr>
            <a:lvl1pPr marL="339480" marR="0" lvl="0" indent="-339480" algn="l" hangingPunct="1">
              <a:lnSpc>
                <a:spcPct val="87000"/>
              </a:lnSpc>
              <a:spcBef>
                <a:spcPts val="748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Char char=""/>
              <a:tabLst>
                <a:tab pos="109440" algn="l"/>
                <a:tab pos="558720" algn="l"/>
                <a:tab pos="1007999" algn="l"/>
                <a:tab pos="1457280" algn="l"/>
                <a:tab pos="1906560" algn="l"/>
                <a:tab pos="2355840" algn="l"/>
                <a:tab pos="2804760" algn="l"/>
                <a:tab pos="3254040" algn="l"/>
                <a:tab pos="3703319" algn="l"/>
                <a:tab pos="4152600" algn="l"/>
                <a:tab pos="4601880" algn="l"/>
                <a:tab pos="5051160" algn="l"/>
                <a:tab pos="5500440" algn="l"/>
                <a:tab pos="5949720" algn="l"/>
                <a:tab pos="6398999" algn="l"/>
                <a:tab pos="6848280" algn="l"/>
                <a:tab pos="7297560" algn="l"/>
                <a:tab pos="7746840" algn="l"/>
                <a:tab pos="8196120" algn="l"/>
                <a:tab pos="8645400" algn="l"/>
              </a:tabLst>
              <a:defRPr lang="en-GB" sz="3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1pPr>
            <a:lvl2pPr marL="666720" marR="0" lvl="1" indent="-325440" algn="l" hangingPunct="1">
              <a:lnSpc>
                <a:spcPct val="87000"/>
              </a:lnSpc>
              <a:spcBef>
                <a:spcPts val="649"/>
              </a:spcBef>
              <a:spcAft>
                <a:spcPts val="0"/>
              </a:spcAft>
              <a:buClr>
                <a:srgbClr val="4C6D4E"/>
              </a:buClr>
              <a:buSzPct val="60000"/>
              <a:buFont typeface="Wingdings" pitchFamily="2"/>
              <a:buChar char=""/>
              <a:tabLst>
                <a:tab pos="231480" algn="l"/>
                <a:tab pos="680760" algn="l"/>
                <a:tab pos="1130040" algn="l"/>
                <a:tab pos="1579319" algn="l"/>
                <a:tab pos="2028600" algn="l"/>
                <a:tab pos="2477880" algn="l"/>
                <a:tab pos="2927159" algn="l"/>
                <a:tab pos="3376440" algn="l"/>
                <a:tab pos="3825719" algn="l"/>
                <a:tab pos="4275000" algn="l"/>
                <a:tab pos="4724280" algn="l"/>
                <a:tab pos="5173560" algn="l"/>
                <a:tab pos="5622840" algn="l"/>
                <a:tab pos="6072120" algn="l"/>
                <a:tab pos="6521400" algn="l"/>
                <a:tab pos="6970680" algn="l"/>
                <a:tab pos="7419960" algn="l"/>
                <a:tab pos="7868880" algn="l"/>
                <a:tab pos="8318160" algn="l"/>
                <a:tab pos="8767440" algn="l"/>
              </a:tabLst>
              <a:defRPr lang="en-GB" sz="26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2pPr>
            <a:lvl3pPr marL="1019160" marR="0" lvl="2" indent="-347760" algn="l" hangingPunct="1">
              <a:lnSpc>
                <a:spcPct val="87000"/>
              </a:lnSpc>
              <a:spcBef>
                <a:spcPts val="550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Char char=""/>
              <a:tabLst>
                <a:tab pos="328320" algn="l"/>
                <a:tab pos="777600" algn="l"/>
                <a:tab pos="1226880" algn="l"/>
                <a:tab pos="1676160" algn="l"/>
                <a:tab pos="2125440" algn="l"/>
                <a:tab pos="2574719" algn="l"/>
                <a:tab pos="3024000" algn="l"/>
                <a:tab pos="3473279" algn="l"/>
                <a:tab pos="3922560" algn="l"/>
                <a:tab pos="4371839" algn="l"/>
                <a:tab pos="4821120" algn="l"/>
                <a:tab pos="5270400" algn="l"/>
                <a:tab pos="5719680" algn="l"/>
                <a:tab pos="6168960" algn="l"/>
                <a:tab pos="6618240" algn="l"/>
                <a:tab pos="7067520" algn="l"/>
                <a:tab pos="7516800" algn="l"/>
                <a:tab pos="7965720" algn="l"/>
                <a:tab pos="8415000" algn="l"/>
                <a:tab pos="8864280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3pPr>
            <a:lvl4pPr marL="1336320" marR="0" lvl="3" indent="-31248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0000"/>
              <a:buFont typeface="Wingdings" pitchFamily="2"/>
              <a:buChar char=""/>
              <a:tabLst>
                <a:tab pos="10800" algn="l"/>
                <a:tab pos="460080" algn="l"/>
                <a:tab pos="909359" algn="l"/>
                <a:tab pos="1358640" algn="l"/>
                <a:tab pos="1807919" algn="l"/>
                <a:tab pos="2257200" algn="l"/>
                <a:tab pos="2706480" algn="l"/>
                <a:tab pos="3155760" algn="l"/>
                <a:tab pos="3605039" algn="l"/>
                <a:tab pos="4054320" algn="l"/>
                <a:tab pos="4503600" algn="l"/>
                <a:tab pos="4952880" algn="l"/>
                <a:tab pos="5402160" algn="l"/>
                <a:tab pos="5851440" algn="l"/>
                <a:tab pos="6300720" algn="l"/>
                <a:tab pos="6750000" algn="l"/>
                <a:tab pos="7199279" algn="l"/>
                <a:tab pos="7648559" algn="l"/>
                <a:tab pos="8097479" algn="l"/>
                <a:tab pos="8546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4pPr>
            <a:lvl5pPr marL="1677960" marR="0" lvl="4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5pPr>
            <a:lvl6pPr marL="1677960" marR="0" lvl="5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6pPr>
            <a:lvl7pPr marL="1677960" marR="0" lvl="6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7pPr>
            <a:lvl8pPr marL="1677960" marR="0" lvl="7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8pPr>
            <a:lvl9pPr marL="1944000" marR="0" lvl="8" indent="-2160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SzPct val="45000"/>
              <a:buFont typeface="StarSymbol"/>
              <a:buChar char="●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9pPr>
          </a:lstStyle>
          <a:p>
            <a:pPr lvl="0">
              <a:spcBef>
                <a:spcPts val="598"/>
              </a:spcBef>
              <a:buNone/>
            </a:pPr>
            <a:r>
              <a:rPr lang="en-GB" sz="2400">
                <a:latin typeface="" pitchFamily="16"/>
              </a:rPr>
              <a:t>Instead of plotting both the magnitude and the angle of the complex coefficients, we only need to plot the value of the coefficients.</a:t>
            </a:r>
          </a:p>
          <a:p>
            <a:pPr lvl="0">
              <a:spcBef>
                <a:spcPts val="598"/>
              </a:spcBef>
              <a:buNone/>
            </a:pPr>
            <a:r>
              <a:rPr lang="en-GB" sz="2400">
                <a:latin typeface="" pitchFamily="16"/>
              </a:rPr>
              <a:t>Note we have an infinite series of non-zero coefficients</a:t>
            </a:r>
          </a:p>
        </p:txBody>
      </p:sp>
      <p:pic>
        <p:nvPicPr>
          <p:cNvPr id="4" name="FourierStepCoeff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100159" y="2336760"/>
            <a:ext cx="5676840" cy="400032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6721560" y="2895120"/>
            <a:ext cx="1018799" cy="51011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6800" rIns="90000" bIns="46800" anchor="t" anchorCtr="0" compatLnSpc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48919" algn="l"/>
                <a:tab pos="898199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59" algn="l"/>
                <a:tab pos="4492440" algn="l"/>
                <a:tab pos="4941719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79" algn="l"/>
                <a:tab pos="8535960" algn="l"/>
                <a:tab pos="8985240" algn="l"/>
              </a:tabLst>
            </a:pPr>
            <a:r>
              <a:rPr lang="en-GB" sz="2400" b="0" i="1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Lucida Sans Unicode" pitchFamily="2"/>
                <a:cs typeface="Lucida Sans Unicode" pitchFamily="2"/>
              </a:rPr>
              <a:t>T</a:t>
            </a:r>
            <a:r>
              <a: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Lucida Sans Unicode" pitchFamily="2"/>
                <a:cs typeface="Lucida Sans Unicode" pitchFamily="2"/>
              </a:rPr>
              <a:t>=4</a:t>
            </a:r>
            <a:r>
              <a:rPr lang="en-GB" sz="2400" b="0" i="1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Lucida Sans Unicode" pitchFamily="2"/>
                <a:cs typeface="Lucida Sans Unicode" pitchFamily="2"/>
              </a:rPr>
              <a:t>T</a:t>
            </a:r>
            <a:r>
              <a:rPr lang="en-GB" sz="2400" b="0" i="0" u="none" strike="noStrike" baseline="-25000">
                <a:ln>
                  <a:noFill/>
                </a:ln>
                <a:solidFill>
                  <a:srgbClr val="000000"/>
                </a:solidFill>
                <a:latin typeface="Arial" pitchFamily="34"/>
                <a:ea typeface="Lucida Sans Unicode" pitchFamily="2"/>
                <a:cs typeface="Lucida Sans Unicode" pitchFamily="2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7400" y="4152600"/>
            <a:ext cx="1018799" cy="51011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6800" rIns="90000" bIns="46800" anchor="t" anchorCtr="0" compatLnSpc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48919" algn="l"/>
                <a:tab pos="898199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59" algn="l"/>
                <a:tab pos="4492440" algn="l"/>
                <a:tab pos="4941719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79" algn="l"/>
                <a:tab pos="8535960" algn="l"/>
                <a:tab pos="8985240" algn="l"/>
              </a:tabLst>
            </a:pPr>
            <a:r>
              <a:rPr lang="en-GB" sz="2400" b="0" i="1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Lucida Sans Unicode" pitchFamily="2"/>
                <a:cs typeface="Lucida Sans Unicode" pitchFamily="2"/>
              </a:rPr>
              <a:t>T</a:t>
            </a:r>
            <a:r>
              <a: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Lucida Sans Unicode" pitchFamily="2"/>
                <a:cs typeface="Lucida Sans Unicode" pitchFamily="2"/>
              </a:rPr>
              <a:t>=8</a:t>
            </a:r>
            <a:r>
              <a:rPr lang="en-GB" sz="2400" b="0" i="1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Lucida Sans Unicode" pitchFamily="2"/>
                <a:cs typeface="Lucida Sans Unicode" pitchFamily="2"/>
              </a:rPr>
              <a:t>T</a:t>
            </a:r>
            <a:r>
              <a:rPr lang="en-GB" sz="2400" b="0" i="0" u="none" strike="noStrike" baseline="-25000">
                <a:ln>
                  <a:noFill/>
                </a:ln>
                <a:solidFill>
                  <a:srgbClr val="000000"/>
                </a:solidFill>
                <a:latin typeface="Arial" pitchFamily="34"/>
                <a:ea typeface="Lucida Sans Unicode" pitchFamily="2"/>
                <a:cs typeface="Lucida Sans Unicode" pitchFamily="2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6680" y="5295600"/>
            <a:ext cx="1190159" cy="51011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6800" rIns="90000" bIns="46800" anchor="t" anchorCtr="0" compatLnSpc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48919" algn="l"/>
                <a:tab pos="898199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59" algn="l"/>
                <a:tab pos="4492440" algn="l"/>
                <a:tab pos="4941719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79" algn="l"/>
                <a:tab pos="8535960" algn="l"/>
                <a:tab pos="8985240" algn="l"/>
              </a:tabLst>
            </a:pPr>
            <a:r>
              <a:rPr lang="en-GB" sz="2400" b="0" i="1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Lucida Sans Unicode" pitchFamily="2"/>
                <a:cs typeface="Lucida Sans Unicode" pitchFamily="2"/>
              </a:rPr>
              <a:t>T</a:t>
            </a:r>
            <a:r>
              <a:rPr lang="en-GB" sz="24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Lucida Sans Unicode" pitchFamily="2"/>
                <a:cs typeface="Lucida Sans Unicode" pitchFamily="2"/>
              </a:rPr>
              <a:t>=16</a:t>
            </a:r>
            <a:r>
              <a:rPr lang="en-GB" sz="2400" b="0" i="1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Lucida Sans Unicode" pitchFamily="2"/>
                <a:cs typeface="Lucida Sans Unicode" pitchFamily="2"/>
              </a:rPr>
              <a:t>T</a:t>
            </a:r>
            <a:r>
              <a:rPr lang="en-GB" sz="2400" b="0" i="0" u="none" strike="noStrike" baseline="-25000">
                <a:ln>
                  <a:noFill/>
                </a:ln>
                <a:solidFill>
                  <a:srgbClr val="000000"/>
                </a:solidFill>
                <a:latin typeface="Arial" pitchFamily="34"/>
                <a:ea typeface="Lucida Sans Unicode" pitchFamily="2"/>
                <a:cs typeface="Lucida Sans Unicode" pitchFamily="2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025467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360000" y="349656"/>
            <a:ext cx="8460000" cy="703080"/>
          </a:xfrm>
        </p:spPr>
        <p:txBody>
          <a:bodyPr wrap="square" lIns="90000" tIns="46800" rIns="90000" bIns="46800" anchorCtr="0">
            <a:spAutoFit/>
          </a:bodyPr>
          <a:lstStyle>
            <a:defPPr lvl="0">
              <a:buClr>
                <a:srgbClr val="003399"/>
              </a:buClr>
              <a:buSzPct val="100000"/>
              <a:buFont typeface="Arial" pitchFamily="34"/>
              <a:buNone/>
            </a:defPPr>
            <a:lvl1pPr lvl="0">
              <a:buClr>
                <a:srgbClr val="003399"/>
              </a:buClr>
              <a:buSzPct val="100000"/>
              <a:buFont typeface="Arial" pitchFamily="34"/>
              <a:buChar char="•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GB" sz="3600" dirty="0"/>
              <a:t>Fourier Series to Fourier Transform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360000" y="1123168"/>
            <a:ext cx="8318880" cy="4680898"/>
          </a:xfrm>
        </p:spPr>
        <p:txBody>
          <a:bodyPr wrap="square" lIns="90000" tIns="46800" rIns="90000" bIns="46800" anchor="t" anchorCtr="0">
            <a:spAutoFit/>
          </a:bodyPr>
          <a:lstStyle>
            <a:defPPr marL="339480" marR="0" lvl="0" indent="-339480" algn="l" hangingPunct="1">
              <a:lnSpc>
                <a:spcPct val="87000"/>
              </a:lnSpc>
              <a:spcBef>
                <a:spcPts val="748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None/>
              <a:tabLst>
                <a:tab pos="109440" algn="l"/>
                <a:tab pos="558720" algn="l"/>
                <a:tab pos="1007999" algn="l"/>
                <a:tab pos="1457280" algn="l"/>
                <a:tab pos="1906560" algn="l"/>
                <a:tab pos="2355840" algn="l"/>
                <a:tab pos="2804760" algn="l"/>
                <a:tab pos="3254040" algn="l"/>
                <a:tab pos="3703319" algn="l"/>
                <a:tab pos="4152600" algn="l"/>
                <a:tab pos="4601880" algn="l"/>
                <a:tab pos="5051160" algn="l"/>
                <a:tab pos="5500440" algn="l"/>
                <a:tab pos="5949720" algn="l"/>
                <a:tab pos="6398999" algn="l"/>
                <a:tab pos="6848280" algn="l"/>
                <a:tab pos="7297560" algn="l"/>
                <a:tab pos="7746840" algn="l"/>
                <a:tab pos="8196120" algn="l"/>
                <a:tab pos="8645400" algn="l"/>
              </a:tabLst>
              <a:defRPr lang="en-GB" sz="3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defPPr>
            <a:lvl1pPr marL="339480" marR="0" lvl="0" indent="-339480" algn="l" hangingPunct="1">
              <a:lnSpc>
                <a:spcPct val="87000"/>
              </a:lnSpc>
              <a:spcBef>
                <a:spcPts val="748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Char char=""/>
              <a:tabLst>
                <a:tab pos="109440" algn="l"/>
                <a:tab pos="558720" algn="l"/>
                <a:tab pos="1007999" algn="l"/>
                <a:tab pos="1457280" algn="l"/>
                <a:tab pos="1906560" algn="l"/>
                <a:tab pos="2355840" algn="l"/>
                <a:tab pos="2804760" algn="l"/>
                <a:tab pos="3254040" algn="l"/>
                <a:tab pos="3703319" algn="l"/>
                <a:tab pos="4152600" algn="l"/>
                <a:tab pos="4601880" algn="l"/>
                <a:tab pos="5051160" algn="l"/>
                <a:tab pos="5500440" algn="l"/>
                <a:tab pos="5949720" algn="l"/>
                <a:tab pos="6398999" algn="l"/>
                <a:tab pos="6848280" algn="l"/>
                <a:tab pos="7297560" algn="l"/>
                <a:tab pos="7746840" algn="l"/>
                <a:tab pos="8196120" algn="l"/>
                <a:tab pos="8645400" algn="l"/>
              </a:tabLst>
              <a:defRPr lang="en-GB" sz="3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1pPr>
            <a:lvl2pPr marL="666720" marR="0" lvl="1" indent="-325440" algn="l" hangingPunct="1">
              <a:lnSpc>
                <a:spcPct val="87000"/>
              </a:lnSpc>
              <a:spcBef>
                <a:spcPts val="649"/>
              </a:spcBef>
              <a:spcAft>
                <a:spcPts val="0"/>
              </a:spcAft>
              <a:buClr>
                <a:srgbClr val="4C6D4E"/>
              </a:buClr>
              <a:buSzPct val="60000"/>
              <a:buFont typeface="Wingdings" pitchFamily="2"/>
              <a:buChar char=""/>
              <a:tabLst>
                <a:tab pos="231480" algn="l"/>
                <a:tab pos="680760" algn="l"/>
                <a:tab pos="1130040" algn="l"/>
                <a:tab pos="1579319" algn="l"/>
                <a:tab pos="2028600" algn="l"/>
                <a:tab pos="2477880" algn="l"/>
                <a:tab pos="2927159" algn="l"/>
                <a:tab pos="3376440" algn="l"/>
                <a:tab pos="3825719" algn="l"/>
                <a:tab pos="4275000" algn="l"/>
                <a:tab pos="4724280" algn="l"/>
                <a:tab pos="5173560" algn="l"/>
                <a:tab pos="5622840" algn="l"/>
                <a:tab pos="6072120" algn="l"/>
                <a:tab pos="6521400" algn="l"/>
                <a:tab pos="6970680" algn="l"/>
                <a:tab pos="7419960" algn="l"/>
                <a:tab pos="7868880" algn="l"/>
                <a:tab pos="8318160" algn="l"/>
                <a:tab pos="8767440" algn="l"/>
              </a:tabLst>
              <a:defRPr lang="en-GB" sz="26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2pPr>
            <a:lvl3pPr marL="1019160" marR="0" lvl="2" indent="-347760" algn="l" hangingPunct="1">
              <a:lnSpc>
                <a:spcPct val="87000"/>
              </a:lnSpc>
              <a:spcBef>
                <a:spcPts val="550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Char char=""/>
              <a:tabLst>
                <a:tab pos="328320" algn="l"/>
                <a:tab pos="777600" algn="l"/>
                <a:tab pos="1226880" algn="l"/>
                <a:tab pos="1676160" algn="l"/>
                <a:tab pos="2125440" algn="l"/>
                <a:tab pos="2574719" algn="l"/>
                <a:tab pos="3024000" algn="l"/>
                <a:tab pos="3473279" algn="l"/>
                <a:tab pos="3922560" algn="l"/>
                <a:tab pos="4371839" algn="l"/>
                <a:tab pos="4821120" algn="l"/>
                <a:tab pos="5270400" algn="l"/>
                <a:tab pos="5719680" algn="l"/>
                <a:tab pos="6168960" algn="l"/>
                <a:tab pos="6618240" algn="l"/>
                <a:tab pos="7067520" algn="l"/>
                <a:tab pos="7516800" algn="l"/>
                <a:tab pos="7965720" algn="l"/>
                <a:tab pos="8415000" algn="l"/>
                <a:tab pos="8864280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3pPr>
            <a:lvl4pPr marL="1336320" marR="0" lvl="3" indent="-31248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0000"/>
              <a:buFont typeface="Wingdings" pitchFamily="2"/>
              <a:buChar char=""/>
              <a:tabLst>
                <a:tab pos="10800" algn="l"/>
                <a:tab pos="460080" algn="l"/>
                <a:tab pos="909359" algn="l"/>
                <a:tab pos="1358640" algn="l"/>
                <a:tab pos="1807919" algn="l"/>
                <a:tab pos="2257200" algn="l"/>
                <a:tab pos="2706480" algn="l"/>
                <a:tab pos="3155760" algn="l"/>
                <a:tab pos="3605039" algn="l"/>
                <a:tab pos="4054320" algn="l"/>
                <a:tab pos="4503600" algn="l"/>
                <a:tab pos="4952880" algn="l"/>
                <a:tab pos="5402160" algn="l"/>
                <a:tab pos="5851440" algn="l"/>
                <a:tab pos="6300720" algn="l"/>
                <a:tab pos="6750000" algn="l"/>
                <a:tab pos="7199279" algn="l"/>
                <a:tab pos="7648559" algn="l"/>
                <a:tab pos="8097479" algn="l"/>
                <a:tab pos="8546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4pPr>
            <a:lvl5pPr marL="1677960" marR="0" lvl="4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5pPr>
            <a:lvl6pPr marL="1677960" marR="0" lvl="5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6pPr>
            <a:lvl7pPr marL="1677960" marR="0" lvl="6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7pPr>
            <a:lvl8pPr marL="1677960" marR="0" lvl="7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8pPr>
            <a:lvl9pPr marL="1944000" marR="0" lvl="8" indent="-2160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SzPct val="45000"/>
              <a:buFont typeface="StarSymbol"/>
              <a:buChar char="●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9pPr>
          </a:lstStyle>
          <a:p>
            <a:pPr lvl="0">
              <a:lnSpc>
                <a:spcPct val="90000"/>
              </a:lnSpc>
              <a:spcBef>
                <a:spcPts val="598"/>
              </a:spcBef>
              <a:buFont typeface="Wingdings" pitchFamily="2" charset="2"/>
              <a:buChar char="q"/>
            </a:pPr>
            <a:r>
              <a:rPr lang="en-GB" sz="2200" dirty="0">
                <a:latin typeface="" pitchFamily="16"/>
              </a:rPr>
              <a:t>For periodic signals, we can represent them as </a:t>
            </a:r>
            <a:r>
              <a:rPr lang="en-GB" sz="2200" b="1" dirty="0">
                <a:latin typeface="" pitchFamily="16"/>
              </a:rPr>
              <a:t>linear combinations</a:t>
            </a:r>
            <a:r>
              <a:rPr lang="en-GB" sz="2200" dirty="0">
                <a:latin typeface="" pitchFamily="16"/>
              </a:rPr>
              <a:t> of harmonically related complex exponentials (or HRS)</a:t>
            </a:r>
          </a:p>
          <a:p>
            <a:pPr lvl="0">
              <a:lnSpc>
                <a:spcPct val="90000"/>
              </a:lnSpc>
              <a:spcBef>
                <a:spcPts val="298"/>
              </a:spcBef>
              <a:buFont typeface="Wingdings" pitchFamily="2" charset="2"/>
              <a:buChar char="q"/>
            </a:pPr>
            <a:endParaRPr lang="en-GB" sz="2200" dirty="0">
              <a:latin typeface="" pitchFamily="16"/>
            </a:endParaRPr>
          </a:p>
          <a:p>
            <a:pPr lvl="0">
              <a:lnSpc>
                <a:spcPct val="90000"/>
              </a:lnSpc>
              <a:spcBef>
                <a:spcPts val="598"/>
              </a:spcBef>
              <a:buFont typeface="Wingdings" pitchFamily="2" charset="2"/>
              <a:buChar char="q"/>
            </a:pPr>
            <a:r>
              <a:rPr lang="en-GB" sz="2200" dirty="0">
                <a:latin typeface="" pitchFamily="16"/>
              </a:rPr>
              <a:t>To extend this to non-periodic signals, we need to consider aperiodic signals as periodic signals with </a:t>
            </a:r>
            <a:r>
              <a:rPr lang="en-GB" sz="2200" b="1" i="1" dirty="0">
                <a:latin typeface="" pitchFamily="16"/>
              </a:rPr>
              <a:t>infinite period</a:t>
            </a:r>
            <a:r>
              <a:rPr lang="en-GB" sz="2200" dirty="0">
                <a:latin typeface="" pitchFamily="16"/>
              </a:rPr>
              <a:t>.</a:t>
            </a:r>
          </a:p>
          <a:p>
            <a:pPr lvl="0">
              <a:lnSpc>
                <a:spcPct val="90000"/>
              </a:lnSpc>
              <a:spcBef>
                <a:spcPts val="249"/>
              </a:spcBef>
              <a:buFont typeface="Wingdings" pitchFamily="2" charset="2"/>
              <a:buChar char="q"/>
            </a:pPr>
            <a:endParaRPr lang="en-GB" sz="2200" dirty="0">
              <a:latin typeface="" pitchFamily="16"/>
            </a:endParaRPr>
          </a:p>
          <a:p>
            <a:pPr lvl="0">
              <a:lnSpc>
                <a:spcPct val="90000"/>
              </a:lnSpc>
              <a:spcBef>
                <a:spcPts val="598"/>
              </a:spcBef>
              <a:buFont typeface="Wingdings" pitchFamily="2" charset="2"/>
              <a:buChar char="q"/>
            </a:pPr>
            <a:r>
              <a:rPr lang="en-GB" sz="2200" dirty="0">
                <a:latin typeface="" pitchFamily="16"/>
              </a:rPr>
              <a:t>As the period becomes infinite, the corresponding frequency components form a continuum and the Fourier series sum becomes an integral</a:t>
            </a:r>
          </a:p>
          <a:p>
            <a:pPr lvl="0">
              <a:lnSpc>
                <a:spcPct val="90000"/>
              </a:lnSpc>
              <a:spcBef>
                <a:spcPts val="249"/>
              </a:spcBef>
              <a:buFont typeface="Wingdings" pitchFamily="2" charset="2"/>
              <a:buChar char="q"/>
            </a:pPr>
            <a:endParaRPr lang="en-GB" sz="2200" dirty="0">
              <a:latin typeface="" pitchFamily="16"/>
            </a:endParaRPr>
          </a:p>
          <a:p>
            <a:pPr lvl="0">
              <a:lnSpc>
                <a:spcPct val="90000"/>
              </a:lnSpc>
              <a:spcBef>
                <a:spcPts val="598"/>
              </a:spcBef>
              <a:buFont typeface="Wingdings" pitchFamily="2" charset="2"/>
              <a:buChar char="q"/>
            </a:pPr>
            <a:r>
              <a:rPr lang="en-GB" sz="2200" dirty="0">
                <a:latin typeface="" pitchFamily="16"/>
              </a:rPr>
              <a:t>Instead of looking at the coefficients a harmonically –related Fourier series, we’ll now look at the </a:t>
            </a:r>
            <a:r>
              <a:rPr lang="en-GB" sz="2200" b="1" dirty="0">
                <a:latin typeface="" pitchFamily="16"/>
              </a:rPr>
              <a:t>Fourier transform</a:t>
            </a:r>
            <a:r>
              <a:rPr lang="en-GB" sz="2200" dirty="0">
                <a:latin typeface="" pitchFamily="16"/>
              </a:rPr>
              <a:t> which is a </a:t>
            </a:r>
            <a:r>
              <a:rPr lang="en-GB" sz="2200" b="1" dirty="0">
                <a:latin typeface="" pitchFamily="16"/>
              </a:rPr>
              <a:t>complex valued function </a:t>
            </a:r>
            <a:r>
              <a:rPr lang="en-GB" sz="2200" dirty="0">
                <a:latin typeface="" pitchFamily="16"/>
              </a:rPr>
              <a:t>in the frequency domain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6940683-B7ED-714B-A2FB-127D02E69C45}"/>
                  </a:ext>
                </a:extLst>
              </p14:cNvPr>
              <p14:cNvContentPartPr/>
              <p14:nvPr/>
            </p14:nvContentPartPr>
            <p14:xfrm>
              <a:off x="485280" y="916560"/>
              <a:ext cx="7666920" cy="3537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6940683-B7ED-714B-A2FB-127D02E69C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5920" y="907200"/>
                <a:ext cx="7685640" cy="355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05596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772400" cy="762000"/>
          </a:xfrm>
        </p:spPr>
        <p:txBody>
          <a:bodyPr/>
          <a:lstStyle/>
          <a:p>
            <a:r>
              <a:rPr lang="en-US" altLang="en-US" dirty="0"/>
              <a:t>CTFS-to-CTFT Transition</a:t>
            </a:r>
          </a:p>
        </p:txBody>
      </p:sp>
      <p:pic>
        <p:nvPicPr>
          <p:cNvPr id="19046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600200"/>
            <a:ext cx="4433888" cy="237966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0477" name="Group 13"/>
          <p:cNvGrpSpPr>
            <a:grpSpLocks/>
          </p:cNvGrpSpPr>
          <p:nvPr/>
        </p:nvGrpSpPr>
        <p:grpSpPr bwMode="auto">
          <a:xfrm>
            <a:off x="914400" y="4076700"/>
            <a:ext cx="6365875" cy="825500"/>
            <a:chOff x="576" y="2568"/>
            <a:chExt cx="4010" cy="520"/>
          </a:xfrm>
        </p:grpSpPr>
        <p:sp>
          <p:nvSpPr>
            <p:cNvPr id="190470" name="Text Box 6"/>
            <p:cNvSpPr txBox="1">
              <a:spLocks noChangeArrowheads="1"/>
            </p:cNvSpPr>
            <p:nvPr/>
          </p:nvSpPr>
          <p:spPr bwMode="auto">
            <a:xfrm>
              <a:off x="576" y="2678"/>
              <a:ext cx="24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Its CTFS harmonic function is </a:t>
              </a:r>
            </a:p>
          </p:txBody>
        </p:sp>
        <p:graphicFrame>
          <p:nvGraphicFramePr>
            <p:cNvPr id="190471" name="Object 7"/>
            <p:cNvGraphicFramePr>
              <a:graphicFrameLocks noChangeAspect="1"/>
            </p:cNvGraphicFramePr>
            <p:nvPr/>
          </p:nvGraphicFramePr>
          <p:xfrm>
            <a:off x="2986" y="2568"/>
            <a:ext cx="1600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28" name="Equation" r:id="rId4" imgW="2540000" imgH="825500" progId="Equation.DSMT36">
                    <p:embed/>
                  </p:oleObj>
                </mc:Choice>
                <mc:Fallback>
                  <p:oleObj name="Equation" r:id="rId4" imgW="2540000" imgH="8255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6" y="2568"/>
                          <a:ext cx="1600" cy="5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0476" name="Group 12"/>
          <p:cNvGrpSpPr>
            <a:grpSpLocks/>
          </p:cNvGrpSpPr>
          <p:nvPr/>
        </p:nvGrpSpPr>
        <p:grpSpPr bwMode="auto">
          <a:xfrm>
            <a:off x="746125" y="939800"/>
            <a:ext cx="6391787" cy="762000"/>
            <a:chOff x="470" y="592"/>
            <a:chExt cx="4906" cy="480"/>
          </a:xfrm>
        </p:grpSpPr>
        <p:sp>
          <p:nvSpPr>
            <p:cNvPr id="190468" name="Text Box 4"/>
            <p:cNvSpPr txBox="1">
              <a:spLocks noChangeArrowheads="1"/>
            </p:cNvSpPr>
            <p:nvPr/>
          </p:nvSpPr>
          <p:spPr bwMode="auto">
            <a:xfrm>
              <a:off x="470" y="672"/>
              <a:ext cx="473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Consider a periodic pulse-train signal, x(</a:t>
              </a:r>
              <a:r>
                <a:rPr lang="en-US" altLang="en-US" i="1"/>
                <a:t>t</a:t>
              </a:r>
              <a:r>
                <a:rPr lang="en-US" altLang="en-US"/>
                <a:t>), with duty cycle, </a:t>
              </a:r>
            </a:p>
          </p:txBody>
        </p:sp>
        <p:graphicFrame>
          <p:nvGraphicFramePr>
            <p:cNvPr id="190472" name="Object 8"/>
            <p:cNvGraphicFramePr>
              <a:graphicFrameLocks noChangeAspect="1"/>
            </p:cNvGraphicFramePr>
            <p:nvPr/>
          </p:nvGraphicFramePr>
          <p:xfrm>
            <a:off x="5176" y="592"/>
            <a:ext cx="200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29" name="Equation" r:id="rId6" imgW="317500" imgH="762000" progId="Equation.DSMT36">
                    <p:embed/>
                  </p:oleObj>
                </mc:Choice>
                <mc:Fallback>
                  <p:oleObj name="Equation" r:id="rId6" imgW="317500" imgH="7620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76" y="592"/>
                          <a:ext cx="200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0473" name="Text Box 9"/>
          <p:cNvSpPr txBox="1">
            <a:spLocks noChangeArrowheads="1"/>
          </p:cNvSpPr>
          <p:nvPr/>
        </p:nvSpPr>
        <p:spPr bwMode="auto">
          <a:xfrm>
            <a:off x="911225" y="5038725"/>
            <a:ext cx="718916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As the period,     , is increased, holding </a:t>
            </a:r>
            <a:r>
              <a:rPr lang="en-US" altLang="en-US" i="1" dirty="0"/>
              <a:t>w</a:t>
            </a:r>
            <a:r>
              <a:rPr lang="en-US" altLang="en-US" dirty="0"/>
              <a:t> constant, the duty </a:t>
            </a:r>
          </a:p>
          <a:p>
            <a:r>
              <a:rPr lang="en-US" altLang="en-US" dirty="0"/>
              <a:t>cycle is decreased.  When the period becomes infinite (and </a:t>
            </a:r>
          </a:p>
          <a:p>
            <a:r>
              <a:rPr lang="en-US" altLang="en-US" dirty="0"/>
              <a:t>the duty cycle becomes zero) x(</a:t>
            </a:r>
            <a:r>
              <a:rPr lang="en-US" altLang="en-US" i="1" dirty="0"/>
              <a:t>t</a:t>
            </a:r>
            <a:r>
              <a:rPr lang="en-US" altLang="en-US" dirty="0"/>
              <a:t>) is no longer periodic.</a:t>
            </a:r>
          </a:p>
        </p:txBody>
      </p:sp>
      <p:graphicFrame>
        <p:nvGraphicFramePr>
          <p:cNvPr id="19047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347676"/>
              </p:ext>
            </p:extLst>
          </p:nvPr>
        </p:nvGraphicFramePr>
        <p:xfrm>
          <a:off x="2411760" y="5085184"/>
          <a:ext cx="266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0" name="Equation" r:id="rId8" imgW="266700" imgH="330200" progId="Equation.DSMT36">
                  <p:embed/>
                </p:oleObj>
              </mc:Choice>
              <mc:Fallback>
                <p:oleObj name="Equation" r:id="rId8" imgW="266700" imgH="330200" progId="Equation.DSMT3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5085184"/>
                        <a:ext cx="2667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58723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CTFS-to-CTFT Transition</a:t>
            </a:r>
            <a:endParaRPr lang="en-US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148" y="1338263"/>
            <a:ext cx="6657211" cy="5190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D57C619-DDF7-854B-ADF4-752D3536F599}"/>
                  </a:ext>
                </a:extLst>
              </p14:cNvPr>
              <p14:cNvContentPartPr/>
              <p14:nvPr/>
            </p14:nvContentPartPr>
            <p14:xfrm>
              <a:off x="2394000" y="738000"/>
              <a:ext cx="5208480" cy="3812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D57C619-DDF7-854B-ADF4-752D3536F5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84640" y="728640"/>
                <a:ext cx="5227200" cy="383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34418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503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950" y="3168650"/>
            <a:ext cx="3894138" cy="29178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502" name="Picture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" y="3175000"/>
            <a:ext cx="3903663" cy="29114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90736"/>
            <a:ext cx="7772400" cy="762000"/>
          </a:xfrm>
        </p:spPr>
        <p:txBody>
          <a:bodyPr/>
          <a:lstStyle/>
          <a:p>
            <a:r>
              <a:rPr lang="en-US" altLang="en-US" dirty="0"/>
              <a:t>CTFS-to-CTFT Transition</a:t>
            </a:r>
          </a:p>
        </p:txBody>
      </p:sp>
      <p:graphicFrame>
        <p:nvGraphicFramePr>
          <p:cNvPr id="191492" name="Object 4"/>
          <p:cNvGraphicFramePr>
            <a:graphicFrameLocks noChangeAspect="1"/>
          </p:cNvGraphicFramePr>
          <p:nvPr/>
        </p:nvGraphicFramePr>
        <p:xfrm>
          <a:off x="2895600" y="4114800"/>
          <a:ext cx="838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9" name="Equation" r:id="rId5" imgW="838200" imgH="685800" progId="Equation.DSMT36">
                  <p:embed/>
                </p:oleObj>
              </mc:Choice>
              <mc:Fallback>
                <p:oleObj name="Equation" r:id="rId5" imgW="838200" imgH="685800" progId="Equation.DSMT3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114800"/>
                        <a:ext cx="8382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497" name="Object 9"/>
          <p:cNvGraphicFramePr>
            <a:graphicFrameLocks noChangeAspect="1"/>
          </p:cNvGraphicFramePr>
          <p:nvPr/>
        </p:nvGraphicFramePr>
        <p:xfrm>
          <a:off x="7086600" y="4191000"/>
          <a:ext cx="8509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0" name="Equation" r:id="rId7" imgW="850900" imgH="685800" progId="Equation.DSMT36">
                  <p:embed/>
                </p:oleObj>
              </mc:Choice>
              <mc:Fallback>
                <p:oleObj name="Equation" r:id="rId7" imgW="850900" imgH="685800" progId="Equation.DSMT3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191000"/>
                        <a:ext cx="8509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499" name="Text Box 11"/>
          <p:cNvSpPr txBox="1">
            <a:spLocks noChangeArrowheads="1"/>
          </p:cNvSpPr>
          <p:nvPr/>
        </p:nvSpPr>
        <p:spPr bwMode="auto">
          <a:xfrm>
            <a:off x="446856" y="1079252"/>
            <a:ext cx="822960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dirty="0"/>
              <a:t>Below are plots of the magnitude of X[</a:t>
            </a:r>
            <a:r>
              <a:rPr lang="en-US" altLang="en-US" i="1" dirty="0"/>
              <a:t>k</a:t>
            </a:r>
            <a:r>
              <a:rPr lang="en-US" altLang="en-US" dirty="0"/>
              <a:t>] for 50% and 10% duty </a:t>
            </a:r>
          </a:p>
          <a:p>
            <a:r>
              <a:rPr lang="en-US" altLang="en-US" dirty="0"/>
              <a:t>cycles.  As the period increases the </a:t>
            </a:r>
            <a:r>
              <a:rPr lang="en-US" altLang="en-US" dirty="0" err="1"/>
              <a:t>sinc</a:t>
            </a:r>
            <a:r>
              <a:rPr lang="en-US" altLang="en-US" dirty="0"/>
              <a:t> function widens and its </a:t>
            </a:r>
          </a:p>
          <a:p>
            <a:r>
              <a:rPr lang="en-US" altLang="en-US" dirty="0"/>
              <a:t>magnitude falls. As the period approaches infinity, the CTFS </a:t>
            </a:r>
          </a:p>
          <a:p>
            <a:r>
              <a:rPr lang="en-US" altLang="en-US" dirty="0"/>
              <a:t>harmonic function becomes an infinitely-wide </a:t>
            </a:r>
            <a:r>
              <a:rPr lang="en-US" altLang="en-US" dirty="0" err="1"/>
              <a:t>sinc</a:t>
            </a:r>
            <a:r>
              <a:rPr lang="en-US" altLang="en-US" dirty="0"/>
              <a:t> function with zero amplitude. </a:t>
            </a:r>
          </a:p>
        </p:txBody>
      </p:sp>
    </p:spTree>
    <p:extLst>
      <p:ext uri="{BB962C8B-B14F-4D97-AF65-F5344CB8AC3E}">
        <p14:creationId xmlns:p14="http://schemas.microsoft.com/office/powerpoint/2010/main" val="15306118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404664"/>
            <a:ext cx="7488832" cy="455761"/>
          </a:xfrm>
        </p:spPr>
        <p:txBody>
          <a:bodyPr/>
          <a:lstStyle/>
          <a:p>
            <a:r>
              <a:rPr lang="en-US" altLang="en-US" dirty="0"/>
              <a:t>CTFS-to-CTFT Transition</a:t>
            </a:r>
          </a:p>
        </p:txBody>
      </p:sp>
      <p:grpSp>
        <p:nvGrpSpPr>
          <p:cNvPr id="192522" name="Group 10"/>
          <p:cNvGrpSpPr>
            <a:grpSpLocks/>
          </p:cNvGrpSpPr>
          <p:nvPr/>
        </p:nvGrpSpPr>
        <p:grpSpPr bwMode="auto">
          <a:xfrm>
            <a:off x="746125" y="860425"/>
            <a:ext cx="7854950" cy="2178050"/>
            <a:chOff x="470" y="542"/>
            <a:chExt cx="4948" cy="1372"/>
          </a:xfrm>
        </p:grpSpPr>
        <p:sp>
          <p:nvSpPr>
            <p:cNvPr id="192516" name="Text Box 4"/>
            <p:cNvSpPr txBox="1">
              <a:spLocks noChangeArrowheads="1"/>
            </p:cNvSpPr>
            <p:nvPr/>
          </p:nvSpPr>
          <p:spPr bwMode="auto">
            <a:xfrm>
              <a:off x="470" y="542"/>
              <a:ext cx="4948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This infinity-and-zero problem can be solved by normalizing </a:t>
              </a:r>
            </a:p>
            <a:p>
              <a:r>
                <a:rPr lang="en-US" altLang="en-US"/>
                <a:t>the CTFS harmonic function.  Define a new “modified” CTFS </a:t>
              </a:r>
            </a:p>
            <a:p>
              <a:r>
                <a:rPr lang="en-US" altLang="en-US"/>
                <a:t>harmonic function,</a:t>
              </a:r>
            </a:p>
          </p:txBody>
        </p:sp>
        <p:graphicFrame>
          <p:nvGraphicFramePr>
            <p:cNvPr id="192517" name="Object 5"/>
            <p:cNvGraphicFramePr>
              <a:graphicFrameLocks noChangeAspect="1"/>
            </p:cNvGraphicFramePr>
            <p:nvPr/>
          </p:nvGraphicFramePr>
          <p:xfrm>
            <a:off x="2032" y="1344"/>
            <a:ext cx="1952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53" name="Equation" r:id="rId3" imgW="3098800" imgH="419100" progId="Equation.DSMT36">
                    <p:embed/>
                  </p:oleObj>
                </mc:Choice>
                <mc:Fallback>
                  <p:oleObj name="Equation" r:id="rId3" imgW="3098800" imgH="4191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2" y="1344"/>
                          <a:ext cx="1952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2518" name="Text Box 6"/>
            <p:cNvSpPr txBox="1">
              <a:spLocks noChangeArrowheads="1"/>
            </p:cNvSpPr>
            <p:nvPr/>
          </p:nvSpPr>
          <p:spPr bwMode="auto">
            <a:xfrm>
              <a:off x="518" y="1680"/>
              <a:ext cx="292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and graph it versus </a:t>
              </a:r>
              <a:r>
                <a:rPr lang="en-US" altLang="en-US" i="1" dirty="0"/>
                <a:t>       </a:t>
              </a:r>
              <a:r>
                <a:rPr lang="en-US" altLang="en-US" dirty="0"/>
                <a:t>instead of versus </a:t>
              </a:r>
              <a:r>
                <a:rPr lang="en-US" altLang="en-US" i="1" dirty="0"/>
                <a:t>k</a:t>
              </a:r>
              <a:r>
                <a:rPr lang="en-US" altLang="en-US" dirty="0"/>
                <a:t>.</a:t>
              </a:r>
            </a:p>
          </p:txBody>
        </p:sp>
        <p:graphicFrame>
          <p:nvGraphicFramePr>
            <p:cNvPr id="192519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6774693"/>
                </p:ext>
              </p:extLst>
            </p:nvPr>
          </p:nvGraphicFramePr>
          <p:xfrm>
            <a:off x="1837" y="1706"/>
            <a:ext cx="216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54" name="Equation" r:id="rId5" imgW="342900" imgH="330200" progId="Equation.DSMT36">
                    <p:embed/>
                  </p:oleObj>
                </mc:Choice>
                <mc:Fallback>
                  <p:oleObj name="Equation" r:id="rId5" imgW="342900" imgH="3302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7" y="1706"/>
                          <a:ext cx="216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92524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" y="3327400"/>
            <a:ext cx="4013200" cy="293528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525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500" y="3314700"/>
            <a:ext cx="4013200" cy="29448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28841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54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5650" y="2051050"/>
            <a:ext cx="5713413" cy="416718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CTFS-to-CTFT Transition</a:t>
            </a:r>
          </a:p>
        </p:txBody>
      </p:sp>
      <p:grpSp>
        <p:nvGrpSpPr>
          <p:cNvPr id="193543" name="Group 7"/>
          <p:cNvGrpSpPr>
            <a:grpSpLocks/>
          </p:cNvGrpSpPr>
          <p:nvPr/>
        </p:nvGrpSpPr>
        <p:grpSpPr bwMode="auto">
          <a:xfrm>
            <a:off x="898525" y="1066800"/>
            <a:ext cx="7720013" cy="1187450"/>
            <a:chOff x="566" y="672"/>
            <a:chExt cx="4863" cy="748"/>
          </a:xfrm>
        </p:grpSpPr>
        <p:sp>
          <p:nvSpPr>
            <p:cNvPr id="193540" name="Text Box 4"/>
            <p:cNvSpPr txBox="1">
              <a:spLocks noChangeArrowheads="1"/>
            </p:cNvSpPr>
            <p:nvPr/>
          </p:nvSpPr>
          <p:spPr bwMode="auto">
            <a:xfrm>
              <a:off x="566" y="672"/>
              <a:ext cx="4863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In the limit as the period approaches infinity, the modified</a:t>
              </a:r>
            </a:p>
            <a:p>
              <a:r>
                <a:rPr lang="en-US" altLang="en-US"/>
                <a:t>CTFS harmonic function approaches a function of continuous</a:t>
              </a:r>
            </a:p>
            <a:p>
              <a:r>
                <a:rPr lang="en-US" altLang="en-US"/>
                <a:t>frequency </a:t>
              </a:r>
              <a:r>
                <a:rPr lang="en-US" altLang="en-US" i="1"/>
                <a:t>f </a:t>
              </a:r>
              <a:r>
                <a:rPr lang="en-US" altLang="en-US"/>
                <a:t>(     ).</a:t>
              </a:r>
            </a:p>
          </p:txBody>
        </p:sp>
        <p:graphicFrame>
          <p:nvGraphicFramePr>
            <p:cNvPr id="193541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21223405"/>
                </p:ext>
              </p:extLst>
            </p:nvPr>
          </p:nvGraphicFramePr>
          <p:xfrm>
            <a:off x="1429" y="1071"/>
            <a:ext cx="216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54" name="Equation" r:id="rId4" imgW="342900" imgH="330200" progId="Equation.DSMT36">
                    <p:embed/>
                  </p:oleObj>
                </mc:Choice>
                <mc:Fallback>
                  <p:oleObj name="Equation" r:id="rId4" imgW="342900" imgH="3302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9" y="1071"/>
                          <a:ext cx="216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8BEDB88-AC70-324E-BEF6-6271415062AD}"/>
                  </a:ext>
                </a:extLst>
              </p14:cNvPr>
              <p14:cNvContentPartPr/>
              <p14:nvPr/>
            </p14:nvContentPartPr>
            <p14:xfrm>
              <a:off x="2825280" y="1347840"/>
              <a:ext cx="4636800" cy="490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8BEDB88-AC70-324E-BEF6-6271415062A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15920" y="1338480"/>
                <a:ext cx="4655520" cy="50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2379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360000" y="249480"/>
            <a:ext cx="8280000" cy="660960"/>
          </a:xfrm>
        </p:spPr>
        <p:txBody>
          <a:bodyPr wrap="square" lIns="90000" tIns="46800" rIns="90000" bIns="46800" anchorCtr="0">
            <a:spAutoFit/>
          </a:bodyPr>
          <a:lstStyle>
            <a:defPPr lvl="0">
              <a:buClr>
                <a:srgbClr val="003399"/>
              </a:buClr>
              <a:buSzPct val="100000"/>
              <a:buFont typeface="Arial" pitchFamily="34"/>
              <a:buNone/>
            </a:defPPr>
            <a:lvl1pPr lvl="0">
              <a:buClr>
                <a:srgbClr val="003399"/>
              </a:buClr>
              <a:buSzPct val="100000"/>
              <a:buFont typeface="Arial" pitchFamily="34"/>
              <a:buChar char="•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GB" sz="4000"/>
              <a:t>Definition of the Fourier Transform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179512" y="914400"/>
            <a:ext cx="8820488" cy="5458162"/>
          </a:xfrm>
        </p:spPr>
        <p:txBody>
          <a:bodyPr wrap="square" lIns="90000" tIns="46800" rIns="90000" bIns="46800" anchor="t" anchorCtr="0">
            <a:spAutoFit/>
          </a:bodyPr>
          <a:lstStyle>
            <a:defPPr marL="339480" marR="0" lvl="0" indent="-339480" algn="l" hangingPunct="1">
              <a:lnSpc>
                <a:spcPct val="87000"/>
              </a:lnSpc>
              <a:spcBef>
                <a:spcPts val="748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None/>
              <a:tabLst>
                <a:tab pos="109440" algn="l"/>
                <a:tab pos="558720" algn="l"/>
                <a:tab pos="1007999" algn="l"/>
                <a:tab pos="1457280" algn="l"/>
                <a:tab pos="1906560" algn="l"/>
                <a:tab pos="2355840" algn="l"/>
                <a:tab pos="2804760" algn="l"/>
                <a:tab pos="3254040" algn="l"/>
                <a:tab pos="3703319" algn="l"/>
                <a:tab pos="4152600" algn="l"/>
                <a:tab pos="4601880" algn="l"/>
                <a:tab pos="5051160" algn="l"/>
                <a:tab pos="5500440" algn="l"/>
                <a:tab pos="5949720" algn="l"/>
                <a:tab pos="6398999" algn="l"/>
                <a:tab pos="6848280" algn="l"/>
                <a:tab pos="7297560" algn="l"/>
                <a:tab pos="7746840" algn="l"/>
                <a:tab pos="8196120" algn="l"/>
                <a:tab pos="8645400" algn="l"/>
              </a:tabLst>
              <a:defRPr lang="en-GB" sz="3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defPPr>
            <a:lvl1pPr marL="339480" marR="0" lvl="0" indent="-339480" algn="l" hangingPunct="1">
              <a:lnSpc>
                <a:spcPct val="87000"/>
              </a:lnSpc>
              <a:spcBef>
                <a:spcPts val="748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Char char=""/>
              <a:tabLst>
                <a:tab pos="109440" algn="l"/>
                <a:tab pos="558720" algn="l"/>
                <a:tab pos="1007999" algn="l"/>
                <a:tab pos="1457280" algn="l"/>
                <a:tab pos="1906560" algn="l"/>
                <a:tab pos="2355840" algn="l"/>
                <a:tab pos="2804760" algn="l"/>
                <a:tab pos="3254040" algn="l"/>
                <a:tab pos="3703319" algn="l"/>
                <a:tab pos="4152600" algn="l"/>
                <a:tab pos="4601880" algn="l"/>
                <a:tab pos="5051160" algn="l"/>
                <a:tab pos="5500440" algn="l"/>
                <a:tab pos="5949720" algn="l"/>
                <a:tab pos="6398999" algn="l"/>
                <a:tab pos="6848280" algn="l"/>
                <a:tab pos="7297560" algn="l"/>
                <a:tab pos="7746840" algn="l"/>
                <a:tab pos="8196120" algn="l"/>
                <a:tab pos="8645400" algn="l"/>
              </a:tabLst>
              <a:defRPr lang="en-GB" sz="3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1pPr>
            <a:lvl2pPr marL="666720" marR="0" lvl="1" indent="-325440" algn="l" hangingPunct="1">
              <a:lnSpc>
                <a:spcPct val="87000"/>
              </a:lnSpc>
              <a:spcBef>
                <a:spcPts val="649"/>
              </a:spcBef>
              <a:spcAft>
                <a:spcPts val="0"/>
              </a:spcAft>
              <a:buClr>
                <a:srgbClr val="4C6D4E"/>
              </a:buClr>
              <a:buSzPct val="60000"/>
              <a:buFont typeface="Wingdings" pitchFamily="2"/>
              <a:buChar char=""/>
              <a:tabLst>
                <a:tab pos="231480" algn="l"/>
                <a:tab pos="680760" algn="l"/>
                <a:tab pos="1130040" algn="l"/>
                <a:tab pos="1579319" algn="l"/>
                <a:tab pos="2028600" algn="l"/>
                <a:tab pos="2477880" algn="l"/>
                <a:tab pos="2927159" algn="l"/>
                <a:tab pos="3376440" algn="l"/>
                <a:tab pos="3825719" algn="l"/>
                <a:tab pos="4275000" algn="l"/>
                <a:tab pos="4724280" algn="l"/>
                <a:tab pos="5173560" algn="l"/>
                <a:tab pos="5622840" algn="l"/>
                <a:tab pos="6072120" algn="l"/>
                <a:tab pos="6521400" algn="l"/>
                <a:tab pos="6970680" algn="l"/>
                <a:tab pos="7419960" algn="l"/>
                <a:tab pos="7868880" algn="l"/>
                <a:tab pos="8318160" algn="l"/>
                <a:tab pos="8767440" algn="l"/>
              </a:tabLst>
              <a:defRPr lang="en-GB" sz="26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2pPr>
            <a:lvl3pPr marL="1019160" marR="0" lvl="2" indent="-347760" algn="l" hangingPunct="1">
              <a:lnSpc>
                <a:spcPct val="87000"/>
              </a:lnSpc>
              <a:spcBef>
                <a:spcPts val="550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Char char=""/>
              <a:tabLst>
                <a:tab pos="328320" algn="l"/>
                <a:tab pos="777600" algn="l"/>
                <a:tab pos="1226880" algn="l"/>
                <a:tab pos="1676160" algn="l"/>
                <a:tab pos="2125440" algn="l"/>
                <a:tab pos="2574719" algn="l"/>
                <a:tab pos="3024000" algn="l"/>
                <a:tab pos="3473279" algn="l"/>
                <a:tab pos="3922560" algn="l"/>
                <a:tab pos="4371839" algn="l"/>
                <a:tab pos="4821120" algn="l"/>
                <a:tab pos="5270400" algn="l"/>
                <a:tab pos="5719680" algn="l"/>
                <a:tab pos="6168960" algn="l"/>
                <a:tab pos="6618240" algn="l"/>
                <a:tab pos="7067520" algn="l"/>
                <a:tab pos="7516800" algn="l"/>
                <a:tab pos="7965720" algn="l"/>
                <a:tab pos="8415000" algn="l"/>
                <a:tab pos="8864280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3pPr>
            <a:lvl4pPr marL="1336320" marR="0" lvl="3" indent="-31248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0000"/>
              <a:buFont typeface="Wingdings" pitchFamily="2"/>
              <a:buChar char=""/>
              <a:tabLst>
                <a:tab pos="10800" algn="l"/>
                <a:tab pos="460080" algn="l"/>
                <a:tab pos="909359" algn="l"/>
                <a:tab pos="1358640" algn="l"/>
                <a:tab pos="1807919" algn="l"/>
                <a:tab pos="2257200" algn="l"/>
                <a:tab pos="2706480" algn="l"/>
                <a:tab pos="3155760" algn="l"/>
                <a:tab pos="3605039" algn="l"/>
                <a:tab pos="4054320" algn="l"/>
                <a:tab pos="4503600" algn="l"/>
                <a:tab pos="4952880" algn="l"/>
                <a:tab pos="5402160" algn="l"/>
                <a:tab pos="5851440" algn="l"/>
                <a:tab pos="6300720" algn="l"/>
                <a:tab pos="6750000" algn="l"/>
                <a:tab pos="7199279" algn="l"/>
                <a:tab pos="7648559" algn="l"/>
                <a:tab pos="8097479" algn="l"/>
                <a:tab pos="8546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4pPr>
            <a:lvl5pPr marL="1677960" marR="0" lvl="4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5pPr>
            <a:lvl6pPr marL="1677960" marR="0" lvl="5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6pPr>
            <a:lvl7pPr marL="1677960" marR="0" lvl="6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7pPr>
            <a:lvl8pPr marL="1677960" marR="0" lvl="7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8pPr>
            <a:lvl9pPr marL="1944000" marR="0" lvl="8" indent="-2160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SzPct val="45000"/>
              <a:buFont typeface="StarSymbol"/>
              <a:buChar char="●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9pPr>
          </a:lstStyle>
          <a:p>
            <a:pPr lvl="0">
              <a:lnSpc>
                <a:spcPct val="90000"/>
              </a:lnSpc>
              <a:spcBef>
                <a:spcPts val="550"/>
              </a:spcBef>
              <a:buFont typeface="Wingdings" pitchFamily="2" charset="2"/>
              <a:buChar char="q"/>
            </a:pPr>
            <a:r>
              <a:rPr lang="en-GB" sz="2200" dirty="0">
                <a:latin typeface="" pitchFamily="16"/>
              </a:rPr>
              <a:t>We will be referring to functions of time and their Fourier transforms.  A signal </a:t>
            </a:r>
            <a:r>
              <a:rPr lang="en-GB" sz="2200" i="1" dirty="0">
                <a:latin typeface="" pitchFamily="16"/>
              </a:rPr>
              <a:t>x</a:t>
            </a:r>
            <a:r>
              <a:rPr lang="en-GB" sz="2200" dirty="0">
                <a:latin typeface="" pitchFamily="16"/>
              </a:rPr>
              <a:t>(</a:t>
            </a:r>
            <a:r>
              <a:rPr lang="en-GB" sz="2200" i="1" dirty="0">
                <a:latin typeface="" pitchFamily="16"/>
              </a:rPr>
              <a:t>t</a:t>
            </a:r>
            <a:r>
              <a:rPr lang="en-GB" sz="2200" dirty="0">
                <a:latin typeface="" pitchFamily="16"/>
              </a:rPr>
              <a:t>) and its Fourier transform </a:t>
            </a:r>
            <a:r>
              <a:rPr lang="en-GB" sz="2200" i="1" dirty="0">
                <a:latin typeface="" pitchFamily="16"/>
              </a:rPr>
              <a:t>X</a:t>
            </a:r>
            <a:r>
              <a:rPr lang="en-GB" sz="2200" dirty="0">
                <a:latin typeface="" pitchFamily="16"/>
              </a:rPr>
              <a:t>(</a:t>
            </a:r>
            <a:r>
              <a:rPr lang="en-GB" sz="2200" i="1" dirty="0">
                <a:latin typeface="" pitchFamily="16"/>
              </a:rPr>
              <a:t>j</a:t>
            </a:r>
            <a:r>
              <a:rPr lang="en-GB" sz="2200" i="1" dirty="0">
                <a:latin typeface="Symbol" pitchFamily="18"/>
              </a:rPr>
              <a:t></a:t>
            </a:r>
            <a:r>
              <a:rPr lang="en-GB" sz="2200" dirty="0">
                <a:latin typeface="" pitchFamily="16"/>
              </a:rPr>
              <a:t>) are related by the </a:t>
            </a:r>
            <a:r>
              <a:rPr lang="en-GB" sz="2200" b="1" dirty="0">
                <a:latin typeface="" pitchFamily="16"/>
              </a:rPr>
              <a:t>Fourier transform synthesis</a:t>
            </a:r>
            <a:r>
              <a:rPr lang="en-GB" sz="2200" dirty="0">
                <a:latin typeface="" pitchFamily="16"/>
              </a:rPr>
              <a:t> and </a:t>
            </a:r>
            <a:r>
              <a:rPr lang="en-GB" sz="2200" b="1" dirty="0">
                <a:latin typeface="" pitchFamily="16"/>
              </a:rPr>
              <a:t>analysis</a:t>
            </a:r>
            <a:r>
              <a:rPr lang="en-GB" sz="2200" dirty="0">
                <a:latin typeface="" pitchFamily="16"/>
              </a:rPr>
              <a:t> equations</a:t>
            </a:r>
          </a:p>
          <a:p>
            <a:pPr lvl="0">
              <a:lnSpc>
                <a:spcPct val="90000"/>
              </a:lnSpc>
              <a:spcBef>
                <a:spcPts val="799"/>
              </a:spcBef>
              <a:buFont typeface="Wingdings" pitchFamily="2" charset="2"/>
              <a:buChar char="q"/>
            </a:pPr>
            <a:endParaRPr lang="en-GB" sz="3200" dirty="0">
              <a:latin typeface="" pitchFamily="16"/>
            </a:endParaRPr>
          </a:p>
          <a:p>
            <a:pPr marL="341280" lvl="0" indent="0">
              <a:spcBef>
                <a:spcPts val="649"/>
              </a:spcBef>
              <a:buNone/>
              <a:tabLst>
                <a:tab pos="898200" algn="l"/>
                <a:tab pos="1347480" algn="l"/>
                <a:tab pos="1796760" algn="l"/>
                <a:tab pos="2246039" algn="l"/>
                <a:tab pos="2695320" algn="l"/>
                <a:tab pos="3144600" algn="l"/>
                <a:tab pos="3593879" algn="l"/>
                <a:tab pos="4043160" algn="l"/>
                <a:tab pos="4492439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600" algn="l"/>
                <a:tab pos="8984880" algn="l"/>
                <a:tab pos="9434160" algn="l"/>
              </a:tabLst>
            </a:pPr>
            <a:r>
              <a:rPr lang="en-GB" sz="2200" dirty="0">
                <a:latin typeface="Arial" pitchFamily="18"/>
              </a:rPr>
              <a:t>and</a:t>
            </a:r>
          </a:p>
          <a:p>
            <a:pPr lvl="0">
              <a:lnSpc>
                <a:spcPct val="90000"/>
              </a:lnSpc>
              <a:spcBef>
                <a:spcPts val="799"/>
              </a:spcBef>
              <a:buFont typeface="Wingdings" pitchFamily="2" charset="2"/>
              <a:buChar char="q"/>
            </a:pPr>
            <a:endParaRPr lang="en-GB" sz="3200" dirty="0">
              <a:latin typeface="" pitchFamily="16"/>
            </a:endParaRPr>
          </a:p>
          <a:p>
            <a:pPr lvl="0">
              <a:lnSpc>
                <a:spcPct val="90000"/>
              </a:lnSpc>
              <a:spcBef>
                <a:spcPts val="550"/>
              </a:spcBef>
              <a:buFont typeface="Wingdings" pitchFamily="2" charset="2"/>
              <a:buChar char="q"/>
            </a:pPr>
            <a:endParaRPr lang="en-GB" sz="2200" dirty="0">
              <a:latin typeface="" pitchFamily="16"/>
            </a:endParaRPr>
          </a:p>
          <a:p>
            <a:pPr lvl="0">
              <a:lnSpc>
                <a:spcPct val="90000"/>
              </a:lnSpc>
              <a:spcBef>
                <a:spcPts val="550"/>
              </a:spcBef>
              <a:buFont typeface="Wingdings" pitchFamily="2" charset="2"/>
              <a:buChar char="q"/>
            </a:pPr>
            <a:r>
              <a:rPr lang="en-GB" sz="2200" dirty="0">
                <a:latin typeface="" pitchFamily="16"/>
              </a:rPr>
              <a:t>We will refer to </a:t>
            </a:r>
            <a:r>
              <a:rPr lang="en-GB" sz="2200" i="1" dirty="0">
                <a:latin typeface="" pitchFamily="16"/>
              </a:rPr>
              <a:t>x</a:t>
            </a:r>
            <a:r>
              <a:rPr lang="en-GB" sz="2200" dirty="0">
                <a:latin typeface="" pitchFamily="16"/>
              </a:rPr>
              <a:t>(</a:t>
            </a:r>
            <a:r>
              <a:rPr lang="en-GB" sz="2200" i="1" dirty="0">
                <a:latin typeface="" pitchFamily="16"/>
              </a:rPr>
              <a:t>t</a:t>
            </a:r>
            <a:r>
              <a:rPr lang="en-GB" sz="2200" dirty="0">
                <a:latin typeface="" pitchFamily="16"/>
              </a:rPr>
              <a:t>) and </a:t>
            </a:r>
            <a:r>
              <a:rPr lang="en-GB" sz="2200" i="1" dirty="0">
                <a:latin typeface="" pitchFamily="16"/>
              </a:rPr>
              <a:t>X</a:t>
            </a:r>
            <a:r>
              <a:rPr lang="en-GB" sz="2200" dirty="0">
                <a:latin typeface="" pitchFamily="16"/>
              </a:rPr>
              <a:t>(</a:t>
            </a:r>
            <a:r>
              <a:rPr lang="en-GB" sz="2200" i="1" dirty="0">
                <a:latin typeface="" pitchFamily="16"/>
              </a:rPr>
              <a:t>j</a:t>
            </a:r>
            <a:r>
              <a:rPr lang="en-GB" sz="2200" i="1" dirty="0">
                <a:latin typeface="Symbol" pitchFamily="18"/>
              </a:rPr>
              <a:t></a:t>
            </a:r>
            <a:r>
              <a:rPr lang="en-GB" sz="2200" dirty="0">
                <a:latin typeface="" pitchFamily="16"/>
              </a:rPr>
              <a:t>) as a </a:t>
            </a:r>
            <a:r>
              <a:rPr lang="en-GB" sz="2200" b="1" dirty="0">
                <a:latin typeface="" pitchFamily="16"/>
              </a:rPr>
              <a:t>Fourier transform pair</a:t>
            </a:r>
            <a:r>
              <a:rPr lang="en-GB" sz="2200" dirty="0">
                <a:latin typeface="" pitchFamily="16"/>
              </a:rPr>
              <a:t> with the notation</a:t>
            </a:r>
          </a:p>
          <a:p>
            <a:pPr lvl="0">
              <a:lnSpc>
                <a:spcPct val="90000"/>
              </a:lnSpc>
              <a:spcBef>
                <a:spcPts val="799"/>
              </a:spcBef>
              <a:buFont typeface="Wingdings" pitchFamily="2" charset="2"/>
              <a:buChar char="q"/>
            </a:pPr>
            <a:endParaRPr lang="en-GB" sz="3200" dirty="0">
              <a:latin typeface="" pitchFamily="16"/>
            </a:endParaRPr>
          </a:p>
          <a:p>
            <a:pPr lvl="0">
              <a:lnSpc>
                <a:spcPct val="90000"/>
              </a:lnSpc>
              <a:spcBef>
                <a:spcPts val="550"/>
              </a:spcBef>
              <a:buFont typeface="Wingdings" pitchFamily="2" charset="2"/>
              <a:buChar char="q"/>
            </a:pPr>
            <a:r>
              <a:rPr lang="en-GB" sz="2200" dirty="0">
                <a:latin typeface="" pitchFamily="16"/>
              </a:rPr>
              <a:t>As previously mentioned, the transform function </a:t>
            </a:r>
            <a:r>
              <a:rPr lang="en-GB" sz="2200" i="1" dirty="0">
                <a:latin typeface="" pitchFamily="16"/>
              </a:rPr>
              <a:t>X</a:t>
            </a:r>
            <a:r>
              <a:rPr lang="en-GB" sz="2200" dirty="0">
                <a:latin typeface="" pitchFamily="16"/>
              </a:rPr>
              <a:t>() can roughly be thought of as a continuum of the previous coefficients</a:t>
            </a:r>
          </a:p>
          <a:p>
            <a:pPr lvl="0">
              <a:lnSpc>
                <a:spcPct val="90000"/>
              </a:lnSpc>
              <a:spcBef>
                <a:spcPts val="550"/>
              </a:spcBef>
              <a:buFont typeface="Wingdings" pitchFamily="2" charset="2"/>
              <a:buChar char="q"/>
            </a:pPr>
            <a:r>
              <a:rPr lang="en-GB" sz="2200" dirty="0">
                <a:latin typeface="" pitchFamily="16"/>
              </a:rPr>
              <a:t>A similar set of </a:t>
            </a:r>
            <a:r>
              <a:rPr lang="en-GB" sz="2200" dirty="0" err="1">
                <a:latin typeface="" pitchFamily="16"/>
              </a:rPr>
              <a:t>Dirichlet</a:t>
            </a:r>
            <a:r>
              <a:rPr lang="en-GB" sz="2200" dirty="0">
                <a:latin typeface="" pitchFamily="16"/>
              </a:rPr>
              <a:t> convergence conditions exist for the Fourier transform, as for the Fourier series (T=(- </a:t>
            </a:r>
            <a:r>
              <a:rPr lang="en-GB" sz="2200" dirty="0">
                <a:latin typeface="Symbol" pitchFamily="18"/>
              </a:rPr>
              <a:t></a:t>
            </a:r>
            <a:r>
              <a:rPr lang="en-GB" sz="2200" dirty="0">
                <a:latin typeface="" pitchFamily="16"/>
              </a:rPr>
              <a:t>,</a:t>
            </a:r>
            <a:r>
              <a:rPr lang="en-GB" sz="2200" dirty="0">
                <a:latin typeface="Symbol" pitchFamily="18"/>
              </a:rPr>
              <a:t></a:t>
            </a:r>
            <a:r>
              <a:rPr lang="en-GB" sz="2200" dirty="0">
                <a:latin typeface="" pitchFamily="16"/>
              </a:rPr>
              <a:t>))</a:t>
            </a:r>
          </a:p>
        </p:txBody>
      </p:sp>
      <p:graphicFrame>
        <p:nvGraphicFramePr>
          <p:cNvPr id="4" name="Object 3"/>
          <p:cNvGraphicFramePr/>
          <p:nvPr/>
        </p:nvGraphicFramePr>
        <p:xfrm>
          <a:off x="1676519" y="3041640"/>
          <a:ext cx="4616280" cy="603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9" name="Equation" r:id="rId4" imgW="80873600" imgH="10566400" progId="Equation.3">
                  <p:embed/>
                </p:oleObj>
              </mc:Choice>
              <mc:Fallback>
                <p:oleObj name="Equation" r:id="rId4" imgW="80873600" imgH="10566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76519" y="3041640"/>
                        <a:ext cx="4616280" cy="60336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/>
          <p:nvPr/>
        </p:nvGraphicFramePr>
        <p:xfrm>
          <a:off x="1676519" y="2133720"/>
          <a:ext cx="3759120" cy="60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0" name="Equation" r:id="rId6" imgW="65836800" imgH="10566400" progId="Equation.3">
                  <p:embed/>
                </p:oleObj>
              </mc:Choice>
              <mc:Fallback>
                <p:oleObj name="Equation" r:id="rId6" imgW="65836800" imgH="10566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76519" y="2133720"/>
                        <a:ext cx="3759120" cy="60300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/>
          <p:nvPr/>
        </p:nvGraphicFramePr>
        <p:xfrm>
          <a:off x="1752479" y="4267080"/>
          <a:ext cx="1646280" cy="557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1" name="Equation" r:id="rId8" imgW="28854400" imgH="9753600" progId="Equation.3">
                  <p:embed/>
                </p:oleObj>
              </mc:Choice>
              <mc:Fallback>
                <p:oleObj name="Equation" r:id="rId8" imgW="28854400" imgH="9753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52479" y="4267080"/>
                        <a:ext cx="1646280" cy="55728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58589E4-2396-0542-9AAB-FFE1CD51FD78}"/>
                  </a:ext>
                </a:extLst>
              </p14:cNvPr>
              <p14:cNvContentPartPr/>
              <p14:nvPr/>
            </p14:nvContentPartPr>
            <p14:xfrm>
              <a:off x="1356840" y="1024560"/>
              <a:ext cx="7453080" cy="54964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58589E4-2396-0542-9AAB-FFE1CD51FD7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47480" y="1015200"/>
                <a:ext cx="7471800" cy="551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91799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360000" y="332736"/>
            <a:ext cx="8460000" cy="720000"/>
          </a:xfrm>
        </p:spPr>
        <p:txBody>
          <a:bodyPr wrap="square" lIns="90000" tIns="46800" rIns="90000" bIns="46800" anchorCtr="0">
            <a:spAutoFit/>
          </a:bodyPr>
          <a:lstStyle>
            <a:defPPr lvl="0">
              <a:buClr>
                <a:srgbClr val="003399"/>
              </a:buClr>
              <a:buSzPct val="100000"/>
              <a:buFont typeface="Arial" pitchFamily="34"/>
              <a:buNone/>
            </a:defPPr>
            <a:lvl1pPr lvl="0">
              <a:buClr>
                <a:srgbClr val="003399"/>
              </a:buClr>
              <a:buSzPct val="100000"/>
              <a:buFont typeface="Arial" pitchFamily="34"/>
              <a:buChar char="•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GB" dirty="0"/>
              <a:t>Example 1: Decaying Exponential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685799" y="1066320"/>
            <a:ext cx="7772400" cy="1357937"/>
          </a:xfrm>
        </p:spPr>
        <p:txBody>
          <a:bodyPr wrap="square" lIns="90000" tIns="46800" rIns="90000" bIns="46800" anchor="t" anchorCtr="0">
            <a:spAutoFit/>
          </a:bodyPr>
          <a:lstStyle>
            <a:defPPr marL="339480" marR="0" lvl="0" indent="-339480" algn="l" hangingPunct="1">
              <a:lnSpc>
                <a:spcPct val="87000"/>
              </a:lnSpc>
              <a:spcBef>
                <a:spcPts val="748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None/>
              <a:tabLst>
                <a:tab pos="109440" algn="l"/>
                <a:tab pos="558720" algn="l"/>
                <a:tab pos="1007999" algn="l"/>
                <a:tab pos="1457280" algn="l"/>
                <a:tab pos="1906560" algn="l"/>
                <a:tab pos="2355840" algn="l"/>
                <a:tab pos="2804760" algn="l"/>
                <a:tab pos="3254040" algn="l"/>
                <a:tab pos="3703319" algn="l"/>
                <a:tab pos="4152600" algn="l"/>
                <a:tab pos="4601880" algn="l"/>
                <a:tab pos="5051160" algn="l"/>
                <a:tab pos="5500440" algn="l"/>
                <a:tab pos="5949720" algn="l"/>
                <a:tab pos="6398999" algn="l"/>
                <a:tab pos="6848280" algn="l"/>
                <a:tab pos="7297560" algn="l"/>
                <a:tab pos="7746840" algn="l"/>
                <a:tab pos="8196120" algn="l"/>
                <a:tab pos="8645400" algn="l"/>
              </a:tabLst>
              <a:defRPr lang="en-GB" sz="3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defPPr>
            <a:lvl1pPr marL="339480" marR="0" lvl="0" indent="-339480" algn="l" hangingPunct="1">
              <a:lnSpc>
                <a:spcPct val="87000"/>
              </a:lnSpc>
              <a:spcBef>
                <a:spcPts val="748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Char char=""/>
              <a:tabLst>
                <a:tab pos="109440" algn="l"/>
                <a:tab pos="558720" algn="l"/>
                <a:tab pos="1007999" algn="l"/>
                <a:tab pos="1457280" algn="l"/>
                <a:tab pos="1906560" algn="l"/>
                <a:tab pos="2355840" algn="l"/>
                <a:tab pos="2804760" algn="l"/>
                <a:tab pos="3254040" algn="l"/>
                <a:tab pos="3703319" algn="l"/>
                <a:tab pos="4152600" algn="l"/>
                <a:tab pos="4601880" algn="l"/>
                <a:tab pos="5051160" algn="l"/>
                <a:tab pos="5500440" algn="l"/>
                <a:tab pos="5949720" algn="l"/>
                <a:tab pos="6398999" algn="l"/>
                <a:tab pos="6848280" algn="l"/>
                <a:tab pos="7297560" algn="l"/>
                <a:tab pos="7746840" algn="l"/>
                <a:tab pos="8196120" algn="l"/>
                <a:tab pos="8645400" algn="l"/>
              </a:tabLst>
              <a:defRPr lang="en-GB" sz="3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1pPr>
            <a:lvl2pPr marL="666720" marR="0" lvl="1" indent="-325440" algn="l" hangingPunct="1">
              <a:lnSpc>
                <a:spcPct val="87000"/>
              </a:lnSpc>
              <a:spcBef>
                <a:spcPts val="649"/>
              </a:spcBef>
              <a:spcAft>
                <a:spcPts val="0"/>
              </a:spcAft>
              <a:buClr>
                <a:srgbClr val="4C6D4E"/>
              </a:buClr>
              <a:buSzPct val="60000"/>
              <a:buFont typeface="Wingdings" pitchFamily="2"/>
              <a:buChar char=""/>
              <a:tabLst>
                <a:tab pos="231480" algn="l"/>
                <a:tab pos="680760" algn="l"/>
                <a:tab pos="1130040" algn="l"/>
                <a:tab pos="1579319" algn="l"/>
                <a:tab pos="2028600" algn="l"/>
                <a:tab pos="2477880" algn="l"/>
                <a:tab pos="2927159" algn="l"/>
                <a:tab pos="3376440" algn="l"/>
                <a:tab pos="3825719" algn="l"/>
                <a:tab pos="4275000" algn="l"/>
                <a:tab pos="4724280" algn="l"/>
                <a:tab pos="5173560" algn="l"/>
                <a:tab pos="5622840" algn="l"/>
                <a:tab pos="6072120" algn="l"/>
                <a:tab pos="6521400" algn="l"/>
                <a:tab pos="6970680" algn="l"/>
                <a:tab pos="7419960" algn="l"/>
                <a:tab pos="7868880" algn="l"/>
                <a:tab pos="8318160" algn="l"/>
                <a:tab pos="8767440" algn="l"/>
              </a:tabLst>
              <a:defRPr lang="en-GB" sz="26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2pPr>
            <a:lvl3pPr marL="1019160" marR="0" lvl="2" indent="-347760" algn="l" hangingPunct="1">
              <a:lnSpc>
                <a:spcPct val="87000"/>
              </a:lnSpc>
              <a:spcBef>
                <a:spcPts val="550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Char char=""/>
              <a:tabLst>
                <a:tab pos="328320" algn="l"/>
                <a:tab pos="777600" algn="l"/>
                <a:tab pos="1226880" algn="l"/>
                <a:tab pos="1676160" algn="l"/>
                <a:tab pos="2125440" algn="l"/>
                <a:tab pos="2574719" algn="l"/>
                <a:tab pos="3024000" algn="l"/>
                <a:tab pos="3473279" algn="l"/>
                <a:tab pos="3922560" algn="l"/>
                <a:tab pos="4371839" algn="l"/>
                <a:tab pos="4821120" algn="l"/>
                <a:tab pos="5270400" algn="l"/>
                <a:tab pos="5719680" algn="l"/>
                <a:tab pos="6168960" algn="l"/>
                <a:tab pos="6618240" algn="l"/>
                <a:tab pos="7067520" algn="l"/>
                <a:tab pos="7516800" algn="l"/>
                <a:tab pos="7965720" algn="l"/>
                <a:tab pos="8415000" algn="l"/>
                <a:tab pos="8864280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3pPr>
            <a:lvl4pPr marL="1336320" marR="0" lvl="3" indent="-31248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0000"/>
              <a:buFont typeface="Wingdings" pitchFamily="2"/>
              <a:buChar char=""/>
              <a:tabLst>
                <a:tab pos="10800" algn="l"/>
                <a:tab pos="460080" algn="l"/>
                <a:tab pos="909359" algn="l"/>
                <a:tab pos="1358640" algn="l"/>
                <a:tab pos="1807919" algn="l"/>
                <a:tab pos="2257200" algn="l"/>
                <a:tab pos="2706480" algn="l"/>
                <a:tab pos="3155760" algn="l"/>
                <a:tab pos="3605039" algn="l"/>
                <a:tab pos="4054320" algn="l"/>
                <a:tab pos="4503600" algn="l"/>
                <a:tab pos="4952880" algn="l"/>
                <a:tab pos="5402160" algn="l"/>
                <a:tab pos="5851440" algn="l"/>
                <a:tab pos="6300720" algn="l"/>
                <a:tab pos="6750000" algn="l"/>
                <a:tab pos="7199279" algn="l"/>
                <a:tab pos="7648559" algn="l"/>
                <a:tab pos="8097479" algn="l"/>
                <a:tab pos="8546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4pPr>
            <a:lvl5pPr marL="1677960" marR="0" lvl="4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5pPr>
            <a:lvl6pPr marL="1677960" marR="0" lvl="5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6pPr>
            <a:lvl7pPr marL="1677960" marR="0" lvl="6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7pPr>
            <a:lvl8pPr marL="1677960" marR="0" lvl="7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8pPr>
            <a:lvl9pPr marL="1944000" marR="0" lvl="8" indent="-2160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SzPct val="45000"/>
              <a:buFont typeface="StarSymbol"/>
              <a:buChar char="●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9pPr>
          </a:lstStyle>
          <a:p>
            <a:pPr lvl="0">
              <a:spcBef>
                <a:spcPts val="499"/>
              </a:spcBef>
              <a:buNone/>
            </a:pPr>
            <a:r>
              <a:rPr lang="en-GB" sz="2000" dirty="0">
                <a:latin typeface="" pitchFamily="16"/>
              </a:rPr>
              <a:t>Consider the (non-periodic) signal</a:t>
            </a:r>
          </a:p>
          <a:p>
            <a:pPr lvl="0">
              <a:spcBef>
                <a:spcPts val="499"/>
              </a:spcBef>
              <a:buNone/>
            </a:pPr>
            <a:endParaRPr lang="en-GB" sz="2000" dirty="0">
              <a:latin typeface="" pitchFamily="16"/>
            </a:endParaRPr>
          </a:p>
          <a:p>
            <a:pPr lvl="0">
              <a:spcBef>
                <a:spcPts val="499"/>
              </a:spcBef>
              <a:buNone/>
            </a:pPr>
            <a:endParaRPr lang="en-GB" sz="2000" dirty="0">
              <a:latin typeface="" pitchFamily="16"/>
            </a:endParaRPr>
          </a:p>
          <a:p>
            <a:pPr lvl="0">
              <a:spcBef>
                <a:spcPts val="499"/>
              </a:spcBef>
              <a:buNone/>
            </a:pPr>
            <a:r>
              <a:rPr lang="en-GB" sz="2000" dirty="0">
                <a:latin typeface="" pitchFamily="16"/>
              </a:rPr>
              <a:t>Then the Fourier transform is:</a:t>
            </a:r>
          </a:p>
        </p:txBody>
      </p:sp>
      <p:graphicFrame>
        <p:nvGraphicFramePr>
          <p:cNvPr id="4" name="Object 3"/>
          <p:cNvGraphicFramePr/>
          <p:nvPr>
            <p:extLst>
              <p:ext uri="{D42A27DB-BD31-4B8C-83A1-F6EECF244321}">
                <p14:modId xmlns:p14="http://schemas.microsoft.com/office/powerpoint/2010/main" val="1317499814"/>
              </p:ext>
            </p:extLst>
          </p:nvPr>
        </p:nvGraphicFramePr>
        <p:xfrm>
          <a:off x="2133720" y="1516872"/>
          <a:ext cx="2603520" cy="399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3" name="Equation" r:id="rId4" imgW="47548800" imgH="7315200" progId="Equation.3">
                  <p:embed/>
                </p:oleObj>
              </mc:Choice>
              <mc:Fallback>
                <p:oleObj name="Equation" r:id="rId4" imgW="47548800" imgH="7315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33720" y="1516872"/>
                        <a:ext cx="2603520" cy="39996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/>
          <p:nvPr>
            <p:extLst>
              <p:ext uri="{D42A27DB-BD31-4B8C-83A1-F6EECF244321}">
                <p14:modId xmlns:p14="http://schemas.microsoft.com/office/powerpoint/2010/main" val="3709370837"/>
              </p:ext>
            </p:extLst>
          </p:nvPr>
        </p:nvGraphicFramePr>
        <p:xfrm>
          <a:off x="2133720" y="2579896"/>
          <a:ext cx="4070160" cy="2073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4" name="Equation" r:id="rId6" imgW="81280000" imgH="41452800" progId="Equation.3">
                  <p:embed/>
                </p:oleObj>
              </mc:Choice>
              <mc:Fallback>
                <p:oleObj name="Equation" r:id="rId6" imgW="81280000" imgH="41452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33720" y="2579896"/>
                        <a:ext cx="4070160" cy="207324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FourierExp"/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685799" y="4683968"/>
            <a:ext cx="779004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8046000" y="4708440"/>
            <a:ext cx="771480" cy="3988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6800" rIns="90000" bIns="46800" anchor="t" anchorCtr="0" compatLnSpc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48919" algn="l"/>
                <a:tab pos="898199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59" algn="l"/>
                <a:tab pos="4492440" algn="l"/>
                <a:tab pos="4941719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79" algn="l"/>
                <a:tab pos="8535960" algn="l"/>
                <a:tab pos="8985240" algn="l"/>
              </a:tabLst>
            </a:pPr>
            <a:r>
              <a:rPr lang="en-GB" sz="2000" b="0" i="1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Lucida Sans Unicode" pitchFamily="2"/>
                <a:cs typeface="Lucida Sans Unicode" pitchFamily="2"/>
              </a:rPr>
              <a:t>a</a:t>
            </a:r>
            <a:r>
              <a: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Lucida Sans Unicode" pitchFamily="2"/>
                <a:cs typeface="Lucida Sans Unicode" pitchFamily="2"/>
              </a:rPr>
              <a:t> = 1</a:t>
            </a:r>
          </a:p>
        </p:txBody>
      </p:sp>
    </p:spTree>
    <p:extLst>
      <p:ext uri="{BB962C8B-B14F-4D97-AF65-F5344CB8AC3E}">
        <p14:creationId xmlns:p14="http://schemas.microsoft.com/office/powerpoint/2010/main" val="657454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360000" y="374848"/>
            <a:ext cx="8280000" cy="605880"/>
          </a:xfrm>
        </p:spPr>
        <p:txBody>
          <a:bodyPr wrap="square" lIns="90000" tIns="46800" rIns="90000" bIns="46800" anchorCtr="0">
            <a:spAutoFit/>
          </a:bodyPr>
          <a:lstStyle>
            <a:defPPr lvl="0">
              <a:buClr>
                <a:srgbClr val="003399"/>
              </a:buClr>
              <a:buSzPct val="100000"/>
              <a:buFont typeface="Arial" pitchFamily="34"/>
              <a:buNone/>
            </a:defPPr>
            <a:lvl1pPr lvl="0">
              <a:buClr>
                <a:srgbClr val="003399"/>
              </a:buClr>
              <a:buSzPct val="100000"/>
              <a:buFont typeface="Arial" pitchFamily="34"/>
              <a:buChar char="•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GB" sz="3600"/>
              <a:t>Example 2: Single Rectangular Pulse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685799" y="914400"/>
            <a:ext cx="7772400" cy="1818063"/>
          </a:xfrm>
        </p:spPr>
        <p:txBody>
          <a:bodyPr wrap="square" lIns="90000" tIns="46800" rIns="90000" bIns="46800" anchor="t" anchorCtr="0">
            <a:spAutoFit/>
          </a:bodyPr>
          <a:lstStyle>
            <a:defPPr marL="339480" marR="0" lvl="0" indent="-339480" algn="l" hangingPunct="1">
              <a:lnSpc>
                <a:spcPct val="87000"/>
              </a:lnSpc>
              <a:spcBef>
                <a:spcPts val="748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None/>
              <a:tabLst>
                <a:tab pos="109440" algn="l"/>
                <a:tab pos="558720" algn="l"/>
                <a:tab pos="1007999" algn="l"/>
                <a:tab pos="1457280" algn="l"/>
                <a:tab pos="1906560" algn="l"/>
                <a:tab pos="2355840" algn="l"/>
                <a:tab pos="2804760" algn="l"/>
                <a:tab pos="3254040" algn="l"/>
                <a:tab pos="3703319" algn="l"/>
                <a:tab pos="4152600" algn="l"/>
                <a:tab pos="4601880" algn="l"/>
                <a:tab pos="5051160" algn="l"/>
                <a:tab pos="5500440" algn="l"/>
                <a:tab pos="5949720" algn="l"/>
                <a:tab pos="6398999" algn="l"/>
                <a:tab pos="6848280" algn="l"/>
                <a:tab pos="7297560" algn="l"/>
                <a:tab pos="7746840" algn="l"/>
                <a:tab pos="8196120" algn="l"/>
                <a:tab pos="8645400" algn="l"/>
              </a:tabLst>
              <a:defRPr lang="en-GB" sz="3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defPPr>
            <a:lvl1pPr marL="339480" marR="0" lvl="0" indent="-339480" algn="l" hangingPunct="1">
              <a:lnSpc>
                <a:spcPct val="87000"/>
              </a:lnSpc>
              <a:spcBef>
                <a:spcPts val="748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Char char=""/>
              <a:tabLst>
                <a:tab pos="109440" algn="l"/>
                <a:tab pos="558720" algn="l"/>
                <a:tab pos="1007999" algn="l"/>
                <a:tab pos="1457280" algn="l"/>
                <a:tab pos="1906560" algn="l"/>
                <a:tab pos="2355840" algn="l"/>
                <a:tab pos="2804760" algn="l"/>
                <a:tab pos="3254040" algn="l"/>
                <a:tab pos="3703319" algn="l"/>
                <a:tab pos="4152600" algn="l"/>
                <a:tab pos="4601880" algn="l"/>
                <a:tab pos="5051160" algn="l"/>
                <a:tab pos="5500440" algn="l"/>
                <a:tab pos="5949720" algn="l"/>
                <a:tab pos="6398999" algn="l"/>
                <a:tab pos="6848280" algn="l"/>
                <a:tab pos="7297560" algn="l"/>
                <a:tab pos="7746840" algn="l"/>
                <a:tab pos="8196120" algn="l"/>
                <a:tab pos="8645400" algn="l"/>
              </a:tabLst>
              <a:defRPr lang="en-GB" sz="3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1pPr>
            <a:lvl2pPr marL="666720" marR="0" lvl="1" indent="-325440" algn="l" hangingPunct="1">
              <a:lnSpc>
                <a:spcPct val="87000"/>
              </a:lnSpc>
              <a:spcBef>
                <a:spcPts val="649"/>
              </a:spcBef>
              <a:spcAft>
                <a:spcPts val="0"/>
              </a:spcAft>
              <a:buClr>
                <a:srgbClr val="4C6D4E"/>
              </a:buClr>
              <a:buSzPct val="60000"/>
              <a:buFont typeface="Wingdings" pitchFamily="2"/>
              <a:buChar char=""/>
              <a:tabLst>
                <a:tab pos="231480" algn="l"/>
                <a:tab pos="680760" algn="l"/>
                <a:tab pos="1130040" algn="l"/>
                <a:tab pos="1579319" algn="l"/>
                <a:tab pos="2028600" algn="l"/>
                <a:tab pos="2477880" algn="l"/>
                <a:tab pos="2927159" algn="l"/>
                <a:tab pos="3376440" algn="l"/>
                <a:tab pos="3825719" algn="l"/>
                <a:tab pos="4275000" algn="l"/>
                <a:tab pos="4724280" algn="l"/>
                <a:tab pos="5173560" algn="l"/>
                <a:tab pos="5622840" algn="l"/>
                <a:tab pos="6072120" algn="l"/>
                <a:tab pos="6521400" algn="l"/>
                <a:tab pos="6970680" algn="l"/>
                <a:tab pos="7419960" algn="l"/>
                <a:tab pos="7868880" algn="l"/>
                <a:tab pos="8318160" algn="l"/>
                <a:tab pos="8767440" algn="l"/>
              </a:tabLst>
              <a:defRPr lang="en-GB" sz="26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2pPr>
            <a:lvl3pPr marL="1019160" marR="0" lvl="2" indent="-347760" algn="l" hangingPunct="1">
              <a:lnSpc>
                <a:spcPct val="87000"/>
              </a:lnSpc>
              <a:spcBef>
                <a:spcPts val="550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Char char=""/>
              <a:tabLst>
                <a:tab pos="328320" algn="l"/>
                <a:tab pos="777600" algn="l"/>
                <a:tab pos="1226880" algn="l"/>
                <a:tab pos="1676160" algn="l"/>
                <a:tab pos="2125440" algn="l"/>
                <a:tab pos="2574719" algn="l"/>
                <a:tab pos="3024000" algn="l"/>
                <a:tab pos="3473279" algn="l"/>
                <a:tab pos="3922560" algn="l"/>
                <a:tab pos="4371839" algn="l"/>
                <a:tab pos="4821120" algn="l"/>
                <a:tab pos="5270400" algn="l"/>
                <a:tab pos="5719680" algn="l"/>
                <a:tab pos="6168960" algn="l"/>
                <a:tab pos="6618240" algn="l"/>
                <a:tab pos="7067520" algn="l"/>
                <a:tab pos="7516800" algn="l"/>
                <a:tab pos="7965720" algn="l"/>
                <a:tab pos="8415000" algn="l"/>
                <a:tab pos="8864280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3pPr>
            <a:lvl4pPr marL="1336320" marR="0" lvl="3" indent="-31248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0000"/>
              <a:buFont typeface="Wingdings" pitchFamily="2"/>
              <a:buChar char=""/>
              <a:tabLst>
                <a:tab pos="10800" algn="l"/>
                <a:tab pos="460080" algn="l"/>
                <a:tab pos="909359" algn="l"/>
                <a:tab pos="1358640" algn="l"/>
                <a:tab pos="1807919" algn="l"/>
                <a:tab pos="2257200" algn="l"/>
                <a:tab pos="2706480" algn="l"/>
                <a:tab pos="3155760" algn="l"/>
                <a:tab pos="3605039" algn="l"/>
                <a:tab pos="4054320" algn="l"/>
                <a:tab pos="4503600" algn="l"/>
                <a:tab pos="4952880" algn="l"/>
                <a:tab pos="5402160" algn="l"/>
                <a:tab pos="5851440" algn="l"/>
                <a:tab pos="6300720" algn="l"/>
                <a:tab pos="6750000" algn="l"/>
                <a:tab pos="7199279" algn="l"/>
                <a:tab pos="7648559" algn="l"/>
                <a:tab pos="8097479" algn="l"/>
                <a:tab pos="8546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4pPr>
            <a:lvl5pPr marL="1677960" marR="0" lvl="4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5pPr>
            <a:lvl6pPr marL="1677960" marR="0" lvl="5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6pPr>
            <a:lvl7pPr marL="1677960" marR="0" lvl="6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7pPr>
            <a:lvl8pPr marL="1677960" marR="0" lvl="7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8pPr>
            <a:lvl9pPr marL="1944000" marR="0" lvl="8" indent="-2160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SzPct val="45000"/>
              <a:buFont typeface="StarSymbol"/>
              <a:buChar char="●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9pPr>
          </a:lstStyle>
          <a:p>
            <a:pPr lvl="0">
              <a:spcBef>
                <a:spcPts val="598"/>
              </a:spcBef>
              <a:buNone/>
            </a:pPr>
            <a:r>
              <a:rPr lang="en-GB" sz="2000" dirty="0">
                <a:latin typeface="" pitchFamily="16"/>
              </a:rPr>
              <a:t>Consider the non-periodic rectangular pulse at zero</a:t>
            </a:r>
          </a:p>
          <a:p>
            <a:pPr lvl="0">
              <a:spcBef>
                <a:spcPts val="1199"/>
              </a:spcBef>
              <a:buNone/>
            </a:pPr>
            <a:endParaRPr lang="en-GB" sz="2000" dirty="0">
              <a:latin typeface="" pitchFamily="16"/>
            </a:endParaRPr>
          </a:p>
          <a:p>
            <a:pPr lvl="0">
              <a:spcBef>
                <a:spcPts val="598"/>
              </a:spcBef>
              <a:buNone/>
            </a:pPr>
            <a:endParaRPr lang="en-GB" sz="2000" dirty="0">
              <a:latin typeface="" pitchFamily="16"/>
            </a:endParaRPr>
          </a:p>
          <a:p>
            <a:pPr lvl="0">
              <a:spcBef>
                <a:spcPts val="598"/>
              </a:spcBef>
              <a:buNone/>
            </a:pPr>
            <a:endParaRPr lang="en-GB" sz="2000" dirty="0">
              <a:latin typeface="" pitchFamily="16"/>
            </a:endParaRPr>
          </a:p>
          <a:p>
            <a:pPr lvl="0">
              <a:spcBef>
                <a:spcPts val="598"/>
              </a:spcBef>
              <a:buNone/>
            </a:pPr>
            <a:r>
              <a:rPr lang="en-GB" sz="2000" dirty="0">
                <a:latin typeface="" pitchFamily="16"/>
              </a:rPr>
              <a:t>The Fourier transform is:</a:t>
            </a:r>
          </a:p>
        </p:txBody>
      </p:sp>
      <p:graphicFrame>
        <p:nvGraphicFramePr>
          <p:cNvPr id="4" name="Object 3"/>
          <p:cNvGraphicFramePr/>
          <p:nvPr/>
        </p:nvGraphicFramePr>
        <p:xfrm>
          <a:off x="1752479" y="1380959"/>
          <a:ext cx="1951200" cy="8542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7" name="Equation" r:id="rId4" imgW="35356800" imgH="15443200" progId="Equation.3">
                  <p:embed/>
                </p:oleObj>
              </mc:Choice>
              <mc:Fallback>
                <p:oleObj name="Equation" r:id="rId4" imgW="35356800" imgH="15443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52479" y="1380959"/>
                        <a:ext cx="1951200" cy="854279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/>
          <p:nvPr>
            <p:extLst>
              <p:ext uri="{D42A27DB-BD31-4B8C-83A1-F6EECF244321}">
                <p14:modId xmlns:p14="http://schemas.microsoft.com/office/powerpoint/2010/main" val="694994779"/>
              </p:ext>
            </p:extLst>
          </p:nvPr>
        </p:nvGraphicFramePr>
        <p:xfrm>
          <a:off x="1752479" y="2708920"/>
          <a:ext cx="3459240" cy="2094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8" name="Equation" r:id="rId6" imgW="69088000" imgH="41859200" progId="Equation.3">
                  <p:embed/>
                </p:oleObj>
              </mc:Choice>
              <mc:Fallback>
                <p:oleObj name="Equation" r:id="rId6" imgW="69088000" imgH="41859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52479" y="2708920"/>
                        <a:ext cx="3459240" cy="2094119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FourierTStep"/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1371599" y="4992841"/>
            <a:ext cx="6235560" cy="167651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5860440" y="3975120"/>
            <a:ext cx="3009600" cy="3988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6800" rIns="90000" bIns="46800" anchor="t" anchorCtr="0" compatLnSpc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48919" algn="l"/>
                <a:tab pos="898199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59" algn="l"/>
                <a:tab pos="4492440" algn="l"/>
                <a:tab pos="4941719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79" algn="l"/>
                <a:tab pos="8535960" algn="l"/>
                <a:tab pos="8985240" algn="l"/>
              </a:tabLst>
            </a:pPr>
            <a:r>
              <a: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Lucida Sans Unicode" pitchFamily="2"/>
                <a:cs typeface="Lucida Sans Unicode" pitchFamily="2"/>
              </a:rPr>
              <a:t>Note, the values are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0880" y="5109480"/>
            <a:ext cx="866880" cy="4406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6800" rIns="90000" bIns="46800" anchor="t" anchorCtr="0" compatLnSpc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48919" algn="l"/>
                <a:tab pos="898199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59" algn="l"/>
                <a:tab pos="4492440" algn="l"/>
                <a:tab pos="4941719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79" algn="l"/>
                <a:tab pos="8535960" algn="l"/>
                <a:tab pos="8985240" algn="l"/>
              </a:tabLst>
            </a:pPr>
            <a:r>
              <a:rPr lang="en-GB" sz="2000" b="0" i="1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Lucida Sans Unicode" pitchFamily="2"/>
                <a:cs typeface="Lucida Sans Unicode" pitchFamily="2"/>
              </a:rPr>
              <a:t>T</a:t>
            </a:r>
            <a:r>
              <a:rPr lang="en-GB" sz="2000" b="0" i="0" u="none" strike="noStrike" baseline="-25000">
                <a:ln>
                  <a:noFill/>
                </a:ln>
                <a:solidFill>
                  <a:srgbClr val="000000"/>
                </a:solidFill>
                <a:latin typeface="Arial" pitchFamily="34"/>
                <a:ea typeface="Lucida Sans Unicode" pitchFamily="2"/>
                <a:cs typeface="Lucida Sans Unicode" pitchFamily="2"/>
              </a:rPr>
              <a:t>1</a:t>
            </a:r>
            <a:r>
              <a: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Lucida Sans Unicode" pitchFamily="2"/>
                <a:cs typeface="Lucida Sans Unicode" pitchFamily="2"/>
              </a:rPr>
              <a:t> = 1</a:t>
            </a:r>
          </a:p>
        </p:txBody>
      </p:sp>
    </p:spTree>
    <p:extLst>
      <p:ext uri="{BB962C8B-B14F-4D97-AF65-F5344CB8AC3E}">
        <p14:creationId xmlns:p14="http://schemas.microsoft.com/office/powerpoint/2010/main" val="9757718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397800" y="290968"/>
            <a:ext cx="7772400" cy="689760"/>
          </a:xfrm>
        </p:spPr>
        <p:txBody>
          <a:bodyPr wrap="square" lIns="90000" tIns="46800" rIns="90000" bIns="46800" anchorCtr="0">
            <a:spAutoFit/>
          </a:bodyPr>
          <a:lstStyle>
            <a:defPPr lvl="0">
              <a:buClr>
                <a:srgbClr val="003399"/>
              </a:buClr>
              <a:buSzPct val="100000"/>
              <a:buFont typeface="Arial" pitchFamily="34"/>
              <a:buNone/>
            </a:defPPr>
            <a:lvl1pPr lvl="0">
              <a:buClr>
                <a:srgbClr val="003399"/>
              </a:buClr>
              <a:buSzPct val="100000"/>
              <a:buFont typeface="Arial" pitchFamily="34"/>
              <a:buChar char="•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GB" dirty="0"/>
              <a:t>Example 3: Impulse Signal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395536" y="900000"/>
            <a:ext cx="8062663" cy="3550525"/>
          </a:xfrm>
        </p:spPr>
        <p:txBody>
          <a:bodyPr wrap="square" lIns="90000" tIns="46800" rIns="90000" bIns="46800" anchor="t" anchorCtr="0">
            <a:spAutoFit/>
          </a:bodyPr>
          <a:lstStyle>
            <a:defPPr marL="339480" marR="0" lvl="0" indent="-339480" algn="l" hangingPunct="1">
              <a:lnSpc>
                <a:spcPct val="87000"/>
              </a:lnSpc>
              <a:spcBef>
                <a:spcPts val="748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None/>
              <a:tabLst>
                <a:tab pos="109440" algn="l"/>
                <a:tab pos="558720" algn="l"/>
                <a:tab pos="1007999" algn="l"/>
                <a:tab pos="1457280" algn="l"/>
                <a:tab pos="1906560" algn="l"/>
                <a:tab pos="2355840" algn="l"/>
                <a:tab pos="2804760" algn="l"/>
                <a:tab pos="3254040" algn="l"/>
                <a:tab pos="3703319" algn="l"/>
                <a:tab pos="4152600" algn="l"/>
                <a:tab pos="4601880" algn="l"/>
                <a:tab pos="5051160" algn="l"/>
                <a:tab pos="5500440" algn="l"/>
                <a:tab pos="5949720" algn="l"/>
                <a:tab pos="6398999" algn="l"/>
                <a:tab pos="6848280" algn="l"/>
                <a:tab pos="7297560" algn="l"/>
                <a:tab pos="7746840" algn="l"/>
                <a:tab pos="8196120" algn="l"/>
                <a:tab pos="8645400" algn="l"/>
              </a:tabLst>
              <a:defRPr lang="en-GB" sz="3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defPPr>
            <a:lvl1pPr marL="339480" marR="0" lvl="0" indent="-339480" algn="l" hangingPunct="1">
              <a:lnSpc>
                <a:spcPct val="87000"/>
              </a:lnSpc>
              <a:spcBef>
                <a:spcPts val="748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Char char=""/>
              <a:tabLst>
                <a:tab pos="109440" algn="l"/>
                <a:tab pos="558720" algn="l"/>
                <a:tab pos="1007999" algn="l"/>
                <a:tab pos="1457280" algn="l"/>
                <a:tab pos="1906560" algn="l"/>
                <a:tab pos="2355840" algn="l"/>
                <a:tab pos="2804760" algn="l"/>
                <a:tab pos="3254040" algn="l"/>
                <a:tab pos="3703319" algn="l"/>
                <a:tab pos="4152600" algn="l"/>
                <a:tab pos="4601880" algn="l"/>
                <a:tab pos="5051160" algn="l"/>
                <a:tab pos="5500440" algn="l"/>
                <a:tab pos="5949720" algn="l"/>
                <a:tab pos="6398999" algn="l"/>
                <a:tab pos="6848280" algn="l"/>
                <a:tab pos="7297560" algn="l"/>
                <a:tab pos="7746840" algn="l"/>
                <a:tab pos="8196120" algn="l"/>
                <a:tab pos="8645400" algn="l"/>
              </a:tabLst>
              <a:defRPr lang="en-GB" sz="3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1pPr>
            <a:lvl2pPr marL="666720" marR="0" lvl="1" indent="-325440" algn="l" hangingPunct="1">
              <a:lnSpc>
                <a:spcPct val="87000"/>
              </a:lnSpc>
              <a:spcBef>
                <a:spcPts val="649"/>
              </a:spcBef>
              <a:spcAft>
                <a:spcPts val="0"/>
              </a:spcAft>
              <a:buClr>
                <a:srgbClr val="4C6D4E"/>
              </a:buClr>
              <a:buSzPct val="60000"/>
              <a:buFont typeface="Wingdings" pitchFamily="2"/>
              <a:buChar char=""/>
              <a:tabLst>
                <a:tab pos="231480" algn="l"/>
                <a:tab pos="680760" algn="l"/>
                <a:tab pos="1130040" algn="l"/>
                <a:tab pos="1579319" algn="l"/>
                <a:tab pos="2028600" algn="l"/>
                <a:tab pos="2477880" algn="l"/>
                <a:tab pos="2927159" algn="l"/>
                <a:tab pos="3376440" algn="l"/>
                <a:tab pos="3825719" algn="l"/>
                <a:tab pos="4275000" algn="l"/>
                <a:tab pos="4724280" algn="l"/>
                <a:tab pos="5173560" algn="l"/>
                <a:tab pos="5622840" algn="l"/>
                <a:tab pos="6072120" algn="l"/>
                <a:tab pos="6521400" algn="l"/>
                <a:tab pos="6970680" algn="l"/>
                <a:tab pos="7419960" algn="l"/>
                <a:tab pos="7868880" algn="l"/>
                <a:tab pos="8318160" algn="l"/>
                <a:tab pos="8767440" algn="l"/>
              </a:tabLst>
              <a:defRPr lang="en-GB" sz="26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2pPr>
            <a:lvl3pPr marL="1019160" marR="0" lvl="2" indent="-347760" algn="l" hangingPunct="1">
              <a:lnSpc>
                <a:spcPct val="87000"/>
              </a:lnSpc>
              <a:spcBef>
                <a:spcPts val="550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Char char=""/>
              <a:tabLst>
                <a:tab pos="328320" algn="l"/>
                <a:tab pos="777600" algn="l"/>
                <a:tab pos="1226880" algn="l"/>
                <a:tab pos="1676160" algn="l"/>
                <a:tab pos="2125440" algn="l"/>
                <a:tab pos="2574719" algn="l"/>
                <a:tab pos="3024000" algn="l"/>
                <a:tab pos="3473279" algn="l"/>
                <a:tab pos="3922560" algn="l"/>
                <a:tab pos="4371839" algn="l"/>
                <a:tab pos="4821120" algn="l"/>
                <a:tab pos="5270400" algn="l"/>
                <a:tab pos="5719680" algn="l"/>
                <a:tab pos="6168960" algn="l"/>
                <a:tab pos="6618240" algn="l"/>
                <a:tab pos="7067520" algn="l"/>
                <a:tab pos="7516800" algn="l"/>
                <a:tab pos="7965720" algn="l"/>
                <a:tab pos="8415000" algn="l"/>
                <a:tab pos="8864280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3pPr>
            <a:lvl4pPr marL="1336320" marR="0" lvl="3" indent="-31248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0000"/>
              <a:buFont typeface="Wingdings" pitchFamily="2"/>
              <a:buChar char=""/>
              <a:tabLst>
                <a:tab pos="10800" algn="l"/>
                <a:tab pos="460080" algn="l"/>
                <a:tab pos="909359" algn="l"/>
                <a:tab pos="1358640" algn="l"/>
                <a:tab pos="1807919" algn="l"/>
                <a:tab pos="2257200" algn="l"/>
                <a:tab pos="2706480" algn="l"/>
                <a:tab pos="3155760" algn="l"/>
                <a:tab pos="3605039" algn="l"/>
                <a:tab pos="4054320" algn="l"/>
                <a:tab pos="4503600" algn="l"/>
                <a:tab pos="4952880" algn="l"/>
                <a:tab pos="5402160" algn="l"/>
                <a:tab pos="5851440" algn="l"/>
                <a:tab pos="6300720" algn="l"/>
                <a:tab pos="6750000" algn="l"/>
                <a:tab pos="7199279" algn="l"/>
                <a:tab pos="7648559" algn="l"/>
                <a:tab pos="8097479" algn="l"/>
                <a:tab pos="8546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4pPr>
            <a:lvl5pPr marL="1677960" marR="0" lvl="4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5pPr>
            <a:lvl6pPr marL="1677960" marR="0" lvl="5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6pPr>
            <a:lvl7pPr marL="1677960" marR="0" lvl="6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7pPr>
            <a:lvl8pPr marL="1677960" marR="0" lvl="7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8pPr>
            <a:lvl9pPr marL="1944000" marR="0" lvl="8" indent="-2160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SzPct val="45000"/>
              <a:buFont typeface="StarSymbol"/>
              <a:buChar char="●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9pPr>
          </a:lstStyle>
          <a:p>
            <a:pPr marL="0" lvl="0" indent="0">
              <a:spcBef>
                <a:spcPts val="598"/>
              </a:spcBef>
              <a:buNone/>
            </a:pPr>
            <a:r>
              <a:rPr lang="en-GB" sz="2400" dirty="0">
                <a:latin typeface="" pitchFamily="16"/>
              </a:rPr>
              <a:t>The Fourier transform of the impulse signal can be calculated as follows:</a:t>
            </a:r>
          </a:p>
          <a:p>
            <a:pPr marL="0" lvl="0" indent="0">
              <a:spcBef>
                <a:spcPts val="799"/>
              </a:spcBef>
              <a:buNone/>
            </a:pPr>
            <a:endParaRPr lang="en-GB" sz="2400" dirty="0">
              <a:latin typeface="" pitchFamily="16"/>
            </a:endParaRPr>
          </a:p>
          <a:p>
            <a:pPr marL="0" lvl="0" indent="0">
              <a:spcBef>
                <a:spcPts val="799"/>
              </a:spcBef>
              <a:buNone/>
            </a:pPr>
            <a:endParaRPr lang="en-GB" sz="2400" dirty="0">
              <a:latin typeface="" pitchFamily="16"/>
            </a:endParaRPr>
          </a:p>
          <a:p>
            <a:pPr marL="0" lvl="0" indent="0">
              <a:spcBef>
                <a:spcPts val="799"/>
              </a:spcBef>
              <a:buNone/>
            </a:pPr>
            <a:endParaRPr lang="en-GB" sz="2400" dirty="0">
              <a:latin typeface="" pitchFamily="16"/>
            </a:endParaRPr>
          </a:p>
          <a:p>
            <a:pPr marL="0" lvl="0" indent="0">
              <a:spcBef>
                <a:spcPts val="799"/>
              </a:spcBef>
              <a:buNone/>
            </a:pPr>
            <a:endParaRPr lang="en-GB" sz="2400" dirty="0">
              <a:latin typeface="" pitchFamily="16"/>
            </a:endParaRPr>
          </a:p>
          <a:p>
            <a:pPr marL="0" lvl="0" indent="0">
              <a:spcBef>
                <a:spcPts val="598"/>
              </a:spcBef>
              <a:buNone/>
            </a:pPr>
            <a:r>
              <a:rPr lang="en-GB" sz="2400" dirty="0">
                <a:latin typeface="" pitchFamily="16"/>
              </a:rPr>
              <a:t>Therefore, the Fourier transform of the impulse function has a constant contribution for </a:t>
            </a:r>
            <a:r>
              <a:rPr lang="en-GB" sz="2400" b="1" dirty="0">
                <a:latin typeface="" pitchFamily="16"/>
              </a:rPr>
              <a:t>all frequencies</a:t>
            </a:r>
          </a:p>
          <a:p>
            <a:pPr marL="0" lvl="0" indent="0">
              <a:spcBef>
                <a:spcPts val="598"/>
              </a:spcBef>
              <a:buNone/>
            </a:pPr>
            <a:endParaRPr lang="en-GB" sz="2400" b="1" dirty="0">
              <a:latin typeface="" pitchFamily="16"/>
            </a:endParaRPr>
          </a:p>
        </p:txBody>
      </p:sp>
      <p:graphicFrame>
        <p:nvGraphicFramePr>
          <p:cNvPr id="4" name="Object 3"/>
          <p:cNvGraphicFramePr/>
          <p:nvPr/>
        </p:nvGraphicFramePr>
        <p:xfrm>
          <a:off x="1712880" y="1865160"/>
          <a:ext cx="3025800" cy="10256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1" name="Equation" r:id="rId4" imgW="52832000" imgH="17881600" progId="Equation.3">
                  <p:embed/>
                </p:oleObj>
              </mc:Choice>
              <mc:Fallback>
                <p:oleObj name="Equation" r:id="rId4" imgW="52832000" imgH="17881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12880" y="1865160"/>
                        <a:ext cx="3025800" cy="1025639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2720880" y="4402799"/>
            <a:ext cx="3886200" cy="1456201"/>
            <a:chOff x="2720880" y="4402799"/>
            <a:chExt cx="3886200" cy="1456201"/>
          </a:xfrm>
        </p:grpSpPr>
        <p:sp>
          <p:nvSpPr>
            <p:cNvPr id="6" name="Straight Connector 5"/>
            <p:cNvSpPr/>
            <p:nvPr/>
          </p:nvSpPr>
          <p:spPr>
            <a:xfrm>
              <a:off x="2720880" y="5545800"/>
              <a:ext cx="3886200" cy="0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prstDash val="solid"/>
              <a:miter/>
              <a:tailEnd type="arrow"/>
            </a:ln>
          </p:spPr>
          <p:txBody>
            <a:bodyPr vert="horz" wrap="square" lIns="90000" tIns="46800" rIns="90000" bIns="46800" anchor="t" anchorCtr="0" compatLnSpc="0"/>
            <a:lstStyle/>
            <a:p>
              <a:pPr marL="0" marR="0" lvl="0" indent="0" algn="l" rtl="0" hangingPunct="1">
                <a:lnSpc>
                  <a:spcPct val="87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48919" algn="l"/>
                  <a:tab pos="898199" algn="l"/>
                  <a:tab pos="1347480" algn="l"/>
                  <a:tab pos="1796760" algn="l"/>
                  <a:tab pos="2246040" algn="l"/>
                  <a:tab pos="2695320" algn="l"/>
                  <a:tab pos="3144600" algn="l"/>
                  <a:tab pos="3593880" algn="l"/>
                  <a:tab pos="4043159" algn="l"/>
                  <a:tab pos="4492440" algn="l"/>
                  <a:tab pos="4941719" algn="l"/>
                  <a:tab pos="5391000" algn="l"/>
                  <a:tab pos="5840280" algn="l"/>
                  <a:tab pos="6289560" algn="l"/>
                  <a:tab pos="6738840" algn="l"/>
                  <a:tab pos="7188120" algn="l"/>
                  <a:tab pos="7637400" algn="l"/>
                  <a:tab pos="8086679" algn="l"/>
                  <a:tab pos="8535960" algn="l"/>
                  <a:tab pos="8985240" algn="l"/>
                </a:tabLst>
              </a:pPr>
              <a:endParaRPr lang="en-GB" sz="18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Lucida Sans Unicode" pitchFamily="2"/>
                <a:cs typeface="Lucida Sans Unicode" pitchFamily="2"/>
              </a:endParaRPr>
            </a:p>
          </p:txBody>
        </p:sp>
        <p:sp>
          <p:nvSpPr>
            <p:cNvPr id="7" name="Straight Connector 6"/>
            <p:cNvSpPr/>
            <p:nvPr/>
          </p:nvSpPr>
          <p:spPr>
            <a:xfrm flipV="1">
              <a:off x="4625640" y="4402799"/>
              <a:ext cx="0" cy="144792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prstDash val="solid"/>
              <a:miter/>
              <a:tailEnd type="arrow"/>
            </a:ln>
          </p:spPr>
          <p:txBody>
            <a:bodyPr vert="horz" wrap="square" lIns="90000" tIns="46800" rIns="90000" bIns="46800" anchor="t" anchorCtr="0" compatLnSpc="0"/>
            <a:lstStyle/>
            <a:p>
              <a:pPr marL="0" marR="0" lvl="0" indent="0" algn="l" rtl="0" hangingPunct="1">
                <a:lnSpc>
                  <a:spcPct val="87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48919" algn="l"/>
                  <a:tab pos="898199" algn="l"/>
                  <a:tab pos="1347480" algn="l"/>
                  <a:tab pos="1796760" algn="l"/>
                  <a:tab pos="2246040" algn="l"/>
                  <a:tab pos="2695320" algn="l"/>
                  <a:tab pos="3144600" algn="l"/>
                  <a:tab pos="3593880" algn="l"/>
                  <a:tab pos="4043159" algn="l"/>
                  <a:tab pos="4492440" algn="l"/>
                  <a:tab pos="4941719" algn="l"/>
                  <a:tab pos="5391000" algn="l"/>
                  <a:tab pos="5840280" algn="l"/>
                  <a:tab pos="6289560" algn="l"/>
                  <a:tab pos="6738840" algn="l"/>
                  <a:tab pos="7188120" algn="l"/>
                  <a:tab pos="7637400" algn="l"/>
                  <a:tab pos="8086679" algn="l"/>
                  <a:tab pos="8535960" algn="l"/>
                  <a:tab pos="8985240" algn="l"/>
                </a:tabLst>
              </a:pPr>
              <a:endParaRPr lang="en-GB" sz="18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Lucida Sans Unicode" pitchFamily="2"/>
                <a:cs typeface="Lucida Sans Unicode" pitchFamily="2"/>
              </a:endParaRPr>
            </a:p>
          </p:txBody>
        </p:sp>
        <p:sp>
          <p:nvSpPr>
            <p:cNvPr id="8" name="Straight Connector 7"/>
            <p:cNvSpPr/>
            <p:nvPr/>
          </p:nvSpPr>
          <p:spPr>
            <a:xfrm>
              <a:off x="2796840" y="5012640"/>
              <a:ext cx="3657599" cy="0"/>
            </a:xfrm>
            <a:prstGeom prst="line">
              <a:avLst/>
            </a:prstGeom>
            <a:noFill/>
            <a:ln w="19080">
              <a:solidFill>
                <a:srgbClr val="FF0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/>
            <a:lstStyle/>
            <a:p>
              <a:pPr marL="0" marR="0" lvl="0" indent="0" algn="l" rtl="0" hangingPunct="1">
                <a:lnSpc>
                  <a:spcPct val="87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48919" algn="l"/>
                  <a:tab pos="898199" algn="l"/>
                  <a:tab pos="1347480" algn="l"/>
                  <a:tab pos="1796760" algn="l"/>
                  <a:tab pos="2246040" algn="l"/>
                  <a:tab pos="2695320" algn="l"/>
                  <a:tab pos="3144600" algn="l"/>
                  <a:tab pos="3593880" algn="l"/>
                  <a:tab pos="4043159" algn="l"/>
                  <a:tab pos="4492440" algn="l"/>
                  <a:tab pos="4941719" algn="l"/>
                  <a:tab pos="5391000" algn="l"/>
                  <a:tab pos="5840280" algn="l"/>
                  <a:tab pos="6289560" algn="l"/>
                  <a:tab pos="6738840" algn="l"/>
                  <a:tab pos="7188120" algn="l"/>
                  <a:tab pos="7637400" algn="l"/>
                  <a:tab pos="8086679" algn="l"/>
                  <a:tab pos="8535960" algn="l"/>
                  <a:tab pos="8985240" algn="l"/>
                </a:tabLst>
              </a:pPr>
              <a:endParaRPr lang="en-GB" sz="18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Lucida Sans Unicode" pitchFamily="2"/>
                <a:cs typeface="Lucida Sans Unicode" pitchFamily="2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022800" y="5454000"/>
              <a:ext cx="352080" cy="40500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6800" rIns="90000" bIns="46800" anchor="t" anchorCtr="0" compatLnSpc="0">
              <a:sp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48919" algn="l"/>
                  <a:tab pos="898199" algn="l"/>
                  <a:tab pos="1347480" algn="l"/>
                  <a:tab pos="1796760" algn="l"/>
                  <a:tab pos="2246040" algn="l"/>
                  <a:tab pos="2695320" algn="l"/>
                  <a:tab pos="3144600" algn="l"/>
                  <a:tab pos="3593880" algn="l"/>
                  <a:tab pos="4043159" algn="l"/>
                  <a:tab pos="4492440" algn="l"/>
                  <a:tab pos="4941719" algn="l"/>
                  <a:tab pos="5391000" algn="l"/>
                  <a:tab pos="5840280" algn="l"/>
                  <a:tab pos="6289560" algn="l"/>
                  <a:tab pos="6738840" algn="l"/>
                  <a:tab pos="7188120" algn="l"/>
                  <a:tab pos="7637400" algn="l"/>
                  <a:tab pos="8086679" algn="l"/>
                  <a:tab pos="8535960" algn="l"/>
                  <a:tab pos="8985240" algn="l"/>
                </a:tabLst>
              </a:pPr>
              <a:r>
                <a:rPr lang="en-GB" sz="2000" b="0" i="1" u="none" strike="noStrike" baseline="0">
                  <a:ln>
                    <a:noFill/>
                  </a:ln>
                  <a:solidFill>
                    <a:srgbClr val="000000"/>
                  </a:solidFill>
                  <a:latin typeface="Symbol" pitchFamily="18"/>
                  <a:ea typeface="Lucida Sans Unicode" pitchFamily="2"/>
                  <a:cs typeface="Lucida Sans Unicode" pitchFamily="2"/>
                </a:rPr>
                <a:t>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864239" y="4402799"/>
              <a:ext cx="752040" cy="40644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6800" rIns="90000" bIns="46800" anchor="t" anchorCtr="0" compatLnSpc="0">
              <a:sp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48919" algn="l"/>
                  <a:tab pos="898199" algn="l"/>
                  <a:tab pos="1347480" algn="l"/>
                  <a:tab pos="1796760" algn="l"/>
                  <a:tab pos="2246040" algn="l"/>
                  <a:tab pos="2695320" algn="l"/>
                  <a:tab pos="3144600" algn="l"/>
                  <a:tab pos="3593880" algn="l"/>
                  <a:tab pos="4043159" algn="l"/>
                  <a:tab pos="4492440" algn="l"/>
                  <a:tab pos="4941719" algn="l"/>
                  <a:tab pos="5391000" algn="l"/>
                  <a:tab pos="5840280" algn="l"/>
                  <a:tab pos="6289560" algn="l"/>
                  <a:tab pos="6738840" algn="l"/>
                  <a:tab pos="7188120" algn="l"/>
                  <a:tab pos="7637400" algn="l"/>
                  <a:tab pos="8086679" algn="l"/>
                  <a:tab pos="8535960" algn="l"/>
                  <a:tab pos="8985240" algn="l"/>
                </a:tabLst>
              </a:pPr>
              <a:r>
                <a:rPr lang="en-GB" sz="2000" b="0" i="1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Lucida Sans Unicode" pitchFamily="2"/>
                  <a:cs typeface="Lucida Sans Unicode" pitchFamily="2"/>
                </a:rPr>
                <a:t>X</a:t>
              </a:r>
              <a:r>
                <a:rPr lang="en-GB" sz="2000" b="0" i="0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Lucida Sans Unicode" pitchFamily="2"/>
                  <a:cs typeface="Lucida Sans Unicode" pitchFamily="2"/>
                </a:rPr>
                <a:t>(</a:t>
              </a:r>
              <a:r>
                <a:rPr lang="en-GB" sz="2000" b="0" i="1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Lucida Sans Unicode" pitchFamily="2"/>
                  <a:cs typeface="Lucida Sans Unicode" pitchFamily="2"/>
                </a:rPr>
                <a:t>j</a:t>
              </a:r>
              <a:r>
                <a:rPr lang="en-GB" sz="2000" b="0" i="1" u="none" strike="noStrike" baseline="0">
                  <a:ln>
                    <a:noFill/>
                  </a:ln>
                  <a:solidFill>
                    <a:srgbClr val="000000"/>
                  </a:solidFill>
                  <a:latin typeface="Symbol" pitchFamily="18"/>
                  <a:ea typeface="Lucida Sans Unicode" pitchFamily="2"/>
                  <a:cs typeface="Lucida Sans Unicode" pitchFamily="2"/>
                </a:rPr>
                <a:t></a:t>
              </a:r>
              <a:r>
                <a:rPr lang="en-GB" sz="2000" b="0" i="0" u="none" strike="noStrike" baseline="0">
                  <a:ln>
                    <a:noFill/>
                  </a:ln>
                  <a:solidFill>
                    <a:srgbClr val="000000"/>
                  </a:solidFill>
                  <a:latin typeface="Arial" pitchFamily="34"/>
                  <a:ea typeface="Lucida Sans Unicode" pitchFamily="2"/>
                  <a:cs typeface="Lucida Sans Unicode" pitchFamily="2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90685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361799" y="235080"/>
            <a:ext cx="7772400" cy="689760"/>
          </a:xfrm>
        </p:spPr>
        <p:txBody>
          <a:bodyPr wrap="square" lIns="90000" tIns="46800" rIns="90000" bIns="46800" anchorCtr="0">
            <a:spAutoFit/>
          </a:bodyPr>
          <a:lstStyle>
            <a:defPPr lvl="0">
              <a:buClr>
                <a:srgbClr val="003399"/>
              </a:buClr>
              <a:buSzPct val="100000"/>
              <a:buFont typeface="Arial" pitchFamily="34"/>
              <a:buNone/>
            </a:defPPr>
            <a:lvl1pPr lvl="0">
              <a:buClr>
                <a:srgbClr val="003399"/>
              </a:buClr>
              <a:buSzPct val="100000"/>
              <a:buFont typeface="Arial" pitchFamily="34"/>
              <a:buChar char="•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GB"/>
              <a:t>Example 4: Periodic Signals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317520" y="848879"/>
            <a:ext cx="8508960" cy="5713938"/>
          </a:xfrm>
        </p:spPr>
        <p:txBody>
          <a:bodyPr wrap="square" lIns="90000" tIns="46800" rIns="90000" bIns="46800" anchor="t" anchorCtr="0">
            <a:spAutoFit/>
          </a:bodyPr>
          <a:lstStyle>
            <a:defPPr marL="339480" marR="0" lvl="0" indent="-339480" algn="l" hangingPunct="1">
              <a:lnSpc>
                <a:spcPct val="87000"/>
              </a:lnSpc>
              <a:spcBef>
                <a:spcPts val="748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None/>
              <a:tabLst>
                <a:tab pos="109440" algn="l"/>
                <a:tab pos="558720" algn="l"/>
                <a:tab pos="1007999" algn="l"/>
                <a:tab pos="1457280" algn="l"/>
                <a:tab pos="1906560" algn="l"/>
                <a:tab pos="2355840" algn="l"/>
                <a:tab pos="2804760" algn="l"/>
                <a:tab pos="3254040" algn="l"/>
                <a:tab pos="3703319" algn="l"/>
                <a:tab pos="4152600" algn="l"/>
                <a:tab pos="4601880" algn="l"/>
                <a:tab pos="5051160" algn="l"/>
                <a:tab pos="5500440" algn="l"/>
                <a:tab pos="5949720" algn="l"/>
                <a:tab pos="6398999" algn="l"/>
                <a:tab pos="6848280" algn="l"/>
                <a:tab pos="7297560" algn="l"/>
                <a:tab pos="7746840" algn="l"/>
                <a:tab pos="8196120" algn="l"/>
                <a:tab pos="8645400" algn="l"/>
              </a:tabLst>
              <a:defRPr lang="en-GB" sz="3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defPPr>
            <a:lvl1pPr marL="339480" marR="0" lvl="0" indent="-339480" algn="l" hangingPunct="1">
              <a:lnSpc>
                <a:spcPct val="87000"/>
              </a:lnSpc>
              <a:spcBef>
                <a:spcPts val="748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Char char=""/>
              <a:tabLst>
                <a:tab pos="109440" algn="l"/>
                <a:tab pos="558720" algn="l"/>
                <a:tab pos="1007999" algn="l"/>
                <a:tab pos="1457280" algn="l"/>
                <a:tab pos="1906560" algn="l"/>
                <a:tab pos="2355840" algn="l"/>
                <a:tab pos="2804760" algn="l"/>
                <a:tab pos="3254040" algn="l"/>
                <a:tab pos="3703319" algn="l"/>
                <a:tab pos="4152600" algn="l"/>
                <a:tab pos="4601880" algn="l"/>
                <a:tab pos="5051160" algn="l"/>
                <a:tab pos="5500440" algn="l"/>
                <a:tab pos="5949720" algn="l"/>
                <a:tab pos="6398999" algn="l"/>
                <a:tab pos="6848280" algn="l"/>
                <a:tab pos="7297560" algn="l"/>
                <a:tab pos="7746840" algn="l"/>
                <a:tab pos="8196120" algn="l"/>
                <a:tab pos="8645400" algn="l"/>
              </a:tabLst>
              <a:defRPr lang="en-GB" sz="3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1pPr>
            <a:lvl2pPr marL="666720" marR="0" lvl="1" indent="-325440" algn="l" hangingPunct="1">
              <a:lnSpc>
                <a:spcPct val="87000"/>
              </a:lnSpc>
              <a:spcBef>
                <a:spcPts val="649"/>
              </a:spcBef>
              <a:spcAft>
                <a:spcPts val="0"/>
              </a:spcAft>
              <a:buClr>
                <a:srgbClr val="4C6D4E"/>
              </a:buClr>
              <a:buSzPct val="60000"/>
              <a:buFont typeface="Wingdings" pitchFamily="2"/>
              <a:buChar char=""/>
              <a:tabLst>
                <a:tab pos="231480" algn="l"/>
                <a:tab pos="680760" algn="l"/>
                <a:tab pos="1130040" algn="l"/>
                <a:tab pos="1579319" algn="l"/>
                <a:tab pos="2028600" algn="l"/>
                <a:tab pos="2477880" algn="l"/>
                <a:tab pos="2927159" algn="l"/>
                <a:tab pos="3376440" algn="l"/>
                <a:tab pos="3825719" algn="l"/>
                <a:tab pos="4275000" algn="l"/>
                <a:tab pos="4724280" algn="l"/>
                <a:tab pos="5173560" algn="l"/>
                <a:tab pos="5622840" algn="l"/>
                <a:tab pos="6072120" algn="l"/>
                <a:tab pos="6521400" algn="l"/>
                <a:tab pos="6970680" algn="l"/>
                <a:tab pos="7419960" algn="l"/>
                <a:tab pos="7868880" algn="l"/>
                <a:tab pos="8318160" algn="l"/>
                <a:tab pos="8767440" algn="l"/>
              </a:tabLst>
              <a:defRPr lang="en-GB" sz="26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2pPr>
            <a:lvl3pPr marL="1019160" marR="0" lvl="2" indent="-347760" algn="l" hangingPunct="1">
              <a:lnSpc>
                <a:spcPct val="87000"/>
              </a:lnSpc>
              <a:spcBef>
                <a:spcPts val="550"/>
              </a:spcBef>
              <a:spcAft>
                <a:spcPts val="0"/>
              </a:spcAft>
              <a:buClr>
                <a:srgbClr val="009999"/>
              </a:buClr>
              <a:buSzPct val="65000"/>
              <a:buFont typeface="Wingdings" pitchFamily="2"/>
              <a:buChar char=""/>
              <a:tabLst>
                <a:tab pos="328320" algn="l"/>
                <a:tab pos="777600" algn="l"/>
                <a:tab pos="1226880" algn="l"/>
                <a:tab pos="1676160" algn="l"/>
                <a:tab pos="2125440" algn="l"/>
                <a:tab pos="2574719" algn="l"/>
                <a:tab pos="3024000" algn="l"/>
                <a:tab pos="3473279" algn="l"/>
                <a:tab pos="3922560" algn="l"/>
                <a:tab pos="4371839" algn="l"/>
                <a:tab pos="4821120" algn="l"/>
                <a:tab pos="5270400" algn="l"/>
                <a:tab pos="5719680" algn="l"/>
                <a:tab pos="6168960" algn="l"/>
                <a:tab pos="6618240" algn="l"/>
                <a:tab pos="7067520" algn="l"/>
                <a:tab pos="7516800" algn="l"/>
                <a:tab pos="7965720" algn="l"/>
                <a:tab pos="8415000" algn="l"/>
                <a:tab pos="8864280" algn="l"/>
              </a:tabLst>
              <a:defRPr lang="en-GB" sz="22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3pPr>
            <a:lvl4pPr marL="1336320" marR="0" lvl="3" indent="-31248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0000"/>
              <a:buFont typeface="Wingdings" pitchFamily="2"/>
              <a:buChar char=""/>
              <a:tabLst>
                <a:tab pos="10800" algn="l"/>
                <a:tab pos="460080" algn="l"/>
                <a:tab pos="909359" algn="l"/>
                <a:tab pos="1358640" algn="l"/>
                <a:tab pos="1807919" algn="l"/>
                <a:tab pos="2257200" algn="l"/>
                <a:tab pos="2706480" algn="l"/>
                <a:tab pos="3155760" algn="l"/>
                <a:tab pos="3605039" algn="l"/>
                <a:tab pos="4054320" algn="l"/>
                <a:tab pos="4503600" algn="l"/>
                <a:tab pos="4952880" algn="l"/>
                <a:tab pos="5402160" algn="l"/>
                <a:tab pos="5851440" algn="l"/>
                <a:tab pos="6300720" algn="l"/>
                <a:tab pos="6750000" algn="l"/>
                <a:tab pos="7199279" algn="l"/>
                <a:tab pos="7648559" algn="l"/>
                <a:tab pos="8097479" algn="l"/>
                <a:tab pos="8546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4pPr>
            <a:lvl5pPr marL="1677960" marR="0" lvl="4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5pPr>
            <a:lvl6pPr marL="1677960" marR="0" lvl="5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6pPr>
            <a:lvl7pPr marL="1677960" marR="0" lvl="6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7pPr>
            <a:lvl8pPr marL="1677960" marR="0" lvl="7" indent="-3366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Clr>
                <a:srgbClr val="4C6D4E"/>
              </a:buClr>
              <a:buSzPct val="75000"/>
              <a:buFont typeface="Wingdings" pitchFamily="2"/>
              <a:buChar char="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8pPr>
            <a:lvl9pPr marL="1944000" marR="0" lvl="8" indent="-216000" algn="l" hangingPunct="1">
              <a:lnSpc>
                <a:spcPct val="87000"/>
              </a:lnSpc>
              <a:spcBef>
                <a:spcPts val="499"/>
              </a:spcBef>
              <a:spcAft>
                <a:spcPts val="0"/>
              </a:spcAft>
              <a:buSzPct val="45000"/>
              <a:buFont typeface="StarSymbol"/>
              <a:buChar char="●"/>
              <a:tabLst>
                <a:tab pos="118800" algn="l"/>
                <a:tab pos="568080" algn="l"/>
                <a:tab pos="1017359" algn="l"/>
                <a:tab pos="1466640" algn="l"/>
                <a:tab pos="1915919" algn="l"/>
                <a:tab pos="2365200" algn="l"/>
                <a:tab pos="2814480" algn="l"/>
                <a:tab pos="3263760" algn="l"/>
                <a:tab pos="3713040" algn="l"/>
                <a:tab pos="4162320" algn="l"/>
                <a:tab pos="4611600" algn="l"/>
                <a:tab pos="5060880" algn="l"/>
                <a:tab pos="5510160" algn="l"/>
                <a:tab pos="5959440" algn="l"/>
                <a:tab pos="6408720" algn="l"/>
                <a:tab pos="6858000" algn="l"/>
                <a:tab pos="7306920" algn="l"/>
                <a:tab pos="7756199" algn="l"/>
                <a:tab pos="8205480" algn="l"/>
                <a:tab pos="8654760" algn="l"/>
              </a:tabLst>
              <a:defRPr lang="en-GB" sz="2000" b="0" i="0" u="none" strike="noStrike" baseline="0">
                <a:ln>
                  <a:noFill/>
                </a:ln>
                <a:solidFill>
                  <a:srgbClr val="000000"/>
                </a:solidFill>
                <a:latin typeface="Arial" pitchFamily="2"/>
                <a:ea typeface="Lucida Sans Unicode" pitchFamily="2"/>
                <a:cs typeface="Lucida Sans Unicode" pitchFamily="2"/>
              </a:defRPr>
            </a:lvl9pPr>
          </a:lstStyle>
          <a:p>
            <a:pPr lvl="0">
              <a:spcBef>
                <a:spcPts val="499"/>
              </a:spcBef>
              <a:buNone/>
            </a:pPr>
            <a:r>
              <a:rPr lang="en-GB" sz="1800" dirty="0">
                <a:latin typeface="" pitchFamily="16"/>
              </a:rPr>
              <a:t>A periodic signal violates condition 1 of the </a:t>
            </a:r>
            <a:r>
              <a:rPr lang="en-GB" sz="1800" dirty="0" err="1">
                <a:latin typeface="" pitchFamily="16"/>
              </a:rPr>
              <a:t>Dirichlet</a:t>
            </a:r>
            <a:r>
              <a:rPr lang="en-GB" sz="1800" dirty="0">
                <a:latin typeface="" pitchFamily="16"/>
              </a:rPr>
              <a:t> conditions for the Fourier transform to exist</a:t>
            </a:r>
          </a:p>
          <a:p>
            <a:pPr lvl="0">
              <a:spcBef>
                <a:spcPts val="499"/>
              </a:spcBef>
              <a:buNone/>
            </a:pPr>
            <a:r>
              <a:rPr lang="en-GB" sz="1800" dirty="0">
                <a:latin typeface="" pitchFamily="16"/>
              </a:rPr>
              <a:t>However, lets consider a Fourier transform which is a single impulse of area 2</a:t>
            </a:r>
            <a:r>
              <a:rPr lang="en-GB" sz="1800" i="1" dirty="0">
                <a:latin typeface="Symbol" pitchFamily="18"/>
              </a:rPr>
              <a:t></a:t>
            </a:r>
            <a:r>
              <a:rPr lang="en-GB" sz="1800" dirty="0">
                <a:latin typeface="" pitchFamily="16"/>
              </a:rPr>
              <a:t> at a particular (harmonic) frequency </a:t>
            </a:r>
            <a:r>
              <a:rPr lang="en-GB" sz="1800" i="1" dirty="0">
                <a:latin typeface="Symbol" pitchFamily="18"/>
              </a:rPr>
              <a:t></a:t>
            </a:r>
            <a:r>
              <a:rPr lang="en-GB" sz="1800" dirty="0">
                <a:latin typeface="" pitchFamily="16"/>
              </a:rPr>
              <a:t>=</a:t>
            </a:r>
            <a:r>
              <a:rPr lang="en-GB" sz="1800" i="1" dirty="0">
                <a:latin typeface="Symbol" pitchFamily="18"/>
              </a:rPr>
              <a:t></a:t>
            </a:r>
            <a:r>
              <a:rPr lang="en-GB" sz="1800" baseline="-25000" dirty="0">
                <a:latin typeface="" pitchFamily="16"/>
              </a:rPr>
              <a:t>0</a:t>
            </a:r>
            <a:r>
              <a:rPr lang="en-GB" sz="1800" dirty="0">
                <a:latin typeface="" pitchFamily="16"/>
              </a:rPr>
              <a:t>.</a:t>
            </a:r>
          </a:p>
          <a:p>
            <a:pPr lvl="0">
              <a:spcBef>
                <a:spcPts val="499"/>
              </a:spcBef>
              <a:buNone/>
            </a:pPr>
            <a:endParaRPr lang="en-GB" sz="1800" dirty="0">
              <a:latin typeface="" pitchFamily="16"/>
            </a:endParaRPr>
          </a:p>
          <a:p>
            <a:pPr lvl="0">
              <a:spcBef>
                <a:spcPts val="499"/>
              </a:spcBef>
              <a:buNone/>
            </a:pPr>
            <a:endParaRPr lang="en-GB" sz="1800" dirty="0">
              <a:latin typeface="" pitchFamily="16"/>
            </a:endParaRPr>
          </a:p>
          <a:p>
            <a:pPr lvl="0">
              <a:spcBef>
                <a:spcPts val="499"/>
              </a:spcBef>
              <a:buNone/>
            </a:pPr>
            <a:r>
              <a:rPr lang="en-GB" sz="1800" dirty="0">
                <a:latin typeface="" pitchFamily="16"/>
              </a:rPr>
              <a:t>The corresponding signal can be obtained by:</a:t>
            </a:r>
          </a:p>
          <a:p>
            <a:pPr lvl="0">
              <a:spcBef>
                <a:spcPts val="598"/>
              </a:spcBef>
              <a:buNone/>
            </a:pPr>
            <a:endParaRPr lang="en-GB" sz="2000" dirty="0">
              <a:latin typeface="" pitchFamily="16"/>
            </a:endParaRPr>
          </a:p>
          <a:p>
            <a:pPr lvl="0">
              <a:spcBef>
                <a:spcPts val="499"/>
              </a:spcBef>
              <a:buNone/>
            </a:pPr>
            <a:endParaRPr lang="en-GB" sz="1800" dirty="0">
              <a:latin typeface="" pitchFamily="16"/>
            </a:endParaRPr>
          </a:p>
          <a:p>
            <a:pPr lvl="0">
              <a:spcBef>
                <a:spcPts val="499"/>
              </a:spcBef>
              <a:buNone/>
            </a:pPr>
            <a:r>
              <a:rPr lang="en-GB" sz="1800" dirty="0">
                <a:latin typeface="" pitchFamily="16"/>
              </a:rPr>
              <a:t>which is a (complex) sinusoidal signal of frequency </a:t>
            </a:r>
            <a:r>
              <a:rPr lang="en-GB" sz="1800" i="1" dirty="0">
                <a:latin typeface="Symbol" pitchFamily="18"/>
              </a:rPr>
              <a:t></a:t>
            </a:r>
            <a:r>
              <a:rPr lang="en-GB" sz="1800" baseline="-25000" dirty="0">
                <a:latin typeface="" pitchFamily="16"/>
              </a:rPr>
              <a:t>0</a:t>
            </a:r>
            <a:r>
              <a:rPr lang="en-GB" sz="1800" dirty="0">
                <a:latin typeface="" pitchFamily="16"/>
              </a:rPr>
              <a:t>.  More generally, when</a:t>
            </a:r>
          </a:p>
          <a:p>
            <a:pPr lvl="0">
              <a:spcBef>
                <a:spcPts val="697"/>
              </a:spcBef>
              <a:buNone/>
            </a:pPr>
            <a:endParaRPr lang="en-GB" sz="2400" dirty="0">
              <a:latin typeface="" pitchFamily="16"/>
            </a:endParaRPr>
          </a:p>
          <a:p>
            <a:pPr lvl="0">
              <a:spcBef>
                <a:spcPts val="499"/>
              </a:spcBef>
              <a:buNone/>
            </a:pPr>
            <a:endParaRPr lang="en-GB" sz="1800" dirty="0">
              <a:latin typeface="" pitchFamily="16"/>
            </a:endParaRPr>
          </a:p>
          <a:p>
            <a:pPr lvl="0">
              <a:spcBef>
                <a:spcPts val="499"/>
              </a:spcBef>
              <a:buNone/>
            </a:pPr>
            <a:endParaRPr lang="en-GB" sz="1800" dirty="0">
              <a:latin typeface="" pitchFamily="16"/>
            </a:endParaRPr>
          </a:p>
          <a:p>
            <a:pPr lvl="0">
              <a:spcBef>
                <a:spcPts val="499"/>
              </a:spcBef>
              <a:buNone/>
            </a:pPr>
            <a:r>
              <a:rPr lang="en-GB" sz="1800" dirty="0">
                <a:latin typeface="" pitchFamily="16"/>
              </a:rPr>
              <a:t>Then the corresponding (periodic) signal is</a:t>
            </a:r>
          </a:p>
          <a:p>
            <a:pPr lvl="0">
              <a:spcBef>
                <a:spcPts val="899"/>
              </a:spcBef>
              <a:buNone/>
            </a:pPr>
            <a:endParaRPr lang="en-GB" sz="3200" dirty="0">
              <a:latin typeface="" pitchFamily="16"/>
            </a:endParaRPr>
          </a:p>
          <a:p>
            <a:pPr lvl="0">
              <a:spcBef>
                <a:spcPts val="499"/>
              </a:spcBef>
              <a:buNone/>
            </a:pPr>
            <a:endParaRPr lang="en-GB" sz="1800" dirty="0">
              <a:latin typeface="" pitchFamily="16"/>
            </a:endParaRPr>
          </a:p>
          <a:p>
            <a:pPr lvl="0">
              <a:spcBef>
                <a:spcPts val="499"/>
              </a:spcBef>
              <a:buNone/>
            </a:pPr>
            <a:r>
              <a:rPr lang="en-GB" sz="1800" dirty="0">
                <a:latin typeface="" pitchFamily="16"/>
              </a:rPr>
              <a:t>The Fourier transform of a periodic signal is a train of impulses at the harmonic frequencies with amplitude 2</a:t>
            </a:r>
            <a:r>
              <a:rPr lang="en-GB" sz="1800" i="1" dirty="0">
                <a:latin typeface="Symbol" pitchFamily="18"/>
              </a:rPr>
              <a:t></a:t>
            </a:r>
            <a:r>
              <a:rPr lang="en-GB" sz="1800" i="1" dirty="0">
                <a:latin typeface="" pitchFamily="16"/>
              </a:rPr>
              <a:t>a</a:t>
            </a:r>
            <a:r>
              <a:rPr lang="en-GB" sz="1800" i="1" baseline="-25000" dirty="0">
                <a:latin typeface="" pitchFamily="16"/>
              </a:rPr>
              <a:t>k</a:t>
            </a:r>
          </a:p>
        </p:txBody>
      </p:sp>
      <p:graphicFrame>
        <p:nvGraphicFramePr>
          <p:cNvPr id="4" name="Object 3"/>
          <p:cNvGraphicFramePr/>
          <p:nvPr>
            <p:extLst>
              <p:ext uri="{D42A27DB-BD31-4B8C-83A1-F6EECF244321}">
                <p14:modId xmlns:p14="http://schemas.microsoft.com/office/powerpoint/2010/main" val="2516928944"/>
              </p:ext>
            </p:extLst>
          </p:nvPr>
        </p:nvGraphicFramePr>
        <p:xfrm>
          <a:off x="1600200" y="2852936"/>
          <a:ext cx="4268880" cy="60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5" name="Equation" r:id="rId4" imgW="74777600" imgH="10566400" progId="Equation.3">
                  <p:embed/>
                </p:oleObj>
              </mc:Choice>
              <mc:Fallback>
                <p:oleObj name="Equation" r:id="rId4" imgW="74777600" imgH="10566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00200" y="2852936"/>
                        <a:ext cx="4268880" cy="60300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/>
          <p:nvPr>
            <p:extLst>
              <p:ext uri="{D42A27DB-BD31-4B8C-83A1-F6EECF244321}">
                <p14:modId xmlns:p14="http://schemas.microsoft.com/office/powerpoint/2010/main" val="3504606250"/>
              </p:ext>
            </p:extLst>
          </p:nvPr>
        </p:nvGraphicFramePr>
        <p:xfrm>
          <a:off x="1600200" y="2060848"/>
          <a:ext cx="2505240" cy="4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6" name="Equation" r:id="rId6" imgW="43891200" imgH="7315200" progId="Equation.3">
                  <p:embed/>
                </p:oleObj>
              </mc:Choice>
              <mc:Fallback>
                <p:oleObj name="Equation" r:id="rId6" imgW="43891200" imgH="7315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00200" y="2060848"/>
                        <a:ext cx="2505240" cy="41760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/>
          <p:nvPr>
            <p:extLst>
              <p:ext uri="{D42A27DB-BD31-4B8C-83A1-F6EECF244321}">
                <p14:modId xmlns:p14="http://schemas.microsoft.com/office/powerpoint/2010/main" val="1402786659"/>
              </p:ext>
            </p:extLst>
          </p:nvPr>
        </p:nvGraphicFramePr>
        <p:xfrm>
          <a:off x="1589792" y="3861048"/>
          <a:ext cx="3270240" cy="787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7" name="Equation" r:id="rId8" imgW="57302400" imgH="13817600" progId="Equation.3">
                  <p:embed/>
                </p:oleObj>
              </mc:Choice>
              <mc:Fallback>
                <p:oleObj name="Equation" r:id="rId8" imgW="57302400" imgH="13817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9792" y="3861048"/>
                        <a:ext cx="3270240" cy="78732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/>
          <p:nvPr>
            <p:extLst>
              <p:ext uri="{D42A27DB-BD31-4B8C-83A1-F6EECF244321}">
                <p14:modId xmlns:p14="http://schemas.microsoft.com/office/powerpoint/2010/main" val="997523932"/>
              </p:ext>
            </p:extLst>
          </p:nvPr>
        </p:nvGraphicFramePr>
        <p:xfrm>
          <a:off x="1600200" y="5161960"/>
          <a:ext cx="1971720" cy="787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8" name="Equation" r:id="rId10" imgW="34544000" imgH="13817600" progId="Equation.3">
                  <p:embed/>
                </p:oleObj>
              </mc:Choice>
              <mc:Fallback>
                <p:oleObj name="Equation" r:id="rId10" imgW="34544000" imgH="13817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600200" y="5161960"/>
                        <a:ext cx="1971720" cy="78732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0000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57993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772400" cy="762000"/>
          </a:xfrm>
        </p:spPr>
        <p:txBody>
          <a:bodyPr/>
          <a:lstStyle/>
          <a:p>
            <a:r>
              <a:rPr lang="en-US" altLang="en-US"/>
              <a:t>Negative Frequency</a:t>
            </a:r>
          </a:p>
        </p:txBody>
      </p:sp>
      <p:sp>
        <p:nvSpPr>
          <p:cNvPr id="200709" name="Text Box 5"/>
          <p:cNvSpPr txBox="1">
            <a:spLocks noChangeArrowheads="1"/>
          </p:cNvSpPr>
          <p:nvPr/>
        </p:nvSpPr>
        <p:spPr bwMode="auto">
          <a:xfrm>
            <a:off x="1066800" y="1066800"/>
            <a:ext cx="69786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This signal is obviously a sinusoid.  How is it described</a:t>
            </a:r>
          </a:p>
          <a:p>
            <a:r>
              <a:rPr lang="en-US" altLang="en-US"/>
              <a:t>mathematically?</a:t>
            </a:r>
          </a:p>
        </p:txBody>
      </p:sp>
      <p:sp>
        <p:nvSpPr>
          <p:cNvPr id="200710" name="Text Box 6"/>
          <p:cNvSpPr txBox="1">
            <a:spLocks noChangeArrowheads="1"/>
          </p:cNvSpPr>
          <p:nvPr/>
        </p:nvSpPr>
        <p:spPr bwMode="auto">
          <a:xfrm>
            <a:off x="1143000" y="3581400"/>
            <a:ext cx="3109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It could be described by</a:t>
            </a:r>
          </a:p>
        </p:txBody>
      </p:sp>
      <p:graphicFrame>
        <p:nvGraphicFramePr>
          <p:cNvPr id="200711" name="Object 7"/>
          <p:cNvGraphicFramePr>
            <a:graphicFrameLocks noChangeAspect="1"/>
          </p:cNvGraphicFramePr>
          <p:nvPr/>
        </p:nvGraphicFramePr>
        <p:xfrm>
          <a:off x="2597150" y="4114800"/>
          <a:ext cx="3949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3" name="Equation" r:id="rId3" imgW="3949700" imgH="825500" progId="Equation.DSMT36">
                  <p:embed/>
                </p:oleObj>
              </mc:Choice>
              <mc:Fallback>
                <p:oleObj name="Equation" r:id="rId3" imgW="3949700" imgH="825500" progId="Equation.DSMT3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7150" y="4114800"/>
                        <a:ext cx="39497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0712" name="Text Box 8"/>
          <p:cNvSpPr txBox="1">
            <a:spLocks noChangeArrowheads="1"/>
          </p:cNvSpPr>
          <p:nvPr/>
        </p:nvSpPr>
        <p:spPr bwMode="auto">
          <a:xfrm>
            <a:off x="1127125" y="5013325"/>
            <a:ext cx="4175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But it could also be described by</a:t>
            </a:r>
          </a:p>
        </p:txBody>
      </p:sp>
      <p:graphicFrame>
        <p:nvGraphicFramePr>
          <p:cNvPr id="200713" name="Object 9"/>
          <p:cNvGraphicFramePr>
            <a:graphicFrameLocks noChangeAspect="1"/>
          </p:cNvGraphicFramePr>
          <p:nvPr/>
        </p:nvGraphicFramePr>
        <p:xfrm>
          <a:off x="3200400" y="5600700"/>
          <a:ext cx="2743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4" name="Equation" r:id="rId5" imgW="2743200" imgH="419100" progId="Equation.DSMT36">
                  <p:embed/>
                </p:oleObj>
              </mc:Choice>
              <mc:Fallback>
                <p:oleObj name="Equation" r:id="rId5" imgW="2743200" imgH="419100" progId="Equation.DSMT3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5600700"/>
                        <a:ext cx="2743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0718" name="Group 14"/>
          <p:cNvGrpSpPr>
            <a:grpSpLocks/>
          </p:cNvGrpSpPr>
          <p:nvPr/>
        </p:nvGrpSpPr>
        <p:grpSpPr bwMode="auto">
          <a:xfrm>
            <a:off x="3546475" y="1600200"/>
            <a:ext cx="3463925" cy="2049463"/>
            <a:chOff x="2234" y="1008"/>
            <a:chExt cx="2182" cy="1291"/>
          </a:xfrm>
        </p:grpSpPr>
        <p:pic>
          <p:nvPicPr>
            <p:cNvPr id="200708" name="Picture 4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34" y="1008"/>
              <a:ext cx="2182" cy="1291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0714" name="Line 10"/>
            <p:cNvSpPr>
              <a:spLocks noChangeShapeType="1"/>
            </p:cNvSpPr>
            <p:nvPr/>
          </p:nvSpPr>
          <p:spPr bwMode="auto">
            <a:xfrm>
              <a:off x="3648" y="2104"/>
              <a:ext cx="0" cy="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0717" name="Line 13"/>
            <p:cNvSpPr>
              <a:spLocks noChangeShapeType="1"/>
            </p:cNvSpPr>
            <p:nvPr/>
          </p:nvSpPr>
          <p:spPr bwMode="auto">
            <a:xfrm>
              <a:off x="2752" y="2104"/>
              <a:ext cx="0" cy="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80619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Negative Frequency</a:t>
            </a:r>
          </a:p>
        </p:txBody>
      </p:sp>
      <p:sp>
        <p:nvSpPr>
          <p:cNvPr id="201733" name="Text Box 5"/>
          <p:cNvSpPr txBox="1">
            <a:spLocks noChangeArrowheads="1"/>
          </p:cNvSpPr>
          <p:nvPr/>
        </p:nvSpPr>
        <p:spPr bwMode="auto">
          <a:xfrm>
            <a:off x="914400" y="1403350"/>
            <a:ext cx="3930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x(</a:t>
            </a:r>
            <a:r>
              <a:rPr lang="en-US" altLang="en-US" i="1"/>
              <a:t>t</a:t>
            </a:r>
            <a:r>
              <a:rPr lang="en-US" altLang="en-US"/>
              <a:t>) could also be described by</a:t>
            </a:r>
          </a:p>
        </p:txBody>
      </p:sp>
      <p:graphicFrame>
        <p:nvGraphicFramePr>
          <p:cNvPr id="201734" name="Object 6"/>
          <p:cNvGraphicFramePr>
            <a:graphicFrameLocks noChangeAspect="1"/>
          </p:cNvGraphicFramePr>
          <p:nvPr/>
        </p:nvGraphicFramePr>
        <p:xfrm>
          <a:off x="990600" y="3727450"/>
          <a:ext cx="646588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7" name="Equation" r:id="rId3" imgW="6464300" imgH="419100" progId="Equation.DSMT36">
                  <p:embed/>
                </p:oleObj>
              </mc:Choice>
              <mc:Fallback>
                <p:oleObj name="Equation" r:id="rId3" imgW="6464300" imgH="419100" progId="Equation.DSMT3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727450"/>
                        <a:ext cx="6465888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35" name="Object 7"/>
          <p:cNvGraphicFramePr>
            <a:graphicFrameLocks noChangeAspect="1"/>
          </p:cNvGraphicFramePr>
          <p:nvPr/>
        </p:nvGraphicFramePr>
        <p:xfrm>
          <a:off x="990600" y="2470150"/>
          <a:ext cx="2743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8" name="Equation" r:id="rId5" imgW="2743200" imgH="723900" progId="Equation.DSMT36">
                  <p:embed/>
                </p:oleObj>
              </mc:Choice>
              <mc:Fallback>
                <p:oleObj name="Equation" r:id="rId5" imgW="2743200" imgH="723900" progId="Equation.DSMT3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470150"/>
                        <a:ext cx="27432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736" name="Text Box 8"/>
          <p:cNvSpPr txBox="1">
            <a:spLocks noChangeArrowheads="1"/>
          </p:cNvSpPr>
          <p:nvPr/>
        </p:nvSpPr>
        <p:spPr bwMode="auto">
          <a:xfrm>
            <a:off x="898525" y="4527550"/>
            <a:ext cx="783272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and probably in a few other different-looking ways.  So who is</a:t>
            </a:r>
          </a:p>
          <a:p>
            <a:r>
              <a:rPr lang="en-US" altLang="en-US"/>
              <a:t>to say whether the frequency is positive or negative?  For the</a:t>
            </a:r>
          </a:p>
          <a:p>
            <a:r>
              <a:rPr lang="en-US" altLang="en-US"/>
              <a:t>purposes of signal analysis, it does not matter.</a:t>
            </a:r>
          </a:p>
        </p:txBody>
      </p:sp>
      <p:grpSp>
        <p:nvGrpSpPr>
          <p:cNvPr id="201738" name="Group 10"/>
          <p:cNvGrpSpPr>
            <a:grpSpLocks/>
          </p:cNvGrpSpPr>
          <p:nvPr/>
        </p:nvGrpSpPr>
        <p:grpSpPr bwMode="auto">
          <a:xfrm>
            <a:off x="5222875" y="1219200"/>
            <a:ext cx="3463925" cy="2049463"/>
            <a:chOff x="2234" y="1008"/>
            <a:chExt cx="2182" cy="1291"/>
          </a:xfrm>
        </p:grpSpPr>
        <p:pic>
          <p:nvPicPr>
            <p:cNvPr id="201739" name="Picture 11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34" y="1008"/>
              <a:ext cx="2182" cy="1291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1740" name="Line 12"/>
            <p:cNvSpPr>
              <a:spLocks noChangeShapeType="1"/>
            </p:cNvSpPr>
            <p:nvPr/>
          </p:nvSpPr>
          <p:spPr bwMode="auto">
            <a:xfrm>
              <a:off x="3648" y="2104"/>
              <a:ext cx="0" cy="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1741" name="Line 13"/>
            <p:cNvSpPr>
              <a:spLocks noChangeShapeType="1"/>
            </p:cNvSpPr>
            <p:nvPr/>
          </p:nvSpPr>
          <p:spPr bwMode="auto">
            <a:xfrm>
              <a:off x="2752" y="2104"/>
              <a:ext cx="0" cy="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1742" name="Text Box 14"/>
          <p:cNvSpPr txBox="1">
            <a:spLocks noChangeArrowheads="1"/>
          </p:cNvSpPr>
          <p:nvPr/>
        </p:nvSpPr>
        <p:spPr bwMode="auto">
          <a:xfrm>
            <a:off x="911225" y="3184525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21605019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CTFT Properties</a:t>
            </a:r>
          </a:p>
        </p:txBody>
      </p:sp>
      <p:grpSp>
        <p:nvGrpSpPr>
          <p:cNvPr id="202772" name="Group 20"/>
          <p:cNvGrpSpPr>
            <a:grpSpLocks/>
          </p:cNvGrpSpPr>
          <p:nvPr/>
        </p:nvGrpSpPr>
        <p:grpSpPr bwMode="auto">
          <a:xfrm>
            <a:off x="762000" y="1143000"/>
            <a:ext cx="7259638" cy="914400"/>
            <a:chOff x="480" y="720"/>
            <a:chExt cx="4573" cy="576"/>
          </a:xfrm>
        </p:grpSpPr>
        <p:sp>
          <p:nvSpPr>
            <p:cNvPr id="202756" name="Text Box 4"/>
            <p:cNvSpPr txBox="1">
              <a:spLocks noChangeArrowheads="1"/>
            </p:cNvSpPr>
            <p:nvPr/>
          </p:nvSpPr>
          <p:spPr bwMode="auto">
            <a:xfrm>
              <a:off x="480" y="720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If</a:t>
              </a:r>
            </a:p>
          </p:txBody>
        </p:sp>
        <p:graphicFrame>
          <p:nvGraphicFramePr>
            <p:cNvPr id="202757" name="Object 5"/>
            <p:cNvGraphicFramePr>
              <a:graphicFrameLocks noChangeAspect="1"/>
            </p:cNvGraphicFramePr>
            <p:nvPr/>
          </p:nvGraphicFramePr>
          <p:xfrm>
            <a:off x="708" y="744"/>
            <a:ext cx="4345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92" name="Equation" r:id="rId3" imgW="6896100" imgH="393700" progId="Equation.DSMT36">
                    <p:embed/>
                  </p:oleObj>
                </mc:Choice>
                <mc:Fallback>
                  <p:oleObj name="Equation" r:id="rId3" imgW="6896100" imgH="3937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8" y="744"/>
                          <a:ext cx="4345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2758" name="Text Box 6"/>
            <p:cNvSpPr txBox="1">
              <a:spLocks noChangeArrowheads="1"/>
            </p:cNvSpPr>
            <p:nvPr/>
          </p:nvSpPr>
          <p:spPr bwMode="auto">
            <a:xfrm>
              <a:off x="480" y="1008"/>
              <a:ext cx="35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then the following properties can be proven.</a:t>
              </a:r>
            </a:p>
          </p:txBody>
        </p:sp>
      </p:grpSp>
      <p:grpSp>
        <p:nvGrpSpPr>
          <p:cNvPr id="202769" name="Group 17"/>
          <p:cNvGrpSpPr>
            <a:grpSpLocks/>
          </p:cNvGrpSpPr>
          <p:nvPr/>
        </p:nvGrpSpPr>
        <p:grpSpPr bwMode="auto">
          <a:xfrm>
            <a:off x="762000" y="2362200"/>
            <a:ext cx="7924800" cy="914400"/>
            <a:chOff x="480" y="1488"/>
            <a:chExt cx="4992" cy="576"/>
          </a:xfrm>
        </p:grpSpPr>
        <p:sp>
          <p:nvSpPr>
            <p:cNvPr id="202759" name="Text Box 7"/>
            <p:cNvSpPr txBox="1">
              <a:spLocks noChangeArrowheads="1"/>
            </p:cNvSpPr>
            <p:nvPr/>
          </p:nvSpPr>
          <p:spPr bwMode="auto">
            <a:xfrm>
              <a:off x="480" y="1584"/>
              <a:ext cx="8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Linearity</a:t>
              </a:r>
            </a:p>
          </p:txBody>
        </p:sp>
        <p:graphicFrame>
          <p:nvGraphicFramePr>
            <p:cNvPr id="202760" name="Object 8"/>
            <p:cNvGraphicFramePr>
              <a:graphicFrameLocks noChangeAspect="1"/>
            </p:cNvGraphicFramePr>
            <p:nvPr/>
          </p:nvGraphicFramePr>
          <p:xfrm>
            <a:off x="2448" y="1488"/>
            <a:ext cx="280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93" name="Equation" r:id="rId5" imgW="4445000" imgH="381000" progId="Equation.DSMT36">
                    <p:embed/>
                  </p:oleObj>
                </mc:Choice>
                <mc:Fallback>
                  <p:oleObj name="Equation" r:id="rId5" imgW="4445000" imgH="3810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1488"/>
                          <a:ext cx="280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2762" name="Object 10"/>
            <p:cNvGraphicFramePr>
              <a:graphicFrameLocks noChangeAspect="1"/>
            </p:cNvGraphicFramePr>
            <p:nvPr/>
          </p:nvGraphicFramePr>
          <p:xfrm>
            <a:off x="2440" y="1824"/>
            <a:ext cx="303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94" name="Equation" r:id="rId7" imgW="4813300" imgH="381000" progId="Equation.DSMT36">
                    <p:embed/>
                  </p:oleObj>
                </mc:Choice>
                <mc:Fallback>
                  <p:oleObj name="Equation" r:id="rId7" imgW="4813300" imgH="3810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0" y="1824"/>
                          <a:ext cx="303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02773" name="Picture 2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463" y="3371850"/>
            <a:ext cx="5767387" cy="283368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10620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437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8150" y="904875"/>
            <a:ext cx="5988050" cy="527843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1428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0" y="290736"/>
            <a:ext cx="7772400" cy="762000"/>
          </a:xfrm>
          <a:noFill/>
          <a:ln/>
        </p:spPr>
        <p:txBody>
          <a:bodyPr/>
          <a:lstStyle/>
          <a:p>
            <a:r>
              <a:rPr lang="en-US" altLang="en-US" dirty="0"/>
              <a:t>CTFT Properties</a:t>
            </a:r>
          </a:p>
        </p:txBody>
      </p:sp>
      <p:sp>
        <p:nvSpPr>
          <p:cNvPr id="231430" name="Text Box 6"/>
          <p:cNvSpPr txBox="1">
            <a:spLocks noChangeArrowheads="1"/>
          </p:cNvSpPr>
          <p:nvPr/>
        </p:nvSpPr>
        <p:spPr bwMode="auto">
          <a:xfrm>
            <a:off x="889000" y="2451100"/>
            <a:ext cx="1882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Time Shifting</a:t>
            </a:r>
          </a:p>
        </p:txBody>
      </p:sp>
      <p:grpSp>
        <p:nvGrpSpPr>
          <p:cNvPr id="231438" name="Group 14"/>
          <p:cNvGrpSpPr>
            <a:grpSpLocks/>
          </p:cNvGrpSpPr>
          <p:nvPr/>
        </p:nvGrpSpPr>
        <p:grpSpPr bwMode="auto">
          <a:xfrm>
            <a:off x="381000" y="3200400"/>
            <a:ext cx="3200400" cy="977900"/>
            <a:chOff x="304" y="1440"/>
            <a:chExt cx="2016" cy="616"/>
          </a:xfrm>
        </p:grpSpPr>
        <p:graphicFrame>
          <p:nvGraphicFramePr>
            <p:cNvPr id="231431" name="Object 7"/>
            <p:cNvGraphicFramePr>
              <a:graphicFrameLocks noChangeAspect="1"/>
            </p:cNvGraphicFramePr>
            <p:nvPr/>
          </p:nvGraphicFramePr>
          <p:xfrm>
            <a:off x="312" y="1440"/>
            <a:ext cx="1992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01" name="Equation" r:id="rId4" imgW="3162300" imgH="406400" progId="Equation.DSMT36">
                    <p:embed/>
                  </p:oleObj>
                </mc:Choice>
                <mc:Fallback>
                  <p:oleObj name="Equation" r:id="rId4" imgW="3162300" imgH="4064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" y="1440"/>
                          <a:ext cx="1992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1432" name="Object 8"/>
            <p:cNvGraphicFramePr>
              <a:graphicFrameLocks noChangeAspect="1"/>
            </p:cNvGraphicFramePr>
            <p:nvPr/>
          </p:nvGraphicFramePr>
          <p:xfrm>
            <a:off x="304" y="1800"/>
            <a:ext cx="2016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02" name="Equation" r:id="rId6" imgW="3200400" imgH="406400" progId="Equation.DSMT36">
                    <p:embed/>
                  </p:oleObj>
                </mc:Choice>
                <mc:Fallback>
                  <p:oleObj name="Equation" r:id="rId6" imgW="3200400" imgH="4064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" y="1800"/>
                          <a:ext cx="2016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6598588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457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9050" y="641350"/>
            <a:ext cx="5054600" cy="55721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2452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CTFT Properties</a:t>
            </a:r>
          </a:p>
        </p:txBody>
      </p:sp>
      <p:graphicFrame>
        <p:nvGraphicFramePr>
          <p:cNvPr id="232454" name="Object 6"/>
          <p:cNvGraphicFramePr>
            <a:graphicFrameLocks noChangeAspect="1"/>
          </p:cNvGraphicFramePr>
          <p:nvPr/>
        </p:nvGraphicFramePr>
        <p:xfrm>
          <a:off x="203200" y="2895600"/>
          <a:ext cx="3251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5" name="Equation" r:id="rId4" imgW="3251200" imgH="406400" progId="Equation.DSMT36">
                  <p:embed/>
                </p:oleObj>
              </mc:Choice>
              <mc:Fallback>
                <p:oleObj name="Equation" r:id="rId4" imgW="3251200" imgH="406400" progId="Equation.DSMT3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" y="2895600"/>
                        <a:ext cx="3251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455" name="Text Box 7"/>
          <p:cNvSpPr txBox="1">
            <a:spLocks noChangeArrowheads="1"/>
          </p:cNvSpPr>
          <p:nvPr/>
        </p:nvSpPr>
        <p:spPr bwMode="auto">
          <a:xfrm>
            <a:off x="622300" y="2146300"/>
            <a:ext cx="2527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Frequency Shifting</a:t>
            </a:r>
          </a:p>
        </p:txBody>
      </p:sp>
      <p:graphicFrame>
        <p:nvGraphicFramePr>
          <p:cNvPr id="232456" name="Object 8"/>
          <p:cNvGraphicFramePr>
            <a:graphicFrameLocks noChangeAspect="1"/>
          </p:cNvGraphicFramePr>
          <p:nvPr/>
        </p:nvGraphicFramePr>
        <p:xfrm>
          <a:off x="228600" y="3505200"/>
          <a:ext cx="3225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6" name="Equation" r:id="rId6" imgW="3225800" imgH="406400" progId="Equation.DSMT36">
                  <p:embed/>
                </p:oleObj>
              </mc:Choice>
              <mc:Fallback>
                <p:oleObj name="Equation" r:id="rId6" imgW="3225800" imgH="406400" progId="Equation.DSMT3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505200"/>
                        <a:ext cx="3225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063882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CTFT Properties</a:t>
            </a:r>
          </a:p>
        </p:txBody>
      </p:sp>
      <p:grpSp>
        <p:nvGrpSpPr>
          <p:cNvPr id="203786" name="Group 10"/>
          <p:cNvGrpSpPr>
            <a:grpSpLocks/>
          </p:cNvGrpSpPr>
          <p:nvPr/>
        </p:nvGrpSpPr>
        <p:grpSpPr bwMode="auto">
          <a:xfrm>
            <a:off x="1406525" y="1282700"/>
            <a:ext cx="6340475" cy="1612900"/>
            <a:chOff x="806" y="904"/>
            <a:chExt cx="3994" cy="1016"/>
          </a:xfrm>
        </p:grpSpPr>
        <p:sp>
          <p:nvSpPr>
            <p:cNvPr id="203780" name="Text Box 4"/>
            <p:cNvSpPr txBox="1">
              <a:spLocks noChangeArrowheads="1"/>
            </p:cNvSpPr>
            <p:nvPr/>
          </p:nvSpPr>
          <p:spPr bwMode="auto">
            <a:xfrm>
              <a:off x="806" y="1288"/>
              <a:ext cx="114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Time Scaling</a:t>
              </a:r>
            </a:p>
          </p:txBody>
        </p:sp>
        <p:graphicFrame>
          <p:nvGraphicFramePr>
            <p:cNvPr id="203781" name="Object 5"/>
            <p:cNvGraphicFramePr>
              <a:graphicFrameLocks noChangeAspect="1"/>
            </p:cNvGraphicFramePr>
            <p:nvPr/>
          </p:nvGraphicFramePr>
          <p:xfrm>
            <a:off x="3088" y="904"/>
            <a:ext cx="1568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79" name="Equation" r:id="rId3" imgW="2489200" imgH="774700" progId="Equation.DSMT36">
                    <p:embed/>
                  </p:oleObj>
                </mc:Choice>
                <mc:Fallback>
                  <p:oleObj name="Equation" r:id="rId3" imgW="2489200" imgH="7747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8" y="904"/>
                          <a:ext cx="1568" cy="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3782" name="Object 6"/>
            <p:cNvGraphicFramePr>
              <a:graphicFrameLocks noChangeAspect="1"/>
            </p:cNvGraphicFramePr>
            <p:nvPr/>
          </p:nvGraphicFramePr>
          <p:xfrm>
            <a:off x="3096" y="1432"/>
            <a:ext cx="1704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80" name="Equation" r:id="rId5" imgW="2705100" imgH="774700" progId="Equation.DSMT36">
                    <p:embed/>
                  </p:oleObj>
                </mc:Choice>
                <mc:Fallback>
                  <p:oleObj name="Equation" r:id="rId5" imgW="2705100" imgH="7747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6" y="1432"/>
                          <a:ext cx="1704" cy="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3788" name="Group 12"/>
          <p:cNvGrpSpPr>
            <a:grpSpLocks/>
          </p:cNvGrpSpPr>
          <p:nvPr/>
        </p:nvGrpSpPr>
        <p:grpSpPr bwMode="auto">
          <a:xfrm>
            <a:off x="1355725" y="3556000"/>
            <a:ext cx="6416675" cy="1765300"/>
            <a:chOff x="806" y="2248"/>
            <a:chExt cx="4042" cy="1112"/>
          </a:xfrm>
        </p:grpSpPr>
        <p:sp>
          <p:nvSpPr>
            <p:cNvPr id="203789" name="Text Box 13"/>
            <p:cNvSpPr txBox="1">
              <a:spLocks noChangeArrowheads="1"/>
            </p:cNvSpPr>
            <p:nvPr/>
          </p:nvSpPr>
          <p:spPr bwMode="auto">
            <a:xfrm>
              <a:off x="806" y="2736"/>
              <a:ext cx="15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Frequency Scaling</a:t>
              </a:r>
            </a:p>
          </p:txBody>
        </p:sp>
        <p:graphicFrame>
          <p:nvGraphicFramePr>
            <p:cNvPr id="203790" name="Object 14"/>
            <p:cNvGraphicFramePr>
              <a:graphicFrameLocks noChangeAspect="1"/>
            </p:cNvGraphicFramePr>
            <p:nvPr/>
          </p:nvGraphicFramePr>
          <p:xfrm>
            <a:off x="3136" y="2248"/>
            <a:ext cx="1568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81" name="Equation" r:id="rId7" imgW="2489200" imgH="774700" progId="Equation.DSMT36">
                    <p:embed/>
                  </p:oleObj>
                </mc:Choice>
                <mc:Fallback>
                  <p:oleObj name="Equation" r:id="rId7" imgW="2489200" imgH="7747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6" y="2248"/>
                          <a:ext cx="1568" cy="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3791" name="Object 15"/>
            <p:cNvGraphicFramePr>
              <a:graphicFrameLocks noChangeAspect="1"/>
            </p:cNvGraphicFramePr>
            <p:nvPr/>
          </p:nvGraphicFramePr>
          <p:xfrm>
            <a:off x="3136" y="2872"/>
            <a:ext cx="1712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82" name="Equation" r:id="rId9" imgW="2717800" imgH="774700" progId="Equation.DSMT36">
                    <p:embed/>
                  </p:oleObj>
                </mc:Choice>
                <mc:Fallback>
                  <p:oleObj name="Equation" r:id="rId9" imgW="2717800" imgH="7747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6" y="2872"/>
                          <a:ext cx="1712" cy="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972171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“Uncertainty” Principle</a:t>
            </a:r>
          </a:p>
        </p:txBody>
      </p:sp>
      <p:sp>
        <p:nvSpPr>
          <p:cNvPr id="204804" name="Text Box 4"/>
          <p:cNvSpPr txBox="1">
            <a:spLocks noChangeArrowheads="1"/>
          </p:cNvSpPr>
          <p:nvPr/>
        </p:nvSpPr>
        <p:spPr bwMode="auto">
          <a:xfrm>
            <a:off x="395536" y="1089422"/>
            <a:ext cx="8237538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The time and frequency scaling properties indicate that if a signal </a:t>
            </a:r>
          </a:p>
          <a:p>
            <a:r>
              <a:rPr lang="en-US" altLang="en-US" dirty="0"/>
              <a:t>is expanded in one domain it is compressed in the other domain.</a:t>
            </a:r>
          </a:p>
          <a:p>
            <a:r>
              <a:rPr lang="en-US" altLang="en-US" dirty="0"/>
              <a:t>This is called the “uncertainty principle” of Fourier analysis.</a:t>
            </a:r>
          </a:p>
        </p:txBody>
      </p:sp>
      <p:graphicFrame>
        <p:nvGraphicFramePr>
          <p:cNvPr id="204805" name="Object 5"/>
          <p:cNvGraphicFramePr>
            <a:graphicFrameLocks noChangeAspect="1"/>
          </p:cNvGraphicFramePr>
          <p:nvPr/>
        </p:nvGraphicFramePr>
        <p:xfrm>
          <a:off x="762000" y="4978400"/>
          <a:ext cx="26670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3" name="Equation" r:id="rId3" imgW="2667000" imgH="584200" progId="Equation.DSMT36">
                  <p:embed/>
                </p:oleObj>
              </mc:Choice>
              <mc:Fallback>
                <p:oleObj name="Equation" r:id="rId3" imgW="2667000" imgH="584200" progId="Equation.DSMT3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978400"/>
                        <a:ext cx="26670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6" name="Object 6"/>
          <p:cNvGraphicFramePr>
            <a:graphicFrameLocks noChangeAspect="1"/>
          </p:cNvGraphicFramePr>
          <p:nvPr/>
        </p:nvGraphicFramePr>
        <p:xfrm>
          <a:off x="1143000" y="2895600"/>
          <a:ext cx="1917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4" name="Equation" r:id="rId5" imgW="1917700" imgH="342900" progId="Equation.DSMT36">
                  <p:embed/>
                </p:oleObj>
              </mc:Choice>
              <mc:Fallback>
                <p:oleObj name="Equation" r:id="rId5" imgW="1917700" imgH="342900" progId="Equation.DSMT3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895600"/>
                        <a:ext cx="19177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480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325" y="2116138"/>
            <a:ext cx="5054600" cy="412591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85554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CTFT Properties</a:t>
            </a:r>
          </a:p>
        </p:txBody>
      </p:sp>
      <p:grpSp>
        <p:nvGrpSpPr>
          <p:cNvPr id="205836" name="Group 12"/>
          <p:cNvGrpSpPr>
            <a:grpSpLocks/>
          </p:cNvGrpSpPr>
          <p:nvPr/>
        </p:nvGrpSpPr>
        <p:grpSpPr bwMode="auto">
          <a:xfrm>
            <a:off x="1571625" y="1371600"/>
            <a:ext cx="5273675" cy="1066800"/>
            <a:chOff x="990" y="864"/>
            <a:chExt cx="3322" cy="672"/>
          </a:xfrm>
        </p:grpSpPr>
        <p:sp>
          <p:nvSpPr>
            <p:cNvPr id="205828" name="Text Box 4"/>
            <p:cNvSpPr txBox="1">
              <a:spLocks noChangeArrowheads="1"/>
            </p:cNvSpPr>
            <p:nvPr/>
          </p:nvSpPr>
          <p:spPr bwMode="auto">
            <a:xfrm>
              <a:off x="990" y="960"/>
              <a:ext cx="1182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Transform of </a:t>
              </a:r>
            </a:p>
            <a:p>
              <a:r>
                <a:rPr lang="en-US" altLang="en-US"/>
                <a:t>a Conjugate</a:t>
              </a:r>
            </a:p>
          </p:txBody>
        </p:sp>
        <p:graphicFrame>
          <p:nvGraphicFramePr>
            <p:cNvPr id="205829" name="Object 5"/>
            <p:cNvGraphicFramePr>
              <a:graphicFrameLocks noChangeAspect="1"/>
            </p:cNvGraphicFramePr>
            <p:nvPr/>
          </p:nvGraphicFramePr>
          <p:xfrm>
            <a:off x="2736" y="864"/>
            <a:ext cx="146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57" name="Equation" r:id="rId3" imgW="2324100" imgH="381000" progId="Equation.DSMT36">
                    <p:embed/>
                  </p:oleObj>
                </mc:Choice>
                <mc:Fallback>
                  <p:oleObj name="Equation" r:id="rId3" imgW="2324100" imgH="3810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864"/>
                          <a:ext cx="1464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830" name="Object 6"/>
            <p:cNvGraphicFramePr>
              <a:graphicFrameLocks noChangeAspect="1"/>
            </p:cNvGraphicFramePr>
            <p:nvPr/>
          </p:nvGraphicFramePr>
          <p:xfrm>
            <a:off x="2736" y="1296"/>
            <a:ext cx="157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58" name="Equation" r:id="rId5" imgW="2501900" imgH="381000" progId="Equation.DSMT36">
                    <p:embed/>
                  </p:oleObj>
                </mc:Choice>
                <mc:Fallback>
                  <p:oleObj name="Equation" r:id="rId5" imgW="2501900" imgH="3810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1296"/>
                          <a:ext cx="157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5837" name="Group 13"/>
          <p:cNvGrpSpPr>
            <a:grpSpLocks/>
          </p:cNvGrpSpPr>
          <p:nvPr/>
        </p:nvGrpSpPr>
        <p:grpSpPr bwMode="auto">
          <a:xfrm>
            <a:off x="1479550" y="3200400"/>
            <a:ext cx="6953250" cy="2514600"/>
            <a:chOff x="932" y="2016"/>
            <a:chExt cx="4380" cy="1584"/>
          </a:xfrm>
        </p:grpSpPr>
        <p:sp>
          <p:nvSpPr>
            <p:cNvPr id="205831" name="Text Box 7"/>
            <p:cNvSpPr txBox="1">
              <a:spLocks noChangeArrowheads="1"/>
            </p:cNvSpPr>
            <p:nvPr/>
          </p:nvSpPr>
          <p:spPr bwMode="auto">
            <a:xfrm>
              <a:off x="932" y="2372"/>
              <a:ext cx="1276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Multiplication-</a:t>
              </a:r>
            </a:p>
            <a:p>
              <a:pPr algn="ctr"/>
              <a:r>
                <a:rPr lang="en-US" altLang="en-US"/>
                <a:t>Convolution</a:t>
              </a:r>
            </a:p>
            <a:p>
              <a:pPr algn="ctr"/>
              <a:r>
                <a:rPr lang="en-US" altLang="en-US"/>
                <a:t>Duality</a:t>
              </a:r>
            </a:p>
          </p:txBody>
        </p:sp>
        <p:graphicFrame>
          <p:nvGraphicFramePr>
            <p:cNvPr id="205832" name="Object 8"/>
            <p:cNvGraphicFramePr>
              <a:graphicFrameLocks noChangeAspect="1"/>
            </p:cNvGraphicFramePr>
            <p:nvPr/>
          </p:nvGraphicFramePr>
          <p:xfrm>
            <a:off x="2760" y="2016"/>
            <a:ext cx="204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59" name="Equation" r:id="rId7" imgW="3238500" imgH="381000" progId="Equation.DSMT36">
                    <p:embed/>
                  </p:oleObj>
                </mc:Choice>
                <mc:Fallback>
                  <p:oleObj name="Equation" r:id="rId7" imgW="3238500" imgH="3810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0" y="2016"/>
                          <a:ext cx="204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833" name="Object 9"/>
            <p:cNvGraphicFramePr>
              <a:graphicFrameLocks noChangeAspect="1"/>
            </p:cNvGraphicFramePr>
            <p:nvPr/>
          </p:nvGraphicFramePr>
          <p:xfrm>
            <a:off x="2776" y="2424"/>
            <a:ext cx="229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60" name="Equation" r:id="rId9" imgW="3644900" imgH="381000" progId="Equation.DSMT36">
                    <p:embed/>
                  </p:oleObj>
                </mc:Choice>
                <mc:Fallback>
                  <p:oleObj name="Equation" r:id="rId9" imgW="3644900" imgH="3810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6" y="2424"/>
                          <a:ext cx="229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834" name="Object 10"/>
            <p:cNvGraphicFramePr>
              <a:graphicFrameLocks noChangeAspect="1"/>
            </p:cNvGraphicFramePr>
            <p:nvPr/>
          </p:nvGraphicFramePr>
          <p:xfrm>
            <a:off x="2784" y="2832"/>
            <a:ext cx="204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61" name="Equation" r:id="rId11" imgW="3238500" imgH="381000" progId="Equation.DSMT36">
                    <p:embed/>
                  </p:oleObj>
                </mc:Choice>
                <mc:Fallback>
                  <p:oleObj name="Equation" r:id="rId11" imgW="3238500" imgH="3810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2832"/>
                          <a:ext cx="204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835" name="Object 11"/>
            <p:cNvGraphicFramePr>
              <a:graphicFrameLocks noChangeAspect="1"/>
            </p:cNvGraphicFramePr>
            <p:nvPr/>
          </p:nvGraphicFramePr>
          <p:xfrm>
            <a:off x="2784" y="3160"/>
            <a:ext cx="2528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62" name="Equation" r:id="rId13" imgW="4013200" imgH="698500" progId="Equation.DSMT36">
                    <p:embed/>
                  </p:oleObj>
                </mc:Choice>
                <mc:Fallback>
                  <p:oleObj name="Equation" r:id="rId13" imgW="4013200" imgH="6985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3160"/>
                          <a:ext cx="2528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4172389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504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698500"/>
            <a:ext cx="8437563" cy="560546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4500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CTFT Properties</a:t>
            </a:r>
          </a:p>
        </p:txBody>
      </p:sp>
    </p:spTree>
    <p:extLst>
      <p:ext uri="{BB962C8B-B14F-4D97-AF65-F5344CB8AC3E}">
        <p14:creationId xmlns:p14="http://schemas.microsoft.com/office/powerpoint/2010/main" val="30140695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CTFT Properties</a:t>
            </a:r>
          </a:p>
        </p:txBody>
      </p:sp>
      <p:grpSp>
        <p:nvGrpSpPr>
          <p:cNvPr id="207885" name="Group 13"/>
          <p:cNvGrpSpPr>
            <a:grpSpLocks/>
          </p:cNvGrpSpPr>
          <p:nvPr/>
        </p:nvGrpSpPr>
        <p:grpSpPr bwMode="auto">
          <a:xfrm>
            <a:off x="469900" y="1092200"/>
            <a:ext cx="4895850" cy="1385888"/>
            <a:chOff x="240" y="576"/>
            <a:chExt cx="3084" cy="873"/>
          </a:xfrm>
        </p:grpSpPr>
        <p:sp>
          <p:nvSpPr>
            <p:cNvPr id="207876" name="Text Box 4"/>
            <p:cNvSpPr txBox="1">
              <a:spLocks noChangeArrowheads="1"/>
            </p:cNvSpPr>
            <p:nvPr/>
          </p:nvSpPr>
          <p:spPr bwMode="auto">
            <a:xfrm>
              <a:off x="240" y="816"/>
              <a:ext cx="1255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Time </a:t>
              </a:r>
            </a:p>
            <a:p>
              <a:pPr algn="ctr"/>
              <a:r>
                <a:rPr lang="en-US" altLang="en-US"/>
                <a:t>Differentiation</a:t>
              </a:r>
            </a:p>
          </p:txBody>
        </p:sp>
        <p:graphicFrame>
          <p:nvGraphicFramePr>
            <p:cNvPr id="207877" name="Object 5"/>
            <p:cNvGraphicFramePr>
              <a:graphicFrameLocks noChangeAspect="1"/>
            </p:cNvGraphicFramePr>
            <p:nvPr/>
          </p:nvGraphicFramePr>
          <p:xfrm>
            <a:off x="1776" y="576"/>
            <a:ext cx="1548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81" name="Equation" r:id="rId3" imgW="3073400" imgH="685800" progId="Equation.DSMT36">
                    <p:embed/>
                  </p:oleObj>
                </mc:Choice>
                <mc:Fallback>
                  <p:oleObj name="Equation" r:id="rId3" imgW="3073400" imgH="6858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6" y="576"/>
                          <a:ext cx="1548" cy="3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7878" name="Object 6"/>
            <p:cNvGraphicFramePr>
              <a:graphicFrameLocks noChangeAspect="1"/>
            </p:cNvGraphicFramePr>
            <p:nvPr/>
          </p:nvGraphicFramePr>
          <p:xfrm>
            <a:off x="1776" y="1104"/>
            <a:ext cx="1523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82" name="Equation" r:id="rId5" imgW="3022600" imgH="685800" progId="Equation.DSMT36">
                    <p:embed/>
                  </p:oleObj>
                </mc:Choice>
                <mc:Fallback>
                  <p:oleObj name="Equation" r:id="rId5" imgW="3022600" imgH="6858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6" y="1104"/>
                          <a:ext cx="1523" cy="3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7888" name="Group 16"/>
          <p:cNvGrpSpPr>
            <a:grpSpLocks/>
          </p:cNvGrpSpPr>
          <p:nvPr/>
        </p:nvGrpSpPr>
        <p:grpSpPr bwMode="auto">
          <a:xfrm>
            <a:off x="622300" y="2921000"/>
            <a:ext cx="7265988" cy="1233488"/>
            <a:chOff x="336" y="1728"/>
            <a:chExt cx="4577" cy="777"/>
          </a:xfrm>
        </p:grpSpPr>
        <p:sp>
          <p:nvSpPr>
            <p:cNvPr id="207879" name="Text Box 7"/>
            <p:cNvSpPr txBox="1">
              <a:spLocks noChangeArrowheads="1"/>
            </p:cNvSpPr>
            <p:nvPr/>
          </p:nvSpPr>
          <p:spPr bwMode="auto">
            <a:xfrm>
              <a:off x="336" y="2000"/>
              <a:ext cx="101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Modulation</a:t>
              </a:r>
            </a:p>
          </p:txBody>
        </p:sp>
        <p:graphicFrame>
          <p:nvGraphicFramePr>
            <p:cNvPr id="207880" name="Object 8"/>
            <p:cNvGraphicFramePr>
              <a:graphicFrameLocks noChangeAspect="1"/>
            </p:cNvGraphicFramePr>
            <p:nvPr/>
          </p:nvGraphicFramePr>
          <p:xfrm>
            <a:off x="1740" y="1728"/>
            <a:ext cx="2810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83" name="Equation" r:id="rId7" imgW="5575300" imgH="685800" progId="Equation.DSMT36">
                    <p:embed/>
                  </p:oleObj>
                </mc:Choice>
                <mc:Fallback>
                  <p:oleObj name="Equation" r:id="rId7" imgW="5575300" imgH="6858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0" y="1728"/>
                          <a:ext cx="2810" cy="3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7881" name="Object 9"/>
            <p:cNvGraphicFramePr>
              <a:graphicFrameLocks noChangeAspect="1"/>
            </p:cNvGraphicFramePr>
            <p:nvPr/>
          </p:nvGraphicFramePr>
          <p:xfrm>
            <a:off x="1740" y="2160"/>
            <a:ext cx="3173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84" name="Equation" r:id="rId9" imgW="6299200" imgH="685800" progId="Equation.DSMT36">
                    <p:embed/>
                  </p:oleObj>
                </mc:Choice>
                <mc:Fallback>
                  <p:oleObj name="Equation" r:id="rId9" imgW="6299200" imgH="6858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0" y="2160"/>
                          <a:ext cx="3173" cy="3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7887" name="Group 15"/>
          <p:cNvGrpSpPr>
            <a:grpSpLocks/>
          </p:cNvGrpSpPr>
          <p:nvPr/>
        </p:nvGrpSpPr>
        <p:grpSpPr bwMode="auto">
          <a:xfrm>
            <a:off x="317500" y="4521200"/>
            <a:ext cx="8648700" cy="1295400"/>
            <a:chOff x="144" y="2736"/>
            <a:chExt cx="5448" cy="816"/>
          </a:xfrm>
        </p:grpSpPr>
        <p:sp>
          <p:nvSpPr>
            <p:cNvPr id="207882" name="Text Box 10"/>
            <p:cNvSpPr txBox="1">
              <a:spLocks noChangeArrowheads="1"/>
            </p:cNvSpPr>
            <p:nvPr/>
          </p:nvSpPr>
          <p:spPr bwMode="auto">
            <a:xfrm>
              <a:off x="144" y="2870"/>
              <a:ext cx="1368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Transforms of</a:t>
              </a:r>
            </a:p>
            <a:p>
              <a:pPr algn="ctr"/>
              <a:r>
                <a:rPr lang="en-US" altLang="en-US"/>
                <a:t>Periodic Signals</a:t>
              </a:r>
            </a:p>
          </p:txBody>
        </p:sp>
        <p:graphicFrame>
          <p:nvGraphicFramePr>
            <p:cNvPr id="207883" name="Object 11"/>
            <p:cNvGraphicFramePr>
              <a:graphicFrameLocks noChangeAspect="1"/>
            </p:cNvGraphicFramePr>
            <p:nvPr/>
          </p:nvGraphicFramePr>
          <p:xfrm>
            <a:off x="1752" y="2736"/>
            <a:ext cx="3576" cy="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85" name="Equation" r:id="rId11" imgW="7137400" imgH="800100" progId="Equation.DSMT36">
                    <p:embed/>
                  </p:oleObj>
                </mc:Choice>
                <mc:Fallback>
                  <p:oleObj name="Equation" r:id="rId11" imgW="7137400" imgH="8001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2" y="2736"/>
                          <a:ext cx="3576" cy="4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7884" name="Object 12"/>
            <p:cNvGraphicFramePr>
              <a:graphicFrameLocks noChangeAspect="1"/>
            </p:cNvGraphicFramePr>
            <p:nvPr/>
          </p:nvGraphicFramePr>
          <p:xfrm>
            <a:off x="1728" y="3151"/>
            <a:ext cx="3864" cy="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86" name="Equation" r:id="rId13" imgW="7708900" imgH="800100" progId="Equation.DSMT36">
                    <p:embed/>
                  </p:oleObj>
                </mc:Choice>
                <mc:Fallback>
                  <p:oleObj name="Equation" r:id="rId13" imgW="7708900" imgH="8001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3151"/>
                          <a:ext cx="3864" cy="4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2675584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CTFT Properties</a:t>
            </a:r>
          </a:p>
        </p:txBody>
      </p:sp>
      <p:grpSp>
        <p:nvGrpSpPr>
          <p:cNvPr id="208908" name="Group 12"/>
          <p:cNvGrpSpPr>
            <a:grpSpLocks/>
          </p:cNvGrpSpPr>
          <p:nvPr/>
        </p:nvGrpSpPr>
        <p:grpSpPr bwMode="auto">
          <a:xfrm>
            <a:off x="792163" y="1130300"/>
            <a:ext cx="5608637" cy="1917700"/>
            <a:chOff x="499" y="712"/>
            <a:chExt cx="3533" cy="1208"/>
          </a:xfrm>
        </p:grpSpPr>
        <p:sp>
          <p:nvSpPr>
            <p:cNvPr id="208900" name="Text Box 4"/>
            <p:cNvSpPr txBox="1">
              <a:spLocks noChangeArrowheads="1"/>
            </p:cNvSpPr>
            <p:nvPr/>
          </p:nvSpPr>
          <p:spPr bwMode="auto">
            <a:xfrm>
              <a:off x="499" y="1240"/>
              <a:ext cx="953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Parseval’s </a:t>
              </a:r>
            </a:p>
            <a:p>
              <a:pPr algn="ctr"/>
              <a:r>
                <a:rPr lang="en-US" altLang="en-US"/>
                <a:t>Theorem</a:t>
              </a:r>
            </a:p>
          </p:txBody>
        </p:sp>
        <p:graphicFrame>
          <p:nvGraphicFramePr>
            <p:cNvPr id="208901" name="Object 5"/>
            <p:cNvGraphicFramePr>
              <a:graphicFrameLocks noChangeAspect="1"/>
            </p:cNvGraphicFramePr>
            <p:nvPr/>
          </p:nvGraphicFramePr>
          <p:xfrm>
            <a:off x="1824" y="712"/>
            <a:ext cx="1824" cy="5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60" name="Equation" r:id="rId3" imgW="2895600" imgH="850900" progId="Equation.DSMT36">
                    <p:embed/>
                  </p:oleObj>
                </mc:Choice>
                <mc:Fallback>
                  <p:oleObj name="Equation" r:id="rId3" imgW="2895600" imgH="8509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712"/>
                          <a:ext cx="1824" cy="5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8902" name="Object 6"/>
            <p:cNvGraphicFramePr>
              <a:graphicFrameLocks noChangeAspect="1"/>
            </p:cNvGraphicFramePr>
            <p:nvPr/>
          </p:nvGraphicFramePr>
          <p:xfrm>
            <a:off x="1840" y="1384"/>
            <a:ext cx="2192" cy="5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61" name="Equation" r:id="rId5" imgW="3479800" imgH="850900" progId="Equation.DSMT36">
                    <p:embed/>
                  </p:oleObj>
                </mc:Choice>
                <mc:Fallback>
                  <p:oleObj name="Equation" r:id="rId5" imgW="3479800" imgH="8509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0" y="1384"/>
                          <a:ext cx="2192" cy="5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8909" name="Group 13"/>
          <p:cNvGrpSpPr>
            <a:grpSpLocks/>
          </p:cNvGrpSpPr>
          <p:nvPr/>
        </p:nvGrpSpPr>
        <p:grpSpPr bwMode="auto">
          <a:xfrm>
            <a:off x="381000" y="3371850"/>
            <a:ext cx="4635500" cy="895350"/>
            <a:chOff x="240" y="2124"/>
            <a:chExt cx="2920" cy="564"/>
          </a:xfrm>
        </p:grpSpPr>
        <p:sp>
          <p:nvSpPr>
            <p:cNvPr id="208903" name="Text Box 7"/>
            <p:cNvSpPr txBox="1">
              <a:spLocks noChangeArrowheads="1"/>
            </p:cNvSpPr>
            <p:nvPr/>
          </p:nvSpPr>
          <p:spPr bwMode="auto">
            <a:xfrm>
              <a:off x="240" y="2170"/>
              <a:ext cx="1548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Integral Definition</a:t>
              </a:r>
            </a:p>
            <a:p>
              <a:pPr algn="ctr"/>
              <a:r>
                <a:rPr lang="en-US" altLang="en-US"/>
                <a:t>of an Impulse</a:t>
              </a:r>
            </a:p>
          </p:txBody>
        </p:sp>
        <p:graphicFrame>
          <p:nvGraphicFramePr>
            <p:cNvPr id="208904" name="Object 8"/>
            <p:cNvGraphicFramePr>
              <a:graphicFrameLocks noChangeAspect="1"/>
            </p:cNvGraphicFramePr>
            <p:nvPr/>
          </p:nvGraphicFramePr>
          <p:xfrm>
            <a:off x="1824" y="2124"/>
            <a:ext cx="1336" cy="5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62" name="Equation" r:id="rId7" imgW="2120900" imgH="850900" progId="Equation.DSMT36">
                    <p:embed/>
                  </p:oleObj>
                </mc:Choice>
                <mc:Fallback>
                  <p:oleObj name="Equation" r:id="rId7" imgW="2120900" imgH="850900" progId="Equation.DSMT3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2124"/>
                          <a:ext cx="1336" cy="5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303606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4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CTFT Properties</a:t>
            </a:r>
          </a:p>
        </p:txBody>
      </p:sp>
      <p:pic>
        <p:nvPicPr>
          <p:cNvPr id="23552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050" y="920750"/>
            <a:ext cx="4716463" cy="52197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97539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en-US" dirty="0"/>
              <a:t>Ch. 3/4  Assignment:</a:t>
            </a:r>
            <a:br>
              <a:rPr lang="en-US" dirty="0"/>
            </a:br>
            <a:endParaRPr lang="en-US" dirty="0"/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3.3.2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3.4.1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3.6.1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3.7.1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3.7.2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3.8.3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4.1.2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4.1.3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4.2.2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4.2.5</a:t>
            </a:r>
          </a:p>
          <a:p>
            <a:pPr marL="400050" lvl="1" indent="0">
              <a:buNone/>
            </a:pPr>
            <a:endParaRPr lang="en-US" dirty="0"/>
          </a:p>
          <a:p>
            <a:pPr marL="400050" lvl="1" indent="0">
              <a:buNone/>
            </a:pPr>
            <a:endParaRPr lang="en-US" dirty="0"/>
          </a:p>
          <a:p>
            <a:pPr marL="400050" lvl="1" indent="0">
              <a:buNone/>
            </a:pPr>
            <a:endParaRPr lang="en-US" dirty="0"/>
          </a:p>
          <a:p>
            <a:r>
              <a:rPr lang="en-US" dirty="0"/>
              <a:t>Submission:</a:t>
            </a:r>
          </a:p>
          <a:p>
            <a:pPr lvl="1"/>
            <a:r>
              <a:rPr lang="en-US" dirty="0"/>
              <a:t>Time/date due: Tuesday, 03 May 2016, 23:55 PM</a:t>
            </a:r>
          </a:p>
          <a:p>
            <a:pPr lvl="1"/>
            <a:r>
              <a:rPr lang="en-US" dirty="0"/>
              <a:t>Submission procedure: upload via BIG</a:t>
            </a:r>
            <a:br>
              <a:rPr lang="en-US" sz="1600" u="sng" dirty="0"/>
            </a:br>
            <a:endParaRPr lang="en-US" u="sng" dirty="0"/>
          </a:p>
          <a:p>
            <a:pPr lvl="1"/>
            <a:r>
              <a:rPr lang="en-US" dirty="0"/>
              <a:t>Filename format: </a:t>
            </a:r>
            <a:r>
              <a:rPr lang="en-US" sz="1200" dirty="0"/>
              <a:t>DSP_A03_name_studentnumber.PDF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7574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70000" lnSpcReduction="20000"/>
          </a:bodyPr>
          <a:lstStyle/>
          <a:p>
            <a:r>
              <a:rPr lang="en-US" dirty="0"/>
              <a:t>Please note that this is an individual assignment and therefore no two students should write the same answers!</a:t>
            </a:r>
          </a:p>
          <a:p>
            <a:r>
              <a:rPr lang="en-US" dirty="0"/>
              <a:t>Cheating, plagiarism, copy-paste other people's work (incl. your friend's work) without giving appropriate credits will incur discount on your grades</a:t>
            </a:r>
          </a:p>
          <a:p>
            <a:r>
              <a:rPr lang="en-US" dirty="0"/>
              <a:t>Don't just answer by pointing out your references in your assignment without giving any further, necessary explanations (for example, you might be tempted to write: "Answer for Number 1 can be found in </a:t>
            </a:r>
            <a:r>
              <a:rPr lang="en-US" dirty="0">
                <a:hlinkClick r:id="rId2"/>
              </a:rPr>
              <a:t>http://www.dspguide.com</a:t>
            </a:r>
            <a:r>
              <a:rPr lang="en-US" dirty="0"/>
              <a:t>"); write your answer in </a:t>
            </a:r>
            <a:r>
              <a:rPr lang="en-US" b="1" dirty="0"/>
              <a:t>your own words</a:t>
            </a:r>
            <a:r>
              <a:rPr lang="en-US" dirty="0"/>
              <a:t> by making use of the references</a:t>
            </a:r>
          </a:p>
          <a:p>
            <a:r>
              <a:rPr lang="en-US" dirty="0"/>
              <a:t>In citing your references, you can any citation methods/style you'd might like; e.g.</a:t>
            </a:r>
          </a:p>
          <a:p>
            <a:pPr lvl="1"/>
            <a:r>
              <a:rPr lang="en-US" dirty="0"/>
              <a:t>Numerical style such as found in IEEE papers</a:t>
            </a:r>
          </a:p>
          <a:p>
            <a:pPr lvl="1"/>
            <a:r>
              <a:rPr lang="en-US" dirty="0"/>
              <a:t>Author-date style</a:t>
            </a:r>
          </a:p>
          <a:p>
            <a:pPr lvl="1"/>
            <a:r>
              <a:rPr lang="en-US" dirty="0" err="1"/>
              <a:t>Turabian</a:t>
            </a:r>
            <a:r>
              <a:rPr lang="en-US" dirty="0"/>
              <a:t> style</a:t>
            </a:r>
          </a:p>
          <a:p>
            <a:pPr lvl="1"/>
            <a:r>
              <a:rPr lang="en-US" dirty="0"/>
              <a:t>MLA style</a:t>
            </a:r>
          </a:p>
          <a:p>
            <a:pPr lvl="1"/>
            <a:r>
              <a:rPr lang="en-US" dirty="0"/>
              <a:t>APA style</a:t>
            </a:r>
          </a:p>
          <a:p>
            <a:r>
              <a:rPr lang="en-US" dirty="0"/>
              <a:t>In MS Word (2007/2010), you'd probably like to try the citation &amp; bibliography tools ('References &gt;&gt; Citation &amp; Bibliography') to manage your reference list. Alternatively, you can also use </a:t>
            </a:r>
            <a:r>
              <a:rPr lang="en-US" dirty="0">
                <a:hlinkClick r:id="rId3"/>
              </a:rPr>
              <a:t>EndNote</a:t>
            </a:r>
            <a:r>
              <a:rPr lang="en-US" dirty="0"/>
              <a:t> for the same purpose (note however not all MS Word has EndNote pre-installed in its configuration). The only downside of EndNote is that it is not free.</a:t>
            </a:r>
          </a:p>
          <a:p>
            <a:r>
              <a:rPr lang="en-US" dirty="0"/>
              <a:t>If you're using </a:t>
            </a:r>
            <a:r>
              <a:rPr lang="en-US" dirty="0" err="1">
                <a:hlinkClick r:id="rId4"/>
              </a:rPr>
              <a:t>LaTeX</a:t>
            </a:r>
            <a:r>
              <a:rPr lang="en-US" dirty="0"/>
              <a:t> for writing your documents, </a:t>
            </a:r>
            <a:r>
              <a:rPr lang="en-US" dirty="0" err="1"/>
              <a:t>BibTeX</a:t>
            </a:r>
            <a:r>
              <a:rPr lang="en-US" dirty="0"/>
              <a:t> is very recommended. Both </a:t>
            </a:r>
            <a:r>
              <a:rPr lang="en-US" dirty="0" err="1"/>
              <a:t>LaTeX</a:t>
            </a:r>
            <a:r>
              <a:rPr lang="en-US" dirty="0"/>
              <a:t> and </a:t>
            </a:r>
            <a:r>
              <a:rPr lang="en-US" dirty="0" err="1"/>
              <a:t>BibTeX</a:t>
            </a:r>
            <a:r>
              <a:rPr lang="en-US" dirty="0"/>
              <a:t> are entirely free. You can use any general text editors you like for preparing documents in </a:t>
            </a:r>
            <a:r>
              <a:rPr lang="en-US" dirty="0" err="1"/>
              <a:t>LaTeX</a:t>
            </a:r>
            <a:r>
              <a:rPr lang="en-US" dirty="0"/>
              <a:t> (vi, </a:t>
            </a:r>
            <a:r>
              <a:rPr lang="en-US" dirty="0" err="1"/>
              <a:t>emacs</a:t>
            </a:r>
            <a:r>
              <a:rPr lang="en-US" dirty="0"/>
              <a:t>, notepad++) or alternatively use the ones more specifically designed for </a:t>
            </a:r>
            <a:r>
              <a:rPr lang="en-US" dirty="0" err="1"/>
              <a:t>LaTeX</a:t>
            </a:r>
            <a:r>
              <a:rPr lang="en-US" dirty="0"/>
              <a:t> preparation (e.g., </a:t>
            </a:r>
            <a:r>
              <a:rPr lang="en-US" dirty="0" err="1"/>
              <a:t>TexWorks</a:t>
            </a:r>
            <a:r>
              <a:rPr lang="en-US" dirty="0"/>
              <a:t> that comes with </a:t>
            </a:r>
            <a:r>
              <a:rPr lang="en-US" dirty="0" err="1">
                <a:hlinkClick r:id="rId5"/>
              </a:rPr>
              <a:t>MikTeX</a:t>
            </a:r>
            <a:r>
              <a:rPr lang="en-US" dirty="0"/>
              <a:t> -- a </a:t>
            </a:r>
            <a:r>
              <a:rPr lang="en-US" dirty="0" err="1"/>
              <a:t>LaTeX</a:t>
            </a:r>
            <a:r>
              <a:rPr lang="en-US" dirty="0"/>
              <a:t> installation for Windows, </a:t>
            </a:r>
            <a:r>
              <a:rPr lang="en-US" dirty="0" err="1">
                <a:hlinkClick r:id="rId6"/>
              </a:rPr>
              <a:t>Texmaker</a:t>
            </a:r>
            <a:r>
              <a:rPr lang="en-US" dirty="0"/>
              <a:t>, </a:t>
            </a:r>
            <a:r>
              <a:rPr lang="en-US" dirty="0" err="1">
                <a:hlinkClick r:id="rId7"/>
              </a:rPr>
              <a:t>Lyx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Useful resources:</a:t>
            </a:r>
          </a:p>
          <a:p>
            <a:pPr lvl="1"/>
            <a:r>
              <a:rPr lang="en-US" dirty="0"/>
              <a:t>Numerical and author-date style widely used in computer science engineering students: </a:t>
            </a:r>
            <a:r>
              <a:rPr lang="en-US" dirty="0">
                <a:hlinkClick r:id="rId8"/>
              </a:rPr>
              <a:t>http://www.lib.monash.edu.au/tutorials/citing/compsci.html</a:t>
            </a:r>
            <a:endParaRPr lang="en-US" dirty="0"/>
          </a:p>
          <a:p>
            <a:pPr lvl="1"/>
            <a:r>
              <a:rPr lang="en-US" dirty="0"/>
              <a:t>APA style citation method: </a:t>
            </a:r>
            <a:r>
              <a:rPr lang="en-US" dirty="0">
                <a:hlinkClick r:id="rId9"/>
              </a:rPr>
              <a:t>http://www.uis.edu/ctl/writing/documents/APACitationMethods.pdf</a:t>
            </a:r>
            <a:endParaRPr lang="en-US" dirty="0"/>
          </a:p>
          <a:p>
            <a:pPr lvl="1"/>
            <a:r>
              <a:rPr lang="en-US" dirty="0"/>
              <a:t>MLA style citation method: </a:t>
            </a:r>
            <a:r>
              <a:rPr lang="en-US" dirty="0">
                <a:hlinkClick r:id="rId10"/>
              </a:rPr>
              <a:t>http://www.uis.edu/ctl/writing/MLACitation_000.pdf.pdf</a:t>
            </a:r>
            <a:endParaRPr lang="en-US" dirty="0"/>
          </a:p>
          <a:p>
            <a:pPr lvl="1"/>
            <a:r>
              <a:rPr lang="en-US" dirty="0" err="1"/>
              <a:t>Turabian</a:t>
            </a:r>
            <a:r>
              <a:rPr lang="en-US" dirty="0"/>
              <a:t> method: </a:t>
            </a:r>
            <a:r>
              <a:rPr lang="en-US" dirty="0">
                <a:hlinkClick r:id="rId11"/>
              </a:rPr>
              <a:t>http://library.concordia.ca/help/howto/turabian.pdf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757485"/>
      </p:ext>
    </p:extLst>
  </p:cSld>
  <p:clrMapOvr>
    <a:masterClrMapping/>
  </p:clrMapOvr>
</p:sld>
</file>

<file path=ppt/theme/theme1.xml><?xml version="1.0" encoding="utf-8"?>
<a:theme xmlns:a="http://schemas.openxmlformats.org/drawingml/2006/main" name="UBIPG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Pixel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="" xmlns:a14="http://schemas.microsoft.com/office/drawing/2010/main">
              <a:solidFill>
                <a:srgbClr val="FF0000"/>
              </a:solidFill>
            </a14:hiddenFill>
          </a:ex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="" xmlns:a14="http://schemas.microsoft.com/office/drawing/2010/main">
              <a:solidFill>
                <a:srgbClr val="FF0000"/>
              </a:solidFill>
            </a14:hiddenFill>
          </a:ex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UBIPG</Template>
  <TotalTime>3807</TotalTime>
  <Words>2673</Words>
  <Application>Microsoft Macintosh PowerPoint</Application>
  <PresentationFormat>On-screen Show (4:3)</PresentationFormat>
  <Paragraphs>354</Paragraphs>
  <Slides>49</Slides>
  <Notes>12</Notes>
  <HiddenSlides>3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49</vt:i4>
      </vt:variant>
    </vt:vector>
  </HeadingPairs>
  <TitlesOfParts>
    <vt:vector size="59" baseType="lpstr">
      <vt:lpstr>Arial Unicode MS</vt:lpstr>
      <vt:lpstr>Arial</vt:lpstr>
      <vt:lpstr>Comic Sans MS</vt:lpstr>
      <vt:lpstr>Symbol</vt:lpstr>
      <vt:lpstr>Times New Roman</vt:lpstr>
      <vt:lpstr>Wingdings</vt:lpstr>
      <vt:lpstr>UBIPG</vt:lpstr>
      <vt:lpstr>Equation</vt:lpstr>
      <vt:lpstr>Document</vt:lpstr>
      <vt:lpstr>Photo Editor Photo</vt:lpstr>
      <vt:lpstr>Frequency domain representation of signal</vt:lpstr>
      <vt:lpstr>Summary: Fourier analysis - tools </vt:lpstr>
      <vt:lpstr>Review: Bases</vt:lpstr>
      <vt:lpstr>Time and frequency domains</vt:lpstr>
      <vt:lpstr>Fourier Series</vt:lpstr>
      <vt:lpstr>Fourier Series and Fourier Basis Functions</vt:lpstr>
      <vt:lpstr>Real and Complex Sinusoids</vt:lpstr>
      <vt:lpstr>Jean Baptiste Joseph Fourier</vt:lpstr>
      <vt:lpstr>Continuous- Time Fourier  Series  Concept</vt:lpstr>
      <vt:lpstr>Continuous- Time Fourier  Series  Concept</vt:lpstr>
      <vt:lpstr>Continuous- Time Fourier  Series  Concept</vt:lpstr>
      <vt:lpstr>CT Fourier Series Definition</vt:lpstr>
      <vt:lpstr>Why is Fourier Theory Important (i)?</vt:lpstr>
      <vt:lpstr>Why is Fourier Theory Important (ii)?</vt:lpstr>
      <vt:lpstr>Why is Fourier Theory Important (iii)?</vt:lpstr>
      <vt:lpstr>Convergence of Fourier Series</vt:lpstr>
      <vt:lpstr>Convergence of the CTFS</vt:lpstr>
      <vt:lpstr>Convergence of the CTFS</vt:lpstr>
      <vt:lpstr>Convergence of the CTFS</vt:lpstr>
      <vt:lpstr>Example 1: Fourier Series sin(t)</vt:lpstr>
      <vt:lpstr>Example 1a:  Fourier Series sin(t)</vt:lpstr>
      <vt:lpstr>Example 2: Additive Sinusoids</vt:lpstr>
      <vt:lpstr>Example 3: Periodic Step Signal</vt:lpstr>
      <vt:lpstr>Example 3a: Periodic Step Signal</vt:lpstr>
      <vt:lpstr>Fourier Series to Fourier Transform</vt:lpstr>
      <vt:lpstr>CTFS-to-CTFT Transition</vt:lpstr>
      <vt:lpstr>CTFS-to-CTFT Transition</vt:lpstr>
      <vt:lpstr>CTFS-to-CTFT Transition</vt:lpstr>
      <vt:lpstr>CTFS-to-CTFT Transition</vt:lpstr>
      <vt:lpstr>CTFS-to-CTFT Transition</vt:lpstr>
      <vt:lpstr>Definition of the Fourier Transform</vt:lpstr>
      <vt:lpstr>Example 1: Decaying Exponential</vt:lpstr>
      <vt:lpstr>Example 2: Single Rectangular Pulse</vt:lpstr>
      <vt:lpstr>Example 3: Impulse Signal</vt:lpstr>
      <vt:lpstr>Example 4: Periodic Signals</vt:lpstr>
      <vt:lpstr>Negative Frequency</vt:lpstr>
      <vt:lpstr>Negative Frequency</vt:lpstr>
      <vt:lpstr>CTFT Properties</vt:lpstr>
      <vt:lpstr>CTFT Properties</vt:lpstr>
      <vt:lpstr>CTFT Properties</vt:lpstr>
      <vt:lpstr>CTFT Properties</vt:lpstr>
      <vt:lpstr>The “Uncertainty” Principle</vt:lpstr>
      <vt:lpstr>CTFT Properties</vt:lpstr>
      <vt:lpstr>CTFT Properties</vt:lpstr>
      <vt:lpstr>CTFT Properties</vt:lpstr>
      <vt:lpstr>CTFT Properties</vt:lpstr>
      <vt:lpstr>CTFT Properties</vt:lpstr>
      <vt:lpstr>Assignment</vt:lpstr>
      <vt:lpstr>Important Notes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 Chapter Title</dc:title>
  <dc:creator>irwan gunawan</dc:creator>
  <cp:lastModifiedBy>Microsoft Office User</cp:lastModifiedBy>
  <cp:revision>142</cp:revision>
  <dcterms:created xsi:type="dcterms:W3CDTF">2012-09-11T05:23:01Z</dcterms:created>
  <dcterms:modified xsi:type="dcterms:W3CDTF">2021-06-08T03:24:16Z</dcterms:modified>
</cp:coreProperties>
</file>